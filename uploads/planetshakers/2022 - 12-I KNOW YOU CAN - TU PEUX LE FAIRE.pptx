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3" r:id="rId2"/>
    <p:sldId id="264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41932" autoAdjust="0"/>
  </p:normalViewPr>
  <p:slideViewPr>
    <p:cSldViewPr>
      <p:cViewPr varScale="1">
        <p:scale>
          <a:sx n="28" d="100"/>
          <a:sy n="28" d="100"/>
        </p:scale>
        <p:origin x="218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-8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 smtClean="0"/>
              <a:t>Couplet 1 :</a:t>
            </a:r>
          </a:p>
          <a:p>
            <a:pPr>
              <a:defRPr/>
            </a:pPr>
            <a:r>
              <a:rPr lang="fr-FR" dirty="0" smtClean="0"/>
              <a:t>1-  JE T’AI VU AGIR AVANT </a:t>
            </a:r>
          </a:p>
          <a:p>
            <a:pPr>
              <a:defRPr/>
            </a:pP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You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2-  JE CROIS QUE TU PEUX  ENCORE LE FAIRE</a:t>
            </a:r>
          </a:p>
          <a:p>
            <a:pPr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believe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r>
              <a:rPr lang="fr-FR" dirty="0" smtClean="0"/>
              <a:t>  
3-  CAR TU ES TOUT-PUISSANT </a:t>
            </a:r>
          </a:p>
          <a:p>
            <a:pPr>
              <a:defRPr/>
            </a:pPr>
            <a:r>
              <a:rPr lang="fr-FR" dirty="0" smtClean="0"/>
              <a:t>You are all </a:t>
            </a:r>
            <a:r>
              <a:rPr lang="fr-FR" dirty="0" err="1" smtClean="0"/>
              <a:t>powerful</a:t>
            </a:r>
            <a:r>
              <a:rPr lang="fr-FR" dirty="0" smtClean="0"/>
              <a:t>
4-  TU ES SUR LE TRÔNE  ET CHACUN LE SAIT</a:t>
            </a:r>
          </a:p>
          <a:p>
            <a:pPr>
              <a:defRPr/>
            </a:pP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on the </a:t>
            </a:r>
            <a:r>
              <a:rPr lang="fr-FR" dirty="0" err="1" smtClean="0"/>
              <a:t>throne</a:t>
            </a:r>
            <a:r>
              <a:rPr lang="fr-FR" dirty="0" smtClean="0"/>
              <a:t> And </a:t>
            </a:r>
            <a:r>
              <a:rPr lang="fr-FR" dirty="0" err="1" smtClean="0"/>
              <a:t>we</a:t>
            </a:r>
            <a:r>
              <a:rPr lang="fr-FR" dirty="0" smtClean="0"/>
              <a:t> all know </a:t>
            </a:r>
          </a:p>
          <a:p>
            <a:pPr>
              <a:defRPr/>
            </a:pPr>
            <a:r>
              <a:rPr lang="fr-FR" dirty="0" smtClean="0"/>
              <a:t>
	Refrain :</a:t>
            </a:r>
          </a:p>
          <a:p>
            <a:pPr>
              <a:defRPr/>
            </a:pPr>
            <a:r>
              <a:rPr lang="fr-FR" dirty="0" smtClean="0"/>
              <a:t>	5-  TU PEUX FAIRE DE GRANDS MIRACLES VAINCRE LES OBSTACLES </a:t>
            </a:r>
          </a:p>
          <a:p>
            <a:pPr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can</a:t>
            </a:r>
            <a:r>
              <a:rPr lang="fr-FR" dirty="0" smtClean="0"/>
              <a:t> Do a miracle </a:t>
            </a:r>
            <a:r>
              <a:rPr lang="fr-FR" dirty="0" err="1" smtClean="0"/>
              <a:t>You’re</a:t>
            </a:r>
            <a:r>
              <a:rPr lang="fr-FR" dirty="0" smtClean="0"/>
              <a:t> the lord of all 
	6-  TU LE FERAS OUI, TU PEUX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You’re</a:t>
            </a:r>
            <a:r>
              <a:rPr lang="fr-FR" dirty="0" smtClean="0"/>
              <a:t> able, You </a:t>
            </a:r>
            <a:r>
              <a:rPr lang="fr-FR" dirty="0" err="1" smtClean="0"/>
              <a:t>can</a:t>
            </a:r>
            <a:r>
              <a:rPr lang="fr-FR" dirty="0" smtClean="0"/>
              <a:t>
	7-  BOUGER TOUTES LES MONTAGNES AUCUN DOUTE, TU GAGNES </a:t>
            </a:r>
          </a:p>
          <a:p>
            <a:pPr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can</a:t>
            </a:r>
            <a:r>
              <a:rPr lang="fr-FR" dirty="0" smtClean="0"/>
              <a:t> move the </a:t>
            </a:r>
            <a:r>
              <a:rPr lang="fr-FR" dirty="0" err="1" smtClean="0"/>
              <a:t>mountain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no </a:t>
            </a:r>
            <a:r>
              <a:rPr lang="fr-FR" dirty="0" err="1" smtClean="0"/>
              <a:t>doubt</a:t>
            </a:r>
            <a:r>
              <a:rPr lang="fr-FR" dirty="0" smtClean="0"/>
              <a:t> about </a:t>
            </a:r>
            <a:r>
              <a:rPr lang="fr-FR" dirty="0" err="1" smtClean="0"/>
              <a:t>it</a:t>
            </a:r>
            <a:r>
              <a:rPr lang="fr-FR" dirty="0" smtClean="0"/>
              <a:t>
	8-  TU LE FERAS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You’re</a:t>
            </a:r>
            <a:r>
              <a:rPr lang="fr-FR" dirty="0" smtClean="0"/>
              <a:t> able </a:t>
            </a:r>
          </a:p>
          <a:p>
            <a:pPr>
              <a:defRPr/>
            </a:pPr>
            <a:r>
              <a:rPr lang="fr-FR" dirty="0" smtClean="0"/>
              <a:t>
	9-  TU PEUX LE FAIRE </a:t>
            </a:r>
          </a:p>
          <a:p>
            <a:pPr>
              <a:defRPr/>
            </a:pPr>
            <a:r>
              <a:rPr lang="fr-FR" dirty="0" smtClean="0"/>
              <a:t>	I know You </a:t>
            </a:r>
            <a:r>
              <a:rPr lang="fr-FR" dirty="0" err="1" smtClean="0"/>
              <a:t>can</a:t>
            </a:r>
            <a:r>
              <a:rPr lang="fr-FR" dirty="0" smtClean="0"/>
              <a:t>
	10-  CAR RIEN N’EST DUR NON RIEN N’EST TROP DUR POUR TOI </a:t>
            </a:r>
          </a:p>
          <a:p>
            <a:pPr>
              <a:defRPr/>
            </a:pPr>
            <a:r>
              <a:rPr lang="fr-FR" dirty="0" smtClean="0"/>
              <a:t>	Nothing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too</a:t>
            </a:r>
            <a:r>
              <a:rPr lang="fr-FR" dirty="0" smtClean="0"/>
              <a:t> hard Nothing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too</a:t>
            </a:r>
            <a:r>
              <a:rPr lang="fr-FR" dirty="0" smtClean="0"/>
              <a:t> hard for You
	11-  TU PEUX LE FAIRE </a:t>
            </a:r>
          </a:p>
          <a:p>
            <a:pPr>
              <a:defRPr/>
            </a:pPr>
            <a:r>
              <a:rPr lang="fr-FR" dirty="0" smtClean="0"/>
              <a:t>	I know You </a:t>
            </a:r>
            <a:r>
              <a:rPr lang="fr-FR" dirty="0" err="1" smtClean="0"/>
              <a:t>can</a:t>
            </a:r>
            <a:r>
              <a:rPr lang="fr-FR" dirty="0" smtClean="0"/>
              <a:t>
	12-  PERSONNE N’EST PLUS GRAND  NI AUSSI PUISSANT QUE TOI </a:t>
            </a:r>
          </a:p>
          <a:p>
            <a:pPr>
              <a:defRPr/>
            </a:pPr>
            <a:r>
              <a:rPr lang="fr-FR" dirty="0" smtClean="0"/>
              <a:t>	There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Nobody</a:t>
            </a:r>
            <a:r>
              <a:rPr lang="fr-FR" dirty="0" smtClean="0"/>
              <a:t> </a:t>
            </a:r>
            <a:r>
              <a:rPr lang="fr-FR" dirty="0" err="1" smtClean="0"/>
              <a:t>greater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You
	13-  TU PEUX LE FAIRE	x2</a:t>
            </a:r>
          </a:p>
          <a:p>
            <a:pPr>
              <a:defRPr/>
            </a:pPr>
            <a:r>
              <a:rPr lang="fr-FR" dirty="0" smtClean="0"/>
              <a:t>	I know You </a:t>
            </a:r>
            <a:r>
              <a:rPr lang="fr-FR" dirty="0" err="1" smtClean="0"/>
              <a:t>can</a:t>
            </a: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
Couplet 2 :</a:t>
            </a:r>
          </a:p>
          <a:p>
            <a:pPr>
              <a:defRPr/>
            </a:pPr>
            <a:r>
              <a:rPr lang="fr-FR" dirty="0" smtClean="0"/>
              <a:t>14-  MES YEUX SONT FIXÉS SUR TOI </a:t>
            </a:r>
          </a:p>
          <a:p>
            <a:pPr>
              <a:defRPr/>
            </a:pPr>
            <a:r>
              <a:rPr lang="fr-FR" dirty="0" err="1" smtClean="0"/>
              <a:t>I’ll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</a:t>
            </a:r>
            <a:r>
              <a:rPr lang="fr-FR" dirty="0" err="1" smtClean="0"/>
              <a:t>fixed</a:t>
            </a:r>
            <a:r>
              <a:rPr lang="fr-FR" dirty="0" smtClean="0"/>
              <a:t> on You
15-  QUI POURRA  M’EMPÊCHER DE TE LOUER ? </a:t>
            </a:r>
          </a:p>
          <a:p>
            <a:pPr>
              <a:defRPr/>
            </a:pPr>
            <a:r>
              <a:rPr lang="fr-FR" dirty="0" err="1" smtClean="0"/>
              <a:t>Nothing’s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This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
16-  SEIGNEUR, JE M’ACCROCHE À TOI </a:t>
            </a:r>
          </a:p>
          <a:p>
            <a:pPr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holding on </a:t>
            </a:r>
            <a:r>
              <a:rPr lang="fr-FR" dirty="0" err="1" smtClean="0"/>
              <a:t>tight</a:t>
            </a:r>
            <a:r>
              <a:rPr lang="fr-FR" dirty="0" smtClean="0"/>
              <a:t> to You
17-  TU AS FAIT UN CHEMIN  POUR ME SAUVER 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a </a:t>
            </a:r>
            <a:r>
              <a:rPr lang="fr-FR" dirty="0" err="1" smtClean="0"/>
              <a:t>way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
Pont :</a:t>
            </a:r>
          </a:p>
          <a:p>
            <a:pPr>
              <a:defRPr/>
            </a:pPr>
            <a:r>
              <a:rPr lang="fr-FR" dirty="0" smtClean="0"/>
              <a:t>18-  TU FAIS CONCOURIR À MON BIEN TOUTE CHOSE PAR TA MAIN 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working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for </a:t>
            </a:r>
            <a:r>
              <a:rPr lang="fr-FR" dirty="0" err="1" smtClean="0"/>
              <a:t>my</a:t>
            </a:r>
            <a:r>
              <a:rPr lang="fr-FR" dirty="0" smtClean="0"/>
              <a:t> good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turning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</a:t>
            </a:r>
            <a:r>
              <a:rPr lang="fr-FR" dirty="0" err="1" smtClean="0"/>
              <a:t>around</a:t>
            </a:r>
            <a:r>
              <a:rPr lang="fr-FR" dirty="0" smtClean="0"/>
              <a:t>
19-  JÉSUS, TU ES TOUJOURS BON PRÈS DE TOI NOUS RESTERONS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You’ll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good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 
20-  JÉSUS    X7
21-  TU FAIS CONCOURIR À MON BIEN TOUTE CHOSE PAR TA MAIN 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working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for </a:t>
            </a:r>
            <a:r>
              <a:rPr lang="fr-FR" dirty="0" err="1" smtClean="0"/>
              <a:t>my</a:t>
            </a:r>
            <a:r>
              <a:rPr lang="fr-FR" dirty="0" smtClean="0"/>
              <a:t> good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turning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</a:t>
            </a:r>
            <a:r>
              <a:rPr lang="fr-FR" dirty="0" err="1" smtClean="0"/>
              <a:t>around</a:t>
            </a:r>
            <a:r>
              <a:rPr lang="fr-FR" dirty="0" smtClean="0"/>
              <a:t>
22-  JÉSUS, TU ES TOUJOURS BON PRÈS DE TOI NOUS RESTERONS 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You’ll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good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536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440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904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796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395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586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093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031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796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45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973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009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722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11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414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933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047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6941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69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2484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T’AI VU AGIR AVANT </a:t>
            </a:r>
          </a:p>
          <a:p>
            <a:pPr>
              <a:defRPr/>
            </a:pPr>
            <a:r>
              <a:rPr lang="fr-FR" smtClean="0"/>
              <a:t>I’ve seen You do it before
2-  JE CROIS QUE TU PEUX  ENCORE LE FAIRE</a:t>
            </a:r>
          </a:p>
          <a:p>
            <a:pPr>
              <a:defRPr/>
            </a:pPr>
            <a:r>
              <a:rPr lang="fr-FR" smtClean="0"/>
              <a:t>And I believe You can do it again  
3-  CAR TU ES TOUT-PUISSANT </a:t>
            </a:r>
          </a:p>
          <a:p>
            <a:pPr>
              <a:defRPr/>
            </a:pPr>
            <a:r>
              <a:rPr lang="fr-FR" smtClean="0"/>
              <a:t>You are all powerful
4-  TU ES SUR LE TRÔNE  ET CHACUN LE SAIT</a:t>
            </a:r>
          </a:p>
          <a:p>
            <a:pPr>
              <a:defRPr/>
            </a:pPr>
            <a:r>
              <a:rPr lang="fr-FR" smtClean="0"/>
              <a:t>God You’re on the throne And we all know 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TU PEUX FAIRE DE GRANDS MIRACLES VAINCRE LES OBSTACLES </a:t>
            </a:r>
          </a:p>
          <a:p>
            <a:pPr>
              <a:defRPr/>
            </a:pPr>
            <a:r>
              <a:rPr lang="fr-FR" smtClean="0"/>
              <a:t>	You can Do a miracle You’re the lord of all 
	6-  TU LE FERAS OUI, TU PEUX </a:t>
            </a:r>
          </a:p>
          <a:p>
            <a:pPr>
              <a:defRPr/>
            </a:pPr>
            <a:r>
              <a:rPr lang="fr-FR" smtClean="0"/>
              <a:t>	You’re able, You can
	7-  BOUGER TOUTES LES MONTAGNES AUCUN DOUTE, TU GAGNES </a:t>
            </a:r>
          </a:p>
          <a:p>
            <a:pPr>
              <a:defRPr/>
            </a:pPr>
            <a:r>
              <a:rPr lang="fr-FR" smtClean="0"/>
              <a:t>	You can move the mountain There’s no doubt about it
	8-  TU LE FERAS </a:t>
            </a:r>
          </a:p>
          <a:p>
            <a:pPr>
              <a:defRPr/>
            </a:pPr>
            <a:r>
              <a:rPr lang="fr-FR" smtClean="0"/>
              <a:t>	You’re able </a:t>
            </a:r>
          </a:p>
          <a:p>
            <a:pPr>
              <a:defRPr/>
            </a:pPr>
            <a:r>
              <a:rPr lang="fr-FR" smtClean="0"/>
              <a:t>
	9-  TU PEUX LE FAIRE </a:t>
            </a:r>
          </a:p>
          <a:p>
            <a:pPr>
              <a:defRPr/>
            </a:pPr>
            <a:r>
              <a:rPr lang="fr-FR" smtClean="0"/>
              <a:t>	I know You can
	10-  CAR RIEN N’EST DUR NON RIEN N’EST TROP DUR POUR TOI </a:t>
            </a:r>
          </a:p>
          <a:p>
            <a:pPr>
              <a:defRPr/>
            </a:pPr>
            <a:r>
              <a:rPr lang="fr-FR" smtClean="0"/>
              <a:t>	Nothing is too hard Nothing is too hard for You
	11-  TU PEUX LE FAIRE </a:t>
            </a:r>
          </a:p>
          <a:p>
            <a:pPr>
              <a:defRPr/>
            </a:pPr>
            <a:r>
              <a:rPr lang="fr-FR" smtClean="0"/>
              <a:t>	I know You can
	12-  PERSONNE N’EST PLUS GRAND  NI AUSSI PUISSANT QUE TOI </a:t>
            </a:r>
          </a:p>
          <a:p>
            <a:pPr>
              <a:defRPr/>
            </a:pPr>
            <a:r>
              <a:rPr lang="fr-FR" smtClean="0"/>
              <a:t>	There is no other Nobody greater than You
	13-  TU PEUX LE FAIRE	x2</a:t>
            </a:r>
          </a:p>
          <a:p>
            <a:pPr>
              <a:defRPr/>
            </a:pPr>
            <a:r>
              <a:rPr lang="fr-FR" smtClean="0"/>
              <a:t>	I know You can	</a:t>
            </a:r>
          </a:p>
          <a:p>
            <a:pPr>
              <a:defRPr/>
            </a:pPr>
            <a:r>
              <a:rPr lang="fr-FR" smtClean="0"/>
              <a:t>
Couplet 2 :</a:t>
            </a:r>
          </a:p>
          <a:p>
            <a:pPr>
              <a:defRPr/>
            </a:pPr>
            <a:r>
              <a:rPr lang="fr-FR" smtClean="0"/>
              <a:t>14-  MES YEUX SONT FIXÉS SUR TOI </a:t>
            </a:r>
          </a:p>
          <a:p>
            <a:pPr>
              <a:defRPr/>
            </a:pPr>
            <a:r>
              <a:rPr lang="fr-FR" smtClean="0"/>
              <a:t>I’ll keep my eyes fixed on You
15-  QUI POURRA  M’EMPÊCHER DE TE LOUER ? </a:t>
            </a:r>
          </a:p>
          <a:p>
            <a:pPr>
              <a:defRPr/>
            </a:pPr>
            <a:r>
              <a:rPr lang="fr-FR" smtClean="0"/>
              <a:t>Nothing’s gonna take This praise away 
16-  SEIGNEUR, JE M’ACCROCHE À TOI </a:t>
            </a:r>
          </a:p>
          <a:p>
            <a:pPr>
              <a:defRPr/>
            </a:pPr>
            <a:r>
              <a:rPr lang="fr-FR" smtClean="0"/>
              <a:t>I’m holding on tight to You
17-  TU AS FAIT UN CHEMIN  POUR ME SAUVER </a:t>
            </a:r>
          </a:p>
          <a:p>
            <a:pPr>
              <a:defRPr/>
            </a:pPr>
            <a:r>
              <a:rPr lang="fr-FR" smtClean="0"/>
              <a:t>You’re the only one Who makes a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pPr>
              <a:defRPr/>
            </a:pPr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pPr>
              <a:defRPr/>
            </a:pPr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pPr>
              <a:defRPr/>
            </a:pPr>
            <a:r>
              <a:rPr lang="fr-FR" smtClean="0"/>
              <a:t>Jesus You’ll always be good In Your presence I will be found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T’AI VU AGIR AVANT </a:t>
            </a:r>
          </a:p>
          <a:p>
            <a:r>
              <a:rPr lang="fr-FR" smtClean="0"/>
              <a:t>I’ve seen You do it before
2-  JE CROIS QUE TU PEUX  ENCORE LE FAIRE</a:t>
            </a:r>
          </a:p>
          <a:p>
            <a:r>
              <a:rPr lang="fr-FR" smtClean="0"/>
              <a:t>And I believe You can do it again  
3-  CAR TU ES TOUT-PUISSANT </a:t>
            </a:r>
          </a:p>
          <a:p>
            <a:r>
              <a:rPr lang="fr-FR" smtClean="0"/>
              <a:t>You are all powerful
4-  TU ES SUR LE TRÔNE  ET CHACUN LE SAIT</a:t>
            </a:r>
          </a:p>
          <a:p>
            <a:r>
              <a:rPr lang="fr-FR" smtClean="0"/>
              <a:t>God You’re on the throne And we all know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TU PEUX FAIRE DE GRANDS MIRACLES VAINCRE LES OBSTACLES </a:t>
            </a:r>
          </a:p>
          <a:p>
            <a:r>
              <a:rPr lang="fr-FR" smtClean="0"/>
              <a:t>	You can Do a miracle You’re the lord of all 
	6-  TU LE FERAS OUI, TU PEUX </a:t>
            </a:r>
          </a:p>
          <a:p>
            <a:r>
              <a:rPr lang="fr-FR" smtClean="0"/>
              <a:t>	You’re able, You can
	7-  BOUGER TOUTES LES MONTAGNES AUCUN DOUTE, TU GAGNES </a:t>
            </a:r>
          </a:p>
          <a:p>
            <a:r>
              <a:rPr lang="fr-FR" smtClean="0"/>
              <a:t>	You can move the mountain There’s no doubt about it
	8-  TU LE FERAS </a:t>
            </a:r>
          </a:p>
          <a:p>
            <a:r>
              <a:rPr lang="fr-FR" smtClean="0"/>
              <a:t>	You’re able </a:t>
            </a:r>
          </a:p>
          <a:p>
            <a:r>
              <a:rPr lang="fr-FR" smtClean="0"/>
              <a:t>
	9-  TU PEUX LE FAIRE </a:t>
            </a:r>
          </a:p>
          <a:p>
            <a:r>
              <a:rPr lang="fr-FR" smtClean="0"/>
              <a:t>	I know You can
	10-  CAR RIEN N’EST DUR NON RIEN N’EST TROP DUR POUR TOI </a:t>
            </a:r>
          </a:p>
          <a:p>
            <a:r>
              <a:rPr lang="fr-FR" smtClean="0"/>
              <a:t>	Nothing is too hard Nothing is too hard for You
	11-  TU PEUX LE FAIRE </a:t>
            </a:r>
          </a:p>
          <a:p>
            <a:r>
              <a:rPr lang="fr-FR" smtClean="0"/>
              <a:t>	I know You can
	12-  PERSONNE N’EST PLUS GRAND  NI AUSSI PUISSANT QUE TOI </a:t>
            </a:r>
          </a:p>
          <a:p>
            <a:r>
              <a:rPr lang="fr-FR" smtClean="0"/>
              <a:t>	There is no other Nobody greater than You
	13-  TU PEUX LE FAIRE	x2</a:t>
            </a:r>
          </a:p>
          <a:p>
            <a:r>
              <a:rPr lang="fr-FR" smtClean="0"/>
              <a:t>	I know You can	</a:t>
            </a:r>
          </a:p>
          <a:p>
            <a:r>
              <a:rPr lang="fr-FR" smtClean="0"/>
              <a:t>
Couplet 2 :</a:t>
            </a:r>
          </a:p>
          <a:p>
            <a:r>
              <a:rPr lang="fr-FR" smtClean="0"/>
              <a:t>14-  MES YEUX SONT FIXÉS SUR TOI </a:t>
            </a:r>
          </a:p>
          <a:p>
            <a:r>
              <a:rPr lang="fr-FR" smtClean="0"/>
              <a:t>I’ll keep my eyes fixed on You
15-  QUI POURRA  M’EMPÊCHER DE TE LOUER ? </a:t>
            </a:r>
          </a:p>
          <a:p>
            <a:r>
              <a:rPr lang="fr-FR" smtClean="0"/>
              <a:t>Nothing’s gonna take This praise away 
16-  SEIGNEUR, JE M’ACCROCHE À TOI </a:t>
            </a:r>
          </a:p>
          <a:p>
            <a:r>
              <a:rPr lang="fr-FR" smtClean="0"/>
              <a:t>I’m holding on tight to You
17-  TU AS FAIT UN CHEMIN  POUR ME SAUVER </a:t>
            </a:r>
          </a:p>
          <a:p>
            <a:r>
              <a:rPr lang="fr-FR" smtClean="0"/>
              <a:t>You’re the only one Who makes a way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TU FAIS CONCOURIR À MON BIEN TOUTE CHOSE PAR TA MAIN </a:t>
            </a:r>
          </a:p>
          <a:p>
            <a:r>
              <a:rPr lang="fr-FR" smtClean="0"/>
              <a:t>You’re working all things for my good You’re turning it all around
19-  JÉSUS, TU ES TOUJOURS BON PRÈS DE TOI NOUS RESTERONS</a:t>
            </a:r>
          </a:p>
          <a:p>
            <a:r>
              <a:rPr lang="fr-FR" smtClean="0"/>
              <a:t>Jesus You’ll always be good In Your presence I will be found  
20-  JÉSUS    X7
21-  TU FAIS CONCOURIR À MON BIEN TOUTE CHOSE PAR TA MAIN </a:t>
            </a:r>
          </a:p>
          <a:p>
            <a:r>
              <a:rPr lang="fr-FR" smtClean="0"/>
              <a:t>You’re working all things for my good You’re turning it all around
22-  JÉSUS, TU ES TOUJOURS BON PRÈS DE TOI NOUS RESTERONS </a:t>
            </a:r>
          </a:p>
          <a:p>
            <a:r>
              <a:rPr lang="fr-FR" smtClean="0"/>
              <a:t>Jesus You’ll always be good In Your presence I will be found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21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T’AI VU AGIR AVANT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CROIS QUE TU PEUX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ENCORE LE FAIRE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7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ES TOUT-PUISSANT</a:t>
            </a:r>
          </a:p>
        </p:txBody>
      </p:sp>
    </p:spTree>
    <p:extLst>
      <p:ext uri="{BB962C8B-B14F-4D97-AF65-F5344CB8AC3E}">
        <p14:creationId xmlns:p14="http://schemas.microsoft.com/office/powerpoint/2010/main" val="19669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SUR LE TRÔNE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CHACUN LE SAIT</a:t>
            </a:r>
          </a:p>
        </p:txBody>
      </p:sp>
    </p:spTree>
    <p:extLst>
      <p:ext uri="{BB962C8B-B14F-4D97-AF65-F5344CB8AC3E}">
        <p14:creationId xmlns:p14="http://schemas.microsoft.com/office/powerpoint/2010/main" val="169087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PEUX FAIRE DE GRANDS MIRACLES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VAINCRE LES OBSTACLES</a:t>
            </a:r>
          </a:p>
        </p:txBody>
      </p:sp>
    </p:spTree>
    <p:extLst>
      <p:ext uri="{BB962C8B-B14F-4D97-AF65-F5344CB8AC3E}">
        <p14:creationId xmlns:p14="http://schemas.microsoft.com/office/powerpoint/2010/main" val="277992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LE FERAS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TU PEUX</a:t>
            </a:r>
          </a:p>
        </p:txBody>
      </p:sp>
    </p:spTree>
    <p:extLst>
      <p:ext uri="{BB962C8B-B14F-4D97-AF65-F5344CB8AC3E}">
        <p14:creationId xmlns:p14="http://schemas.microsoft.com/office/powerpoint/2010/main" val="308796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BOUGER TOUTES LES MONTAGNES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AUCUN DOUTE, TU GAGNES</a:t>
            </a:r>
          </a:p>
        </p:txBody>
      </p:sp>
    </p:spTree>
    <p:extLst>
      <p:ext uri="{BB962C8B-B14F-4D97-AF65-F5344CB8AC3E}">
        <p14:creationId xmlns:p14="http://schemas.microsoft.com/office/powerpoint/2010/main" val="286458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LE FERAS</a:t>
            </a:r>
          </a:p>
        </p:txBody>
      </p:sp>
    </p:spTree>
    <p:extLst>
      <p:ext uri="{BB962C8B-B14F-4D97-AF65-F5344CB8AC3E}">
        <p14:creationId xmlns:p14="http://schemas.microsoft.com/office/powerpoint/2010/main" val="105668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PEUX LE FAIRE</a:t>
            </a:r>
          </a:p>
        </p:txBody>
      </p:sp>
    </p:spTree>
    <p:extLst>
      <p:ext uri="{BB962C8B-B14F-4D97-AF65-F5344CB8AC3E}">
        <p14:creationId xmlns:p14="http://schemas.microsoft.com/office/powerpoint/2010/main" val="76632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RIEN N’EST DUR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RIEN N’EST TROP DUR POUR TOI</a:t>
            </a:r>
          </a:p>
        </p:txBody>
      </p:sp>
    </p:spTree>
    <p:extLst>
      <p:ext uri="{BB962C8B-B14F-4D97-AF65-F5344CB8AC3E}">
        <p14:creationId xmlns:p14="http://schemas.microsoft.com/office/powerpoint/2010/main" val="37854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PEUX LE FAIRE</a:t>
            </a:r>
          </a:p>
        </p:txBody>
      </p:sp>
    </p:spTree>
    <p:extLst>
      <p:ext uri="{BB962C8B-B14F-4D97-AF65-F5344CB8AC3E}">
        <p14:creationId xmlns:p14="http://schemas.microsoft.com/office/powerpoint/2010/main" val="104753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PERSONNE N’EST PLUS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NI AUSSI PUISSANT QUE TOI</a:t>
            </a:r>
          </a:p>
        </p:txBody>
      </p:sp>
    </p:spTree>
    <p:extLst>
      <p:ext uri="{BB962C8B-B14F-4D97-AF65-F5344CB8AC3E}">
        <p14:creationId xmlns:p14="http://schemas.microsoft.com/office/powerpoint/2010/main" val="69379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PEUX LE FAIRE</a:t>
            </a:r>
          </a:p>
        </p:txBody>
      </p:sp>
    </p:spTree>
    <p:extLst>
      <p:ext uri="{BB962C8B-B14F-4D97-AF65-F5344CB8AC3E}">
        <p14:creationId xmlns:p14="http://schemas.microsoft.com/office/powerpoint/2010/main" val="338557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MES YEUX SONT FIXÉS SUR TOI</a:t>
            </a:r>
          </a:p>
        </p:txBody>
      </p:sp>
    </p:spTree>
    <p:extLst>
      <p:ext uri="{BB962C8B-B14F-4D97-AF65-F5344CB8AC3E}">
        <p14:creationId xmlns:p14="http://schemas.microsoft.com/office/powerpoint/2010/main" val="96864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POURRA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M’EMPÊCHER DE TE LOUER ?</a:t>
            </a:r>
          </a:p>
        </p:txBody>
      </p:sp>
    </p:spTree>
    <p:extLst>
      <p:ext uri="{BB962C8B-B14F-4D97-AF65-F5344CB8AC3E}">
        <p14:creationId xmlns:p14="http://schemas.microsoft.com/office/powerpoint/2010/main" val="701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SEIGNEUR, JE M’ACCROCHE À TOI</a:t>
            </a:r>
          </a:p>
        </p:txBody>
      </p:sp>
    </p:spTree>
    <p:extLst>
      <p:ext uri="{BB962C8B-B14F-4D97-AF65-F5344CB8AC3E}">
        <p14:creationId xmlns:p14="http://schemas.microsoft.com/office/powerpoint/2010/main" val="459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FAIT UN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POUR ME SAUVER</a:t>
            </a:r>
          </a:p>
        </p:txBody>
      </p:sp>
    </p:spTree>
    <p:extLst>
      <p:ext uri="{BB962C8B-B14F-4D97-AF65-F5344CB8AC3E}">
        <p14:creationId xmlns:p14="http://schemas.microsoft.com/office/powerpoint/2010/main" val="385344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FAIS CONCOURIR À MON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CHOSE PAR TA MAIN</a:t>
            </a:r>
          </a:p>
        </p:txBody>
      </p:sp>
    </p:spTree>
    <p:extLst>
      <p:ext uri="{BB962C8B-B14F-4D97-AF65-F5344CB8AC3E}">
        <p14:creationId xmlns:p14="http://schemas.microsoft.com/office/powerpoint/2010/main" val="380548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JÉSUS, TU ES TOUJOURS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PRÈS DE TOI NOUS RESTERONS</a:t>
            </a:r>
          </a:p>
        </p:txBody>
      </p:sp>
    </p:spTree>
    <p:extLst>
      <p:ext uri="{BB962C8B-B14F-4D97-AF65-F5344CB8AC3E}">
        <p14:creationId xmlns:p14="http://schemas.microsoft.com/office/powerpoint/2010/main" val="292425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</a:t>
            </a:r>
          </a:p>
        </p:txBody>
      </p:sp>
    </p:spTree>
    <p:extLst>
      <p:ext uri="{BB962C8B-B14F-4D97-AF65-F5344CB8AC3E}">
        <p14:creationId xmlns:p14="http://schemas.microsoft.com/office/powerpoint/2010/main" val="188936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FAIS CONCOURIR À MON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CHOSE PAR TA MAIN</a:t>
            </a:r>
          </a:p>
        </p:txBody>
      </p:sp>
    </p:spTree>
    <p:extLst>
      <p:ext uri="{BB962C8B-B14F-4D97-AF65-F5344CB8AC3E}">
        <p14:creationId xmlns:p14="http://schemas.microsoft.com/office/powerpoint/2010/main" val="169268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JÉSUS, TU ES TOUJOURS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PRÈS DE TOI NOUS RESTERONS</a:t>
            </a:r>
          </a:p>
        </p:txBody>
      </p:sp>
    </p:spTree>
    <p:extLst>
      <p:ext uri="{BB962C8B-B14F-4D97-AF65-F5344CB8AC3E}">
        <p14:creationId xmlns:p14="http://schemas.microsoft.com/office/powerpoint/2010/main" val="235410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820</Words>
  <Application>Microsoft Office PowerPoint</Application>
  <PresentationFormat>Affichage à l'écran (4:3)</PresentationFormat>
  <Paragraphs>1443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104</cp:revision>
  <dcterms:created xsi:type="dcterms:W3CDTF">2002-08-17T13:12:10Z</dcterms:created>
  <dcterms:modified xsi:type="dcterms:W3CDTF">2022-05-28T08:15:35Z</dcterms:modified>
</cp:coreProperties>
</file>