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28" r:id="rId2"/>
    <p:sldId id="348" r:id="rId3"/>
    <p:sldId id="347" r:id="rId4"/>
    <p:sldId id="346" r:id="rId5"/>
    <p:sldId id="349" r:id="rId6"/>
    <p:sldId id="345" r:id="rId7"/>
    <p:sldId id="344" r:id="rId8"/>
    <p:sldId id="343" r:id="rId9"/>
    <p:sldId id="342" r:id="rId10"/>
    <p:sldId id="350" r:id="rId11"/>
    <p:sldId id="341" r:id="rId12"/>
    <p:sldId id="340" r:id="rId13"/>
    <p:sldId id="339" r:id="rId14"/>
    <p:sldId id="338" r:id="rId15"/>
    <p:sldId id="337" r:id="rId16"/>
    <p:sldId id="336" r:id="rId17"/>
    <p:sldId id="335" r:id="rId18"/>
    <p:sldId id="334" r:id="rId19"/>
    <p:sldId id="351" r:id="rId20"/>
    <p:sldId id="333" r:id="rId21"/>
    <p:sldId id="332" r:id="rId22"/>
    <p:sldId id="331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38698" autoAdjust="0"/>
  </p:normalViewPr>
  <p:slideViewPr>
    <p:cSldViewPr>
      <p:cViewPr varScale="1">
        <p:scale>
          <a:sx n="29" d="100"/>
          <a:sy n="29" d="100"/>
        </p:scale>
        <p:origin x="-156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684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26/05/2019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="" xmlns:p14="http://schemas.microsoft.com/office/powerpoint/2010/main" val="34606479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into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bones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power of the Lord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miracles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incurable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nothing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impossible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miracles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able Our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faithful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end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happiness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restored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the Lord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miracles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more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able Our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never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faithful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end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full of power Our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strongest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tower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always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faithful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'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end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speak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life In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healing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Flowing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place As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faith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who's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worthy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all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glory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Jesus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lift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praise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worship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worship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alone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2581376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1741233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3164037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1454048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11676568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798042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305220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1966231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3270402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30104525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1759210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2443840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852085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1109890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629729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26567673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745460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26651840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32024397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8025470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14791339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1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1-  NOUS PARLONS LA VIE SUR LES OS BRISÉ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strength into these weary bones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2-  NOUS PARLONS LA GUÉRISON EN YAHVÉ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the healing power of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3-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Couplet 2
4-  NOUS DISONS QUE RIEN N'EST INACCESSIBLE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 nothing is incurable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NOUS SAVONS QU'AVEC LUI RIEN N'EST IMPOSSIBLE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'Cause we know that nothing is impossible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CAR EN SON NOM IL Y A DES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
	7-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8-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couplet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9-  NOUS PARLONS QUE LA JOIE SOIT RESTAURÉE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speak, happiness to be restored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10-  LEVONS NOUS ET QUE SON NOM SOIT GLORIFIÉ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 up and give the glory to the Lord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11-  CAR EN SON NOM IL Y A DES MIRACLES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in His name there are miracles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12-  NOTRE DIEU, PEUT FAIRE AU-DELÀ NOTRE DIEU, JAMAIS N'ÉCHOUERA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more than able Our God will never fail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13-  IL EST DIEU, AVEC NOUS IL EST FIDÈLE POUR TOUJOURS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
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14-  NOTRE DIEU, PUISSANCE PARFAITE NOTRE DIEU, PLUS HAUTE RETRAITE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Our God is full of power Our God the strongest tower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15-  IL EST DIEU, AVEC NOUS IL EST FIDÈLE POUR TOUJOURS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He is always with us He is faithful 'til the end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PONT
	16-  NOUS PARLONS LA VIE, OUI LA VIE DANS LE NOM DE JÉSUS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We speak life, we speak life In the name of Jesus,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17-  EN CE LIEU LA GUÉRISON EST LÀ QUAND NOUS CHANTONS AVEC FOI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there is healing Flowing in this place As we lift our voice in faith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18-  NOUS DONNONS LA LOUANGE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And we give all the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
	19-  À CELUI QUI EST DIGNE DE TOUTE LA GLOIRE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To the One who's worthy of all glory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20-  JÉSUS EST SON NOM ET LUI SEUL NOUS ÉLEVONS 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Jesus is His name So we lift our voice in praise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21-  NOUS T'ADORONS OUI, NOUS T'ADORONS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worship You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22-  OUI, NOUS T'ADORONS  SEIGNEUR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Lord, we worship You alone 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(BOUCLE)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NOUS PARLONS LA VIE SUR LES OS BRISÉ </a:t>
            </a:r>
          </a:p>
          <a:p>
            <a:r>
              <a:rPr lang="fr-FR" smtClean="0"/>
              <a:t>We speak strength into these weary bones</a:t>
            </a:r>
          </a:p>
          <a:p>
            <a:r>
              <a:rPr lang="fr-FR" smtClean="0"/>
              <a:t>
2-  NOUS PARLONS LA GUÉRISON EN YAHVÉ </a:t>
            </a:r>
          </a:p>
          <a:p>
            <a:r>
              <a:rPr lang="fr-FR" smtClean="0"/>
              <a:t>We speak the healing power of the Lord</a:t>
            </a:r>
          </a:p>
          <a:p>
            <a:r>
              <a:rPr lang="fr-FR" smtClean="0"/>
              <a:t>
3-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r>
              <a:rPr lang="fr-FR" smtClean="0"/>
              <a:t>Couplet 2
4-  NOUS DISONS QUE RIEN N'EST INACCESSIBLE </a:t>
            </a:r>
          </a:p>
          <a:p>
            <a:r>
              <a:rPr lang="fr-FR" smtClean="0"/>
              <a:t>We speak nothing is incurable</a:t>
            </a:r>
          </a:p>
          <a:p>
            <a:r>
              <a:rPr lang="fr-FR" smtClean="0"/>
              <a:t>
5-  NOUS SAVONS QU'AVEC LUI RIEN N'EST IMPOSSIBLE  </a:t>
            </a:r>
          </a:p>
          <a:p>
            <a:r>
              <a:rPr lang="fr-FR" smtClean="0"/>
              <a:t>'Cause we know that nothing is impossible</a:t>
            </a:r>
          </a:p>
          <a:p>
            <a:r>
              <a:rPr lang="fr-FR" smtClean="0"/>
              <a:t>
6-  CAR EN SON NOM IL Y A DES MIRACLES</a:t>
            </a:r>
          </a:p>
          <a:p>
            <a:r>
              <a:rPr lang="fr-FR" smtClean="0"/>
              <a:t>For in His name there are miracles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REFRAIN
	7-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8-  IL EST DIEU, AVEC NOUS IL EST FIDÈLE POUR TOUJOURS </a:t>
            </a:r>
          </a:p>
          <a:p>
            <a:r>
              <a:rPr lang="fr-FR" smtClean="0"/>
              <a:t>	He is always with us He is faithful 'til the end</a:t>
            </a:r>
          </a:p>
          <a:p>
            <a:r>
              <a:rPr lang="fr-FR" smtClean="0"/>
              <a:t>
couplet 2 </a:t>
            </a:r>
          </a:p>
          <a:p>
            <a:r>
              <a:rPr lang="fr-FR" smtClean="0"/>
              <a:t>9-  NOUS PARLONS QUE LA JOIE SOIT RESTAURÉE</a:t>
            </a:r>
          </a:p>
          <a:p>
            <a:r>
              <a:rPr lang="fr-FR" smtClean="0"/>
              <a:t>We speak, happiness to be restored</a:t>
            </a:r>
          </a:p>
          <a:p>
            <a:r>
              <a:rPr lang="fr-FR" smtClean="0"/>
              <a:t>
10-  LEVONS NOUS ET QUE SON NOM SOIT GLORIFIÉ </a:t>
            </a:r>
          </a:p>
          <a:p>
            <a:r>
              <a:rPr lang="fr-FR" smtClean="0"/>
              <a:t>Rise up and give the glory to the Lord</a:t>
            </a:r>
          </a:p>
          <a:p>
            <a:r>
              <a:rPr lang="fr-FR" smtClean="0"/>
              <a:t>
11-  CAR EN SON NOM IL Y A DES MIRACLES </a:t>
            </a:r>
          </a:p>
          <a:p>
            <a:r>
              <a:rPr lang="fr-FR" smtClean="0"/>
              <a:t>For in His name there are miracles</a:t>
            </a:r>
          </a:p>
          <a:p>
            <a:r>
              <a:rPr lang="fr-FR" smtClean="0"/>
              <a:t>
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	12-  NOTRE DIEU, PEUT FAIRE AU-DELÀ NOTRE DIEU, JAMAIS N'ÉCHOUERA  </a:t>
            </a:r>
          </a:p>
          <a:p>
            <a:r>
              <a:rPr lang="fr-FR" smtClean="0"/>
              <a:t>	Our God is more than able Our God will never fail</a:t>
            </a:r>
          </a:p>
          <a:p>
            <a:r>
              <a:rPr lang="fr-FR" smtClean="0"/>
              <a:t>
	13-  IL EST DIEU, AVEC NOUS IL EST FIDÈLE POUR TOUJOURS </a:t>
            </a:r>
          </a:p>
          <a:p>
            <a:r>
              <a:rPr lang="fr-FR" smtClean="0"/>
              <a:t>	He is always with us He is faithful 'til the end
</a:t>
            </a:r>
          </a:p>
          <a:p>
            <a:r>
              <a:rPr lang="fr-FR" smtClean="0"/>
              <a:t>	14-  NOTRE DIEU, PUISSANCE PARFAITE NOTRE DIEU, PLUS HAUTE RETRAITE</a:t>
            </a:r>
          </a:p>
          <a:p>
            <a:r>
              <a:rPr lang="fr-FR" smtClean="0"/>
              <a:t>	Our God is full of power Our God the strongest tower</a:t>
            </a:r>
          </a:p>
          <a:p>
            <a:r>
              <a:rPr lang="fr-FR" smtClean="0"/>
              <a:t> 
	15-  IL EST DIEU, AVEC NOUS IL EST FIDÈLE POUR TOUJOURS  </a:t>
            </a:r>
          </a:p>
          <a:p>
            <a:r>
              <a:rPr lang="fr-FR" smtClean="0"/>
              <a:t>	He is always with us He is faithful 'til the end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PONT
	16-  NOUS PARLONS LA VIE, OUI LA VIE DANS LE NOM DE JÉSUS  </a:t>
            </a:r>
          </a:p>
          <a:p>
            <a:r>
              <a:rPr lang="fr-FR" smtClean="0"/>
              <a:t>	We speak life, we speak life In the name of Jesus, </a:t>
            </a:r>
          </a:p>
          <a:p>
            <a:r>
              <a:rPr lang="fr-FR" smtClean="0"/>
              <a:t>
	17-  EN CE LIEU LA GUÉRISON EST LÀ QUAND NOUS CHANTONS AVEC FOI </a:t>
            </a:r>
          </a:p>
          <a:p>
            <a:r>
              <a:rPr lang="fr-FR" smtClean="0"/>
              <a:t>	there is healing Flowing in this place As we lift our voice in faith</a:t>
            </a:r>
          </a:p>
          <a:p>
            <a:endParaRPr lang="fr-FR" smtClean="0"/>
          </a:p>
          <a:p>
            <a:r>
              <a:rPr lang="fr-FR" smtClean="0"/>
              <a:t>	18-  NOUS DONNONS LA LOUANGE</a:t>
            </a:r>
          </a:p>
          <a:p>
            <a:r>
              <a:rPr lang="fr-FR" smtClean="0"/>
              <a:t>	And we give all the praise</a:t>
            </a:r>
          </a:p>
          <a:p>
            <a:r>
              <a:rPr lang="fr-FR" smtClean="0"/>
              <a:t> 
	19-  À CELUI QUI EST DIGNE DE TOUTE LA GLOIRE  </a:t>
            </a:r>
          </a:p>
          <a:p>
            <a:r>
              <a:rPr lang="fr-FR" smtClean="0"/>
              <a:t>	To the One who's worthy of all glory</a:t>
            </a:r>
          </a:p>
          <a:p>
            <a:r>
              <a:rPr lang="fr-FR" smtClean="0"/>
              <a:t>
	20-  JÉSUS EST SON NOM ET LUI SEUL NOUS ÉLEVONS  </a:t>
            </a:r>
          </a:p>
          <a:p>
            <a:r>
              <a:rPr lang="fr-FR" smtClean="0"/>
              <a:t>	Jesus is His name So we lift our voice in praise</a:t>
            </a:r>
          </a:p>
          <a:p>
            <a:r>
              <a:rPr lang="fr-FR" smtClean="0"/>
              <a:t>	X2</a:t>
            </a:r>
          </a:p>
          <a:p>
            <a:r>
              <a:rPr lang="fr-FR" smtClean="0"/>
              <a:t>
21-  NOUS T'ADORONS OUI, NOUS T'ADORONS </a:t>
            </a:r>
          </a:p>
          <a:p>
            <a:r>
              <a:rPr lang="fr-FR" smtClean="0"/>
              <a:t>We worship You</a:t>
            </a:r>
          </a:p>
          <a:p>
            <a:r>
              <a:rPr lang="fr-FR" smtClean="0"/>
              <a:t>
22-  OUI, NOUS T'ADORONS  SEIGNEUR </a:t>
            </a:r>
          </a:p>
          <a:p>
            <a:r>
              <a:rPr lang="fr-FR" smtClean="0"/>
              <a:t>Lord, we worship You alone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(BOUCLE)
</a:t>
            </a:r>
          </a:p>
        </p:txBody>
      </p:sp>
    </p:spTree>
    <p:extLst>
      <p:ext uri="{BB962C8B-B14F-4D97-AF65-F5344CB8AC3E}">
        <p14:creationId xmlns="" xmlns:p14="http://schemas.microsoft.com/office/powerpoint/2010/main" val="2415781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PARLONS LA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LES OS BRISÉS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04520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PARLONS LA GUÉRISON EN YAHVÉ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87700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EN SON NOM IL Y A DES MIRACLES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7253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DISONS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RIEN N'EST INACCESSIBLE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0945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SAVONS QU'AVEC LUI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RIEN N'EST IMPOSSIBLE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7701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EN SON NOM IL Y A DES MIRACLES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9306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DIEU, PEUT FAIRE AU-DELÀ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DIEU, JAMAIS N'ÉCHOUERA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6385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DIEU AVEC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FIDÈLE POUR TOUJOURS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7903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PARLONS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LA JOIE SOIT RESTAURÉE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16423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LEVONS-NOUS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SON NOM SOIT GLORIFIÉ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1624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EN SON NOM IL Y A DES MIRACLES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8491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DIEU, PEUT FAIRE AU-DELÀ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DIEU, JAMAIS N'ÉCHOUERA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4437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DIEU AVEC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FIDÈLE POUR TOUJOURS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4674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DIEU, PUISSANCE PARFAITE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NOTRE DIEU, PLUS HAUTE RETRAITE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9600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DIEU AVEC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FIDÈLE POUR TOUJOURS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03801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PARLONS LA VIE, OUI LA VIE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LE NOM DE JÉSUS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67942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CE LIEU, LA GUÉRISON EST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NOUS CHANTONS AVEC FOI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4916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DONNONS LA LOUANGE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00497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CELUI QUI EST DIGNE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TOUTE LA GLOIRE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219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 EST SON NOM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LUI SEUL NOUS ÉLEVONS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4812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T'ADORONS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NOUS T'ADORONS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614706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OUI, NOUS T'ADORONS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66927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1814</TotalTime>
  <Words>982</Words>
  <Application>Microsoft Office PowerPoint</Application>
  <PresentationFormat>Affichage à l'écran (4:3)</PresentationFormat>
  <Paragraphs>2591</Paragraphs>
  <Slides>22</Slides>
  <Notes>22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214</cp:revision>
  <dcterms:created xsi:type="dcterms:W3CDTF">2002-08-17T10:50:50Z</dcterms:created>
  <dcterms:modified xsi:type="dcterms:W3CDTF">2019-05-26T07:31:17Z</dcterms:modified>
</cp:coreProperties>
</file>