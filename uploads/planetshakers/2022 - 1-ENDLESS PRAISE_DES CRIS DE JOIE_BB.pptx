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1" r:id="rId13"/>
    <p:sldId id="269" r:id="rId14"/>
    <p:sldId id="270" r:id="rId15"/>
    <p:sldId id="275" r:id="rId16"/>
    <p:sldId id="276" r:id="rId17"/>
    <p:sldId id="277" r:id="rId18"/>
    <p:sldId id="278" r:id="rId19"/>
    <p:sldId id="279" r:id="rId20"/>
    <p:sldId id="280" r:id="rId2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inimized">
    <p:restoredLeft sz="20764" autoAdjust="0"/>
    <p:restoredTop sz="37455" autoAdjust="0"/>
  </p:normalViewPr>
  <p:slideViewPr>
    <p:cSldViewPr>
      <p:cViewPr varScale="1">
        <p:scale>
          <a:sx n="17" d="100"/>
          <a:sy n="17" d="100"/>
        </p:scale>
        <p:origin x="800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428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28/05/2022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TU ES DIEU NOUS N’ARRÊTERONS JAMAIS </a:t>
            </a:r>
          </a:p>
          <a:p>
            <a:pPr>
              <a:defRPr/>
            </a:pPr>
            <a:r>
              <a:rPr lang="fr-FR" smtClean="0"/>
              <a:t>You are God and we lift You up
2-  DE TE CHANTER, DE TE LOUER TE CÉLÉBRER, TE GLORIFIER </a:t>
            </a:r>
          </a:p>
          <a:p>
            <a:pPr>
              <a:defRPr/>
            </a:pPr>
            <a:r>
              <a:rPr lang="fr-FR" smtClean="0"/>
              <a:t>We'll keep singing, we'll keep praising We won't stop giving all we got
3-  ET QUE TON NOM SOIT ÉLEVÉ </a:t>
            </a:r>
          </a:p>
          <a:p>
            <a:pPr>
              <a:defRPr/>
            </a:pPr>
            <a:r>
              <a:rPr lang="fr-FR" smtClean="0"/>
              <a:t>'Cause You're worthy of all glory</a:t>
            </a:r>
          </a:p>
          <a:p>
            <a:pPr>
              <a:defRPr/>
            </a:pPr>
            <a:r>
              <a:rPr lang="fr-FR" smtClean="0"/>
              <a:t>4-  OH, QUI EST COMME TOI </a:t>
            </a:r>
          </a:p>
          <a:p>
            <a:pPr>
              <a:defRPr/>
            </a:pPr>
            <a:r>
              <a:rPr lang="fr-FR" smtClean="0"/>
              <a:t>Oh there is no other,</a:t>
            </a:r>
          </a:p>
          <a:p>
            <a:pPr>
              <a:defRPr/>
            </a:pPr>
            <a:r>
              <a:rPr lang="fr-FR" smtClean="0"/>
              <a:t>5-  POUR TOUJOURS TU SERAS SEIGNEUR DE TOUTE LA TERRE </a:t>
            </a:r>
          </a:p>
          <a:p>
            <a:pPr>
              <a:defRPr/>
            </a:pPr>
            <a:r>
              <a:rPr lang="fr-FR" smtClean="0"/>
              <a:t>You are forever Lord over all 
6-  NUL N’EST COMME TOI TU ES LE SEUL ROI </a:t>
            </a:r>
          </a:p>
          <a:p>
            <a:pPr>
              <a:defRPr/>
            </a:pPr>
            <a:r>
              <a:rPr lang="fr-FR" smtClean="0"/>
              <a:t>There's nobody like You, no one beside You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	7-  VERS TOI NOUS POUSSONS DES CRIS DE JOIE </a:t>
            </a:r>
          </a:p>
          <a:p>
            <a:pPr>
              <a:defRPr/>
            </a:pPr>
            <a:r>
              <a:rPr lang="fr-FR" smtClean="0"/>
              <a:t>	To You Let endless praise resound
	8-  LE JOUR, LA NUIT CHAQUE JOUR DE NOS VIES</a:t>
            </a:r>
          </a:p>
          <a:p>
            <a:pPr>
              <a:defRPr/>
            </a:pPr>
            <a:r>
              <a:rPr lang="fr-FR" smtClean="0"/>
              <a:t>	Every night and day and with no delay
	9-  NOS LOUANGES MONTENT VERS TOI </a:t>
            </a:r>
          </a:p>
          <a:p>
            <a:pPr>
              <a:defRPr/>
            </a:pPr>
            <a:r>
              <a:rPr lang="fr-FR" smtClean="0"/>
              <a:t>	Let endless praise resound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TON AMOUR BRILLE COMME LE SOLEIL ET TA GLOIRE EST ÉTERNELLE </a:t>
            </a:r>
          </a:p>
          <a:p>
            <a:pPr>
              <a:defRPr/>
            </a:pPr>
            <a:r>
              <a:rPr lang="fr-FR" smtClean="0"/>
              <a:t>Boundless love, light before the sun Your glory eternal
11-  À JAMAIS NOUS VIVRONS POUR TOI TA CRÉATION PROCLAMERA </a:t>
            </a:r>
          </a:p>
          <a:p>
            <a:pPr>
              <a:defRPr/>
            </a:pPr>
            <a:r>
              <a:rPr lang="fr-FR" smtClean="0"/>
              <a:t>Never stops giving all You got Creation keeps singing</a:t>
            </a:r>
          </a:p>
          <a:p>
            <a:pPr>
              <a:defRPr/>
            </a:pPr>
            <a:r>
              <a:rPr lang="fr-FR" smtClean="0"/>
              <a:t>12-  OH, QUI EST COMME TOI </a:t>
            </a:r>
          </a:p>
          <a:p>
            <a:pPr>
              <a:defRPr/>
            </a:pPr>
            <a:r>
              <a:rPr lang="fr-FR" smtClean="0"/>
              <a:t>Oh there is no other
13-  POUR TOUJOURS TU SERAS SEIGNEUR DE TOUTE LA TERRE </a:t>
            </a:r>
          </a:p>
          <a:p>
            <a:pPr>
              <a:defRPr/>
            </a:pPr>
            <a:r>
              <a:rPr lang="fr-FR" smtClean="0"/>
              <a:t>You are forever Lord over all
14-  NUL N’EST COMME TOI TU ES LE SEUL ROI </a:t>
            </a:r>
          </a:p>
          <a:p>
            <a:pPr>
              <a:defRPr/>
            </a:pPr>
            <a:r>
              <a:rPr lang="fr-FR" smtClean="0"/>
              <a:t>There's nobody like You, no one beside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NOUS VOULONS T’ÉLEVER POUR TON AMOUR ET TA BONTÉ</a:t>
            </a:r>
          </a:p>
          <a:p>
            <a:pPr>
              <a:defRPr/>
            </a:pPr>
            <a:r>
              <a:rPr lang="fr-FR" smtClean="0"/>
              <a:t>We lift You up, up, up We're giving You our love, love, love
16-  POUR TOUT CE QUE TU ES NOUS VOULONS TE LOUER                 x2</a:t>
            </a:r>
          </a:p>
          <a:p>
            <a:pPr>
              <a:defRPr/>
            </a:pPr>
            <a:r>
              <a:rPr lang="fr-FR" smtClean="0"/>
              <a:t>For everything You've done, done, done We give You all the praise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	17-  VERS TOI NOUS POUSSONS DES CRIS DE JOIE </a:t>
            </a:r>
          </a:p>
          <a:p>
            <a:pPr>
              <a:defRPr/>
            </a:pPr>
            <a:r>
              <a:rPr lang="fr-FR" smtClean="0"/>
              <a:t>	To You Let endless praise resound
	18-  LE JOUR, LA NUIT CHAQUE JOUR DE NOS VIES </a:t>
            </a:r>
          </a:p>
          <a:p>
            <a:pPr>
              <a:defRPr/>
            </a:pPr>
            <a:r>
              <a:rPr lang="fr-FR" smtClean="0"/>
              <a:t>	Every night and day and with no delay
	19-  NOS LOUANGES MONTENT VERS TOI                            x2
	Let endless praise resound                                         </a:t>
            </a:r>
          </a:p>
          <a:p>
            <a:pPr>
              <a:defRPr/>
            </a:pPr>
            <a:r>
              <a:rPr lang="fr-FR" smtClean="0"/>
              <a:t>	20- VERS TOI </a:t>
            </a:r>
          </a:p>
          <a:p>
            <a:pPr>
              <a:defRPr/>
            </a:pPr>
            <a:r>
              <a:rPr lang="fr-FR" smtClean="0"/>
              <a:t>	To You </a:t>
            </a: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DIEU NOUS N’ARRÊTERONS JAMAIS </a:t>
            </a:r>
          </a:p>
          <a:p>
            <a:r>
              <a:rPr lang="fr-FR" smtClean="0"/>
              <a:t>You are God and we lift You up
2-  DE TE CHANTER, DE TE LOUER TE CÉLÉBRER, TE GLORIFIER </a:t>
            </a:r>
          </a:p>
          <a:p>
            <a:r>
              <a:rPr lang="fr-FR" smtClean="0"/>
              <a:t>We'll keep singing, we'll keep praising We won't stop giving all we got
3-  ET QUE TON NOM SOIT ÉLEVÉ </a:t>
            </a:r>
          </a:p>
          <a:p>
            <a:r>
              <a:rPr lang="fr-FR" smtClean="0"/>
              <a:t>'Cause You're worthy of all glory</a:t>
            </a:r>
          </a:p>
          <a:p>
            <a:r>
              <a:rPr lang="fr-FR" smtClean="0"/>
              <a:t>4-  OH, QUI EST COMME TOI </a:t>
            </a:r>
          </a:p>
          <a:p>
            <a:r>
              <a:rPr lang="fr-FR" smtClean="0"/>
              <a:t>Oh there is no other,</a:t>
            </a:r>
          </a:p>
          <a:p>
            <a:r>
              <a:rPr lang="fr-FR" smtClean="0"/>
              <a:t>5-  POUR TOUJOURS TU SERAS SEIGNEUR DE TOUTE LA TERRE </a:t>
            </a:r>
          </a:p>
          <a:p>
            <a:r>
              <a:rPr lang="fr-FR" smtClean="0"/>
              <a:t>You are forever Lord over all 
6-  NUL N’EST COMME TOI TU ES LE SEUL ROI </a:t>
            </a:r>
          </a:p>
          <a:p>
            <a:r>
              <a:rPr lang="fr-FR" smtClean="0"/>
              <a:t>There's nobody like You, no one beside You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7-  VERS TOI NOUS POUSSONS DES CRIS DE JOIE </a:t>
            </a:r>
          </a:p>
          <a:p>
            <a:r>
              <a:rPr lang="fr-FR" smtClean="0"/>
              <a:t>	To You Let endless praise resound
	8-  LE JOUR, LA NUIT CHAQUE JOUR DE NOS VIES</a:t>
            </a:r>
          </a:p>
          <a:p>
            <a:r>
              <a:rPr lang="fr-FR" smtClean="0"/>
              <a:t>	Every night and day and with no delay
	9-  NOS LOUANGES MONTENT VERS TOI </a:t>
            </a:r>
          </a:p>
          <a:p>
            <a:r>
              <a:rPr lang="fr-FR" smtClean="0"/>
              <a:t>	Let endless praise resound</a:t>
            </a:r>
          </a:p>
          <a:p>
            <a:endParaRPr lang="fr-FR" smtClean="0"/>
          </a:p>
          <a:p>
            <a:r>
              <a:rPr lang="fr-FR" smtClean="0"/>
              <a:t>10-  TON AMOUR BRILLE COMME LE SOLEIL ET TA GLOIRE EST ÉTERNELLE </a:t>
            </a:r>
          </a:p>
          <a:p>
            <a:r>
              <a:rPr lang="fr-FR" smtClean="0"/>
              <a:t>Boundless love, light before the sun Your glory eternal
11-  À JAMAIS NOUS VIVRONS POUR TOI TA CRÉATION PROCLAMERA </a:t>
            </a:r>
          </a:p>
          <a:p>
            <a:r>
              <a:rPr lang="fr-FR" smtClean="0"/>
              <a:t>Never stops giving all You got Creation keeps singing</a:t>
            </a:r>
          </a:p>
          <a:p>
            <a:r>
              <a:rPr lang="fr-FR" smtClean="0"/>
              <a:t>12-  OH, QUI EST COMME TOI </a:t>
            </a:r>
          </a:p>
          <a:p>
            <a:r>
              <a:rPr lang="fr-FR" smtClean="0"/>
              <a:t>Oh there is no other
13-  POUR TOUJOURS TU SERAS SEIGNEUR DE TOUTE LA TERRE </a:t>
            </a:r>
          </a:p>
          <a:p>
            <a:r>
              <a:rPr lang="fr-FR" smtClean="0"/>
              <a:t>You are forever Lord over all
14-  NUL N’EST COMME TOI TU ES LE SEUL ROI </a:t>
            </a:r>
          </a:p>
          <a:p>
            <a:r>
              <a:rPr lang="fr-FR" smtClean="0"/>
              <a:t>There's nobody like You, no one beside You</a:t>
            </a:r>
          </a:p>
          <a:p>
            <a:endParaRPr lang="fr-FR" smtClean="0"/>
          </a:p>
          <a:p>
            <a:r>
              <a:rPr lang="fr-FR" smtClean="0"/>
              <a:t>	Refrain : x2</a:t>
            </a:r>
          </a:p>
          <a:p>
            <a:endParaRPr lang="fr-FR" smtClean="0"/>
          </a:p>
          <a:p>
            <a:r>
              <a:rPr lang="fr-FR" smtClean="0"/>
              <a:t>15-  NOUS VOULONS T’ÉLEVER POUR TON AMOUR ET TA BONTÉ</a:t>
            </a:r>
          </a:p>
          <a:p>
            <a:r>
              <a:rPr lang="fr-FR" smtClean="0"/>
              <a:t>We lift You up, up, up We're giving You our love, love, love
16-  POUR TOUT CE QUE TU ES NOUS VOULONS TE LOUER                 x2</a:t>
            </a:r>
          </a:p>
          <a:p>
            <a:r>
              <a:rPr lang="fr-FR" smtClean="0"/>
              <a:t>For everything You've done, done, done We give You all the praise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17-  VERS TOI NOUS POUSSONS DES CRIS DE JOIE </a:t>
            </a:r>
          </a:p>
          <a:p>
            <a:r>
              <a:rPr lang="fr-FR" smtClean="0"/>
              <a:t>	To You Let endless praise resound
	18-  LE JOUR, LA NUIT CHAQUE JOUR DE NOS VIES </a:t>
            </a:r>
          </a:p>
          <a:p>
            <a:r>
              <a:rPr lang="fr-FR" smtClean="0"/>
              <a:t>	Every night and day and with no delay
	19-  NOS LOUANGES MONTENT VERS TOI                            x2
	Let endless praise resound                                         </a:t>
            </a:r>
          </a:p>
          <a:p>
            <a:r>
              <a:rPr lang="fr-FR" smtClean="0"/>
              <a:t>	20- VERS TOI </a:t>
            </a:r>
          </a:p>
          <a:p>
            <a:r>
              <a:rPr lang="fr-FR" smtClean="0"/>
              <a:t>	To You 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TU ES DIEU NOUS N’ARRÊTERONS JAMAIS </a:t>
            </a:r>
          </a:p>
          <a:p>
            <a:pPr>
              <a:defRPr/>
            </a:pPr>
            <a:r>
              <a:rPr lang="fr-FR" smtClean="0"/>
              <a:t>You are God and we lift You up
2-  DE TE CHANTER, DE TE LOUER TE CÉLÉBRER, TE GLORIFIER </a:t>
            </a:r>
          </a:p>
          <a:p>
            <a:pPr>
              <a:defRPr/>
            </a:pPr>
            <a:r>
              <a:rPr lang="fr-FR" smtClean="0"/>
              <a:t>We'll keep singing, we'll keep praising We won't stop giving all we got
3-  ET QUE TON NOM SOIT ÉLEVÉ </a:t>
            </a:r>
          </a:p>
          <a:p>
            <a:pPr>
              <a:defRPr/>
            </a:pPr>
            <a:r>
              <a:rPr lang="fr-FR" smtClean="0"/>
              <a:t>'Cause You're worthy of all glory</a:t>
            </a:r>
          </a:p>
          <a:p>
            <a:pPr>
              <a:defRPr/>
            </a:pPr>
            <a:r>
              <a:rPr lang="fr-FR" smtClean="0"/>
              <a:t>4-  OH, QUI EST COMME TOI </a:t>
            </a:r>
          </a:p>
          <a:p>
            <a:pPr>
              <a:defRPr/>
            </a:pPr>
            <a:r>
              <a:rPr lang="fr-FR" smtClean="0"/>
              <a:t>Oh there is no other,</a:t>
            </a:r>
          </a:p>
          <a:p>
            <a:pPr>
              <a:defRPr/>
            </a:pPr>
            <a:r>
              <a:rPr lang="fr-FR" smtClean="0"/>
              <a:t>5-  POUR TOUJOURS TU SERAS SEIGNEUR DE TOUTE LA TERRE </a:t>
            </a:r>
          </a:p>
          <a:p>
            <a:pPr>
              <a:defRPr/>
            </a:pPr>
            <a:r>
              <a:rPr lang="fr-FR" smtClean="0"/>
              <a:t>You are forever Lord over all 
6-  NUL N’EST COMME TOI TU ES LE SEUL ROI </a:t>
            </a:r>
          </a:p>
          <a:p>
            <a:pPr>
              <a:defRPr/>
            </a:pPr>
            <a:r>
              <a:rPr lang="fr-FR" smtClean="0"/>
              <a:t>There's nobody like You, no one beside You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	7-  VERS TOI NOUS POUSSONS DES CRIS DE JOIE </a:t>
            </a:r>
          </a:p>
          <a:p>
            <a:pPr>
              <a:defRPr/>
            </a:pPr>
            <a:r>
              <a:rPr lang="fr-FR" smtClean="0"/>
              <a:t>	To You Let endless praise resound
	8-  LE JOUR, LA NUIT CHAQUE JOUR DE NOS VIES</a:t>
            </a:r>
          </a:p>
          <a:p>
            <a:pPr>
              <a:defRPr/>
            </a:pPr>
            <a:r>
              <a:rPr lang="fr-FR" smtClean="0"/>
              <a:t>	Every night and day and with no delay
	9-  NOS LOUANGES MONTENT VERS TOI </a:t>
            </a:r>
          </a:p>
          <a:p>
            <a:pPr>
              <a:defRPr/>
            </a:pPr>
            <a:r>
              <a:rPr lang="fr-FR" smtClean="0"/>
              <a:t>	Let endless praise resound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TON AMOUR BRILLE COMME LE SOLEIL ET TA GLOIRE EST ÉTERNELLE </a:t>
            </a:r>
          </a:p>
          <a:p>
            <a:pPr>
              <a:defRPr/>
            </a:pPr>
            <a:r>
              <a:rPr lang="fr-FR" smtClean="0"/>
              <a:t>Boundless love, light before the sun Your glory eternal
11-  À JAMAIS NOUS VIVRONS POUR TOI TA CRÉATION PROCLAMERA </a:t>
            </a:r>
          </a:p>
          <a:p>
            <a:pPr>
              <a:defRPr/>
            </a:pPr>
            <a:r>
              <a:rPr lang="fr-FR" smtClean="0"/>
              <a:t>Never stops giving all You got Creation keeps singing</a:t>
            </a:r>
          </a:p>
          <a:p>
            <a:pPr>
              <a:defRPr/>
            </a:pPr>
            <a:r>
              <a:rPr lang="fr-FR" smtClean="0"/>
              <a:t>12-  OH, QUI EST COMME TOI </a:t>
            </a:r>
          </a:p>
          <a:p>
            <a:pPr>
              <a:defRPr/>
            </a:pPr>
            <a:r>
              <a:rPr lang="fr-FR" smtClean="0"/>
              <a:t>Oh there is no other
13-  POUR TOUJOURS TU SERAS SEIGNEUR DE TOUTE LA TERRE </a:t>
            </a:r>
          </a:p>
          <a:p>
            <a:pPr>
              <a:defRPr/>
            </a:pPr>
            <a:r>
              <a:rPr lang="fr-FR" smtClean="0"/>
              <a:t>You are forever Lord over all
14-  NUL N’EST COMME TOI TU ES LE SEUL ROI </a:t>
            </a:r>
          </a:p>
          <a:p>
            <a:pPr>
              <a:defRPr/>
            </a:pPr>
            <a:r>
              <a:rPr lang="fr-FR" smtClean="0"/>
              <a:t>There's nobody like You, no one beside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NOUS VOULONS T’ÉLEVER POUR TON AMOUR ET TA BONTÉ</a:t>
            </a:r>
          </a:p>
          <a:p>
            <a:pPr>
              <a:defRPr/>
            </a:pPr>
            <a:r>
              <a:rPr lang="fr-FR" smtClean="0"/>
              <a:t>We lift You up, up, up We're giving You our love, love, love
16-  POUR TOUT CE QUE TU ES NOUS VOULONS TE LOUER                 x2</a:t>
            </a:r>
          </a:p>
          <a:p>
            <a:pPr>
              <a:defRPr/>
            </a:pPr>
            <a:r>
              <a:rPr lang="fr-FR" smtClean="0"/>
              <a:t>For everything You've done, done, done We give You all the praise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	17-  VERS TOI NOUS POUSSONS DES CRIS DE JOIE </a:t>
            </a:r>
          </a:p>
          <a:p>
            <a:pPr>
              <a:defRPr/>
            </a:pPr>
            <a:r>
              <a:rPr lang="fr-FR" smtClean="0"/>
              <a:t>	To You Let endless praise resound
	18-  LE JOUR, LA NUIT CHAQUE JOUR DE NOS VIES </a:t>
            </a:r>
          </a:p>
          <a:p>
            <a:pPr>
              <a:defRPr/>
            </a:pPr>
            <a:r>
              <a:rPr lang="fr-FR" smtClean="0"/>
              <a:t>	Every night and day and with no delay
	19-  NOS LOUANGES MONTENT VERS TOI                            x2
	Let endless praise resound                                         </a:t>
            </a:r>
          </a:p>
          <a:p>
            <a:pPr>
              <a:defRPr/>
            </a:pPr>
            <a:r>
              <a:rPr lang="fr-FR" smtClean="0"/>
              <a:t>	20- VERS TOI </a:t>
            </a:r>
          </a:p>
          <a:p>
            <a:pPr>
              <a:defRPr/>
            </a:pPr>
            <a:r>
              <a:rPr lang="fr-FR" smtClean="0"/>
              <a:t>	To You </a:t>
            </a: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DIEU NOUS N’ARRÊTERONS JAMAIS </a:t>
            </a:r>
          </a:p>
          <a:p>
            <a:r>
              <a:rPr lang="fr-FR" smtClean="0"/>
              <a:t>You are God and we lift You up
2-  DE TE CHANTER, DE TE LOUER TE CÉLÉBRER, TE GLORIFIER </a:t>
            </a:r>
          </a:p>
          <a:p>
            <a:r>
              <a:rPr lang="fr-FR" smtClean="0"/>
              <a:t>We'll keep singing, we'll keep praising We won't stop giving all we got
3-  ET QUE TON NOM SOIT ÉLEVÉ </a:t>
            </a:r>
          </a:p>
          <a:p>
            <a:r>
              <a:rPr lang="fr-FR" smtClean="0"/>
              <a:t>'Cause You're worthy of all glory</a:t>
            </a:r>
          </a:p>
          <a:p>
            <a:r>
              <a:rPr lang="fr-FR" smtClean="0"/>
              <a:t>4-  OH, QUI EST COMME TOI </a:t>
            </a:r>
          </a:p>
          <a:p>
            <a:r>
              <a:rPr lang="fr-FR" smtClean="0"/>
              <a:t>Oh there is no other,</a:t>
            </a:r>
          </a:p>
          <a:p>
            <a:r>
              <a:rPr lang="fr-FR" smtClean="0"/>
              <a:t>5-  POUR TOUJOURS TU SERAS SEIGNEUR DE TOUTE LA TERRE </a:t>
            </a:r>
          </a:p>
          <a:p>
            <a:r>
              <a:rPr lang="fr-FR" smtClean="0"/>
              <a:t>You are forever Lord over all 
6-  NUL N’EST COMME TOI TU ES LE SEUL ROI </a:t>
            </a:r>
          </a:p>
          <a:p>
            <a:r>
              <a:rPr lang="fr-FR" smtClean="0"/>
              <a:t>There's nobody like You, no one beside You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7-  VERS TOI NOUS POUSSONS DES CRIS DE JOIE </a:t>
            </a:r>
          </a:p>
          <a:p>
            <a:r>
              <a:rPr lang="fr-FR" smtClean="0"/>
              <a:t>	To You Let endless praise resound
	8-  LE JOUR, LA NUIT CHAQUE JOUR DE NOS VIES</a:t>
            </a:r>
          </a:p>
          <a:p>
            <a:r>
              <a:rPr lang="fr-FR" smtClean="0"/>
              <a:t>	Every night and day and with no delay
	9-  NOS LOUANGES MONTENT VERS TOI </a:t>
            </a:r>
          </a:p>
          <a:p>
            <a:r>
              <a:rPr lang="fr-FR" smtClean="0"/>
              <a:t>	Let endless praise resound</a:t>
            </a:r>
          </a:p>
          <a:p>
            <a:endParaRPr lang="fr-FR" smtClean="0"/>
          </a:p>
          <a:p>
            <a:r>
              <a:rPr lang="fr-FR" smtClean="0"/>
              <a:t>10-  TON AMOUR BRILLE COMME LE SOLEIL ET TA GLOIRE EST ÉTERNELLE </a:t>
            </a:r>
          </a:p>
          <a:p>
            <a:r>
              <a:rPr lang="fr-FR" smtClean="0"/>
              <a:t>Boundless love, light before the sun Your glory eternal
11-  À JAMAIS NOUS VIVRONS POUR TOI TA CRÉATION PROCLAMERA </a:t>
            </a:r>
          </a:p>
          <a:p>
            <a:r>
              <a:rPr lang="fr-FR" smtClean="0"/>
              <a:t>Never stops giving all You got Creation keeps singing</a:t>
            </a:r>
          </a:p>
          <a:p>
            <a:r>
              <a:rPr lang="fr-FR" smtClean="0"/>
              <a:t>12-  OH, QUI EST COMME TOI </a:t>
            </a:r>
          </a:p>
          <a:p>
            <a:r>
              <a:rPr lang="fr-FR" smtClean="0"/>
              <a:t>Oh there is no other
13-  POUR TOUJOURS TU SERAS SEIGNEUR DE TOUTE LA TERRE </a:t>
            </a:r>
          </a:p>
          <a:p>
            <a:r>
              <a:rPr lang="fr-FR" smtClean="0"/>
              <a:t>You are forever Lord over all
14-  NUL N’EST COMME TOI TU ES LE SEUL ROI </a:t>
            </a:r>
          </a:p>
          <a:p>
            <a:r>
              <a:rPr lang="fr-FR" smtClean="0"/>
              <a:t>There's nobody like You, no one beside You</a:t>
            </a:r>
          </a:p>
          <a:p>
            <a:endParaRPr lang="fr-FR" smtClean="0"/>
          </a:p>
          <a:p>
            <a:r>
              <a:rPr lang="fr-FR" smtClean="0"/>
              <a:t>	Refrain : x2</a:t>
            </a:r>
          </a:p>
          <a:p>
            <a:endParaRPr lang="fr-FR" smtClean="0"/>
          </a:p>
          <a:p>
            <a:r>
              <a:rPr lang="fr-FR" smtClean="0"/>
              <a:t>15-  NOUS VOULONS T’ÉLEVER POUR TON AMOUR ET TA BONTÉ</a:t>
            </a:r>
          </a:p>
          <a:p>
            <a:r>
              <a:rPr lang="fr-FR" smtClean="0"/>
              <a:t>We lift You up, up, up We're giving You our love, love, love
16-  POUR TOUT CE QUE TU ES NOUS VOULONS TE LOUER                 x2</a:t>
            </a:r>
          </a:p>
          <a:p>
            <a:r>
              <a:rPr lang="fr-FR" smtClean="0"/>
              <a:t>For everything You've done, done, done We give You all the praise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17-  VERS TOI NOUS POUSSONS DES CRIS DE JOIE </a:t>
            </a:r>
          </a:p>
          <a:p>
            <a:r>
              <a:rPr lang="fr-FR" smtClean="0"/>
              <a:t>	To You Let endless praise resound
	18-  LE JOUR, LA NUIT CHAQUE JOUR DE NOS VIES </a:t>
            </a:r>
          </a:p>
          <a:p>
            <a:r>
              <a:rPr lang="fr-FR" smtClean="0"/>
              <a:t>	Every night and day and with no delay
	19-  NOS LOUANGES MONTENT VERS TOI                            x2
	Let endless praise resound                                         </a:t>
            </a:r>
          </a:p>
          <a:p>
            <a:r>
              <a:rPr lang="fr-FR" smtClean="0"/>
              <a:t>	20- VERS TOI </a:t>
            </a:r>
          </a:p>
          <a:p>
            <a:r>
              <a:rPr lang="fr-FR" smtClean="0"/>
              <a:t>	To You </a:t>
            </a: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TU ES DIEU NOUS N’ARRÊTERONS JAMAIS </a:t>
            </a:r>
          </a:p>
          <a:p>
            <a:pPr>
              <a:defRPr/>
            </a:pPr>
            <a:r>
              <a:rPr lang="fr-FR" smtClean="0"/>
              <a:t>You are God and we lift You up
2-  DE TE CHANTER, DE TE LOUER TE CÉLÉBRER, TE GLORIFIER </a:t>
            </a:r>
          </a:p>
          <a:p>
            <a:pPr>
              <a:defRPr/>
            </a:pPr>
            <a:r>
              <a:rPr lang="fr-FR" smtClean="0"/>
              <a:t>We'll keep singing, we'll keep praising We won't stop giving all we got
3-  ET QUE TON NOM SOIT ÉLEVÉ </a:t>
            </a:r>
          </a:p>
          <a:p>
            <a:pPr>
              <a:defRPr/>
            </a:pPr>
            <a:r>
              <a:rPr lang="fr-FR" smtClean="0"/>
              <a:t>'Cause You're worthy of all glory</a:t>
            </a:r>
          </a:p>
          <a:p>
            <a:pPr>
              <a:defRPr/>
            </a:pPr>
            <a:r>
              <a:rPr lang="fr-FR" smtClean="0"/>
              <a:t>4-  OH, QUI EST COMME TOI </a:t>
            </a:r>
          </a:p>
          <a:p>
            <a:pPr>
              <a:defRPr/>
            </a:pPr>
            <a:r>
              <a:rPr lang="fr-FR" smtClean="0"/>
              <a:t>Oh there is no other,</a:t>
            </a:r>
          </a:p>
          <a:p>
            <a:pPr>
              <a:defRPr/>
            </a:pPr>
            <a:r>
              <a:rPr lang="fr-FR" smtClean="0"/>
              <a:t>5-  POUR TOUJOURS TU SERAS SEIGNEUR DE TOUTE LA TERRE </a:t>
            </a:r>
          </a:p>
          <a:p>
            <a:pPr>
              <a:defRPr/>
            </a:pPr>
            <a:r>
              <a:rPr lang="fr-FR" smtClean="0"/>
              <a:t>You are forever Lord over all 
6-  NUL N’EST COMME TOI TU ES LE SEUL ROI </a:t>
            </a:r>
          </a:p>
          <a:p>
            <a:pPr>
              <a:defRPr/>
            </a:pPr>
            <a:r>
              <a:rPr lang="fr-FR" smtClean="0"/>
              <a:t>There's nobody like You, no one beside You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	7-  VERS TOI NOUS POUSSONS DES CRIS DE JOIE </a:t>
            </a:r>
          </a:p>
          <a:p>
            <a:pPr>
              <a:defRPr/>
            </a:pPr>
            <a:r>
              <a:rPr lang="fr-FR" smtClean="0"/>
              <a:t>	To You Let endless praise resound
	8-  LE JOUR, LA NUIT CHAQUE JOUR DE NOS VIES</a:t>
            </a:r>
          </a:p>
          <a:p>
            <a:pPr>
              <a:defRPr/>
            </a:pPr>
            <a:r>
              <a:rPr lang="fr-FR" smtClean="0"/>
              <a:t>	Every night and day and with no delay
	9-  NOS LOUANGES MONTENT VERS TOI </a:t>
            </a:r>
          </a:p>
          <a:p>
            <a:pPr>
              <a:defRPr/>
            </a:pPr>
            <a:r>
              <a:rPr lang="fr-FR" smtClean="0"/>
              <a:t>	Let endless praise resound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TON AMOUR BRILLE COMME LE SOLEIL ET TA GLOIRE EST ÉTERNELLE </a:t>
            </a:r>
          </a:p>
          <a:p>
            <a:pPr>
              <a:defRPr/>
            </a:pPr>
            <a:r>
              <a:rPr lang="fr-FR" smtClean="0"/>
              <a:t>Boundless love, light before the sun Your glory eternal
11-  À JAMAIS NOUS VIVRONS POUR TOI TA CRÉATION PROCLAMERA </a:t>
            </a:r>
          </a:p>
          <a:p>
            <a:pPr>
              <a:defRPr/>
            </a:pPr>
            <a:r>
              <a:rPr lang="fr-FR" smtClean="0"/>
              <a:t>Never stops giving all You got Creation keeps singing</a:t>
            </a:r>
          </a:p>
          <a:p>
            <a:pPr>
              <a:defRPr/>
            </a:pPr>
            <a:r>
              <a:rPr lang="fr-FR" smtClean="0"/>
              <a:t>12-  OH, QUI EST COMME TOI </a:t>
            </a:r>
          </a:p>
          <a:p>
            <a:pPr>
              <a:defRPr/>
            </a:pPr>
            <a:r>
              <a:rPr lang="fr-FR" smtClean="0"/>
              <a:t>Oh there is no other
13-  POUR TOUJOURS TU SERAS SEIGNEUR DE TOUTE LA TERRE </a:t>
            </a:r>
          </a:p>
          <a:p>
            <a:pPr>
              <a:defRPr/>
            </a:pPr>
            <a:r>
              <a:rPr lang="fr-FR" smtClean="0"/>
              <a:t>You are forever Lord over all
14-  NUL N’EST COMME TOI TU ES LE SEUL ROI </a:t>
            </a:r>
          </a:p>
          <a:p>
            <a:pPr>
              <a:defRPr/>
            </a:pPr>
            <a:r>
              <a:rPr lang="fr-FR" smtClean="0"/>
              <a:t>There's nobody like You, no one beside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NOUS VOULONS T’ÉLEVER POUR TON AMOUR ET TA BONTÉ</a:t>
            </a:r>
          </a:p>
          <a:p>
            <a:pPr>
              <a:defRPr/>
            </a:pPr>
            <a:r>
              <a:rPr lang="fr-FR" smtClean="0"/>
              <a:t>We lift You up, up, up We're giving You our love, love, love
16-  POUR TOUT CE QUE TU ES NOUS VOULONS TE LOUER                 x2</a:t>
            </a:r>
          </a:p>
          <a:p>
            <a:pPr>
              <a:defRPr/>
            </a:pPr>
            <a:r>
              <a:rPr lang="fr-FR" smtClean="0"/>
              <a:t>For everything You've done, done, done We give You all the praise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	17-  VERS TOI NOUS POUSSONS DES CRIS DE JOIE </a:t>
            </a:r>
          </a:p>
          <a:p>
            <a:pPr>
              <a:defRPr/>
            </a:pPr>
            <a:r>
              <a:rPr lang="fr-FR" smtClean="0"/>
              <a:t>	To You Let endless praise resound
	18-  LE JOUR, LA NUIT CHAQUE JOUR DE NOS VIES </a:t>
            </a:r>
          </a:p>
          <a:p>
            <a:pPr>
              <a:defRPr/>
            </a:pPr>
            <a:r>
              <a:rPr lang="fr-FR" smtClean="0"/>
              <a:t>	Every night and day and with no delay
	19-  NOS LOUANGES MONTENT VERS TOI                            x2
	Let endless praise resound                                         </a:t>
            </a:r>
          </a:p>
          <a:p>
            <a:pPr>
              <a:defRPr/>
            </a:pPr>
            <a:r>
              <a:rPr lang="fr-FR" smtClean="0"/>
              <a:t>	20- VERS TOI </a:t>
            </a:r>
          </a:p>
          <a:p>
            <a:pPr>
              <a:defRPr/>
            </a:pPr>
            <a:r>
              <a:rPr lang="fr-FR" smtClean="0"/>
              <a:t>	To You </a:t>
            </a: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DIEU NOUS N’ARRÊTERONS JAMAIS </a:t>
            </a:r>
          </a:p>
          <a:p>
            <a:r>
              <a:rPr lang="fr-FR" smtClean="0"/>
              <a:t>You are God and we lift You up
2-  DE TE CHANTER, DE TE LOUER TE CÉLÉBRER, TE GLORIFIER </a:t>
            </a:r>
          </a:p>
          <a:p>
            <a:r>
              <a:rPr lang="fr-FR" smtClean="0"/>
              <a:t>We'll keep singing, we'll keep praising We won't stop giving all we got
3-  ET QUE TON NOM SOIT ÉLEVÉ </a:t>
            </a:r>
          </a:p>
          <a:p>
            <a:r>
              <a:rPr lang="fr-FR" smtClean="0"/>
              <a:t>'Cause You're worthy of all glory</a:t>
            </a:r>
          </a:p>
          <a:p>
            <a:r>
              <a:rPr lang="fr-FR" smtClean="0"/>
              <a:t>4-  OH, QUI EST COMME TOI </a:t>
            </a:r>
          </a:p>
          <a:p>
            <a:r>
              <a:rPr lang="fr-FR" smtClean="0"/>
              <a:t>Oh there is no other,</a:t>
            </a:r>
          </a:p>
          <a:p>
            <a:r>
              <a:rPr lang="fr-FR" smtClean="0"/>
              <a:t>5-  POUR TOUJOURS TU SERAS SEIGNEUR DE TOUTE LA TERRE </a:t>
            </a:r>
          </a:p>
          <a:p>
            <a:r>
              <a:rPr lang="fr-FR" smtClean="0"/>
              <a:t>You are forever Lord over all 
6-  NUL N’EST COMME TOI TU ES LE SEUL ROI </a:t>
            </a:r>
          </a:p>
          <a:p>
            <a:r>
              <a:rPr lang="fr-FR" smtClean="0"/>
              <a:t>There's nobody like You, no one beside You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7-  VERS TOI NOUS POUSSONS DES CRIS DE JOIE </a:t>
            </a:r>
          </a:p>
          <a:p>
            <a:r>
              <a:rPr lang="fr-FR" smtClean="0"/>
              <a:t>	To You Let endless praise resound
	8-  LE JOUR, LA NUIT CHAQUE JOUR DE NOS VIES</a:t>
            </a:r>
          </a:p>
          <a:p>
            <a:r>
              <a:rPr lang="fr-FR" smtClean="0"/>
              <a:t>	Every night and day and with no delay
	9-  NOS LOUANGES MONTENT VERS TOI </a:t>
            </a:r>
          </a:p>
          <a:p>
            <a:r>
              <a:rPr lang="fr-FR" smtClean="0"/>
              <a:t>	Let endless praise resound</a:t>
            </a:r>
          </a:p>
          <a:p>
            <a:endParaRPr lang="fr-FR" smtClean="0"/>
          </a:p>
          <a:p>
            <a:r>
              <a:rPr lang="fr-FR" smtClean="0"/>
              <a:t>10-  TON AMOUR BRILLE COMME LE SOLEIL ET TA GLOIRE EST ÉTERNELLE </a:t>
            </a:r>
          </a:p>
          <a:p>
            <a:r>
              <a:rPr lang="fr-FR" smtClean="0"/>
              <a:t>Boundless love, light before the sun Your glory eternal
11-  À JAMAIS NOUS VIVRONS POUR TOI TA CRÉATION PROCLAMERA </a:t>
            </a:r>
          </a:p>
          <a:p>
            <a:r>
              <a:rPr lang="fr-FR" smtClean="0"/>
              <a:t>Never stops giving all You got Creation keeps singing</a:t>
            </a:r>
          </a:p>
          <a:p>
            <a:r>
              <a:rPr lang="fr-FR" smtClean="0"/>
              <a:t>12-  OH, QUI EST COMME TOI </a:t>
            </a:r>
          </a:p>
          <a:p>
            <a:r>
              <a:rPr lang="fr-FR" smtClean="0"/>
              <a:t>Oh there is no other
13-  POUR TOUJOURS TU SERAS SEIGNEUR DE TOUTE LA TERRE </a:t>
            </a:r>
          </a:p>
          <a:p>
            <a:r>
              <a:rPr lang="fr-FR" smtClean="0"/>
              <a:t>You are forever Lord over all
14-  NUL N’EST COMME TOI TU ES LE SEUL ROI </a:t>
            </a:r>
          </a:p>
          <a:p>
            <a:r>
              <a:rPr lang="fr-FR" smtClean="0"/>
              <a:t>There's nobody like You, no one beside You</a:t>
            </a:r>
          </a:p>
          <a:p>
            <a:endParaRPr lang="fr-FR" smtClean="0"/>
          </a:p>
          <a:p>
            <a:r>
              <a:rPr lang="fr-FR" smtClean="0"/>
              <a:t>	Refrain : x2</a:t>
            </a:r>
          </a:p>
          <a:p>
            <a:endParaRPr lang="fr-FR" smtClean="0"/>
          </a:p>
          <a:p>
            <a:r>
              <a:rPr lang="fr-FR" smtClean="0"/>
              <a:t>15-  NOUS VOULONS T’ÉLEVER POUR TON AMOUR ET TA BONTÉ</a:t>
            </a:r>
          </a:p>
          <a:p>
            <a:r>
              <a:rPr lang="fr-FR" smtClean="0"/>
              <a:t>We lift You up, up, up We're giving You our love, love, love
16-  POUR TOUT CE QUE TU ES NOUS VOULONS TE LOUER                 x2</a:t>
            </a:r>
          </a:p>
          <a:p>
            <a:r>
              <a:rPr lang="fr-FR" smtClean="0"/>
              <a:t>For everything You've done, done, done We give You all the praise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17-  VERS TOI NOUS POUSSONS DES CRIS DE JOIE </a:t>
            </a:r>
          </a:p>
          <a:p>
            <a:r>
              <a:rPr lang="fr-FR" smtClean="0"/>
              <a:t>	To You Let endless praise resound
	18-  LE JOUR, LA NUIT CHAQUE JOUR DE NOS VIES </a:t>
            </a:r>
          </a:p>
          <a:p>
            <a:r>
              <a:rPr lang="fr-FR" smtClean="0"/>
              <a:t>	Every night and day and with no delay
	19-  NOS LOUANGES MONTENT VERS TOI                            x2
	Let endless praise resound                                         </a:t>
            </a:r>
          </a:p>
          <a:p>
            <a:r>
              <a:rPr lang="fr-FR" smtClean="0"/>
              <a:t>	20- VERS TOI </a:t>
            </a:r>
          </a:p>
          <a:p>
            <a:r>
              <a:rPr lang="fr-FR" smtClean="0"/>
              <a:t>	To You </a:t>
            </a: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TU ES DIEU NOUS N’ARRÊTERONS JAMAIS </a:t>
            </a:r>
          </a:p>
          <a:p>
            <a:pPr>
              <a:defRPr/>
            </a:pPr>
            <a:r>
              <a:rPr lang="fr-FR" smtClean="0"/>
              <a:t>You are God and we lift You up
2-  DE TE CHANTER, DE TE LOUER TE CÉLÉBRER, TE GLORIFIER </a:t>
            </a:r>
          </a:p>
          <a:p>
            <a:pPr>
              <a:defRPr/>
            </a:pPr>
            <a:r>
              <a:rPr lang="fr-FR" smtClean="0"/>
              <a:t>We'll keep singing, we'll keep praising We won't stop giving all we got
3-  ET QUE TON NOM SOIT ÉLEVÉ </a:t>
            </a:r>
          </a:p>
          <a:p>
            <a:pPr>
              <a:defRPr/>
            </a:pPr>
            <a:r>
              <a:rPr lang="fr-FR" smtClean="0"/>
              <a:t>'Cause You're worthy of all glory</a:t>
            </a:r>
          </a:p>
          <a:p>
            <a:pPr>
              <a:defRPr/>
            </a:pPr>
            <a:r>
              <a:rPr lang="fr-FR" smtClean="0"/>
              <a:t>4-  OH, QUI EST COMME TOI </a:t>
            </a:r>
          </a:p>
          <a:p>
            <a:pPr>
              <a:defRPr/>
            </a:pPr>
            <a:r>
              <a:rPr lang="fr-FR" smtClean="0"/>
              <a:t>Oh there is no other,</a:t>
            </a:r>
          </a:p>
          <a:p>
            <a:pPr>
              <a:defRPr/>
            </a:pPr>
            <a:r>
              <a:rPr lang="fr-FR" smtClean="0"/>
              <a:t>5-  POUR TOUJOURS TU SERAS SEIGNEUR DE TOUTE LA TERRE </a:t>
            </a:r>
          </a:p>
          <a:p>
            <a:pPr>
              <a:defRPr/>
            </a:pPr>
            <a:r>
              <a:rPr lang="fr-FR" smtClean="0"/>
              <a:t>You are forever Lord over all 
6-  NUL N’EST COMME TOI TU ES LE SEUL ROI </a:t>
            </a:r>
          </a:p>
          <a:p>
            <a:pPr>
              <a:defRPr/>
            </a:pPr>
            <a:r>
              <a:rPr lang="fr-FR" smtClean="0"/>
              <a:t>There's nobody like You, no one beside You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	7-  VERS TOI NOUS POUSSONS DES CRIS DE JOIE </a:t>
            </a:r>
          </a:p>
          <a:p>
            <a:pPr>
              <a:defRPr/>
            </a:pPr>
            <a:r>
              <a:rPr lang="fr-FR" smtClean="0"/>
              <a:t>	To You Let endless praise resound
	8-  LE JOUR, LA NUIT CHAQUE JOUR DE NOS VIES</a:t>
            </a:r>
          </a:p>
          <a:p>
            <a:pPr>
              <a:defRPr/>
            </a:pPr>
            <a:r>
              <a:rPr lang="fr-FR" smtClean="0"/>
              <a:t>	Every night and day and with no delay
	9-  NOS LOUANGES MONTENT VERS TOI </a:t>
            </a:r>
          </a:p>
          <a:p>
            <a:pPr>
              <a:defRPr/>
            </a:pPr>
            <a:r>
              <a:rPr lang="fr-FR" smtClean="0"/>
              <a:t>	Let endless praise resound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TON AMOUR BRILLE COMME LE SOLEIL ET TA GLOIRE EST ÉTERNELLE </a:t>
            </a:r>
          </a:p>
          <a:p>
            <a:pPr>
              <a:defRPr/>
            </a:pPr>
            <a:r>
              <a:rPr lang="fr-FR" smtClean="0"/>
              <a:t>Boundless love, light before the sun Your glory eternal
11-  À JAMAIS NOUS VIVRONS POUR TOI TA CRÉATION PROCLAMERA </a:t>
            </a:r>
          </a:p>
          <a:p>
            <a:pPr>
              <a:defRPr/>
            </a:pPr>
            <a:r>
              <a:rPr lang="fr-FR" smtClean="0"/>
              <a:t>Never stops giving all You got Creation keeps singing</a:t>
            </a:r>
          </a:p>
          <a:p>
            <a:pPr>
              <a:defRPr/>
            </a:pPr>
            <a:r>
              <a:rPr lang="fr-FR" smtClean="0"/>
              <a:t>12-  OH, QUI EST COMME TOI </a:t>
            </a:r>
          </a:p>
          <a:p>
            <a:pPr>
              <a:defRPr/>
            </a:pPr>
            <a:r>
              <a:rPr lang="fr-FR" smtClean="0"/>
              <a:t>Oh there is no other
13-  POUR TOUJOURS TU SERAS SEIGNEUR DE TOUTE LA TERRE </a:t>
            </a:r>
          </a:p>
          <a:p>
            <a:pPr>
              <a:defRPr/>
            </a:pPr>
            <a:r>
              <a:rPr lang="fr-FR" smtClean="0"/>
              <a:t>You are forever Lord over all
14-  NUL N’EST COMME TOI TU ES LE SEUL ROI </a:t>
            </a:r>
          </a:p>
          <a:p>
            <a:pPr>
              <a:defRPr/>
            </a:pPr>
            <a:r>
              <a:rPr lang="fr-FR" smtClean="0"/>
              <a:t>There's nobody like You, no one beside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NOUS VOULONS T’ÉLEVER POUR TON AMOUR ET TA BONTÉ</a:t>
            </a:r>
          </a:p>
          <a:p>
            <a:pPr>
              <a:defRPr/>
            </a:pPr>
            <a:r>
              <a:rPr lang="fr-FR" smtClean="0"/>
              <a:t>We lift You up, up, up We're giving You our love, love, love
16-  POUR TOUT CE QUE TU ES NOUS VOULONS TE LOUER                 x2</a:t>
            </a:r>
          </a:p>
          <a:p>
            <a:pPr>
              <a:defRPr/>
            </a:pPr>
            <a:r>
              <a:rPr lang="fr-FR" smtClean="0"/>
              <a:t>For everything You've done, done, done We give You all the praise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	17-  VERS TOI NOUS POUSSONS DES CRIS DE JOIE </a:t>
            </a:r>
          </a:p>
          <a:p>
            <a:pPr>
              <a:defRPr/>
            </a:pPr>
            <a:r>
              <a:rPr lang="fr-FR" smtClean="0"/>
              <a:t>	To You Let endless praise resound
	18-  LE JOUR, LA NUIT CHAQUE JOUR DE NOS VIES </a:t>
            </a:r>
          </a:p>
          <a:p>
            <a:pPr>
              <a:defRPr/>
            </a:pPr>
            <a:r>
              <a:rPr lang="fr-FR" smtClean="0"/>
              <a:t>	Every night and day and with no delay
	19-  NOS LOUANGES MONTENT VERS TOI                            x2
	Let endless praise resound                                         </a:t>
            </a:r>
          </a:p>
          <a:p>
            <a:pPr>
              <a:defRPr/>
            </a:pPr>
            <a:r>
              <a:rPr lang="fr-FR" smtClean="0"/>
              <a:t>	20- VERS TOI </a:t>
            </a:r>
          </a:p>
          <a:p>
            <a:pPr>
              <a:defRPr/>
            </a:pPr>
            <a:r>
              <a:rPr lang="fr-FR" smtClean="0"/>
              <a:t>	To You </a:t>
            </a: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DIEU NOUS N’ARRÊTERONS JAMAIS </a:t>
            </a:r>
          </a:p>
          <a:p>
            <a:r>
              <a:rPr lang="fr-FR" smtClean="0"/>
              <a:t>You are God and we lift You up
2-  DE TE CHANTER, DE TE LOUER TE CÉLÉBRER, TE GLORIFIER </a:t>
            </a:r>
          </a:p>
          <a:p>
            <a:r>
              <a:rPr lang="fr-FR" smtClean="0"/>
              <a:t>We'll keep singing, we'll keep praising We won't stop giving all we got
3-  ET QUE TON NOM SOIT ÉLEVÉ </a:t>
            </a:r>
          </a:p>
          <a:p>
            <a:r>
              <a:rPr lang="fr-FR" smtClean="0"/>
              <a:t>'Cause You're worthy of all glory</a:t>
            </a:r>
          </a:p>
          <a:p>
            <a:r>
              <a:rPr lang="fr-FR" smtClean="0"/>
              <a:t>4-  OH, QUI EST COMME TOI </a:t>
            </a:r>
          </a:p>
          <a:p>
            <a:r>
              <a:rPr lang="fr-FR" smtClean="0"/>
              <a:t>Oh there is no other,</a:t>
            </a:r>
          </a:p>
          <a:p>
            <a:r>
              <a:rPr lang="fr-FR" smtClean="0"/>
              <a:t>5-  POUR TOUJOURS TU SERAS SEIGNEUR DE TOUTE LA TERRE </a:t>
            </a:r>
          </a:p>
          <a:p>
            <a:r>
              <a:rPr lang="fr-FR" smtClean="0"/>
              <a:t>You are forever Lord over all 
6-  NUL N’EST COMME TOI TU ES LE SEUL ROI </a:t>
            </a:r>
          </a:p>
          <a:p>
            <a:r>
              <a:rPr lang="fr-FR" smtClean="0"/>
              <a:t>There's nobody like You, no one beside You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7-  VERS TOI NOUS POUSSONS DES CRIS DE JOIE </a:t>
            </a:r>
          </a:p>
          <a:p>
            <a:r>
              <a:rPr lang="fr-FR" smtClean="0"/>
              <a:t>	To You Let endless praise resound
	8-  LE JOUR, LA NUIT CHAQUE JOUR DE NOS VIES</a:t>
            </a:r>
          </a:p>
          <a:p>
            <a:r>
              <a:rPr lang="fr-FR" smtClean="0"/>
              <a:t>	Every night and day and with no delay
	9-  NOS LOUANGES MONTENT VERS TOI </a:t>
            </a:r>
          </a:p>
          <a:p>
            <a:r>
              <a:rPr lang="fr-FR" smtClean="0"/>
              <a:t>	Let endless praise resound</a:t>
            </a:r>
          </a:p>
          <a:p>
            <a:endParaRPr lang="fr-FR" smtClean="0"/>
          </a:p>
          <a:p>
            <a:r>
              <a:rPr lang="fr-FR" smtClean="0"/>
              <a:t>10-  TON AMOUR BRILLE COMME LE SOLEIL ET TA GLOIRE EST ÉTERNELLE </a:t>
            </a:r>
          </a:p>
          <a:p>
            <a:r>
              <a:rPr lang="fr-FR" smtClean="0"/>
              <a:t>Boundless love, light before the sun Your glory eternal
11-  À JAMAIS NOUS VIVRONS POUR TOI TA CRÉATION PROCLAMERA </a:t>
            </a:r>
          </a:p>
          <a:p>
            <a:r>
              <a:rPr lang="fr-FR" smtClean="0"/>
              <a:t>Never stops giving all You got Creation keeps singing</a:t>
            </a:r>
          </a:p>
          <a:p>
            <a:r>
              <a:rPr lang="fr-FR" smtClean="0"/>
              <a:t>12-  OH, QUI EST COMME TOI </a:t>
            </a:r>
          </a:p>
          <a:p>
            <a:r>
              <a:rPr lang="fr-FR" smtClean="0"/>
              <a:t>Oh there is no other
13-  POUR TOUJOURS TU SERAS SEIGNEUR DE TOUTE LA TERRE </a:t>
            </a:r>
          </a:p>
          <a:p>
            <a:r>
              <a:rPr lang="fr-FR" smtClean="0"/>
              <a:t>You are forever Lord over all
14-  NUL N’EST COMME TOI TU ES LE SEUL ROI </a:t>
            </a:r>
          </a:p>
          <a:p>
            <a:r>
              <a:rPr lang="fr-FR" smtClean="0"/>
              <a:t>There's nobody like You, no one beside You</a:t>
            </a:r>
          </a:p>
          <a:p>
            <a:endParaRPr lang="fr-FR" smtClean="0"/>
          </a:p>
          <a:p>
            <a:r>
              <a:rPr lang="fr-FR" smtClean="0"/>
              <a:t>	Refrain : x2</a:t>
            </a:r>
          </a:p>
          <a:p>
            <a:endParaRPr lang="fr-FR" smtClean="0"/>
          </a:p>
          <a:p>
            <a:r>
              <a:rPr lang="fr-FR" smtClean="0"/>
              <a:t>15-  NOUS VOULONS T’ÉLEVER POUR TON AMOUR ET TA BONTÉ</a:t>
            </a:r>
          </a:p>
          <a:p>
            <a:r>
              <a:rPr lang="fr-FR" smtClean="0"/>
              <a:t>We lift You up, up, up We're giving You our love, love, love
16-  POUR TOUT CE QUE TU ES NOUS VOULONS TE LOUER                 x2</a:t>
            </a:r>
          </a:p>
          <a:p>
            <a:r>
              <a:rPr lang="fr-FR" smtClean="0"/>
              <a:t>For everything You've done, done, done We give You all the praise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17-  VERS TOI NOUS POUSSONS DES CRIS DE JOIE </a:t>
            </a:r>
          </a:p>
          <a:p>
            <a:r>
              <a:rPr lang="fr-FR" smtClean="0"/>
              <a:t>	To You Let endless praise resound
	18-  LE JOUR, LA NUIT CHAQUE JOUR DE NOS VIES </a:t>
            </a:r>
          </a:p>
          <a:p>
            <a:r>
              <a:rPr lang="fr-FR" smtClean="0"/>
              <a:t>	Every night and day and with no delay
	19-  NOS LOUANGES MONTENT VERS TOI                            x2
	Let endless praise resound                                         </a:t>
            </a:r>
          </a:p>
          <a:p>
            <a:r>
              <a:rPr lang="fr-FR" smtClean="0"/>
              <a:t>	20- VERS TOI </a:t>
            </a:r>
          </a:p>
          <a:p>
            <a:r>
              <a:rPr lang="fr-FR" smtClean="0"/>
              <a:t>	To You </a:t>
            </a: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TU ES DIEU NOUS N’ARRÊTERONS JAMAIS </a:t>
            </a:r>
          </a:p>
          <a:p>
            <a:pPr>
              <a:defRPr/>
            </a:pPr>
            <a:r>
              <a:rPr lang="fr-FR" smtClean="0"/>
              <a:t>You are God and we lift You up
2-  DE TE CHANTER, DE TE LOUER TE CÉLÉBRER, TE GLORIFIER </a:t>
            </a:r>
          </a:p>
          <a:p>
            <a:pPr>
              <a:defRPr/>
            </a:pPr>
            <a:r>
              <a:rPr lang="fr-FR" smtClean="0"/>
              <a:t>We'll keep singing, we'll keep praising We won't stop giving all we got
3-  ET QUE TON NOM SOIT ÉLEVÉ </a:t>
            </a:r>
          </a:p>
          <a:p>
            <a:pPr>
              <a:defRPr/>
            </a:pPr>
            <a:r>
              <a:rPr lang="fr-FR" smtClean="0"/>
              <a:t>'Cause You're worthy of all glory</a:t>
            </a:r>
          </a:p>
          <a:p>
            <a:pPr>
              <a:defRPr/>
            </a:pPr>
            <a:r>
              <a:rPr lang="fr-FR" smtClean="0"/>
              <a:t>4-  OH, QUI EST COMME TOI </a:t>
            </a:r>
          </a:p>
          <a:p>
            <a:pPr>
              <a:defRPr/>
            </a:pPr>
            <a:r>
              <a:rPr lang="fr-FR" smtClean="0"/>
              <a:t>Oh there is no other,</a:t>
            </a:r>
          </a:p>
          <a:p>
            <a:pPr>
              <a:defRPr/>
            </a:pPr>
            <a:r>
              <a:rPr lang="fr-FR" smtClean="0"/>
              <a:t>5-  POUR TOUJOURS TU SERAS SEIGNEUR DE TOUTE LA TERRE </a:t>
            </a:r>
          </a:p>
          <a:p>
            <a:pPr>
              <a:defRPr/>
            </a:pPr>
            <a:r>
              <a:rPr lang="fr-FR" smtClean="0"/>
              <a:t>You are forever Lord over all 
6-  NUL N’EST COMME TOI TU ES LE SEUL ROI </a:t>
            </a:r>
          </a:p>
          <a:p>
            <a:pPr>
              <a:defRPr/>
            </a:pPr>
            <a:r>
              <a:rPr lang="fr-FR" smtClean="0"/>
              <a:t>There's nobody like You, no one beside You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	7-  VERS TOI NOUS POUSSONS DES CRIS DE JOIE </a:t>
            </a:r>
          </a:p>
          <a:p>
            <a:pPr>
              <a:defRPr/>
            </a:pPr>
            <a:r>
              <a:rPr lang="fr-FR" smtClean="0"/>
              <a:t>	To You Let endless praise resound
	8-  LE JOUR, LA NUIT CHAQUE JOUR DE NOS VIES</a:t>
            </a:r>
          </a:p>
          <a:p>
            <a:pPr>
              <a:defRPr/>
            </a:pPr>
            <a:r>
              <a:rPr lang="fr-FR" smtClean="0"/>
              <a:t>	Every night and day and with no delay
	9-  NOS LOUANGES MONTENT VERS TOI </a:t>
            </a:r>
          </a:p>
          <a:p>
            <a:pPr>
              <a:defRPr/>
            </a:pPr>
            <a:r>
              <a:rPr lang="fr-FR" smtClean="0"/>
              <a:t>	Let endless praise resound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TON AMOUR BRILLE COMME LE SOLEIL ET TA GLOIRE EST ÉTERNELLE </a:t>
            </a:r>
          </a:p>
          <a:p>
            <a:pPr>
              <a:defRPr/>
            </a:pPr>
            <a:r>
              <a:rPr lang="fr-FR" smtClean="0"/>
              <a:t>Boundless love, light before the sun Your glory eternal
11-  À JAMAIS NOUS VIVRONS POUR TOI TA CRÉATION PROCLAMERA </a:t>
            </a:r>
          </a:p>
          <a:p>
            <a:pPr>
              <a:defRPr/>
            </a:pPr>
            <a:r>
              <a:rPr lang="fr-FR" smtClean="0"/>
              <a:t>Never stops giving all You got Creation keeps singing</a:t>
            </a:r>
          </a:p>
          <a:p>
            <a:pPr>
              <a:defRPr/>
            </a:pPr>
            <a:r>
              <a:rPr lang="fr-FR" smtClean="0"/>
              <a:t>12-  OH, QUI EST COMME TOI </a:t>
            </a:r>
          </a:p>
          <a:p>
            <a:pPr>
              <a:defRPr/>
            </a:pPr>
            <a:r>
              <a:rPr lang="fr-FR" smtClean="0"/>
              <a:t>Oh there is no other
13-  POUR TOUJOURS TU SERAS SEIGNEUR DE TOUTE LA TERRE </a:t>
            </a:r>
          </a:p>
          <a:p>
            <a:pPr>
              <a:defRPr/>
            </a:pPr>
            <a:r>
              <a:rPr lang="fr-FR" smtClean="0"/>
              <a:t>You are forever Lord over all
14-  NUL N’EST COMME TOI TU ES LE SEUL ROI </a:t>
            </a:r>
          </a:p>
          <a:p>
            <a:pPr>
              <a:defRPr/>
            </a:pPr>
            <a:r>
              <a:rPr lang="fr-FR" smtClean="0"/>
              <a:t>There's nobody like You, no one beside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NOUS VOULONS T’ÉLEVER POUR TON AMOUR ET TA BONTÉ</a:t>
            </a:r>
          </a:p>
          <a:p>
            <a:pPr>
              <a:defRPr/>
            </a:pPr>
            <a:r>
              <a:rPr lang="fr-FR" smtClean="0"/>
              <a:t>We lift You up, up, up We're giving You our love, love, love
16-  POUR TOUT CE QUE TU ES NOUS VOULONS TE LOUER                 x2</a:t>
            </a:r>
          </a:p>
          <a:p>
            <a:pPr>
              <a:defRPr/>
            </a:pPr>
            <a:r>
              <a:rPr lang="fr-FR" smtClean="0"/>
              <a:t>For everything You've done, done, done We give You all the praise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	17-  VERS TOI NOUS POUSSONS DES CRIS DE JOIE </a:t>
            </a:r>
          </a:p>
          <a:p>
            <a:pPr>
              <a:defRPr/>
            </a:pPr>
            <a:r>
              <a:rPr lang="fr-FR" smtClean="0"/>
              <a:t>	To You Let endless praise resound
	18-  LE JOUR, LA NUIT CHAQUE JOUR DE NOS VIES </a:t>
            </a:r>
          </a:p>
          <a:p>
            <a:pPr>
              <a:defRPr/>
            </a:pPr>
            <a:r>
              <a:rPr lang="fr-FR" smtClean="0"/>
              <a:t>	Every night and day and with no delay
	19-  NOS LOUANGES MONTENT VERS TOI                            x2
	Let endless praise resound                                         </a:t>
            </a:r>
          </a:p>
          <a:p>
            <a:pPr>
              <a:defRPr/>
            </a:pPr>
            <a:r>
              <a:rPr lang="fr-FR" smtClean="0"/>
              <a:t>	20- VERS TOI </a:t>
            </a:r>
          </a:p>
          <a:p>
            <a:pPr>
              <a:defRPr/>
            </a:pPr>
            <a:r>
              <a:rPr lang="fr-FR" smtClean="0"/>
              <a:t>	To You </a:t>
            </a: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DIEU NOUS N’ARRÊTERONS JAMAIS </a:t>
            </a:r>
          </a:p>
          <a:p>
            <a:r>
              <a:rPr lang="fr-FR" smtClean="0"/>
              <a:t>You are God and we lift You up
2-  DE TE CHANTER, DE TE LOUER TE CÉLÉBRER, TE GLORIFIER </a:t>
            </a:r>
          </a:p>
          <a:p>
            <a:r>
              <a:rPr lang="fr-FR" smtClean="0"/>
              <a:t>We'll keep singing, we'll keep praising We won't stop giving all we got
3-  ET QUE TON NOM SOIT ÉLEVÉ </a:t>
            </a:r>
          </a:p>
          <a:p>
            <a:r>
              <a:rPr lang="fr-FR" smtClean="0"/>
              <a:t>'Cause You're worthy of all glory</a:t>
            </a:r>
          </a:p>
          <a:p>
            <a:r>
              <a:rPr lang="fr-FR" smtClean="0"/>
              <a:t>4-  OH, QUI EST COMME TOI </a:t>
            </a:r>
          </a:p>
          <a:p>
            <a:r>
              <a:rPr lang="fr-FR" smtClean="0"/>
              <a:t>Oh there is no other,</a:t>
            </a:r>
          </a:p>
          <a:p>
            <a:r>
              <a:rPr lang="fr-FR" smtClean="0"/>
              <a:t>5-  POUR TOUJOURS TU SERAS SEIGNEUR DE TOUTE LA TERRE </a:t>
            </a:r>
          </a:p>
          <a:p>
            <a:r>
              <a:rPr lang="fr-FR" smtClean="0"/>
              <a:t>You are forever Lord over all 
6-  NUL N’EST COMME TOI TU ES LE SEUL ROI </a:t>
            </a:r>
          </a:p>
          <a:p>
            <a:r>
              <a:rPr lang="fr-FR" smtClean="0"/>
              <a:t>There's nobody like You, no one beside You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7-  VERS TOI NOUS POUSSONS DES CRIS DE JOIE </a:t>
            </a:r>
          </a:p>
          <a:p>
            <a:r>
              <a:rPr lang="fr-FR" smtClean="0"/>
              <a:t>	To You Let endless praise resound
	8-  LE JOUR, LA NUIT CHAQUE JOUR DE NOS VIES</a:t>
            </a:r>
          </a:p>
          <a:p>
            <a:r>
              <a:rPr lang="fr-FR" smtClean="0"/>
              <a:t>	Every night and day and with no delay
	9-  NOS LOUANGES MONTENT VERS TOI </a:t>
            </a:r>
          </a:p>
          <a:p>
            <a:r>
              <a:rPr lang="fr-FR" smtClean="0"/>
              <a:t>	Let endless praise resound</a:t>
            </a:r>
          </a:p>
          <a:p>
            <a:endParaRPr lang="fr-FR" smtClean="0"/>
          </a:p>
          <a:p>
            <a:r>
              <a:rPr lang="fr-FR" smtClean="0"/>
              <a:t>10-  TON AMOUR BRILLE COMME LE SOLEIL ET TA GLOIRE EST ÉTERNELLE </a:t>
            </a:r>
          </a:p>
          <a:p>
            <a:r>
              <a:rPr lang="fr-FR" smtClean="0"/>
              <a:t>Boundless love, light before the sun Your glory eternal
11-  À JAMAIS NOUS VIVRONS POUR TOI TA CRÉATION PROCLAMERA </a:t>
            </a:r>
          </a:p>
          <a:p>
            <a:r>
              <a:rPr lang="fr-FR" smtClean="0"/>
              <a:t>Never stops giving all You got Creation keeps singing</a:t>
            </a:r>
          </a:p>
          <a:p>
            <a:r>
              <a:rPr lang="fr-FR" smtClean="0"/>
              <a:t>12-  OH, QUI EST COMME TOI </a:t>
            </a:r>
          </a:p>
          <a:p>
            <a:r>
              <a:rPr lang="fr-FR" smtClean="0"/>
              <a:t>Oh there is no other
13-  POUR TOUJOURS TU SERAS SEIGNEUR DE TOUTE LA TERRE </a:t>
            </a:r>
          </a:p>
          <a:p>
            <a:r>
              <a:rPr lang="fr-FR" smtClean="0"/>
              <a:t>You are forever Lord over all
14-  NUL N’EST COMME TOI TU ES LE SEUL ROI </a:t>
            </a:r>
          </a:p>
          <a:p>
            <a:r>
              <a:rPr lang="fr-FR" smtClean="0"/>
              <a:t>There's nobody like You, no one beside You</a:t>
            </a:r>
          </a:p>
          <a:p>
            <a:endParaRPr lang="fr-FR" smtClean="0"/>
          </a:p>
          <a:p>
            <a:r>
              <a:rPr lang="fr-FR" smtClean="0"/>
              <a:t>	Refrain : x2</a:t>
            </a:r>
          </a:p>
          <a:p>
            <a:endParaRPr lang="fr-FR" smtClean="0"/>
          </a:p>
          <a:p>
            <a:r>
              <a:rPr lang="fr-FR" smtClean="0"/>
              <a:t>15-  NOUS VOULONS T’ÉLEVER POUR TON AMOUR ET TA BONTÉ</a:t>
            </a:r>
          </a:p>
          <a:p>
            <a:r>
              <a:rPr lang="fr-FR" smtClean="0"/>
              <a:t>We lift You up, up, up We're giving You our love, love, love
16-  POUR TOUT CE QUE TU ES NOUS VOULONS TE LOUER                 x2</a:t>
            </a:r>
          </a:p>
          <a:p>
            <a:r>
              <a:rPr lang="fr-FR" smtClean="0"/>
              <a:t>For everything You've done, done, done We give You all the praise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17-  VERS TOI NOUS POUSSONS DES CRIS DE JOIE </a:t>
            </a:r>
          </a:p>
          <a:p>
            <a:r>
              <a:rPr lang="fr-FR" smtClean="0"/>
              <a:t>	To You Let endless praise resound
	18-  LE JOUR, LA NUIT CHAQUE JOUR DE NOS VIES </a:t>
            </a:r>
          </a:p>
          <a:p>
            <a:r>
              <a:rPr lang="fr-FR" smtClean="0"/>
              <a:t>	Every night and day and with no delay
	19-  NOS LOUANGES MONTENT VERS TOI                            x2
	Let endless praise resound                                         </a:t>
            </a:r>
          </a:p>
          <a:p>
            <a:r>
              <a:rPr lang="fr-FR" smtClean="0"/>
              <a:t>	20- VERS TOI </a:t>
            </a:r>
          </a:p>
          <a:p>
            <a:r>
              <a:rPr lang="fr-FR" smtClean="0"/>
              <a:t>	To You </a:t>
            </a: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TU ES DIEU NOUS N’ARRÊTERONS JAMAIS </a:t>
            </a:r>
          </a:p>
          <a:p>
            <a:pPr>
              <a:defRPr/>
            </a:pPr>
            <a:r>
              <a:rPr lang="fr-FR" smtClean="0"/>
              <a:t>You are God and we lift You up
2-  DE TE CHANTER, DE TE LOUER TE CÉLÉBRER, TE GLORIFIER </a:t>
            </a:r>
          </a:p>
          <a:p>
            <a:pPr>
              <a:defRPr/>
            </a:pPr>
            <a:r>
              <a:rPr lang="fr-FR" smtClean="0"/>
              <a:t>We'll keep singing, we'll keep praising We won't stop giving all we got
3-  ET QUE TON NOM SOIT ÉLEVÉ </a:t>
            </a:r>
          </a:p>
          <a:p>
            <a:pPr>
              <a:defRPr/>
            </a:pPr>
            <a:r>
              <a:rPr lang="fr-FR" smtClean="0"/>
              <a:t>'Cause You're worthy of all glory</a:t>
            </a:r>
          </a:p>
          <a:p>
            <a:pPr>
              <a:defRPr/>
            </a:pPr>
            <a:r>
              <a:rPr lang="fr-FR" smtClean="0"/>
              <a:t>4-  OH, QUI EST COMME TOI </a:t>
            </a:r>
          </a:p>
          <a:p>
            <a:pPr>
              <a:defRPr/>
            </a:pPr>
            <a:r>
              <a:rPr lang="fr-FR" smtClean="0"/>
              <a:t>Oh there is no other,</a:t>
            </a:r>
          </a:p>
          <a:p>
            <a:pPr>
              <a:defRPr/>
            </a:pPr>
            <a:r>
              <a:rPr lang="fr-FR" smtClean="0"/>
              <a:t>5-  POUR TOUJOURS TU SERAS SEIGNEUR DE TOUTE LA TERRE </a:t>
            </a:r>
          </a:p>
          <a:p>
            <a:pPr>
              <a:defRPr/>
            </a:pPr>
            <a:r>
              <a:rPr lang="fr-FR" smtClean="0"/>
              <a:t>You are forever Lord over all 
6-  NUL N’EST COMME TOI TU ES LE SEUL ROI </a:t>
            </a:r>
          </a:p>
          <a:p>
            <a:pPr>
              <a:defRPr/>
            </a:pPr>
            <a:r>
              <a:rPr lang="fr-FR" smtClean="0"/>
              <a:t>There's nobody like You, no one beside You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	7-  VERS TOI NOUS POUSSONS DES CRIS DE JOIE </a:t>
            </a:r>
          </a:p>
          <a:p>
            <a:pPr>
              <a:defRPr/>
            </a:pPr>
            <a:r>
              <a:rPr lang="fr-FR" smtClean="0"/>
              <a:t>	To You Let endless praise resound
	8-  LE JOUR, LA NUIT CHAQUE JOUR DE NOS VIES</a:t>
            </a:r>
          </a:p>
          <a:p>
            <a:pPr>
              <a:defRPr/>
            </a:pPr>
            <a:r>
              <a:rPr lang="fr-FR" smtClean="0"/>
              <a:t>	Every night and day and with no delay
	9-  NOS LOUANGES MONTENT VERS TOI </a:t>
            </a:r>
          </a:p>
          <a:p>
            <a:pPr>
              <a:defRPr/>
            </a:pPr>
            <a:r>
              <a:rPr lang="fr-FR" smtClean="0"/>
              <a:t>	Let endless praise resound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TON AMOUR BRILLE COMME LE SOLEIL ET TA GLOIRE EST ÉTERNELLE </a:t>
            </a:r>
          </a:p>
          <a:p>
            <a:pPr>
              <a:defRPr/>
            </a:pPr>
            <a:r>
              <a:rPr lang="fr-FR" smtClean="0"/>
              <a:t>Boundless love, light before the sun Your glory eternal
11-  À JAMAIS NOUS VIVRONS POUR TOI TA CRÉATION PROCLAMERA </a:t>
            </a:r>
          </a:p>
          <a:p>
            <a:pPr>
              <a:defRPr/>
            </a:pPr>
            <a:r>
              <a:rPr lang="fr-FR" smtClean="0"/>
              <a:t>Never stops giving all You got Creation keeps singing</a:t>
            </a:r>
          </a:p>
          <a:p>
            <a:pPr>
              <a:defRPr/>
            </a:pPr>
            <a:r>
              <a:rPr lang="fr-FR" smtClean="0"/>
              <a:t>12-  OH, QUI EST COMME TOI </a:t>
            </a:r>
          </a:p>
          <a:p>
            <a:pPr>
              <a:defRPr/>
            </a:pPr>
            <a:r>
              <a:rPr lang="fr-FR" smtClean="0"/>
              <a:t>Oh there is no other
13-  POUR TOUJOURS TU SERAS SEIGNEUR DE TOUTE LA TERRE </a:t>
            </a:r>
          </a:p>
          <a:p>
            <a:pPr>
              <a:defRPr/>
            </a:pPr>
            <a:r>
              <a:rPr lang="fr-FR" smtClean="0"/>
              <a:t>You are forever Lord over all
14-  NUL N’EST COMME TOI TU ES LE SEUL ROI </a:t>
            </a:r>
          </a:p>
          <a:p>
            <a:pPr>
              <a:defRPr/>
            </a:pPr>
            <a:r>
              <a:rPr lang="fr-FR" smtClean="0"/>
              <a:t>There's nobody like You, no one beside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NOUS VOULONS T’ÉLEVER POUR TON AMOUR ET TA BONTÉ</a:t>
            </a:r>
          </a:p>
          <a:p>
            <a:pPr>
              <a:defRPr/>
            </a:pPr>
            <a:r>
              <a:rPr lang="fr-FR" smtClean="0"/>
              <a:t>We lift You up, up, up We're giving You our love, love, love
16-  POUR TOUT CE QUE TU ES NOUS VOULONS TE LOUER                 x2</a:t>
            </a:r>
          </a:p>
          <a:p>
            <a:pPr>
              <a:defRPr/>
            </a:pPr>
            <a:r>
              <a:rPr lang="fr-FR" smtClean="0"/>
              <a:t>For everything You've done, done, done We give You all the praise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	17-  VERS TOI NOUS POUSSONS DES CRIS DE JOIE </a:t>
            </a:r>
          </a:p>
          <a:p>
            <a:pPr>
              <a:defRPr/>
            </a:pPr>
            <a:r>
              <a:rPr lang="fr-FR" smtClean="0"/>
              <a:t>	To You Let endless praise resound
	18-  LE JOUR, LA NUIT CHAQUE JOUR DE NOS VIES </a:t>
            </a:r>
          </a:p>
          <a:p>
            <a:pPr>
              <a:defRPr/>
            </a:pPr>
            <a:r>
              <a:rPr lang="fr-FR" smtClean="0"/>
              <a:t>	Every night and day and with no delay
	19-  NOS LOUANGES MONTENT VERS TOI                            x2
	Let endless praise resound                                         </a:t>
            </a:r>
          </a:p>
          <a:p>
            <a:pPr>
              <a:defRPr/>
            </a:pPr>
            <a:r>
              <a:rPr lang="fr-FR" smtClean="0"/>
              <a:t>	20- VERS TOI </a:t>
            </a:r>
          </a:p>
          <a:p>
            <a:pPr>
              <a:defRPr/>
            </a:pPr>
            <a:r>
              <a:rPr lang="fr-FR" smtClean="0"/>
              <a:t>	To You </a:t>
            </a: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DIEU NOUS N’ARRÊTERONS JAMAIS </a:t>
            </a:r>
          </a:p>
          <a:p>
            <a:r>
              <a:rPr lang="fr-FR" smtClean="0"/>
              <a:t>You are God and we lift You up
2-  DE TE CHANTER, DE TE LOUER TE CÉLÉBRER, TE GLORIFIER </a:t>
            </a:r>
          </a:p>
          <a:p>
            <a:r>
              <a:rPr lang="fr-FR" smtClean="0"/>
              <a:t>We'll keep singing, we'll keep praising We won't stop giving all we got
3-  ET QUE TON NOM SOIT ÉLEVÉ </a:t>
            </a:r>
          </a:p>
          <a:p>
            <a:r>
              <a:rPr lang="fr-FR" smtClean="0"/>
              <a:t>'Cause You're worthy of all glory</a:t>
            </a:r>
          </a:p>
          <a:p>
            <a:r>
              <a:rPr lang="fr-FR" smtClean="0"/>
              <a:t>4-  OH, QUI EST COMME TOI </a:t>
            </a:r>
          </a:p>
          <a:p>
            <a:r>
              <a:rPr lang="fr-FR" smtClean="0"/>
              <a:t>Oh there is no other,</a:t>
            </a:r>
          </a:p>
          <a:p>
            <a:r>
              <a:rPr lang="fr-FR" smtClean="0"/>
              <a:t>5-  POUR TOUJOURS TU SERAS SEIGNEUR DE TOUTE LA TERRE </a:t>
            </a:r>
          </a:p>
          <a:p>
            <a:r>
              <a:rPr lang="fr-FR" smtClean="0"/>
              <a:t>You are forever Lord over all 
6-  NUL N’EST COMME TOI TU ES LE SEUL ROI </a:t>
            </a:r>
          </a:p>
          <a:p>
            <a:r>
              <a:rPr lang="fr-FR" smtClean="0"/>
              <a:t>There's nobody like You, no one beside You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7-  VERS TOI NOUS POUSSONS DES CRIS DE JOIE </a:t>
            </a:r>
          </a:p>
          <a:p>
            <a:r>
              <a:rPr lang="fr-FR" smtClean="0"/>
              <a:t>	To You Let endless praise resound
	8-  LE JOUR, LA NUIT CHAQUE JOUR DE NOS VIES</a:t>
            </a:r>
          </a:p>
          <a:p>
            <a:r>
              <a:rPr lang="fr-FR" smtClean="0"/>
              <a:t>	Every night and day and with no delay
	9-  NOS LOUANGES MONTENT VERS TOI </a:t>
            </a:r>
          </a:p>
          <a:p>
            <a:r>
              <a:rPr lang="fr-FR" smtClean="0"/>
              <a:t>	Let endless praise resound</a:t>
            </a:r>
          </a:p>
          <a:p>
            <a:endParaRPr lang="fr-FR" smtClean="0"/>
          </a:p>
          <a:p>
            <a:r>
              <a:rPr lang="fr-FR" smtClean="0"/>
              <a:t>10-  TON AMOUR BRILLE COMME LE SOLEIL ET TA GLOIRE EST ÉTERNELLE </a:t>
            </a:r>
          </a:p>
          <a:p>
            <a:r>
              <a:rPr lang="fr-FR" smtClean="0"/>
              <a:t>Boundless love, light before the sun Your glory eternal
11-  À JAMAIS NOUS VIVRONS POUR TOI TA CRÉATION PROCLAMERA </a:t>
            </a:r>
          </a:p>
          <a:p>
            <a:r>
              <a:rPr lang="fr-FR" smtClean="0"/>
              <a:t>Never stops giving all You got Creation keeps singing</a:t>
            </a:r>
          </a:p>
          <a:p>
            <a:r>
              <a:rPr lang="fr-FR" smtClean="0"/>
              <a:t>12-  OH, QUI EST COMME TOI </a:t>
            </a:r>
          </a:p>
          <a:p>
            <a:r>
              <a:rPr lang="fr-FR" smtClean="0"/>
              <a:t>Oh there is no other
13-  POUR TOUJOURS TU SERAS SEIGNEUR DE TOUTE LA TERRE </a:t>
            </a:r>
          </a:p>
          <a:p>
            <a:r>
              <a:rPr lang="fr-FR" smtClean="0"/>
              <a:t>You are forever Lord over all
14-  NUL N’EST COMME TOI TU ES LE SEUL ROI </a:t>
            </a:r>
          </a:p>
          <a:p>
            <a:r>
              <a:rPr lang="fr-FR" smtClean="0"/>
              <a:t>There's nobody like You, no one beside You</a:t>
            </a:r>
          </a:p>
          <a:p>
            <a:endParaRPr lang="fr-FR" smtClean="0"/>
          </a:p>
          <a:p>
            <a:r>
              <a:rPr lang="fr-FR" smtClean="0"/>
              <a:t>	Refrain : x2</a:t>
            </a:r>
          </a:p>
          <a:p>
            <a:endParaRPr lang="fr-FR" smtClean="0"/>
          </a:p>
          <a:p>
            <a:r>
              <a:rPr lang="fr-FR" smtClean="0"/>
              <a:t>15-  NOUS VOULONS T’ÉLEVER POUR TON AMOUR ET TA BONTÉ</a:t>
            </a:r>
          </a:p>
          <a:p>
            <a:r>
              <a:rPr lang="fr-FR" smtClean="0"/>
              <a:t>We lift You up, up, up We're giving You our love, love, love
16-  POUR TOUT CE QUE TU ES NOUS VOULONS TE LOUER                 x2</a:t>
            </a:r>
          </a:p>
          <a:p>
            <a:r>
              <a:rPr lang="fr-FR" smtClean="0"/>
              <a:t>For everything You've done, done, done We give You all the praise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17-  VERS TOI NOUS POUSSONS DES CRIS DE JOIE </a:t>
            </a:r>
          </a:p>
          <a:p>
            <a:r>
              <a:rPr lang="fr-FR" smtClean="0"/>
              <a:t>	To You Let endless praise resound
	18-  LE JOUR, LA NUIT CHAQUE JOUR DE NOS VIES </a:t>
            </a:r>
          </a:p>
          <a:p>
            <a:r>
              <a:rPr lang="fr-FR" smtClean="0"/>
              <a:t>	Every night and day and with no delay
	19-  NOS LOUANGES MONTENT VERS TOI                            x2
	Let endless praise resound                                         </a:t>
            </a:r>
          </a:p>
          <a:p>
            <a:r>
              <a:rPr lang="fr-FR" smtClean="0"/>
              <a:t>	20- VERS TOI </a:t>
            </a:r>
          </a:p>
          <a:p>
            <a:r>
              <a:rPr lang="fr-FR" smtClean="0"/>
              <a:t>	To You </a:t>
            </a: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TU ES DIEU NOUS N’ARRÊTERONS JAMAIS </a:t>
            </a:r>
          </a:p>
          <a:p>
            <a:pPr>
              <a:defRPr/>
            </a:pPr>
            <a:r>
              <a:rPr lang="fr-FR" smtClean="0"/>
              <a:t>You are God and we lift You up
2-  DE TE CHANTER, DE TE LOUER TE CÉLÉBRER, TE GLORIFIER </a:t>
            </a:r>
          </a:p>
          <a:p>
            <a:pPr>
              <a:defRPr/>
            </a:pPr>
            <a:r>
              <a:rPr lang="fr-FR" smtClean="0"/>
              <a:t>We'll keep singing, we'll keep praising We won't stop giving all we got
3-  ET QUE TON NOM SOIT ÉLEVÉ </a:t>
            </a:r>
          </a:p>
          <a:p>
            <a:pPr>
              <a:defRPr/>
            </a:pPr>
            <a:r>
              <a:rPr lang="fr-FR" smtClean="0"/>
              <a:t>'Cause You're worthy of all glory</a:t>
            </a:r>
          </a:p>
          <a:p>
            <a:pPr>
              <a:defRPr/>
            </a:pPr>
            <a:r>
              <a:rPr lang="fr-FR" smtClean="0"/>
              <a:t>4-  OH, QUI EST COMME TOI </a:t>
            </a:r>
          </a:p>
          <a:p>
            <a:pPr>
              <a:defRPr/>
            </a:pPr>
            <a:r>
              <a:rPr lang="fr-FR" smtClean="0"/>
              <a:t>Oh there is no other,</a:t>
            </a:r>
          </a:p>
          <a:p>
            <a:pPr>
              <a:defRPr/>
            </a:pPr>
            <a:r>
              <a:rPr lang="fr-FR" smtClean="0"/>
              <a:t>5-  POUR TOUJOURS TU SERAS SEIGNEUR DE TOUTE LA TERRE </a:t>
            </a:r>
          </a:p>
          <a:p>
            <a:pPr>
              <a:defRPr/>
            </a:pPr>
            <a:r>
              <a:rPr lang="fr-FR" smtClean="0"/>
              <a:t>You are forever Lord over all 
6-  NUL N’EST COMME TOI TU ES LE SEUL ROI </a:t>
            </a:r>
          </a:p>
          <a:p>
            <a:pPr>
              <a:defRPr/>
            </a:pPr>
            <a:r>
              <a:rPr lang="fr-FR" smtClean="0"/>
              <a:t>There's nobody like You, no one beside You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	7-  VERS TOI NOUS POUSSONS DES CRIS DE JOIE </a:t>
            </a:r>
          </a:p>
          <a:p>
            <a:pPr>
              <a:defRPr/>
            </a:pPr>
            <a:r>
              <a:rPr lang="fr-FR" smtClean="0"/>
              <a:t>	To You Let endless praise resound
	8-  LE JOUR, LA NUIT CHAQUE JOUR DE NOS VIES</a:t>
            </a:r>
          </a:p>
          <a:p>
            <a:pPr>
              <a:defRPr/>
            </a:pPr>
            <a:r>
              <a:rPr lang="fr-FR" smtClean="0"/>
              <a:t>	Every night and day and with no delay
	9-  NOS LOUANGES MONTENT VERS TOI </a:t>
            </a:r>
          </a:p>
          <a:p>
            <a:pPr>
              <a:defRPr/>
            </a:pPr>
            <a:r>
              <a:rPr lang="fr-FR" smtClean="0"/>
              <a:t>	Let endless praise resound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TON AMOUR BRILLE COMME LE SOLEIL ET TA GLOIRE EST ÉTERNELLE </a:t>
            </a:r>
          </a:p>
          <a:p>
            <a:pPr>
              <a:defRPr/>
            </a:pPr>
            <a:r>
              <a:rPr lang="fr-FR" smtClean="0"/>
              <a:t>Boundless love, light before the sun Your glory eternal
11-  À JAMAIS NOUS VIVRONS POUR TOI TA CRÉATION PROCLAMERA </a:t>
            </a:r>
          </a:p>
          <a:p>
            <a:pPr>
              <a:defRPr/>
            </a:pPr>
            <a:r>
              <a:rPr lang="fr-FR" smtClean="0"/>
              <a:t>Never stops giving all You got Creation keeps singing</a:t>
            </a:r>
          </a:p>
          <a:p>
            <a:pPr>
              <a:defRPr/>
            </a:pPr>
            <a:r>
              <a:rPr lang="fr-FR" smtClean="0"/>
              <a:t>12-  OH, QUI EST COMME TOI </a:t>
            </a:r>
          </a:p>
          <a:p>
            <a:pPr>
              <a:defRPr/>
            </a:pPr>
            <a:r>
              <a:rPr lang="fr-FR" smtClean="0"/>
              <a:t>Oh there is no other
13-  POUR TOUJOURS TU SERAS SEIGNEUR DE TOUTE LA TERRE </a:t>
            </a:r>
          </a:p>
          <a:p>
            <a:pPr>
              <a:defRPr/>
            </a:pPr>
            <a:r>
              <a:rPr lang="fr-FR" smtClean="0"/>
              <a:t>You are forever Lord over all
14-  NUL N’EST COMME TOI TU ES LE SEUL ROI </a:t>
            </a:r>
          </a:p>
          <a:p>
            <a:pPr>
              <a:defRPr/>
            </a:pPr>
            <a:r>
              <a:rPr lang="fr-FR" smtClean="0"/>
              <a:t>There's nobody like You, no one beside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NOUS VOULONS T’ÉLEVER POUR TON AMOUR ET TA BONTÉ</a:t>
            </a:r>
          </a:p>
          <a:p>
            <a:pPr>
              <a:defRPr/>
            </a:pPr>
            <a:r>
              <a:rPr lang="fr-FR" smtClean="0"/>
              <a:t>We lift You up, up, up We're giving You our love, love, love
16-  POUR TOUT CE QUE TU ES NOUS VOULONS TE LOUER                 x2</a:t>
            </a:r>
          </a:p>
          <a:p>
            <a:pPr>
              <a:defRPr/>
            </a:pPr>
            <a:r>
              <a:rPr lang="fr-FR" smtClean="0"/>
              <a:t>For everything You've done, done, done We give You all the praise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	17-  VERS TOI NOUS POUSSONS DES CRIS DE JOIE </a:t>
            </a:r>
          </a:p>
          <a:p>
            <a:pPr>
              <a:defRPr/>
            </a:pPr>
            <a:r>
              <a:rPr lang="fr-FR" smtClean="0"/>
              <a:t>	To You Let endless praise resound
	18-  LE JOUR, LA NUIT CHAQUE JOUR DE NOS VIES </a:t>
            </a:r>
          </a:p>
          <a:p>
            <a:pPr>
              <a:defRPr/>
            </a:pPr>
            <a:r>
              <a:rPr lang="fr-FR" smtClean="0"/>
              <a:t>	Every night and day and with no delay
	19-  NOS LOUANGES MONTENT VERS TOI                            x2
	Let endless praise resound                                         </a:t>
            </a:r>
          </a:p>
          <a:p>
            <a:pPr>
              <a:defRPr/>
            </a:pPr>
            <a:r>
              <a:rPr lang="fr-FR" smtClean="0"/>
              <a:t>	20- VERS TOI </a:t>
            </a:r>
          </a:p>
          <a:p>
            <a:pPr>
              <a:defRPr/>
            </a:pPr>
            <a:r>
              <a:rPr lang="fr-FR" smtClean="0"/>
              <a:t>	To You </a:t>
            </a: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DIEU NOUS N’ARRÊTERONS JAMAIS </a:t>
            </a:r>
          </a:p>
          <a:p>
            <a:r>
              <a:rPr lang="fr-FR" smtClean="0"/>
              <a:t>You are God and we lift You up
2-  DE TE CHANTER, DE TE LOUER TE CÉLÉBRER, TE GLORIFIER </a:t>
            </a:r>
          </a:p>
          <a:p>
            <a:r>
              <a:rPr lang="fr-FR" smtClean="0"/>
              <a:t>We'll keep singing, we'll keep praising We won't stop giving all we got
3-  ET QUE TON NOM SOIT ÉLEVÉ </a:t>
            </a:r>
          </a:p>
          <a:p>
            <a:r>
              <a:rPr lang="fr-FR" smtClean="0"/>
              <a:t>'Cause You're worthy of all glory</a:t>
            </a:r>
          </a:p>
          <a:p>
            <a:r>
              <a:rPr lang="fr-FR" smtClean="0"/>
              <a:t>4-  OH, QUI EST COMME TOI </a:t>
            </a:r>
          </a:p>
          <a:p>
            <a:r>
              <a:rPr lang="fr-FR" smtClean="0"/>
              <a:t>Oh there is no other,</a:t>
            </a:r>
          </a:p>
          <a:p>
            <a:r>
              <a:rPr lang="fr-FR" smtClean="0"/>
              <a:t>5-  POUR TOUJOURS TU SERAS SEIGNEUR DE TOUTE LA TERRE </a:t>
            </a:r>
          </a:p>
          <a:p>
            <a:r>
              <a:rPr lang="fr-FR" smtClean="0"/>
              <a:t>You are forever Lord over all 
6-  NUL N’EST COMME TOI TU ES LE SEUL ROI </a:t>
            </a:r>
          </a:p>
          <a:p>
            <a:r>
              <a:rPr lang="fr-FR" smtClean="0"/>
              <a:t>There's nobody like You, no one beside You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7-  VERS TOI NOUS POUSSONS DES CRIS DE JOIE </a:t>
            </a:r>
          </a:p>
          <a:p>
            <a:r>
              <a:rPr lang="fr-FR" smtClean="0"/>
              <a:t>	To You Let endless praise resound
	8-  LE JOUR, LA NUIT CHAQUE JOUR DE NOS VIES</a:t>
            </a:r>
          </a:p>
          <a:p>
            <a:r>
              <a:rPr lang="fr-FR" smtClean="0"/>
              <a:t>	Every night and day and with no delay
	9-  NOS LOUANGES MONTENT VERS TOI </a:t>
            </a:r>
          </a:p>
          <a:p>
            <a:r>
              <a:rPr lang="fr-FR" smtClean="0"/>
              <a:t>	Let endless praise resound</a:t>
            </a:r>
          </a:p>
          <a:p>
            <a:endParaRPr lang="fr-FR" smtClean="0"/>
          </a:p>
          <a:p>
            <a:r>
              <a:rPr lang="fr-FR" smtClean="0"/>
              <a:t>10-  TON AMOUR BRILLE COMME LE SOLEIL ET TA GLOIRE EST ÉTERNELLE </a:t>
            </a:r>
          </a:p>
          <a:p>
            <a:r>
              <a:rPr lang="fr-FR" smtClean="0"/>
              <a:t>Boundless love, light before the sun Your glory eternal
11-  À JAMAIS NOUS VIVRONS POUR TOI TA CRÉATION PROCLAMERA </a:t>
            </a:r>
          </a:p>
          <a:p>
            <a:r>
              <a:rPr lang="fr-FR" smtClean="0"/>
              <a:t>Never stops giving all You got Creation keeps singing</a:t>
            </a:r>
          </a:p>
          <a:p>
            <a:r>
              <a:rPr lang="fr-FR" smtClean="0"/>
              <a:t>12-  OH, QUI EST COMME TOI </a:t>
            </a:r>
          </a:p>
          <a:p>
            <a:r>
              <a:rPr lang="fr-FR" smtClean="0"/>
              <a:t>Oh there is no other
13-  POUR TOUJOURS TU SERAS SEIGNEUR DE TOUTE LA TERRE </a:t>
            </a:r>
          </a:p>
          <a:p>
            <a:r>
              <a:rPr lang="fr-FR" smtClean="0"/>
              <a:t>You are forever Lord over all
14-  NUL N’EST COMME TOI TU ES LE SEUL ROI </a:t>
            </a:r>
          </a:p>
          <a:p>
            <a:r>
              <a:rPr lang="fr-FR" smtClean="0"/>
              <a:t>There's nobody like You, no one beside You</a:t>
            </a:r>
          </a:p>
          <a:p>
            <a:endParaRPr lang="fr-FR" smtClean="0"/>
          </a:p>
          <a:p>
            <a:r>
              <a:rPr lang="fr-FR" smtClean="0"/>
              <a:t>	Refrain : x2</a:t>
            </a:r>
          </a:p>
          <a:p>
            <a:endParaRPr lang="fr-FR" smtClean="0"/>
          </a:p>
          <a:p>
            <a:r>
              <a:rPr lang="fr-FR" smtClean="0"/>
              <a:t>15-  NOUS VOULONS T’ÉLEVER POUR TON AMOUR ET TA BONTÉ</a:t>
            </a:r>
          </a:p>
          <a:p>
            <a:r>
              <a:rPr lang="fr-FR" smtClean="0"/>
              <a:t>We lift You up, up, up We're giving You our love, love, love
16-  POUR TOUT CE QUE TU ES NOUS VOULONS TE LOUER                 x2</a:t>
            </a:r>
          </a:p>
          <a:p>
            <a:r>
              <a:rPr lang="fr-FR" smtClean="0"/>
              <a:t>For everything You've done, done, done We give You all the praise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17-  VERS TOI NOUS POUSSONS DES CRIS DE JOIE </a:t>
            </a:r>
          </a:p>
          <a:p>
            <a:r>
              <a:rPr lang="fr-FR" smtClean="0"/>
              <a:t>	To You Let endless praise resound
	18-  LE JOUR, LA NUIT CHAQUE JOUR DE NOS VIES </a:t>
            </a:r>
          </a:p>
          <a:p>
            <a:r>
              <a:rPr lang="fr-FR" smtClean="0"/>
              <a:t>	Every night and day and with no delay
	19-  NOS LOUANGES MONTENT VERS TOI                            x2
	Let endless praise resound                                         </a:t>
            </a:r>
          </a:p>
          <a:p>
            <a:r>
              <a:rPr lang="fr-FR" smtClean="0"/>
              <a:t>	20- VERS TOI </a:t>
            </a:r>
          </a:p>
          <a:p>
            <a:r>
              <a:rPr lang="fr-FR" smtClean="0"/>
              <a:t>	To You </a:t>
            </a:r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TU ES DIEU NOUS N’ARRÊTERONS JAMAIS </a:t>
            </a:r>
          </a:p>
          <a:p>
            <a:pPr>
              <a:defRPr/>
            </a:pPr>
            <a:r>
              <a:rPr lang="fr-FR" smtClean="0"/>
              <a:t>You are God and we lift You up
2-  DE TE CHANTER, DE TE LOUER TE CÉLÉBRER, TE GLORIFIER </a:t>
            </a:r>
          </a:p>
          <a:p>
            <a:pPr>
              <a:defRPr/>
            </a:pPr>
            <a:r>
              <a:rPr lang="fr-FR" smtClean="0"/>
              <a:t>We'll keep singing, we'll keep praising We won't stop giving all we got
3-  ET QUE TON NOM SOIT ÉLEVÉ </a:t>
            </a:r>
          </a:p>
          <a:p>
            <a:pPr>
              <a:defRPr/>
            </a:pPr>
            <a:r>
              <a:rPr lang="fr-FR" smtClean="0"/>
              <a:t>'Cause You're worthy of all glory</a:t>
            </a:r>
          </a:p>
          <a:p>
            <a:pPr>
              <a:defRPr/>
            </a:pPr>
            <a:r>
              <a:rPr lang="fr-FR" smtClean="0"/>
              <a:t>4-  OH, QUI EST COMME TOI </a:t>
            </a:r>
          </a:p>
          <a:p>
            <a:pPr>
              <a:defRPr/>
            </a:pPr>
            <a:r>
              <a:rPr lang="fr-FR" smtClean="0"/>
              <a:t>Oh there is no other,</a:t>
            </a:r>
          </a:p>
          <a:p>
            <a:pPr>
              <a:defRPr/>
            </a:pPr>
            <a:r>
              <a:rPr lang="fr-FR" smtClean="0"/>
              <a:t>5-  POUR TOUJOURS TU SERAS SEIGNEUR DE TOUTE LA TERRE </a:t>
            </a:r>
          </a:p>
          <a:p>
            <a:pPr>
              <a:defRPr/>
            </a:pPr>
            <a:r>
              <a:rPr lang="fr-FR" smtClean="0"/>
              <a:t>You are forever Lord over all 
6-  NUL N’EST COMME TOI TU ES LE SEUL ROI </a:t>
            </a:r>
          </a:p>
          <a:p>
            <a:pPr>
              <a:defRPr/>
            </a:pPr>
            <a:r>
              <a:rPr lang="fr-FR" smtClean="0"/>
              <a:t>There's nobody like You, no one beside You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	7-  VERS TOI NOUS POUSSONS DES CRIS DE JOIE </a:t>
            </a:r>
          </a:p>
          <a:p>
            <a:pPr>
              <a:defRPr/>
            </a:pPr>
            <a:r>
              <a:rPr lang="fr-FR" smtClean="0"/>
              <a:t>	To You Let endless praise resound
	8-  LE JOUR, LA NUIT CHAQUE JOUR DE NOS VIES</a:t>
            </a:r>
          </a:p>
          <a:p>
            <a:pPr>
              <a:defRPr/>
            </a:pPr>
            <a:r>
              <a:rPr lang="fr-FR" smtClean="0"/>
              <a:t>	Every night and day and with no delay
	9-  NOS LOUANGES MONTENT VERS TOI </a:t>
            </a:r>
          </a:p>
          <a:p>
            <a:pPr>
              <a:defRPr/>
            </a:pPr>
            <a:r>
              <a:rPr lang="fr-FR" smtClean="0"/>
              <a:t>	Let endless praise resound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TON AMOUR BRILLE COMME LE SOLEIL ET TA GLOIRE EST ÉTERNELLE </a:t>
            </a:r>
          </a:p>
          <a:p>
            <a:pPr>
              <a:defRPr/>
            </a:pPr>
            <a:r>
              <a:rPr lang="fr-FR" smtClean="0"/>
              <a:t>Boundless love, light before the sun Your glory eternal
11-  À JAMAIS NOUS VIVRONS POUR TOI TA CRÉATION PROCLAMERA </a:t>
            </a:r>
          </a:p>
          <a:p>
            <a:pPr>
              <a:defRPr/>
            </a:pPr>
            <a:r>
              <a:rPr lang="fr-FR" smtClean="0"/>
              <a:t>Never stops giving all You got Creation keeps singing</a:t>
            </a:r>
          </a:p>
          <a:p>
            <a:pPr>
              <a:defRPr/>
            </a:pPr>
            <a:r>
              <a:rPr lang="fr-FR" smtClean="0"/>
              <a:t>12-  OH, QUI EST COMME TOI </a:t>
            </a:r>
          </a:p>
          <a:p>
            <a:pPr>
              <a:defRPr/>
            </a:pPr>
            <a:r>
              <a:rPr lang="fr-FR" smtClean="0"/>
              <a:t>Oh there is no other
13-  POUR TOUJOURS TU SERAS SEIGNEUR DE TOUTE LA TERRE </a:t>
            </a:r>
          </a:p>
          <a:p>
            <a:pPr>
              <a:defRPr/>
            </a:pPr>
            <a:r>
              <a:rPr lang="fr-FR" smtClean="0"/>
              <a:t>You are forever Lord over all
14-  NUL N’EST COMME TOI TU ES LE SEUL ROI </a:t>
            </a:r>
          </a:p>
          <a:p>
            <a:pPr>
              <a:defRPr/>
            </a:pPr>
            <a:r>
              <a:rPr lang="fr-FR" smtClean="0"/>
              <a:t>There's nobody like You, no one beside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NOUS VOULONS T’ÉLEVER POUR TON AMOUR ET TA BONTÉ</a:t>
            </a:r>
          </a:p>
          <a:p>
            <a:pPr>
              <a:defRPr/>
            </a:pPr>
            <a:r>
              <a:rPr lang="fr-FR" smtClean="0"/>
              <a:t>We lift You up, up, up We're giving You our love, love, love
16-  POUR TOUT CE QUE TU ES NOUS VOULONS TE LOUER                 x2</a:t>
            </a:r>
          </a:p>
          <a:p>
            <a:pPr>
              <a:defRPr/>
            </a:pPr>
            <a:r>
              <a:rPr lang="fr-FR" smtClean="0"/>
              <a:t>For everything You've done, done, done We give You all the praise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	17-  VERS TOI NOUS POUSSONS DES CRIS DE JOIE </a:t>
            </a:r>
          </a:p>
          <a:p>
            <a:pPr>
              <a:defRPr/>
            </a:pPr>
            <a:r>
              <a:rPr lang="fr-FR" smtClean="0"/>
              <a:t>	To You Let endless praise resound
	18-  LE JOUR, LA NUIT CHAQUE JOUR DE NOS VIES </a:t>
            </a:r>
          </a:p>
          <a:p>
            <a:pPr>
              <a:defRPr/>
            </a:pPr>
            <a:r>
              <a:rPr lang="fr-FR" smtClean="0"/>
              <a:t>	Every night and day and with no delay
	19-  NOS LOUANGES MONTENT VERS TOI                            x2
	Let endless praise resound                                         </a:t>
            </a:r>
          </a:p>
          <a:p>
            <a:pPr>
              <a:defRPr/>
            </a:pPr>
            <a:r>
              <a:rPr lang="fr-FR" smtClean="0"/>
              <a:t>	20- VERS TOI </a:t>
            </a:r>
          </a:p>
          <a:p>
            <a:pPr>
              <a:defRPr/>
            </a:pPr>
            <a:r>
              <a:rPr lang="fr-FR" smtClean="0"/>
              <a:t>	To You </a:t>
            </a: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DIEU NOUS N’ARRÊTERONS JAMAIS </a:t>
            </a:r>
          </a:p>
          <a:p>
            <a:r>
              <a:rPr lang="fr-FR" smtClean="0"/>
              <a:t>You are God and we lift You up
2-  DE TE CHANTER, DE TE LOUER TE CÉLÉBRER, TE GLORIFIER </a:t>
            </a:r>
          </a:p>
          <a:p>
            <a:r>
              <a:rPr lang="fr-FR" smtClean="0"/>
              <a:t>We'll keep singing, we'll keep praising We won't stop giving all we got
3-  ET QUE TON NOM SOIT ÉLEVÉ </a:t>
            </a:r>
          </a:p>
          <a:p>
            <a:r>
              <a:rPr lang="fr-FR" smtClean="0"/>
              <a:t>'Cause You're worthy of all glory</a:t>
            </a:r>
          </a:p>
          <a:p>
            <a:r>
              <a:rPr lang="fr-FR" smtClean="0"/>
              <a:t>4-  OH, QUI EST COMME TOI </a:t>
            </a:r>
          </a:p>
          <a:p>
            <a:r>
              <a:rPr lang="fr-FR" smtClean="0"/>
              <a:t>Oh there is no other,</a:t>
            </a:r>
          </a:p>
          <a:p>
            <a:r>
              <a:rPr lang="fr-FR" smtClean="0"/>
              <a:t>5-  POUR TOUJOURS TU SERAS SEIGNEUR DE TOUTE LA TERRE </a:t>
            </a:r>
          </a:p>
          <a:p>
            <a:r>
              <a:rPr lang="fr-FR" smtClean="0"/>
              <a:t>You are forever Lord over all 
6-  NUL N’EST COMME TOI TU ES LE SEUL ROI </a:t>
            </a:r>
          </a:p>
          <a:p>
            <a:r>
              <a:rPr lang="fr-FR" smtClean="0"/>
              <a:t>There's nobody like You, no one beside You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7-  VERS TOI NOUS POUSSONS DES CRIS DE JOIE </a:t>
            </a:r>
          </a:p>
          <a:p>
            <a:r>
              <a:rPr lang="fr-FR" smtClean="0"/>
              <a:t>	To You Let endless praise resound
	8-  LE JOUR, LA NUIT CHAQUE JOUR DE NOS VIES</a:t>
            </a:r>
          </a:p>
          <a:p>
            <a:r>
              <a:rPr lang="fr-FR" smtClean="0"/>
              <a:t>	Every night and day and with no delay
	9-  NOS LOUANGES MONTENT VERS TOI </a:t>
            </a:r>
          </a:p>
          <a:p>
            <a:r>
              <a:rPr lang="fr-FR" smtClean="0"/>
              <a:t>	Let endless praise resound</a:t>
            </a:r>
          </a:p>
          <a:p>
            <a:endParaRPr lang="fr-FR" smtClean="0"/>
          </a:p>
          <a:p>
            <a:r>
              <a:rPr lang="fr-FR" smtClean="0"/>
              <a:t>10-  TON AMOUR BRILLE COMME LE SOLEIL ET TA GLOIRE EST ÉTERNELLE </a:t>
            </a:r>
          </a:p>
          <a:p>
            <a:r>
              <a:rPr lang="fr-FR" smtClean="0"/>
              <a:t>Boundless love, light before the sun Your glory eternal
11-  À JAMAIS NOUS VIVRONS POUR TOI TA CRÉATION PROCLAMERA </a:t>
            </a:r>
          </a:p>
          <a:p>
            <a:r>
              <a:rPr lang="fr-FR" smtClean="0"/>
              <a:t>Never stops giving all You got Creation keeps singing</a:t>
            </a:r>
          </a:p>
          <a:p>
            <a:r>
              <a:rPr lang="fr-FR" smtClean="0"/>
              <a:t>12-  OH, QUI EST COMME TOI </a:t>
            </a:r>
          </a:p>
          <a:p>
            <a:r>
              <a:rPr lang="fr-FR" smtClean="0"/>
              <a:t>Oh there is no other
13-  POUR TOUJOURS TU SERAS SEIGNEUR DE TOUTE LA TERRE </a:t>
            </a:r>
          </a:p>
          <a:p>
            <a:r>
              <a:rPr lang="fr-FR" smtClean="0"/>
              <a:t>You are forever Lord over all
14-  NUL N’EST COMME TOI TU ES LE SEUL ROI </a:t>
            </a:r>
          </a:p>
          <a:p>
            <a:r>
              <a:rPr lang="fr-FR" smtClean="0"/>
              <a:t>There's nobody like You, no one beside You</a:t>
            </a:r>
          </a:p>
          <a:p>
            <a:endParaRPr lang="fr-FR" smtClean="0"/>
          </a:p>
          <a:p>
            <a:r>
              <a:rPr lang="fr-FR" smtClean="0"/>
              <a:t>	Refrain : x2</a:t>
            </a:r>
          </a:p>
          <a:p>
            <a:endParaRPr lang="fr-FR" smtClean="0"/>
          </a:p>
          <a:p>
            <a:r>
              <a:rPr lang="fr-FR" smtClean="0"/>
              <a:t>15-  NOUS VOULONS T’ÉLEVER POUR TON AMOUR ET TA BONTÉ</a:t>
            </a:r>
          </a:p>
          <a:p>
            <a:r>
              <a:rPr lang="fr-FR" smtClean="0"/>
              <a:t>We lift You up, up, up We're giving You our love, love, love
16-  POUR TOUT CE QUE TU ES NOUS VOULONS TE LOUER                 x2</a:t>
            </a:r>
          </a:p>
          <a:p>
            <a:r>
              <a:rPr lang="fr-FR" smtClean="0"/>
              <a:t>For everything You've done, done, done We give You all the praise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17-  VERS TOI NOUS POUSSONS DES CRIS DE JOIE </a:t>
            </a:r>
          </a:p>
          <a:p>
            <a:r>
              <a:rPr lang="fr-FR" smtClean="0"/>
              <a:t>	To You Let endless praise resound
	18-  LE JOUR, LA NUIT CHAQUE JOUR DE NOS VIES </a:t>
            </a:r>
          </a:p>
          <a:p>
            <a:r>
              <a:rPr lang="fr-FR" smtClean="0"/>
              <a:t>	Every night and day and with no delay
	19-  NOS LOUANGES MONTENT VERS TOI                            x2
	Let endless praise resound                                         </a:t>
            </a:r>
          </a:p>
          <a:p>
            <a:r>
              <a:rPr lang="fr-FR" smtClean="0"/>
              <a:t>	20- VERS TOI </a:t>
            </a:r>
          </a:p>
          <a:p>
            <a:r>
              <a:rPr lang="fr-FR" smtClean="0"/>
              <a:t>	To You </a:t>
            </a:r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TU ES DIEU NOUS N’ARRÊTERONS JAMAIS </a:t>
            </a:r>
          </a:p>
          <a:p>
            <a:pPr>
              <a:defRPr/>
            </a:pPr>
            <a:r>
              <a:rPr lang="fr-FR" smtClean="0"/>
              <a:t>You are God and we lift You up
2-  DE TE CHANTER, DE TE LOUER TE CÉLÉBRER, TE GLORIFIER </a:t>
            </a:r>
          </a:p>
          <a:p>
            <a:pPr>
              <a:defRPr/>
            </a:pPr>
            <a:r>
              <a:rPr lang="fr-FR" smtClean="0"/>
              <a:t>We'll keep singing, we'll keep praising We won't stop giving all we got
3-  ET QUE TON NOM SOIT ÉLEVÉ </a:t>
            </a:r>
          </a:p>
          <a:p>
            <a:pPr>
              <a:defRPr/>
            </a:pPr>
            <a:r>
              <a:rPr lang="fr-FR" smtClean="0"/>
              <a:t>'Cause You're worthy of all glory</a:t>
            </a:r>
          </a:p>
          <a:p>
            <a:pPr>
              <a:defRPr/>
            </a:pPr>
            <a:r>
              <a:rPr lang="fr-FR" smtClean="0"/>
              <a:t>4-  OH, QUI EST COMME TOI </a:t>
            </a:r>
          </a:p>
          <a:p>
            <a:pPr>
              <a:defRPr/>
            </a:pPr>
            <a:r>
              <a:rPr lang="fr-FR" smtClean="0"/>
              <a:t>Oh there is no other,</a:t>
            </a:r>
          </a:p>
          <a:p>
            <a:pPr>
              <a:defRPr/>
            </a:pPr>
            <a:r>
              <a:rPr lang="fr-FR" smtClean="0"/>
              <a:t>5-  POUR TOUJOURS TU SERAS SEIGNEUR DE TOUTE LA TERRE </a:t>
            </a:r>
          </a:p>
          <a:p>
            <a:pPr>
              <a:defRPr/>
            </a:pPr>
            <a:r>
              <a:rPr lang="fr-FR" smtClean="0"/>
              <a:t>You are forever Lord over all 
6-  NUL N’EST COMME TOI TU ES LE SEUL ROI </a:t>
            </a:r>
          </a:p>
          <a:p>
            <a:pPr>
              <a:defRPr/>
            </a:pPr>
            <a:r>
              <a:rPr lang="fr-FR" smtClean="0"/>
              <a:t>There's nobody like You, no one beside You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	7-  VERS TOI NOUS POUSSONS DES CRIS DE JOIE </a:t>
            </a:r>
          </a:p>
          <a:p>
            <a:pPr>
              <a:defRPr/>
            </a:pPr>
            <a:r>
              <a:rPr lang="fr-FR" smtClean="0"/>
              <a:t>	To You Let endless praise resound
	8-  LE JOUR, LA NUIT CHAQUE JOUR DE NOS VIES</a:t>
            </a:r>
          </a:p>
          <a:p>
            <a:pPr>
              <a:defRPr/>
            </a:pPr>
            <a:r>
              <a:rPr lang="fr-FR" smtClean="0"/>
              <a:t>	Every night and day and with no delay
	9-  NOS LOUANGES MONTENT VERS TOI </a:t>
            </a:r>
          </a:p>
          <a:p>
            <a:pPr>
              <a:defRPr/>
            </a:pPr>
            <a:r>
              <a:rPr lang="fr-FR" smtClean="0"/>
              <a:t>	Let endless praise resound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TON AMOUR BRILLE COMME LE SOLEIL ET TA GLOIRE EST ÉTERNELLE </a:t>
            </a:r>
          </a:p>
          <a:p>
            <a:pPr>
              <a:defRPr/>
            </a:pPr>
            <a:r>
              <a:rPr lang="fr-FR" smtClean="0"/>
              <a:t>Boundless love, light before the sun Your glory eternal
11-  À JAMAIS NOUS VIVRONS POUR TOI TA CRÉATION PROCLAMERA </a:t>
            </a:r>
          </a:p>
          <a:p>
            <a:pPr>
              <a:defRPr/>
            </a:pPr>
            <a:r>
              <a:rPr lang="fr-FR" smtClean="0"/>
              <a:t>Never stops giving all You got Creation keeps singing</a:t>
            </a:r>
          </a:p>
          <a:p>
            <a:pPr>
              <a:defRPr/>
            </a:pPr>
            <a:r>
              <a:rPr lang="fr-FR" smtClean="0"/>
              <a:t>12-  OH, QUI EST COMME TOI </a:t>
            </a:r>
          </a:p>
          <a:p>
            <a:pPr>
              <a:defRPr/>
            </a:pPr>
            <a:r>
              <a:rPr lang="fr-FR" smtClean="0"/>
              <a:t>Oh there is no other
13-  POUR TOUJOURS TU SERAS SEIGNEUR DE TOUTE LA TERRE </a:t>
            </a:r>
          </a:p>
          <a:p>
            <a:pPr>
              <a:defRPr/>
            </a:pPr>
            <a:r>
              <a:rPr lang="fr-FR" smtClean="0"/>
              <a:t>You are forever Lord over all
14-  NUL N’EST COMME TOI TU ES LE SEUL ROI </a:t>
            </a:r>
          </a:p>
          <a:p>
            <a:pPr>
              <a:defRPr/>
            </a:pPr>
            <a:r>
              <a:rPr lang="fr-FR" smtClean="0"/>
              <a:t>There's nobody like You, no one beside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NOUS VOULONS T’ÉLEVER POUR TON AMOUR ET TA BONTÉ</a:t>
            </a:r>
          </a:p>
          <a:p>
            <a:pPr>
              <a:defRPr/>
            </a:pPr>
            <a:r>
              <a:rPr lang="fr-FR" smtClean="0"/>
              <a:t>We lift You up, up, up We're giving You our love, love, love
16-  POUR TOUT CE QUE TU ES NOUS VOULONS TE LOUER                 x2</a:t>
            </a:r>
          </a:p>
          <a:p>
            <a:pPr>
              <a:defRPr/>
            </a:pPr>
            <a:r>
              <a:rPr lang="fr-FR" smtClean="0"/>
              <a:t>For everything You've done, done, done We give You all the praise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	17-  VERS TOI NOUS POUSSONS DES CRIS DE JOIE </a:t>
            </a:r>
          </a:p>
          <a:p>
            <a:pPr>
              <a:defRPr/>
            </a:pPr>
            <a:r>
              <a:rPr lang="fr-FR" smtClean="0"/>
              <a:t>	To You Let endless praise resound
	18-  LE JOUR, LA NUIT CHAQUE JOUR DE NOS VIES </a:t>
            </a:r>
          </a:p>
          <a:p>
            <a:pPr>
              <a:defRPr/>
            </a:pPr>
            <a:r>
              <a:rPr lang="fr-FR" smtClean="0"/>
              <a:t>	Every night and day and with no delay
	19-  NOS LOUANGES MONTENT VERS TOI                            x2
	Let endless praise resound                                         </a:t>
            </a:r>
          </a:p>
          <a:p>
            <a:pPr>
              <a:defRPr/>
            </a:pPr>
            <a:r>
              <a:rPr lang="fr-FR" smtClean="0"/>
              <a:t>	20- VERS TOI </a:t>
            </a:r>
          </a:p>
          <a:p>
            <a:pPr>
              <a:defRPr/>
            </a:pPr>
            <a:r>
              <a:rPr lang="fr-FR" smtClean="0"/>
              <a:t>	To You </a:t>
            </a: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DIEU NOUS N’ARRÊTERONS JAMAIS </a:t>
            </a:r>
          </a:p>
          <a:p>
            <a:r>
              <a:rPr lang="fr-FR" smtClean="0"/>
              <a:t>You are God and we lift You up
2-  DE TE CHANTER, DE TE LOUER TE CÉLÉBRER, TE GLORIFIER </a:t>
            </a:r>
          </a:p>
          <a:p>
            <a:r>
              <a:rPr lang="fr-FR" smtClean="0"/>
              <a:t>We'll keep singing, we'll keep praising We won't stop giving all we got
3-  ET QUE TON NOM SOIT ÉLEVÉ </a:t>
            </a:r>
          </a:p>
          <a:p>
            <a:r>
              <a:rPr lang="fr-FR" smtClean="0"/>
              <a:t>'Cause You're worthy of all glory</a:t>
            </a:r>
          </a:p>
          <a:p>
            <a:r>
              <a:rPr lang="fr-FR" smtClean="0"/>
              <a:t>4-  OH, QUI EST COMME TOI </a:t>
            </a:r>
          </a:p>
          <a:p>
            <a:r>
              <a:rPr lang="fr-FR" smtClean="0"/>
              <a:t>Oh there is no other,</a:t>
            </a:r>
          </a:p>
          <a:p>
            <a:r>
              <a:rPr lang="fr-FR" smtClean="0"/>
              <a:t>5-  POUR TOUJOURS TU SERAS SEIGNEUR DE TOUTE LA TERRE </a:t>
            </a:r>
          </a:p>
          <a:p>
            <a:r>
              <a:rPr lang="fr-FR" smtClean="0"/>
              <a:t>You are forever Lord over all 
6-  NUL N’EST COMME TOI TU ES LE SEUL ROI </a:t>
            </a:r>
          </a:p>
          <a:p>
            <a:r>
              <a:rPr lang="fr-FR" smtClean="0"/>
              <a:t>There's nobody like You, no one beside You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7-  VERS TOI NOUS POUSSONS DES CRIS DE JOIE </a:t>
            </a:r>
          </a:p>
          <a:p>
            <a:r>
              <a:rPr lang="fr-FR" smtClean="0"/>
              <a:t>	To You Let endless praise resound
	8-  LE JOUR, LA NUIT CHAQUE JOUR DE NOS VIES</a:t>
            </a:r>
          </a:p>
          <a:p>
            <a:r>
              <a:rPr lang="fr-FR" smtClean="0"/>
              <a:t>	Every night and day and with no delay
	9-  NOS LOUANGES MONTENT VERS TOI </a:t>
            </a:r>
          </a:p>
          <a:p>
            <a:r>
              <a:rPr lang="fr-FR" smtClean="0"/>
              <a:t>	Let endless praise resound</a:t>
            </a:r>
          </a:p>
          <a:p>
            <a:endParaRPr lang="fr-FR" smtClean="0"/>
          </a:p>
          <a:p>
            <a:r>
              <a:rPr lang="fr-FR" smtClean="0"/>
              <a:t>10-  TON AMOUR BRILLE COMME LE SOLEIL ET TA GLOIRE EST ÉTERNELLE </a:t>
            </a:r>
          </a:p>
          <a:p>
            <a:r>
              <a:rPr lang="fr-FR" smtClean="0"/>
              <a:t>Boundless love, light before the sun Your glory eternal
11-  À JAMAIS NOUS VIVRONS POUR TOI TA CRÉATION PROCLAMERA </a:t>
            </a:r>
          </a:p>
          <a:p>
            <a:r>
              <a:rPr lang="fr-FR" smtClean="0"/>
              <a:t>Never stops giving all You got Creation keeps singing</a:t>
            </a:r>
          </a:p>
          <a:p>
            <a:r>
              <a:rPr lang="fr-FR" smtClean="0"/>
              <a:t>12-  OH, QUI EST COMME TOI </a:t>
            </a:r>
          </a:p>
          <a:p>
            <a:r>
              <a:rPr lang="fr-FR" smtClean="0"/>
              <a:t>Oh there is no other
13-  POUR TOUJOURS TU SERAS SEIGNEUR DE TOUTE LA TERRE </a:t>
            </a:r>
          </a:p>
          <a:p>
            <a:r>
              <a:rPr lang="fr-FR" smtClean="0"/>
              <a:t>You are forever Lord over all
14-  NUL N’EST COMME TOI TU ES LE SEUL ROI </a:t>
            </a:r>
          </a:p>
          <a:p>
            <a:r>
              <a:rPr lang="fr-FR" smtClean="0"/>
              <a:t>There's nobody like You, no one beside You</a:t>
            </a:r>
          </a:p>
          <a:p>
            <a:endParaRPr lang="fr-FR" smtClean="0"/>
          </a:p>
          <a:p>
            <a:r>
              <a:rPr lang="fr-FR" smtClean="0"/>
              <a:t>	Refrain : x2</a:t>
            </a:r>
          </a:p>
          <a:p>
            <a:endParaRPr lang="fr-FR" smtClean="0"/>
          </a:p>
          <a:p>
            <a:r>
              <a:rPr lang="fr-FR" smtClean="0"/>
              <a:t>15-  NOUS VOULONS T’ÉLEVER POUR TON AMOUR ET TA BONTÉ</a:t>
            </a:r>
          </a:p>
          <a:p>
            <a:r>
              <a:rPr lang="fr-FR" smtClean="0"/>
              <a:t>We lift You up, up, up We're giving You our love, love, love
16-  POUR TOUT CE QUE TU ES NOUS VOULONS TE LOUER                 x2</a:t>
            </a:r>
          </a:p>
          <a:p>
            <a:r>
              <a:rPr lang="fr-FR" smtClean="0"/>
              <a:t>For everything You've done, done, done We give You all the praise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17-  VERS TOI NOUS POUSSONS DES CRIS DE JOIE </a:t>
            </a:r>
          </a:p>
          <a:p>
            <a:r>
              <a:rPr lang="fr-FR" smtClean="0"/>
              <a:t>	To You Let endless praise resound
	18-  LE JOUR, LA NUIT CHAQUE JOUR DE NOS VIES </a:t>
            </a:r>
          </a:p>
          <a:p>
            <a:r>
              <a:rPr lang="fr-FR" smtClean="0"/>
              <a:t>	Every night and day and with no delay
	19-  NOS LOUANGES MONTENT VERS TOI                            x2
	Let endless praise resound                                         </a:t>
            </a:r>
          </a:p>
          <a:p>
            <a:r>
              <a:rPr lang="fr-FR" smtClean="0"/>
              <a:t>	20- VERS TOI </a:t>
            </a:r>
          </a:p>
          <a:p>
            <a:r>
              <a:rPr lang="fr-FR" smtClean="0"/>
              <a:t>	To You </a:t>
            </a:r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TU ES DIEU NOUS N’ARRÊTERONS JAMAIS </a:t>
            </a:r>
          </a:p>
          <a:p>
            <a:pPr>
              <a:defRPr/>
            </a:pPr>
            <a:r>
              <a:rPr lang="fr-FR" smtClean="0"/>
              <a:t>You are God and we lift You up
2-  DE TE CHANTER, DE TE LOUER TE CÉLÉBRER, TE GLORIFIER </a:t>
            </a:r>
          </a:p>
          <a:p>
            <a:pPr>
              <a:defRPr/>
            </a:pPr>
            <a:r>
              <a:rPr lang="fr-FR" smtClean="0"/>
              <a:t>We'll keep singing, we'll keep praising We won't stop giving all we got
3-  ET QUE TON NOM SOIT ÉLEVÉ </a:t>
            </a:r>
          </a:p>
          <a:p>
            <a:pPr>
              <a:defRPr/>
            </a:pPr>
            <a:r>
              <a:rPr lang="fr-FR" smtClean="0"/>
              <a:t>'Cause You're worthy of all glory</a:t>
            </a:r>
          </a:p>
          <a:p>
            <a:pPr>
              <a:defRPr/>
            </a:pPr>
            <a:r>
              <a:rPr lang="fr-FR" smtClean="0"/>
              <a:t>4-  OH, QUI EST COMME TOI </a:t>
            </a:r>
          </a:p>
          <a:p>
            <a:pPr>
              <a:defRPr/>
            </a:pPr>
            <a:r>
              <a:rPr lang="fr-FR" smtClean="0"/>
              <a:t>Oh there is no other,</a:t>
            </a:r>
          </a:p>
          <a:p>
            <a:pPr>
              <a:defRPr/>
            </a:pPr>
            <a:r>
              <a:rPr lang="fr-FR" smtClean="0"/>
              <a:t>5-  POUR TOUJOURS TU SERAS SEIGNEUR DE TOUTE LA TERRE </a:t>
            </a:r>
          </a:p>
          <a:p>
            <a:pPr>
              <a:defRPr/>
            </a:pPr>
            <a:r>
              <a:rPr lang="fr-FR" smtClean="0"/>
              <a:t>You are forever Lord over all 
6-  NUL N’EST COMME TOI TU ES LE SEUL ROI </a:t>
            </a:r>
          </a:p>
          <a:p>
            <a:pPr>
              <a:defRPr/>
            </a:pPr>
            <a:r>
              <a:rPr lang="fr-FR" smtClean="0"/>
              <a:t>There's nobody like You, no one beside You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	7-  VERS TOI NOUS POUSSONS DES CRIS DE JOIE </a:t>
            </a:r>
          </a:p>
          <a:p>
            <a:pPr>
              <a:defRPr/>
            </a:pPr>
            <a:r>
              <a:rPr lang="fr-FR" smtClean="0"/>
              <a:t>	To You Let endless praise resound
	8-  LE JOUR, LA NUIT CHAQUE JOUR DE NOS VIES</a:t>
            </a:r>
          </a:p>
          <a:p>
            <a:pPr>
              <a:defRPr/>
            </a:pPr>
            <a:r>
              <a:rPr lang="fr-FR" smtClean="0"/>
              <a:t>	Every night and day and with no delay
	9-  NOS LOUANGES MONTENT VERS TOI </a:t>
            </a:r>
          </a:p>
          <a:p>
            <a:pPr>
              <a:defRPr/>
            </a:pPr>
            <a:r>
              <a:rPr lang="fr-FR" smtClean="0"/>
              <a:t>	Let endless praise resound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TON AMOUR BRILLE COMME LE SOLEIL ET TA GLOIRE EST ÉTERNELLE </a:t>
            </a:r>
          </a:p>
          <a:p>
            <a:pPr>
              <a:defRPr/>
            </a:pPr>
            <a:r>
              <a:rPr lang="fr-FR" smtClean="0"/>
              <a:t>Boundless love, light before the sun Your glory eternal
11-  À JAMAIS NOUS VIVRONS POUR TOI TA CRÉATION PROCLAMERA </a:t>
            </a:r>
          </a:p>
          <a:p>
            <a:pPr>
              <a:defRPr/>
            </a:pPr>
            <a:r>
              <a:rPr lang="fr-FR" smtClean="0"/>
              <a:t>Never stops giving all You got Creation keeps singing</a:t>
            </a:r>
          </a:p>
          <a:p>
            <a:pPr>
              <a:defRPr/>
            </a:pPr>
            <a:r>
              <a:rPr lang="fr-FR" smtClean="0"/>
              <a:t>12-  OH, QUI EST COMME TOI </a:t>
            </a:r>
          </a:p>
          <a:p>
            <a:pPr>
              <a:defRPr/>
            </a:pPr>
            <a:r>
              <a:rPr lang="fr-FR" smtClean="0"/>
              <a:t>Oh there is no other
13-  POUR TOUJOURS TU SERAS SEIGNEUR DE TOUTE LA TERRE </a:t>
            </a:r>
          </a:p>
          <a:p>
            <a:pPr>
              <a:defRPr/>
            </a:pPr>
            <a:r>
              <a:rPr lang="fr-FR" smtClean="0"/>
              <a:t>You are forever Lord over all
14-  NUL N’EST COMME TOI TU ES LE SEUL ROI </a:t>
            </a:r>
          </a:p>
          <a:p>
            <a:pPr>
              <a:defRPr/>
            </a:pPr>
            <a:r>
              <a:rPr lang="fr-FR" smtClean="0"/>
              <a:t>There's nobody like You, no one beside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NOUS VOULONS T’ÉLEVER POUR TON AMOUR ET TA BONTÉ</a:t>
            </a:r>
          </a:p>
          <a:p>
            <a:pPr>
              <a:defRPr/>
            </a:pPr>
            <a:r>
              <a:rPr lang="fr-FR" smtClean="0"/>
              <a:t>We lift You up, up, up We're giving You our love, love, love
16-  POUR TOUT CE QUE TU ES NOUS VOULONS TE LOUER                 x2</a:t>
            </a:r>
          </a:p>
          <a:p>
            <a:pPr>
              <a:defRPr/>
            </a:pPr>
            <a:r>
              <a:rPr lang="fr-FR" smtClean="0"/>
              <a:t>For everything You've done, done, done We give You all the praise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	17-  VERS TOI NOUS POUSSONS DES CRIS DE JOIE </a:t>
            </a:r>
          </a:p>
          <a:p>
            <a:pPr>
              <a:defRPr/>
            </a:pPr>
            <a:r>
              <a:rPr lang="fr-FR" smtClean="0"/>
              <a:t>	To You Let endless praise resound
	18-  LE JOUR, LA NUIT CHAQUE JOUR DE NOS VIES </a:t>
            </a:r>
          </a:p>
          <a:p>
            <a:pPr>
              <a:defRPr/>
            </a:pPr>
            <a:r>
              <a:rPr lang="fr-FR" smtClean="0"/>
              <a:t>	Every night and day and with no delay
	19-  NOS LOUANGES MONTENT VERS TOI                            x2
	Let endless praise resound                                         </a:t>
            </a:r>
          </a:p>
          <a:p>
            <a:pPr>
              <a:defRPr/>
            </a:pPr>
            <a:r>
              <a:rPr lang="fr-FR" smtClean="0"/>
              <a:t>	20- VERS TOI </a:t>
            </a:r>
          </a:p>
          <a:p>
            <a:pPr>
              <a:defRPr/>
            </a:pPr>
            <a:r>
              <a:rPr lang="fr-FR" smtClean="0"/>
              <a:t>	To You </a:t>
            </a: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DIEU NOUS N’ARRÊTERONS JAMAIS </a:t>
            </a:r>
          </a:p>
          <a:p>
            <a:r>
              <a:rPr lang="fr-FR" smtClean="0"/>
              <a:t>You are God and we lift You up
2-  DE TE CHANTER, DE TE LOUER TE CÉLÉBRER, TE GLORIFIER </a:t>
            </a:r>
          </a:p>
          <a:p>
            <a:r>
              <a:rPr lang="fr-FR" smtClean="0"/>
              <a:t>We'll keep singing, we'll keep praising We won't stop giving all we got
3-  ET QUE TON NOM SOIT ÉLEVÉ </a:t>
            </a:r>
          </a:p>
          <a:p>
            <a:r>
              <a:rPr lang="fr-FR" smtClean="0"/>
              <a:t>'Cause You're worthy of all glory</a:t>
            </a:r>
          </a:p>
          <a:p>
            <a:r>
              <a:rPr lang="fr-FR" smtClean="0"/>
              <a:t>4-  OH, QUI EST COMME TOI </a:t>
            </a:r>
          </a:p>
          <a:p>
            <a:r>
              <a:rPr lang="fr-FR" smtClean="0"/>
              <a:t>Oh there is no other,</a:t>
            </a:r>
          </a:p>
          <a:p>
            <a:r>
              <a:rPr lang="fr-FR" smtClean="0"/>
              <a:t>5-  POUR TOUJOURS TU SERAS SEIGNEUR DE TOUTE LA TERRE </a:t>
            </a:r>
          </a:p>
          <a:p>
            <a:r>
              <a:rPr lang="fr-FR" smtClean="0"/>
              <a:t>You are forever Lord over all 
6-  NUL N’EST COMME TOI TU ES LE SEUL ROI </a:t>
            </a:r>
          </a:p>
          <a:p>
            <a:r>
              <a:rPr lang="fr-FR" smtClean="0"/>
              <a:t>There's nobody like You, no one beside You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7-  VERS TOI NOUS POUSSONS DES CRIS DE JOIE </a:t>
            </a:r>
          </a:p>
          <a:p>
            <a:r>
              <a:rPr lang="fr-FR" smtClean="0"/>
              <a:t>	To You Let endless praise resound
	8-  LE JOUR, LA NUIT CHAQUE JOUR DE NOS VIES</a:t>
            </a:r>
          </a:p>
          <a:p>
            <a:r>
              <a:rPr lang="fr-FR" smtClean="0"/>
              <a:t>	Every night and day and with no delay
	9-  NOS LOUANGES MONTENT VERS TOI </a:t>
            </a:r>
          </a:p>
          <a:p>
            <a:r>
              <a:rPr lang="fr-FR" smtClean="0"/>
              <a:t>	Let endless praise resound</a:t>
            </a:r>
          </a:p>
          <a:p>
            <a:endParaRPr lang="fr-FR" smtClean="0"/>
          </a:p>
          <a:p>
            <a:r>
              <a:rPr lang="fr-FR" smtClean="0"/>
              <a:t>10-  TON AMOUR BRILLE COMME LE SOLEIL ET TA GLOIRE EST ÉTERNELLE </a:t>
            </a:r>
          </a:p>
          <a:p>
            <a:r>
              <a:rPr lang="fr-FR" smtClean="0"/>
              <a:t>Boundless love, light before the sun Your glory eternal
11-  À JAMAIS NOUS VIVRONS POUR TOI TA CRÉATION PROCLAMERA </a:t>
            </a:r>
          </a:p>
          <a:p>
            <a:r>
              <a:rPr lang="fr-FR" smtClean="0"/>
              <a:t>Never stops giving all You got Creation keeps singing</a:t>
            </a:r>
          </a:p>
          <a:p>
            <a:r>
              <a:rPr lang="fr-FR" smtClean="0"/>
              <a:t>12-  OH, QUI EST COMME TOI </a:t>
            </a:r>
          </a:p>
          <a:p>
            <a:r>
              <a:rPr lang="fr-FR" smtClean="0"/>
              <a:t>Oh there is no other
13-  POUR TOUJOURS TU SERAS SEIGNEUR DE TOUTE LA TERRE </a:t>
            </a:r>
          </a:p>
          <a:p>
            <a:r>
              <a:rPr lang="fr-FR" smtClean="0"/>
              <a:t>You are forever Lord over all
14-  NUL N’EST COMME TOI TU ES LE SEUL ROI </a:t>
            </a:r>
          </a:p>
          <a:p>
            <a:r>
              <a:rPr lang="fr-FR" smtClean="0"/>
              <a:t>There's nobody like You, no one beside You</a:t>
            </a:r>
          </a:p>
          <a:p>
            <a:endParaRPr lang="fr-FR" smtClean="0"/>
          </a:p>
          <a:p>
            <a:r>
              <a:rPr lang="fr-FR" smtClean="0"/>
              <a:t>	Refrain : x2</a:t>
            </a:r>
          </a:p>
          <a:p>
            <a:endParaRPr lang="fr-FR" smtClean="0"/>
          </a:p>
          <a:p>
            <a:r>
              <a:rPr lang="fr-FR" smtClean="0"/>
              <a:t>15-  NOUS VOULONS T’ÉLEVER POUR TON AMOUR ET TA BONTÉ</a:t>
            </a:r>
          </a:p>
          <a:p>
            <a:r>
              <a:rPr lang="fr-FR" smtClean="0"/>
              <a:t>We lift You up, up, up We're giving You our love, love, love
16-  POUR TOUT CE QUE TU ES NOUS VOULONS TE LOUER                 x2</a:t>
            </a:r>
          </a:p>
          <a:p>
            <a:r>
              <a:rPr lang="fr-FR" smtClean="0"/>
              <a:t>For everything You've done, done, done We give You all the praise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17-  VERS TOI NOUS POUSSONS DES CRIS DE JOIE </a:t>
            </a:r>
          </a:p>
          <a:p>
            <a:r>
              <a:rPr lang="fr-FR" smtClean="0"/>
              <a:t>	To You Let endless praise resound
	18-  LE JOUR, LA NUIT CHAQUE JOUR DE NOS VIES </a:t>
            </a:r>
          </a:p>
          <a:p>
            <a:r>
              <a:rPr lang="fr-FR" smtClean="0"/>
              <a:t>	Every night and day and with no delay
	19-  NOS LOUANGES MONTENT VERS TOI                            x2
	Let endless praise resound                                         </a:t>
            </a:r>
          </a:p>
          <a:p>
            <a:r>
              <a:rPr lang="fr-FR" smtClean="0"/>
              <a:t>	20- VERS TOI </a:t>
            </a:r>
          </a:p>
          <a:p>
            <a:r>
              <a:rPr lang="fr-FR" smtClean="0"/>
              <a:t>	To You </a:t>
            </a:r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TU ES DIEU NOUS N’ARRÊTERONS JAMAIS </a:t>
            </a:r>
          </a:p>
          <a:p>
            <a:pPr>
              <a:defRPr/>
            </a:pPr>
            <a:r>
              <a:rPr lang="fr-FR" smtClean="0"/>
              <a:t>You are God and we lift You up
2-  DE TE CHANTER, DE TE LOUER TE CÉLÉBRER, TE GLORIFIER </a:t>
            </a:r>
          </a:p>
          <a:p>
            <a:pPr>
              <a:defRPr/>
            </a:pPr>
            <a:r>
              <a:rPr lang="fr-FR" smtClean="0"/>
              <a:t>We'll keep singing, we'll keep praising We won't stop giving all we got
3-  ET QUE TON NOM SOIT ÉLEVÉ </a:t>
            </a:r>
          </a:p>
          <a:p>
            <a:pPr>
              <a:defRPr/>
            </a:pPr>
            <a:r>
              <a:rPr lang="fr-FR" smtClean="0"/>
              <a:t>'Cause You're worthy of all glory</a:t>
            </a:r>
          </a:p>
          <a:p>
            <a:pPr>
              <a:defRPr/>
            </a:pPr>
            <a:r>
              <a:rPr lang="fr-FR" smtClean="0"/>
              <a:t>4-  OH, QUI EST COMME TOI </a:t>
            </a:r>
          </a:p>
          <a:p>
            <a:pPr>
              <a:defRPr/>
            </a:pPr>
            <a:r>
              <a:rPr lang="fr-FR" smtClean="0"/>
              <a:t>Oh there is no other,</a:t>
            </a:r>
          </a:p>
          <a:p>
            <a:pPr>
              <a:defRPr/>
            </a:pPr>
            <a:r>
              <a:rPr lang="fr-FR" smtClean="0"/>
              <a:t>5-  POUR TOUJOURS TU SERAS SEIGNEUR DE TOUTE LA TERRE </a:t>
            </a:r>
          </a:p>
          <a:p>
            <a:pPr>
              <a:defRPr/>
            </a:pPr>
            <a:r>
              <a:rPr lang="fr-FR" smtClean="0"/>
              <a:t>You are forever Lord over all 
6-  NUL N’EST COMME TOI TU ES LE SEUL ROI </a:t>
            </a:r>
          </a:p>
          <a:p>
            <a:pPr>
              <a:defRPr/>
            </a:pPr>
            <a:r>
              <a:rPr lang="fr-FR" smtClean="0"/>
              <a:t>There's nobody like You, no one beside You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	7-  VERS TOI NOUS POUSSONS DES CRIS DE JOIE </a:t>
            </a:r>
          </a:p>
          <a:p>
            <a:pPr>
              <a:defRPr/>
            </a:pPr>
            <a:r>
              <a:rPr lang="fr-FR" smtClean="0"/>
              <a:t>	To You Let endless praise resound
	8-  LE JOUR, LA NUIT CHAQUE JOUR DE NOS VIES</a:t>
            </a:r>
          </a:p>
          <a:p>
            <a:pPr>
              <a:defRPr/>
            </a:pPr>
            <a:r>
              <a:rPr lang="fr-FR" smtClean="0"/>
              <a:t>	Every night and day and with no delay
	9-  NOS LOUANGES MONTENT VERS TOI </a:t>
            </a:r>
          </a:p>
          <a:p>
            <a:pPr>
              <a:defRPr/>
            </a:pPr>
            <a:r>
              <a:rPr lang="fr-FR" smtClean="0"/>
              <a:t>	Let endless praise resound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TON AMOUR BRILLE COMME LE SOLEIL ET TA GLOIRE EST ÉTERNELLE </a:t>
            </a:r>
          </a:p>
          <a:p>
            <a:pPr>
              <a:defRPr/>
            </a:pPr>
            <a:r>
              <a:rPr lang="fr-FR" smtClean="0"/>
              <a:t>Boundless love, light before the sun Your glory eternal
11-  À JAMAIS NOUS VIVRONS POUR TOI TA CRÉATION PROCLAMERA </a:t>
            </a:r>
          </a:p>
          <a:p>
            <a:pPr>
              <a:defRPr/>
            </a:pPr>
            <a:r>
              <a:rPr lang="fr-FR" smtClean="0"/>
              <a:t>Never stops giving all You got Creation keeps singing</a:t>
            </a:r>
          </a:p>
          <a:p>
            <a:pPr>
              <a:defRPr/>
            </a:pPr>
            <a:r>
              <a:rPr lang="fr-FR" smtClean="0"/>
              <a:t>12-  OH, QUI EST COMME TOI </a:t>
            </a:r>
          </a:p>
          <a:p>
            <a:pPr>
              <a:defRPr/>
            </a:pPr>
            <a:r>
              <a:rPr lang="fr-FR" smtClean="0"/>
              <a:t>Oh there is no other
13-  POUR TOUJOURS TU SERAS SEIGNEUR DE TOUTE LA TERRE </a:t>
            </a:r>
          </a:p>
          <a:p>
            <a:pPr>
              <a:defRPr/>
            </a:pPr>
            <a:r>
              <a:rPr lang="fr-FR" smtClean="0"/>
              <a:t>You are forever Lord over all
14-  NUL N’EST COMME TOI TU ES LE SEUL ROI </a:t>
            </a:r>
          </a:p>
          <a:p>
            <a:pPr>
              <a:defRPr/>
            </a:pPr>
            <a:r>
              <a:rPr lang="fr-FR" smtClean="0"/>
              <a:t>There's nobody like You, no one beside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NOUS VOULONS T’ÉLEVER POUR TON AMOUR ET TA BONTÉ</a:t>
            </a:r>
          </a:p>
          <a:p>
            <a:pPr>
              <a:defRPr/>
            </a:pPr>
            <a:r>
              <a:rPr lang="fr-FR" smtClean="0"/>
              <a:t>We lift You up, up, up We're giving You our love, love, love
16-  POUR TOUT CE QUE TU ES NOUS VOULONS TE LOUER                 x2</a:t>
            </a:r>
          </a:p>
          <a:p>
            <a:pPr>
              <a:defRPr/>
            </a:pPr>
            <a:r>
              <a:rPr lang="fr-FR" smtClean="0"/>
              <a:t>For everything You've done, done, done We give You all the praise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	17-  VERS TOI NOUS POUSSONS DES CRIS DE JOIE </a:t>
            </a:r>
          </a:p>
          <a:p>
            <a:pPr>
              <a:defRPr/>
            </a:pPr>
            <a:r>
              <a:rPr lang="fr-FR" smtClean="0"/>
              <a:t>	To You Let endless praise resound
	18-  LE JOUR, LA NUIT CHAQUE JOUR DE NOS VIES </a:t>
            </a:r>
          </a:p>
          <a:p>
            <a:pPr>
              <a:defRPr/>
            </a:pPr>
            <a:r>
              <a:rPr lang="fr-FR" smtClean="0"/>
              <a:t>	Every night and day and with no delay
	19-  NOS LOUANGES MONTENT VERS TOI                            x2
	Let endless praise resound                                         </a:t>
            </a:r>
          </a:p>
          <a:p>
            <a:pPr>
              <a:defRPr/>
            </a:pPr>
            <a:r>
              <a:rPr lang="fr-FR" smtClean="0"/>
              <a:t>	20- VERS TOI </a:t>
            </a:r>
          </a:p>
          <a:p>
            <a:pPr>
              <a:defRPr/>
            </a:pPr>
            <a:r>
              <a:rPr lang="fr-FR" smtClean="0"/>
              <a:t>	To You </a:t>
            </a: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DIEU NOUS N’ARRÊTERONS JAMAIS </a:t>
            </a:r>
          </a:p>
          <a:p>
            <a:r>
              <a:rPr lang="fr-FR" smtClean="0"/>
              <a:t>You are God and we lift You up
2-  DE TE CHANTER, DE TE LOUER TE CÉLÉBRER, TE GLORIFIER </a:t>
            </a:r>
          </a:p>
          <a:p>
            <a:r>
              <a:rPr lang="fr-FR" smtClean="0"/>
              <a:t>We'll keep singing, we'll keep praising We won't stop giving all we got
3-  ET QUE TON NOM SOIT ÉLEVÉ </a:t>
            </a:r>
          </a:p>
          <a:p>
            <a:r>
              <a:rPr lang="fr-FR" smtClean="0"/>
              <a:t>'Cause You're worthy of all glory</a:t>
            </a:r>
          </a:p>
          <a:p>
            <a:r>
              <a:rPr lang="fr-FR" smtClean="0"/>
              <a:t>4-  OH, QUI EST COMME TOI </a:t>
            </a:r>
          </a:p>
          <a:p>
            <a:r>
              <a:rPr lang="fr-FR" smtClean="0"/>
              <a:t>Oh there is no other,</a:t>
            </a:r>
          </a:p>
          <a:p>
            <a:r>
              <a:rPr lang="fr-FR" smtClean="0"/>
              <a:t>5-  POUR TOUJOURS TU SERAS SEIGNEUR DE TOUTE LA TERRE </a:t>
            </a:r>
          </a:p>
          <a:p>
            <a:r>
              <a:rPr lang="fr-FR" smtClean="0"/>
              <a:t>You are forever Lord over all 
6-  NUL N’EST COMME TOI TU ES LE SEUL ROI </a:t>
            </a:r>
          </a:p>
          <a:p>
            <a:r>
              <a:rPr lang="fr-FR" smtClean="0"/>
              <a:t>There's nobody like You, no one beside You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7-  VERS TOI NOUS POUSSONS DES CRIS DE JOIE </a:t>
            </a:r>
          </a:p>
          <a:p>
            <a:r>
              <a:rPr lang="fr-FR" smtClean="0"/>
              <a:t>	To You Let endless praise resound
	8-  LE JOUR, LA NUIT CHAQUE JOUR DE NOS VIES</a:t>
            </a:r>
          </a:p>
          <a:p>
            <a:r>
              <a:rPr lang="fr-FR" smtClean="0"/>
              <a:t>	Every night and day and with no delay
	9-  NOS LOUANGES MONTENT VERS TOI </a:t>
            </a:r>
          </a:p>
          <a:p>
            <a:r>
              <a:rPr lang="fr-FR" smtClean="0"/>
              <a:t>	Let endless praise resound</a:t>
            </a:r>
          </a:p>
          <a:p>
            <a:endParaRPr lang="fr-FR" smtClean="0"/>
          </a:p>
          <a:p>
            <a:r>
              <a:rPr lang="fr-FR" smtClean="0"/>
              <a:t>10-  TON AMOUR BRILLE COMME LE SOLEIL ET TA GLOIRE EST ÉTERNELLE </a:t>
            </a:r>
          </a:p>
          <a:p>
            <a:r>
              <a:rPr lang="fr-FR" smtClean="0"/>
              <a:t>Boundless love, light before the sun Your glory eternal
11-  À JAMAIS NOUS VIVRONS POUR TOI TA CRÉATION PROCLAMERA </a:t>
            </a:r>
          </a:p>
          <a:p>
            <a:r>
              <a:rPr lang="fr-FR" smtClean="0"/>
              <a:t>Never stops giving all You got Creation keeps singing</a:t>
            </a:r>
          </a:p>
          <a:p>
            <a:r>
              <a:rPr lang="fr-FR" smtClean="0"/>
              <a:t>12-  OH, QUI EST COMME TOI </a:t>
            </a:r>
          </a:p>
          <a:p>
            <a:r>
              <a:rPr lang="fr-FR" smtClean="0"/>
              <a:t>Oh there is no other
13-  POUR TOUJOURS TU SERAS SEIGNEUR DE TOUTE LA TERRE </a:t>
            </a:r>
          </a:p>
          <a:p>
            <a:r>
              <a:rPr lang="fr-FR" smtClean="0"/>
              <a:t>You are forever Lord over all
14-  NUL N’EST COMME TOI TU ES LE SEUL ROI </a:t>
            </a:r>
          </a:p>
          <a:p>
            <a:r>
              <a:rPr lang="fr-FR" smtClean="0"/>
              <a:t>There's nobody like You, no one beside You</a:t>
            </a:r>
          </a:p>
          <a:p>
            <a:endParaRPr lang="fr-FR" smtClean="0"/>
          </a:p>
          <a:p>
            <a:r>
              <a:rPr lang="fr-FR" smtClean="0"/>
              <a:t>	Refrain : x2</a:t>
            </a:r>
          </a:p>
          <a:p>
            <a:endParaRPr lang="fr-FR" smtClean="0"/>
          </a:p>
          <a:p>
            <a:r>
              <a:rPr lang="fr-FR" smtClean="0"/>
              <a:t>15-  NOUS VOULONS T’ÉLEVER POUR TON AMOUR ET TA BONTÉ</a:t>
            </a:r>
          </a:p>
          <a:p>
            <a:r>
              <a:rPr lang="fr-FR" smtClean="0"/>
              <a:t>We lift You up, up, up We're giving You our love, love, love
16-  POUR TOUT CE QUE TU ES NOUS VOULONS TE LOUER                 x2</a:t>
            </a:r>
          </a:p>
          <a:p>
            <a:r>
              <a:rPr lang="fr-FR" smtClean="0"/>
              <a:t>For everything You've done, done, done We give You all the praise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17-  VERS TOI NOUS POUSSONS DES CRIS DE JOIE </a:t>
            </a:r>
          </a:p>
          <a:p>
            <a:r>
              <a:rPr lang="fr-FR" smtClean="0"/>
              <a:t>	To You Let endless praise resound
	18-  LE JOUR, LA NUIT CHAQUE JOUR DE NOS VIES </a:t>
            </a:r>
          </a:p>
          <a:p>
            <a:r>
              <a:rPr lang="fr-FR" smtClean="0"/>
              <a:t>	Every night and day and with no delay
	19-  NOS LOUANGES MONTENT VERS TOI                            x2
	Let endless praise resound                                         </a:t>
            </a:r>
          </a:p>
          <a:p>
            <a:r>
              <a:rPr lang="fr-FR" smtClean="0"/>
              <a:t>	20- VERS TOI </a:t>
            </a:r>
          </a:p>
          <a:p>
            <a:r>
              <a:rPr lang="fr-FR" smtClean="0"/>
              <a:t>	To You </a:t>
            </a:r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TU ES DIEU NOUS N’ARRÊTERONS JAMAIS </a:t>
            </a:r>
          </a:p>
          <a:p>
            <a:pPr>
              <a:defRPr/>
            </a:pPr>
            <a:r>
              <a:rPr lang="fr-FR" smtClean="0"/>
              <a:t>You are God and we lift You up
2-  DE TE CHANTER, DE TE LOUER TE CÉLÉBRER, TE GLORIFIER </a:t>
            </a:r>
          </a:p>
          <a:p>
            <a:pPr>
              <a:defRPr/>
            </a:pPr>
            <a:r>
              <a:rPr lang="fr-FR" smtClean="0"/>
              <a:t>We'll keep singing, we'll keep praising We won't stop giving all we got
3-  ET QUE TON NOM SOIT ÉLEVÉ </a:t>
            </a:r>
          </a:p>
          <a:p>
            <a:pPr>
              <a:defRPr/>
            </a:pPr>
            <a:r>
              <a:rPr lang="fr-FR" smtClean="0"/>
              <a:t>'Cause You're worthy of all glory</a:t>
            </a:r>
          </a:p>
          <a:p>
            <a:pPr>
              <a:defRPr/>
            </a:pPr>
            <a:r>
              <a:rPr lang="fr-FR" smtClean="0"/>
              <a:t>4-  OH, QUI EST COMME TOI </a:t>
            </a:r>
          </a:p>
          <a:p>
            <a:pPr>
              <a:defRPr/>
            </a:pPr>
            <a:r>
              <a:rPr lang="fr-FR" smtClean="0"/>
              <a:t>Oh there is no other,</a:t>
            </a:r>
          </a:p>
          <a:p>
            <a:pPr>
              <a:defRPr/>
            </a:pPr>
            <a:r>
              <a:rPr lang="fr-FR" smtClean="0"/>
              <a:t>5-  POUR TOUJOURS TU SERAS SEIGNEUR DE TOUTE LA TERRE </a:t>
            </a:r>
          </a:p>
          <a:p>
            <a:pPr>
              <a:defRPr/>
            </a:pPr>
            <a:r>
              <a:rPr lang="fr-FR" smtClean="0"/>
              <a:t>You are forever Lord over all 
6-  NUL N’EST COMME TOI TU ES LE SEUL ROI </a:t>
            </a:r>
          </a:p>
          <a:p>
            <a:pPr>
              <a:defRPr/>
            </a:pPr>
            <a:r>
              <a:rPr lang="fr-FR" smtClean="0"/>
              <a:t>There's nobody like You, no one beside You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	7-  VERS TOI NOUS POUSSONS DES CRIS DE JOIE </a:t>
            </a:r>
          </a:p>
          <a:p>
            <a:pPr>
              <a:defRPr/>
            </a:pPr>
            <a:r>
              <a:rPr lang="fr-FR" smtClean="0"/>
              <a:t>	To You Let endless praise resound
	8-  LE JOUR, LA NUIT CHAQUE JOUR DE NOS VIES</a:t>
            </a:r>
          </a:p>
          <a:p>
            <a:pPr>
              <a:defRPr/>
            </a:pPr>
            <a:r>
              <a:rPr lang="fr-FR" smtClean="0"/>
              <a:t>	Every night and day and with no delay
	9-  NOS LOUANGES MONTENT VERS TOI </a:t>
            </a:r>
          </a:p>
          <a:p>
            <a:pPr>
              <a:defRPr/>
            </a:pPr>
            <a:r>
              <a:rPr lang="fr-FR" smtClean="0"/>
              <a:t>	Let endless praise resound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TON AMOUR BRILLE COMME LE SOLEIL ET TA GLOIRE EST ÉTERNELLE </a:t>
            </a:r>
          </a:p>
          <a:p>
            <a:pPr>
              <a:defRPr/>
            </a:pPr>
            <a:r>
              <a:rPr lang="fr-FR" smtClean="0"/>
              <a:t>Boundless love, light before the sun Your glory eternal
11-  À JAMAIS NOUS VIVRONS POUR TOI TA CRÉATION PROCLAMERA </a:t>
            </a:r>
          </a:p>
          <a:p>
            <a:pPr>
              <a:defRPr/>
            </a:pPr>
            <a:r>
              <a:rPr lang="fr-FR" smtClean="0"/>
              <a:t>Never stops giving all You got Creation keeps singing</a:t>
            </a:r>
          </a:p>
          <a:p>
            <a:pPr>
              <a:defRPr/>
            </a:pPr>
            <a:r>
              <a:rPr lang="fr-FR" smtClean="0"/>
              <a:t>12-  OH, QUI EST COMME TOI </a:t>
            </a:r>
          </a:p>
          <a:p>
            <a:pPr>
              <a:defRPr/>
            </a:pPr>
            <a:r>
              <a:rPr lang="fr-FR" smtClean="0"/>
              <a:t>Oh there is no other
13-  POUR TOUJOURS TU SERAS SEIGNEUR DE TOUTE LA TERRE </a:t>
            </a:r>
          </a:p>
          <a:p>
            <a:pPr>
              <a:defRPr/>
            </a:pPr>
            <a:r>
              <a:rPr lang="fr-FR" smtClean="0"/>
              <a:t>You are forever Lord over all
14-  NUL N’EST COMME TOI TU ES LE SEUL ROI </a:t>
            </a:r>
          </a:p>
          <a:p>
            <a:pPr>
              <a:defRPr/>
            </a:pPr>
            <a:r>
              <a:rPr lang="fr-FR" smtClean="0"/>
              <a:t>There's nobody like You, no one beside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NOUS VOULONS T’ÉLEVER POUR TON AMOUR ET TA BONTÉ</a:t>
            </a:r>
          </a:p>
          <a:p>
            <a:pPr>
              <a:defRPr/>
            </a:pPr>
            <a:r>
              <a:rPr lang="fr-FR" smtClean="0"/>
              <a:t>We lift You up, up, up We're giving You our love, love, love
16-  POUR TOUT CE QUE TU ES NOUS VOULONS TE LOUER                 x2</a:t>
            </a:r>
          </a:p>
          <a:p>
            <a:pPr>
              <a:defRPr/>
            </a:pPr>
            <a:r>
              <a:rPr lang="fr-FR" smtClean="0"/>
              <a:t>For everything You've done, done, done We give You all the praise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	17-  VERS TOI NOUS POUSSONS DES CRIS DE JOIE </a:t>
            </a:r>
          </a:p>
          <a:p>
            <a:pPr>
              <a:defRPr/>
            </a:pPr>
            <a:r>
              <a:rPr lang="fr-FR" smtClean="0"/>
              <a:t>	To You Let endless praise resound
	18-  LE JOUR, LA NUIT CHAQUE JOUR DE NOS VIES </a:t>
            </a:r>
          </a:p>
          <a:p>
            <a:pPr>
              <a:defRPr/>
            </a:pPr>
            <a:r>
              <a:rPr lang="fr-FR" smtClean="0"/>
              <a:t>	Every night and day and with no delay
	19-  NOS LOUANGES MONTENT VERS TOI                            x2
	Let endless praise resound                                         </a:t>
            </a:r>
          </a:p>
          <a:p>
            <a:pPr>
              <a:defRPr/>
            </a:pPr>
            <a:r>
              <a:rPr lang="fr-FR" smtClean="0"/>
              <a:t>	20- VERS TOI </a:t>
            </a:r>
          </a:p>
          <a:p>
            <a:pPr>
              <a:defRPr/>
            </a:pPr>
            <a:r>
              <a:rPr lang="fr-FR" smtClean="0"/>
              <a:t>	To You 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DIEU NOUS N’ARRÊTERONS JAMAIS </a:t>
            </a:r>
          </a:p>
          <a:p>
            <a:r>
              <a:rPr lang="fr-FR" smtClean="0"/>
              <a:t>You are God and we lift You up
2-  DE TE CHANTER, DE TE LOUER TE CÉLÉBRER, TE GLORIFIER </a:t>
            </a:r>
          </a:p>
          <a:p>
            <a:r>
              <a:rPr lang="fr-FR" smtClean="0"/>
              <a:t>We'll keep singing, we'll keep praising We won't stop giving all we got
3-  ET QUE TON NOM SOIT ÉLEVÉ </a:t>
            </a:r>
          </a:p>
          <a:p>
            <a:r>
              <a:rPr lang="fr-FR" smtClean="0"/>
              <a:t>'Cause You're worthy of all glory</a:t>
            </a:r>
          </a:p>
          <a:p>
            <a:r>
              <a:rPr lang="fr-FR" smtClean="0"/>
              <a:t>4-  OH, QUI EST COMME TOI </a:t>
            </a:r>
          </a:p>
          <a:p>
            <a:r>
              <a:rPr lang="fr-FR" smtClean="0"/>
              <a:t>Oh there is no other,</a:t>
            </a:r>
          </a:p>
          <a:p>
            <a:r>
              <a:rPr lang="fr-FR" smtClean="0"/>
              <a:t>5-  POUR TOUJOURS TU SERAS SEIGNEUR DE TOUTE LA TERRE </a:t>
            </a:r>
          </a:p>
          <a:p>
            <a:r>
              <a:rPr lang="fr-FR" smtClean="0"/>
              <a:t>You are forever Lord over all 
6-  NUL N’EST COMME TOI TU ES LE SEUL ROI </a:t>
            </a:r>
          </a:p>
          <a:p>
            <a:r>
              <a:rPr lang="fr-FR" smtClean="0"/>
              <a:t>There's nobody like You, no one beside You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7-  VERS TOI NOUS POUSSONS DES CRIS DE JOIE </a:t>
            </a:r>
          </a:p>
          <a:p>
            <a:r>
              <a:rPr lang="fr-FR" smtClean="0"/>
              <a:t>	To You Let endless praise resound
	8-  LE JOUR, LA NUIT CHAQUE JOUR DE NOS VIES</a:t>
            </a:r>
          </a:p>
          <a:p>
            <a:r>
              <a:rPr lang="fr-FR" smtClean="0"/>
              <a:t>	Every night and day and with no delay
	9-  NOS LOUANGES MONTENT VERS TOI </a:t>
            </a:r>
          </a:p>
          <a:p>
            <a:r>
              <a:rPr lang="fr-FR" smtClean="0"/>
              <a:t>	Let endless praise resound</a:t>
            </a:r>
          </a:p>
          <a:p>
            <a:endParaRPr lang="fr-FR" smtClean="0"/>
          </a:p>
          <a:p>
            <a:r>
              <a:rPr lang="fr-FR" smtClean="0"/>
              <a:t>10-  TON AMOUR BRILLE COMME LE SOLEIL ET TA GLOIRE EST ÉTERNELLE </a:t>
            </a:r>
          </a:p>
          <a:p>
            <a:r>
              <a:rPr lang="fr-FR" smtClean="0"/>
              <a:t>Boundless love, light before the sun Your glory eternal
11-  À JAMAIS NOUS VIVRONS POUR TOI TA CRÉATION PROCLAMERA </a:t>
            </a:r>
          </a:p>
          <a:p>
            <a:r>
              <a:rPr lang="fr-FR" smtClean="0"/>
              <a:t>Never stops giving all You got Creation keeps singing</a:t>
            </a:r>
          </a:p>
          <a:p>
            <a:r>
              <a:rPr lang="fr-FR" smtClean="0"/>
              <a:t>12-  OH, QUI EST COMME TOI </a:t>
            </a:r>
          </a:p>
          <a:p>
            <a:r>
              <a:rPr lang="fr-FR" smtClean="0"/>
              <a:t>Oh there is no other
13-  POUR TOUJOURS TU SERAS SEIGNEUR DE TOUTE LA TERRE </a:t>
            </a:r>
          </a:p>
          <a:p>
            <a:r>
              <a:rPr lang="fr-FR" smtClean="0"/>
              <a:t>You are forever Lord over all
14-  NUL N’EST COMME TOI TU ES LE SEUL ROI </a:t>
            </a:r>
          </a:p>
          <a:p>
            <a:r>
              <a:rPr lang="fr-FR" smtClean="0"/>
              <a:t>There's nobody like You, no one beside You</a:t>
            </a:r>
          </a:p>
          <a:p>
            <a:endParaRPr lang="fr-FR" smtClean="0"/>
          </a:p>
          <a:p>
            <a:r>
              <a:rPr lang="fr-FR" smtClean="0"/>
              <a:t>	Refrain : x2</a:t>
            </a:r>
          </a:p>
          <a:p>
            <a:endParaRPr lang="fr-FR" smtClean="0"/>
          </a:p>
          <a:p>
            <a:r>
              <a:rPr lang="fr-FR" smtClean="0"/>
              <a:t>15-  NOUS VOULONS T’ÉLEVER POUR TON AMOUR ET TA BONTÉ</a:t>
            </a:r>
          </a:p>
          <a:p>
            <a:r>
              <a:rPr lang="fr-FR" smtClean="0"/>
              <a:t>We lift You up, up, up We're giving You our love, love, love
16-  POUR TOUT CE QUE TU ES NOUS VOULONS TE LOUER                 x2</a:t>
            </a:r>
          </a:p>
          <a:p>
            <a:r>
              <a:rPr lang="fr-FR" smtClean="0"/>
              <a:t>For everything You've done, done, done We give You all the praise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17-  VERS TOI NOUS POUSSONS DES CRIS DE JOIE </a:t>
            </a:r>
          </a:p>
          <a:p>
            <a:r>
              <a:rPr lang="fr-FR" smtClean="0"/>
              <a:t>	To You Let endless praise resound
	18-  LE JOUR, LA NUIT CHAQUE JOUR DE NOS VIES </a:t>
            </a:r>
          </a:p>
          <a:p>
            <a:r>
              <a:rPr lang="fr-FR" smtClean="0"/>
              <a:t>	Every night and day and with no delay
	19-  NOS LOUANGES MONTENT VERS TOI                            x2
	Let endless praise resound                                         </a:t>
            </a:r>
          </a:p>
          <a:p>
            <a:r>
              <a:rPr lang="fr-FR" smtClean="0"/>
              <a:t>	20- VERS TOI </a:t>
            </a:r>
          </a:p>
          <a:p>
            <a:r>
              <a:rPr lang="fr-FR" smtClean="0"/>
              <a:t>	To You </a:t>
            </a:r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TU ES DIEU NOUS N’ARRÊTERONS JAMAIS </a:t>
            </a:r>
          </a:p>
          <a:p>
            <a:pPr>
              <a:defRPr/>
            </a:pPr>
            <a:r>
              <a:rPr lang="fr-FR" smtClean="0"/>
              <a:t>You are God and we lift You up
2-  DE TE CHANTER, DE TE LOUER TE CÉLÉBRER, TE GLORIFIER </a:t>
            </a:r>
          </a:p>
          <a:p>
            <a:pPr>
              <a:defRPr/>
            </a:pPr>
            <a:r>
              <a:rPr lang="fr-FR" smtClean="0"/>
              <a:t>We'll keep singing, we'll keep praising We won't stop giving all we got
3-  ET QUE TON NOM SOIT ÉLEVÉ </a:t>
            </a:r>
          </a:p>
          <a:p>
            <a:pPr>
              <a:defRPr/>
            </a:pPr>
            <a:r>
              <a:rPr lang="fr-FR" smtClean="0"/>
              <a:t>'Cause You're worthy of all glory</a:t>
            </a:r>
          </a:p>
          <a:p>
            <a:pPr>
              <a:defRPr/>
            </a:pPr>
            <a:r>
              <a:rPr lang="fr-FR" smtClean="0"/>
              <a:t>4-  OH, QUI EST COMME TOI </a:t>
            </a:r>
          </a:p>
          <a:p>
            <a:pPr>
              <a:defRPr/>
            </a:pPr>
            <a:r>
              <a:rPr lang="fr-FR" smtClean="0"/>
              <a:t>Oh there is no other,</a:t>
            </a:r>
          </a:p>
          <a:p>
            <a:pPr>
              <a:defRPr/>
            </a:pPr>
            <a:r>
              <a:rPr lang="fr-FR" smtClean="0"/>
              <a:t>5-  POUR TOUJOURS TU SERAS SEIGNEUR DE TOUTE LA TERRE </a:t>
            </a:r>
          </a:p>
          <a:p>
            <a:pPr>
              <a:defRPr/>
            </a:pPr>
            <a:r>
              <a:rPr lang="fr-FR" smtClean="0"/>
              <a:t>You are forever Lord over all 
6-  NUL N’EST COMME TOI TU ES LE SEUL ROI </a:t>
            </a:r>
          </a:p>
          <a:p>
            <a:pPr>
              <a:defRPr/>
            </a:pPr>
            <a:r>
              <a:rPr lang="fr-FR" smtClean="0"/>
              <a:t>There's nobody like You, no one beside You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	7-  VERS TOI NOUS POUSSONS DES CRIS DE JOIE </a:t>
            </a:r>
          </a:p>
          <a:p>
            <a:pPr>
              <a:defRPr/>
            </a:pPr>
            <a:r>
              <a:rPr lang="fr-FR" smtClean="0"/>
              <a:t>	To You Let endless praise resound
	8-  LE JOUR, LA NUIT CHAQUE JOUR DE NOS VIES</a:t>
            </a:r>
          </a:p>
          <a:p>
            <a:pPr>
              <a:defRPr/>
            </a:pPr>
            <a:r>
              <a:rPr lang="fr-FR" smtClean="0"/>
              <a:t>	Every night and day and with no delay
	9-  NOS LOUANGES MONTENT VERS TOI </a:t>
            </a:r>
          </a:p>
          <a:p>
            <a:pPr>
              <a:defRPr/>
            </a:pPr>
            <a:r>
              <a:rPr lang="fr-FR" smtClean="0"/>
              <a:t>	Let endless praise resound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TON AMOUR BRILLE COMME LE SOLEIL ET TA GLOIRE EST ÉTERNELLE </a:t>
            </a:r>
          </a:p>
          <a:p>
            <a:pPr>
              <a:defRPr/>
            </a:pPr>
            <a:r>
              <a:rPr lang="fr-FR" smtClean="0"/>
              <a:t>Boundless love, light before the sun Your glory eternal
11-  À JAMAIS NOUS VIVRONS POUR TOI TA CRÉATION PROCLAMERA </a:t>
            </a:r>
          </a:p>
          <a:p>
            <a:pPr>
              <a:defRPr/>
            </a:pPr>
            <a:r>
              <a:rPr lang="fr-FR" smtClean="0"/>
              <a:t>Never stops giving all You got Creation keeps singing</a:t>
            </a:r>
          </a:p>
          <a:p>
            <a:pPr>
              <a:defRPr/>
            </a:pPr>
            <a:r>
              <a:rPr lang="fr-FR" smtClean="0"/>
              <a:t>12-  OH, QUI EST COMME TOI </a:t>
            </a:r>
          </a:p>
          <a:p>
            <a:pPr>
              <a:defRPr/>
            </a:pPr>
            <a:r>
              <a:rPr lang="fr-FR" smtClean="0"/>
              <a:t>Oh there is no other
13-  POUR TOUJOURS TU SERAS SEIGNEUR DE TOUTE LA TERRE </a:t>
            </a:r>
          </a:p>
          <a:p>
            <a:pPr>
              <a:defRPr/>
            </a:pPr>
            <a:r>
              <a:rPr lang="fr-FR" smtClean="0"/>
              <a:t>You are forever Lord over all
14-  NUL N’EST COMME TOI TU ES LE SEUL ROI </a:t>
            </a:r>
          </a:p>
          <a:p>
            <a:pPr>
              <a:defRPr/>
            </a:pPr>
            <a:r>
              <a:rPr lang="fr-FR" smtClean="0"/>
              <a:t>There's nobody like You, no one beside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NOUS VOULONS T’ÉLEVER POUR TON AMOUR ET TA BONTÉ</a:t>
            </a:r>
          </a:p>
          <a:p>
            <a:pPr>
              <a:defRPr/>
            </a:pPr>
            <a:r>
              <a:rPr lang="fr-FR" smtClean="0"/>
              <a:t>We lift You up, up, up We're giving You our love, love, love
16-  POUR TOUT CE QUE TU ES NOUS VOULONS TE LOUER                 x2</a:t>
            </a:r>
          </a:p>
          <a:p>
            <a:pPr>
              <a:defRPr/>
            </a:pPr>
            <a:r>
              <a:rPr lang="fr-FR" smtClean="0"/>
              <a:t>For everything You've done, done, done We give You all the praise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	17-  VERS TOI NOUS POUSSONS DES CRIS DE JOIE </a:t>
            </a:r>
          </a:p>
          <a:p>
            <a:pPr>
              <a:defRPr/>
            </a:pPr>
            <a:r>
              <a:rPr lang="fr-FR" smtClean="0"/>
              <a:t>	To You Let endless praise resound
	18-  LE JOUR, LA NUIT CHAQUE JOUR DE NOS VIES </a:t>
            </a:r>
          </a:p>
          <a:p>
            <a:pPr>
              <a:defRPr/>
            </a:pPr>
            <a:r>
              <a:rPr lang="fr-FR" smtClean="0"/>
              <a:t>	Every night and day and with no delay
	19-  NOS LOUANGES MONTENT VERS TOI                            x2
	Let endless praise resound                                         </a:t>
            </a:r>
          </a:p>
          <a:p>
            <a:pPr>
              <a:defRPr/>
            </a:pPr>
            <a:r>
              <a:rPr lang="fr-FR" smtClean="0"/>
              <a:t>	20- VERS TOI </a:t>
            </a:r>
          </a:p>
          <a:p>
            <a:pPr>
              <a:defRPr/>
            </a:pPr>
            <a:r>
              <a:rPr lang="fr-FR" smtClean="0"/>
              <a:t>	To You </a:t>
            </a: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DIEU NOUS N’ARRÊTERONS JAMAIS </a:t>
            </a:r>
          </a:p>
          <a:p>
            <a:r>
              <a:rPr lang="fr-FR" smtClean="0"/>
              <a:t>You are God and we lift You up
2-  DE TE CHANTER, DE TE LOUER TE CÉLÉBRER, TE GLORIFIER </a:t>
            </a:r>
          </a:p>
          <a:p>
            <a:r>
              <a:rPr lang="fr-FR" smtClean="0"/>
              <a:t>We'll keep singing, we'll keep praising We won't stop giving all we got
3-  ET QUE TON NOM SOIT ÉLEVÉ </a:t>
            </a:r>
          </a:p>
          <a:p>
            <a:r>
              <a:rPr lang="fr-FR" smtClean="0"/>
              <a:t>'Cause You're worthy of all glory</a:t>
            </a:r>
          </a:p>
          <a:p>
            <a:r>
              <a:rPr lang="fr-FR" smtClean="0"/>
              <a:t>4-  OH, QUI EST COMME TOI </a:t>
            </a:r>
          </a:p>
          <a:p>
            <a:r>
              <a:rPr lang="fr-FR" smtClean="0"/>
              <a:t>Oh there is no other,</a:t>
            </a:r>
          </a:p>
          <a:p>
            <a:r>
              <a:rPr lang="fr-FR" smtClean="0"/>
              <a:t>5-  POUR TOUJOURS TU SERAS SEIGNEUR DE TOUTE LA TERRE </a:t>
            </a:r>
          </a:p>
          <a:p>
            <a:r>
              <a:rPr lang="fr-FR" smtClean="0"/>
              <a:t>You are forever Lord over all 
6-  NUL N’EST COMME TOI TU ES LE SEUL ROI </a:t>
            </a:r>
          </a:p>
          <a:p>
            <a:r>
              <a:rPr lang="fr-FR" smtClean="0"/>
              <a:t>There's nobody like You, no one beside You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7-  VERS TOI NOUS POUSSONS DES CRIS DE JOIE </a:t>
            </a:r>
          </a:p>
          <a:p>
            <a:r>
              <a:rPr lang="fr-FR" smtClean="0"/>
              <a:t>	To You Let endless praise resound
	8-  LE JOUR, LA NUIT CHAQUE JOUR DE NOS VIES</a:t>
            </a:r>
          </a:p>
          <a:p>
            <a:r>
              <a:rPr lang="fr-FR" smtClean="0"/>
              <a:t>	Every night and day and with no delay
	9-  NOS LOUANGES MONTENT VERS TOI </a:t>
            </a:r>
          </a:p>
          <a:p>
            <a:r>
              <a:rPr lang="fr-FR" smtClean="0"/>
              <a:t>	Let endless praise resound</a:t>
            </a:r>
          </a:p>
          <a:p>
            <a:endParaRPr lang="fr-FR" smtClean="0"/>
          </a:p>
          <a:p>
            <a:r>
              <a:rPr lang="fr-FR" smtClean="0"/>
              <a:t>10-  TON AMOUR BRILLE COMME LE SOLEIL ET TA GLOIRE EST ÉTERNELLE </a:t>
            </a:r>
          </a:p>
          <a:p>
            <a:r>
              <a:rPr lang="fr-FR" smtClean="0"/>
              <a:t>Boundless love, light before the sun Your glory eternal
11-  À JAMAIS NOUS VIVRONS POUR TOI TA CRÉATION PROCLAMERA </a:t>
            </a:r>
          </a:p>
          <a:p>
            <a:r>
              <a:rPr lang="fr-FR" smtClean="0"/>
              <a:t>Never stops giving all You got Creation keeps singing</a:t>
            </a:r>
          </a:p>
          <a:p>
            <a:r>
              <a:rPr lang="fr-FR" smtClean="0"/>
              <a:t>12-  OH, QUI EST COMME TOI </a:t>
            </a:r>
          </a:p>
          <a:p>
            <a:r>
              <a:rPr lang="fr-FR" smtClean="0"/>
              <a:t>Oh there is no other
13-  POUR TOUJOURS TU SERAS SEIGNEUR DE TOUTE LA TERRE </a:t>
            </a:r>
          </a:p>
          <a:p>
            <a:r>
              <a:rPr lang="fr-FR" smtClean="0"/>
              <a:t>You are forever Lord over all
14-  NUL N’EST COMME TOI TU ES LE SEUL ROI </a:t>
            </a:r>
          </a:p>
          <a:p>
            <a:r>
              <a:rPr lang="fr-FR" smtClean="0"/>
              <a:t>There's nobody like You, no one beside You</a:t>
            </a:r>
          </a:p>
          <a:p>
            <a:endParaRPr lang="fr-FR" smtClean="0"/>
          </a:p>
          <a:p>
            <a:r>
              <a:rPr lang="fr-FR" smtClean="0"/>
              <a:t>	Refrain : x2</a:t>
            </a:r>
          </a:p>
          <a:p>
            <a:endParaRPr lang="fr-FR" smtClean="0"/>
          </a:p>
          <a:p>
            <a:r>
              <a:rPr lang="fr-FR" smtClean="0"/>
              <a:t>15-  NOUS VOULONS T’ÉLEVER POUR TON AMOUR ET TA BONTÉ</a:t>
            </a:r>
          </a:p>
          <a:p>
            <a:r>
              <a:rPr lang="fr-FR" smtClean="0"/>
              <a:t>We lift You up, up, up We're giving You our love, love, love
16-  POUR TOUT CE QUE TU ES NOUS VOULONS TE LOUER                 x2</a:t>
            </a:r>
          </a:p>
          <a:p>
            <a:r>
              <a:rPr lang="fr-FR" smtClean="0"/>
              <a:t>For everything You've done, done, done We give You all the praise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17-  VERS TOI NOUS POUSSONS DES CRIS DE JOIE </a:t>
            </a:r>
          </a:p>
          <a:p>
            <a:r>
              <a:rPr lang="fr-FR" smtClean="0"/>
              <a:t>	To You Let endless praise resound
	18-  LE JOUR, LA NUIT CHAQUE JOUR DE NOS VIES </a:t>
            </a:r>
          </a:p>
          <a:p>
            <a:r>
              <a:rPr lang="fr-FR" smtClean="0"/>
              <a:t>	Every night and day and with no delay
	19-  NOS LOUANGES MONTENT VERS TOI                            x2
	Let endless praise resound                                         </a:t>
            </a:r>
          </a:p>
          <a:p>
            <a:r>
              <a:rPr lang="fr-FR" smtClean="0"/>
              <a:t>	20- VERS TOI </a:t>
            </a:r>
          </a:p>
          <a:p>
            <a:r>
              <a:rPr lang="fr-FR" smtClean="0"/>
              <a:t>	To You </a:t>
            </a:r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TU ES DIEU NOUS N’ARRÊTERONS JAMAIS </a:t>
            </a:r>
          </a:p>
          <a:p>
            <a:pPr>
              <a:defRPr/>
            </a:pPr>
            <a:r>
              <a:rPr lang="fr-FR" smtClean="0"/>
              <a:t>You are God and we lift You up
2-  DE TE CHANTER, DE TE LOUER TE CÉLÉBRER, TE GLORIFIER </a:t>
            </a:r>
          </a:p>
          <a:p>
            <a:pPr>
              <a:defRPr/>
            </a:pPr>
            <a:r>
              <a:rPr lang="fr-FR" smtClean="0"/>
              <a:t>We'll keep singing, we'll keep praising We won't stop giving all we got
3-  ET QUE TON NOM SOIT ÉLEVÉ </a:t>
            </a:r>
          </a:p>
          <a:p>
            <a:pPr>
              <a:defRPr/>
            </a:pPr>
            <a:r>
              <a:rPr lang="fr-FR" smtClean="0"/>
              <a:t>'Cause You're worthy of all glory</a:t>
            </a:r>
          </a:p>
          <a:p>
            <a:pPr>
              <a:defRPr/>
            </a:pPr>
            <a:r>
              <a:rPr lang="fr-FR" smtClean="0"/>
              <a:t>4-  OH, QUI EST COMME TOI </a:t>
            </a:r>
          </a:p>
          <a:p>
            <a:pPr>
              <a:defRPr/>
            </a:pPr>
            <a:r>
              <a:rPr lang="fr-FR" smtClean="0"/>
              <a:t>Oh there is no other,</a:t>
            </a:r>
          </a:p>
          <a:p>
            <a:pPr>
              <a:defRPr/>
            </a:pPr>
            <a:r>
              <a:rPr lang="fr-FR" smtClean="0"/>
              <a:t>5-  POUR TOUJOURS TU SERAS SEIGNEUR DE TOUTE LA TERRE </a:t>
            </a:r>
          </a:p>
          <a:p>
            <a:pPr>
              <a:defRPr/>
            </a:pPr>
            <a:r>
              <a:rPr lang="fr-FR" smtClean="0"/>
              <a:t>You are forever Lord over all 
6-  NUL N’EST COMME TOI TU ES LE SEUL ROI </a:t>
            </a:r>
          </a:p>
          <a:p>
            <a:pPr>
              <a:defRPr/>
            </a:pPr>
            <a:r>
              <a:rPr lang="fr-FR" smtClean="0"/>
              <a:t>There's nobody like You, no one beside You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	7-  VERS TOI NOUS POUSSONS DES CRIS DE JOIE </a:t>
            </a:r>
          </a:p>
          <a:p>
            <a:pPr>
              <a:defRPr/>
            </a:pPr>
            <a:r>
              <a:rPr lang="fr-FR" smtClean="0"/>
              <a:t>	To You Let endless praise resound
	8-  LE JOUR, LA NUIT CHAQUE JOUR DE NOS VIES</a:t>
            </a:r>
          </a:p>
          <a:p>
            <a:pPr>
              <a:defRPr/>
            </a:pPr>
            <a:r>
              <a:rPr lang="fr-FR" smtClean="0"/>
              <a:t>	Every night and day and with no delay
	9-  NOS LOUANGES MONTENT VERS TOI </a:t>
            </a:r>
          </a:p>
          <a:p>
            <a:pPr>
              <a:defRPr/>
            </a:pPr>
            <a:r>
              <a:rPr lang="fr-FR" smtClean="0"/>
              <a:t>	Let endless praise resound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TON AMOUR BRILLE COMME LE SOLEIL ET TA GLOIRE EST ÉTERNELLE </a:t>
            </a:r>
          </a:p>
          <a:p>
            <a:pPr>
              <a:defRPr/>
            </a:pPr>
            <a:r>
              <a:rPr lang="fr-FR" smtClean="0"/>
              <a:t>Boundless love, light before the sun Your glory eternal
11-  À JAMAIS NOUS VIVRONS POUR TOI TA CRÉATION PROCLAMERA </a:t>
            </a:r>
          </a:p>
          <a:p>
            <a:pPr>
              <a:defRPr/>
            </a:pPr>
            <a:r>
              <a:rPr lang="fr-FR" smtClean="0"/>
              <a:t>Never stops giving all You got Creation keeps singing</a:t>
            </a:r>
          </a:p>
          <a:p>
            <a:pPr>
              <a:defRPr/>
            </a:pPr>
            <a:r>
              <a:rPr lang="fr-FR" smtClean="0"/>
              <a:t>12-  OH, QUI EST COMME TOI </a:t>
            </a:r>
          </a:p>
          <a:p>
            <a:pPr>
              <a:defRPr/>
            </a:pPr>
            <a:r>
              <a:rPr lang="fr-FR" smtClean="0"/>
              <a:t>Oh there is no other
13-  POUR TOUJOURS TU SERAS SEIGNEUR DE TOUTE LA TERRE </a:t>
            </a:r>
          </a:p>
          <a:p>
            <a:pPr>
              <a:defRPr/>
            </a:pPr>
            <a:r>
              <a:rPr lang="fr-FR" smtClean="0"/>
              <a:t>You are forever Lord over all
14-  NUL N’EST COMME TOI TU ES LE SEUL ROI </a:t>
            </a:r>
          </a:p>
          <a:p>
            <a:pPr>
              <a:defRPr/>
            </a:pPr>
            <a:r>
              <a:rPr lang="fr-FR" smtClean="0"/>
              <a:t>There's nobody like You, no one beside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NOUS VOULONS T’ÉLEVER POUR TON AMOUR ET TA BONTÉ</a:t>
            </a:r>
          </a:p>
          <a:p>
            <a:pPr>
              <a:defRPr/>
            </a:pPr>
            <a:r>
              <a:rPr lang="fr-FR" smtClean="0"/>
              <a:t>We lift You up, up, up We're giving You our love, love, love
16-  POUR TOUT CE QUE TU ES NOUS VOULONS TE LOUER                 x2</a:t>
            </a:r>
          </a:p>
          <a:p>
            <a:pPr>
              <a:defRPr/>
            </a:pPr>
            <a:r>
              <a:rPr lang="fr-FR" smtClean="0"/>
              <a:t>For everything You've done, done, done We give You all the praise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	17-  VERS TOI NOUS POUSSONS DES CRIS DE JOIE </a:t>
            </a:r>
          </a:p>
          <a:p>
            <a:pPr>
              <a:defRPr/>
            </a:pPr>
            <a:r>
              <a:rPr lang="fr-FR" smtClean="0"/>
              <a:t>	To You Let endless praise resound
	18-  LE JOUR, LA NUIT CHAQUE JOUR DE NOS VIES </a:t>
            </a:r>
          </a:p>
          <a:p>
            <a:pPr>
              <a:defRPr/>
            </a:pPr>
            <a:r>
              <a:rPr lang="fr-FR" smtClean="0"/>
              <a:t>	Every night and day and with no delay
	19-  NOS LOUANGES MONTENT VERS TOI                            x2
	Let endless praise resound                                         </a:t>
            </a:r>
          </a:p>
          <a:p>
            <a:pPr>
              <a:defRPr/>
            </a:pPr>
            <a:r>
              <a:rPr lang="fr-FR" smtClean="0"/>
              <a:t>	20- VERS TOI </a:t>
            </a:r>
          </a:p>
          <a:p>
            <a:pPr>
              <a:defRPr/>
            </a:pPr>
            <a:r>
              <a:rPr lang="fr-FR" smtClean="0"/>
              <a:t>	To You </a:t>
            </a: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DIEU NOUS N’ARRÊTERONS JAMAIS </a:t>
            </a:r>
          </a:p>
          <a:p>
            <a:r>
              <a:rPr lang="fr-FR" smtClean="0"/>
              <a:t>You are God and we lift You up
2-  DE TE CHANTER, DE TE LOUER TE CÉLÉBRER, TE GLORIFIER </a:t>
            </a:r>
          </a:p>
          <a:p>
            <a:r>
              <a:rPr lang="fr-FR" smtClean="0"/>
              <a:t>We'll keep singing, we'll keep praising We won't stop giving all we got
3-  ET QUE TON NOM SOIT ÉLEVÉ </a:t>
            </a:r>
          </a:p>
          <a:p>
            <a:r>
              <a:rPr lang="fr-FR" smtClean="0"/>
              <a:t>'Cause You're worthy of all glory</a:t>
            </a:r>
          </a:p>
          <a:p>
            <a:r>
              <a:rPr lang="fr-FR" smtClean="0"/>
              <a:t>4-  OH, QUI EST COMME TOI </a:t>
            </a:r>
          </a:p>
          <a:p>
            <a:r>
              <a:rPr lang="fr-FR" smtClean="0"/>
              <a:t>Oh there is no other,</a:t>
            </a:r>
          </a:p>
          <a:p>
            <a:r>
              <a:rPr lang="fr-FR" smtClean="0"/>
              <a:t>5-  POUR TOUJOURS TU SERAS SEIGNEUR DE TOUTE LA TERRE </a:t>
            </a:r>
          </a:p>
          <a:p>
            <a:r>
              <a:rPr lang="fr-FR" smtClean="0"/>
              <a:t>You are forever Lord over all 
6-  NUL N’EST COMME TOI TU ES LE SEUL ROI </a:t>
            </a:r>
          </a:p>
          <a:p>
            <a:r>
              <a:rPr lang="fr-FR" smtClean="0"/>
              <a:t>There's nobody like You, no one beside You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7-  VERS TOI NOUS POUSSONS DES CRIS DE JOIE </a:t>
            </a:r>
          </a:p>
          <a:p>
            <a:r>
              <a:rPr lang="fr-FR" smtClean="0"/>
              <a:t>	To You Let endless praise resound
	8-  LE JOUR, LA NUIT CHAQUE JOUR DE NOS VIES</a:t>
            </a:r>
          </a:p>
          <a:p>
            <a:r>
              <a:rPr lang="fr-FR" smtClean="0"/>
              <a:t>	Every night and day and with no delay
	9-  NOS LOUANGES MONTENT VERS TOI </a:t>
            </a:r>
          </a:p>
          <a:p>
            <a:r>
              <a:rPr lang="fr-FR" smtClean="0"/>
              <a:t>	Let endless praise resound</a:t>
            </a:r>
          </a:p>
          <a:p>
            <a:endParaRPr lang="fr-FR" smtClean="0"/>
          </a:p>
          <a:p>
            <a:r>
              <a:rPr lang="fr-FR" smtClean="0"/>
              <a:t>10-  TON AMOUR BRILLE COMME LE SOLEIL ET TA GLOIRE EST ÉTERNELLE </a:t>
            </a:r>
          </a:p>
          <a:p>
            <a:r>
              <a:rPr lang="fr-FR" smtClean="0"/>
              <a:t>Boundless love, light before the sun Your glory eternal
11-  À JAMAIS NOUS VIVRONS POUR TOI TA CRÉATION PROCLAMERA </a:t>
            </a:r>
          </a:p>
          <a:p>
            <a:r>
              <a:rPr lang="fr-FR" smtClean="0"/>
              <a:t>Never stops giving all You got Creation keeps singing</a:t>
            </a:r>
          </a:p>
          <a:p>
            <a:r>
              <a:rPr lang="fr-FR" smtClean="0"/>
              <a:t>12-  OH, QUI EST COMME TOI </a:t>
            </a:r>
          </a:p>
          <a:p>
            <a:r>
              <a:rPr lang="fr-FR" smtClean="0"/>
              <a:t>Oh there is no other
13-  POUR TOUJOURS TU SERAS SEIGNEUR DE TOUTE LA TERRE </a:t>
            </a:r>
          </a:p>
          <a:p>
            <a:r>
              <a:rPr lang="fr-FR" smtClean="0"/>
              <a:t>You are forever Lord over all
14-  NUL N’EST COMME TOI TU ES LE SEUL ROI </a:t>
            </a:r>
          </a:p>
          <a:p>
            <a:r>
              <a:rPr lang="fr-FR" smtClean="0"/>
              <a:t>There's nobody like You, no one beside You</a:t>
            </a:r>
          </a:p>
          <a:p>
            <a:endParaRPr lang="fr-FR" smtClean="0"/>
          </a:p>
          <a:p>
            <a:r>
              <a:rPr lang="fr-FR" smtClean="0"/>
              <a:t>	Refrain : x2</a:t>
            </a:r>
          </a:p>
          <a:p>
            <a:endParaRPr lang="fr-FR" smtClean="0"/>
          </a:p>
          <a:p>
            <a:r>
              <a:rPr lang="fr-FR" smtClean="0"/>
              <a:t>15-  NOUS VOULONS T’ÉLEVER POUR TON AMOUR ET TA BONTÉ</a:t>
            </a:r>
          </a:p>
          <a:p>
            <a:r>
              <a:rPr lang="fr-FR" smtClean="0"/>
              <a:t>We lift You up, up, up We're giving You our love, love, love
16-  POUR TOUT CE QUE TU ES NOUS VOULONS TE LOUER                 x2</a:t>
            </a:r>
          </a:p>
          <a:p>
            <a:r>
              <a:rPr lang="fr-FR" smtClean="0"/>
              <a:t>For everything You've done, done, done We give You all the praise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17-  VERS TOI NOUS POUSSONS DES CRIS DE JOIE </a:t>
            </a:r>
          </a:p>
          <a:p>
            <a:r>
              <a:rPr lang="fr-FR" smtClean="0"/>
              <a:t>	To You Let endless praise resound
	18-  LE JOUR, LA NUIT CHAQUE JOUR DE NOS VIES </a:t>
            </a:r>
          </a:p>
          <a:p>
            <a:r>
              <a:rPr lang="fr-FR" smtClean="0"/>
              <a:t>	Every night and day and with no delay
	19-  NOS LOUANGES MONTENT VERS TOI                            x2
	Let endless praise resound                                         </a:t>
            </a:r>
          </a:p>
          <a:p>
            <a:r>
              <a:rPr lang="fr-FR" smtClean="0"/>
              <a:t>	20- VERS TOI </a:t>
            </a:r>
          </a:p>
          <a:p>
            <a:r>
              <a:rPr lang="fr-FR" smtClean="0"/>
              <a:t>	To You </a:t>
            </a:r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TU ES DIEU NOUS N’ARRÊTERONS JAMAIS </a:t>
            </a:r>
          </a:p>
          <a:p>
            <a:pPr>
              <a:defRPr/>
            </a:pPr>
            <a:r>
              <a:rPr lang="fr-FR" dirty="0" smtClean="0"/>
              <a:t>You are </a:t>
            </a:r>
            <a:r>
              <a:rPr lang="fr-FR" dirty="0" err="1" smtClean="0"/>
              <a:t>God</a:t>
            </a:r>
            <a:r>
              <a:rPr lang="fr-FR" dirty="0" smtClean="0"/>
              <a:t> and </a:t>
            </a:r>
            <a:r>
              <a:rPr lang="fr-FR" dirty="0" err="1" smtClean="0"/>
              <a:t>we</a:t>
            </a:r>
            <a:r>
              <a:rPr lang="fr-FR" dirty="0" smtClean="0"/>
              <a:t> lift You up
2-  DE TE CHANTER, DE TE LOUER TE CÉLÉBRER, TE GLORIFIER </a:t>
            </a:r>
          </a:p>
          <a:p>
            <a:pPr>
              <a:defRPr/>
            </a:pPr>
            <a:r>
              <a:rPr lang="fr-FR" dirty="0" err="1" smtClean="0"/>
              <a:t>We'll</a:t>
            </a:r>
            <a:r>
              <a:rPr lang="fr-FR" dirty="0" smtClean="0"/>
              <a:t> </a:t>
            </a:r>
            <a:r>
              <a:rPr lang="fr-FR" dirty="0" err="1" smtClean="0"/>
              <a:t>keep</a:t>
            </a:r>
            <a:r>
              <a:rPr lang="fr-FR" dirty="0" smtClean="0"/>
              <a:t> </a:t>
            </a:r>
            <a:r>
              <a:rPr lang="fr-FR" dirty="0" err="1" smtClean="0"/>
              <a:t>singing</a:t>
            </a:r>
            <a:r>
              <a:rPr lang="fr-FR" dirty="0" smtClean="0"/>
              <a:t>, </a:t>
            </a:r>
            <a:r>
              <a:rPr lang="fr-FR" dirty="0" err="1" smtClean="0"/>
              <a:t>we'll</a:t>
            </a:r>
            <a:r>
              <a:rPr lang="fr-FR" dirty="0" smtClean="0"/>
              <a:t> </a:t>
            </a:r>
            <a:r>
              <a:rPr lang="fr-FR" dirty="0" err="1" smtClean="0"/>
              <a:t>keep</a:t>
            </a:r>
            <a:r>
              <a:rPr lang="fr-FR" dirty="0" smtClean="0"/>
              <a:t> </a:t>
            </a:r>
            <a:r>
              <a:rPr lang="fr-FR" dirty="0" err="1" smtClean="0"/>
              <a:t>praising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won't</a:t>
            </a:r>
            <a:r>
              <a:rPr lang="fr-FR" dirty="0" smtClean="0"/>
              <a:t> stop </a:t>
            </a:r>
            <a:r>
              <a:rPr lang="fr-FR" dirty="0" err="1" smtClean="0"/>
              <a:t>giving</a:t>
            </a:r>
            <a:r>
              <a:rPr lang="fr-FR" dirty="0" smtClean="0"/>
              <a:t> all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
3-  ET QUE TON NOM SOIT ÉLEVÉ </a:t>
            </a:r>
          </a:p>
          <a:p>
            <a:pPr>
              <a:defRPr/>
            </a:pPr>
            <a:r>
              <a:rPr lang="fr-FR" dirty="0" smtClean="0"/>
              <a:t>'Cause </a:t>
            </a:r>
            <a:r>
              <a:rPr lang="fr-FR" dirty="0" err="1" smtClean="0"/>
              <a:t>You're</a:t>
            </a:r>
            <a:r>
              <a:rPr lang="fr-FR" dirty="0" smtClean="0"/>
              <a:t> </a:t>
            </a:r>
            <a:r>
              <a:rPr lang="fr-FR" dirty="0" err="1" smtClean="0"/>
              <a:t>worthy</a:t>
            </a:r>
            <a:r>
              <a:rPr lang="fr-FR" dirty="0" smtClean="0"/>
              <a:t> of all </a:t>
            </a:r>
            <a:r>
              <a:rPr lang="fr-FR" dirty="0" err="1" smtClean="0"/>
              <a:t>glory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4-  OH, QUI EST COMME TOI </a:t>
            </a:r>
          </a:p>
          <a:p>
            <a:pPr>
              <a:defRPr/>
            </a:pPr>
            <a:r>
              <a:rPr lang="fr-FR" dirty="0" smtClean="0"/>
              <a:t>Oh </a:t>
            </a:r>
            <a:r>
              <a:rPr lang="fr-FR" dirty="0" err="1" smtClean="0"/>
              <a:t>there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no </a:t>
            </a:r>
            <a:r>
              <a:rPr lang="fr-FR" dirty="0" err="1" smtClean="0"/>
              <a:t>other</a:t>
            </a:r>
            <a:r>
              <a:rPr lang="fr-FR" dirty="0" smtClean="0"/>
              <a:t>,</a:t>
            </a:r>
          </a:p>
          <a:p>
            <a:pPr>
              <a:defRPr/>
            </a:pPr>
            <a:r>
              <a:rPr lang="fr-FR" dirty="0" smtClean="0"/>
              <a:t>5-  POUR TOUJOURS TU SERAS SEIGNEUR DE TOUTE LA TERRE </a:t>
            </a:r>
          </a:p>
          <a:p>
            <a:pPr>
              <a:defRPr/>
            </a:pPr>
            <a:r>
              <a:rPr lang="fr-FR" dirty="0" smtClean="0"/>
              <a:t>You are </a:t>
            </a:r>
            <a:r>
              <a:rPr lang="fr-FR" dirty="0" err="1" smtClean="0"/>
              <a:t>forever</a:t>
            </a:r>
            <a:r>
              <a:rPr lang="fr-FR" dirty="0" smtClean="0"/>
              <a:t> Lord over all 
6-  NUL N’EST COMME TOI TU ES LE SEUL ROI </a:t>
            </a:r>
          </a:p>
          <a:p>
            <a:pPr>
              <a:defRPr/>
            </a:pPr>
            <a:r>
              <a:rPr lang="fr-FR" dirty="0" err="1" smtClean="0"/>
              <a:t>There's</a:t>
            </a:r>
            <a:r>
              <a:rPr lang="fr-FR" dirty="0" smtClean="0"/>
              <a:t> </a:t>
            </a:r>
            <a:r>
              <a:rPr lang="fr-FR" dirty="0" err="1" smtClean="0"/>
              <a:t>nobody</a:t>
            </a:r>
            <a:r>
              <a:rPr lang="fr-FR" dirty="0" smtClean="0"/>
              <a:t> </a:t>
            </a:r>
            <a:r>
              <a:rPr lang="fr-FR" dirty="0" err="1" smtClean="0"/>
              <a:t>like</a:t>
            </a:r>
            <a:r>
              <a:rPr lang="fr-FR" dirty="0" smtClean="0"/>
              <a:t> You, no one </a:t>
            </a:r>
            <a:r>
              <a:rPr lang="fr-FR" dirty="0" err="1" smtClean="0"/>
              <a:t>beside</a:t>
            </a:r>
            <a:r>
              <a:rPr lang="fr-FR" dirty="0" smtClean="0"/>
              <a:t> You</a:t>
            </a:r>
          </a:p>
          <a:p>
            <a:pPr>
              <a:defRPr/>
            </a:pPr>
            <a:r>
              <a:rPr lang="fr-FR" dirty="0" smtClean="0"/>
              <a:t>	</a:t>
            </a:r>
          </a:p>
          <a:p>
            <a:pPr>
              <a:defRPr/>
            </a:pPr>
            <a:r>
              <a:rPr lang="fr-FR" dirty="0" smtClean="0"/>
              <a:t>	Refrain :</a:t>
            </a:r>
          </a:p>
          <a:p>
            <a:pPr>
              <a:defRPr/>
            </a:pPr>
            <a:r>
              <a:rPr lang="fr-FR" dirty="0" smtClean="0"/>
              <a:t>	7-  VERS TOI NOUS POUSSONS DES CRIS DE JOIE </a:t>
            </a:r>
          </a:p>
          <a:p>
            <a:pPr>
              <a:defRPr/>
            </a:pPr>
            <a:r>
              <a:rPr lang="fr-FR" dirty="0" smtClean="0"/>
              <a:t>	To You Let </a:t>
            </a:r>
            <a:r>
              <a:rPr lang="fr-FR" dirty="0" err="1" smtClean="0"/>
              <a:t>endless</a:t>
            </a:r>
            <a:r>
              <a:rPr lang="fr-FR" dirty="0" smtClean="0"/>
              <a:t> </a:t>
            </a:r>
            <a:r>
              <a:rPr lang="fr-FR" dirty="0" err="1" smtClean="0"/>
              <a:t>praise</a:t>
            </a:r>
            <a:r>
              <a:rPr lang="fr-FR" dirty="0" smtClean="0"/>
              <a:t> </a:t>
            </a:r>
            <a:r>
              <a:rPr lang="fr-FR" dirty="0" err="1" smtClean="0"/>
              <a:t>resound</a:t>
            </a:r>
            <a:r>
              <a:rPr lang="fr-FR" dirty="0" smtClean="0"/>
              <a:t>
	8-  LE JOUR, LA NUIT CHAQUE JOUR DE NOS VIES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Every</a:t>
            </a:r>
            <a:r>
              <a:rPr lang="fr-FR" dirty="0" smtClean="0"/>
              <a:t> night and </a:t>
            </a:r>
            <a:r>
              <a:rPr lang="fr-FR" dirty="0" err="1" smtClean="0"/>
              <a:t>day</a:t>
            </a:r>
            <a:r>
              <a:rPr lang="fr-FR" dirty="0" smtClean="0"/>
              <a:t> and </a:t>
            </a:r>
            <a:r>
              <a:rPr lang="fr-FR" dirty="0" err="1" smtClean="0"/>
              <a:t>with</a:t>
            </a:r>
            <a:r>
              <a:rPr lang="fr-FR" dirty="0" smtClean="0"/>
              <a:t> no </a:t>
            </a:r>
            <a:r>
              <a:rPr lang="fr-FR" dirty="0" err="1" smtClean="0"/>
              <a:t>delay</a:t>
            </a:r>
            <a:r>
              <a:rPr lang="fr-FR" dirty="0" smtClean="0"/>
              <a:t>
	9-  NOS LOUANGES MONTENT VERS TOI </a:t>
            </a:r>
          </a:p>
          <a:p>
            <a:pPr>
              <a:defRPr/>
            </a:pPr>
            <a:r>
              <a:rPr lang="fr-FR" dirty="0" smtClean="0"/>
              <a:t>	Let </a:t>
            </a:r>
            <a:r>
              <a:rPr lang="fr-FR" dirty="0" err="1" smtClean="0"/>
              <a:t>endless</a:t>
            </a:r>
            <a:r>
              <a:rPr lang="fr-FR" dirty="0" smtClean="0"/>
              <a:t> </a:t>
            </a:r>
            <a:r>
              <a:rPr lang="fr-FR" dirty="0" err="1" smtClean="0"/>
              <a:t>praise</a:t>
            </a:r>
            <a:r>
              <a:rPr lang="fr-FR" dirty="0" smtClean="0"/>
              <a:t> </a:t>
            </a:r>
            <a:r>
              <a:rPr lang="fr-FR" dirty="0" err="1" smtClean="0"/>
              <a:t>resound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10-  TON AMOUR BRILLE COMME LE SOLEIL ET TA GLOIRE EST ÉTERNELLE </a:t>
            </a:r>
          </a:p>
          <a:p>
            <a:pPr>
              <a:defRPr/>
            </a:pPr>
            <a:r>
              <a:rPr lang="fr-FR" dirty="0" err="1" smtClean="0"/>
              <a:t>Boundless</a:t>
            </a:r>
            <a:r>
              <a:rPr lang="fr-FR" dirty="0" smtClean="0"/>
              <a:t> love, light </a:t>
            </a:r>
            <a:r>
              <a:rPr lang="fr-FR" dirty="0" err="1" smtClean="0"/>
              <a:t>before</a:t>
            </a:r>
            <a:r>
              <a:rPr lang="fr-FR" dirty="0" smtClean="0"/>
              <a:t> the </a:t>
            </a:r>
            <a:r>
              <a:rPr lang="fr-FR" dirty="0" err="1" smtClean="0"/>
              <a:t>sun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glory</a:t>
            </a:r>
            <a:r>
              <a:rPr lang="fr-FR" dirty="0" smtClean="0"/>
              <a:t> </a:t>
            </a:r>
            <a:r>
              <a:rPr lang="fr-FR" dirty="0" err="1" smtClean="0"/>
              <a:t>eternal</a:t>
            </a:r>
            <a:r>
              <a:rPr lang="fr-FR" dirty="0" smtClean="0"/>
              <a:t>
11-  À JAMAIS NOUS VIVRONS POUR TOI TA CRÉATION PROCLAMERA </a:t>
            </a:r>
          </a:p>
          <a:p>
            <a:pPr>
              <a:defRPr/>
            </a:pPr>
            <a:r>
              <a:rPr lang="fr-FR" dirty="0" smtClean="0"/>
              <a:t>Never stops </a:t>
            </a:r>
            <a:r>
              <a:rPr lang="fr-FR" dirty="0" err="1" smtClean="0"/>
              <a:t>giving</a:t>
            </a:r>
            <a:r>
              <a:rPr lang="fr-FR" dirty="0" smtClean="0"/>
              <a:t> all You </a:t>
            </a:r>
            <a:r>
              <a:rPr lang="fr-FR" dirty="0" err="1" smtClean="0"/>
              <a:t>got</a:t>
            </a:r>
            <a:r>
              <a:rPr lang="fr-FR" dirty="0" smtClean="0"/>
              <a:t> </a:t>
            </a:r>
            <a:r>
              <a:rPr lang="fr-FR" dirty="0" err="1" smtClean="0"/>
              <a:t>Creation</a:t>
            </a:r>
            <a:r>
              <a:rPr lang="fr-FR" dirty="0" smtClean="0"/>
              <a:t> </a:t>
            </a:r>
            <a:r>
              <a:rPr lang="fr-FR" dirty="0" err="1" smtClean="0"/>
              <a:t>keeps</a:t>
            </a:r>
            <a:r>
              <a:rPr lang="fr-FR" dirty="0" smtClean="0"/>
              <a:t> </a:t>
            </a:r>
            <a:r>
              <a:rPr lang="fr-FR" dirty="0" err="1" smtClean="0"/>
              <a:t>singing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12-  OH, QUI EST COMME TOI </a:t>
            </a:r>
          </a:p>
          <a:p>
            <a:pPr>
              <a:defRPr/>
            </a:pPr>
            <a:r>
              <a:rPr lang="fr-FR" dirty="0" smtClean="0"/>
              <a:t>Oh </a:t>
            </a:r>
            <a:r>
              <a:rPr lang="fr-FR" dirty="0" err="1" smtClean="0"/>
              <a:t>there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no </a:t>
            </a:r>
            <a:r>
              <a:rPr lang="fr-FR" dirty="0" err="1" smtClean="0"/>
              <a:t>other</a:t>
            </a:r>
            <a:r>
              <a:rPr lang="fr-FR" dirty="0" smtClean="0"/>
              <a:t>
13-  POUR TOUJOURS TU SERAS SEIGNEUR DE TOUTE LA TERRE </a:t>
            </a:r>
          </a:p>
          <a:p>
            <a:pPr>
              <a:defRPr/>
            </a:pPr>
            <a:r>
              <a:rPr lang="fr-FR" dirty="0" smtClean="0"/>
              <a:t>You are </a:t>
            </a:r>
            <a:r>
              <a:rPr lang="fr-FR" dirty="0" err="1" smtClean="0"/>
              <a:t>forever</a:t>
            </a:r>
            <a:r>
              <a:rPr lang="fr-FR" dirty="0" smtClean="0"/>
              <a:t> Lord over all
14-  NUL N’EST COMME TOI TU ES LE SEUL ROI </a:t>
            </a:r>
          </a:p>
          <a:p>
            <a:pPr>
              <a:defRPr/>
            </a:pPr>
            <a:r>
              <a:rPr lang="fr-FR" dirty="0" err="1" smtClean="0"/>
              <a:t>There's</a:t>
            </a:r>
            <a:r>
              <a:rPr lang="fr-FR" dirty="0" smtClean="0"/>
              <a:t> </a:t>
            </a:r>
            <a:r>
              <a:rPr lang="fr-FR" dirty="0" err="1" smtClean="0"/>
              <a:t>nobody</a:t>
            </a:r>
            <a:r>
              <a:rPr lang="fr-FR" dirty="0" smtClean="0"/>
              <a:t> </a:t>
            </a:r>
            <a:r>
              <a:rPr lang="fr-FR" dirty="0" err="1" smtClean="0"/>
              <a:t>like</a:t>
            </a:r>
            <a:r>
              <a:rPr lang="fr-FR" dirty="0" smtClean="0"/>
              <a:t> You, no one </a:t>
            </a:r>
            <a:r>
              <a:rPr lang="fr-FR" dirty="0" err="1" smtClean="0"/>
              <a:t>beside</a:t>
            </a:r>
            <a:r>
              <a:rPr lang="fr-FR" dirty="0" smtClean="0"/>
              <a:t> You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 : x2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15-  NOUS VOULONS T’ÉLEVER POUR TON AMOUR ET TA BONTÉ</a:t>
            </a:r>
          </a:p>
          <a:p>
            <a:pPr>
              <a:defRPr/>
            </a:pPr>
            <a:r>
              <a:rPr lang="fr-FR" dirty="0" err="1" smtClean="0"/>
              <a:t>We</a:t>
            </a:r>
            <a:r>
              <a:rPr lang="fr-FR" dirty="0" smtClean="0"/>
              <a:t> lift You up, up, up </a:t>
            </a:r>
            <a:r>
              <a:rPr lang="fr-FR" dirty="0" err="1" smtClean="0"/>
              <a:t>We're</a:t>
            </a:r>
            <a:r>
              <a:rPr lang="fr-FR" dirty="0" smtClean="0"/>
              <a:t> </a:t>
            </a:r>
            <a:r>
              <a:rPr lang="fr-FR" dirty="0" err="1" smtClean="0"/>
              <a:t>giving</a:t>
            </a:r>
            <a:r>
              <a:rPr lang="fr-FR" dirty="0" smtClean="0"/>
              <a:t> You </a:t>
            </a:r>
            <a:r>
              <a:rPr lang="fr-FR" dirty="0" err="1" smtClean="0"/>
              <a:t>our</a:t>
            </a:r>
            <a:r>
              <a:rPr lang="fr-FR" dirty="0" smtClean="0"/>
              <a:t> love, love, love
16-  POUR TOUT CE QUE TU ES NOUS VOULONS TE LOUER                 x2</a:t>
            </a:r>
          </a:p>
          <a:p>
            <a:pPr>
              <a:defRPr/>
            </a:pPr>
            <a:r>
              <a:rPr lang="fr-FR" dirty="0" smtClean="0"/>
              <a:t>For </a:t>
            </a:r>
            <a:r>
              <a:rPr lang="fr-FR" dirty="0" err="1" smtClean="0"/>
              <a:t>everything</a:t>
            </a:r>
            <a:r>
              <a:rPr lang="fr-FR" dirty="0" smtClean="0"/>
              <a:t> </a:t>
            </a: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done</a:t>
            </a:r>
            <a:r>
              <a:rPr lang="fr-FR" dirty="0" smtClean="0"/>
              <a:t>, </a:t>
            </a:r>
            <a:r>
              <a:rPr lang="fr-FR" dirty="0" err="1" smtClean="0"/>
              <a:t>done</a:t>
            </a:r>
            <a:r>
              <a:rPr lang="fr-FR" dirty="0" smtClean="0"/>
              <a:t>, </a:t>
            </a:r>
            <a:r>
              <a:rPr lang="fr-FR" dirty="0" err="1" smtClean="0"/>
              <a:t>done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give</a:t>
            </a:r>
            <a:r>
              <a:rPr lang="fr-FR" dirty="0" smtClean="0"/>
              <a:t> You all the </a:t>
            </a:r>
            <a:r>
              <a:rPr lang="fr-FR" dirty="0" err="1" smtClean="0"/>
              <a:t>praise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 :</a:t>
            </a:r>
          </a:p>
          <a:p>
            <a:pPr>
              <a:defRPr/>
            </a:pPr>
            <a:r>
              <a:rPr lang="fr-FR" dirty="0" smtClean="0"/>
              <a:t>	17-  VERS TOI NOUS POUSSONS DES CRIS DE JOIE </a:t>
            </a:r>
          </a:p>
          <a:p>
            <a:pPr>
              <a:defRPr/>
            </a:pPr>
            <a:r>
              <a:rPr lang="fr-FR" dirty="0" smtClean="0"/>
              <a:t>	To You Let </a:t>
            </a:r>
            <a:r>
              <a:rPr lang="fr-FR" dirty="0" err="1" smtClean="0"/>
              <a:t>endless</a:t>
            </a:r>
            <a:r>
              <a:rPr lang="fr-FR" dirty="0" smtClean="0"/>
              <a:t> </a:t>
            </a:r>
            <a:r>
              <a:rPr lang="fr-FR" dirty="0" err="1" smtClean="0"/>
              <a:t>praise</a:t>
            </a:r>
            <a:r>
              <a:rPr lang="fr-FR" dirty="0" smtClean="0"/>
              <a:t> </a:t>
            </a:r>
            <a:r>
              <a:rPr lang="fr-FR" dirty="0" err="1" smtClean="0"/>
              <a:t>resound</a:t>
            </a:r>
            <a:r>
              <a:rPr lang="fr-FR" dirty="0" smtClean="0"/>
              <a:t>
	18-  LE JOUR, LA NUIT CHAQUE JOUR DE NOS VIES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Every</a:t>
            </a:r>
            <a:r>
              <a:rPr lang="fr-FR" dirty="0" smtClean="0"/>
              <a:t> night and </a:t>
            </a:r>
            <a:r>
              <a:rPr lang="fr-FR" dirty="0" err="1" smtClean="0"/>
              <a:t>day</a:t>
            </a:r>
            <a:r>
              <a:rPr lang="fr-FR" dirty="0" smtClean="0"/>
              <a:t> and </a:t>
            </a:r>
            <a:r>
              <a:rPr lang="fr-FR" dirty="0" err="1" smtClean="0"/>
              <a:t>with</a:t>
            </a:r>
            <a:r>
              <a:rPr lang="fr-FR" dirty="0" smtClean="0"/>
              <a:t> no </a:t>
            </a:r>
            <a:r>
              <a:rPr lang="fr-FR" dirty="0" err="1" smtClean="0"/>
              <a:t>delay</a:t>
            </a:r>
            <a:r>
              <a:rPr lang="fr-FR" dirty="0" smtClean="0"/>
              <a:t>
	19-  NOS LOUANGES MONTENT VERS TOI                            x2
	Let </a:t>
            </a:r>
            <a:r>
              <a:rPr lang="fr-FR" dirty="0" err="1" smtClean="0"/>
              <a:t>endless</a:t>
            </a:r>
            <a:r>
              <a:rPr lang="fr-FR" dirty="0" smtClean="0"/>
              <a:t> </a:t>
            </a:r>
            <a:r>
              <a:rPr lang="fr-FR" dirty="0" err="1" smtClean="0"/>
              <a:t>praise</a:t>
            </a:r>
            <a:r>
              <a:rPr lang="fr-FR" dirty="0" smtClean="0"/>
              <a:t> </a:t>
            </a:r>
            <a:r>
              <a:rPr lang="fr-FR" dirty="0" err="1" smtClean="0"/>
              <a:t>resound</a:t>
            </a:r>
            <a:r>
              <a:rPr lang="fr-FR" dirty="0" smtClean="0"/>
              <a:t>                                         </a:t>
            </a:r>
          </a:p>
          <a:p>
            <a:pPr>
              <a:defRPr/>
            </a:pPr>
            <a:r>
              <a:rPr lang="fr-FR" dirty="0" smtClean="0"/>
              <a:t>	20- VERS TOI </a:t>
            </a:r>
          </a:p>
          <a:p>
            <a:pPr>
              <a:defRPr/>
            </a:pPr>
            <a:r>
              <a:rPr lang="fr-FR" dirty="0" smtClean="0"/>
              <a:t>	To You </a:t>
            </a: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DIEU NOUS N’ARRÊTERONS JAMAIS </a:t>
            </a:r>
          </a:p>
          <a:p>
            <a:r>
              <a:rPr lang="fr-FR" smtClean="0"/>
              <a:t>You are God and we lift You up
2-  DE TE CHANTER, DE TE LOUER TE CÉLÉBRER, TE GLORIFIER </a:t>
            </a:r>
          </a:p>
          <a:p>
            <a:r>
              <a:rPr lang="fr-FR" smtClean="0"/>
              <a:t>We'll keep singing, we'll keep praising We won't stop giving all we got
3-  ET QUE TON NOM SOIT ÉLEVÉ </a:t>
            </a:r>
          </a:p>
          <a:p>
            <a:r>
              <a:rPr lang="fr-FR" smtClean="0"/>
              <a:t>'Cause You're worthy of all glory</a:t>
            </a:r>
          </a:p>
          <a:p>
            <a:r>
              <a:rPr lang="fr-FR" smtClean="0"/>
              <a:t>4-  OH, QUI EST COMME TOI </a:t>
            </a:r>
          </a:p>
          <a:p>
            <a:r>
              <a:rPr lang="fr-FR" smtClean="0"/>
              <a:t>Oh there is no other,</a:t>
            </a:r>
          </a:p>
          <a:p>
            <a:r>
              <a:rPr lang="fr-FR" smtClean="0"/>
              <a:t>5-  POUR TOUJOURS TU SERAS SEIGNEUR DE TOUTE LA TERRE </a:t>
            </a:r>
          </a:p>
          <a:p>
            <a:r>
              <a:rPr lang="fr-FR" smtClean="0"/>
              <a:t>You are forever Lord over all 
6-  NUL N’EST COMME TOI TU ES LE SEUL ROI </a:t>
            </a:r>
          </a:p>
          <a:p>
            <a:r>
              <a:rPr lang="fr-FR" smtClean="0"/>
              <a:t>There's nobody like You, no one beside You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7-  VERS TOI NOUS POUSSONS DES CRIS DE JOIE </a:t>
            </a:r>
          </a:p>
          <a:p>
            <a:r>
              <a:rPr lang="fr-FR" smtClean="0"/>
              <a:t>	To You Let endless praise resound
	8-  LE JOUR, LA NUIT CHAQUE JOUR DE NOS VIES</a:t>
            </a:r>
          </a:p>
          <a:p>
            <a:r>
              <a:rPr lang="fr-FR" smtClean="0"/>
              <a:t>	Every night and day and with no delay
	9-  NOS LOUANGES MONTENT VERS TOI </a:t>
            </a:r>
          </a:p>
          <a:p>
            <a:r>
              <a:rPr lang="fr-FR" smtClean="0"/>
              <a:t>	Let endless praise resound</a:t>
            </a:r>
          </a:p>
          <a:p>
            <a:endParaRPr lang="fr-FR" smtClean="0"/>
          </a:p>
          <a:p>
            <a:r>
              <a:rPr lang="fr-FR" smtClean="0"/>
              <a:t>10-  TON AMOUR BRILLE COMME LE SOLEIL ET TA GLOIRE EST ÉTERNELLE </a:t>
            </a:r>
          </a:p>
          <a:p>
            <a:r>
              <a:rPr lang="fr-FR" smtClean="0"/>
              <a:t>Boundless love, light before the sun Your glory eternal
11-  À JAMAIS NOUS VIVRONS POUR TOI TA CRÉATION PROCLAMERA </a:t>
            </a:r>
          </a:p>
          <a:p>
            <a:r>
              <a:rPr lang="fr-FR" smtClean="0"/>
              <a:t>Never stops giving all You got Creation keeps singing</a:t>
            </a:r>
          </a:p>
          <a:p>
            <a:r>
              <a:rPr lang="fr-FR" smtClean="0"/>
              <a:t>12-  OH, QUI EST COMME TOI </a:t>
            </a:r>
          </a:p>
          <a:p>
            <a:r>
              <a:rPr lang="fr-FR" smtClean="0"/>
              <a:t>Oh there is no other
13-  POUR TOUJOURS TU SERAS SEIGNEUR DE TOUTE LA TERRE </a:t>
            </a:r>
          </a:p>
          <a:p>
            <a:r>
              <a:rPr lang="fr-FR" smtClean="0"/>
              <a:t>You are forever Lord over all
14-  NUL N’EST COMME TOI TU ES LE SEUL ROI </a:t>
            </a:r>
          </a:p>
          <a:p>
            <a:r>
              <a:rPr lang="fr-FR" smtClean="0"/>
              <a:t>There's nobody like You, no one beside You</a:t>
            </a:r>
          </a:p>
          <a:p>
            <a:endParaRPr lang="fr-FR" smtClean="0"/>
          </a:p>
          <a:p>
            <a:r>
              <a:rPr lang="fr-FR" smtClean="0"/>
              <a:t>	Refrain : x2</a:t>
            </a:r>
          </a:p>
          <a:p>
            <a:endParaRPr lang="fr-FR" smtClean="0"/>
          </a:p>
          <a:p>
            <a:r>
              <a:rPr lang="fr-FR" smtClean="0"/>
              <a:t>15-  NOUS VOULONS T’ÉLEVER POUR TON AMOUR ET TA BONTÉ</a:t>
            </a:r>
          </a:p>
          <a:p>
            <a:r>
              <a:rPr lang="fr-FR" smtClean="0"/>
              <a:t>We lift You up, up, up We're giving You our love, love, love
16-  POUR TOUT CE QUE TU ES NOUS VOULONS TE LOUER                 x2</a:t>
            </a:r>
          </a:p>
          <a:p>
            <a:r>
              <a:rPr lang="fr-FR" smtClean="0"/>
              <a:t>For everything You've done, done, done We give You all the praise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17-  VERS TOI NOUS POUSSONS DES CRIS DE JOIE </a:t>
            </a:r>
          </a:p>
          <a:p>
            <a:r>
              <a:rPr lang="fr-FR" smtClean="0"/>
              <a:t>	To You Let endless praise resound
	18-  LE JOUR, LA NUIT CHAQUE JOUR DE NOS VIES </a:t>
            </a:r>
          </a:p>
          <a:p>
            <a:r>
              <a:rPr lang="fr-FR" smtClean="0"/>
              <a:t>	Every night and day and with no delay
	19-  NOS LOUANGES MONTENT VERS TOI                            x2
	Let endless praise resound                                         </a:t>
            </a:r>
          </a:p>
          <a:p>
            <a:r>
              <a:rPr lang="fr-FR" smtClean="0"/>
              <a:t>	20- VERS TOI </a:t>
            </a:r>
          </a:p>
          <a:p>
            <a:r>
              <a:rPr lang="fr-FR" smtClean="0"/>
              <a:t>	To You </a:t>
            </a:r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TU ES DIEU NOUS N’ARRÊTERONS JAMAIS </a:t>
            </a:r>
          </a:p>
          <a:p>
            <a:pPr>
              <a:defRPr/>
            </a:pPr>
            <a:r>
              <a:rPr lang="fr-FR" smtClean="0"/>
              <a:t>You are God and we lift You up
2-  DE TE CHANTER, DE TE LOUER TE CÉLÉBRER, TE GLORIFIER </a:t>
            </a:r>
          </a:p>
          <a:p>
            <a:pPr>
              <a:defRPr/>
            </a:pPr>
            <a:r>
              <a:rPr lang="fr-FR" smtClean="0"/>
              <a:t>We'll keep singing, we'll keep praising We won't stop giving all we got
3-  ET QUE TON NOM SOIT ÉLEVÉ </a:t>
            </a:r>
          </a:p>
          <a:p>
            <a:pPr>
              <a:defRPr/>
            </a:pPr>
            <a:r>
              <a:rPr lang="fr-FR" smtClean="0"/>
              <a:t>'Cause You're worthy of all glory</a:t>
            </a:r>
          </a:p>
          <a:p>
            <a:pPr>
              <a:defRPr/>
            </a:pPr>
            <a:r>
              <a:rPr lang="fr-FR" smtClean="0"/>
              <a:t>4-  OH, QUI EST COMME TOI </a:t>
            </a:r>
          </a:p>
          <a:p>
            <a:pPr>
              <a:defRPr/>
            </a:pPr>
            <a:r>
              <a:rPr lang="fr-FR" smtClean="0"/>
              <a:t>Oh there is no other,</a:t>
            </a:r>
          </a:p>
          <a:p>
            <a:pPr>
              <a:defRPr/>
            </a:pPr>
            <a:r>
              <a:rPr lang="fr-FR" smtClean="0"/>
              <a:t>5-  POUR TOUJOURS TU SERAS SEIGNEUR DE TOUTE LA TERRE </a:t>
            </a:r>
          </a:p>
          <a:p>
            <a:pPr>
              <a:defRPr/>
            </a:pPr>
            <a:r>
              <a:rPr lang="fr-FR" smtClean="0"/>
              <a:t>You are forever Lord over all 
6-  NUL N’EST COMME TOI TU ES LE SEUL ROI </a:t>
            </a:r>
          </a:p>
          <a:p>
            <a:pPr>
              <a:defRPr/>
            </a:pPr>
            <a:r>
              <a:rPr lang="fr-FR" smtClean="0"/>
              <a:t>There's nobody like You, no one beside You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	7-  VERS TOI NOUS POUSSONS DES CRIS DE JOIE </a:t>
            </a:r>
          </a:p>
          <a:p>
            <a:pPr>
              <a:defRPr/>
            </a:pPr>
            <a:r>
              <a:rPr lang="fr-FR" smtClean="0"/>
              <a:t>	To You Let endless praise resound
	8-  LE JOUR, LA NUIT CHAQUE JOUR DE NOS VIES</a:t>
            </a:r>
          </a:p>
          <a:p>
            <a:pPr>
              <a:defRPr/>
            </a:pPr>
            <a:r>
              <a:rPr lang="fr-FR" smtClean="0"/>
              <a:t>	Every night and day and with no delay
	9-  NOS LOUANGES MONTENT VERS TOI </a:t>
            </a:r>
          </a:p>
          <a:p>
            <a:pPr>
              <a:defRPr/>
            </a:pPr>
            <a:r>
              <a:rPr lang="fr-FR" smtClean="0"/>
              <a:t>	Let endless praise resound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TON AMOUR BRILLE COMME LE SOLEIL ET TA GLOIRE EST ÉTERNELLE </a:t>
            </a:r>
          </a:p>
          <a:p>
            <a:pPr>
              <a:defRPr/>
            </a:pPr>
            <a:r>
              <a:rPr lang="fr-FR" smtClean="0"/>
              <a:t>Boundless love, light before the sun Your glory eternal
11-  À JAMAIS NOUS VIVRONS POUR TOI TA CRÉATION PROCLAMERA </a:t>
            </a:r>
          </a:p>
          <a:p>
            <a:pPr>
              <a:defRPr/>
            </a:pPr>
            <a:r>
              <a:rPr lang="fr-FR" smtClean="0"/>
              <a:t>Never stops giving all You got Creation keeps singing</a:t>
            </a:r>
          </a:p>
          <a:p>
            <a:pPr>
              <a:defRPr/>
            </a:pPr>
            <a:r>
              <a:rPr lang="fr-FR" smtClean="0"/>
              <a:t>12-  OH, QUI EST COMME TOI </a:t>
            </a:r>
          </a:p>
          <a:p>
            <a:pPr>
              <a:defRPr/>
            </a:pPr>
            <a:r>
              <a:rPr lang="fr-FR" smtClean="0"/>
              <a:t>Oh there is no other
13-  POUR TOUJOURS TU SERAS SEIGNEUR DE TOUTE LA TERRE </a:t>
            </a:r>
          </a:p>
          <a:p>
            <a:pPr>
              <a:defRPr/>
            </a:pPr>
            <a:r>
              <a:rPr lang="fr-FR" smtClean="0"/>
              <a:t>You are forever Lord over all
14-  NUL N’EST COMME TOI TU ES LE SEUL ROI </a:t>
            </a:r>
          </a:p>
          <a:p>
            <a:pPr>
              <a:defRPr/>
            </a:pPr>
            <a:r>
              <a:rPr lang="fr-FR" smtClean="0"/>
              <a:t>There's nobody like You, no one beside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NOUS VOULONS T’ÉLEVER POUR TON AMOUR ET TA BONTÉ</a:t>
            </a:r>
          </a:p>
          <a:p>
            <a:pPr>
              <a:defRPr/>
            </a:pPr>
            <a:r>
              <a:rPr lang="fr-FR" smtClean="0"/>
              <a:t>We lift You up, up, up We're giving You our love, love, love
16-  POUR TOUT CE QUE TU ES NOUS VOULONS TE LOUER                 x2</a:t>
            </a:r>
          </a:p>
          <a:p>
            <a:pPr>
              <a:defRPr/>
            </a:pPr>
            <a:r>
              <a:rPr lang="fr-FR" smtClean="0"/>
              <a:t>For everything You've done, done, done We give You all the praise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	17-  VERS TOI NOUS POUSSONS DES CRIS DE JOIE </a:t>
            </a:r>
          </a:p>
          <a:p>
            <a:pPr>
              <a:defRPr/>
            </a:pPr>
            <a:r>
              <a:rPr lang="fr-FR" smtClean="0"/>
              <a:t>	To You Let endless praise resound
	18-  LE JOUR, LA NUIT CHAQUE JOUR DE NOS VIES </a:t>
            </a:r>
          </a:p>
          <a:p>
            <a:pPr>
              <a:defRPr/>
            </a:pPr>
            <a:r>
              <a:rPr lang="fr-FR" smtClean="0"/>
              <a:t>	Every night and day and with no delay
	19-  NOS LOUANGES MONTENT VERS TOI                            x2
	Let endless praise resound                                         </a:t>
            </a:r>
          </a:p>
          <a:p>
            <a:pPr>
              <a:defRPr/>
            </a:pPr>
            <a:r>
              <a:rPr lang="fr-FR" smtClean="0"/>
              <a:t>	20- VERS TOI </a:t>
            </a:r>
          </a:p>
          <a:p>
            <a:pPr>
              <a:defRPr/>
            </a:pPr>
            <a:r>
              <a:rPr lang="fr-FR" smtClean="0"/>
              <a:t>	To You </a:t>
            </a: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DIEU NOUS N’ARRÊTERONS JAMAIS </a:t>
            </a:r>
          </a:p>
          <a:p>
            <a:r>
              <a:rPr lang="fr-FR" smtClean="0"/>
              <a:t>You are God and we lift You up
2-  DE TE CHANTER, DE TE LOUER TE CÉLÉBRER, TE GLORIFIER </a:t>
            </a:r>
          </a:p>
          <a:p>
            <a:r>
              <a:rPr lang="fr-FR" smtClean="0"/>
              <a:t>We'll keep singing, we'll keep praising We won't stop giving all we got
3-  ET QUE TON NOM SOIT ÉLEVÉ </a:t>
            </a:r>
          </a:p>
          <a:p>
            <a:r>
              <a:rPr lang="fr-FR" smtClean="0"/>
              <a:t>'Cause You're worthy of all glory</a:t>
            </a:r>
          </a:p>
          <a:p>
            <a:r>
              <a:rPr lang="fr-FR" smtClean="0"/>
              <a:t>4-  OH, QUI EST COMME TOI </a:t>
            </a:r>
          </a:p>
          <a:p>
            <a:r>
              <a:rPr lang="fr-FR" smtClean="0"/>
              <a:t>Oh there is no other,</a:t>
            </a:r>
          </a:p>
          <a:p>
            <a:r>
              <a:rPr lang="fr-FR" smtClean="0"/>
              <a:t>5-  POUR TOUJOURS TU SERAS SEIGNEUR DE TOUTE LA TERRE </a:t>
            </a:r>
          </a:p>
          <a:p>
            <a:r>
              <a:rPr lang="fr-FR" smtClean="0"/>
              <a:t>You are forever Lord over all 
6-  NUL N’EST COMME TOI TU ES LE SEUL ROI </a:t>
            </a:r>
          </a:p>
          <a:p>
            <a:r>
              <a:rPr lang="fr-FR" smtClean="0"/>
              <a:t>There's nobody like You, no one beside You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7-  VERS TOI NOUS POUSSONS DES CRIS DE JOIE </a:t>
            </a:r>
          </a:p>
          <a:p>
            <a:r>
              <a:rPr lang="fr-FR" smtClean="0"/>
              <a:t>	To You Let endless praise resound
	8-  LE JOUR, LA NUIT CHAQUE JOUR DE NOS VIES</a:t>
            </a:r>
          </a:p>
          <a:p>
            <a:r>
              <a:rPr lang="fr-FR" smtClean="0"/>
              <a:t>	Every night and day and with no delay
	9-  NOS LOUANGES MONTENT VERS TOI </a:t>
            </a:r>
          </a:p>
          <a:p>
            <a:r>
              <a:rPr lang="fr-FR" smtClean="0"/>
              <a:t>	Let endless praise resound</a:t>
            </a:r>
          </a:p>
          <a:p>
            <a:endParaRPr lang="fr-FR" smtClean="0"/>
          </a:p>
          <a:p>
            <a:r>
              <a:rPr lang="fr-FR" smtClean="0"/>
              <a:t>10-  TON AMOUR BRILLE COMME LE SOLEIL ET TA GLOIRE EST ÉTERNELLE </a:t>
            </a:r>
          </a:p>
          <a:p>
            <a:r>
              <a:rPr lang="fr-FR" smtClean="0"/>
              <a:t>Boundless love, light before the sun Your glory eternal
11-  À JAMAIS NOUS VIVRONS POUR TOI TA CRÉATION PROCLAMERA </a:t>
            </a:r>
          </a:p>
          <a:p>
            <a:r>
              <a:rPr lang="fr-FR" smtClean="0"/>
              <a:t>Never stops giving all You got Creation keeps singing</a:t>
            </a:r>
          </a:p>
          <a:p>
            <a:r>
              <a:rPr lang="fr-FR" smtClean="0"/>
              <a:t>12-  OH, QUI EST COMME TOI </a:t>
            </a:r>
          </a:p>
          <a:p>
            <a:r>
              <a:rPr lang="fr-FR" smtClean="0"/>
              <a:t>Oh there is no other
13-  POUR TOUJOURS TU SERAS SEIGNEUR DE TOUTE LA TERRE </a:t>
            </a:r>
          </a:p>
          <a:p>
            <a:r>
              <a:rPr lang="fr-FR" smtClean="0"/>
              <a:t>You are forever Lord over all
14-  NUL N’EST COMME TOI TU ES LE SEUL ROI </a:t>
            </a:r>
          </a:p>
          <a:p>
            <a:r>
              <a:rPr lang="fr-FR" smtClean="0"/>
              <a:t>There's nobody like You, no one beside You</a:t>
            </a:r>
          </a:p>
          <a:p>
            <a:endParaRPr lang="fr-FR" smtClean="0"/>
          </a:p>
          <a:p>
            <a:r>
              <a:rPr lang="fr-FR" smtClean="0"/>
              <a:t>	Refrain : x2</a:t>
            </a:r>
          </a:p>
          <a:p>
            <a:endParaRPr lang="fr-FR" smtClean="0"/>
          </a:p>
          <a:p>
            <a:r>
              <a:rPr lang="fr-FR" smtClean="0"/>
              <a:t>15-  NOUS VOULONS T’ÉLEVER POUR TON AMOUR ET TA BONTÉ</a:t>
            </a:r>
          </a:p>
          <a:p>
            <a:r>
              <a:rPr lang="fr-FR" smtClean="0"/>
              <a:t>We lift You up, up, up We're giving You our love, love, love
16-  POUR TOUT CE QUE TU ES NOUS VOULONS TE LOUER                 x2</a:t>
            </a:r>
          </a:p>
          <a:p>
            <a:r>
              <a:rPr lang="fr-FR" smtClean="0"/>
              <a:t>For everything You've done, done, done We give You all the praise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17-  VERS TOI NOUS POUSSONS DES CRIS DE JOIE </a:t>
            </a:r>
          </a:p>
          <a:p>
            <a:r>
              <a:rPr lang="fr-FR" smtClean="0"/>
              <a:t>	To You Let endless praise resound
	18-  LE JOUR, LA NUIT CHAQUE JOUR DE NOS VIES </a:t>
            </a:r>
          </a:p>
          <a:p>
            <a:r>
              <a:rPr lang="fr-FR" smtClean="0"/>
              <a:t>	Every night and day and with no delay
	19-  NOS LOUANGES MONTENT VERS TOI                            x2
	Let endless praise resound                                         </a:t>
            </a:r>
          </a:p>
          <a:p>
            <a:r>
              <a:rPr lang="fr-FR" smtClean="0"/>
              <a:t>	20- VERS TOI </a:t>
            </a:r>
          </a:p>
          <a:p>
            <a:r>
              <a:rPr lang="fr-FR" smtClean="0"/>
              <a:t>	To You </a:t>
            </a:r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dirty="0" smtClean="0"/>
              <a:t>1-  TU ES DIEU NOUS N’ARRÊTERONS JAMAIS </a:t>
            </a:r>
          </a:p>
          <a:p>
            <a:pPr>
              <a:defRPr/>
            </a:pPr>
            <a:r>
              <a:rPr lang="fr-FR" dirty="0" smtClean="0"/>
              <a:t>You are </a:t>
            </a:r>
            <a:r>
              <a:rPr lang="fr-FR" dirty="0" err="1" smtClean="0"/>
              <a:t>God</a:t>
            </a:r>
            <a:r>
              <a:rPr lang="fr-FR" dirty="0" smtClean="0"/>
              <a:t> and </a:t>
            </a:r>
            <a:r>
              <a:rPr lang="fr-FR" dirty="0" err="1" smtClean="0"/>
              <a:t>we</a:t>
            </a:r>
            <a:r>
              <a:rPr lang="fr-FR" dirty="0" smtClean="0"/>
              <a:t> lift You up
2-  DE TE CHANTER, DE TE LOUER TE CÉLÉBRER, TE GLORIFIER </a:t>
            </a:r>
          </a:p>
          <a:p>
            <a:pPr>
              <a:defRPr/>
            </a:pPr>
            <a:r>
              <a:rPr lang="fr-FR" dirty="0" err="1" smtClean="0"/>
              <a:t>We'll</a:t>
            </a:r>
            <a:r>
              <a:rPr lang="fr-FR" dirty="0" smtClean="0"/>
              <a:t> </a:t>
            </a:r>
            <a:r>
              <a:rPr lang="fr-FR" dirty="0" err="1" smtClean="0"/>
              <a:t>keep</a:t>
            </a:r>
            <a:r>
              <a:rPr lang="fr-FR" dirty="0" smtClean="0"/>
              <a:t> </a:t>
            </a:r>
            <a:r>
              <a:rPr lang="fr-FR" dirty="0" err="1" smtClean="0"/>
              <a:t>singing</a:t>
            </a:r>
            <a:r>
              <a:rPr lang="fr-FR" dirty="0" smtClean="0"/>
              <a:t>, </a:t>
            </a:r>
            <a:r>
              <a:rPr lang="fr-FR" dirty="0" err="1" smtClean="0"/>
              <a:t>we'll</a:t>
            </a:r>
            <a:r>
              <a:rPr lang="fr-FR" dirty="0" smtClean="0"/>
              <a:t> </a:t>
            </a:r>
            <a:r>
              <a:rPr lang="fr-FR" dirty="0" err="1" smtClean="0"/>
              <a:t>keep</a:t>
            </a:r>
            <a:r>
              <a:rPr lang="fr-FR" dirty="0" smtClean="0"/>
              <a:t> </a:t>
            </a:r>
            <a:r>
              <a:rPr lang="fr-FR" dirty="0" err="1" smtClean="0"/>
              <a:t>praising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won't</a:t>
            </a:r>
            <a:r>
              <a:rPr lang="fr-FR" dirty="0" smtClean="0"/>
              <a:t> stop </a:t>
            </a:r>
            <a:r>
              <a:rPr lang="fr-FR" dirty="0" err="1" smtClean="0"/>
              <a:t>giving</a:t>
            </a:r>
            <a:r>
              <a:rPr lang="fr-FR" dirty="0" smtClean="0"/>
              <a:t> all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
3-  ET QUE TON NOM SOIT ÉLEVÉ </a:t>
            </a:r>
          </a:p>
          <a:p>
            <a:pPr>
              <a:defRPr/>
            </a:pPr>
            <a:r>
              <a:rPr lang="fr-FR" dirty="0" smtClean="0"/>
              <a:t>'Cause </a:t>
            </a:r>
            <a:r>
              <a:rPr lang="fr-FR" dirty="0" err="1" smtClean="0"/>
              <a:t>You're</a:t>
            </a:r>
            <a:r>
              <a:rPr lang="fr-FR" dirty="0" smtClean="0"/>
              <a:t> </a:t>
            </a:r>
            <a:r>
              <a:rPr lang="fr-FR" dirty="0" err="1" smtClean="0"/>
              <a:t>worthy</a:t>
            </a:r>
            <a:r>
              <a:rPr lang="fr-FR" dirty="0" smtClean="0"/>
              <a:t> of all </a:t>
            </a:r>
            <a:r>
              <a:rPr lang="fr-FR" dirty="0" err="1" smtClean="0"/>
              <a:t>glory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4-  OH, QUI EST COMME TOI </a:t>
            </a:r>
          </a:p>
          <a:p>
            <a:pPr>
              <a:defRPr/>
            </a:pPr>
            <a:r>
              <a:rPr lang="fr-FR" dirty="0" smtClean="0"/>
              <a:t>Oh </a:t>
            </a:r>
            <a:r>
              <a:rPr lang="fr-FR" dirty="0" err="1" smtClean="0"/>
              <a:t>there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no </a:t>
            </a:r>
            <a:r>
              <a:rPr lang="fr-FR" dirty="0" err="1" smtClean="0"/>
              <a:t>other</a:t>
            </a:r>
            <a:r>
              <a:rPr lang="fr-FR" dirty="0" smtClean="0"/>
              <a:t>,</a:t>
            </a:r>
          </a:p>
          <a:p>
            <a:pPr>
              <a:defRPr/>
            </a:pPr>
            <a:r>
              <a:rPr lang="fr-FR" dirty="0" smtClean="0"/>
              <a:t>5-  POUR TOUJOURS TU SERAS SEIGNEUR DE TOUTE LA TERRE </a:t>
            </a:r>
          </a:p>
          <a:p>
            <a:pPr>
              <a:defRPr/>
            </a:pPr>
            <a:r>
              <a:rPr lang="fr-FR" dirty="0" smtClean="0"/>
              <a:t>You are </a:t>
            </a:r>
            <a:r>
              <a:rPr lang="fr-FR" dirty="0" err="1" smtClean="0"/>
              <a:t>forever</a:t>
            </a:r>
            <a:r>
              <a:rPr lang="fr-FR" dirty="0" smtClean="0"/>
              <a:t> Lord over all 
6-  NUL N’EST COMME TOI TU ES LE SEUL ROI </a:t>
            </a:r>
          </a:p>
          <a:p>
            <a:pPr>
              <a:defRPr/>
            </a:pPr>
            <a:r>
              <a:rPr lang="fr-FR" dirty="0" err="1" smtClean="0"/>
              <a:t>There's</a:t>
            </a:r>
            <a:r>
              <a:rPr lang="fr-FR" dirty="0" smtClean="0"/>
              <a:t> </a:t>
            </a:r>
            <a:r>
              <a:rPr lang="fr-FR" dirty="0" err="1" smtClean="0"/>
              <a:t>nobody</a:t>
            </a:r>
            <a:r>
              <a:rPr lang="fr-FR" dirty="0" smtClean="0"/>
              <a:t> </a:t>
            </a:r>
            <a:r>
              <a:rPr lang="fr-FR" dirty="0" err="1" smtClean="0"/>
              <a:t>like</a:t>
            </a:r>
            <a:r>
              <a:rPr lang="fr-FR" dirty="0" smtClean="0"/>
              <a:t> You, no one </a:t>
            </a:r>
            <a:r>
              <a:rPr lang="fr-FR" dirty="0" err="1" smtClean="0"/>
              <a:t>beside</a:t>
            </a:r>
            <a:r>
              <a:rPr lang="fr-FR" dirty="0" smtClean="0"/>
              <a:t> You</a:t>
            </a:r>
          </a:p>
          <a:p>
            <a:pPr>
              <a:defRPr/>
            </a:pPr>
            <a:r>
              <a:rPr lang="fr-FR" dirty="0" smtClean="0"/>
              <a:t>	</a:t>
            </a:r>
          </a:p>
          <a:p>
            <a:pPr>
              <a:defRPr/>
            </a:pPr>
            <a:r>
              <a:rPr lang="fr-FR" dirty="0" smtClean="0"/>
              <a:t>	Refrain :</a:t>
            </a:r>
          </a:p>
          <a:p>
            <a:pPr>
              <a:defRPr/>
            </a:pPr>
            <a:r>
              <a:rPr lang="fr-FR" dirty="0" smtClean="0"/>
              <a:t>	7-  VERS TOI NOUS POUSSONS DES CRIS DE JOIE </a:t>
            </a:r>
          </a:p>
          <a:p>
            <a:pPr>
              <a:defRPr/>
            </a:pPr>
            <a:r>
              <a:rPr lang="fr-FR" dirty="0" smtClean="0"/>
              <a:t>	To You Let </a:t>
            </a:r>
            <a:r>
              <a:rPr lang="fr-FR" dirty="0" err="1" smtClean="0"/>
              <a:t>endless</a:t>
            </a:r>
            <a:r>
              <a:rPr lang="fr-FR" dirty="0" smtClean="0"/>
              <a:t> </a:t>
            </a:r>
            <a:r>
              <a:rPr lang="fr-FR" dirty="0" err="1" smtClean="0"/>
              <a:t>praise</a:t>
            </a:r>
            <a:r>
              <a:rPr lang="fr-FR" dirty="0" smtClean="0"/>
              <a:t> </a:t>
            </a:r>
            <a:r>
              <a:rPr lang="fr-FR" dirty="0" err="1" smtClean="0"/>
              <a:t>resound</a:t>
            </a:r>
            <a:r>
              <a:rPr lang="fr-FR" dirty="0" smtClean="0"/>
              <a:t>
	8-  LE JOUR, LA NUIT CHAQUE JOUR DE NOS VIES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Every</a:t>
            </a:r>
            <a:r>
              <a:rPr lang="fr-FR" dirty="0" smtClean="0"/>
              <a:t> night and </a:t>
            </a:r>
            <a:r>
              <a:rPr lang="fr-FR" dirty="0" err="1" smtClean="0"/>
              <a:t>day</a:t>
            </a:r>
            <a:r>
              <a:rPr lang="fr-FR" dirty="0" smtClean="0"/>
              <a:t> and </a:t>
            </a:r>
            <a:r>
              <a:rPr lang="fr-FR" dirty="0" err="1" smtClean="0"/>
              <a:t>with</a:t>
            </a:r>
            <a:r>
              <a:rPr lang="fr-FR" dirty="0" smtClean="0"/>
              <a:t> no </a:t>
            </a:r>
            <a:r>
              <a:rPr lang="fr-FR" dirty="0" err="1" smtClean="0"/>
              <a:t>delay</a:t>
            </a:r>
            <a:r>
              <a:rPr lang="fr-FR" dirty="0" smtClean="0"/>
              <a:t>
	9-  NOS LOUANGES MONTENT VERS TOI </a:t>
            </a:r>
          </a:p>
          <a:p>
            <a:pPr>
              <a:defRPr/>
            </a:pPr>
            <a:r>
              <a:rPr lang="fr-FR" dirty="0" smtClean="0"/>
              <a:t>	Let </a:t>
            </a:r>
            <a:r>
              <a:rPr lang="fr-FR" dirty="0" err="1" smtClean="0"/>
              <a:t>endless</a:t>
            </a:r>
            <a:r>
              <a:rPr lang="fr-FR" dirty="0" smtClean="0"/>
              <a:t> </a:t>
            </a:r>
            <a:r>
              <a:rPr lang="fr-FR" dirty="0" err="1" smtClean="0"/>
              <a:t>praise</a:t>
            </a:r>
            <a:r>
              <a:rPr lang="fr-FR" dirty="0" smtClean="0"/>
              <a:t> </a:t>
            </a:r>
            <a:r>
              <a:rPr lang="fr-FR" dirty="0" err="1" smtClean="0"/>
              <a:t>resound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10-  TON AMOUR BRILLE COMME LE SOLEIL ET TA GLOIRE EST ÉTERNELLE </a:t>
            </a:r>
          </a:p>
          <a:p>
            <a:pPr>
              <a:defRPr/>
            </a:pPr>
            <a:r>
              <a:rPr lang="fr-FR" dirty="0" err="1" smtClean="0"/>
              <a:t>Boundless</a:t>
            </a:r>
            <a:r>
              <a:rPr lang="fr-FR" dirty="0" smtClean="0"/>
              <a:t> love, light </a:t>
            </a:r>
            <a:r>
              <a:rPr lang="fr-FR" dirty="0" err="1" smtClean="0"/>
              <a:t>before</a:t>
            </a:r>
            <a:r>
              <a:rPr lang="fr-FR" dirty="0" smtClean="0"/>
              <a:t> the </a:t>
            </a:r>
            <a:r>
              <a:rPr lang="fr-FR" dirty="0" err="1" smtClean="0"/>
              <a:t>sun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glory</a:t>
            </a:r>
            <a:r>
              <a:rPr lang="fr-FR" dirty="0" smtClean="0"/>
              <a:t> </a:t>
            </a:r>
            <a:r>
              <a:rPr lang="fr-FR" dirty="0" err="1" smtClean="0"/>
              <a:t>eternal</a:t>
            </a:r>
            <a:r>
              <a:rPr lang="fr-FR" dirty="0" smtClean="0"/>
              <a:t>
11-  À JAMAIS NOUS VIVRONS POUR TOI TA CRÉATION PROCLAMERA </a:t>
            </a:r>
          </a:p>
          <a:p>
            <a:pPr>
              <a:defRPr/>
            </a:pPr>
            <a:r>
              <a:rPr lang="fr-FR" dirty="0" smtClean="0"/>
              <a:t>Never stops </a:t>
            </a:r>
            <a:r>
              <a:rPr lang="fr-FR" dirty="0" err="1" smtClean="0"/>
              <a:t>giving</a:t>
            </a:r>
            <a:r>
              <a:rPr lang="fr-FR" dirty="0" smtClean="0"/>
              <a:t> all You </a:t>
            </a:r>
            <a:r>
              <a:rPr lang="fr-FR" dirty="0" err="1" smtClean="0"/>
              <a:t>got</a:t>
            </a:r>
            <a:r>
              <a:rPr lang="fr-FR" dirty="0" smtClean="0"/>
              <a:t> </a:t>
            </a:r>
            <a:r>
              <a:rPr lang="fr-FR" dirty="0" err="1" smtClean="0"/>
              <a:t>Creation</a:t>
            </a:r>
            <a:r>
              <a:rPr lang="fr-FR" dirty="0" smtClean="0"/>
              <a:t> </a:t>
            </a:r>
            <a:r>
              <a:rPr lang="fr-FR" dirty="0" err="1" smtClean="0"/>
              <a:t>keeps</a:t>
            </a:r>
            <a:r>
              <a:rPr lang="fr-FR" dirty="0" smtClean="0"/>
              <a:t> </a:t>
            </a:r>
            <a:r>
              <a:rPr lang="fr-FR" dirty="0" err="1" smtClean="0"/>
              <a:t>singing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12-  OH, QUI EST COMME TOI </a:t>
            </a:r>
          </a:p>
          <a:p>
            <a:pPr>
              <a:defRPr/>
            </a:pPr>
            <a:r>
              <a:rPr lang="fr-FR" dirty="0" smtClean="0"/>
              <a:t>Oh </a:t>
            </a:r>
            <a:r>
              <a:rPr lang="fr-FR" dirty="0" err="1" smtClean="0"/>
              <a:t>there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no </a:t>
            </a:r>
            <a:r>
              <a:rPr lang="fr-FR" dirty="0" err="1" smtClean="0"/>
              <a:t>other</a:t>
            </a:r>
            <a:r>
              <a:rPr lang="fr-FR" dirty="0" smtClean="0"/>
              <a:t>
13-  POUR TOUJOURS TU SERAS SEIGNEUR DE TOUTE LA TERRE </a:t>
            </a:r>
          </a:p>
          <a:p>
            <a:pPr>
              <a:defRPr/>
            </a:pPr>
            <a:r>
              <a:rPr lang="fr-FR" dirty="0" smtClean="0"/>
              <a:t>You are </a:t>
            </a:r>
            <a:r>
              <a:rPr lang="fr-FR" dirty="0" err="1" smtClean="0"/>
              <a:t>forever</a:t>
            </a:r>
            <a:r>
              <a:rPr lang="fr-FR" dirty="0" smtClean="0"/>
              <a:t> Lord over all
14-  NUL N’EST COMME TOI TU ES LE SEUL ROI </a:t>
            </a:r>
          </a:p>
          <a:p>
            <a:pPr>
              <a:defRPr/>
            </a:pPr>
            <a:r>
              <a:rPr lang="fr-FR" dirty="0" err="1" smtClean="0"/>
              <a:t>There's</a:t>
            </a:r>
            <a:r>
              <a:rPr lang="fr-FR" dirty="0" smtClean="0"/>
              <a:t> </a:t>
            </a:r>
            <a:r>
              <a:rPr lang="fr-FR" dirty="0" err="1" smtClean="0"/>
              <a:t>nobody</a:t>
            </a:r>
            <a:r>
              <a:rPr lang="fr-FR" dirty="0" smtClean="0"/>
              <a:t> </a:t>
            </a:r>
            <a:r>
              <a:rPr lang="fr-FR" dirty="0" err="1" smtClean="0"/>
              <a:t>like</a:t>
            </a:r>
            <a:r>
              <a:rPr lang="fr-FR" dirty="0" smtClean="0"/>
              <a:t> You, no one </a:t>
            </a:r>
            <a:r>
              <a:rPr lang="fr-FR" dirty="0" err="1" smtClean="0"/>
              <a:t>beside</a:t>
            </a:r>
            <a:r>
              <a:rPr lang="fr-FR" dirty="0" smtClean="0"/>
              <a:t> You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 : x2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15-  NOUS VOULONS T’ÉLEVER POUR TON AMOUR ET TA BONTÉ</a:t>
            </a:r>
          </a:p>
          <a:p>
            <a:pPr>
              <a:defRPr/>
            </a:pPr>
            <a:r>
              <a:rPr lang="fr-FR" dirty="0" err="1" smtClean="0"/>
              <a:t>We</a:t>
            </a:r>
            <a:r>
              <a:rPr lang="fr-FR" dirty="0" smtClean="0"/>
              <a:t> lift You up, up, up </a:t>
            </a:r>
            <a:r>
              <a:rPr lang="fr-FR" dirty="0" err="1" smtClean="0"/>
              <a:t>We're</a:t>
            </a:r>
            <a:r>
              <a:rPr lang="fr-FR" dirty="0" smtClean="0"/>
              <a:t> </a:t>
            </a:r>
            <a:r>
              <a:rPr lang="fr-FR" dirty="0" err="1" smtClean="0"/>
              <a:t>giving</a:t>
            </a:r>
            <a:r>
              <a:rPr lang="fr-FR" dirty="0" smtClean="0"/>
              <a:t> You </a:t>
            </a:r>
            <a:r>
              <a:rPr lang="fr-FR" dirty="0" err="1" smtClean="0"/>
              <a:t>our</a:t>
            </a:r>
            <a:r>
              <a:rPr lang="fr-FR" dirty="0" smtClean="0"/>
              <a:t> love, love, love
16-  POUR TOUT CE QUE TU ES NOUS VOULONS TE LOUER                 x2</a:t>
            </a:r>
          </a:p>
          <a:p>
            <a:pPr>
              <a:defRPr/>
            </a:pPr>
            <a:r>
              <a:rPr lang="fr-FR" dirty="0" smtClean="0"/>
              <a:t>For </a:t>
            </a:r>
            <a:r>
              <a:rPr lang="fr-FR" dirty="0" err="1" smtClean="0"/>
              <a:t>everything</a:t>
            </a:r>
            <a:r>
              <a:rPr lang="fr-FR" dirty="0" smtClean="0"/>
              <a:t> </a:t>
            </a: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done</a:t>
            </a:r>
            <a:r>
              <a:rPr lang="fr-FR" dirty="0" smtClean="0"/>
              <a:t>, </a:t>
            </a:r>
            <a:r>
              <a:rPr lang="fr-FR" dirty="0" err="1" smtClean="0"/>
              <a:t>done</a:t>
            </a:r>
            <a:r>
              <a:rPr lang="fr-FR" dirty="0" smtClean="0"/>
              <a:t>, </a:t>
            </a:r>
            <a:r>
              <a:rPr lang="fr-FR" dirty="0" err="1" smtClean="0"/>
              <a:t>done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give</a:t>
            </a:r>
            <a:r>
              <a:rPr lang="fr-FR" dirty="0" smtClean="0"/>
              <a:t> You all the </a:t>
            </a:r>
            <a:r>
              <a:rPr lang="fr-FR" dirty="0" err="1" smtClean="0"/>
              <a:t>praise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 :</a:t>
            </a:r>
          </a:p>
          <a:p>
            <a:pPr>
              <a:defRPr/>
            </a:pPr>
            <a:r>
              <a:rPr lang="fr-FR" dirty="0" smtClean="0"/>
              <a:t>	17-  VERS TOI NOUS POUSSONS DES CRIS DE JOIE </a:t>
            </a:r>
          </a:p>
          <a:p>
            <a:pPr>
              <a:defRPr/>
            </a:pPr>
            <a:r>
              <a:rPr lang="fr-FR" dirty="0" smtClean="0"/>
              <a:t>	To You Let </a:t>
            </a:r>
            <a:r>
              <a:rPr lang="fr-FR" dirty="0" err="1" smtClean="0"/>
              <a:t>endless</a:t>
            </a:r>
            <a:r>
              <a:rPr lang="fr-FR" dirty="0" smtClean="0"/>
              <a:t> </a:t>
            </a:r>
            <a:r>
              <a:rPr lang="fr-FR" dirty="0" err="1" smtClean="0"/>
              <a:t>praise</a:t>
            </a:r>
            <a:r>
              <a:rPr lang="fr-FR" dirty="0" smtClean="0"/>
              <a:t> </a:t>
            </a:r>
            <a:r>
              <a:rPr lang="fr-FR" dirty="0" err="1" smtClean="0"/>
              <a:t>resound</a:t>
            </a:r>
            <a:r>
              <a:rPr lang="fr-FR" dirty="0" smtClean="0"/>
              <a:t>
	18-  LE JOUR, LA NUIT CHAQUE JOUR DE NOS VIES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Every</a:t>
            </a:r>
            <a:r>
              <a:rPr lang="fr-FR" dirty="0" smtClean="0"/>
              <a:t> night and </a:t>
            </a:r>
            <a:r>
              <a:rPr lang="fr-FR" dirty="0" err="1" smtClean="0"/>
              <a:t>day</a:t>
            </a:r>
            <a:r>
              <a:rPr lang="fr-FR" dirty="0" smtClean="0"/>
              <a:t> and </a:t>
            </a:r>
            <a:r>
              <a:rPr lang="fr-FR" dirty="0" err="1" smtClean="0"/>
              <a:t>with</a:t>
            </a:r>
            <a:r>
              <a:rPr lang="fr-FR" dirty="0" smtClean="0"/>
              <a:t> no </a:t>
            </a:r>
            <a:r>
              <a:rPr lang="fr-FR" dirty="0" err="1" smtClean="0"/>
              <a:t>delay</a:t>
            </a:r>
            <a:r>
              <a:rPr lang="fr-FR" dirty="0" smtClean="0"/>
              <a:t>
	19-  NOS LOUANGES MONTENT VERS TOI                            x2
	Let </a:t>
            </a:r>
            <a:r>
              <a:rPr lang="fr-FR" dirty="0" err="1" smtClean="0"/>
              <a:t>endless</a:t>
            </a:r>
            <a:r>
              <a:rPr lang="fr-FR" dirty="0" smtClean="0"/>
              <a:t> </a:t>
            </a:r>
            <a:r>
              <a:rPr lang="fr-FR" dirty="0" err="1" smtClean="0"/>
              <a:t>praise</a:t>
            </a:r>
            <a:r>
              <a:rPr lang="fr-FR" dirty="0" smtClean="0"/>
              <a:t> </a:t>
            </a:r>
            <a:r>
              <a:rPr lang="fr-FR" dirty="0" err="1" smtClean="0"/>
              <a:t>resound</a:t>
            </a:r>
            <a:r>
              <a:rPr lang="fr-FR" dirty="0" smtClean="0"/>
              <a:t>                                         </a:t>
            </a:r>
          </a:p>
          <a:p>
            <a:pPr>
              <a:defRPr/>
            </a:pPr>
            <a:r>
              <a:rPr lang="fr-FR" dirty="0" smtClean="0"/>
              <a:t>	20- VERS TOI </a:t>
            </a:r>
          </a:p>
          <a:p>
            <a:pPr>
              <a:defRPr/>
            </a:pPr>
            <a:r>
              <a:rPr lang="fr-FR" dirty="0" smtClean="0"/>
              <a:t>	To You </a:t>
            </a: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DIEU NOUS N’ARRÊTERONS JAMAIS </a:t>
            </a:r>
          </a:p>
          <a:p>
            <a:r>
              <a:rPr lang="fr-FR" smtClean="0"/>
              <a:t>You are God and we lift You up
2-  DE TE CHANTER, DE TE LOUER TE CÉLÉBRER, TE GLORIFIER </a:t>
            </a:r>
          </a:p>
          <a:p>
            <a:r>
              <a:rPr lang="fr-FR" smtClean="0"/>
              <a:t>We'll keep singing, we'll keep praising We won't stop giving all we got
3-  ET QUE TON NOM SOIT ÉLEVÉ </a:t>
            </a:r>
          </a:p>
          <a:p>
            <a:r>
              <a:rPr lang="fr-FR" smtClean="0"/>
              <a:t>'Cause You're worthy of all glory</a:t>
            </a:r>
          </a:p>
          <a:p>
            <a:r>
              <a:rPr lang="fr-FR" smtClean="0"/>
              <a:t>4-  OH, QUI EST COMME TOI </a:t>
            </a:r>
          </a:p>
          <a:p>
            <a:r>
              <a:rPr lang="fr-FR" smtClean="0"/>
              <a:t>Oh there is no other,</a:t>
            </a:r>
          </a:p>
          <a:p>
            <a:r>
              <a:rPr lang="fr-FR" smtClean="0"/>
              <a:t>5-  POUR TOUJOURS TU SERAS SEIGNEUR DE TOUTE LA TERRE </a:t>
            </a:r>
          </a:p>
          <a:p>
            <a:r>
              <a:rPr lang="fr-FR" smtClean="0"/>
              <a:t>You are forever Lord over all 
6-  NUL N’EST COMME TOI TU ES LE SEUL ROI </a:t>
            </a:r>
          </a:p>
          <a:p>
            <a:r>
              <a:rPr lang="fr-FR" smtClean="0"/>
              <a:t>There's nobody like You, no one beside You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7-  VERS TOI NOUS POUSSONS DES CRIS DE JOIE </a:t>
            </a:r>
          </a:p>
          <a:p>
            <a:r>
              <a:rPr lang="fr-FR" smtClean="0"/>
              <a:t>	To You Let endless praise resound
	8-  LE JOUR, LA NUIT CHAQUE JOUR DE NOS VIES</a:t>
            </a:r>
          </a:p>
          <a:p>
            <a:r>
              <a:rPr lang="fr-FR" smtClean="0"/>
              <a:t>	Every night and day and with no delay
	9-  NOS LOUANGES MONTENT VERS TOI </a:t>
            </a:r>
          </a:p>
          <a:p>
            <a:r>
              <a:rPr lang="fr-FR" smtClean="0"/>
              <a:t>	Let endless praise resound</a:t>
            </a:r>
          </a:p>
          <a:p>
            <a:endParaRPr lang="fr-FR" smtClean="0"/>
          </a:p>
          <a:p>
            <a:r>
              <a:rPr lang="fr-FR" smtClean="0"/>
              <a:t>10-  TON AMOUR BRILLE COMME LE SOLEIL ET TA GLOIRE EST ÉTERNELLE </a:t>
            </a:r>
          </a:p>
          <a:p>
            <a:r>
              <a:rPr lang="fr-FR" smtClean="0"/>
              <a:t>Boundless love, light before the sun Your glory eternal
11-  À JAMAIS NOUS VIVRONS POUR TOI TA CRÉATION PROCLAMERA </a:t>
            </a:r>
          </a:p>
          <a:p>
            <a:r>
              <a:rPr lang="fr-FR" smtClean="0"/>
              <a:t>Never stops giving all You got Creation keeps singing</a:t>
            </a:r>
          </a:p>
          <a:p>
            <a:r>
              <a:rPr lang="fr-FR" smtClean="0"/>
              <a:t>12-  OH, QUI EST COMME TOI </a:t>
            </a:r>
          </a:p>
          <a:p>
            <a:r>
              <a:rPr lang="fr-FR" smtClean="0"/>
              <a:t>Oh there is no other
13-  POUR TOUJOURS TU SERAS SEIGNEUR DE TOUTE LA TERRE </a:t>
            </a:r>
          </a:p>
          <a:p>
            <a:r>
              <a:rPr lang="fr-FR" smtClean="0"/>
              <a:t>You are forever Lord over all
14-  NUL N’EST COMME TOI TU ES LE SEUL ROI </a:t>
            </a:r>
          </a:p>
          <a:p>
            <a:r>
              <a:rPr lang="fr-FR" smtClean="0"/>
              <a:t>There's nobody like You, no one beside You</a:t>
            </a:r>
          </a:p>
          <a:p>
            <a:endParaRPr lang="fr-FR" smtClean="0"/>
          </a:p>
          <a:p>
            <a:r>
              <a:rPr lang="fr-FR" smtClean="0"/>
              <a:t>	Refrain : x2</a:t>
            </a:r>
          </a:p>
          <a:p>
            <a:endParaRPr lang="fr-FR" smtClean="0"/>
          </a:p>
          <a:p>
            <a:r>
              <a:rPr lang="fr-FR" smtClean="0"/>
              <a:t>15-  NOUS VOULONS T’ÉLEVER POUR TON AMOUR ET TA BONTÉ</a:t>
            </a:r>
          </a:p>
          <a:p>
            <a:r>
              <a:rPr lang="fr-FR" smtClean="0"/>
              <a:t>We lift You up, up, up We're giving You our love, love, love
16-  POUR TOUT CE QUE TU ES NOUS VOULONS TE LOUER                 x2</a:t>
            </a:r>
          </a:p>
          <a:p>
            <a:r>
              <a:rPr lang="fr-FR" smtClean="0"/>
              <a:t>For everything You've done, done, done We give You all the praise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17-  VERS TOI NOUS POUSSONS DES CRIS DE JOIE </a:t>
            </a:r>
          </a:p>
          <a:p>
            <a:r>
              <a:rPr lang="fr-FR" smtClean="0"/>
              <a:t>	To You Let endless praise resound
	18-  LE JOUR, LA NUIT CHAQUE JOUR DE NOS VIES </a:t>
            </a:r>
          </a:p>
          <a:p>
            <a:r>
              <a:rPr lang="fr-FR" smtClean="0"/>
              <a:t>	Every night and day and with no delay
	19-  NOS LOUANGES MONTENT VERS TOI                            x2
	Let endless praise resound                                         </a:t>
            </a:r>
          </a:p>
          <a:p>
            <a:r>
              <a:rPr lang="fr-FR" smtClean="0"/>
              <a:t>	20- VERS TOI </a:t>
            </a:r>
          </a:p>
          <a:p>
            <a:r>
              <a:rPr lang="fr-FR" smtClean="0"/>
              <a:t>	To You </a:t>
            </a:r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TU ES DIEU NOUS N’ARRÊTERONS JAMAIS </a:t>
            </a:r>
          </a:p>
          <a:p>
            <a:pPr>
              <a:defRPr/>
            </a:pPr>
            <a:r>
              <a:rPr lang="fr-FR" smtClean="0"/>
              <a:t>You are God and we lift You up
2-  DE TE CHANTER, DE TE LOUER TE CÉLÉBRER, TE GLORIFIER </a:t>
            </a:r>
          </a:p>
          <a:p>
            <a:pPr>
              <a:defRPr/>
            </a:pPr>
            <a:r>
              <a:rPr lang="fr-FR" smtClean="0"/>
              <a:t>We'll keep singing, we'll keep praising We won't stop giving all we got
3-  ET QUE TON NOM SOIT ÉLEVÉ </a:t>
            </a:r>
          </a:p>
          <a:p>
            <a:pPr>
              <a:defRPr/>
            </a:pPr>
            <a:r>
              <a:rPr lang="fr-FR" smtClean="0"/>
              <a:t>'Cause You're worthy of all glory</a:t>
            </a:r>
          </a:p>
          <a:p>
            <a:pPr>
              <a:defRPr/>
            </a:pPr>
            <a:r>
              <a:rPr lang="fr-FR" smtClean="0"/>
              <a:t>4-  OH, QUI EST COMME TOI </a:t>
            </a:r>
          </a:p>
          <a:p>
            <a:pPr>
              <a:defRPr/>
            </a:pPr>
            <a:r>
              <a:rPr lang="fr-FR" smtClean="0"/>
              <a:t>Oh there is no other,</a:t>
            </a:r>
          </a:p>
          <a:p>
            <a:pPr>
              <a:defRPr/>
            </a:pPr>
            <a:r>
              <a:rPr lang="fr-FR" smtClean="0"/>
              <a:t>5-  POUR TOUJOURS TU SERAS SEIGNEUR DE TOUTE LA TERRE </a:t>
            </a:r>
          </a:p>
          <a:p>
            <a:pPr>
              <a:defRPr/>
            </a:pPr>
            <a:r>
              <a:rPr lang="fr-FR" smtClean="0"/>
              <a:t>You are forever Lord over all 
6-  NUL N’EST COMME TOI TU ES LE SEUL ROI </a:t>
            </a:r>
          </a:p>
          <a:p>
            <a:pPr>
              <a:defRPr/>
            </a:pPr>
            <a:r>
              <a:rPr lang="fr-FR" smtClean="0"/>
              <a:t>There's nobody like You, no one beside You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	7-  VERS TOI NOUS POUSSONS DES CRIS DE JOIE </a:t>
            </a:r>
          </a:p>
          <a:p>
            <a:pPr>
              <a:defRPr/>
            </a:pPr>
            <a:r>
              <a:rPr lang="fr-FR" smtClean="0"/>
              <a:t>	To You Let endless praise resound
	8-  LE JOUR, LA NUIT CHAQUE JOUR DE NOS VIES</a:t>
            </a:r>
          </a:p>
          <a:p>
            <a:pPr>
              <a:defRPr/>
            </a:pPr>
            <a:r>
              <a:rPr lang="fr-FR" smtClean="0"/>
              <a:t>	Every night and day and with no delay
	9-  NOS LOUANGES MONTENT VERS TOI </a:t>
            </a:r>
          </a:p>
          <a:p>
            <a:pPr>
              <a:defRPr/>
            </a:pPr>
            <a:r>
              <a:rPr lang="fr-FR" smtClean="0"/>
              <a:t>	Let endless praise resound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TON AMOUR BRILLE COMME LE SOLEIL ET TA GLOIRE EST ÉTERNELLE </a:t>
            </a:r>
          </a:p>
          <a:p>
            <a:pPr>
              <a:defRPr/>
            </a:pPr>
            <a:r>
              <a:rPr lang="fr-FR" smtClean="0"/>
              <a:t>Boundless love, light before the sun Your glory eternal
11-  À JAMAIS NOUS VIVRONS POUR TOI TA CRÉATION PROCLAMERA </a:t>
            </a:r>
          </a:p>
          <a:p>
            <a:pPr>
              <a:defRPr/>
            </a:pPr>
            <a:r>
              <a:rPr lang="fr-FR" smtClean="0"/>
              <a:t>Never stops giving all You got Creation keeps singing</a:t>
            </a:r>
          </a:p>
          <a:p>
            <a:pPr>
              <a:defRPr/>
            </a:pPr>
            <a:r>
              <a:rPr lang="fr-FR" smtClean="0"/>
              <a:t>12-  OH, QUI EST COMME TOI </a:t>
            </a:r>
          </a:p>
          <a:p>
            <a:pPr>
              <a:defRPr/>
            </a:pPr>
            <a:r>
              <a:rPr lang="fr-FR" smtClean="0"/>
              <a:t>Oh there is no other
13-  POUR TOUJOURS TU SERAS SEIGNEUR DE TOUTE LA TERRE </a:t>
            </a:r>
          </a:p>
          <a:p>
            <a:pPr>
              <a:defRPr/>
            </a:pPr>
            <a:r>
              <a:rPr lang="fr-FR" smtClean="0"/>
              <a:t>You are forever Lord over all
14-  NUL N’EST COMME TOI TU ES LE SEUL ROI </a:t>
            </a:r>
          </a:p>
          <a:p>
            <a:pPr>
              <a:defRPr/>
            </a:pPr>
            <a:r>
              <a:rPr lang="fr-FR" smtClean="0"/>
              <a:t>There's nobody like You, no one beside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NOUS VOULONS T’ÉLEVER POUR TON AMOUR ET TA BONTÉ</a:t>
            </a:r>
          </a:p>
          <a:p>
            <a:pPr>
              <a:defRPr/>
            </a:pPr>
            <a:r>
              <a:rPr lang="fr-FR" smtClean="0"/>
              <a:t>We lift You up, up, up We're giving You our love, love, love
16-  POUR TOUT CE QUE TU ES NOUS VOULONS TE LOUER                 x2</a:t>
            </a:r>
          </a:p>
          <a:p>
            <a:pPr>
              <a:defRPr/>
            </a:pPr>
            <a:r>
              <a:rPr lang="fr-FR" smtClean="0"/>
              <a:t>For everything You've done, done, done We give You all the praise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	17-  VERS TOI NOUS POUSSONS DES CRIS DE JOIE </a:t>
            </a:r>
          </a:p>
          <a:p>
            <a:pPr>
              <a:defRPr/>
            </a:pPr>
            <a:r>
              <a:rPr lang="fr-FR" smtClean="0"/>
              <a:t>	To You Let endless praise resound
	18-  LE JOUR, LA NUIT CHAQUE JOUR DE NOS VIES </a:t>
            </a:r>
          </a:p>
          <a:p>
            <a:pPr>
              <a:defRPr/>
            </a:pPr>
            <a:r>
              <a:rPr lang="fr-FR" smtClean="0"/>
              <a:t>	Every night and day and with no delay
	19-  NOS LOUANGES MONTENT VERS TOI                            x2
	Let endless praise resound                                         </a:t>
            </a:r>
          </a:p>
          <a:p>
            <a:pPr>
              <a:defRPr/>
            </a:pPr>
            <a:r>
              <a:rPr lang="fr-FR" smtClean="0"/>
              <a:t>	20- VERS TOI </a:t>
            </a:r>
          </a:p>
          <a:p>
            <a:pPr>
              <a:defRPr/>
            </a:pPr>
            <a:r>
              <a:rPr lang="fr-FR" smtClean="0"/>
              <a:t>	To You </a:t>
            </a: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DIEU NOUS N’ARRÊTERONS JAMAIS </a:t>
            </a:r>
          </a:p>
          <a:p>
            <a:r>
              <a:rPr lang="fr-FR" smtClean="0"/>
              <a:t>You are God and we lift You up
2-  DE TE CHANTER, DE TE LOUER TE CÉLÉBRER, TE GLORIFIER </a:t>
            </a:r>
          </a:p>
          <a:p>
            <a:r>
              <a:rPr lang="fr-FR" smtClean="0"/>
              <a:t>We'll keep singing, we'll keep praising We won't stop giving all we got
3-  ET QUE TON NOM SOIT ÉLEVÉ </a:t>
            </a:r>
          </a:p>
          <a:p>
            <a:r>
              <a:rPr lang="fr-FR" smtClean="0"/>
              <a:t>'Cause You're worthy of all glory</a:t>
            </a:r>
          </a:p>
          <a:p>
            <a:r>
              <a:rPr lang="fr-FR" smtClean="0"/>
              <a:t>4-  OH, QUI EST COMME TOI </a:t>
            </a:r>
          </a:p>
          <a:p>
            <a:r>
              <a:rPr lang="fr-FR" smtClean="0"/>
              <a:t>Oh there is no other,</a:t>
            </a:r>
          </a:p>
          <a:p>
            <a:r>
              <a:rPr lang="fr-FR" smtClean="0"/>
              <a:t>5-  POUR TOUJOURS TU SERAS SEIGNEUR DE TOUTE LA TERRE </a:t>
            </a:r>
          </a:p>
          <a:p>
            <a:r>
              <a:rPr lang="fr-FR" smtClean="0"/>
              <a:t>You are forever Lord over all 
6-  NUL N’EST COMME TOI TU ES LE SEUL ROI </a:t>
            </a:r>
          </a:p>
          <a:p>
            <a:r>
              <a:rPr lang="fr-FR" smtClean="0"/>
              <a:t>There's nobody like You, no one beside You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7-  VERS TOI NOUS POUSSONS DES CRIS DE JOIE </a:t>
            </a:r>
          </a:p>
          <a:p>
            <a:r>
              <a:rPr lang="fr-FR" smtClean="0"/>
              <a:t>	To You Let endless praise resound
	8-  LE JOUR, LA NUIT CHAQUE JOUR DE NOS VIES</a:t>
            </a:r>
          </a:p>
          <a:p>
            <a:r>
              <a:rPr lang="fr-FR" smtClean="0"/>
              <a:t>	Every night and day and with no delay
	9-  NOS LOUANGES MONTENT VERS TOI </a:t>
            </a:r>
          </a:p>
          <a:p>
            <a:r>
              <a:rPr lang="fr-FR" smtClean="0"/>
              <a:t>	Let endless praise resound</a:t>
            </a:r>
          </a:p>
          <a:p>
            <a:endParaRPr lang="fr-FR" smtClean="0"/>
          </a:p>
          <a:p>
            <a:r>
              <a:rPr lang="fr-FR" smtClean="0"/>
              <a:t>10-  TON AMOUR BRILLE COMME LE SOLEIL ET TA GLOIRE EST ÉTERNELLE </a:t>
            </a:r>
          </a:p>
          <a:p>
            <a:r>
              <a:rPr lang="fr-FR" smtClean="0"/>
              <a:t>Boundless love, light before the sun Your glory eternal
11-  À JAMAIS NOUS VIVRONS POUR TOI TA CRÉATION PROCLAMERA </a:t>
            </a:r>
          </a:p>
          <a:p>
            <a:r>
              <a:rPr lang="fr-FR" smtClean="0"/>
              <a:t>Never stops giving all You got Creation keeps singing</a:t>
            </a:r>
          </a:p>
          <a:p>
            <a:r>
              <a:rPr lang="fr-FR" smtClean="0"/>
              <a:t>12-  OH, QUI EST COMME TOI </a:t>
            </a:r>
          </a:p>
          <a:p>
            <a:r>
              <a:rPr lang="fr-FR" smtClean="0"/>
              <a:t>Oh there is no other
13-  POUR TOUJOURS TU SERAS SEIGNEUR DE TOUTE LA TERRE </a:t>
            </a:r>
          </a:p>
          <a:p>
            <a:r>
              <a:rPr lang="fr-FR" smtClean="0"/>
              <a:t>You are forever Lord over all
14-  NUL N’EST COMME TOI TU ES LE SEUL ROI </a:t>
            </a:r>
          </a:p>
          <a:p>
            <a:r>
              <a:rPr lang="fr-FR" smtClean="0"/>
              <a:t>There's nobody like You, no one beside You</a:t>
            </a:r>
          </a:p>
          <a:p>
            <a:endParaRPr lang="fr-FR" smtClean="0"/>
          </a:p>
          <a:p>
            <a:r>
              <a:rPr lang="fr-FR" smtClean="0"/>
              <a:t>	Refrain : x2</a:t>
            </a:r>
          </a:p>
          <a:p>
            <a:endParaRPr lang="fr-FR" smtClean="0"/>
          </a:p>
          <a:p>
            <a:r>
              <a:rPr lang="fr-FR" smtClean="0"/>
              <a:t>15-  NOUS VOULONS T’ÉLEVER POUR TON AMOUR ET TA BONTÉ</a:t>
            </a:r>
          </a:p>
          <a:p>
            <a:r>
              <a:rPr lang="fr-FR" smtClean="0"/>
              <a:t>We lift You up, up, up We're giving You our love, love, love
16-  POUR TOUT CE QUE TU ES NOUS VOULONS TE LOUER                 x2</a:t>
            </a:r>
          </a:p>
          <a:p>
            <a:r>
              <a:rPr lang="fr-FR" smtClean="0"/>
              <a:t>For everything You've done, done, done We give You all the praise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17-  VERS TOI NOUS POUSSONS DES CRIS DE JOIE </a:t>
            </a:r>
          </a:p>
          <a:p>
            <a:r>
              <a:rPr lang="fr-FR" smtClean="0"/>
              <a:t>	To You Let endless praise resound
	18-  LE JOUR, LA NUIT CHAQUE JOUR DE NOS VIES </a:t>
            </a:r>
          </a:p>
          <a:p>
            <a:r>
              <a:rPr lang="fr-FR" smtClean="0"/>
              <a:t>	Every night and day and with no delay
	19-  NOS LOUANGES MONTENT VERS TOI                            x2
	Let endless praise resound                                         </a:t>
            </a:r>
          </a:p>
          <a:p>
            <a:r>
              <a:rPr lang="fr-FR" smtClean="0"/>
              <a:t>	20- VERS TOI </a:t>
            </a:r>
          </a:p>
          <a:p>
            <a:r>
              <a:rPr lang="fr-FR" smtClean="0"/>
              <a:t>	To You </a:t>
            </a:r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TU ES DIEU NOUS N’ARRÊTERONS JAMAIS </a:t>
            </a:r>
          </a:p>
          <a:p>
            <a:pPr>
              <a:defRPr/>
            </a:pPr>
            <a:r>
              <a:rPr lang="fr-FR" smtClean="0"/>
              <a:t>You are God and we lift You up
2-  DE TE CHANTER, DE TE LOUER TE CÉLÉBRER, TE GLORIFIER </a:t>
            </a:r>
          </a:p>
          <a:p>
            <a:pPr>
              <a:defRPr/>
            </a:pPr>
            <a:r>
              <a:rPr lang="fr-FR" smtClean="0"/>
              <a:t>We'll keep singing, we'll keep praising We won't stop giving all we got
3-  ET QUE TON NOM SOIT ÉLEVÉ </a:t>
            </a:r>
          </a:p>
          <a:p>
            <a:pPr>
              <a:defRPr/>
            </a:pPr>
            <a:r>
              <a:rPr lang="fr-FR" smtClean="0"/>
              <a:t>'Cause You're worthy of all glory</a:t>
            </a:r>
          </a:p>
          <a:p>
            <a:pPr>
              <a:defRPr/>
            </a:pPr>
            <a:r>
              <a:rPr lang="fr-FR" smtClean="0"/>
              <a:t>4-  OH, QUI EST COMME TOI </a:t>
            </a:r>
          </a:p>
          <a:p>
            <a:pPr>
              <a:defRPr/>
            </a:pPr>
            <a:r>
              <a:rPr lang="fr-FR" smtClean="0"/>
              <a:t>Oh there is no other,</a:t>
            </a:r>
          </a:p>
          <a:p>
            <a:pPr>
              <a:defRPr/>
            </a:pPr>
            <a:r>
              <a:rPr lang="fr-FR" smtClean="0"/>
              <a:t>5-  POUR TOUJOURS TU SERAS SEIGNEUR DE TOUTE LA TERRE </a:t>
            </a:r>
          </a:p>
          <a:p>
            <a:pPr>
              <a:defRPr/>
            </a:pPr>
            <a:r>
              <a:rPr lang="fr-FR" smtClean="0"/>
              <a:t>You are forever Lord over all 
6-  NUL N’EST COMME TOI TU ES LE SEUL ROI </a:t>
            </a:r>
          </a:p>
          <a:p>
            <a:pPr>
              <a:defRPr/>
            </a:pPr>
            <a:r>
              <a:rPr lang="fr-FR" smtClean="0"/>
              <a:t>There's nobody like You, no one beside You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	7-  VERS TOI NOUS POUSSONS DES CRIS DE JOIE </a:t>
            </a:r>
          </a:p>
          <a:p>
            <a:pPr>
              <a:defRPr/>
            </a:pPr>
            <a:r>
              <a:rPr lang="fr-FR" smtClean="0"/>
              <a:t>	To You Let endless praise resound
	8-  LE JOUR, LA NUIT CHAQUE JOUR DE NOS VIES</a:t>
            </a:r>
          </a:p>
          <a:p>
            <a:pPr>
              <a:defRPr/>
            </a:pPr>
            <a:r>
              <a:rPr lang="fr-FR" smtClean="0"/>
              <a:t>	Every night and day and with no delay
	9-  NOS LOUANGES MONTENT VERS TOI </a:t>
            </a:r>
          </a:p>
          <a:p>
            <a:pPr>
              <a:defRPr/>
            </a:pPr>
            <a:r>
              <a:rPr lang="fr-FR" smtClean="0"/>
              <a:t>	Let endless praise resound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TON AMOUR BRILLE COMME LE SOLEIL ET TA GLOIRE EST ÉTERNELLE </a:t>
            </a:r>
          </a:p>
          <a:p>
            <a:pPr>
              <a:defRPr/>
            </a:pPr>
            <a:r>
              <a:rPr lang="fr-FR" smtClean="0"/>
              <a:t>Boundless love, light before the sun Your glory eternal
11-  À JAMAIS NOUS VIVRONS POUR TOI TA CRÉATION PROCLAMERA </a:t>
            </a:r>
          </a:p>
          <a:p>
            <a:pPr>
              <a:defRPr/>
            </a:pPr>
            <a:r>
              <a:rPr lang="fr-FR" smtClean="0"/>
              <a:t>Never stops giving all You got Creation keeps singing</a:t>
            </a:r>
          </a:p>
          <a:p>
            <a:pPr>
              <a:defRPr/>
            </a:pPr>
            <a:r>
              <a:rPr lang="fr-FR" smtClean="0"/>
              <a:t>12-  OH, QUI EST COMME TOI </a:t>
            </a:r>
          </a:p>
          <a:p>
            <a:pPr>
              <a:defRPr/>
            </a:pPr>
            <a:r>
              <a:rPr lang="fr-FR" smtClean="0"/>
              <a:t>Oh there is no other
13-  POUR TOUJOURS TU SERAS SEIGNEUR DE TOUTE LA TERRE </a:t>
            </a:r>
          </a:p>
          <a:p>
            <a:pPr>
              <a:defRPr/>
            </a:pPr>
            <a:r>
              <a:rPr lang="fr-FR" smtClean="0"/>
              <a:t>You are forever Lord over all
14-  NUL N’EST COMME TOI TU ES LE SEUL ROI </a:t>
            </a:r>
          </a:p>
          <a:p>
            <a:pPr>
              <a:defRPr/>
            </a:pPr>
            <a:r>
              <a:rPr lang="fr-FR" smtClean="0"/>
              <a:t>There's nobody like You, no one beside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NOUS VOULONS T’ÉLEVER POUR TON AMOUR ET TA BONTÉ</a:t>
            </a:r>
          </a:p>
          <a:p>
            <a:pPr>
              <a:defRPr/>
            </a:pPr>
            <a:r>
              <a:rPr lang="fr-FR" smtClean="0"/>
              <a:t>We lift You up, up, up We're giving You our love, love, love
16-  POUR TOUT CE QUE TU ES NOUS VOULONS TE LOUER                 x2</a:t>
            </a:r>
          </a:p>
          <a:p>
            <a:pPr>
              <a:defRPr/>
            </a:pPr>
            <a:r>
              <a:rPr lang="fr-FR" smtClean="0"/>
              <a:t>For everything You've done, done, done We give You all the praise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	17-  VERS TOI NOUS POUSSONS DES CRIS DE JOIE </a:t>
            </a:r>
          </a:p>
          <a:p>
            <a:pPr>
              <a:defRPr/>
            </a:pPr>
            <a:r>
              <a:rPr lang="fr-FR" smtClean="0"/>
              <a:t>	To You Let endless praise resound
	18-  LE JOUR, LA NUIT CHAQUE JOUR DE NOS VIES </a:t>
            </a:r>
          </a:p>
          <a:p>
            <a:pPr>
              <a:defRPr/>
            </a:pPr>
            <a:r>
              <a:rPr lang="fr-FR" smtClean="0"/>
              <a:t>	Every night and day and with no delay
	19-  NOS LOUANGES MONTENT VERS TOI                            x2
	Let endless praise resound                                         </a:t>
            </a:r>
          </a:p>
          <a:p>
            <a:pPr>
              <a:defRPr/>
            </a:pPr>
            <a:r>
              <a:rPr lang="fr-FR" smtClean="0"/>
              <a:t>	20- VERS TOI </a:t>
            </a:r>
          </a:p>
          <a:p>
            <a:pPr>
              <a:defRPr/>
            </a:pPr>
            <a:r>
              <a:rPr lang="fr-FR" smtClean="0"/>
              <a:t>	To You </a:t>
            </a: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DIEU NOUS N’ARRÊTERONS JAMAIS </a:t>
            </a:r>
          </a:p>
          <a:p>
            <a:r>
              <a:rPr lang="fr-FR" smtClean="0"/>
              <a:t>You are God and we lift You up
2-  DE TE CHANTER, DE TE LOUER TE CÉLÉBRER, TE GLORIFIER </a:t>
            </a:r>
          </a:p>
          <a:p>
            <a:r>
              <a:rPr lang="fr-FR" smtClean="0"/>
              <a:t>We'll keep singing, we'll keep praising We won't stop giving all we got
3-  ET QUE TON NOM SOIT ÉLEVÉ </a:t>
            </a:r>
          </a:p>
          <a:p>
            <a:r>
              <a:rPr lang="fr-FR" smtClean="0"/>
              <a:t>'Cause You're worthy of all glory</a:t>
            </a:r>
          </a:p>
          <a:p>
            <a:r>
              <a:rPr lang="fr-FR" smtClean="0"/>
              <a:t>4-  OH, QUI EST COMME TOI </a:t>
            </a:r>
          </a:p>
          <a:p>
            <a:r>
              <a:rPr lang="fr-FR" smtClean="0"/>
              <a:t>Oh there is no other,</a:t>
            </a:r>
          </a:p>
          <a:p>
            <a:r>
              <a:rPr lang="fr-FR" smtClean="0"/>
              <a:t>5-  POUR TOUJOURS TU SERAS SEIGNEUR DE TOUTE LA TERRE </a:t>
            </a:r>
          </a:p>
          <a:p>
            <a:r>
              <a:rPr lang="fr-FR" smtClean="0"/>
              <a:t>You are forever Lord over all 
6-  NUL N’EST COMME TOI TU ES LE SEUL ROI </a:t>
            </a:r>
          </a:p>
          <a:p>
            <a:r>
              <a:rPr lang="fr-FR" smtClean="0"/>
              <a:t>There's nobody like You, no one beside You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7-  VERS TOI NOUS POUSSONS DES CRIS DE JOIE </a:t>
            </a:r>
          </a:p>
          <a:p>
            <a:r>
              <a:rPr lang="fr-FR" smtClean="0"/>
              <a:t>	To You Let endless praise resound
	8-  LE JOUR, LA NUIT CHAQUE JOUR DE NOS VIES</a:t>
            </a:r>
          </a:p>
          <a:p>
            <a:r>
              <a:rPr lang="fr-FR" smtClean="0"/>
              <a:t>	Every night and day and with no delay
	9-  NOS LOUANGES MONTENT VERS TOI </a:t>
            </a:r>
          </a:p>
          <a:p>
            <a:r>
              <a:rPr lang="fr-FR" smtClean="0"/>
              <a:t>	Let endless praise resound</a:t>
            </a:r>
          </a:p>
          <a:p>
            <a:endParaRPr lang="fr-FR" smtClean="0"/>
          </a:p>
          <a:p>
            <a:r>
              <a:rPr lang="fr-FR" smtClean="0"/>
              <a:t>10-  TON AMOUR BRILLE COMME LE SOLEIL ET TA GLOIRE EST ÉTERNELLE </a:t>
            </a:r>
          </a:p>
          <a:p>
            <a:r>
              <a:rPr lang="fr-FR" smtClean="0"/>
              <a:t>Boundless love, light before the sun Your glory eternal
11-  À JAMAIS NOUS VIVRONS POUR TOI TA CRÉATION PROCLAMERA </a:t>
            </a:r>
          </a:p>
          <a:p>
            <a:r>
              <a:rPr lang="fr-FR" smtClean="0"/>
              <a:t>Never stops giving all You got Creation keeps singing</a:t>
            </a:r>
          </a:p>
          <a:p>
            <a:r>
              <a:rPr lang="fr-FR" smtClean="0"/>
              <a:t>12-  OH, QUI EST COMME TOI </a:t>
            </a:r>
          </a:p>
          <a:p>
            <a:r>
              <a:rPr lang="fr-FR" smtClean="0"/>
              <a:t>Oh there is no other
13-  POUR TOUJOURS TU SERAS SEIGNEUR DE TOUTE LA TERRE </a:t>
            </a:r>
          </a:p>
          <a:p>
            <a:r>
              <a:rPr lang="fr-FR" smtClean="0"/>
              <a:t>You are forever Lord over all
14-  NUL N’EST COMME TOI TU ES LE SEUL ROI </a:t>
            </a:r>
          </a:p>
          <a:p>
            <a:r>
              <a:rPr lang="fr-FR" smtClean="0"/>
              <a:t>There's nobody like You, no one beside You</a:t>
            </a:r>
          </a:p>
          <a:p>
            <a:endParaRPr lang="fr-FR" smtClean="0"/>
          </a:p>
          <a:p>
            <a:r>
              <a:rPr lang="fr-FR" smtClean="0"/>
              <a:t>	Refrain : x2</a:t>
            </a:r>
          </a:p>
          <a:p>
            <a:endParaRPr lang="fr-FR" smtClean="0"/>
          </a:p>
          <a:p>
            <a:r>
              <a:rPr lang="fr-FR" smtClean="0"/>
              <a:t>15-  NOUS VOULONS T’ÉLEVER POUR TON AMOUR ET TA BONTÉ</a:t>
            </a:r>
          </a:p>
          <a:p>
            <a:r>
              <a:rPr lang="fr-FR" smtClean="0"/>
              <a:t>We lift You up, up, up We're giving You our love, love, love
16-  POUR TOUT CE QUE TU ES NOUS VOULONS TE LOUER                 x2</a:t>
            </a:r>
          </a:p>
          <a:p>
            <a:r>
              <a:rPr lang="fr-FR" smtClean="0"/>
              <a:t>For everything You've done, done, done We give You all the praise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17-  VERS TOI NOUS POUSSONS DES CRIS DE JOIE </a:t>
            </a:r>
          </a:p>
          <a:p>
            <a:r>
              <a:rPr lang="fr-FR" smtClean="0"/>
              <a:t>	To You Let endless praise resound
	18-  LE JOUR, LA NUIT CHAQUE JOUR DE NOS VIES </a:t>
            </a:r>
          </a:p>
          <a:p>
            <a:r>
              <a:rPr lang="fr-FR" smtClean="0"/>
              <a:t>	Every night and day and with no delay
	19-  NOS LOUANGES MONTENT VERS TOI                            x2
	Let endless praise resound                                         </a:t>
            </a:r>
          </a:p>
          <a:p>
            <a:r>
              <a:rPr lang="fr-FR" smtClean="0"/>
              <a:t>	20- VERS TOI </a:t>
            </a:r>
          </a:p>
          <a:p>
            <a:r>
              <a:rPr lang="fr-FR" smtClean="0"/>
              <a:t>	To You </a:t>
            </a:r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TU ES DIEU NOUS N’ARRÊTERONS JAMAIS </a:t>
            </a:r>
          </a:p>
          <a:p>
            <a:pPr>
              <a:defRPr/>
            </a:pPr>
            <a:r>
              <a:rPr lang="fr-FR" smtClean="0"/>
              <a:t>You are God and we lift You up
2-  DE TE CHANTER, DE TE LOUER TE CÉLÉBRER, TE GLORIFIER </a:t>
            </a:r>
          </a:p>
          <a:p>
            <a:pPr>
              <a:defRPr/>
            </a:pPr>
            <a:r>
              <a:rPr lang="fr-FR" smtClean="0"/>
              <a:t>We'll keep singing, we'll keep praising We won't stop giving all we got
3-  ET QUE TON NOM SOIT ÉLEVÉ </a:t>
            </a:r>
          </a:p>
          <a:p>
            <a:pPr>
              <a:defRPr/>
            </a:pPr>
            <a:r>
              <a:rPr lang="fr-FR" smtClean="0"/>
              <a:t>'Cause You're worthy of all glory</a:t>
            </a:r>
          </a:p>
          <a:p>
            <a:pPr>
              <a:defRPr/>
            </a:pPr>
            <a:r>
              <a:rPr lang="fr-FR" smtClean="0"/>
              <a:t>4-  OH, QUI EST COMME TOI </a:t>
            </a:r>
          </a:p>
          <a:p>
            <a:pPr>
              <a:defRPr/>
            </a:pPr>
            <a:r>
              <a:rPr lang="fr-FR" smtClean="0"/>
              <a:t>Oh there is no other,</a:t>
            </a:r>
          </a:p>
          <a:p>
            <a:pPr>
              <a:defRPr/>
            </a:pPr>
            <a:r>
              <a:rPr lang="fr-FR" smtClean="0"/>
              <a:t>5-  POUR TOUJOURS TU SERAS SEIGNEUR DE TOUTE LA TERRE </a:t>
            </a:r>
          </a:p>
          <a:p>
            <a:pPr>
              <a:defRPr/>
            </a:pPr>
            <a:r>
              <a:rPr lang="fr-FR" smtClean="0"/>
              <a:t>You are forever Lord over all 
6-  NUL N’EST COMME TOI TU ES LE SEUL ROI </a:t>
            </a:r>
          </a:p>
          <a:p>
            <a:pPr>
              <a:defRPr/>
            </a:pPr>
            <a:r>
              <a:rPr lang="fr-FR" smtClean="0"/>
              <a:t>There's nobody like You, no one beside You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	7-  VERS TOI NOUS POUSSONS DES CRIS DE JOIE </a:t>
            </a:r>
          </a:p>
          <a:p>
            <a:pPr>
              <a:defRPr/>
            </a:pPr>
            <a:r>
              <a:rPr lang="fr-FR" smtClean="0"/>
              <a:t>	To You Let endless praise resound
	8-  LE JOUR, LA NUIT CHAQUE JOUR DE NOS VIES</a:t>
            </a:r>
          </a:p>
          <a:p>
            <a:pPr>
              <a:defRPr/>
            </a:pPr>
            <a:r>
              <a:rPr lang="fr-FR" smtClean="0"/>
              <a:t>	Every night and day and with no delay
	9-  NOS LOUANGES MONTENT VERS TOI </a:t>
            </a:r>
          </a:p>
          <a:p>
            <a:pPr>
              <a:defRPr/>
            </a:pPr>
            <a:r>
              <a:rPr lang="fr-FR" smtClean="0"/>
              <a:t>	Let endless praise resound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TON AMOUR BRILLE COMME LE SOLEIL ET TA GLOIRE EST ÉTERNELLE </a:t>
            </a:r>
          </a:p>
          <a:p>
            <a:pPr>
              <a:defRPr/>
            </a:pPr>
            <a:r>
              <a:rPr lang="fr-FR" smtClean="0"/>
              <a:t>Boundless love, light before the sun Your glory eternal
11-  À JAMAIS NOUS VIVRONS POUR TOI TA CRÉATION PROCLAMERA </a:t>
            </a:r>
          </a:p>
          <a:p>
            <a:pPr>
              <a:defRPr/>
            </a:pPr>
            <a:r>
              <a:rPr lang="fr-FR" smtClean="0"/>
              <a:t>Never stops giving all You got Creation keeps singing</a:t>
            </a:r>
          </a:p>
          <a:p>
            <a:pPr>
              <a:defRPr/>
            </a:pPr>
            <a:r>
              <a:rPr lang="fr-FR" smtClean="0"/>
              <a:t>12-  OH, QUI EST COMME TOI </a:t>
            </a:r>
          </a:p>
          <a:p>
            <a:pPr>
              <a:defRPr/>
            </a:pPr>
            <a:r>
              <a:rPr lang="fr-FR" smtClean="0"/>
              <a:t>Oh there is no other
13-  POUR TOUJOURS TU SERAS SEIGNEUR DE TOUTE LA TERRE </a:t>
            </a:r>
          </a:p>
          <a:p>
            <a:pPr>
              <a:defRPr/>
            </a:pPr>
            <a:r>
              <a:rPr lang="fr-FR" smtClean="0"/>
              <a:t>You are forever Lord over all
14-  NUL N’EST COMME TOI TU ES LE SEUL ROI </a:t>
            </a:r>
          </a:p>
          <a:p>
            <a:pPr>
              <a:defRPr/>
            </a:pPr>
            <a:r>
              <a:rPr lang="fr-FR" smtClean="0"/>
              <a:t>There's nobody like You, no one beside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NOUS VOULONS T’ÉLEVER POUR TON AMOUR ET TA BONTÉ</a:t>
            </a:r>
          </a:p>
          <a:p>
            <a:pPr>
              <a:defRPr/>
            </a:pPr>
            <a:r>
              <a:rPr lang="fr-FR" smtClean="0"/>
              <a:t>We lift You up, up, up We're giving You our love, love, love
16-  POUR TOUT CE QUE TU ES NOUS VOULONS TE LOUER                 x2</a:t>
            </a:r>
          </a:p>
          <a:p>
            <a:pPr>
              <a:defRPr/>
            </a:pPr>
            <a:r>
              <a:rPr lang="fr-FR" smtClean="0"/>
              <a:t>For everything You've done, done, done We give You all the praise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	17-  VERS TOI NOUS POUSSONS DES CRIS DE JOIE </a:t>
            </a:r>
          </a:p>
          <a:p>
            <a:pPr>
              <a:defRPr/>
            </a:pPr>
            <a:r>
              <a:rPr lang="fr-FR" smtClean="0"/>
              <a:t>	To You Let endless praise resound
	18-  LE JOUR, LA NUIT CHAQUE JOUR DE NOS VIES </a:t>
            </a:r>
          </a:p>
          <a:p>
            <a:pPr>
              <a:defRPr/>
            </a:pPr>
            <a:r>
              <a:rPr lang="fr-FR" smtClean="0"/>
              <a:t>	Every night and day and with no delay
	19-  NOS LOUANGES MONTENT VERS TOI                            x2
	Let endless praise resound                                         </a:t>
            </a:r>
          </a:p>
          <a:p>
            <a:pPr>
              <a:defRPr/>
            </a:pPr>
            <a:r>
              <a:rPr lang="fr-FR" smtClean="0"/>
              <a:t>	20- VERS TOI </a:t>
            </a:r>
          </a:p>
          <a:p>
            <a:pPr>
              <a:defRPr/>
            </a:pPr>
            <a:r>
              <a:rPr lang="fr-FR" smtClean="0"/>
              <a:t>	To You </a:t>
            </a: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DIEU NOUS N’ARRÊTERONS JAMAIS </a:t>
            </a:r>
          </a:p>
          <a:p>
            <a:r>
              <a:rPr lang="fr-FR" smtClean="0"/>
              <a:t>You are God and we lift You up
2-  DE TE CHANTER, DE TE LOUER TE CÉLÉBRER, TE GLORIFIER </a:t>
            </a:r>
          </a:p>
          <a:p>
            <a:r>
              <a:rPr lang="fr-FR" smtClean="0"/>
              <a:t>We'll keep singing, we'll keep praising We won't stop giving all we got
3-  ET QUE TON NOM SOIT ÉLEVÉ </a:t>
            </a:r>
          </a:p>
          <a:p>
            <a:r>
              <a:rPr lang="fr-FR" smtClean="0"/>
              <a:t>'Cause You're worthy of all glory</a:t>
            </a:r>
          </a:p>
          <a:p>
            <a:r>
              <a:rPr lang="fr-FR" smtClean="0"/>
              <a:t>4-  OH, QUI EST COMME TOI </a:t>
            </a:r>
          </a:p>
          <a:p>
            <a:r>
              <a:rPr lang="fr-FR" smtClean="0"/>
              <a:t>Oh there is no other,</a:t>
            </a:r>
          </a:p>
          <a:p>
            <a:r>
              <a:rPr lang="fr-FR" smtClean="0"/>
              <a:t>5-  POUR TOUJOURS TU SERAS SEIGNEUR DE TOUTE LA TERRE </a:t>
            </a:r>
          </a:p>
          <a:p>
            <a:r>
              <a:rPr lang="fr-FR" smtClean="0"/>
              <a:t>You are forever Lord over all 
6-  NUL N’EST COMME TOI TU ES LE SEUL ROI </a:t>
            </a:r>
          </a:p>
          <a:p>
            <a:r>
              <a:rPr lang="fr-FR" smtClean="0"/>
              <a:t>There's nobody like You, no one beside You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7-  VERS TOI NOUS POUSSONS DES CRIS DE JOIE </a:t>
            </a:r>
          </a:p>
          <a:p>
            <a:r>
              <a:rPr lang="fr-FR" smtClean="0"/>
              <a:t>	To You Let endless praise resound
	8-  LE JOUR, LA NUIT CHAQUE JOUR DE NOS VIES</a:t>
            </a:r>
          </a:p>
          <a:p>
            <a:r>
              <a:rPr lang="fr-FR" smtClean="0"/>
              <a:t>	Every night and day and with no delay
	9-  NOS LOUANGES MONTENT VERS TOI </a:t>
            </a:r>
          </a:p>
          <a:p>
            <a:r>
              <a:rPr lang="fr-FR" smtClean="0"/>
              <a:t>	Let endless praise resound</a:t>
            </a:r>
          </a:p>
          <a:p>
            <a:endParaRPr lang="fr-FR" smtClean="0"/>
          </a:p>
          <a:p>
            <a:r>
              <a:rPr lang="fr-FR" smtClean="0"/>
              <a:t>10-  TON AMOUR BRILLE COMME LE SOLEIL ET TA GLOIRE EST ÉTERNELLE </a:t>
            </a:r>
          </a:p>
          <a:p>
            <a:r>
              <a:rPr lang="fr-FR" smtClean="0"/>
              <a:t>Boundless love, light before the sun Your glory eternal
11-  À JAMAIS NOUS VIVRONS POUR TOI TA CRÉATION PROCLAMERA </a:t>
            </a:r>
          </a:p>
          <a:p>
            <a:r>
              <a:rPr lang="fr-FR" smtClean="0"/>
              <a:t>Never stops giving all You got Creation keeps singing</a:t>
            </a:r>
          </a:p>
          <a:p>
            <a:r>
              <a:rPr lang="fr-FR" smtClean="0"/>
              <a:t>12-  OH, QUI EST COMME TOI </a:t>
            </a:r>
          </a:p>
          <a:p>
            <a:r>
              <a:rPr lang="fr-FR" smtClean="0"/>
              <a:t>Oh there is no other
13-  POUR TOUJOURS TU SERAS SEIGNEUR DE TOUTE LA TERRE </a:t>
            </a:r>
          </a:p>
          <a:p>
            <a:r>
              <a:rPr lang="fr-FR" smtClean="0"/>
              <a:t>You are forever Lord over all
14-  NUL N’EST COMME TOI TU ES LE SEUL ROI </a:t>
            </a:r>
          </a:p>
          <a:p>
            <a:r>
              <a:rPr lang="fr-FR" smtClean="0"/>
              <a:t>There's nobody like You, no one beside You</a:t>
            </a:r>
          </a:p>
          <a:p>
            <a:endParaRPr lang="fr-FR" smtClean="0"/>
          </a:p>
          <a:p>
            <a:r>
              <a:rPr lang="fr-FR" smtClean="0"/>
              <a:t>	Refrain : x2</a:t>
            </a:r>
          </a:p>
          <a:p>
            <a:endParaRPr lang="fr-FR" smtClean="0"/>
          </a:p>
          <a:p>
            <a:r>
              <a:rPr lang="fr-FR" smtClean="0"/>
              <a:t>15-  NOUS VOULONS T’ÉLEVER POUR TON AMOUR ET TA BONTÉ</a:t>
            </a:r>
          </a:p>
          <a:p>
            <a:r>
              <a:rPr lang="fr-FR" smtClean="0"/>
              <a:t>We lift You up, up, up We're giving You our love, love, love
16-  POUR TOUT CE QUE TU ES NOUS VOULONS TE LOUER                 x2</a:t>
            </a:r>
          </a:p>
          <a:p>
            <a:r>
              <a:rPr lang="fr-FR" smtClean="0"/>
              <a:t>For everything You've done, done, done We give You all the praise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17-  VERS TOI NOUS POUSSONS DES CRIS DE JOIE </a:t>
            </a:r>
          </a:p>
          <a:p>
            <a:r>
              <a:rPr lang="fr-FR" smtClean="0"/>
              <a:t>	To You Let endless praise resound
	18-  LE JOUR, LA NUIT CHAQUE JOUR DE NOS VIES </a:t>
            </a:r>
          </a:p>
          <a:p>
            <a:r>
              <a:rPr lang="fr-FR" smtClean="0"/>
              <a:t>	Every night and day and with no delay
	19-  NOS LOUANGES MONTENT VERS TOI                            x2
	Let endless praise resound                                         </a:t>
            </a:r>
          </a:p>
          <a:p>
            <a:r>
              <a:rPr lang="fr-FR" smtClean="0"/>
              <a:t>	20- VERS TOI </a:t>
            </a:r>
          </a:p>
          <a:p>
            <a:r>
              <a:rPr lang="fr-FR" smtClean="0"/>
              <a:t>	To You </a:t>
            </a: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DIEU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N’ARRÊTERONS JAMAIS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TE CHANTER, DE TE LOUER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 CÉLÉBRER, TE GLORIFIER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QUE TON NOM SOIT ÉLEVÉ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OH, QUI EST COMME TOI ?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TOUJOURS, TU SERAS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 DE TOUTE LA TERRE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NUL N’EST COMME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LE SEUL ROI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VERS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POUSSONS DES CRIS DE JOIE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JOUR ET LA NUIT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CHAQUE JOUR DE NOS VIES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NOS LOUANGES MONTENT VERS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TON AMOUR BRILLE COMME LE SOLEIL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TA GLOIRE EST ÉTERNELLE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JAMAIS, NOUS VIVRONS POUR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CRÉATION PROCLAMERA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OH, QUI EST COMME TOI ?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TOUJOURS, TU SERAS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 DE TOUTE LA TERRE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NUL N’EST COMME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LE SEUL ROI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VOULONS T’ÉLEVER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TON AMOUR ET TA BONTÉ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TOUT CE QUE TU 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VOULONS TE LOUER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VERS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POUSSONS DES CRIS DE JOIE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JOUR ET LA NUIT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CHAQUE JOUR DE NOS VIES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NOS LOUANGES MONTENT VERS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VERS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</TotalTime>
  <Words>764</Words>
  <Application>Microsoft Office PowerPoint</Application>
  <PresentationFormat>Affichage à l'écran (4:3)</PresentationFormat>
  <Paragraphs>1474</Paragraphs>
  <Slides>20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4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asus</cp:lastModifiedBy>
  <cp:revision>68</cp:revision>
  <dcterms:created xsi:type="dcterms:W3CDTF">2002-08-17T13:12:10Z</dcterms:created>
  <dcterms:modified xsi:type="dcterms:W3CDTF">2022-05-28T12:07:48Z</dcterms:modified>
</cp:coreProperties>
</file>