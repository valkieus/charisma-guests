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6" r:id="rId2"/>
    <p:sldId id="319" r:id="rId3"/>
    <p:sldId id="318" r:id="rId4"/>
    <p:sldId id="316" r:id="rId5"/>
    <p:sldId id="314" r:id="rId6"/>
    <p:sldId id="313" r:id="rId7"/>
    <p:sldId id="312" r:id="rId8"/>
    <p:sldId id="311" r:id="rId9"/>
    <p:sldId id="310" r:id="rId10"/>
    <p:sldId id="302" r:id="rId11"/>
    <p:sldId id="301" r:id="rId12"/>
    <p:sldId id="297" r:id="rId13"/>
    <p:sldId id="320" r:id="rId14"/>
    <p:sldId id="321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1" autoAdjust="0"/>
    <p:restoredTop sz="34435" autoAdjust="0"/>
  </p:normalViewPr>
  <p:slideViewPr>
    <p:cSldViewPr>
      <p:cViewPr varScale="1">
        <p:scale>
          <a:sx n="23" d="100"/>
          <a:sy n="23" d="100"/>
        </p:scale>
        <p:origin x="234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overcome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And You 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come alive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 
	6-  (WHOOA) OÙ TOUT VA CHANGER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JE TE LOUE,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celebrate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CHANTERONS À JAMAIS QUE TON NOM SOIT ÉLEVÉ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lifting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
12- 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JE TE LOUE, JE TE LOUE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overcome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COMMENT POURRAIS-JE TE REMERCIER POUR CE QUE TU AS FAIT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And You 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come alive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 
	6-  (WHOOA) OÙ TOUT VA CHANGER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JE TE LOUE, JE TE LOUE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celebrate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CHANTERONS À JAMAIS QUE TON NOM SOIT ÉLEVÉ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lifting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moment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changes
12-  (WHOOA) TU ES MA PERCÉ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JE TE LOUE, JE TE LOUE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QUAND JE PENSE À TOUTE TA BONTÉ MON CŒUR EST SUBMERGÉ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I think about Your goodness My heart is overcome
2-  COMMENT POURRAIS-JE TE REMERCIER POUR CE QUE TU AS FAIT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I begin to thank You For everything You've done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3-  CAR TU M'AIMES TANT SEIGNEUR ET TU FAIS CHANTER MON CŒUR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You keep on loving me And You cause my heart to sing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OUUUHHH EN TOI JE PEUX RESSUCITER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You, You make me come alive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(WHOOA) LE TEMPS EST ARRIVÉ (WHOOA) OÙ TOUT VA CHANGER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(Woah) This is the moment (Woah) Everything changes 
	6-  (WHOOA) OÙ TOUT VA CHANGER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(Woah) You are my breakthrough
	7-  JE TE LOUE, JE TE LOUE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praise You, I praise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QUE TOUT LE MONDE SOIT PRÊT C'EST L'HEURE DE CÉLÉBRER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So, come on everybody It's time to celebrate
9-  NOUS CHANTERONS À JAMAIS QUE TON NOM SOIT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never stop singing And lifting up Your name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TU ES BON (TU ES BON)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good, (You are good)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(WHOOA) LE TEMPS EST ARRIVÉ (WHOOA) OÙ TOUT VA CHANGER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moment (Woah) Everything changes
12-  (WHOOA) TU ES MA PERCÉ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(Woah) You are my breakthrough
13-  JE TE LOUE, JE TE LOUE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praise You,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14-  TU ES BON (TU ES BON)  x4
You are good, (You are good)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PENSE À TOUTE TA BONTÉ MON CŒUR EST SUBMERGÉ </a:t>
            </a:r>
          </a:p>
          <a:p>
            <a:r>
              <a:rPr lang="fr-FR" smtClean="0"/>
              <a:t>When I think about Your goodness My heart is overcome
2-  COMMENT POURRAIS-JE TE REMERCIER POUR CE QUE TU AS FAIT </a:t>
            </a:r>
          </a:p>
          <a:p>
            <a:r>
              <a:rPr lang="fr-FR" smtClean="0"/>
              <a:t>How could I begin to thank You For everything You've done</a:t>
            </a:r>
          </a:p>
          <a:p>
            <a:endParaRPr lang="fr-FR" smtClean="0"/>
          </a:p>
          <a:p>
            <a:r>
              <a:rPr lang="fr-FR" smtClean="0"/>
              <a:t>	Pré-Refrain :
	3-  CAR TU M'AIMES TANT SEIGNEUR ET TU FAIS CHANTER MON CŒUR  </a:t>
            </a:r>
          </a:p>
          <a:p>
            <a:r>
              <a:rPr lang="fr-FR" smtClean="0"/>
              <a:t>	‘Cause You keep on loving me And You cause my heart to sing</a:t>
            </a:r>
          </a:p>
          <a:p>
            <a:endParaRPr lang="fr-FR" smtClean="0"/>
          </a:p>
          <a:p>
            <a:r>
              <a:rPr lang="fr-FR" smtClean="0"/>
              <a:t>	Refrain :
	4-  OUUUHHH EN TOI JE PEUX RESSUCITER   x2</a:t>
            </a:r>
          </a:p>
          <a:p>
            <a:r>
              <a:rPr lang="fr-FR" smtClean="0"/>
              <a:t>	You, You make me come alive again</a:t>
            </a:r>
          </a:p>
          <a:p>
            <a:r>
              <a:rPr lang="fr-FR" smtClean="0"/>
              <a:t>
	5- (WHOOA) LE TEMPS EST ARRIVÉ (WHOOA) OÙ TOUT VA CHANGER</a:t>
            </a:r>
          </a:p>
          <a:p>
            <a:r>
              <a:rPr lang="fr-FR" smtClean="0"/>
              <a:t>	(Woah) This is the moment (Woah) Everything changes 
	6-  (WHOOA) OÙ TOUT VA CHANGER (WHOOA) TU ES MA PERCÉ </a:t>
            </a:r>
          </a:p>
          <a:p>
            <a:r>
              <a:rPr lang="fr-FR" smtClean="0"/>
              <a:t>	 (Woah) You are my breakthrough
	7-  JE TE LOUE, JE TE LOUE </a:t>
            </a:r>
          </a:p>
          <a:p>
            <a:r>
              <a:rPr lang="fr-FR" smtClean="0"/>
              <a:t>	I praise You, I praise You</a:t>
            </a:r>
          </a:p>
          <a:p>
            <a:r>
              <a:rPr lang="fr-FR" smtClean="0"/>
              <a:t>
8-  QUE TOUT LE MONDE SOIT PRÊT C'EST L'HEURE DE CÉLÉBRER</a:t>
            </a:r>
          </a:p>
          <a:p>
            <a:r>
              <a:rPr lang="fr-FR" smtClean="0"/>
              <a:t>So, come on everybody It's time to celebrate
9-  NOUS CHANTERONS À JAMAIS QUE TON NOM SOIT ÉLEVÉ </a:t>
            </a:r>
          </a:p>
          <a:p>
            <a:r>
              <a:rPr lang="fr-FR" smtClean="0"/>
              <a:t>We will never stop singing And lifting up Your name</a:t>
            </a:r>
          </a:p>
          <a:p>
            <a:endParaRPr lang="fr-FR" smtClean="0"/>
          </a:p>
          <a:p>
            <a:r>
              <a:rPr lang="fr-FR" smtClean="0"/>
              <a:t>	Pré-Refrain :
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10-  TU ES BON (TU ES BON)  x4</a:t>
            </a:r>
          </a:p>
          <a:p>
            <a:r>
              <a:rPr lang="fr-FR" smtClean="0"/>
              <a:t>You are good, (You are good)</a:t>
            </a:r>
          </a:p>
          <a:p>
            <a:r>
              <a:rPr lang="fr-FR" smtClean="0"/>
              <a:t>
11-  (WHOOA) LE TEMPS EST ARRIVÉ (WHOOA) OÙ TOUT VA CHANGER </a:t>
            </a:r>
          </a:p>
          <a:p>
            <a:r>
              <a:rPr lang="fr-FR" smtClean="0"/>
              <a:t>This is the moment (Woah) Everything changes
12-  (WHOOA) TU ES MA PERCÉ </a:t>
            </a:r>
          </a:p>
          <a:p>
            <a:r>
              <a:rPr lang="fr-FR" smtClean="0"/>
              <a:t>(Woah) You are my breakthrough
13-  JE TE LOUE, JE TE LOUE     x2</a:t>
            </a:r>
          </a:p>
          <a:p>
            <a:r>
              <a:rPr lang="fr-FR" smtClean="0"/>
              <a:t>I praise You, I praise You</a:t>
            </a:r>
          </a:p>
          <a:p>
            <a:endParaRPr lang="fr-FR" smtClean="0"/>
          </a:p>
          <a:p>
            <a:r>
              <a:rPr lang="fr-FR" smtClean="0"/>
              <a:t>Pont :
14-  TU ES BON (TU ES BON)  x4
You are good, (You are good)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PENSE À TOUTE TA BONTÉ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EST SUBMERGÉ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COMMENT POURRAIS-JE TE REMERCIER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 QUE TU AS FAIT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TU M'AIMES TANT,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FAIS CHANTER MON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CŒUR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OUUUHHH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JE PEUX RESSUCITER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LE TEMPS EST ARRIVÉ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OÙ TOUT VA CHANGER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TU ES MA PERCÉE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LOUE, JE TE LOUE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LE MONDE SOIT PRÊT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L'HEURE DE CÉLÉBRER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CHANTERONS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SOIT ÉLEVÉ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BON (TU ES BON)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LE TEMPS EST ARRIVÉ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OÙ TOUT VA CHANGER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(WHOOA) TU ES MA PERCÉE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LOUE, JE TE LOUE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BON (TU ES BON)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</TotalTime>
  <Words>747</Words>
  <Application>Microsoft Office PowerPoint</Application>
  <PresentationFormat>Affichage à l'écran (4:3)</PresentationFormat>
  <Paragraphs>806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174</cp:revision>
  <dcterms:created xsi:type="dcterms:W3CDTF">2002-08-17T10:50:50Z</dcterms:created>
  <dcterms:modified xsi:type="dcterms:W3CDTF">2022-05-28T11:51:26Z</dcterms:modified>
</cp:coreProperties>
</file>