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82" r:id="rId13"/>
    <p:sldId id="283" r:id="rId14"/>
    <p:sldId id="284" r:id="rId15"/>
    <p:sldId id="274" r:id="rId16"/>
    <p:sldId id="275" r:id="rId17"/>
    <p:sldId id="276" r:id="rId18"/>
    <p:sldId id="277" r:id="rId19"/>
    <p:sldId id="279" r:id="rId20"/>
    <p:sldId id="278" r:id="rId21"/>
    <p:sldId id="280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22594" autoAdjust="0"/>
  </p:normalViewPr>
  <p:slideViewPr>
    <p:cSldViewPr>
      <p:cViewPr varScale="1">
        <p:scale>
          <a:sx n="18" d="100"/>
          <a:sy n="18" d="100"/>
        </p:scale>
        <p:origin x="2484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43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dirty="0" smtClean="0"/>
              <a:t>1-  CE QUE MES MAINS ONT FAIT  JE TE LE REMETS </a:t>
            </a:r>
          </a:p>
          <a:p>
            <a:pPr>
              <a:defRPr/>
            </a:pPr>
            <a:r>
              <a:rPr lang="fr-FR" dirty="0" smtClean="0"/>
              <a:t>All </a:t>
            </a:r>
            <a:r>
              <a:rPr lang="fr-FR" dirty="0" err="1" smtClean="0"/>
              <a:t>my</a:t>
            </a:r>
            <a:r>
              <a:rPr lang="fr-FR" dirty="0" smtClean="0"/>
              <a:t> hands have made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laying</a:t>
            </a:r>
            <a:r>
              <a:rPr lang="fr-FR" dirty="0" smtClean="0"/>
              <a:t> down
2-  OUI TOUT CE QUE J’AI  TOUS MES SUCCÈS </a:t>
            </a:r>
          </a:p>
          <a:p>
            <a:pPr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hold</a:t>
            </a:r>
            <a:r>
              <a:rPr lang="fr-FR" dirty="0" smtClean="0"/>
              <a:t> </a:t>
            </a:r>
            <a:r>
              <a:rPr lang="fr-FR" dirty="0" err="1" smtClean="0"/>
              <a:t>dear</a:t>
            </a:r>
            <a:r>
              <a:rPr lang="fr-FR" dirty="0" smtClean="0"/>
              <a:t>,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many</a:t>
            </a:r>
            <a:r>
              <a:rPr lang="fr-FR" dirty="0" smtClean="0"/>
              <a:t> crowns
3-  J’AI VU ET GOÛTÉ TON GRAND AMOUR </a:t>
            </a:r>
          </a:p>
          <a:p>
            <a:pPr>
              <a:defRPr/>
            </a:pPr>
            <a:r>
              <a:rPr lang="fr-FR" dirty="0" smtClean="0"/>
              <a:t>I have </a:t>
            </a:r>
            <a:r>
              <a:rPr lang="fr-FR" dirty="0" err="1" smtClean="0"/>
              <a:t>tasted</a:t>
            </a:r>
            <a:r>
              <a:rPr lang="fr-FR" dirty="0" smtClean="0"/>
              <a:t> and </a:t>
            </a:r>
            <a:r>
              <a:rPr lang="fr-FR" dirty="0" err="1" smtClean="0"/>
              <a:t>seen</a:t>
            </a:r>
            <a:r>
              <a:rPr lang="fr-FR" dirty="0" smtClean="0"/>
              <a:t>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love
4-  ET TU M’AS COMBLÉ  OUI TU M’AS COMBLÉ </a:t>
            </a:r>
          </a:p>
          <a:p>
            <a:pPr>
              <a:defRPr/>
            </a:pPr>
            <a:r>
              <a:rPr lang="fr-FR" dirty="0" smtClean="0"/>
              <a:t>You </a:t>
            </a:r>
            <a:r>
              <a:rPr lang="fr-FR" dirty="0" err="1" smtClean="0"/>
              <a:t>satisfy</a:t>
            </a:r>
            <a:r>
              <a:rPr lang="fr-FR" dirty="0" smtClean="0"/>
              <a:t> me, You </a:t>
            </a:r>
            <a:r>
              <a:rPr lang="fr-FR" dirty="0" err="1" smtClean="0"/>
              <a:t>satisfy</a:t>
            </a:r>
            <a:r>
              <a:rPr lang="fr-FR" dirty="0" smtClean="0"/>
              <a:t> me</a:t>
            </a:r>
          </a:p>
          <a:p>
            <a:pPr>
              <a:defRPr/>
            </a:pPr>
            <a:r>
              <a:rPr lang="fr-FR" dirty="0" smtClean="0"/>
              <a:t>
	Refrain 1 :</a:t>
            </a:r>
          </a:p>
          <a:p>
            <a:pPr>
              <a:defRPr/>
            </a:pPr>
            <a:r>
              <a:rPr lang="fr-FR" dirty="0" smtClean="0"/>
              <a:t>	5-  ESPRIT VIENS  OUVRE LA PORTE DES CIEUX </a:t>
            </a:r>
          </a:p>
          <a:p>
            <a:pPr>
              <a:defRPr/>
            </a:pPr>
            <a:r>
              <a:rPr lang="fr-FR" dirty="0" smtClean="0"/>
              <a:t>	Spirit </a:t>
            </a:r>
            <a:r>
              <a:rPr lang="fr-FR" dirty="0" err="1" smtClean="0"/>
              <a:t>fall</a:t>
            </a:r>
            <a:r>
              <a:rPr lang="fr-FR" dirty="0" smtClean="0"/>
              <a:t> Open up </a:t>
            </a:r>
            <a:r>
              <a:rPr lang="fr-FR" dirty="0" err="1" smtClean="0"/>
              <a:t>heaven's</a:t>
            </a:r>
            <a:r>
              <a:rPr lang="fr-FR" dirty="0" smtClean="0"/>
              <a:t> </a:t>
            </a:r>
            <a:r>
              <a:rPr lang="fr-FR" dirty="0" err="1" smtClean="0"/>
              <a:t>door</a:t>
            </a:r>
            <a:r>
              <a:rPr lang="fr-FR" dirty="0" smtClean="0"/>
              <a:t>
	6-  NOUS VOULONS PLUS DE TOI, OH DIEU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 for more
	7-  CAR SEUL TON AMOUR  PEUT ME COMBLER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only</a:t>
            </a:r>
            <a:r>
              <a:rPr lang="fr-FR" dirty="0" smtClean="0"/>
              <a:t> love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satisfies</a:t>
            </a:r>
            <a:r>
              <a:rPr lang="fr-FR" dirty="0" smtClean="0"/>
              <a:t> me</a:t>
            </a:r>
          </a:p>
          <a:p>
            <a:pPr>
              <a:defRPr/>
            </a:pPr>
            <a:r>
              <a:rPr lang="fr-FR" dirty="0" smtClean="0"/>
              <a:t>
8-  MON CONSTANT DÉSIR  PAR-DESSUS TOUT </a:t>
            </a:r>
          </a:p>
          <a:p>
            <a:pPr>
              <a:defRPr/>
            </a:pPr>
            <a:r>
              <a:rPr lang="fr-FR" dirty="0" err="1" smtClean="0"/>
              <a:t>My</a:t>
            </a:r>
            <a:r>
              <a:rPr lang="fr-FR" dirty="0" smtClean="0"/>
              <a:t> constant </a:t>
            </a:r>
            <a:r>
              <a:rPr lang="fr-FR" dirty="0" err="1" smtClean="0"/>
              <a:t>request</a:t>
            </a:r>
            <a:r>
              <a:rPr lang="fr-FR" dirty="0" smtClean="0"/>
              <a:t> </a:t>
            </a:r>
            <a:r>
              <a:rPr lang="fr-FR" dirty="0" err="1" smtClean="0"/>
              <a:t>above</a:t>
            </a:r>
            <a:r>
              <a:rPr lang="fr-FR" dirty="0" smtClean="0"/>
              <a:t> all </a:t>
            </a:r>
            <a:r>
              <a:rPr lang="fr-FR" dirty="0" err="1" smtClean="0"/>
              <a:t>things</a:t>
            </a:r>
            <a:r>
              <a:rPr lang="fr-FR" dirty="0" smtClean="0"/>
              <a:t>
9-  RESTE AUPRÈS DE MOI  CHAQUE HEURE, CHAQUE JOUR </a:t>
            </a:r>
          </a:p>
          <a:p>
            <a:pPr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hour</a:t>
            </a:r>
            <a:r>
              <a:rPr lang="fr-FR" dirty="0" smtClean="0"/>
              <a:t> I </a:t>
            </a:r>
            <a:r>
              <a:rPr lang="fr-FR" dirty="0" err="1" smtClean="0"/>
              <a:t>wake</a:t>
            </a:r>
            <a:r>
              <a:rPr lang="fr-FR" dirty="0" smtClean="0"/>
              <a:t>,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near</a:t>
            </a:r>
            <a:r>
              <a:rPr lang="fr-FR" dirty="0" smtClean="0"/>
              <a:t> me
10-  MÊME SI J’AI GOÛTÉ  TON GRAND AMOUR </a:t>
            </a:r>
          </a:p>
          <a:p>
            <a:pPr>
              <a:defRPr/>
            </a:pPr>
            <a:r>
              <a:rPr lang="fr-FR" dirty="0" err="1" smtClean="0"/>
              <a:t>Though</a:t>
            </a:r>
            <a:r>
              <a:rPr lang="fr-FR" dirty="0" smtClean="0"/>
              <a:t>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tasted</a:t>
            </a:r>
            <a:r>
              <a:rPr lang="fr-FR" dirty="0" smtClean="0"/>
              <a:t> and </a:t>
            </a:r>
            <a:r>
              <a:rPr lang="fr-FR" dirty="0" err="1" smtClean="0"/>
              <a:t>seen</a:t>
            </a:r>
            <a:r>
              <a:rPr lang="fr-FR" dirty="0" smtClean="0"/>
              <a:t>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love</a:t>
            </a:r>
          </a:p>
          <a:p>
            <a:pPr>
              <a:defRPr/>
            </a:pPr>
            <a:r>
              <a:rPr lang="fr-FR" dirty="0" smtClean="0"/>
              <a:t>
11-  MONTRE-MOI TA GLOIRE  x4</a:t>
            </a:r>
          </a:p>
          <a:p>
            <a:pPr>
              <a:defRPr/>
            </a:pPr>
            <a:r>
              <a:rPr lang="fr-FR" dirty="0" smtClean="0"/>
              <a:t> Show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glory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	Refrain 2 :</a:t>
            </a:r>
          </a:p>
          <a:p>
            <a:pPr>
              <a:defRPr/>
            </a:pPr>
            <a:r>
              <a:rPr lang="fr-FR" dirty="0" smtClean="0"/>
              <a:t>	12-  ESPRIT VIENS  OUVRE LA PORTE DES CIEUX </a:t>
            </a:r>
          </a:p>
          <a:p>
            <a:pPr>
              <a:defRPr/>
            </a:pPr>
            <a:r>
              <a:rPr lang="fr-FR" dirty="0" smtClean="0"/>
              <a:t>	Spirit </a:t>
            </a:r>
            <a:r>
              <a:rPr lang="fr-FR" dirty="0" err="1" smtClean="0"/>
              <a:t>fall</a:t>
            </a:r>
            <a:r>
              <a:rPr lang="fr-FR" dirty="0" smtClean="0"/>
              <a:t> Open up </a:t>
            </a:r>
            <a:r>
              <a:rPr lang="fr-FR" dirty="0" err="1" smtClean="0"/>
              <a:t>heaven's</a:t>
            </a:r>
            <a:r>
              <a:rPr lang="fr-FR" dirty="0" smtClean="0"/>
              <a:t> </a:t>
            </a:r>
            <a:r>
              <a:rPr lang="fr-FR" dirty="0" err="1" smtClean="0"/>
              <a:t>door</a:t>
            </a:r>
            <a:r>
              <a:rPr lang="fr-FR" dirty="0" smtClean="0"/>
              <a:t>
	13-  NOUS VOULONS PLUS DE TOI, OH DIEU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 for more
	14-  CAR SEUL TON AMOUR  PEUT ME COMBLER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only</a:t>
            </a:r>
            <a:r>
              <a:rPr lang="fr-FR" dirty="0" smtClean="0"/>
              <a:t> love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satisfies</a:t>
            </a:r>
            <a:r>
              <a:rPr lang="fr-FR" dirty="0" smtClean="0"/>
              <a:t> me</a:t>
            </a:r>
          </a:p>
          <a:p>
            <a:pPr>
              <a:defRPr/>
            </a:pPr>
            <a:r>
              <a:rPr lang="fr-FR" dirty="0" smtClean="0"/>
              <a:t>
	15-  NOUS COURONS  JUSQU’À TES BRAS D’AMOUR </a:t>
            </a:r>
          </a:p>
          <a:p>
            <a:pPr>
              <a:defRPr/>
            </a:pPr>
            <a:r>
              <a:rPr lang="fr-FR" dirty="0" smtClean="0"/>
              <a:t>	Lord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loving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
	16-  NOUS Y SOMMES EN SÉCURITÉ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safe</a:t>
            </a:r>
            <a:r>
              <a:rPr lang="fr-FR" dirty="0" smtClean="0"/>
              <a:t> and </a:t>
            </a:r>
            <a:r>
              <a:rPr lang="fr-FR" dirty="0" err="1" smtClean="0"/>
              <a:t>secure</a:t>
            </a:r>
            <a:r>
              <a:rPr lang="fr-FR" dirty="0" smtClean="0"/>
              <a:t> in </a:t>
            </a:r>
            <a:r>
              <a:rPr lang="fr-FR" dirty="0" err="1" smtClean="0"/>
              <a:t>Your</a:t>
            </a:r>
            <a:r>
              <a:rPr lang="fr-FR" dirty="0" smtClean="0"/>
              <a:t> love
	17-  CAR SEUL TON AMOUR  PEUT ME COMBLER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only</a:t>
            </a:r>
            <a:r>
              <a:rPr lang="fr-FR" dirty="0" smtClean="0"/>
              <a:t>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satisfies</a:t>
            </a:r>
            <a:r>
              <a:rPr lang="fr-FR" dirty="0" smtClean="0"/>
              <a:t> me</a:t>
            </a:r>
          </a:p>
          <a:p>
            <a:pPr>
              <a:defRPr/>
            </a:pPr>
            <a:r>
              <a:rPr lang="fr-FR" dirty="0" smtClean="0"/>
              <a:t>
Pont :</a:t>
            </a:r>
          </a:p>
          <a:p>
            <a:pPr>
              <a:defRPr/>
            </a:pPr>
            <a:r>
              <a:rPr lang="fr-FR" dirty="0" smtClean="0"/>
              <a:t>18-  LAISSE-MOI SANS VOIX, ÉMERVEILLÉ </a:t>
            </a:r>
          </a:p>
          <a:p>
            <a:pPr>
              <a:defRPr/>
            </a:pPr>
            <a:r>
              <a:rPr lang="fr-FR" dirty="0" err="1" smtClean="0"/>
              <a:t>Leave</a:t>
            </a:r>
            <a:r>
              <a:rPr lang="fr-FR" dirty="0" smtClean="0"/>
              <a:t> me </a:t>
            </a:r>
            <a:r>
              <a:rPr lang="fr-FR" dirty="0" err="1" smtClean="0"/>
              <a:t>astounded</a:t>
            </a:r>
            <a:r>
              <a:rPr lang="fr-FR" dirty="0" smtClean="0"/>
              <a:t>, </a:t>
            </a:r>
            <a:r>
              <a:rPr lang="fr-FR" dirty="0" err="1" smtClean="0"/>
              <a:t>leave</a:t>
            </a:r>
            <a:r>
              <a:rPr lang="fr-FR" dirty="0" smtClean="0"/>
              <a:t> me </a:t>
            </a:r>
            <a:r>
              <a:rPr lang="fr-FR" dirty="0" err="1" smtClean="0"/>
              <a:t>amazed</a:t>
            </a:r>
            <a:r>
              <a:rPr lang="fr-FR" dirty="0" smtClean="0"/>
              <a:t>
19-  MONTRE-NOUS TA GLOIRE  VIENS NOUS SUBMERGER </a:t>
            </a:r>
          </a:p>
          <a:p>
            <a:pPr>
              <a:defRPr/>
            </a:pPr>
            <a:r>
              <a:rPr lang="fr-FR" dirty="0" smtClean="0"/>
              <a:t>Show off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glory</a:t>
            </a:r>
            <a:r>
              <a:rPr lang="fr-FR" dirty="0" smtClean="0"/>
              <a:t>, let </a:t>
            </a:r>
            <a:r>
              <a:rPr lang="fr-FR" dirty="0" err="1" smtClean="0"/>
              <a:t>heaven</a:t>
            </a:r>
            <a:r>
              <a:rPr lang="fr-FR" dirty="0" smtClean="0"/>
              <a:t> </a:t>
            </a:r>
            <a:r>
              <a:rPr lang="fr-FR" dirty="0" err="1" smtClean="0"/>
              <a:t>invade</a:t>
            </a:r>
            <a:r>
              <a:rPr lang="fr-FR" dirty="0" smtClean="0"/>
              <a:t>
20-  NOUS ATTENDONS  EN LOUANGE, EN ADORATION </a:t>
            </a:r>
          </a:p>
          <a:p>
            <a:pPr>
              <a:defRPr/>
            </a:pP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 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
21-  QUE TA PUISSANTE PRÉSENCE  VIENNE NOUS SUBMERGER             x2
For the </a:t>
            </a:r>
            <a:r>
              <a:rPr lang="fr-FR" dirty="0" err="1" smtClean="0"/>
              <a:t>almighty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of </a:t>
            </a:r>
            <a:r>
              <a:rPr lang="fr-FR" dirty="0" err="1" smtClean="0"/>
              <a:t>God</a:t>
            </a:r>
            <a:r>
              <a:rPr lang="fr-FR" dirty="0" smtClean="0"/>
              <a:t> to </a:t>
            </a:r>
            <a:r>
              <a:rPr lang="fr-FR" dirty="0" err="1" smtClean="0"/>
              <a:t>invade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2 :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2798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dirty="0" smtClean="0"/>
              <a:t>All </a:t>
            </a:r>
            <a:r>
              <a:rPr lang="fr-FR" dirty="0" err="1" smtClean="0"/>
              <a:t>my</a:t>
            </a:r>
            <a:r>
              <a:rPr lang="fr-FR" dirty="0" smtClean="0"/>
              <a:t> hands have made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laying</a:t>
            </a:r>
            <a:r>
              <a:rPr lang="fr-FR" dirty="0" smtClean="0"/>
              <a:t> down
2-  OUI TOUT CE QUE J’AI  TOUS MES SUCCÈS </a:t>
            </a:r>
          </a:p>
          <a:p>
            <a:pPr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hold</a:t>
            </a:r>
            <a:r>
              <a:rPr lang="fr-FR" dirty="0" smtClean="0"/>
              <a:t> </a:t>
            </a:r>
            <a:r>
              <a:rPr lang="fr-FR" dirty="0" err="1" smtClean="0"/>
              <a:t>dear</a:t>
            </a:r>
            <a:r>
              <a:rPr lang="fr-FR" dirty="0" smtClean="0"/>
              <a:t>,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many</a:t>
            </a:r>
            <a:r>
              <a:rPr lang="fr-FR" dirty="0" smtClean="0"/>
              <a:t> crowns
3-  J’AI VU ET GOÛTÉ TON GRAND AMOUR </a:t>
            </a:r>
          </a:p>
          <a:p>
            <a:pPr>
              <a:defRPr/>
            </a:pPr>
            <a:r>
              <a:rPr lang="fr-FR" dirty="0" smtClean="0"/>
              <a:t>I have </a:t>
            </a:r>
            <a:r>
              <a:rPr lang="fr-FR" dirty="0" err="1" smtClean="0"/>
              <a:t>tasted</a:t>
            </a:r>
            <a:r>
              <a:rPr lang="fr-FR" dirty="0" smtClean="0"/>
              <a:t> and </a:t>
            </a:r>
            <a:r>
              <a:rPr lang="fr-FR" dirty="0" err="1" smtClean="0"/>
              <a:t>seen</a:t>
            </a:r>
            <a:r>
              <a:rPr lang="fr-FR" dirty="0" smtClean="0"/>
              <a:t>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love
4-  ET TU M’AS COMBLÉ  OUI TU M’AS COMBLÉ </a:t>
            </a:r>
          </a:p>
          <a:p>
            <a:pPr>
              <a:defRPr/>
            </a:pPr>
            <a:r>
              <a:rPr lang="fr-FR" dirty="0" smtClean="0"/>
              <a:t>You </a:t>
            </a:r>
            <a:r>
              <a:rPr lang="fr-FR" dirty="0" err="1" smtClean="0"/>
              <a:t>satisfy</a:t>
            </a:r>
            <a:r>
              <a:rPr lang="fr-FR" dirty="0" smtClean="0"/>
              <a:t> me, You </a:t>
            </a:r>
            <a:r>
              <a:rPr lang="fr-FR" dirty="0" err="1" smtClean="0"/>
              <a:t>satisfy</a:t>
            </a:r>
            <a:r>
              <a:rPr lang="fr-FR" dirty="0" smtClean="0"/>
              <a:t> me</a:t>
            </a:r>
          </a:p>
          <a:p>
            <a:pPr>
              <a:defRPr/>
            </a:pPr>
            <a:r>
              <a:rPr lang="fr-FR" dirty="0" smtClean="0"/>
              <a:t>
	Refrain 1 :</a:t>
            </a:r>
          </a:p>
          <a:p>
            <a:pPr>
              <a:defRPr/>
            </a:pPr>
            <a:r>
              <a:rPr lang="fr-FR" dirty="0" smtClean="0"/>
              <a:t>	5-  ESPRIT VIENS  OUVRE LA PORTE DES CIEUX </a:t>
            </a:r>
          </a:p>
          <a:p>
            <a:pPr>
              <a:defRPr/>
            </a:pPr>
            <a:r>
              <a:rPr lang="fr-FR" dirty="0" smtClean="0"/>
              <a:t>	Spirit </a:t>
            </a:r>
            <a:r>
              <a:rPr lang="fr-FR" dirty="0" err="1" smtClean="0"/>
              <a:t>fall</a:t>
            </a:r>
            <a:r>
              <a:rPr lang="fr-FR" dirty="0" smtClean="0"/>
              <a:t> Open up </a:t>
            </a:r>
            <a:r>
              <a:rPr lang="fr-FR" dirty="0" err="1" smtClean="0"/>
              <a:t>heaven's</a:t>
            </a:r>
            <a:r>
              <a:rPr lang="fr-FR" dirty="0" smtClean="0"/>
              <a:t> </a:t>
            </a:r>
            <a:r>
              <a:rPr lang="fr-FR" dirty="0" err="1" smtClean="0"/>
              <a:t>door</a:t>
            </a:r>
            <a:r>
              <a:rPr lang="fr-FR" dirty="0" smtClean="0"/>
              <a:t>
	6-  NOUS VOULONS PLUS DE TOI, OH DIEU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 for more
	7-  CAR SEUL TON AMOUR  PEUT ME COMBLER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only</a:t>
            </a:r>
            <a:r>
              <a:rPr lang="fr-FR" dirty="0" smtClean="0"/>
              <a:t> love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satisfies</a:t>
            </a:r>
            <a:r>
              <a:rPr lang="fr-FR" dirty="0" smtClean="0"/>
              <a:t> me</a:t>
            </a:r>
          </a:p>
          <a:p>
            <a:pPr>
              <a:defRPr/>
            </a:pPr>
            <a:r>
              <a:rPr lang="fr-FR" dirty="0" smtClean="0"/>
              <a:t>
8-  MON CONSTANT DÉSIR  PAR-DESSUS TOUT </a:t>
            </a:r>
          </a:p>
          <a:p>
            <a:pPr>
              <a:defRPr/>
            </a:pPr>
            <a:r>
              <a:rPr lang="fr-FR" dirty="0" err="1" smtClean="0"/>
              <a:t>My</a:t>
            </a:r>
            <a:r>
              <a:rPr lang="fr-FR" dirty="0" smtClean="0"/>
              <a:t> constant </a:t>
            </a:r>
            <a:r>
              <a:rPr lang="fr-FR" dirty="0" err="1" smtClean="0"/>
              <a:t>request</a:t>
            </a:r>
            <a:r>
              <a:rPr lang="fr-FR" dirty="0" smtClean="0"/>
              <a:t> </a:t>
            </a:r>
            <a:r>
              <a:rPr lang="fr-FR" dirty="0" err="1" smtClean="0"/>
              <a:t>above</a:t>
            </a:r>
            <a:r>
              <a:rPr lang="fr-FR" dirty="0" smtClean="0"/>
              <a:t> all </a:t>
            </a:r>
            <a:r>
              <a:rPr lang="fr-FR" dirty="0" err="1" smtClean="0"/>
              <a:t>things</a:t>
            </a:r>
            <a:r>
              <a:rPr lang="fr-FR" dirty="0" smtClean="0"/>
              <a:t>
9-  RESTE AUPRÈS DE MOI  CHAQUE HEURE, CHAQUE JOUR </a:t>
            </a:r>
          </a:p>
          <a:p>
            <a:pPr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hour</a:t>
            </a:r>
            <a:r>
              <a:rPr lang="fr-FR" dirty="0" smtClean="0"/>
              <a:t> I </a:t>
            </a:r>
            <a:r>
              <a:rPr lang="fr-FR" dirty="0" err="1" smtClean="0"/>
              <a:t>wake</a:t>
            </a:r>
            <a:r>
              <a:rPr lang="fr-FR" dirty="0" smtClean="0"/>
              <a:t>,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near</a:t>
            </a:r>
            <a:r>
              <a:rPr lang="fr-FR" dirty="0" smtClean="0"/>
              <a:t> me
10-  MÊME SI J’AI GOÛTÉ  TON GRAND AMOUR </a:t>
            </a:r>
          </a:p>
          <a:p>
            <a:pPr>
              <a:defRPr/>
            </a:pPr>
            <a:r>
              <a:rPr lang="fr-FR" dirty="0" err="1" smtClean="0"/>
              <a:t>Though</a:t>
            </a:r>
            <a:r>
              <a:rPr lang="fr-FR" dirty="0" smtClean="0"/>
              <a:t>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tasted</a:t>
            </a:r>
            <a:r>
              <a:rPr lang="fr-FR" dirty="0" smtClean="0"/>
              <a:t> and </a:t>
            </a:r>
            <a:r>
              <a:rPr lang="fr-FR" dirty="0" err="1" smtClean="0"/>
              <a:t>seen</a:t>
            </a:r>
            <a:r>
              <a:rPr lang="fr-FR" dirty="0" smtClean="0"/>
              <a:t>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r>
              <a:rPr lang="fr-FR" dirty="0" smtClean="0"/>
              <a:t> love</a:t>
            </a:r>
          </a:p>
          <a:p>
            <a:pPr>
              <a:defRPr/>
            </a:pPr>
            <a:r>
              <a:rPr lang="fr-FR" dirty="0" smtClean="0"/>
              <a:t>
11-  MONTRE-MOI TA GLOIRE  x4</a:t>
            </a:r>
          </a:p>
          <a:p>
            <a:pPr>
              <a:defRPr/>
            </a:pPr>
            <a:r>
              <a:rPr lang="fr-FR" dirty="0" smtClean="0"/>
              <a:t> Show 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glory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	Refrain 2 :</a:t>
            </a:r>
          </a:p>
          <a:p>
            <a:pPr>
              <a:defRPr/>
            </a:pPr>
            <a:r>
              <a:rPr lang="fr-FR" dirty="0" smtClean="0"/>
              <a:t>	12-  ESPRIT VIENS  OUVRE LA PORTE DES CIEUX </a:t>
            </a:r>
          </a:p>
          <a:p>
            <a:pPr>
              <a:defRPr/>
            </a:pPr>
            <a:r>
              <a:rPr lang="fr-FR" dirty="0" smtClean="0"/>
              <a:t>	Spirit </a:t>
            </a:r>
            <a:r>
              <a:rPr lang="fr-FR" dirty="0" err="1" smtClean="0"/>
              <a:t>fall</a:t>
            </a:r>
            <a:r>
              <a:rPr lang="fr-FR" dirty="0" smtClean="0"/>
              <a:t> Open up </a:t>
            </a:r>
            <a:r>
              <a:rPr lang="fr-FR" dirty="0" err="1" smtClean="0"/>
              <a:t>heaven's</a:t>
            </a:r>
            <a:r>
              <a:rPr lang="fr-FR" dirty="0" smtClean="0"/>
              <a:t> </a:t>
            </a:r>
            <a:r>
              <a:rPr lang="fr-FR" dirty="0" err="1" smtClean="0"/>
              <a:t>door</a:t>
            </a:r>
            <a:r>
              <a:rPr lang="fr-FR" dirty="0" smtClean="0"/>
              <a:t>
	13-  NOUS VOULONS PLUS DE TOI, OH DIEU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 for more
	14-  CAR SEUL TON AMOUR  PEUT ME COMBLER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only</a:t>
            </a:r>
            <a:r>
              <a:rPr lang="fr-FR" dirty="0" smtClean="0"/>
              <a:t> love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satisfies</a:t>
            </a:r>
            <a:r>
              <a:rPr lang="fr-FR" dirty="0" smtClean="0"/>
              <a:t> me</a:t>
            </a:r>
          </a:p>
          <a:p>
            <a:pPr>
              <a:defRPr/>
            </a:pPr>
            <a:r>
              <a:rPr lang="fr-FR" dirty="0" smtClean="0"/>
              <a:t>
	15-  NOUS COURONS  JUSQU’À TES BRAS D’AMOUR </a:t>
            </a:r>
          </a:p>
          <a:p>
            <a:pPr>
              <a:defRPr/>
            </a:pPr>
            <a:r>
              <a:rPr lang="fr-FR" dirty="0" smtClean="0"/>
              <a:t>	Lord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loving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
	16-  NOUS Y SOMMES EN SÉCURITÉ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safe</a:t>
            </a:r>
            <a:r>
              <a:rPr lang="fr-FR" dirty="0" smtClean="0"/>
              <a:t> and </a:t>
            </a:r>
            <a:r>
              <a:rPr lang="fr-FR" dirty="0" err="1" smtClean="0"/>
              <a:t>secure</a:t>
            </a:r>
            <a:r>
              <a:rPr lang="fr-FR" dirty="0" smtClean="0"/>
              <a:t> in </a:t>
            </a:r>
            <a:r>
              <a:rPr lang="fr-FR" dirty="0" err="1" smtClean="0"/>
              <a:t>Your</a:t>
            </a:r>
            <a:r>
              <a:rPr lang="fr-FR" dirty="0" smtClean="0"/>
              <a:t> love
	17-  CAR SEUL TON AMOUR  PEUT ME COMBLER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only</a:t>
            </a:r>
            <a:r>
              <a:rPr lang="fr-FR" dirty="0" smtClean="0"/>
              <a:t>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satisfies</a:t>
            </a:r>
            <a:r>
              <a:rPr lang="fr-FR" dirty="0" smtClean="0"/>
              <a:t> me</a:t>
            </a:r>
          </a:p>
          <a:p>
            <a:pPr>
              <a:defRPr/>
            </a:pPr>
            <a:r>
              <a:rPr lang="fr-FR" dirty="0" smtClean="0"/>
              <a:t>
Pont :</a:t>
            </a:r>
          </a:p>
          <a:p>
            <a:pPr>
              <a:defRPr/>
            </a:pPr>
            <a:r>
              <a:rPr lang="fr-FR" dirty="0" smtClean="0"/>
              <a:t>18-  LAISSE-MOI SANS VOIX, ÉMERVEILLÉ </a:t>
            </a:r>
          </a:p>
          <a:p>
            <a:pPr>
              <a:defRPr/>
            </a:pPr>
            <a:r>
              <a:rPr lang="fr-FR" dirty="0" err="1" smtClean="0"/>
              <a:t>Leave</a:t>
            </a:r>
            <a:r>
              <a:rPr lang="fr-FR" dirty="0" smtClean="0"/>
              <a:t> me </a:t>
            </a:r>
            <a:r>
              <a:rPr lang="fr-FR" dirty="0" err="1" smtClean="0"/>
              <a:t>astounded</a:t>
            </a:r>
            <a:r>
              <a:rPr lang="fr-FR" dirty="0" smtClean="0"/>
              <a:t>, </a:t>
            </a:r>
            <a:r>
              <a:rPr lang="fr-FR" dirty="0" err="1" smtClean="0"/>
              <a:t>leave</a:t>
            </a:r>
            <a:r>
              <a:rPr lang="fr-FR" dirty="0" smtClean="0"/>
              <a:t> me </a:t>
            </a:r>
            <a:r>
              <a:rPr lang="fr-FR" dirty="0" err="1" smtClean="0"/>
              <a:t>amazed</a:t>
            </a:r>
            <a:r>
              <a:rPr lang="fr-FR" dirty="0" smtClean="0"/>
              <a:t>
19-  MONTRE-NOUS TA GLOIRE  VIENS NOUS SUBMERGER </a:t>
            </a:r>
          </a:p>
          <a:p>
            <a:pPr>
              <a:defRPr/>
            </a:pPr>
            <a:r>
              <a:rPr lang="fr-FR" dirty="0" smtClean="0"/>
              <a:t>Show off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glory</a:t>
            </a:r>
            <a:r>
              <a:rPr lang="fr-FR" dirty="0" smtClean="0"/>
              <a:t>, let </a:t>
            </a:r>
            <a:r>
              <a:rPr lang="fr-FR" dirty="0" err="1" smtClean="0"/>
              <a:t>heaven</a:t>
            </a:r>
            <a:r>
              <a:rPr lang="fr-FR" dirty="0" smtClean="0"/>
              <a:t> </a:t>
            </a:r>
            <a:r>
              <a:rPr lang="fr-FR" dirty="0" err="1" smtClean="0"/>
              <a:t>invade</a:t>
            </a:r>
            <a:r>
              <a:rPr lang="fr-FR" dirty="0" smtClean="0"/>
              <a:t>
20-  NOUS ATTENDONS  EN LOUANGE, EN ADORATION </a:t>
            </a:r>
          </a:p>
          <a:p>
            <a:pPr>
              <a:defRPr/>
            </a:pP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 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
21-  QUE TA PUISSANTE PRÉSENCE  VIENNE NOUS SUBMERGER             x2
For the </a:t>
            </a:r>
            <a:r>
              <a:rPr lang="fr-FR" dirty="0" err="1" smtClean="0"/>
              <a:t>almighty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of </a:t>
            </a:r>
            <a:r>
              <a:rPr lang="fr-FR" dirty="0" err="1" smtClean="0"/>
              <a:t>God</a:t>
            </a:r>
            <a:r>
              <a:rPr lang="fr-FR" dirty="0" smtClean="0"/>
              <a:t> to </a:t>
            </a:r>
            <a:r>
              <a:rPr lang="fr-FR" dirty="0" err="1" smtClean="0"/>
              <a:t>invade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2 :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6201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smtClean="0"/>
              <a:t>All my hands have made I'm laying down
2-  OUI TOUT CE QUE J’AI  TOUS MES SUCCÈS </a:t>
            </a:r>
          </a:p>
          <a:p>
            <a:pPr>
              <a:defRPr/>
            </a:pPr>
            <a:r>
              <a:rPr lang="fr-FR" smtClean="0"/>
              <a:t>All that I hold dear, my many crowns
3-  J’AI VU ET GOÛTÉ TON GRAND AMOUR </a:t>
            </a:r>
          </a:p>
          <a:p>
            <a:pPr>
              <a:defRPr/>
            </a:pPr>
            <a:r>
              <a:rPr lang="fr-FR" smtClean="0"/>
              <a:t>I have tasted and seen of Your great love
4-  ET TU M’AS COMBLÉ  OUI TU M’AS COMBLÉ </a:t>
            </a:r>
          </a:p>
          <a:p>
            <a:pPr>
              <a:defRPr/>
            </a:pPr>
            <a:r>
              <a:rPr lang="fr-FR" smtClean="0"/>
              <a:t>You satisfy me, You satisfy me</a:t>
            </a:r>
          </a:p>
          <a:p>
            <a:pPr>
              <a:defRPr/>
            </a:pPr>
            <a:r>
              <a:rPr lang="fr-FR" smtClean="0"/>
              <a:t>
	Refrain 1 :</a:t>
            </a:r>
          </a:p>
          <a:p>
            <a:pPr>
              <a:defRPr/>
            </a:pPr>
            <a:r>
              <a:rPr lang="fr-FR" smtClean="0"/>
              <a:t>	5-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6-  NOUS VOULONS PLUS DE TOI, OH DIEU</a:t>
            </a:r>
          </a:p>
          <a:p>
            <a:pPr>
              <a:defRPr/>
            </a:pPr>
            <a:r>
              <a:rPr lang="fr-FR" smtClean="0"/>
              <a:t>	We're waiting with worship for more
	7-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8-  MON CONSTANT DÉSIR  PAR-DESSUS TOUT </a:t>
            </a:r>
          </a:p>
          <a:p>
            <a:pPr>
              <a:defRPr/>
            </a:pPr>
            <a:r>
              <a:rPr lang="fr-FR" smtClean="0"/>
              <a:t>My constant request above all things
9-  RESTE AUPRÈS DE MOI  CHAQUE HEURE, CHAQUE JOUR </a:t>
            </a:r>
          </a:p>
          <a:p>
            <a:pPr>
              <a:defRPr/>
            </a:pPr>
            <a:r>
              <a:rPr lang="fr-FR" smtClean="0"/>
              <a:t>Every hour I wake, be near me
10-  MÊME SI J’AI GOÛTÉ  TON GRAND AMOUR </a:t>
            </a:r>
          </a:p>
          <a:p>
            <a:pPr>
              <a:defRPr/>
            </a:pPr>
            <a:r>
              <a:rPr lang="fr-FR" smtClean="0"/>
              <a:t>Though I've tasted and seen of Your great love</a:t>
            </a:r>
          </a:p>
          <a:p>
            <a:pPr>
              <a:defRPr/>
            </a:pPr>
            <a:r>
              <a:rPr lang="fr-FR" smtClean="0"/>
              <a:t>
11-  MONTRE-MOI TA GLOIRE  x4</a:t>
            </a:r>
          </a:p>
          <a:p>
            <a:pPr>
              <a:defRPr/>
            </a:pPr>
            <a:r>
              <a:rPr lang="fr-FR" smtClean="0"/>
              <a:t> Show me Your glory</a:t>
            </a:r>
          </a:p>
          <a:p>
            <a:pPr>
              <a:defRPr/>
            </a:pPr>
            <a:r>
              <a:rPr lang="fr-FR" smtClean="0"/>
              <a:t>
	Refrain 2 :</a:t>
            </a:r>
          </a:p>
          <a:p>
            <a:pPr>
              <a:defRPr/>
            </a:pPr>
            <a:r>
              <a:rPr lang="fr-FR" smtClean="0"/>
              <a:t>	12-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13-  NOUS VOULONS PLUS DE TOI, OH DIEU </a:t>
            </a:r>
          </a:p>
          <a:p>
            <a:pPr>
              <a:defRPr/>
            </a:pPr>
            <a:r>
              <a:rPr lang="fr-FR" smtClean="0"/>
              <a:t>	We're waiting with worship for more
	14-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	15-  NOUS COURONS  JUSQU’À TES BRAS D’AMOUR </a:t>
            </a:r>
          </a:p>
          <a:p>
            <a:pPr>
              <a:defRPr/>
            </a:pPr>
            <a:r>
              <a:rPr lang="fr-FR" smtClean="0"/>
              <a:t>	Lord we run Into Your loving arms
	16-  NOUS Y SOMMES EN SÉCURITÉ </a:t>
            </a:r>
          </a:p>
          <a:p>
            <a:pPr>
              <a:defRPr/>
            </a:pPr>
            <a:r>
              <a:rPr lang="fr-FR" smtClean="0"/>
              <a:t>	We're safe and secure in Your love
	17-  CAR SEUL TON AMOUR  PEUT ME COMBLER </a:t>
            </a:r>
          </a:p>
          <a:p>
            <a:pPr>
              <a:defRPr/>
            </a:pPr>
            <a:r>
              <a:rPr lang="fr-FR" smtClean="0"/>
              <a:t>	You're the only one that satisfies me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19-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20-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71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smtClean="0"/>
              <a:t>All my hands have made I'm laying down
2-  OUI TOUT CE QUE J’AI  TOUS MES SUCCÈS </a:t>
            </a:r>
          </a:p>
          <a:p>
            <a:pPr>
              <a:defRPr/>
            </a:pPr>
            <a:r>
              <a:rPr lang="fr-FR" smtClean="0"/>
              <a:t>All that I hold dear, my many crowns
3-  J’AI VU ET GOÛTÉ TON GRAND AMOUR </a:t>
            </a:r>
          </a:p>
          <a:p>
            <a:pPr>
              <a:defRPr/>
            </a:pPr>
            <a:r>
              <a:rPr lang="fr-FR" smtClean="0"/>
              <a:t>I have tasted and seen of Your great love
4-  ET TU M’AS COMBLÉ  OUI TU M’AS COMBLÉ </a:t>
            </a:r>
          </a:p>
          <a:p>
            <a:pPr>
              <a:defRPr/>
            </a:pPr>
            <a:r>
              <a:rPr lang="fr-FR" smtClean="0"/>
              <a:t>You satisfy me, You satisfy me</a:t>
            </a:r>
          </a:p>
          <a:p>
            <a:pPr>
              <a:defRPr/>
            </a:pPr>
            <a:r>
              <a:rPr lang="fr-FR" smtClean="0"/>
              <a:t>
	Refrain 1 :</a:t>
            </a:r>
          </a:p>
          <a:p>
            <a:pPr>
              <a:defRPr/>
            </a:pPr>
            <a:r>
              <a:rPr lang="fr-FR" smtClean="0"/>
              <a:t>	5-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6-  NOUS VOULONS PLUS DE TOI, OH DIEU</a:t>
            </a:r>
          </a:p>
          <a:p>
            <a:pPr>
              <a:defRPr/>
            </a:pPr>
            <a:r>
              <a:rPr lang="fr-FR" smtClean="0"/>
              <a:t>	We're waiting with worship for more
	7-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8-  MON CONSTANT DÉSIR  PAR-DESSUS TOUT </a:t>
            </a:r>
          </a:p>
          <a:p>
            <a:pPr>
              <a:defRPr/>
            </a:pPr>
            <a:r>
              <a:rPr lang="fr-FR" smtClean="0"/>
              <a:t>My constant request above all things
9-  RESTE AUPRÈS DE MOI  CHAQUE HEURE, CHAQUE JOUR </a:t>
            </a:r>
          </a:p>
          <a:p>
            <a:pPr>
              <a:defRPr/>
            </a:pPr>
            <a:r>
              <a:rPr lang="fr-FR" smtClean="0"/>
              <a:t>Every hour I wake, be near me
10-  MÊME SI J’AI GOÛTÉ  TON GRAND AMOUR </a:t>
            </a:r>
          </a:p>
          <a:p>
            <a:pPr>
              <a:defRPr/>
            </a:pPr>
            <a:r>
              <a:rPr lang="fr-FR" smtClean="0"/>
              <a:t>Though I've tasted and seen of Your great love</a:t>
            </a:r>
          </a:p>
          <a:p>
            <a:pPr>
              <a:defRPr/>
            </a:pPr>
            <a:r>
              <a:rPr lang="fr-FR" smtClean="0"/>
              <a:t>
11-  MONTRE-MOI TA GLOIRE  x4</a:t>
            </a:r>
          </a:p>
          <a:p>
            <a:pPr>
              <a:defRPr/>
            </a:pPr>
            <a:r>
              <a:rPr lang="fr-FR" smtClean="0"/>
              <a:t> Show me Your glory</a:t>
            </a:r>
          </a:p>
          <a:p>
            <a:pPr>
              <a:defRPr/>
            </a:pPr>
            <a:r>
              <a:rPr lang="fr-FR" smtClean="0"/>
              <a:t>
	Refrain 2 :</a:t>
            </a:r>
          </a:p>
          <a:p>
            <a:pPr>
              <a:defRPr/>
            </a:pPr>
            <a:r>
              <a:rPr lang="fr-FR" smtClean="0"/>
              <a:t>	12-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13-  NOUS VOULONS PLUS DE TOI, OH DIEU </a:t>
            </a:r>
          </a:p>
          <a:p>
            <a:pPr>
              <a:defRPr/>
            </a:pPr>
            <a:r>
              <a:rPr lang="fr-FR" smtClean="0"/>
              <a:t>	We're waiting with worship for more
	14-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	15-  NOUS COURONS  JUSQU’À TES BRAS D’AMOUR </a:t>
            </a:r>
          </a:p>
          <a:p>
            <a:pPr>
              <a:defRPr/>
            </a:pPr>
            <a:r>
              <a:rPr lang="fr-FR" smtClean="0"/>
              <a:t>	Lord we run Into Your loving arms
	16-  NOUS Y SOMMES EN SÉCURITÉ </a:t>
            </a:r>
          </a:p>
          <a:p>
            <a:pPr>
              <a:defRPr/>
            </a:pPr>
            <a:r>
              <a:rPr lang="fr-FR" smtClean="0"/>
              <a:t>	We're safe and secure in Your love
	17-  CAR SEUL TON AMOUR  PEUT ME COMBLER </a:t>
            </a:r>
          </a:p>
          <a:p>
            <a:pPr>
              <a:defRPr/>
            </a:pPr>
            <a:r>
              <a:rPr lang="fr-FR" smtClean="0"/>
              <a:t>	You're the only one that satisfies me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19-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20-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324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smtClean="0"/>
              <a:t>All my hands have made I'm laying down
2-  OUI TOUT CE QUE J’AI  TOUS MES SUCCÈS </a:t>
            </a:r>
          </a:p>
          <a:p>
            <a:pPr>
              <a:defRPr/>
            </a:pPr>
            <a:r>
              <a:rPr lang="fr-FR" smtClean="0"/>
              <a:t>All that I hold dear, my many crowns
3-  J’AI VU ET GOÛTÉ TON GRAND AMOUR </a:t>
            </a:r>
          </a:p>
          <a:p>
            <a:pPr>
              <a:defRPr/>
            </a:pPr>
            <a:r>
              <a:rPr lang="fr-FR" smtClean="0"/>
              <a:t>I have tasted and seen of Your great love
4-  ET TU M’AS COMBLÉ  OUI TU M’AS COMBLÉ </a:t>
            </a:r>
          </a:p>
          <a:p>
            <a:pPr>
              <a:defRPr/>
            </a:pPr>
            <a:r>
              <a:rPr lang="fr-FR" smtClean="0"/>
              <a:t>You satisfy me, You satisfy me</a:t>
            </a:r>
          </a:p>
          <a:p>
            <a:pPr>
              <a:defRPr/>
            </a:pPr>
            <a:r>
              <a:rPr lang="fr-FR" smtClean="0"/>
              <a:t>
	Refrain 1 :</a:t>
            </a:r>
          </a:p>
          <a:p>
            <a:pPr>
              <a:defRPr/>
            </a:pPr>
            <a:r>
              <a:rPr lang="fr-FR" smtClean="0"/>
              <a:t>	5-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6-  NOUS VOULONS PLUS DE TOI, OH DIEU</a:t>
            </a:r>
          </a:p>
          <a:p>
            <a:pPr>
              <a:defRPr/>
            </a:pPr>
            <a:r>
              <a:rPr lang="fr-FR" smtClean="0"/>
              <a:t>	We're waiting with worship for more
	7-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8-  MON CONSTANT DÉSIR  PAR-DESSUS TOUT </a:t>
            </a:r>
          </a:p>
          <a:p>
            <a:pPr>
              <a:defRPr/>
            </a:pPr>
            <a:r>
              <a:rPr lang="fr-FR" smtClean="0"/>
              <a:t>My constant request above all things
9-  RESTE AUPRÈS DE MOI  CHAQUE HEURE, CHAQUE JOUR </a:t>
            </a:r>
          </a:p>
          <a:p>
            <a:pPr>
              <a:defRPr/>
            </a:pPr>
            <a:r>
              <a:rPr lang="fr-FR" smtClean="0"/>
              <a:t>Every hour I wake, be near me
10-  MÊME SI J’AI GOÛTÉ  TON GRAND AMOUR </a:t>
            </a:r>
          </a:p>
          <a:p>
            <a:pPr>
              <a:defRPr/>
            </a:pPr>
            <a:r>
              <a:rPr lang="fr-FR" smtClean="0"/>
              <a:t>Though I've tasted and seen of Your great love</a:t>
            </a:r>
          </a:p>
          <a:p>
            <a:pPr>
              <a:defRPr/>
            </a:pPr>
            <a:r>
              <a:rPr lang="fr-FR" smtClean="0"/>
              <a:t>
11-  MONTRE-MOI TA GLOIRE  x4</a:t>
            </a:r>
          </a:p>
          <a:p>
            <a:pPr>
              <a:defRPr/>
            </a:pPr>
            <a:r>
              <a:rPr lang="fr-FR" smtClean="0"/>
              <a:t> Show me Your glory</a:t>
            </a:r>
          </a:p>
          <a:p>
            <a:pPr>
              <a:defRPr/>
            </a:pPr>
            <a:r>
              <a:rPr lang="fr-FR" smtClean="0"/>
              <a:t>
	Refrain 2 :</a:t>
            </a:r>
          </a:p>
          <a:p>
            <a:pPr>
              <a:defRPr/>
            </a:pPr>
            <a:r>
              <a:rPr lang="fr-FR" smtClean="0"/>
              <a:t>	12-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13-  NOUS VOULONS PLUS DE TOI, OH DIEU </a:t>
            </a:r>
          </a:p>
          <a:p>
            <a:pPr>
              <a:defRPr/>
            </a:pPr>
            <a:r>
              <a:rPr lang="fr-FR" smtClean="0"/>
              <a:t>	We're waiting with worship for more
	14-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	15-  NOUS COURONS  JUSQU’À TES BRAS D’AMOUR </a:t>
            </a:r>
          </a:p>
          <a:p>
            <a:pPr>
              <a:defRPr/>
            </a:pPr>
            <a:r>
              <a:rPr lang="fr-FR" smtClean="0"/>
              <a:t>	Lord we run Into Your loving arms
	16-  NOUS Y SOMMES EN SÉCURITÉ </a:t>
            </a:r>
          </a:p>
          <a:p>
            <a:pPr>
              <a:defRPr/>
            </a:pPr>
            <a:r>
              <a:rPr lang="fr-FR" smtClean="0"/>
              <a:t>	We're safe and secure in Your love
	17-  CAR SEUL TON AMOUR  PEUT ME COMBLER </a:t>
            </a:r>
          </a:p>
          <a:p>
            <a:pPr>
              <a:defRPr/>
            </a:pPr>
            <a:r>
              <a:rPr lang="fr-FR" smtClean="0"/>
              <a:t>	You're the only one that satisfies me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19-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20-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339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smtClean="0"/>
              <a:t>All my hands have made I'm laying down
2-  OUI TOUT CE QUE J’AI  TOUS MES SUCCÈS </a:t>
            </a:r>
          </a:p>
          <a:p>
            <a:pPr>
              <a:defRPr/>
            </a:pPr>
            <a:r>
              <a:rPr lang="fr-FR" smtClean="0"/>
              <a:t>All that I hold dear, my many crowns
3-  J’AI VU ET GOÛTÉ TON GRAND AMOUR </a:t>
            </a:r>
          </a:p>
          <a:p>
            <a:pPr>
              <a:defRPr/>
            </a:pPr>
            <a:r>
              <a:rPr lang="fr-FR" smtClean="0"/>
              <a:t>I have tasted and seen of Your great love
4-  ET TU M’AS COMBLÉ  OUI TU M’AS COMBLÉ </a:t>
            </a:r>
          </a:p>
          <a:p>
            <a:pPr>
              <a:defRPr/>
            </a:pPr>
            <a:r>
              <a:rPr lang="fr-FR" smtClean="0"/>
              <a:t>You satisfy me, You satisfy me</a:t>
            </a:r>
          </a:p>
          <a:p>
            <a:pPr>
              <a:defRPr/>
            </a:pPr>
            <a:r>
              <a:rPr lang="fr-FR" smtClean="0"/>
              <a:t>
	Refrain 1 :</a:t>
            </a:r>
          </a:p>
          <a:p>
            <a:pPr>
              <a:defRPr/>
            </a:pPr>
            <a:r>
              <a:rPr lang="fr-FR" smtClean="0"/>
              <a:t>	5-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6-  NOUS VOULONS PLUS DE TOI, OH DIEU</a:t>
            </a:r>
          </a:p>
          <a:p>
            <a:pPr>
              <a:defRPr/>
            </a:pPr>
            <a:r>
              <a:rPr lang="fr-FR" smtClean="0"/>
              <a:t>	We're waiting with worship for more
	7-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8-  MON CONSTANT DÉSIR  PAR-DESSUS TOUT </a:t>
            </a:r>
          </a:p>
          <a:p>
            <a:pPr>
              <a:defRPr/>
            </a:pPr>
            <a:r>
              <a:rPr lang="fr-FR" smtClean="0"/>
              <a:t>My constant request above all things
9-  RESTE AUPRÈS DE MOI  CHAQUE HEURE, CHAQUE JOUR </a:t>
            </a:r>
          </a:p>
          <a:p>
            <a:pPr>
              <a:defRPr/>
            </a:pPr>
            <a:r>
              <a:rPr lang="fr-FR" smtClean="0"/>
              <a:t>Every hour I wake, be near me
10-  MÊME SI J’AI GOÛTÉ  TON GRAND AMOUR </a:t>
            </a:r>
          </a:p>
          <a:p>
            <a:pPr>
              <a:defRPr/>
            </a:pPr>
            <a:r>
              <a:rPr lang="fr-FR" smtClean="0"/>
              <a:t>Though I've tasted and seen of Your great love</a:t>
            </a:r>
          </a:p>
          <a:p>
            <a:pPr>
              <a:defRPr/>
            </a:pPr>
            <a:r>
              <a:rPr lang="fr-FR" smtClean="0"/>
              <a:t>
11-  MONTRE-MOI TA GLOIRE  x4</a:t>
            </a:r>
          </a:p>
          <a:p>
            <a:pPr>
              <a:defRPr/>
            </a:pPr>
            <a:r>
              <a:rPr lang="fr-FR" smtClean="0"/>
              <a:t> Show me Your glory</a:t>
            </a:r>
          </a:p>
          <a:p>
            <a:pPr>
              <a:defRPr/>
            </a:pPr>
            <a:r>
              <a:rPr lang="fr-FR" smtClean="0"/>
              <a:t>
	Refrain 2 :</a:t>
            </a:r>
          </a:p>
          <a:p>
            <a:pPr>
              <a:defRPr/>
            </a:pPr>
            <a:r>
              <a:rPr lang="fr-FR" smtClean="0"/>
              <a:t>	12-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13-  NOUS VOULONS PLUS DE TOI, OH DIEU </a:t>
            </a:r>
          </a:p>
          <a:p>
            <a:pPr>
              <a:defRPr/>
            </a:pPr>
            <a:r>
              <a:rPr lang="fr-FR" smtClean="0"/>
              <a:t>	We're waiting with worship for more
	14-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	15-  NOUS COURONS  JUSQU’À TES BRAS D’AMOUR </a:t>
            </a:r>
          </a:p>
          <a:p>
            <a:pPr>
              <a:defRPr/>
            </a:pPr>
            <a:r>
              <a:rPr lang="fr-FR" smtClean="0"/>
              <a:t>	Lord we run Into Your loving arms
	16-  NOUS Y SOMMES EN SÉCURITÉ </a:t>
            </a:r>
          </a:p>
          <a:p>
            <a:pPr>
              <a:defRPr/>
            </a:pPr>
            <a:r>
              <a:rPr lang="fr-FR" smtClean="0"/>
              <a:t>	We're safe and secure in Your love
	17-  CAR SEUL TON AMOUR  PEUT ME COMBLER </a:t>
            </a:r>
          </a:p>
          <a:p>
            <a:pPr>
              <a:defRPr/>
            </a:pPr>
            <a:r>
              <a:rPr lang="fr-FR" smtClean="0"/>
              <a:t>	You're the only one that satisfies me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19-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20-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3618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smtClean="0"/>
              <a:t>All my hands have made I'm laying down
2-  OUI TOUT CE QUE J’AI  TOUS MES SUCCÈS </a:t>
            </a:r>
          </a:p>
          <a:p>
            <a:pPr>
              <a:defRPr/>
            </a:pPr>
            <a:r>
              <a:rPr lang="fr-FR" smtClean="0"/>
              <a:t>All that I hold dear, my many crowns
3-  J’AI VU ET GOÛTÉ TON GRAND AMOUR </a:t>
            </a:r>
          </a:p>
          <a:p>
            <a:pPr>
              <a:defRPr/>
            </a:pPr>
            <a:r>
              <a:rPr lang="fr-FR" smtClean="0"/>
              <a:t>I have tasted and seen of Your great love
4-  ET TU M’AS COMBLÉ  OUI TU M’AS COMBLÉ </a:t>
            </a:r>
          </a:p>
          <a:p>
            <a:pPr>
              <a:defRPr/>
            </a:pPr>
            <a:r>
              <a:rPr lang="fr-FR" smtClean="0"/>
              <a:t>You satisfy me, You satisfy me</a:t>
            </a:r>
          </a:p>
          <a:p>
            <a:pPr>
              <a:defRPr/>
            </a:pPr>
            <a:r>
              <a:rPr lang="fr-FR" smtClean="0"/>
              <a:t>
	Refrain 1 :</a:t>
            </a:r>
          </a:p>
          <a:p>
            <a:pPr>
              <a:defRPr/>
            </a:pPr>
            <a:r>
              <a:rPr lang="fr-FR" smtClean="0"/>
              <a:t>	5-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6-  NOUS VOULONS PLUS DE TOI, OH DIEU</a:t>
            </a:r>
          </a:p>
          <a:p>
            <a:pPr>
              <a:defRPr/>
            </a:pPr>
            <a:r>
              <a:rPr lang="fr-FR" smtClean="0"/>
              <a:t>	We're waiting with worship for more
	7-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8-  MON CONSTANT DÉSIR  PAR-DESSUS TOUT </a:t>
            </a:r>
          </a:p>
          <a:p>
            <a:pPr>
              <a:defRPr/>
            </a:pPr>
            <a:r>
              <a:rPr lang="fr-FR" smtClean="0"/>
              <a:t>My constant request above all things
9-  RESTE AUPRÈS DE MOI  CHAQUE HEURE, CHAQUE JOUR </a:t>
            </a:r>
          </a:p>
          <a:p>
            <a:pPr>
              <a:defRPr/>
            </a:pPr>
            <a:r>
              <a:rPr lang="fr-FR" smtClean="0"/>
              <a:t>Every hour I wake, be near me
10-  MÊME SI J’AI GOÛTÉ  TON GRAND AMOUR </a:t>
            </a:r>
          </a:p>
          <a:p>
            <a:pPr>
              <a:defRPr/>
            </a:pPr>
            <a:r>
              <a:rPr lang="fr-FR" smtClean="0"/>
              <a:t>Though I've tasted and seen of Your great love</a:t>
            </a:r>
          </a:p>
          <a:p>
            <a:pPr>
              <a:defRPr/>
            </a:pPr>
            <a:r>
              <a:rPr lang="fr-FR" smtClean="0"/>
              <a:t>
11-  MONTRE-MOI TA GLOIRE  x4</a:t>
            </a:r>
          </a:p>
          <a:p>
            <a:pPr>
              <a:defRPr/>
            </a:pPr>
            <a:r>
              <a:rPr lang="fr-FR" smtClean="0"/>
              <a:t> Show me Your glory</a:t>
            </a:r>
          </a:p>
          <a:p>
            <a:pPr>
              <a:defRPr/>
            </a:pPr>
            <a:r>
              <a:rPr lang="fr-FR" smtClean="0"/>
              <a:t>
	Refrain 2 :</a:t>
            </a:r>
          </a:p>
          <a:p>
            <a:pPr>
              <a:defRPr/>
            </a:pPr>
            <a:r>
              <a:rPr lang="fr-FR" smtClean="0"/>
              <a:t>	12-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13-  NOUS VOULONS PLUS DE TOI, OH DIEU </a:t>
            </a:r>
          </a:p>
          <a:p>
            <a:pPr>
              <a:defRPr/>
            </a:pPr>
            <a:r>
              <a:rPr lang="fr-FR" smtClean="0"/>
              <a:t>	We're waiting with worship for more
	14-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	15-  NOUS COURONS  JUSQU’À TES BRAS D’AMOUR </a:t>
            </a:r>
          </a:p>
          <a:p>
            <a:pPr>
              <a:defRPr/>
            </a:pPr>
            <a:r>
              <a:rPr lang="fr-FR" smtClean="0"/>
              <a:t>	Lord we run Into Your loving arms
	16-  NOUS Y SOMMES EN SÉCURITÉ </a:t>
            </a:r>
          </a:p>
          <a:p>
            <a:pPr>
              <a:defRPr/>
            </a:pPr>
            <a:r>
              <a:rPr lang="fr-FR" smtClean="0"/>
              <a:t>	We're safe and secure in Your love
	17-  CAR SEUL TON AMOUR  PEUT ME COMBLER </a:t>
            </a:r>
          </a:p>
          <a:p>
            <a:pPr>
              <a:defRPr/>
            </a:pPr>
            <a:r>
              <a:rPr lang="fr-FR" smtClean="0"/>
              <a:t>	You're the only one that satisfies me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19-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20-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406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smtClean="0"/>
              <a:t>All my hands have made I'm laying down
2-  OUI TOUT CE QUE J’AI  TOUS MES SUCCÈS </a:t>
            </a:r>
          </a:p>
          <a:p>
            <a:pPr>
              <a:defRPr/>
            </a:pPr>
            <a:r>
              <a:rPr lang="fr-FR" smtClean="0"/>
              <a:t>All that I hold dear, my many crowns
3-  J’AI VU ET GOÛTÉ TON GRAND AMOUR </a:t>
            </a:r>
          </a:p>
          <a:p>
            <a:pPr>
              <a:defRPr/>
            </a:pPr>
            <a:r>
              <a:rPr lang="fr-FR" smtClean="0"/>
              <a:t>I have tasted and seen of Your great love
4-  ET TU M’AS COMBLÉ  OUI TU M’AS COMBLÉ </a:t>
            </a:r>
          </a:p>
          <a:p>
            <a:pPr>
              <a:defRPr/>
            </a:pPr>
            <a:r>
              <a:rPr lang="fr-FR" smtClean="0"/>
              <a:t>You satisfy me, You satisfy me</a:t>
            </a:r>
          </a:p>
          <a:p>
            <a:pPr>
              <a:defRPr/>
            </a:pPr>
            <a:r>
              <a:rPr lang="fr-FR" smtClean="0"/>
              <a:t>
	Refrain 1 :</a:t>
            </a:r>
          </a:p>
          <a:p>
            <a:pPr>
              <a:defRPr/>
            </a:pPr>
            <a:r>
              <a:rPr lang="fr-FR" smtClean="0"/>
              <a:t>	5-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6-  NOUS VOULONS PLUS DE TOI, OH DIEU</a:t>
            </a:r>
          </a:p>
          <a:p>
            <a:pPr>
              <a:defRPr/>
            </a:pPr>
            <a:r>
              <a:rPr lang="fr-FR" smtClean="0"/>
              <a:t>	We're waiting with worship for more
	7-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8-  MON CONSTANT DÉSIR  PAR-DESSUS TOUT </a:t>
            </a:r>
          </a:p>
          <a:p>
            <a:pPr>
              <a:defRPr/>
            </a:pPr>
            <a:r>
              <a:rPr lang="fr-FR" smtClean="0"/>
              <a:t>My constant request above all things
9-  RESTE AUPRÈS DE MOI  CHAQUE HEURE, CHAQUE JOUR </a:t>
            </a:r>
          </a:p>
          <a:p>
            <a:pPr>
              <a:defRPr/>
            </a:pPr>
            <a:r>
              <a:rPr lang="fr-FR" smtClean="0"/>
              <a:t>Every hour I wake, be near me
10-  MÊME SI J’AI GOÛTÉ  TON GRAND AMOUR </a:t>
            </a:r>
          </a:p>
          <a:p>
            <a:pPr>
              <a:defRPr/>
            </a:pPr>
            <a:r>
              <a:rPr lang="fr-FR" smtClean="0"/>
              <a:t>Though I've tasted and seen of Your great love</a:t>
            </a:r>
          </a:p>
          <a:p>
            <a:pPr>
              <a:defRPr/>
            </a:pPr>
            <a:r>
              <a:rPr lang="fr-FR" smtClean="0"/>
              <a:t>
11-  MONTRE-MOI TA GLOIRE  x4</a:t>
            </a:r>
          </a:p>
          <a:p>
            <a:pPr>
              <a:defRPr/>
            </a:pPr>
            <a:r>
              <a:rPr lang="fr-FR" smtClean="0"/>
              <a:t> Show me Your glory</a:t>
            </a:r>
          </a:p>
          <a:p>
            <a:pPr>
              <a:defRPr/>
            </a:pPr>
            <a:r>
              <a:rPr lang="fr-FR" smtClean="0"/>
              <a:t>
	Refrain 2 :</a:t>
            </a:r>
          </a:p>
          <a:p>
            <a:pPr>
              <a:defRPr/>
            </a:pPr>
            <a:r>
              <a:rPr lang="fr-FR" smtClean="0"/>
              <a:t>	12-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13-  NOUS VOULONS PLUS DE TOI, OH DIEU </a:t>
            </a:r>
          </a:p>
          <a:p>
            <a:pPr>
              <a:defRPr/>
            </a:pPr>
            <a:r>
              <a:rPr lang="fr-FR" smtClean="0"/>
              <a:t>	We're waiting with worship for more
	14-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	15-  NOUS COURONS  JUSQU’À TES BRAS D’AMOUR </a:t>
            </a:r>
          </a:p>
          <a:p>
            <a:pPr>
              <a:defRPr/>
            </a:pPr>
            <a:r>
              <a:rPr lang="fr-FR" smtClean="0"/>
              <a:t>	Lord we run Into Your loving arms
	16-  NOUS Y SOMMES EN SÉCURITÉ </a:t>
            </a:r>
          </a:p>
          <a:p>
            <a:pPr>
              <a:defRPr/>
            </a:pPr>
            <a:r>
              <a:rPr lang="fr-FR" smtClean="0"/>
              <a:t>	We're safe and secure in Your love
	17-  CAR SEUL TON AMOUR  PEUT ME COMBLER </a:t>
            </a:r>
          </a:p>
          <a:p>
            <a:pPr>
              <a:defRPr/>
            </a:pPr>
            <a:r>
              <a:rPr lang="fr-FR" smtClean="0"/>
              <a:t>	You're the only one that satisfies me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19-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20-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1667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smtClean="0"/>
              <a:t>All my hands have made I'm laying down
2-  OUI TOUT CE QUE J’AI  TOUS MES SUCCÈS </a:t>
            </a:r>
          </a:p>
          <a:p>
            <a:pPr>
              <a:defRPr/>
            </a:pPr>
            <a:r>
              <a:rPr lang="fr-FR" smtClean="0"/>
              <a:t>All that I hold dear, my many crowns
3-  J’AI VU ET GOÛTÉ TON GRAND AMOUR </a:t>
            </a:r>
          </a:p>
          <a:p>
            <a:pPr>
              <a:defRPr/>
            </a:pPr>
            <a:r>
              <a:rPr lang="fr-FR" smtClean="0"/>
              <a:t>I have tasted and seen of Your great love
4-  ET TU M’AS COMBLÉ  OUI TU M’AS COMBLÉ </a:t>
            </a:r>
          </a:p>
          <a:p>
            <a:pPr>
              <a:defRPr/>
            </a:pPr>
            <a:r>
              <a:rPr lang="fr-FR" smtClean="0"/>
              <a:t>You satisfy me, You satisfy me</a:t>
            </a:r>
          </a:p>
          <a:p>
            <a:pPr>
              <a:defRPr/>
            </a:pPr>
            <a:r>
              <a:rPr lang="fr-FR" smtClean="0"/>
              <a:t>
	Refrain 1 :</a:t>
            </a:r>
          </a:p>
          <a:p>
            <a:pPr>
              <a:defRPr/>
            </a:pPr>
            <a:r>
              <a:rPr lang="fr-FR" smtClean="0"/>
              <a:t>	5-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6-  NOUS VOULONS PLUS DE TOI, OH DIEU</a:t>
            </a:r>
          </a:p>
          <a:p>
            <a:pPr>
              <a:defRPr/>
            </a:pPr>
            <a:r>
              <a:rPr lang="fr-FR" smtClean="0"/>
              <a:t>	We're waiting with worship for more
	7-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8-  MON CONSTANT DÉSIR  PAR-DESSUS TOUT </a:t>
            </a:r>
          </a:p>
          <a:p>
            <a:pPr>
              <a:defRPr/>
            </a:pPr>
            <a:r>
              <a:rPr lang="fr-FR" smtClean="0"/>
              <a:t>My constant request above all things
9-  RESTE AUPRÈS DE MOI  CHAQUE HEURE, CHAQUE JOUR </a:t>
            </a:r>
          </a:p>
          <a:p>
            <a:pPr>
              <a:defRPr/>
            </a:pPr>
            <a:r>
              <a:rPr lang="fr-FR" smtClean="0"/>
              <a:t>Every hour I wake, be near me
10-  MÊME SI J’AI GOÛTÉ  TON GRAND AMOUR </a:t>
            </a:r>
          </a:p>
          <a:p>
            <a:pPr>
              <a:defRPr/>
            </a:pPr>
            <a:r>
              <a:rPr lang="fr-FR" smtClean="0"/>
              <a:t>Though I've tasted and seen of Your great love</a:t>
            </a:r>
          </a:p>
          <a:p>
            <a:pPr>
              <a:defRPr/>
            </a:pPr>
            <a:r>
              <a:rPr lang="fr-FR" smtClean="0"/>
              <a:t>
11-  MONTRE-MOI TA GLOIRE  x4</a:t>
            </a:r>
          </a:p>
          <a:p>
            <a:pPr>
              <a:defRPr/>
            </a:pPr>
            <a:r>
              <a:rPr lang="fr-FR" smtClean="0"/>
              <a:t> Show me Your glory</a:t>
            </a:r>
          </a:p>
          <a:p>
            <a:pPr>
              <a:defRPr/>
            </a:pPr>
            <a:r>
              <a:rPr lang="fr-FR" smtClean="0"/>
              <a:t>
	Refrain 2 :</a:t>
            </a:r>
          </a:p>
          <a:p>
            <a:pPr>
              <a:defRPr/>
            </a:pPr>
            <a:r>
              <a:rPr lang="fr-FR" smtClean="0"/>
              <a:t>	12-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13-  NOUS VOULONS PLUS DE TOI, OH DIEU </a:t>
            </a:r>
          </a:p>
          <a:p>
            <a:pPr>
              <a:defRPr/>
            </a:pPr>
            <a:r>
              <a:rPr lang="fr-FR" smtClean="0"/>
              <a:t>	We're waiting with worship for more
	14-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	15-  NOUS COURONS  JUSQU’À TES BRAS D’AMOUR </a:t>
            </a:r>
          </a:p>
          <a:p>
            <a:pPr>
              <a:defRPr/>
            </a:pPr>
            <a:r>
              <a:rPr lang="fr-FR" smtClean="0"/>
              <a:t>	Lord we run Into Your loving arms
	16-  NOUS Y SOMMES EN SÉCURITÉ </a:t>
            </a:r>
          </a:p>
          <a:p>
            <a:pPr>
              <a:defRPr/>
            </a:pPr>
            <a:r>
              <a:rPr lang="fr-FR" smtClean="0"/>
              <a:t>	We're safe and secure in Your love
	17-  CAR SEUL TON AMOUR  PEUT ME COMBLER </a:t>
            </a:r>
          </a:p>
          <a:p>
            <a:pPr>
              <a:defRPr/>
            </a:pPr>
            <a:r>
              <a:rPr lang="fr-FR" smtClean="0"/>
              <a:t>	You're the only one that satisfies me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19-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20-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5582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smtClean="0"/>
              <a:t>All my hands have made I'm laying down
2-  OUI TOUT CE QUE J’AI  TOUS MES SUCCÈS </a:t>
            </a:r>
          </a:p>
          <a:p>
            <a:pPr>
              <a:defRPr/>
            </a:pPr>
            <a:r>
              <a:rPr lang="fr-FR" smtClean="0"/>
              <a:t>All that I hold dear, my many crowns
3-  J’AI VU ET GOÛTÉ TON GRAND AMOUR </a:t>
            </a:r>
          </a:p>
          <a:p>
            <a:pPr>
              <a:defRPr/>
            </a:pPr>
            <a:r>
              <a:rPr lang="fr-FR" smtClean="0"/>
              <a:t>I have tasted and seen of Your great love
4-  ET TU M’AS COMBLÉ  OUI TU M’AS COMBLÉ </a:t>
            </a:r>
          </a:p>
          <a:p>
            <a:pPr>
              <a:defRPr/>
            </a:pPr>
            <a:r>
              <a:rPr lang="fr-FR" smtClean="0"/>
              <a:t>You satisfy me, You satisfy me</a:t>
            </a:r>
          </a:p>
          <a:p>
            <a:pPr>
              <a:defRPr/>
            </a:pPr>
            <a:r>
              <a:rPr lang="fr-FR" smtClean="0"/>
              <a:t>
	Refrain 1 :</a:t>
            </a:r>
          </a:p>
          <a:p>
            <a:pPr>
              <a:defRPr/>
            </a:pPr>
            <a:r>
              <a:rPr lang="fr-FR" smtClean="0"/>
              <a:t>	5-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6-  NOUS VOULONS PLUS DE TOI, OH DIEU</a:t>
            </a:r>
          </a:p>
          <a:p>
            <a:pPr>
              <a:defRPr/>
            </a:pPr>
            <a:r>
              <a:rPr lang="fr-FR" smtClean="0"/>
              <a:t>	We're waiting with worship for more
	7-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8-  MON CONSTANT DÉSIR  PAR-DESSUS TOUT </a:t>
            </a:r>
          </a:p>
          <a:p>
            <a:pPr>
              <a:defRPr/>
            </a:pPr>
            <a:r>
              <a:rPr lang="fr-FR" smtClean="0"/>
              <a:t>My constant request above all things
9-  RESTE AUPRÈS DE MOI  CHAQUE HEURE, CHAQUE JOUR </a:t>
            </a:r>
          </a:p>
          <a:p>
            <a:pPr>
              <a:defRPr/>
            </a:pPr>
            <a:r>
              <a:rPr lang="fr-FR" smtClean="0"/>
              <a:t>Every hour I wake, be near me
10-  MÊME SI J’AI GOÛTÉ  TON GRAND AMOUR </a:t>
            </a:r>
          </a:p>
          <a:p>
            <a:pPr>
              <a:defRPr/>
            </a:pPr>
            <a:r>
              <a:rPr lang="fr-FR" smtClean="0"/>
              <a:t>Though I've tasted and seen of Your great love</a:t>
            </a:r>
          </a:p>
          <a:p>
            <a:pPr>
              <a:defRPr/>
            </a:pPr>
            <a:r>
              <a:rPr lang="fr-FR" smtClean="0"/>
              <a:t>
11-  MONTRE-MOI TA GLOIRE  x4</a:t>
            </a:r>
          </a:p>
          <a:p>
            <a:pPr>
              <a:defRPr/>
            </a:pPr>
            <a:r>
              <a:rPr lang="fr-FR" smtClean="0"/>
              <a:t> Show me Your glory</a:t>
            </a:r>
          </a:p>
          <a:p>
            <a:pPr>
              <a:defRPr/>
            </a:pPr>
            <a:r>
              <a:rPr lang="fr-FR" smtClean="0"/>
              <a:t>
	Refrain 2 :</a:t>
            </a:r>
          </a:p>
          <a:p>
            <a:pPr>
              <a:defRPr/>
            </a:pPr>
            <a:r>
              <a:rPr lang="fr-FR" smtClean="0"/>
              <a:t>	12-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13-  NOUS VOULONS PLUS DE TOI, OH DIEU </a:t>
            </a:r>
          </a:p>
          <a:p>
            <a:pPr>
              <a:defRPr/>
            </a:pPr>
            <a:r>
              <a:rPr lang="fr-FR" smtClean="0"/>
              <a:t>	We're waiting with worship for more
	14-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	15-  NOUS COURONS  JUSQU’À TES BRAS D’AMOUR </a:t>
            </a:r>
          </a:p>
          <a:p>
            <a:pPr>
              <a:defRPr/>
            </a:pPr>
            <a:r>
              <a:rPr lang="fr-FR" smtClean="0"/>
              <a:t>	Lord we run Into Your loving arms
	16-  NOUS Y SOMMES EN SÉCURITÉ </a:t>
            </a:r>
          </a:p>
          <a:p>
            <a:pPr>
              <a:defRPr/>
            </a:pPr>
            <a:r>
              <a:rPr lang="fr-FR" smtClean="0"/>
              <a:t>	We're safe and secure in Your love
	17-  CAR SEUL TON AMOUR  PEUT ME COMBLER </a:t>
            </a:r>
          </a:p>
          <a:p>
            <a:pPr>
              <a:defRPr/>
            </a:pPr>
            <a:r>
              <a:rPr lang="fr-FR" smtClean="0"/>
              <a:t>	You're the only one that satisfies me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19-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20-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27769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smtClean="0"/>
              <a:t>All my hands have made I'm laying down
2-  OUI TOUT CE QUE J’AI  TOUS MES SUCCÈS </a:t>
            </a:r>
          </a:p>
          <a:p>
            <a:pPr>
              <a:defRPr/>
            </a:pPr>
            <a:r>
              <a:rPr lang="fr-FR" smtClean="0"/>
              <a:t>All that I hold dear, my many crowns
3-  J’AI VU ET GOÛTÉ TON GRAND AMOUR </a:t>
            </a:r>
          </a:p>
          <a:p>
            <a:pPr>
              <a:defRPr/>
            </a:pPr>
            <a:r>
              <a:rPr lang="fr-FR" smtClean="0"/>
              <a:t>I have tasted and seen of Your great love
4-  ET TU M’AS COMBLÉ  OUI TU M’AS COMBLÉ </a:t>
            </a:r>
          </a:p>
          <a:p>
            <a:pPr>
              <a:defRPr/>
            </a:pPr>
            <a:r>
              <a:rPr lang="fr-FR" smtClean="0"/>
              <a:t>You satisfy me, You satisfy me</a:t>
            </a:r>
          </a:p>
          <a:p>
            <a:pPr>
              <a:defRPr/>
            </a:pPr>
            <a:r>
              <a:rPr lang="fr-FR" smtClean="0"/>
              <a:t>
	Refrain 1 :</a:t>
            </a:r>
          </a:p>
          <a:p>
            <a:pPr>
              <a:defRPr/>
            </a:pPr>
            <a:r>
              <a:rPr lang="fr-FR" smtClean="0"/>
              <a:t>	5-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6-  NOUS VOULONS PLUS DE TOI, OH DIEU</a:t>
            </a:r>
          </a:p>
          <a:p>
            <a:pPr>
              <a:defRPr/>
            </a:pPr>
            <a:r>
              <a:rPr lang="fr-FR" smtClean="0"/>
              <a:t>	We're waiting with worship for more
	7-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8-  MON CONSTANT DÉSIR  PAR-DESSUS TOUT </a:t>
            </a:r>
          </a:p>
          <a:p>
            <a:pPr>
              <a:defRPr/>
            </a:pPr>
            <a:r>
              <a:rPr lang="fr-FR" smtClean="0"/>
              <a:t>My constant request above all things
9-  RESTE AUPRÈS DE MOI  CHAQUE HEURE, CHAQUE JOUR </a:t>
            </a:r>
          </a:p>
          <a:p>
            <a:pPr>
              <a:defRPr/>
            </a:pPr>
            <a:r>
              <a:rPr lang="fr-FR" smtClean="0"/>
              <a:t>Every hour I wake, be near me
10-  MÊME SI J’AI GOÛTÉ  TON GRAND AMOUR </a:t>
            </a:r>
          </a:p>
          <a:p>
            <a:pPr>
              <a:defRPr/>
            </a:pPr>
            <a:r>
              <a:rPr lang="fr-FR" smtClean="0"/>
              <a:t>Though I've tasted and seen of Your great love</a:t>
            </a:r>
          </a:p>
          <a:p>
            <a:pPr>
              <a:defRPr/>
            </a:pPr>
            <a:r>
              <a:rPr lang="fr-FR" smtClean="0"/>
              <a:t>
11-  MONTRE-MOI TA GLOIRE  x4</a:t>
            </a:r>
          </a:p>
          <a:p>
            <a:pPr>
              <a:defRPr/>
            </a:pPr>
            <a:r>
              <a:rPr lang="fr-FR" smtClean="0"/>
              <a:t> Show me Your glory</a:t>
            </a:r>
          </a:p>
          <a:p>
            <a:pPr>
              <a:defRPr/>
            </a:pPr>
            <a:r>
              <a:rPr lang="fr-FR" smtClean="0"/>
              <a:t>
	Refrain 2 :</a:t>
            </a:r>
          </a:p>
          <a:p>
            <a:pPr>
              <a:defRPr/>
            </a:pPr>
            <a:r>
              <a:rPr lang="fr-FR" smtClean="0"/>
              <a:t>	12-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13-  NOUS VOULONS PLUS DE TOI, OH DIEU </a:t>
            </a:r>
          </a:p>
          <a:p>
            <a:pPr>
              <a:defRPr/>
            </a:pPr>
            <a:r>
              <a:rPr lang="fr-FR" smtClean="0"/>
              <a:t>	We're waiting with worship for more
	14-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	15-  NOUS COURONS  JUSQU’À TES BRAS D’AMOUR </a:t>
            </a:r>
          </a:p>
          <a:p>
            <a:pPr>
              <a:defRPr/>
            </a:pPr>
            <a:r>
              <a:rPr lang="fr-FR" smtClean="0"/>
              <a:t>	Lord we run Into Your loving arms
	16-  NOUS Y SOMMES EN SÉCURITÉ </a:t>
            </a:r>
          </a:p>
          <a:p>
            <a:pPr>
              <a:defRPr/>
            </a:pPr>
            <a:r>
              <a:rPr lang="fr-FR" smtClean="0"/>
              <a:t>	We're safe and secure in Your love
	17-  CAR SEUL TON AMOUR  PEUT ME COMBLER </a:t>
            </a:r>
          </a:p>
          <a:p>
            <a:pPr>
              <a:defRPr/>
            </a:pPr>
            <a:r>
              <a:rPr lang="fr-FR" smtClean="0"/>
              <a:t>	You're the only one that satisfies me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19-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20-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9972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smtClean="0"/>
              <a:t>All my hands have made I'm laying down
2-  OUI TOUT CE QUE J’AI  TOUS MES SUCCÈS </a:t>
            </a:r>
          </a:p>
          <a:p>
            <a:pPr>
              <a:defRPr/>
            </a:pPr>
            <a:r>
              <a:rPr lang="fr-FR" smtClean="0"/>
              <a:t>All that I hold dear, my many crowns
3-  J’AI VU ET GOÛTÉ TON GRAND AMOUR </a:t>
            </a:r>
          </a:p>
          <a:p>
            <a:pPr>
              <a:defRPr/>
            </a:pPr>
            <a:r>
              <a:rPr lang="fr-FR" smtClean="0"/>
              <a:t>I have tasted and seen of Your great love
4-  ET TU M’AS COMBLÉ  OUI TU M’AS COMBLÉ </a:t>
            </a:r>
          </a:p>
          <a:p>
            <a:pPr>
              <a:defRPr/>
            </a:pPr>
            <a:r>
              <a:rPr lang="fr-FR" smtClean="0"/>
              <a:t>You satisfy me, You satisfy me</a:t>
            </a:r>
          </a:p>
          <a:p>
            <a:pPr>
              <a:defRPr/>
            </a:pPr>
            <a:r>
              <a:rPr lang="fr-FR" smtClean="0"/>
              <a:t>
	Refrain 1 :</a:t>
            </a:r>
          </a:p>
          <a:p>
            <a:pPr>
              <a:defRPr/>
            </a:pPr>
            <a:r>
              <a:rPr lang="fr-FR" smtClean="0"/>
              <a:t>	5-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6-  NOUS VOULONS PLUS DE TOI, OH DIEU</a:t>
            </a:r>
          </a:p>
          <a:p>
            <a:pPr>
              <a:defRPr/>
            </a:pPr>
            <a:r>
              <a:rPr lang="fr-FR" smtClean="0"/>
              <a:t>	We're waiting with worship for more
	7-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8-  MON CONSTANT DÉSIR  PAR-DESSUS TOUT </a:t>
            </a:r>
          </a:p>
          <a:p>
            <a:pPr>
              <a:defRPr/>
            </a:pPr>
            <a:r>
              <a:rPr lang="fr-FR" smtClean="0"/>
              <a:t>My constant request above all things
9-  RESTE AUPRÈS DE MOI  CHAQUE HEURE, CHAQUE JOUR </a:t>
            </a:r>
          </a:p>
          <a:p>
            <a:pPr>
              <a:defRPr/>
            </a:pPr>
            <a:r>
              <a:rPr lang="fr-FR" smtClean="0"/>
              <a:t>Every hour I wake, be near me
10-  MÊME SI J’AI GOÛTÉ  TON GRAND AMOUR </a:t>
            </a:r>
          </a:p>
          <a:p>
            <a:pPr>
              <a:defRPr/>
            </a:pPr>
            <a:r>
              <a:rPr lang="fr-FR" smtClean="0"/>
              <a:t>Though I've tasted and seen of Your great love</a:t>
            </a:r>
          </a:p>
          <a:p>
            <a:pPr>
              <a:defRPr/>
            </a:pPr>
            <a:r>
              <a:rPr lang="fr-FR" smtClean="0"/>
              <a:t>
11-  MONTRE-MOI TA GLOIRE  x4</a:t>
            </a:r>
          </a:p>
          <a:p>
            <a:pPr>
              <a:defRPr/>
            </a:pPr>
            <a:r>
              <a:rPr lang="fr-FR" smtClean="0"/>
              <a:t> Show me Your glory</a:t>
            </a:r>
          </a:p>
          <a:p>
            <a:pPr>
              <a:defRPr/>
            </a:pPr>
            <a:r>
              <a:rPr lang="fr-FR" smtClean="0"/>
              <a:t>
	Refrain 2 :</a:t>
            </a:r>
          </a:p>
          <a:p>
            <a:pPr>
              <a:defRPr/>
            </a:pPr>
            <a:r>
              <a:rPr lang="fr-FR" smtClean="0"/>
              <a:t>	12-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13-  NOUS VOULONS PLUS DE TOI, OH DIEU </a:t>
            </a:r>
          </a:p>
          <a:p>
            <a:pPr>
              <a:defRPr/>
            </a:pPr>
            <a:r>
              <a:rPr lang="fr-FR" smtClean="0"/>
              <a:t>	We're waiting with worship for more
	14-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	15-  NOUS COURONS  JUSQU’À TES BRAS D’AMOUR </a:t>
            </a:r>
          </a:p>
          <a:p>
            <a:pPr>
              <a:defRPr/>
            </a:pPr>
            <a:r>
              <a:rPr lang="fr-FR" smtClean="0"/>
              <a:t>	Lord we run Into Your loving arms
	16-  NOUS Y SOMMES EN SÉCURITÉ </a:t>
            </a:r>
          </a:p>
          <a:p>
            <a:pPr>
              <a:defRPr/>
            </a:pPr>
            <a:r>
              <a:rPr lang="fr-FR" smtClean="0"/>
              <a:t>	We're safe and secure in Your love
	17-  CAR SEUL TON AMOUR  PEUT ME COMBLER </a:t>
            </a:r>
          </a:p>
          <a:p>
            <a:pPr>
              <a:defRPr/>
            </a:pPr>
            <a:r>
              <a:rPr lang="fr-FR" smtClean="0"/>
              <a:t>	You're the only one that satisfies me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19-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20-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12343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smtClean="0"/>
              <a:t>All my hands have made I'm laying down
2-  OUI TOUT CE QUE J’AI  TOUS MES SUCCÈS </a:t>
            </a:r>
          </a:p>
          <a:p>
            <a:pPr>
              <a:defRPr/>
            </a:pPr>
            <a:r>
              <a:rPr lang="fr-FR" smtClean="0"/>
              <a:t>All that I hold dear, my many crowns
3-  J’AI VU ET GOÛTÉ TON GRAND AMOUR </a:t>
            </a:r>
          </a:p>
          <a:p>
            <a:pPr>
              <a:defRPr/>
            </a:pPr>
            <a:r>
              <a:rPr lang="fr-FR" smtClean="0"/>
              <a:t>I have tasted and seen of Your great love
4-  ET TU M’AS COMBLÉ  OUI TU M’AS COMBLÉ </a:t>
            </a:r>
          </a:p>
          <a:p>
            <a:pPr>
              <a:defRPr/>
            </a:pPr>
            <a:r>
              <a:rPr lang="fr-FR" smtClean="0"/>
              <a:t>You satisfy me, You satisfy me</a:t>
            </a:r>
          </a:p>
          <a:p>
            <a:pPr>
              <a:defRPr/>
            </a:pPr>
            <a:r>
              <a:rPr lang="fr-FR" smtClean="0"/>
              <a:t>
	Refrain 1 :</a:t>
            </a:r>
          </a:p>
          <a:p>
            <a:pPr>
              <a:defRPr/>
            </a:pPr>
            <a:r>
              <a:rPr lang="fr-FR" smtClean="0"/>
              <a:t>	5-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6-  NOUS VOULONS PLUS DE TOI, OH DIEU</a:t>
            </a:r>
          </a:p>
          <a:p>
            <a:pPr>
              <a:defRPr/>
            </a:pPr>
            <a:r>
              <a:rPr lang="fr-FR" smtClean="0"/>
              <a:t>	We're waiting with worship for more
	7-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8-  MON CONSTANT DÉSIR  PAR-DESSUS TOUT </a:t>
            </a:r>
          </a:p>
          <a:p>
            <a:pPr>
              <a:defRPr/>
            </a:pPr>
            <a:r>
              <a:rPr lang="fr-FR" smtClean="0"/>
              <a:t>My constant request above all things
9-  RESTE AUPRÈS DE MOI  CHAQUE HEURE, CHAQUE JOUR </a:t>
            </a:r>
          </a:p>
          <a:p>
            <a:pPr>
              <a:defRPr/>
            </a:pPr>
            <a:r>
              <a:rPr lang="fr-FR" smtClean="0"/>
              <a:t>Every hour I wake, be near me
10-  MÊME SI J’AI GOÛTÉ  TON GRAND AMOUR </a:t>
            </a:r>
          </a:p>
          <a:p>
            <a:pPr>
              <a:defRPr/>
            </a:pPr>
            <a:r>
              <a:rPr lang="fr-FR" smtClean="0"/>
              <a:t>Though I've tasted and seen of Your great love</a:t>
            </a:r>
          </a:p>
          <a:p>
            <a:pPr>
              <a:defRPr/>
            </a:pPr>
            <a:r>
              <a:rPr lang="fr-FR" smtClean="0"/>
              <a:t>
11-  MONTRE-MOI TA GLOIRE  x4</a:t>
            </a:r>
          </a:p>
          <a:p>
            <a:pPr>
              <a:defRPr/>
            </a:pPr>
            <a:r>
              <a:rPr lang="fr-FR" smtClean="0"/>
              <a:t> Show me Your glory</a:t>
            </a:r>
          </a:p>
          <a:p>
            <a:pPr>
              <a:defRPr/>
            </a:pPr>
            <a:r>
              <a:rPr lang="fr-FR" smtClean="0"/>
              <a:t>
	Refrain 2 :</a:t>
            </a:r>
          </a:p>
          <a:p>
            <a:pPr>
              <a:defRPr/>
            </a:pPr>
            <a:r>
              <a:rPr lang="fr-FR" smtClean="0"/>
              <a:t>	12-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13-  NOUS VOULONS PLUS DE TOI, OH DIEU </a:t>
            </a:r>
          </a:p>
          <a:p>
            <a:pPr>
              <a:defRPr/>
            </a:pPr>
            <a:r>
              <a:rPr lang="fr-FR" smtClean="0"/>
              <a:t>	We're waiting with worship for more
	14-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	15-  NOUS COURONS  JUSQU’À TES BRAS D’AMOUR </a:t>
            </a:r>
          </a:p>
          <a:p>
            <a:pPr>
              <a:defRPr/>
            </a:pPr>
            <a:r>
              <a:rPr lang="fr-FR" smtClean="0"/>
              <a:t>	Lord we run Into Your loving arms
	16-  NOUS Y SOMMES EN SÉCURITÉ </a:t>
            </a:r>
          </a:p>
          <a:p>
            <a:pPr>
              <a:defRPr/>
            </a:pPr>
            <a:r>
              <a:rPr lang="fr-FR" smtClean="0"/>
              <a:t>	We're safe and secure in Your love
	17-  CAR SEUL TON AMOUR  PEUT ME COMBLER </a:t>
            </a:r>
          </a:p>
          <a:p>
            <a:pPr>
              <a:defRPr/>
            </a:pPr>
            <a:r>
              <a:rPr lang="fr-FR" smtClean="0"/>
              <a:t>	You're the only one that satisfies me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19-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20-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399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smtClean="0"/>
              <a:t>All my hands have made I'm laying down
2-  OUI TOUT CE QUE J’AI  TOUS MES SUCCÈS </a:t>
            </a:r>
          </a:p>
          <a:p>
            <a:pPr>
              <a:defRPr/>
            </a:pPr>
            <a:r>
              <a:rPr lang="fr-FR" smtClean="0"/>
              <a:t>All that I hold dear, my many crowns
3-  J’AI VU ET GOÛTÉ TON GRAND AMOUR </a:t>
            </a:r>
          </a:p>
          <a:p>
            <a:pPr>
              <a:defRPr/>
            </a:pPr>
            <a:r>
              <a:rPr lang="fr-FR" smtClean="0"/>
              <a:t>I have tasted and seen of Your great love
4-  ET TU M’AS COMBLÉ  OUI TU M’AS COMBLÉ </a:t>
            </a:r>
          </a:p>
          <a:p>
            <a:pPr>
              <a:defRPr/>
            </a:pPr>
            <a:r>
              <a:rPr lang="fr-FR" smtClean="0"/>
              <a:t>You satisfy me, You satisfy me</a:t>
            </a:r>
          </a:p>
          <a:p>
            <a:pPr>
              <a:defRPr/>
            </a:pPr>
            <a:r>
              <a:rPr lang="fr-FR" smtClean="0"/>
              <a:t>
	Refrain 1 :</a:t>
            </a:r>
          </a:p>
          <a:p>
            <a:pPr>
              <a:defRPr/>
            </a:pPr>
            <a:r>
              <a:rPr lang="fr-FR" smtClean="0"/>
              <a:t>	5-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6-  NOUS VOULONS PLUS DE TOI, OH DIEU</a:t>
            </a:r>
          </a:p>
          <a:p>
            <a:pPr>
              <a:defRPr/>
            </a:pPr>
            <a:r>
              <a:rPr lang="fr-FR" smtClean="0"/>
              <a:t>	We're waiting with worship for more
	7-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8-  MON CONSTANT DÉSIR  PAR-DESSUS TOUT </a:t>
            </a:r>
          </a:p>
          <a:p>
            <a:pPr>
              <a:defRPr/>
            </a:pPr>
            <a:r>
              <a:rPr lang="fr-FR" smtClean="0"/>
              <a:t>My constant request above all things
9-  RESTE AUPRÈS DE MOI  CHAQUE HEURE, CHAQUE JOUR </a:t>
            </a:r>
          </a:p>
          <a:p>
            <a:pPr>
              <a:defRPr/>
            </a:pPr>
            <a:r>
              <a:rPr lang="fr-FR" smtClean="0"/>
              <a:t>Every hour I wake, be near me
10-  MÊME SI J’AI GOÛTÉ  TON GRAND AMOUR </a:t>
            </a:r>
          </a:p>
          <a:p>
            <a:pPr>
              <a:defRPr/>
            </a:pPr>
            <a:r>
              <a:rPr lang="fr-FR" smtClean="0"/>
              <a:t>Though I've tasted and seen of Your great love</a:t>
            </a:r>
          </a:p>
          <a:p>
            <a:pPr>
              <a:defRPr/>
            </a:pPr>
            <a:r>
              <a:rPr lang="fr-FR" smtClean="0"/>
              <a:t>
11-  MONTRE-MOI TA GLOIRE  x4</a:t>
            </a:r>
          </a:p>
          <a:p>
            <a:pPr>
              <a:defRPr/>
            </a:pPr>
            <a:r>
              <a:rPr lang="fr-FR" smtClean="0"/>
              <a:t> Show me Your glory</a:t>
            </a:r>
          </a:p>
          <a:p>
            <a:pPr>
              <a:defRPr/>
            </a:pPr>
            <a:r>
              <a:rPr lang="fr-FR" smtClean="0"/>
              <a:t>
	Refrain 2 :</a:t>
            </a:r>
          </a:p>
          <a:p>
            <a:pPr>
              <a:defRPr/>
            </a:pPr>
            <a:r>
              <a:rPr lang="fr-FR" smtClean="0"/>
              <a:t>	12-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13-  NOUS VOULONS PLUS DE TOI, OH DIEU </a:t>
            </a:r>
          </a:p>
          <a:p>
            <a:pPr>
              <a:defRPr/>
            </a:pPr>
            <a:r>
              <a:rPr lang="fr-FR" smtClean="0"/>
              <a:t>	We're waiting with worship for more
	14-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	15-  NOUS COURONS  JUSQU’À TES BRAS D’AMOUR </a:t>
            </a:r>
          </a:p>
          <a:p>
            <a:pPr>
              <a:defRPr/>
            </a:pPr>
            <a:r>
              <a:rPr lang="fr-FR" smtClean="0"/>
              <a:t>	Lord we run Into Your loving arms
	16-  NOUS Y SOMMES EN SÉCURITÉ </a:t>
            </a:r>
          </a:p>
          <a:p>
            <a:pPr>
              <a:defRPr/>
            </a:pPr>
            <a:r>
              <a:rPr lang="fr-FR" smtClean="0"/>
              <a:t>	We're safe and secure in Your love
	17-  CAR SEUL TON AMOUR  PEUT ME COMBLER </a:t>
            </a:r>
          </a:p>
          <a:p>
            <a:pPr>
              <a:defRPr/>
            </a:pPr>
            <a:r>
              <a:rPr lang="fr-FR" smtClean="0"/>
              <a:t>	You're the only one that satisfies me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19-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20-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8509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smtClean="0"/>
              <a:t>All my hands have made I'm laying down
2-  OUI TOUT CE QUE J’AI  TOUS MES SUCCÈS </a:t>
            </a:r>
          </a:p>
          <a:p>
            <a:pPr>
              <a:defRPr/>
            </a:pPr>
            <a:r>
              <a:rPr lang="fr-FR" smtClean="0"/>
              <a:t>All that I hold dear, my many crowns
3-  J’AI VU ET GOÛTÉ TON GRAND AMOUR </a:t>
            </a:r>
          </a:p>
          <a:p>
            <a:pPr>
              <a:defRPr/>
            </a:pPr>
            <a:r>
              <a:rPr lang="fr-FR" smtClean="0"/>
              <a:t>I have tasted and seen of Your great love
4-  ET TU M’AS COMBLÉ  OUI TU M’AS COMBLÉ </a:t>
            </a:r>
          </a:p>
          <a:p>
            <a:pPr>
              <a:defRPr/>
            </a:pPr>
            <a:r>
              <a:rPr lang="fr-FR" smtClean="0"/>
              <a:t>You satisfy me, You satisfy me</a:t>
            </a:r>
          </a:p>
          <a:p>
            <a:pPr>
              <a:defRPr/>
            </a:pPr>
            <a:r>
              <a:rPr lang="fr-FR" smtClean="0"/>
              <a:t>
	Refrain 1 :</a:t>
            </a:r>
          </a:p>
          <a:p>
            <a:pPr>
              <a:defRPr/>
            </a:pPr>
            <a:r>
              <a:rPr lang="fr-FR" smtClean="0"/>
              <a:t>	5-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6-  NOUS VOULONS PLUS DE TOI, OH DIEU</a:t>
            </a:r>
          </a:p>
          <a:p>
            <a:pPr>
              <a:defRPr/>
            </a:pPr>
            <a:r>
              <a:rPr lang="fr-FR" smtClean="0"/>
              <a:t>	We're waiting with worship for more
	7-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8-  MON CONSTANT DÉSIR  PAR-DESSUS TOUT </a:t>
            </a:r>
          </a:p>
          <a:p>
            <a:pPr>
              <a:defRPr/>
            </a:pPr>
            <a:r>
              <a:rPr lang="fr-FR" smtClean="0"/>
              <a:t>My constant request above all things
9-  RESTE AUPRÈS DE MOI  CHAQUE HEURE, CHAQUE JOUR </a:t>
            </a:r>
          </a:p>
          <a:p>
            <a:pPr>
              <a:defRPr/>
            </a:pPr>
            <a:r>
              <a:rPr lang="fr-FR" smtClean="0"/>
              <a:t>Every hour I wake, be near me
10-  MÊME SI J’AI GOÛTÉ  TON GRAND AMOUR </a:t>
            </a:r>
          </a:p>
          <a:p>
            <a:pPr>
              <a:defRPr/>
            </a:pPr>
            <a:r>
              <a:rPr lang="fr-FR" smtClean="0"/>
              <a:t>Though I've tasted and seen of Your great love</a:t>
            </a:r>
          </a:p>
          <a:p>
            <a:pPr>
              <a:defRPr/>
            </a:pPr>
            <a:r>
              <a:rPr lang="fr-FR" smtClean="0"/>
              <a:t>
11-  MONTRE-MOI TA GLOIRE  x4</a:t>
            </a:r>
          </a:p>
          <a:p>
            <a:pPr>
              <a:defRPr/>
            </a:pPr>
            <a:r>
              <a:rPr lang="fr-FR" smtClean="0"/>
              <a:t> Show me Your glory</a:t>
            </a:r>
          </a:p>
          <a:p>
            <a:pPr>
              <a:defRPr/>
            </a:pPr>
            <a:r>
              <a:rPr lang="fr-FR" smtClean="0"/>
              <a:t>
	Refrain 2 :</a:t>
            </a:r>
          </a:p>
          <a:p>
            <a:pPr>
              <a:defRPr/>
            </a:pPr>
            <a:r>
              <a:rPr lang="fr-FR" smtClean="0"/>
              <a:t>	12-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13-  NOUS VOULONS PLUS DE TOI, OH DIEU </a:t>
            </a:r>
          </a:p>
          <a:p>
            <a:pPr>
              <a:defRPr/>
            </a:pPr>
            <a:r>
              <a:rPr lang="fr-FR" smtClean="0"/>
              <a:t>	We're waiting with worship for more
	14-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	15-  NOUS COURONS  JUSQU’À TES BRAS D’AMOUR </a:t>
            </a:r>
          </a:p>
          <a:p>
            <a:pPr>
              <a:defRPr/>
            </a:pPr>
            <a:r>
              <a:rPr lang="fr-FR" smtClean="0"/>
              <a:t>	Lord we run Into Your loving arms
	16-  NOUS Y SOMMES EN SÉCURITÉ </a:t>
            </a:r>
          </a:p>
          <a:p>
            <a:pPr>
              <a:defRPr/>
            </a:pPr>
            <a:r>
              <a:rPr lang="fr-FR" smtClean="0"/>
              <a:t>	We're safe and secure in Your love
	17-  CAR SEUL TON AMOUR  PEUT ME COMBLER </a:t>
            </a:r>
          </a:p>
          <a:p>
            <a:pPr>
              <a:defRPr/>
            </a:pPr>
            <a:r>
              <a:rPr lang="fr-FR" smtClean="0"/>
              <a:t>	You're the only one that satisfies me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19-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20-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88232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smtClean="0"/>
              <a:t>All my hands have made I'm laying down
2-  OUI TOUT CE QUE J’AI  TOUS MES SUCCÈS </a:t>
            </a:r>
          </a:p>
          <a:p>
            <a:pPr>
              <a:defRPr/>
            </a:pPr>
            <a:r>
              <a:rPr lang="fr-FR" smtClean="0"/>
              <a:t>All that I hold dear, my many crowns
3-  J’AI VU ET GOÛTÉ TON GRAND AMOUR </a:t>
            </a:r>
          </a:p>
          <a:p>
            <a:pPr>
              <a:defRPr/>
            </a:pPr>
            <a:r>
              <a:rPr lang="fr-FR" smtClean="0"/>
              <a:t>I have tasted and seen of Your great love
4-  ET TU M’AS COMBLÉ  OUI TU M’AS COMBLÉ </a:t>
            </a:r>
          </a:p>
          <a:p>
            <a:pPr>
              <a:defRPr/>
            </a:pPr>
            <a:r>
              <a:rPr lang="fr-FR" smtClean="0"/>
              <a:t>You satisfy me, You satisfy me</a:t>
            </a:r>
          </a:p>
          <a:p>
            <a:pPr>
              <a:defRPr/>
            </a:pPr>
            <a:r>
              <a:rPr lang="fr-FR" smtClean="0"/>
              <a:t>
	Refrain 1 :</a:t>
            </a:r>
          </a:p>
          <a:p>
            <a:pPr>
              <a:defRPr/>
            </a:pPr>
            <a:r>
              <a:rPr lang="fr-FR" smtClean="0"/>
              <a:t>	5-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6-  NOUS VOULONS PLUS DE TOI, OH DIEU</a:t>
            </a:r>
          </a:p>
          <a:p>
            <a:pPr>
              <a:defRPr/>
            </a:pPr>
            <a:r>
              <a:rPr lang="fr-FR" smtClean="0"/>
              <a:t>	We're waiting with worship for more
	7-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8-  MON CONSTANT DÉSIR  PAR-DESSUS TOUT </a:t>
            </a:r>
          </a:p>
          <a:p>
            <a:pPr>
              <a:defRPr/>
            </a:pPr>
            <a:r>
              <a:rPr lang="fr-FR" smtClean="0"/>
              <a:t>My constant request above all things
9-  RESTE AUPRÈS DE MOI  CHAQUE HEURE, CHAQUE JOUR </a:t>
            </a:r>
          </a:p>
          <a:p>
            <a:pPr>
              <a:defRPr/>
            </a:pPr>
            <a:r>
              <a:rPr lang="fr-FR" smtClean="0"/>
              <a:t>Every hour I wake, be near me
10-  MÊME SI J’AI GOÛTÉ  TON GRAND AMOUR </a:t>
            </a:r>
          </a:p>
          <a:p>
            <a:pPr>
              <a:defRPr/>
            </a:pPr>
            <a:r>
              <a:rPr lang="fr-FR" smtClean="0"/>
              <a:t>Though I've tasted and seen of Your great love</a:t>
            </a:r>
          </a:p>
          <a:p>
            <a:pPr>
              <a:defRPr/>
            </a:pPr>
            <a:r>
              <a:rPr lang="fr-FR" smtClean="0"/>
              <a:t>
11-  MONTRE-MOI TA GLOIRE  x4</a:t>
            </a:r>
          </a:p>
          <a:p>
            <a:pPr>
              <a:defRPr/>
            </a:pPr>
            <a:r>
              <a:rPr lang="fr-FR" smtClean="0"/>
              <a:t> Show me Your glory</a:t>
            </a:r>
          </a:p>
          <a:p>
            <a:pPr>
              <a:defRPr/>
            </a:pPr>
            <a:r>
              <a:rPr lang="fr-FR" smtClean="0"/>
              <a:t>
	Refrain 2 :</a:t>
            </a:r>
          </a:p>
          <a:p>
            <a:pPr>
              <a:defRPr/>
            </a:pPr>
            <a:r>
              <a:rPr lang="fr-FR" smtClean="0"/>
              <a:t>	12-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13-  NOUS VOULONS PLUS DE TOI, OH DIEU </a:t>
            </a:r>
          </a:p>
          <a:p>
            <a:pPr>
              <a:defRPr/>
            </a:pPr>
            <a:r>
              <a:rPr lang="fr-FR" smtClean="0"/>
              <a:t>	We're waiting with worship for more
	14-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	15-  NOUS COURONS  JUSQU’À TES BRAS D’AMOUR </a:t>
            </a:r>
          </a:p>
          <a:p>
            <a:pPr>
              <a:defRPr/>
            </a:pPr>
            <a:r>
              <a:rPr lang="fr-FR" smtClean="0"/>
              <a:t>	Lord we run Into Your loving arms
	16-  NOUS Y SOMMES EN SÉCURITÉ </a:t>
            </a:r>
          </a:p>
          <a:p>
            <a:pPr>
              <a:defRPr/>
            </a:pPr>
            <a:r>
              <a:rPr lang="fr-FR" smtClean="0"/>
              <a:t>	We're safe and secure in Your love
	17-  CAR SEUL TON AMOUR  PEUT ME COMBLER </a:t>
            </a:r>
          </a:p>
          <a:p>
            <a:pPr>
              <a:defRPr/>
            </a:pPr>
            <a:r>
              <a:rPr lang="fr-FR" smtClean="0"/>
              <a:t>	You're the only one that satisfies me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19-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20-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45547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smtClean="0"/>
              <a:t>All my hands have made I'm laying down
2-  OUI TOUT CE QUE J’AI  TOUS MES SUCCÈS </a:t>
            </a:r>
          </a:p>
          <a:p>
            <a:pPr>
              <a:defRPr/>
            </a:pPr>
            <a:r>
              <a:rPr lang="fr-FR" smtClean="0"/>
              <a:t>All that I hold dear, my many crowns
3-  J’AI VU ET GOÛTÉ TON GRAND AMOUR </a:t>
            </a:r>
          </a:p>
          <a:p>
            <a:pPr>
              <a:defRPr/>
            </a:pPr>
            <a:r>
              <a:rPr lang="fr-FR" smtClean="0"/>
              <a:t>I have tasted and seen of Your great love
4-  ET TU M’AS COMBLÉ  OUI TU M’AS COMBLÉ </a:t>
            </a:r>
          </a:p>
          <a:p>
            <a:pPr>
              <a:defRPr/>
            </a:pPr>
            <a:r>
              <a:rPr lang="fr-FR" smtClean="0"/>
              <a:t>You satisfy me, You satisfy me</a:t>
            </a:r>
          </a:p>
          <a:p>
            <a:pPr>
              <a:defRPr/>
            </a:pPr>
            <a:r>
              <a:rPr lang="fr-FR" smtClean="0"/>
              <a:t>
	Refrain 1 :</a:t>
            </a:r>
          </a:p>
          <a:p>
            <a:pPr>
              <a:defRPr/>
            </a:pPr>
            <a:r>
              <a:rPr lang="fr-FR" smtClean="0"/>
              <a:t>	5-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6-  NOUS VOULONS PLUS DE TOI, OH DIEU</a:t>
            </a:r>
          </a:p>
          <a:p>
            <a:pPr>
              <a:defRPr/>
            </a:pPr>
            <a:r>
              <a:rPr lang="fr-FR" smtClean="0"/>
              <a:t>	We're waiting with worship for more
	7-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8-  MON CONSTANT DÉSIR  PAR-DESSUS TOUT </a:t>
            </a:r>
          </a:p>
          <a:p>
            <a:pPr>
              <a:defRPr/>
            </a:pPr>
            <a:r>
              <a:rPr lang="fr-FR" smtClean="0"/>
              <a:t>My constant request above all things
9-  RESTE AUPRÈS DE MOI  CHAQUE HEURE, CHAQUE JOUR </a:t>
            </a:r>
          </a:p>
          <a:p>
            <a:pPr>
              <a:defRPr/>
            </a:pPr>
            <a:r>
              <a:rPr lang="fr-FR" smtClean="0"/>
              <a:t>Every hour I wake, be near me
10-  MÊME SI J’AI GOÛTÉ  TON GRAND AMOUR </a:t>
            </a:r>
          </a:p>
          <a:p>
            <a:pPr>
              <a:defRPr/>
            </a:pPr>
            <a:r>
              <a:rPr lang="fr-FR" smtClean="0"/>
              <a:t>Though I've tasted and seen of Your great love</a:t>
            </a:r>
          </a:p>
          <a:p>
            <a:pPr>
              <a:defRPr/>
            </a:pPr>
            <a:r>
              <a:rPr lang="fr-FR" smtClean="0"/>
              <a:t>
11-  MONTRE-MOI TA GLOIRE  x4</a:t>
            </a:r>
          </a:p>
          <a:p>
            <a:pPr>
              <a:defRPr/>
            </a:pPr>
            <a:r>
              <a:rPr lang="fr-FR" smtClean="0"/>
              <a:t> Show me Your glory</a:t>
            </a:r>
          </a:p>
          <a:p>
            <a:pPr>
              <a:defRPr/>
            </a:pPr>
            <a:r>
              <a:rPr lang="fr-FR" smtClean="0"/>
              <a:t>
	Refrain 2 :</a:t>
            </a:r>
          </a:p>
          <a:p>
            <a:pPr>
              <a:defRPr/>
            </a:pPr>
            <a:r>
              <a:rPr lang="fr-FR" smtClean="0"/>
              <a:t>	12-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13-  NOUS VOULONS PLUS DE TOI, OH DIEU </a:t>
            </a:r>
          </a:p>
          <a:p>
            <a:pPr>
              <a:defRPr/>
            </a:pPr>
            <a:r>
              <a:rPr lang="fr-FR" smtClean="0"/>
              <a:t>	We're waiting with worship for more
	14-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	15-  NOUS COURONS  JUSQU’À TES BRAS D’AMOUR </a:t>
            </a:r>
          </a:p>
          <a:p>
            <a:pPr>
              <a:defRPr/>
            </a:pPr>
            <a:r>
              <a:rPr lang="fr-FR" smtClean="0"/>
              <a:t>	Lord we run Into Your loving arms
	16-  NOUS Y SOMMES EN SÉCURITÉ </a:t>
            </a:r>
          </a:p>
          <a:p>
            <a:pPr>
              <a:defRPr/>
            </a:pPr>
            <a:r>
              <a:rPr lang="fr-FR" smtClean="0"/>
              <a:t>	We're safe and secure in Your love
	17-  CAR SEUL TON AMOUR  PEUT ME COMBLER </a:t>
            </a:r>
          </a:p>
          <a:p>
            <a:pPr>
              <a:defRPr/>
            </a:pPr>
            <a:r>
              <a:rPr lang="fr-FR" smtClean="0"/>
              <a:t>	You're the only one that satisfies me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19-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20-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56843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smtClean="0"/>
              <a:t>All my hands have made I'm laying down
2-  OUI TOUT CE QUE J’AI  TOUS MES SUCCÈS </a:t>
            </a:r>
          </a:p>
          <a:p>
            <a:pPr>
              <a:defRPr/>
            </a:pPr>
            <a:r>
              <a:rPr lang="fr-FR" smtClean="0"/>
              <a:t>All that I hold dear, my many crowns
3-  J’AI VU ET GOÛTÉ TON GRAND AMOUR </a:t>
            </a:r>
          </a:p>
          <a:p>
            <a:pPr>
              <a:defRPr/>
            </a:pPr>
            <a:r>
              <a:rPr lang="fr-FR" smtClean="0"/>
              <a:t>I have tasted and seen of Your great love
4-  ET TU M’AS COMBLÉ  OUI TU M’AS COMBLÉ </a:t>
            </a:r>
          </a:p>
          <a:p>
            <a:pPr>
              <a:defRPr/>
            </a:pPr>
            <a:r>
              <a:rPr lang="fr-FR" smtClean="0"/>
              <a:t>You satisfy me, You satisfy me</a:t>
            </a:r>
          </a:p>
          <a:p>
            <a:pPr>
              <a:defRPr/>
            </a:pPr>
            <a:r>
              <a:rPr lang="fr-FR" smtClean="0"/>
              <a:t>
	Refrain 1 :</a:t>
            </a:r>
          </a:p>
          <a:p>
            <a:pPr>
              <a:defRPr/>
            </a:pPr>
            <a:r>
              <a:rPr lang="fr-FR" smtClean="0"/>
              <a:t>	5-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6-  NOUS VOULONS PLUS DE TOI, OH DIEU</a:t>
            </a:r>
          </a:p>
          <a:p>
            <a:pPr>
              <a:defRPr/>
            </a:pPr>
            <a:r>
              <a:rPr lang="fr-FR" smtClean="0"/>
              <a:t>	We're waiting with worship for more
	7-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8-  MON CONSTANT DÉSIR  PAR-DESSUS TOUT </a:t>
            </a:r>
          </a:p>
          <a:p>
            <a:pPr>
              <a:defRPr/>
            </a:pPr>
            <a:r>
              <a:rPr lang="fr-FR" smtClean="0"/>
              <a:t>My constant request above all things
9-  RESTE AUPRÈS DE MOI  CHAQUE HEURE, CHAQUE JOUR </a:t>
            </a:r>
          </a:p>
          <a:p>
            <a:pPr>
              <a:defRPr/>
            </a:pPr>
            <a:r>
              <a:rPr lang="fr-FR" smtClean="0"/>
              <a:t>Every hour I wake, be near me
10-  MÊME SI J’AI GOÛTÉ  TON GRAND AMOUR </a:t>
            </a:r>
          </a:p>
          <a:p>
            <a:pPr>
              <a:defRPr/>
            </a:pPr>
            <a:r>
              <a:rPr lang="fr-FR" smtClean="0"/>
              <a:t>Though I've tasted and seen of Your great love</a:t>
            </a:r>
          </a:p>
          <a:p>
            <a:pPr>
              <a:defRPr/>
            </a:pPr>
            <a:r>
              <a:rPr lang="fr-FR" smtClean="0"/>
              <a:t>
11-  MONTRE-MOI TA GLOIRE  x4</a:t>
            </a:r>
          </a:p>
          <a:p>
            <a:pPr>
              <a:defRPr/>
            </a:pPr>
            <a:r>
              <a:rPr lang="fr-FR" smtClean="0"/>
              <a:t> Show me Your glory</a:t>
            </a:r>
          </a:p>
          <a:p>
            <a:pPr>
              <a:defRPr/>
            </a:pPr>
            <a:r>
              <a:rPr lang="fr-FR" smtClean="0"/>
              <a:t>
	Refrain 2 :</a:t>
            </a:r>
          </a:p>
          <a:p>
            <a:pPr>
              <a:defRPr/>
            </a:pPr>
            <a:r>
              <a:rPr lang="fr-FR" smtClean="0"/>
              <a:t>	12-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13-  NOUS VOULONS PLUS DE TOI, OH DIEU </a:t>
            </a:r>
          </a:p>
          <a:p>
            <a:pPr>
              <a:defRPr/>
            </a:pPr>
            <a:r>
              <a:rPr lang="fr-FR" smtClean="0"/>
              <a:t>	We're waiting with worship for more
	14-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	15-  NOUS COURONS  JUSQU’À TES BRAS D’AMOUR </a:t>
            </a:r>
          </a:p>
          <a:p>
            <a:pPr>
              <a:defRPr/>
            </a:pPr>
            <a:r>
              <a:rPr lang="fr-FR" smtClean="0"/>
              <a:t>	Lord we run Into Your loving arms
	16-  NOUS Y SOMMES EN SÉCURITÉ </a:t>
            </a:r>
          </a:p>
          <a:p>
            <a:pPr>
              <a:defRPr/>
            </a:pPr>
            <a:r>
              <a:rPr lang="fr-FR" smtClean="0"/>
              <a:t>	We're safe and secure in Your love
	17-  CAR SEUL TON AMOUR  PEUT ME COMBLER </a:t>
            </a:r>
          </a:p>
          <a:p>
            <a:pPr>
              <a:defRPr/>
            </a:pPr>
            <a:r>
              <a:rPr lang="fr-FR" smtClean="0"/>
              <a:t>	You're the only one that satisfies me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19-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20-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78965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smtClean="0"/>
              <a:t>All my hands have made I'm laying down
2-  OUI TOUT CE QUE J’AI  TOUS MES SUCCÈS </a:t>
            </a:r>
          </a:p>
          <a:p>
            <a:pPr>
              <a:defRPr/>
            </a:pPr>
            <a:r>
              <a:rPr lang="fr-FR" smtClean="0"/>
              <a:t>All that I hold dear, my many crowns
3-  J’AI VU ET GOÛTÉ TON GRAND AMOUR </a:t>
            </a:r>
          </a:p>
          <a:p>
            <a:pPr>
              <a:defRPr/>
            </a:pPr>
            <a:r>
              <a:rPr lang="fr-FR" smtClean="0"/>
              <a:t>I have tasted and seen of Your great love
4-  ET TU M’AS COMBLÉ  OUI TU M’AS COMBLÉ </a:t>
            </a:r>
          </a:p>
          <a:p>
            <a:pPr>
              <a:defRPr/>
            </a:pPr>
            <a:r>
              <a:rPr lang="fr-FR" smtClean="0"/>
              <a:t>You satisfy me, You satisfy me</a:t>
            </a:r>
          </a:p>
          <a:p>
            <a:pPr>
              <a:defRPr/>
            </a:pPr>
            <a:r>
              <a:rPr lang="fr-FR" smtClean="0"/>
              <a:t>
	Refrain 1 :</a:t>
            </a:r>
          </a:p>
          <a:p>
            <a:pPr>
              <a:defRPr/>
            </a:pPr>
            <a:r>
              <a:rPr lang="fr-FR" smtClean="0"/>
              <a:t>	5-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6-  NOUS VOULONS PLUS DE TOI, OH DIEU</a:t>
            </a:r>
          </a:p>
          <a:p>
            <a:pPr>
              <a:defRPr/>
            </a:pPr>
            <a:r>
              <a:rPr lang="fr-FR" smtClean="0"/>
              <a:t>	We're waiting with worship for more
	7-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8-  MON CONSTANT DÉSIR  PAR-DESSUS TOUT </a:t>
            </a:r>
          </a:p>
          <a:p>
            <a:pPr>
              <a:defRPr/>
            </a:pPr>
            <a:r>
              <a:rPr lang="fr-FR" smtClean="0"/>
              <a:t>My constant request above all things
9-  RESTE AUPRÈS DE MOI  CHAQUE HEURE, CHAQUE JOUR </a:t>
            </a:r>
          </a:p>
          <a:p>
            <a:pPr>
              <a:defRPr/>
            </a:pPr>
            <a:r>
              <a:rPr lang="fr-FR" smtClean="0"/>
              <a:t>Every hour I wake, be near me
10-  MÊME SI J’AI GOÛTÉ  TON GRAND AMOUR </a:t>
            </a:r>
          </a:p>
          <a:p>
            <a:pPr>
              <a:defRPr/>
            </a:pPr>
            <a:r>
              <a:rPr lang="fr-FR" smtClean="0"/>
              <a:t>Though I've tasted and seen of Your great love</a:t>
            </a:r>
          </a:p>
          <a:p>
            <a:pPr>
              <a:defRPr/>
            </a:pPr>
            <a:r>
              <a:rPr lang="fr-FR" smtClean="0"/>
              <a:t>
11-  MONTRE-MOI TA GLOIRE  x4</a:t>
            </a:r>
          </a:p>
          <a:p>
            <a:pPr>
              <a:defRPr/>
            </a:pPr>
            <a:r>
              <a:rPr lang="fr-FR" smtClean="0"/>
              <a:t> Show me Your glory</a:t>
            </a:r>
          </a:p>
          <a:p>
            <a:pPr>
              <a:defRPr/>
            </a:pPr>
            <a:r>
              <a:rPr lang="fr-FR" smtClean="0"/>
              <a:t>
	Refrain 2 :</a:t>
            </a:r>
          </a:p>
          <a:p>
            <a:pPr>
              <a:defRPr/>
            </a:pPr>
            <a:r>
              <a:rPr lang="fr-FR" smtClean="0"/>
              <a:t>	12-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13-  NOUS VOULONS PLUS DE TOI, OH DIEU </a:t>
            </a:r>
          </a:p>
          <a:p>
            <a:pPr>
              <a:defRPr/>
            </a:pPr>
            <a:r>
              <a:rPr lang="fr-FR" smtClean="0"/>
              <a:t>	We're waiting with worship for more
	14-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	15-  NOUS COURONS  JUSQU’À TES BRAS D’AMOUR </a:t>
            </a:r>
          </a:p>
          <a:p>
            <a:pPr>
              <a:defRPr/>
            </a:pPr>
            <a:r>
              <a:rPr lang="fr-FR" smtClean="0"/>
              <a:t>	Lord we run Into Your loving arms
	16-  NOUS Y SOMMES EN SÉCURITÉ </a:t>
            </a:r>
          </a:p>
          <a:p>
            <a:pPr>
              <a:defRPr/>
            </a:pPr>
            <a:r>
              <a:rPr lang="fr-FR" smtClean="0"/>
              <a:t>	We're safe and secure in Your love
	17-  CAR SEUL TON AMOUR  PEUT ME COMBLER </a:t>
            </a:r>
          </a:p>
          <a:p>
            <a:pPr>
              <a:defRPr/>
            </a:pPr>
            <a:r>
              <a:rPr lang="fr-FR" smtClean="0"/>
              <a:t>	You're the only one that satisfies me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19-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20-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2300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smtClean="0"/>
              <a:t>All my hands have made I'm laying down
2-  OUI TOUT CE QUE J’AI  TOUS MES SUCCÈS </a:t>
            </a:r>
          </a:p>
          <a:p>
            <a:pPr>
              <a:defRPr/>
            </a:pPr>
            <a:r>
              <a:rPr lang="fr-FR" smtClean="0"/>
              <a:t>All that I hold dear, my many crowns
3-  J’AI VU ET GOÛTÉ TON GRAND AMOUR </a:t>
            </a:r>
          </a:p>
          <a:p>
            <a:pPr>
              <a:defRPr/>
            </a:pPr>
            <a:r>
              <a:rPr lang="fr-FR" smtClean="0"/>
              <a:t>I have tasted and seen of Your great love
4-  ET TU M’AS COMBLÉ  OUI TU M’AS COMBLÉ </a:t>
            </a:r>
          </a:p>
          <a:p>
            <a:pPr>
              <a:defRPr/>
            </a:pPr>
            <a:r>
              <a:rPr lang="fr-FR" smtClean="0"/>
              <a:t>You satisfy me, You satisfy me</a:t>
            </a:r>
          </a:p>
          <a:p>
            <a:pPr>
              <a:defRPr/>
            </a:pPr>
            <a:r>
              <a:rPr lang="fr-FR" smtClean="0"/>
              <a:t>
	Refrain 1 :</a:t>
            </a:r>
          </a:p>
          <a:p>
            <a:pPr>
              <a:defRPr/>
            </a:pPr>
            <a:r>
              <a:rPr lang="fr-FR" smtClean="0"/>
              <a:t>	5-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6-  NOUS VOULONS PLUS DE TOI, OH DIEU</a:t>
            </a:r>
          </a:p>
          <a:p>
            <a:pPr>
              <a:defRPr/>
            </a:pPr>
            <a:r>
              <a:rPr lang="fr-FR" smtClean="0"/>
              <a:t>	We're waiting with worship for more
	7-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8-  MON CONSTANT DÉSIR  PAR-DESSUS TOUT </a:t>
            </a:r>
          </a:p>
          <a:p>
            <a:pPr>
              <a:defRPr/>
            </a:pPr>
            <a:r>
              <a:rPr lang="fr-FR" smtClean="0"/>
              <a:t>My constant request above all things
9-  RESTE AUPRÈS DE MOI  CHAQUE HEURE, CHAQUE JOUR </a:t>
            </a:r>
          </a:p>
          <a:p>
            <a:pPr>
              <a:defRPr/>
            </a:pPr>
            <a:r>
              <a:rPr lang="fr-FR" smtClean="0"/>
              <a:t>Every hour I wake, be near me
10-  MÊME SI J’AI GOÛTÉ  TON GRAND AMOUR </a:t>
            </a:r>
          </a:p>
          <a:p>
            <a:pPr>
              <a:defRPr/>
            </a:pPr>
            <a:r>
              <a:rPr lang="fr-FR" smtClean="0"/>
              <a:t>Though I've tasted and seen of Your great love</a:t>
            </a:r>
          </a:p>
          <a:p>
            <a:pPr>
              <a:defRPr/>
            </a:pPr>
            <a:r>
              <a:rPr lang="fr-FR" smtClean="0"/>
              <a:t>
11-  MONTRE-MOI TA GLOIRE  x4</a:t>
            </a:r>
          </a:p>
          <a:p>
            <a:pPr>
              <a:defRPr/>
            </a:pPr>
            <a:r>
              <a:rPr lang="fr-FR" smtClean="0"/>
              <a:t> Show me Your glory</a:t>
            </a:r>
          </a:p>
          <a:p>
            <a:pPr>
              <a:defRPr/>
            </a:pPr>
            <a:r>
              <a:rPr lang="fr-FR" smtClean="0"/>
              <a:t>
	Refrain 2 :</a:t>
            </a:r>
          </a:p>
          <a:p>
            <a:pPr>
              <a:defRPr/>
            </a:pPr>
            <a:r>
              <a:rPr lang="fr-FR" smtClean="0"/>
              <a:t>	12-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13-  NOUS VOULONS PLUS DE TOI, OH DIEU </a:t>
            </a:r>
          </a:p>
          <a:p>
            <a:pPr>
              <a:defRPr/>
            </a:pPr>
            <a:r>
              <a:rPr lang="fr-FR" smtClean="0"/>
              <a:t>	We're waiting with worship for more
	14-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	15-  NOUS COURONS  JUSQU’À TES BRAS D’AMOUR </a:t>
            </a:r>
          </a:p>
          <a:p>
            <a:pPr>
              <a:defRPr/>
            </a:pPr>
            <a:r>
              <a:rPr lang="fr-FR" smtClean="0"/>
              <a:t>	Lord we run Into Your loving arms
	16-  NOUS Y SOMMES EN SÉCURITÉ </a:t>
            </a:r>
          </a:p>
          <a:p>
            <a:pPr>
              <a:defRPr/>
            </a:pPr>
            <a:r>
              <a:rPr lang="fr-FR" smtClean="0"/>
              <a:t>	We're safe and secure in Your love
	17-  CAR SEUL TON AMOUR  PEUT ME COMBLER </a:t>
            </a:r>
          </a:p>
          <a:p>
            <a:pPr>
              <a:defRPr/>
            </a:pPr>
            <a:r>
              <a:rPr lang="fr-FR" smtClean="0"/>
              <a:t>	You're the only one that satisfies me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19-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20-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43531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smtClean="0"/>
              <a:t>1-  CE QUE MES MAINS ONT FAIT  JE TE LE REMETS </a:t>
            </a:r>
          </a:p>
          <a:p>
            <a:pPr>
              <a:defRPr/>
            </a:pPr>
            <a:r>
              <a:rPr lang="fr-FR" smtClean="0"/>
              <a:t>All my hands have made I'm laying down
2-  OUI TOUT CE QUE J’AI  TOUS MES SUCCÈS </a:t>
            </a:r>
          </a:p>
          <a:p>
            <a:pPr>
              <a:defRPr/>
            </a:pPr>
            <a:r>
              <a:rPr lang="fr-FR" smtClean="0"/>
              <a:t>All that I hold dear, my many crowns
3-  J’AI VU ET GOÛTÉ TON GRAND AMOUR </a:t>
            </a:r>
          </a:p>
          <a:p>
            <a:pPr>
              <a:defRPr/>
            </a:pPr>
            <a:r>
              <a:rPr lang="fr-FR" smtClean="0"/>
              <a:t>I have tasted and seen of Your great love
4-  ET TU M’AS COMBLÉ  OUI TU M’AS COMBLÉ </a:t>
            </a:r>
          </a:p>
          <a:p>
            <a:pPr>
              <a:defRPr/>
            </a:pPr>
            <a:r>
              <a:rPr lang="fr-FR" smtClean="0"/>
              <a:t>You satisfy me, You satisfy me</a:t>
            </a:r>
          </a:p>
          <a:p>
            <a:pPr>
              <a:defRPr/>
            </a:pPr>
            <a:r>
              <a:rPr lang="fr-FR" smtClean="0"/>
              <a:t>
	Refrain 1 :</a:t>
            </a:r>
          </a:p>
          <a:p>
            <a:pPr>
              <a:defRPr/>
            </a:pPr>
            <a:r>
              <a:rPr lang="fr-FR" smtClean="0"/>
              <a:t>	5-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6-  NOUS VOULONS PLUS DE TOI, OH DIEU</a:t>
            </a:r>
          </a:p>
          <a:p>
            <a:pPr>
              <a:defRPr/>
            </a:pPr>
            <a:r>
              <a:rPr lang="fr-FR" smtClean="0"/>
              <a:t>	We're waiting with worship for more
	7-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8-  MON CONSTANT DÉSIR  PAR-DESSUS TOUT </a:t>
            </a:r>
          </a:p>
          <a:p>
            <a:pPr>
              <a:defRPr/>
            </a:pPr>
            <a:r>
              <a:rPr lang="fr-FR" smtClean="0"/>
              <a:t>My constant request above all things
9-  RESTE AUPRÈS DE MOI  CHAQUE HEURE, CHAQUE JOUR </a:t>
            </a:r>
          </a:p>
          <a:p>
            <a:pPr>
              <a:defRPr/>
            </a:pPr>
            <a:r>
              <a:rPr lang="fr-FR" smtClean="0"/>
              <a:t>Every hour I wake, be near me
10-  MÊME SI J’AI GOÛTÉ  TON GRAND AMOUR </a:t>
            </a:r>
          </a:p>
          <a:p>
            <a:pPr>
              <a:defRPr/>
            </a:pPr>
            <a:r>
              <a:rPr lang="fr-FR" smtClean="0"/>
              <a:t>Though I've tasted and seen of Your great love</a:t>
            </a:r>
          </a:p>
          <a:p>
            <a:pPr>
              <a:defRPr/>
            </a:pPr>
            <a:r>
              <a:rPr lang="fr-FR" smtClean="0"/>
              <a:t>
11-  MONTRE-MOI TA GLOIRE  x4</a:t>
            </a:r>
          </a:p>
          <a:p>
            <a:pPr>
              <a:defRPr/>
            </a:pPr>
            <a:r>
              <a:rPr lang="fr-FR" smtClean="0"/>
              <a:t> Show me Your glory</a:t>
            </a:r>
          </a:p>
          <a:p>
            <a:pPr>
              <a:defRPr/>
            </a:pPr>
            <a:r>
              <a:rPr lang="fr-FR" smtClean="0"/>
              <a:t>
	Refrain 2 :</a:t>
            </a:r>
          </a:p>
          <a:p>
            <a:pPr>
              <a:defRPr/>
            </a:pPr>
            <a:r>
              <a:rPr lang="fr-FR" smtClean="0"/>
              <a:t>	12-  ESPRIT VIENS  OUVRE LA PORTE DES CIEUX </a:t>
            </a:r>
          </a:p>
          <a:p>
            <a:pPr>
              <a:defRPr/>
            </a:pPr>
            <a:r>
              <a:rPr lang="fr-FR" smtClean="0"/>
              <a:t>	Spirit fall Open up heaven's door
	13-  NOUS VOULONS PLUS DE TOI, OH DIEU </a:t>
            </a:r>
          </a:p>
          <a:p>
            <a:pPr>
              <a:defRPr/>
            </a:pPr>
            <a:r>
              <a:rPr lang="fr-FR" smtClean="0"/>
              <a:t>	We're waiting with worship for more
	14-  CAR SEUL TON AMOUR  PEUT ME COMBLER </a:t>
            </a:r>
          </a:p>
          <a:p>
            <a:pPr>
              <a:defRPr/>
            </a:pPr>
            <a:r>
              <a:rPr lang="fr-FR" smtClean="0"/>
              <a:t>	You're the only love that satisfies me</a:t>
            </a:r>
          </a:p>
          <a:p>
            <a:pPr>
              <a:defRPr/>
            </a:pPr>
            <a:r>
              <a:rPr lang="fr-FR" smtClean="0"/>
              <a:t>
	15-  NOUS COURONS  JUSQU’À TES BRAS D’AMOUR </a:t>
            </a:r>
          </a:p>
          <a:p>
            <a:pPr>
              <a:defRPr/>
            </a:pPr>
            <a:r>
              <a:rPr lang="fr-FR" smtClean="0"/>
              <a:t>	Lord we run Into Your loving arms
	16-  NOUS Y SOMMES EN SÉCURITÉ </a:t>
            </a:r>
          </a:p>
          <a:p>
            <a:pPr>
              <a:defRPr/>
            </a:pPr>
            <a:r>
              <a:rPr lang="fr-FR" smtClean="0"/>
              <a:t>	We're safe and secure in Your love
	17-  CAR SEUL TON AMOUR  PEUT ME COMBLER </a:t>
            </a:r>
          </a:p>
          <a:p>
            <a:pPr>
              <a:defRPr/>
            </a:pPr>
            <a:r>
              <a:rPr lang="fr-FR" smtClean="0"/>
              <a:t>	You're the only one that satisfies me</a:t>
            </a:r>
          </a:p>
          <a:p>
            <a:pPr>
              <a:defRPr/>
            </a:pPr>
            <a:r>
              <a:rPr lang="fr-FR" smtClean="0"/>
              <a:t>
Pont :</a:t>
            </a:r>
          </a:p>
          <a:p>
            <a:pPr>
              <a:defRPr/>
            </a:pPr>
            <a:r>
              <a:rPr lang="fr-FR" smtClean="0"/>
              <a:t>18-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19-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20-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2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 QUE MES MAINS ONT FAIT  JE TE LE REMETS </a:t>
            </a:r>
          </a:p>
          <a:p>
            <a:r>
              <a:rPr lang="fr-FR" smtClean="0"/>
              <a:t>All my hands have made I'm laying down
2-  OUI TOUT CE QUE J’AI  TOUS MES SUCCÈS </a:t>
            </a:r>
          </a:p>
          <a:p>
            <a:r>
              <a:rPr lang="fr-FR" smtClean="0"/>
              <a:t>All that I hold dear, my many crowns
3-  J’AI VU ET GOÛTÉ TON GRAND AMOUR </a:t>
            </a:r>
          </a:p>
          <a:p>
            <a:r>
              <a:rPr lang="fr-FR" smtClean="0"/>
              <a:t>I have tasted and seen of Your great love
4-  ET TU M’AS COMBLÉ  OUI TU M’AS COMBLÉ </a:t>
            </a:r>
          </a:p>
          <a:p>
            <a:r>
              <a:rPr lang="fr-FR" smtClean="0"/>
              <a:t>You satisfy me, You satisfy me</a:t>
            </a:r>
          </a:p>
          <a:p>
            <a:r>
              <a:rPr lang="fr-FR" smtClean="0"/>
              <a:t>
	Refrain 1 :</a:t>
            </a:r>
          </a:p>
          <a:p>
            <a:r>
              <a:rPr lang="fr-FR" smtClean="0"/>
              <a:t>	5-  ESPRIT VIENS  OUVRE LA PORTE DES CIEUX </a:t>
            </a:r>
          </a:p>
          <a:p>
            <a:r>
              <a:rPr lang="fr-FR" smtClean="0"/>
              <a:t>	Spirit fall Open up heaven's door
	6-  NOUS VOULONS PLUS DE TOI, OH DIEU</a:t>
            </a:r>
          </a:p>
          <a:p>
            <a:r>
              <a:rPr lang="fr-FR" smtClean="0"/>
              <a:t>	We're waiting with worship for more
	7-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8-  MON CONSTANT DÉSIR  PAR-DESSUS TOUT </a:t>
            </a:r>
          </a:p>
          <a:p>
            <a:r>
              <a:rPr lang="fr-FR" smtClean="0"/>
              <a:t>My constant request above all things
9-  RESTE AUPRÈS DE MOI  CHAQUE HEURE, CHAQUE JOUR </a:t>
            </a:r>
          </a:p>
          <a:p>
            <a:r>
              <a:rPr lang="fr-FR" smtClean="0"/>
              <a:t>Every hour I wake, be near me
10-  MÊME SI J’AI GOÛTÉ  TON GRAND AMOUR </a:t>
            </a:r>
          </a:p>
          <a:p>
            <a:r>
              <a:rPr lang="fr-FR" smtClean="0"/>
              <a:t>Though I've tasted and seen of Your great love</a:t>
            </a:r>
          </a:p>
          <a:p>
            <a:r>
              <a:rPr lang="fr-FR" smtClean="0"/>
              <a:t>
11-  MONTRE-MOI TA GLOIRE  x4</a:t>
            </a:r>
          </a:p>
          <a:p>
            <a:r>
              <a:rPr lang="fr-FR" smtClean="0"/>
              <a:t> Show me Your glory</a:t>
            </a:r>
          </a:p>
          <a:p>
            <a:r>
              <a:rPr lang="fr-FR" smtClean="0"/>
              <a:t>
	Refrain 2 :</a:t>
            </a:r>
          </a:p>
          <a:p>
            <a:r>
              <a:rPr lang="fr-FR" smtClean="0"/>
              <a:t>	12-  ESPRIT VIENS  OUVRE LA PORTE DES CIEUX </a:t>
            </a:r>
          </a:p>
          <a:p>
            <a:r>
              <a:rPr lang="fr-FR" smtClean="0"/>
              <a:t>	Spirit fall Open up heaven's door
	13-  NOUS VOULONS PLUS DE TOI, OH DIEU </a:t>
            </a:r>
          </a:p>
          <a:p>
            <a:r>
              <a:rPr lang="fr-FR" smtClean="0"/>
              <a:t>	We're waiting with worship for more
	14-  CAR SEUL TON AMOUR  PEUT ME COMBLER </a:t>
            </a:r>
          </a:p>
          <a:p>
            <a:r>
              <a:rPr lang="fr-FR" smtClean="0"/>
              <a:t>	You're the only love that satisfies me</a:t>
            </a:r>
          </a:p>
          <a:p>
            <a:r>
              <a:rPr lang="fr-FR" smtClean="0"/>
              <a:t>
	15-  NOUS COURONS  JUSQU’À TES BRAS D’AMOUR </a:t>
            </a:r>
          </a:p>
          <a:p>
            <a:r>
              <a:rPr lang="fr-FR" smtClean="0"/>
              <a:t>	Lord we run Into Your loving arms
	16-  NOUS Y SOMMES EN SÉCURITÉ </a:t>
            </a:r>
          </a:p>
          <a:p>
            <a:r>
              <a:rPr lang="fr-FR" smtClean="0"/>
              <a:t>	We're safe and secure in Your love
	17-  CAR SEUL TON AMOUR  PEUT ME COMBLER </a:t>
            </a:r>
          </a:p>
          <a:p>
            <a:r>
              <a:rPr lang="fr-FR" smtClean="0"/>
              <a:t>	You're the only one that satisfies me</a:t>
            </a:r>
          </a:p>
          <a:p>
            <a:r>
              <a:rPr lang="fr-FR" smtClean="0"/>
              <a:t>
Pont :</a:t>
            </a:r>
          </a:p>
          <a:p>
            <a:r>
              <a:rPr lang="fr-FR" smtClean="0"/>
              <a:t>18-  LAISSE-MOI SANS VOIX, ÉMERVEILLÉ </a:t>
            </a:r>
          </a:p>
          <a:p>
            <a:r>
              <a:rPr lang="fr-FR" smtClean="0"/>
              <a:t>Leave me astounded, leave me amazed
19-  MONTRE-NOUS TA GLOIRE  VIENS NOUS SUBMERGER </a:t>
            </a:r>
          </a:p>
          <a:p>
            <a:r>
              <a:rPr lang="fr-FR" smtClean="0"/>
              <a:t>Show off Your glory, let heaven invade
20-  NOUS ATTENDONS  EN LOUANGE, EN ADORATION </a:t>
            </a:r>
          </a:p>
          <a:p>
            <a:r>
              <a:rPr lang="fr-FR" smtClean="0"/>
              <a:t>We're waiting with worship We're waiting with praise
21-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endParaRPr lang="fr-FR" smtClean="0"/>
          </a:p>
          <a:p>
            <a:r>
              <a:rPr lang="fr-FR" smtClean="0"/>
              <a:t>Pont :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7806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 QUE MES MAINS ONT FAIT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TE LE REMETS</a:t>
            </a:r>
          </a:p>
        </p:txBody>
      </p:sp>
    </p:spTree>
    <p:extLst>
      <p:ext uri="{BB962C8B-B14F-4D97-AF65-F5344CB8AC3E}">
        <p14:creationId xmlns:p14="http://schemas.microsoft.com/office/powerpoint/2010/main" val="33114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 TOUT CE QUE J’AI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TOUS MES SUCCÈS</a:t>
            </a:r>
          </a:p>
        </p:txBody>
      </p:sp>
    </p:spTree>
    <p:extLst>
      <p:ext uri="{BB962C8B-B14F-4D97-AF65-F5344CB8AC3E}">
        <p14:creationId xmlns:p14="http://schemas.microsoft.com/office/powerpoint/2010/main" val="2206258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VU ET GOÛTÉ TON GRAND AMOUR</a:t>
            </a:r>
          </a:p>
        </p:txBody>
      </p:sp>
    </p:spTree>
    <p:extLst>
      <p:ext uri="{BB962C8B-B14F-4D97-AF65-F5344CB8AC3E}">
        <p14:creationId xmlns:p14="http://schemas.microsoft.com/office/powerpoint/2010/main" val="214513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TU M’AS COMBLÉ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 TU M’AS COMBLÉ</a:t>
            </a:r>
          </a:p>
        </p:txBody>
      </p:sp>
    </p:spTree>
    <p:extLst>
      <p:ext uri="{BB962C8B-B14F-4D97-AF65-F5344CB8AC3E}">
        <p14:creationId xmlns:p14="http://schemas.microsoft.com/office/powerpoint/2010/main" val="73039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ESPRIT VIENS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OUVRE LA PORTE DES CIEUX</a:t>
            </a:r>
          </a:p>
        </p:txBody>
      </p:sp>
    </p:spTree>
    <p:extLst>
      <p:ext uri="{BB962C8B-B14F-4D97-AF65-F5344CB8AC3E}">
        <p14:creationId xmlns:p14="http://schemas.microsoft.com/office/powerpoint/2010/main" val="340244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VOULONS PLUS DE TOI, OH DIEU</a:t>
            </a:r>
          </a:p>
        </p:txBody>
      </p:sp>
    </p:spTree>
    <p:extLst>
      <p:ext uri="{BB962C8B-B14F-4D97-AF65-F5344CB8AC3E}">
        <p14:creationId xmlns:p14="http://schemas.microsoft.com/office/powerpoint/2010/main" val="254056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SEUL TON AMOUR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PEUT ME COMBLER</a:t>
            </a:r>
          </a:p>
        </p:txBody>
      </p:sp>
    </p:spTree>
    <p:extLst>
      <p:ext uri="{BB962C8B-B14F-4D97-AF65-F5344CB8AC3E}">
        <p14:creationId xmlns:p14="http://schemas.microsoft.com/office/powerpoint/2010/main" val="1715357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MON CONSTANT DÉSIR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PAR-DESSUS TOUT</a:t>
            </a:r>
          </a:p>
        </p:txBody>
      </p:sp>
    </p:spTree>
    <p:extLst>
      <p:ext uri="{BB962C8B-B14F-4D97-AF65-F5344CB8AC3E}">
        <p14:creationId xmlns:p14="http://schemas.microsoft.com/office/powerpoint/2010/main" val="3761604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RESTE AUPRÈS DE MOI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CHAQUE HEURE, CHAQUE JOUR</a:t>
            </a:r>
          </a:p>
        </p:txBody>
      </p:sp>
    </p:spTree>
    <p:extLst>
      <p:ext uri="{BB962C8B-B14F-4D97-AF65-F5344CB8AC3E}">
        <p14:creationId xmlns:p14="http://schemas.microsoft.com/office/powerpoint/2010/main" val="103715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MÊME SI J’AI GOÛTÉ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TON GRAND AMOUR</a:t>
            </a:r>
          </a:p>
        </p:txBody>
      </p:sp>
    </p:spTree>
    <p:extLst>
      <p:ext uri="{BB962C8B-B14F-4D97-AF65-F5344CB8AC3E}">
        <p14:creationId xmlns:p14="http://schemas.microsoft.com/office/powerpoint/2010/main" val="241417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MONTRE-MOI TA GLOIRE</a:t>
            </a:r>
          </a:p>
        </p:txBody>
      </p:sp>
    </p:spTree>
    <p:extLst>
      <p:ext uri="{BB962C8B-B14F-4D97-AF65-F5344CB8AC3E}">
        <p14:creationId xmlns:p14="http://schemas.microsoft.com/office/powerpoint/2010/main" val="331131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ESPRIT VIENS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OUVRE LA PORTE DES CIEUX</a:t>
            </a:r>
          </a:p>
        </p:txBody>
      </p:sp>
    </p:spTree>
    <p:extLst>
      <p:ext uri="{BB962C8B-B14F-4D97-AF65-F5344CB8AC3E}">
        <p14:creationId xmlns:p14="http://schemas.microsoft.com/office/powerpoint/2010/main" val="290971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VOULONS PLUS DE TOI, OH DIEU</a:t>
            </a:r>
          </a:p>
        </p:txBody>
      </p:sp>
    </p:spTree>
    <p:extLst>
      <p:ext uri="{BB962C8B-B14F-4D97-AF65-F5344CB8AC3E}">
        <p14:creationId xmlns:p14="http://schemas.microsoft.com/office/powerpoint/2010/main" val="4172412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SEUL TON AMOUR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PEUT ME COMBLER</a:t>
            </a:r>
          </a:p>
        </p:txBody>
      </p:sp>
    </p:spTree>
    <p:extLst>
      <p:ext uri="{BB962C8B-B14F-4D97-AF65-F5344CB8AC3E}">
        <p14:creationId xmlns:p14="http://schemas.microsoft.com/office/powerpoint/2010/main" val="994271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COURONS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JUSQU’À TES BRAS D’AMOUR</a:t>
            </a:r>
          </a:p>
        </p:txBody>
      </p:sp>
    </p:spTree>
    <p:extLst>
      <p:ext uri="{BB962C8B-B14F-4D97-AF65-F5344CB8AC3E}">
        <p14:creationId xmlns:p14="http://schemas.microsoft.com/office/powerpoint/2010/main" val="2541135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Y SOMMES EN SÉCURITÉ</a:t>
            </a:r>
          </a:p>
        </p:txBody>
      </p:sp>
    </p:spTree>
    <p:extLst>
      <p:ext uri="{BB962C8B-B14F-4D97-AF65-F5344CB8AC3E}">
        <p14:creationId xmlns:p14="http://schemas.microsoft.com/office/powerpoint/2010/main" val="3558192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SEUL TON 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PEUT ME COMBLER</a:t>
            </a:r>
          </a:p>
        </p:txBody>
      </p:sp>
    </p:spTree>
    <p:extLst>
      <p:ext uri="{BB962C8B-B14F-4D97-AF65-F5344CB8AC3E}">
        <p14:creationId xmlns:p14="http://schemas.microsoft.com/office/powerpoint/2010/main" val="822578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LAISSE-MOI SANS VOIX, ÉMERVEILLÉ</a:t>
            </a:r>
          </a:p>
        </p:txBody>
      </p:sp>
    </p:spTree>
    <p:extLst>
      <p:ext uri="{BB962C8B-B14F-4D97-AF65-F5344CB8AC3E}">
        <p14:creationId xmlns:p14="http://schemas.microsoft.com/office/powerpoint/2010/main" val="364469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MONTRE-NOUS TA GLOIRE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VIENS NOUS SUBMERGER</a:t>
            </a:r>
          </a:p>
        </p:txBody>
      </p:sp>
    </p:spTree>
    <p:extLst>
      <p:ext uri="{BB962C8B-B14F-4D97-AF65-F5344CB8AC3E}">
        <p14:creationId xmlns:p14="http://schemas.microsoft.com/office/powerpoint/2010/main" val="1885973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ATTENDONS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 LOUANGE, EN ADORATION</a:t>
            </a:r>
          </a:p>
        </p:txBody>
      </p:sp>
    </p:spTree>
    <p:extLst>
      <p:ext uri="{BB962C8B-B14F-4D97-AF65-F5344CB8AC3E}">
        <p14:creationId xmlns:p14="http://schemas.microsoft.com/office/powerpoint/2010/main" val="2583547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TA PUISSANTE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VIENNE NOUS SUBMERGER</a:t>
            </a:r>
          </a:p>
        </p:txBody>
      </p:sp>
    </p:spTree>
    <p:extLst>
      <p:ext uri="{BB962C8B-B14F-4D97-AF65-F5344CB8AC3E}">
        <p14:creationId xmlns:p14="http://schemas.microsoft.com/office/powerpoint/2010/main" val="1390589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944</Words>
  <Application>Microsoft Office PowerPoint</Application>
  <PresentationFormat>Affichage à l'écran (4:3)</PresentationFormat>
  <Paragraphs>1464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101</cp:revision>
  <dcterms:created xsi:type="dcterms:W3CDTF">2002-08-17T13:12:10Z</dcterms:created>
  <dcterms:modified xsi:type="dcterms:W3CDTF">2022-05-28T10:40:56Z</dcterms:modified>
</cp:coreProperties>
</file>