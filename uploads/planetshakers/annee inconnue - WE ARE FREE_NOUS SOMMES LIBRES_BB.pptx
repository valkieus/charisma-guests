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31" r:id="rId2"/>
    <p:sldId id="358" r:id="rId3"/>
    <p:sldId id="357" r:id="rId4"/>
    <p:sldId id="359" r:id="rId5"/>
    <p:sldId id="356" r:id="rId6"/>
    <p:sldId id="355" r:id="rId7"/>
    <p:sldId id="366" r:id="rId8"/>
    <p:sldId id="354" r:id="rId9"/>
    <p:sldId id="353" r:id="rId10"/>
    <p:sldId id="361" r:id="rId11"/>
    <p:sldId id="352" r:id="rId12"/>
    <p:sldId id="351" r:id="rId13"/>
    <p:sldId id="350" r:id="rId14"/>
    <p:sldId id="360" r:id="rId15"/>
    <p:sldId id="349" r:id="rId16"/>
    <p:sldId id="348" r:id="rId17"/>
    <p:sldId id="364" r:id="rId18"/>
    <p:sldId id="347" r:id="rId19"/>
    <p:sldId id="346" r:id="rId20"/>
    <p:sldId id="345" r:id="rId21"/>
    <p:sldId id="344" r:id="rId22"/>
    <p:sldId id="343" r:id="rId23"/>
    <p:sldId id="342" r:id="rId24"/>
    <p:sldId id="341" r:id="rId25"/>
    <p:sldId id="340" r:id="rId26"/>
    <p:sldId id="363" r:id="rId27"/>
    <p:sldId id="365" r:id="rId28"/>
    <p:sldId id="338" r:id="rId29"/>
    <p:sldId id="337" r:id="rId30"/>
    <p:sldId id="336" r:id="rId31"/>
    <p:sldId id="335" r:id="rId32"/>
    <p:sldId id="334" r:id="rId33"/>
    <p:sldId id="333" r:id="rId34"/>
    <p:sldId id="362" r:id="rId3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4" autoAdjust="0"/>
    <p:restoredTop sz="39612" autoAdjust="0"/>
  </p:normalViewPr>
  <p:slideViewPr>
    <p:cSldViewPr>
      <p:cViewPr varScale="1">
        <p:scale>
          <a:sx n="30" d="100"/>
          <a:sy n="30" d="100"/>
        </p:scale>
        <p:origin x="252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6479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415781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699413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602468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406117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381504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052661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392348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428735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650209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68294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448527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501036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195590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922289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017218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474579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271246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373879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078133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182748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5458455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590559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302136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456473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928665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231703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9152265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5395229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327912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9013185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9456591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30885310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17568731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LES CHAINES SONT BRISÉS CAR TU AS PARLÉ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Chains are broken, cause You have spoken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C'EST ACCOMPLIT À LA CROIX AUJOURD'HUI JE VIS EN LIBERTÉ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finished on the cross Now I'm living in Your freedom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OH OH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PAR LA PUISSANCE DE TON ESPRIT LES CAPTIFS SONT LIBÉRÉS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power of Your Spirit Every captive is released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TU ES MA SEULE RAISON DE VIVRE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this purpose, I am living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JÉSUS TU M'AS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8-  RIEN NE POURRA M'ARRÊTER 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JÉSUS CHRIST M'A RENDU LIBRE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JE TE CHANTERAI DE TOUT MON CŒUR JE TE LOUERAI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12-  EN DÉPIT DE TOUS LES DÉFIES 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victory, 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OH OH OH OH OH OH OH  
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JE M'ABANDONNE À TA BONTÉ JE SUIS COUVERT PAR TA GRÂCE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surrounded by Your goodness I am covered by Your grace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MON CŒUR EST REMPLI DE RECONNAISSANCE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heart is grateful, forever thankful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CAR JÉSUS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You have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18-  RIEN NE POURRA M'ARRÊTER RIEN NE POURRA M'EMPÊCHER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hold me back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Nothingʼs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to keep me down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
19-  JÉSUS CHRIST M'A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 has set me free,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Iʻm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indeed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EN VÉRITÉ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22-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23-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24-  EN DÉPIT DE TOUS LES DÉFIES TU ME RENDS PLUS QUE VAINQUEUR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won the victory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25-  TU M'AS RENDU LIBRE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 NOUS SOMMES LIBRES NOUS SOMMES LIBRES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free, we are free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ET NOUS AVONS LA VICTOIRE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have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OH OH OH OH OH 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29-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30-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31-  JE TE CHANTERAI DE TOUT MON CŒUR JE TE LOUERAI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give You praise With everything I 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Iʼll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praise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32-  EN DÉPIT DE TOUS LES DÉFIES TU ME RENDS PLUS QUE VAINQUEUR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Whatever may come my way You have won the victory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33-  TU M'AS RENDU LIBRE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set me free</a:t>
            </a:r>
            <a:r>
              <a:rPr lang="fr-FR" dirty="0">
                <a:effectLst/>
              </a:rPr>
              <a:t>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34-  OH OH OH OH OH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CHAINES SONT BRISÉS CAR TU AS PARLÉ 
2-  C'EST ACCOMPLIT À LA CROIX AUJOURD'HUI JE VIS EN LIBERTÉ 
3-  JÉSUS TU M'AS RENDU LIBRE </a:t>
            </a:r>
          </a:p>
          <a:p>
            <a:r>
              <a:rPr lang="fr-FR"/>
              <a:t>
4-  OH OH OH OH OH OH OH  </a:t>
            </a:r>
          </a:p>
          <a:p>
            <a:r>
              <a:rPr lang="fr-FR"/>
              <a:t>
5-  PAR LA PUISSANCE DE TON ESPRIT LES CAPTIFS SONT LIBÉRÉS 
6-  TU ES MA SEULE RAISON DE VIVRE 
7-  JÉSUS TU M'AS RENDU LIBRE 
8-  RIEN NE POURRA M'ARRÊTER  RIEN NE POURRA M'EMPÊCHER 
9-  JÉSUS CHRIST M'A RENDU LIBRE 
10-  EN VÉRITÉ  </a:t>
            </a:r>
          </a:p>
          <a:p>
            <a:r>
              <a:rPr lang="fr-FR"/>
              <a:t>
	11-  JE TE CHANTERAI DE TOUT MON CŒUR JE TE LOUERAI 
	12-  EN DÉPIT DE TOUS LES DÉFIES  TU ME RENDS PLUS QUE VAINQUEUR 
	13-  TU M'AS RENDU LIBRE 
</a:t>
            </a:r>
          </a:p>
          <a:p>
            <a:r>
              <a:rPr lang="fr-FR"/>
              <a:t>	14-  OH OH OH OH OH OH OH  
</a:t>
            </a:r>
          </a:p>
          <a:p>
            <a:r>
              <a:rPr lang="fr-FR"/>
              <a:t>15-  JE M'ABANDONNE À TA BONTÉ JE SUIS COUVERT PAR TA GRÂCE 
16-  MON CŒUR EST REMPLI DE RECONNAISSANCE 
17-  CAR JÉSUS TU M'AS RENDU LIBRE  
18-  RIEN NE POURRA M'ARRÊTER RIEN NE POURRA M'EMPÊCHER    
19-  JÉSUS CHRIST M'A RENDU LIBRE 
20-  EN VÉRITÉ  </a:t>
            </a:r>
          </a:p>
          <a:p>
            <a:r>
              <a:rPr lang="fr-FR"/>
              <a:t>
	21-  JE TE CHANTERAI DE TOUT MON CŒUR JE TE LOUERAI 
	22-  EN DÉPIT DE TOUS LES DÉFIES TU ME RENDS PLUS QUE VAINQUEUR 
	23-  JE TE CHANTERAI DE TOUT MON CŒUR JE TE LOUERAI 
	24-  EN DÉPIT DE TOUS LES DÉFIES TU ME RENDS PLUS QUE VAINQUEUR 
	25-  TU M'AS RENDU LIBRE 
</a:t>
            </a:r>
          </a:p>
          <a:p>
            <a:endParaRPr lang="fr-FR"/>
          </a:p>
          <a:p>
            <a:r>
              <a:rPr lang="fr-FR"/>
              <a:t>PONT</a:t>
            </a:r>
          </a:p>
          <a:p>
            <a:r>
              <a:rPr lang="fr-FR"/>
              <a:t>26-  NOUS SOMMES LIBRES NOUS SOMMES LIBRES 
27-  ET NOUS AVONS LA VICTOIRE </a:t>
            </a:r>
          </a:p>
          <a:p>
            <a:r>
              <a:rPr lang="fr-FR"/>
              <a:t>(BOUCLE)</a:t>
            </a:r>
          </a:p>
          <a:p>
            <a:r>
              <a:rPr lang="fr-FR"/>
              <a:t>
28-  OH OH OH OH OH  </a:t>
            </a:r>
          </a:p>
          <a:p>
            <a:r>
              <a:rPr lang="fr-FR"/>
              <a:t>
29-  JE TE CHANTERAI DE TOUT MON CŒUR JE TE LOUERAI 
30-  EN DÉPIT DE TOUS LES DÉFIES TU ME RENDS PLUS QUE VAINQUEUR 
31-  JE TE CHANTERAI DE TOUT MON CŒUR JE TE LOUERAI 
32-  EN DÉPIT DE TOUS LES DÉFIES TU ME RENDS PLUS QUE VAINQUEUR 
33-  TU M'AS RENDU LIBRE </a:t>
            </a:r>
          </a:p>
          <a:p>
            <a:r>
              <a:rPr lang="fr-FR"/>
              <a:t>
34-  OH OH OH OH OH 
</a:t>
            </a:r>
          </a:p>
        </p:txBody>
      </p:sp>
    </p:spTree>
    <p:extLst>
      <p:ext uri="{BB962C8B-B14F-4D97-AF65-F5344CB8AC3E}">
        <p14:creationId xmlns:p14="http://schemas.microsoft.com/office/powerpoint/2010/main" val="45496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CHAÎNES SONT BRISÉES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TU AS PARLÉ</a:t>
            </a:r>
          </a:p>
        </p:txBody>
      </p:sp>
    </p:spTree>
    <p:extLst>
      <p:ext uri="{BB962C8B-B14F-4D97-AF65-F5344CB8AC3E}">
        <p14:creationId xmlns:p14="http://schemas.microsoft.com/office/powerpoint/2010/main" val="3266927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ACCOMPLI À LA 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JE VIS EN LIBERTÉ</a:t>
            </a:r>
          </a:p>
        </p:txBody>
      </p:sp>
    </p:spTree>
    <p:extLst>
      <p:ext uri="{BB962C8B-B14F-4D97-AF65-F5344CB8AC3E}">
        <p14:creationId xmlns:p14="http://schemas.microsoft.com/office/powerpoint/2010/main" val="36196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TU M'AS RENDU LIBRE</a:t>
            </a:r>
          </a:p>
        </p:txBody>
      </p:sp>
    </p:spTree>
    <p:extLst>
      <p:ext uri="{BB962C8B-B14F-4D97-AF65-F5344CB8AC3E}">
        <p14:creationId xmlns:p14="http://schemas.microsoft.com/office/powerpoint/2010/main" val="90338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OH OH OH OH OH OH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862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LA PUISSANCE DE TON 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CAPTIFS SONT LIBÉRÉS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3643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MA SEULE RAISON DE VIVRE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440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TU M'AS RENDU LIBRE</a:t>
            </a:r>
          </a:p>
        </p:txBody>
      </p:sp>
    </p:spTree>
    <p:extLst>
      <p:ext uri="{BB962C8B-B14F-4D97-AF65-F5344CB8AC3E}">
        <p14:creationId xmlns:p14="http://schemas.microsoft.com/office/powerpoint/2010/main" val="144058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POURRA M'ARRÊTER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POURRA M'EMPÊCHER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580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JÉSUS-CHRIST M'A RENDU LIBRE</a:t>
            </a:r>
          </a:p>
        </p:txBody>
      </p:sp>
    </p:spTree>
    <p:extLst>
      <p:ext uri="{BB962C8B-B14F-4D97-AF65-F5344CB8AC3E}">
        <p14:creationId xmlns:p14="http://schemas.microsoft.com/office/powerpoint/2010/main" val="962562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VÉRITÉ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MON CŒUR JE TE LOUERAI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023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DÉPIT DE TOUS LES DÉFIS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RENDS PLUS QUE VAINQUEUR</a:t>
            </a:r>
          </a:p>
        </p:txBody>
      </p:sp>
    </p:spTree>
    <p:extLst>
      <p:ext uri="{BB962C8B-B14F-4D97-AF65-F5344CB8AC3E}">
        <p14:creationId xmlns:p14="http://schemas.microsoft.com/office/powerpoint/2010/main" val="2356318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M'AS RENDU LIBRE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8238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OH OH OH OH OH OH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873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M'ABANDONNE À TA BONTÉ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COUVERT PAR TA GRÂCE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1918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EST REMPLI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RECONNAISSANCE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3194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JÉSUS, TU M'AS RENDU LIBRE </a:t>
            </a:r>
          </a:p>
        </p:txBody>
      </p:sp>
    </p:spTree>
    <p:extLst>
      <p:ext uri="{BB962C8B-B14F-4D97-AF65-F5344CB8AC3E}">
        <p14:creationId xmlns:p14="http://schemas.microsoft.com/office/powerpoint/2010/main" val="3691044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POURRA M'ARRÊTER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POURRA M'EMPÊCHER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3740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JÉSUS-CHRIST M'A RENDU LIBRE</a:t>
            </a:r>
          </a:p>
        </p:txBody>
      </p:sp>
    </p:spTree>
    <p:extLst>
      <p:ext uri="{BB962C8B-B14F-4D97-AF65-F5344CB8AC3E}">
        <p14:creationId xmlns:p14="http://schemas.microsoft.com/office/powerpoint/2010/main" val="2039494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VÉRITÉ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236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MON CŒUR JE TE LOUERAI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8922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DÉPIT DE TOUS LES DÉFIS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RENDS PLUS QUE VAINQUEUR</a:t>
            </a:r>
          </a:p>
        </p:txBody>
      </p:sp>
    </p:spTree>
    <p:extLst>
      <p:ext uri="{BB962C8B-B14F-4D97-AF65-F5344CB8AC3E}">
        <p14:creationId xmlns:p14="http://schemas.microsoft.com/office/powerpoint/2010/main" val="3325588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MON CŒUR JE TE LOUERAI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9907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DÉPIT DE TOUS LES DÉFIS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RENDS PLUS QUE VAINQUEUR</a:t>
            </a:r>
          </a:p>
        </p:txBody>
      </p:sp>
    </p:spTree>
    <p:extLst>
      <p:ext uri="{BB962C8B-B14F-4D97-AF65-F5344CB8AC3E}">
        <p14:creationId xmlns:p14="http://schemas.microsoft.com/office/powerpoint/2010/main" val="3185822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M'AS RENDU LIBRE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7566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LIBRES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LIBRES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3082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NOUS AVONS LA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250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OH OH OH OH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819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MON CŒUR JE TE LOUERAI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7733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DÉPIT DE TOUS LES DÉFIS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RENDS PLUS QUE VAINQUEUR</a:t>
            </a:r>
          </a:p>
        </p:txBody>
      </p:sp>
    </p:spTree>
    <p:extLst>
      <p:ext uri="{BB962C8B-B14F-4D97-AF65-F5344CB8AC3E}">
        <p14:creationId xmlns:p14="http://schemas.microsoft.com/office/powerpoint/2010/main" val="318540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MON CŒUR JE TE LOUERAI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9550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DÉPIT DE TOUS LES DÉFIS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RENDS PLUS QUE VAINQUEUR</a:t>
            </a:r>
          </a:p>
        </p:txBody>
      </p:sp>
    </p:spTree>
    <p:extLst>
      <p:ext uri="{BB962C8B-B14F-4D97-AF65-F5344CB8AC3E}">
        <p14:creationId xmlns:p14="http://schemas.microsoft.com/office/powerpoint/2010/main" val="933451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M'AS RENDU LIBRE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8177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OH 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48301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1210</Words>
  <Application>Microsoft Macintosh PowerPoint</Application>
  <PresentationFormat>Affichage à l'écran (4:3)</PresentationFormat>
  <Paragraphs>2841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Ruth JASOR-YOMO</cp:lastModifiedBy>
  <cp:revision>222</cp:revision>
  <dcterms:created xsi:type="dcterms:W3CDTF">2002-08-17T10:50:50Z</dcterms:created>
  <dcterms:modified xsi:type="dcterms:W3CDTF">2019-05-26T07:31:16Z</dcterms:modified>
</cp:coreProperties>
</file>