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6" r:id="rId2"/>
    <p:sldId id="292" r:id="rId3"/>
    <p:sldId id="297" r:id="rId4"/>
    <p:sldId id="290" r:id="rId5"/>
    <p:sldId id="289" r:id="rId6"/>
    <p:sldId id="288" r:id="rId7"/>
    <p:sldId id="293" r:id="rId8"/>
    <p:sldId id="287" r:id="rId9"/>
    <p:sldId id="286" r:id="rId10"/>
    <p:sldId id="285" r:id="rId11"/>
    <p:sldId id="284" r:id="rId12"/>
    <p:sldId id="283" r:id="rId13"/>
    <p:sldId id="282" r:id="rId14"/>
    <p:sldId id="281" r:id="rId15"/>
    <p:sldId id="280" r:id="rId16"/>
    <p:sldId id="279" r:id="rId17"/>
    <p:sldId id="278" r:id="rId18"/>
    <p:sldId id="277" r:id="rId19"/>
    <p:sldId id="276" r:id="rId20"/>
    <p:sldId id="275" r:id="rId21"/>
    <p:sldId id="274" r:id="rId22"/>
    <p:sldId id="295" r:id="rId23"/>
    <p:sldId id="273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3942" autoAdjust="0"/>
  </p:normalViewPr>
  <p:slideViewPr>
    <p:cSldViewPr>
      <p:cViewPr>
        <p:scale>
          <a:sx n="30" d="100"/>
          <a:sy n="30" d="100"/>
        </p:scale>
        <p:origin x="-882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enthroned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everything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seated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Turn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Make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louder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any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other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name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change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presence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invades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broken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chains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Prison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doors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giving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free!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Our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rain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celebrate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King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glory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enter 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 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</a:t>
            </a:r>
          </a:p>
          <a:p>
            <a:r>
              <a:rPr lang="fr-FR" smtClean="0"/>
              <a:t>
2-  PAR NOS CHANTS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3-  PRENDS LE TRÔNE AU-DESSUS DE TOUT DANS NOS LOUANGES VIENS SIÉGER  X2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
5-  QUAND TU ES ÉLEVÉ  TU CHANGES L’ATMOSPHÈRE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</a:t>
            </a:r>
          </a:p>
          <a:p>
            <a:r>
              <a:rPr lang="fr-FR" smtClean="0"/>
              <a:t>
	9-  QUE NOS LOUANGES  RÉSONNENT PLUS FORT  </a:t>
            </a:r>
          </a:p>
          <a:p>
            <a:r>
              <a:rPr lang="fr-FR" smtClean="0"/>
              <a:t>	Make it louder than any other</a:t>
            </a:r>
          </a:p>
          <a:p>
            <a:r>
              <a:rPr lang="fr-FR" smtClean="0"/>
              <a:t>
	10-  CRIE SON NOM POUR L’ÉLEVER </a:t>
            </a:r>
          </a:p>
          <a:p>
            <a:r>
              <a:rPr lang="fr-FR" smtClean="0"/>
              <a:t>	Lift Him up and shout His name </a:t>
            </a:r>
          </a:p>
          <a:p>
            <a:r>
              <a:rPr lang="fr-FR" smtClean="0"/>
              <a:t>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</a:t>
            </a:r>
          </a:p>
          <a:p>
            <a:r>
              <a:rPr lang="fr-FR" smtClean="0"/>
              <a:t>
13-  TA PRÉSENCE EST LIBÉRÉE</a:t>
            </a:r>
          </a:p>
          <a:p>
            <a:r>
              <a:rPr lang="fr-FR" smtClean="0"/>
              <a:t>As your presence now invades</a:t>
            </a:r>
          </a:p>
          <a:p>
            <a:r>
              <a:rPr lang="fr-FR" smtClean="0"/>
              <a:t> 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</a:t>
            </a:r>
          </a:p>
          <a:p>
            <a:r>
              <a:rPr lang="fr-FR" smtClean="0"/>
              <a:t> 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endParaRPr lang="fr-FR" smtClean="0"/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</a:t>
            </a:r>
          </a:p>
          <a:p>
            <a:r>
              <a:rPr lang="fr-FR" smtClean="0"/>
              <a:t>
21-  LE ROI DE GLOIRE FAIT SON ENTRÉE  </a:t>
            </a:r>
          </a:p>
          <a:p>
            <a:r>
              <a:rPr lang="fr-FR" smtClean="0"/>
              <a:t>King of glory enter in</a:t>
            </a:r>
          </a:p>
          <a:p>
            <a:r>
              <a:rPr lang="fr-FR" smtClean="0"/>
              <a:t>
22-  PAR NOS LOUANGES SOIS COURONNÉ </a:t>
            </a:r>
          </a:p>
          <a:p>
            <a:r>
              <a:rPr lang="fr-FR" smtClean="0"/>
              <a:t>You are riding on our praise</a:t>
            </a:r>
          </a:p>
          <a:p>
            <a:r>
              <a:rPr lang="fr-FR" smtClean="0"/>
              <a:t>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Refrain :    x2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T’ÉLEVONS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NOS CHANTS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COURONNÉ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LE TRÔNE AU-DESSUS DE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NOS LOUANGES VIENS SIÉGER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PROPHÉTIQUE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QUELQUE CHOSE DANS L’AIR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CHANGES L’ATMOSPHÈRE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OUVERTS À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D’UNE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 OOOH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MONTE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CÉLÉBRER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RÉSONNENT PLUS FORT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SON NOM POUR L’ÉLEVER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ENCORE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LOUONS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EST CHANGÉ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LIBÉRÉE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ENTEND DES CHAÎNES SE BRISER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PRISONS S’EFFONDRER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PROPHÉTIQUE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Y A QUELQUE CHOSE DANS L’AIR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CHANGES L’ATMOSPHÈRE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OUVERTS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D’UNE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PLUIE DESCEND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NOS CRIS POUR CÉLÉBRER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DE GLOIRE FAIT SON ENTRÉE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NOS LOUANGES SOIS COURONNÉ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973</Words>
  <Application>Microsoft Office PowerPoint</Application>
  <PresentationFormat>Affichage à l'écran (4:3)</PresentationFormat>
  <Paragraphs>2613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160</cp:revision>
  <dcterms:created xsi:type="dcterms:W3CDTF">2002-08-17T10:50:50Z</dcterms:created>
  <dcterms:modified xsi:type="dcterms:W3CDTF">2019-05-26T07:49:53Z</dcterms:modified>
</cp:coreProperties>
</file>