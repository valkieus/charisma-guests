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7" r:id="rId2"/>
    <p:sldId id="316" r:id="rId3"/>
    <p:sldId id="321" r:id="rId4"/>
    <p:sldId id="315" r:id="rId5"/>
    <p:sldId id="313" r:id="rId6"/>
    <p:sldId id="322" r:id="rId7"/>
    <p:sldId id="312" r:id="rId8"/>
    <p:sldId id="323" r:id="rId9"/>
    <p:sldId id="311" r:id="rId10"/>
    <p:sldId id="303" r:id="rId11"/>
    <p:sldId id="302" r:id="rId12"/>
    <p:sldId id="324" r:id="rId13"/>
    <p:sldId id="301" r:id="rId14"/>
    <p:sldId id="325" r:id="rId15"/>
    <p:sldId id="300" r:id="rId16"/>
    <p:sldId id="326" r:id="rId17"/>
    <p:sldId id="299" r:id="rId18"/>
    <p:sldId id="32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5" autoAdjust="0"/>
    <p:restoredTop sz="40915" autoAdjust="0"/>
  </p:normalViewPr>
  <p:slideViewPr>
    <p:cSldViewPr>
      <p:cViewPr varScale="1">
        <p:scale>
          <a:sx n="26" d="100"/>
          <a:sy n="26" d="100"/>
        </p:scale>
        <p:origin x="54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
3-  JE CROIS EN TOUT TEMPS  QUE TU ES DIGNES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world: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JÉSUS, JE LOUERAI TON NOM BIEN HAUT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
	9-  J’ÉLÈVE TON NOM HAUT PLUS HAUT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
11-  IL ES DIGNE D'ÊTRE LOUÉ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
13-  NOUS T'ÉLEVONS BIEN HAUT  D'UNE MÊME VOIX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one accord
14-  TU ES DIGNE D'ÊTRE LOUÉ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
2-  QU'IMPORTE CE QUE JE RESSENS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
3-  JE CROIS EN TOUT TEMPS  QUE TU ES DIGNES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4-  MES LOUANGES  SONT TOUTES À TOI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All my praise Belongs to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
	6-  BIEN HAUT JE CHANTERAI  TU ES LE PLUS GRAND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
	7-  DIGNES D'ÊTRE ÉLEVÉ  TU ES LE PLUS GRAND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
	8-  JÉSUS, JE LOUERAI TON NOM BIEN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
	9-  J’ÉLÈVE TON NOM HAUT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
11-  IL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
12-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
13-  NOUS T'ÉLEVONS BIEN HAUT  D'UNE MÊME VOIX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
14-  TU ES DIGNE D'ÊTRE LOUÉ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
15-  QUE LA TERRE ENTIÈRE  CRIE POUR LE ROI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
17-  JÉSUS JE VAIS T’ÉLEVER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J’ÉLÈVE TON NOM PLUS HAUT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lift Your name up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 </a:t>
            </a:r>
          </a:p>
          <a:p>
            <a:r>
              <a:rPr lang="fr-FR" smtClean="0"/>
              <a:t>1-  JE VEUX DONNER CE QUE TU MÉRITES NE RIEN GARDER TOUT TE DONNER </a:t>
            </a:r>
          </a:p>
          <a:p>
            <a:r>
              <a:rPr lang="fr-FR" smtClean="0"/>
              <a:t>I wanna give You what You deserve And hold nothing in reserve
2-  QU'IMPORTE CE QUE JE RESSENS </a:t>
            </a:r>
          </a:p>
          <a:p>
            <a:r>
              <a:rPr lang="fr-FR" smtClean="0"/>
              <a:t>No matter how I'm feeling
3-  JE CROIS EN TOUT TEMPS  QUE TU ES DIGNES </a:t>
            </a:r>
          </a:p>
          <a:p>
            <a:r>
              <a:rPr lang="fr-FR" smtClean="0"/>
              <a:t>I still believe it's what You deserve</a:t>
            </a:r>
          </a:p>
          <a:p>
            <a:endParaRPr lang="fr-FR" smtClean="0"/>
          </a:p>
          <a:p>
            <a:r>
              <a:rPr lang="fr-FR" smtClean="0"/>
              <a:t>	Pré-Refrain : 
	4-  MES LOUANGES  SONT TOUTES À TOI  x2 </a:t>
            </a:r>
          </a:p>
          <a:p>
            <a:r>
              <a:rPr lang="fr-FR" smtClean="0"/>
              <a:t>	All my praise Belongs to You</a:t>
            </a:r>
          </a:p>
          <a:p>
            <a:endParaRPr lang="fr-FR" smtClean="0"/>
          </a:p>
          <a:p>
            <a:r>
              <a:rPr lang="fr-FR" smtClean="0"/>
              <a:t>	Refrain :
	5-  JE CRIERAI DANS CE MONDE  TU ES LE PLUS GRAND  </a:t>
            </a:r>
          </a:p>
          <a:p>
            <a:r>
              <a:rPr lang="fr-FR" smtClean="0"/>
              <a:t>	I'll shout it to the world: You're the greatest
	6-  BIEN HAUT JE CHANTERAI  TU ES LE PLUS GRAND  </a:t>
            </a:r>
          </a:p>
          <a:p>
            <a:r>
              <a:rPr lang="fr-FR" smtClean="0"/>
              <a:t>	I'll sing it till it's heard: You're the greatest
	7-  DIGNES D'ÊTRE ÉLEVÉ  TU ES LE PLUS GRAND </a:t>
            </a:r>
          </a:p>
          <a:p>
            <a:r>
              <a:rPr lang="fr-FR" smtClean="0"/>
              <a:t>	It's what You deserve: You're the greatest
	8-  JÉSUS, JE LOUERAI TON NOM BIEN HAUT </a:t>
            </a:r>
          </a:p>
          <a:p>
            <a:r>
              <a:rPr lang="fr-FR" smtClean="0"/>
              <a:t>	Jesus, I will lift Your name up high
	9-  J’ÉLÈVE TON NOM HAUT PLUS HAUT </a:t>
            </a:r>
          </a:p>
          <a:p>
            <a:r>
              <a:rPr lang="fr-FR" smtClean="0"/>
              <a:t>	I will lift Your name up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 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Pont 1 :
10-  QUE TOUT CE QUI RESPIRE  LOUE LE SEIGNEUR  </a:t>
            </a:r>
          </a:p>
          <a:p>
            <a:r>
              <a:rPr lang="fr-FR" smtClean="0"/>
              <a:t>Let everything that has breath praise the Lord
11-  IL ES DIGNE D'ÊTRE LOUÉ  </a:t>
            </a:r>
          </a:p>
          <a:p>
            <a:r>
              <a:rPr lang="fr-FR" smtClean="0"/>
              <a:t>He is worthy to be praised
12-  QUE LA TERRE ENTIÈRE  CRIE POUR LE ROI </a:t>
            </a:r>
          </a:p>
          <a:p>
            <a:r>
              <a:rPr lang="fr-FR" smtClean="0"/>
              <a:t>Everybody shout unto the Lord
13-  NOUS T'ÉLEVONS BIEN HAUT  D'UNE MÊME VOIX </a:t>
            </a:r>
          </a:p>
          <a:p>
            <a:r>
              <a:rPr lang="fr-FR" smtClean="0"/>
              <a:t>We lift You higher, sing in one accord
14-  TU ES DIGNE D'ÊTRE LOUÉ  </a:t>
            </a:r>
          </a:p>
          <a:p>
            <a:r>
              <a:rPr lang="fr-FR" smtClean="0"/>
              <a:t>You are worthy to be praised
15-  QUE LA TERRE ENTIÈRE  CRIE POUR LE ROI </a:t>
            </a:r>
          </a:p>
          <a:p>
            <a:r>
              <a:rPr lang="fr-FR" smtClean="0"/>
              <a:t>Everybody shout unto the Lord</a:t>
            </a:r>
          </a:p>
          <a:p>
            <a:endParaRPr lang="fr-FR" smtClean="0"/>
          </a:p>
          <a:p>
            <a:r>
              <a:rPr lang="fr-FR" smtClean="0"/>
              <a:t>Pont 2 :
16-  TU ES LE PLUS GRAND  x3</a:t>
            </a:r>
          </a:p>
          <a:p>
            <a:r>
              <a:rPr lang="fr-FR" smtClean="0"/>
              <a:t>You're the greatest
17-  JÉSUS JE VAIS T’ÉLEVER PLUS HAUT </a:t>
            </a:r>
          </a:p>
          <a:p>
            <a:r>
              <a:rPr lang="fr-FR" smtClean="0"/>
              <a:t>Jesus, I will lift Your name up high</a:t>
            </a:r>
          </a:p>
          <a:p>
            <a:r>
              <a:rPr lang="fr-FR" smtClean="0"/>
              <a:t>18- J’ÉLÈVE TON NOM PLUS HAUT </a:t>
            </a:r>
          </a:p>
          <a:p>
            <a:r>
              <a:rPr lang="fr-FR" smtClean="0"/>
              <a:t>I will lift Your name up high</a:t>
            </a:r>
          </a:p>
          <a:p>
            <a:endParaRPr lang="fr-FR" smtClean="0"/>
          </a:p>
          <a:p>
            <a:r>
              <a:rPr lang="fr-FR" smtClean="0"/>
              <a:t>Pont 1 :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34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DONNER CE QUE TU MÉRITES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RIEN GARDER, TOUT TE DONNER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QU'IMPORTE CE QUE JE RESSENS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TOUT TEMPS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DIGNE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LOUANGES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TOUTES À TOI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CRIERAI DANS CE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JE CHANTERAI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D'ÊTRE ÉLEVÉ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JE LOUERAI TON NOM BIEN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 HAUT, PLUS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QUI RESPIRE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 LE SEIGNEUR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DIGNE D'ÊTRE LOUÉ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TERRE ENTIÈRE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T'ÉLEVONS BIEN HAUT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DIGNE D'ÊTRE LOUÉ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TERRE ENTIÈRE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JE VAIS T’ÉLEVER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 PLUS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144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1178</Words>
  <Application>Microsoft Office PowerPoint</Application>
  <PresentationFormat>Affichage à l'écran (4:3)</PresentationFormat>
  <Paragraphs>1396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175</cp:revision>
  <dcterms:created xsi:type="dcterms:W3CDTF">2002-08-17T10:50:50Z</dcterms:created>
  <dcterms:modified xsi:type="dcterms:W3CDTF">2022-05-28T13:17:36Z</dcterms:modified>
</cp:coreProperties>
</file>