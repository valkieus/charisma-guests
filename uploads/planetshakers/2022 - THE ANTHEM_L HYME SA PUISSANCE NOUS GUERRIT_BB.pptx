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5" r:id="rId2"/>
    <p:sldId id="296" r:id="rId3"/>
    <p:sldId id="295" r:id="rId4"/>
    <p:sldId id="294" r:id="rId5"/>
    <p:sldId id="293" r:id="rId6"/>
    <p:sldId id="297" r:id="rId7"/>
    <p:sldId id="291" r:id="rId8"/>
    <p:sldId id="290" r:id="rId9"/>
    <p:sldId id="289" r:id="rId10"/>
    <p:sldId id="286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65172" autoAdjust="0"/>
  </p:normalViewPr>
  <p:slideViewPr>
    <p:cSldViewPr>
      <p:cViewPr varScale="1">
        <p:scale>
          <a:sx n="45" d="100"/>
          <a:sy n="45" d="100"/>
        </p:scale>
        <p:origin x="197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09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6479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stripes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SES MAINS PERCÉES NOUS RENDENT LIBRES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nail-pierced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hands,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
3-  ET SON SANG PURIFIE NOTRE VICTOIRE EST EN LUI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washed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clean,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LE PÉCHÉ IL A BRISÉ  JÉSUS A VAINCU LA MORT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power of sin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overcame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
5-  IL NOUS A DÉLIVRÉS  JÉSUS EST BIEN PLUS FORT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won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won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ALLÉLUIA, OUI LA VICTOIRE EST À TOI ALLÉLUIA, TU AS TOUT GAGNÉ POUR MOI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Hallelujah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have won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Hallelujah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have won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for me
	7-  LA MORT N'A PU TE GARDER TU ES RESSUSCITÉ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Death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down, You are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King
	8-  TU RÈGNES EN MAJESTÉ TU ES ROI À JAMAIS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Seated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majesty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are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King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9-  NOTRE DIEU EST VRAI IL VIT EN MOI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alive
10-  VICTORIEUX À JAMAIS  IL RÉGNERA              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won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reigns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high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  x2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SA PUISSANCE NOUS GUÉRIT</a:t>
            </a:r>
          </a:p>
          <a:p>
            <a:r>
              <a:rPr lang="fr-FR" smtClean="0"/>
              <a:t>By His stripes, we are healed
2-  SES MAINS PERCÉES NOUS RENDENT LIBRES</a:t>
            </a:r>
          </a:p>
          <a:p>
            <a:r>
              <a:rPr lang="fr-FR" smtClean="0"/>
              <a:t>By His nail-pierced hands, we're free
3-  ET SON SANG PURIFIE NOTRE VICTOIRE EST EN LUI</a:t>
            </a:r>
          </a:p>
          <a:p>
            <a:r>
              <a:rPr lang="fr-FR" smtClean="0"/>
              <a:t>By His blood, we're washed clean, Now we have the victory
4-  LE PÉCHÉ IL A BRISÉ  JÉSUS A VAINCU LA MORT</a:t>
            </a:r>
          </a:p>
          <a:p>
            <a:r>
              <a:rPr lang="fr-FR" smtClean="0"/>
              <a:t>The power of sin is broken, Jesus overcame it all
5-  IL NOUS A DÉLIVRÉS  JÉSUS EST BIEN PLUS FORT</a:t>
            </a:r>
          </a:p>
          <a:p>
            <a:r>
              <a:rPr lang="fr-FR" smtClean="0"/>
              <a:t>He has won our freedom, Jesus has won it all</a:t>
            </a:r>
          </a:p>
          <a:p>
            <a:endParaRPr lang="fr-FR" smtClean="0"/>
          </a:p>
          <a:p>
            <a:r>
              <a:rPr lang="fr-FR" smtClean="0"/>
              <a:t>	Refrain :
	6-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7-  LA MORT N'A PU TE GARDER TU ES RESSUSCITÉ</a:t>
            </a:r>
          </a:p>
          <a:p>
            <a:r>
              <a:rPr lang="fr-FR" smtClean="0"/>
              <a:t>                        Death could not hold You down, You are the risen King
	8-  TU RÈGNES EN MAJESTÉ TU ES ROI À JAMAIS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9-  NOTRE DIEU EST VRAI IL VIT EN MOI</a:t>
            </a:r>
          </a:p>
          <a:p>
            <a:r>
              <a:rPr lang="fr-FR" smtClean="0"/>
              <a:t>Our God is risen, He is alive
10-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145105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stripes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SES MAINS PERCÉES NOUS RENDENT LIBRES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nail-pierced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hands,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
3-  ET SON SANG PURIFIE NOTRE VICTOIRE EST EN LUI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washed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clean,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LE PÉCHÉ IL A BRISÉ  JÉSUS A VAINCU LA MORT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power of sin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overcame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
5-  IL NOUS A DÉLIVRÉS  JÉSUS EST BIEN PLUS FORT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won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won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ALLÉLUIA, OUI LA VICTOIRE EST À TOI ALLÉLUIA, TU AS TOUT GAGNÉ POUR MOI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Hallelujah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have won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Hallelujah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have won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for me
	7-  LA MORT N'A PU TE GARDER TU ES RESSUSCITÉ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Death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down, You are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King
	8-  TU RÈGNES EN MAJESTÉ TU ES ROI À JAMAIS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Seated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majesty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are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King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9-  NOTRE DIEU EST VRAI IL VIT EN MOI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alive
10-  VICTORIEUX À JAMAIS  IL RÉGNERA              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won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reigns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high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  x2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SA PUISSANCE NOUS GUÉRIT</a:t>
            </a:r>
          </a:p>
          <a:p>
            <a:r>
              <a:rPr lang="fr-FR" smtClean="0"/>
              <a:t>By His stripes, we are healed
2-  SES MAINS PERCÉES NOUS RENDENT LIBRES</a:t>
            </a:r>
          </a:p>
          <a:p>
            <a:r>
              <a:rPr lang="fr-FR" smtClean="0"/>
              <a:t>By His nail-pierced hands, we're free
3-  ET SON SANG PURIFIE NOTRE VICTOIRE EST EN LUI</a:t>
            </a:r>
          </a:p>
          <a:p>
            <a:r>
              <a:rPr lang="fr-FR" smtClean="0"/>
              <a:t>By His blood, we're washed clean, Now we have the victory
4-  LE PÉCHÉ IL A BRISÉ  JÉSUS A VAINCU LA MORT</a:t>
            </a:r>
          </a:p>
          <a:p>
            <a:r>
              <a:rPr lang="fr-FR" smtClean="0"/>
              <a:t>The power of sin is broken, Jesus overcame it all
5-  IL NOUS A DÉLIVRÉS  JÉSUS EST BIEN PLUS FORT</a:t>
            </a:r>
          </a:p>
          <a:p>
            <a:r>
              <a:rPr lang="fr-FR" smtClean="0"/>
              <a:t>He has won our freedom, Jesus has won it all</a:t>
            </a:r>
          </a:p>
          <a:p>
            <a:endParaRPr lang="fr-FR" smtClean="0"/>
          </a:p>
          <a:p>
            <a:r>
              <a:rPr lang="fr-FR" smtClean="0"/>
              <a:t>	Refrain :
	6-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7-  LA MORT N'A PU TE GARDER TU ES RESSUSCITÉ</a:t>
            </a:r>
          </a:p>
          <a:p>
            <a:r>
              <a:rPr lang="fr-FR" smtClean="0"/>
              <a:t>                        Death could not hold You down, You are the risen King
	8-  TU RÈGNES EN MAJESTÉ TU ES ROI À JAMAIS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9-  NOTRE DIEU EST VRAI IL VIT EN MOI</a:t>
            </a:r>
          </a:p>
          <a:p>
            <a:r>
              <a:rPr lang="fr-FR" smtClean="0"/>
              <a:t>Our God is risen, He is alive
10-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07358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stripes, we are healed
2-  SES MAINS PERCÉES NOUS RENDENT LIBRES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nail-pierced hands, we're free
3-  ET SON SANG PURIFIE NOTRE VICTOIRE EST EN LUI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blood, we're washed clean, Now we have the victory
4-  LE PÉCHÉ IL A BRISÉ  JÉSUS A VAINCU LA MORT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power of sin is broken, Jesus overcame it all
5-  IL NOUS A DÉLIVRÉS  JÉSUS EST BIEN PLUS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won our freedom, Jesus has won it all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ALLÉLUIA, OUI LA VICTOIRE EST À TOI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Hallelujah, You have won the victory Hallelujah, You have won it all for me
	7-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Death could not hold You down, You are the risen King
	8-  TU RÈGNES EN MAJESTÉ TU ES ROI À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9-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God is risen, He is alive
10-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won the victory, He reigns on high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  x2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SA PUISSANCE NOUS GUÉRIT</a:t>
            </a:r>
          </a:p>
          <a:p>
            <a:r>
              <a:rPr lang="fr-FR" smtClean="0"/>
              <a:t>By His stripes, we are healed
2-  SES MAINS PERCÉES NOUS RENDENT LIBRES</a:t>
            </a:r>
          </a:p>
          <a:p>
            <a:r>
              <a:rPr lang="fr-FR" smtClean="0"/>
              <a:t>By His nail-pierced hands, we're free
3-  ET SON SANG PURIFIE NOTRE VICTOIRE EST EN LUI</a:t>
            </a:r>
          </a:p>
          <a:p>
            <a:r>
              <a:rPr lang="fr-FR" smtClean="0"/>
              <a:t>By His blood, we're washed clean, Now we have the victory
4-  LE PÉCHÉ IL A BRISÉ  JÉSUS A VAINCU LA MORT</a:t>
            </a:r>
          </a:p>
          <a:p>
            <a:r>
              <a:rPr lang="fr-FR" smtClean="0"/>
              <a:t>The power of sin is broken, Jesus overcame it all
5-  IL NOUS A DÉLIVRÉS  JÉSUS EST BIEN PLUS FORT</a:t>
            </a:r>
          </a:p>
          <a:p>
            <a:r>
              <a:rPr lang="fr-FR" smtClean="0"/>
              <a:t>He has won our freedom, Jesus has won it all</a:t>
            </a:r>
          </a:p>
          <a:p>
            <a:endParaRPr lang="fr-FR" smtClean="0"/>
          </a:p>
          <a:p>
            <a:r>
              <a:rPr lang="fr-FR" smtClean="0"/>
              <a:t>	Refrain :
	6-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7-  LA MORT N'A PU TE GARDER TU ES RESSUSCITÉ</a:t>
            </a:r>
          </a:p>
          <a:p>
            <a:r>
              <a:rPr lang="fr-FR" smtClean="0"/>
              <a:t>                        Death could not hold You down, You are the risen King
	8-  TU RÈGNES EN MAJESTÉ TU ES ROI À JAMAIS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9-  NOTRE DIEU EST VRAI IL VIT EN MOI</a:t>
            </a:r>
          </a:p>
          <a:p>
            <a:r>
              <a:rPr lang="fr-FR" smtClean="0"/>
              <a:t>Our God is risen, He is alive
10-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655836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stripes, we are healed
2-  SES MAINS PERCÉES NOUS RENDENT LIBRES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nail-pierced hands, we're free
3-  ET SON SANG PURIFIE NOTRE VICTOIRE EST EN LUI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blood, we're washed clean, Now we have the victory
4-  LE PÉCHÉ IL A BRISÉ  JÉSUS A VAINCU LA MORT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power of sin is broken, Jesus overcame it all
5-  IL NOUS A DÉLIVRÉS  JÉSUS EST BIEN PLUS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won our freedom, Jesus has won it all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ALLÉLUIA, OUI LA VICTOIRE EST À TOI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Hallelujah, You have won the victory Hallelujah, You have won it all for me
	7-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Death could not hold You down, You are the risen King
	8-  TU RÈGNES EN MAJESTÉ TU ES ROI À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9-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God is risen, He is alive
10-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won the victory, He reigns on high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  x2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SA PUISSANCE NOUS GUÉRIT</a:t>
            </a:r>
          </a:p>
          <a:p>
            <a:r>
              <a:rPr lang="fr-FR" smtClean="0"/>
              <a:t>By His stripes, we are healed
2-  SES MAINS PERCÉES NOUS RENDENT LIBRES</a:t>
            </a:r>
          </a:p>
          <a:p>
            <a:r>
              <a:rPr lang="fr-FR" smtClean="0"/>
              <a:t>By His nail-pierced hands, we're free
3-  ET SON SANG PURIFIE NOTRE VICTOIRE EST EN LUI</a:t>
            </a:r>
          </a:p>
          <a:p>
            <a:r>
              <a:rPr lang="fr-FR" smtClean="0"/>
              <a:t>By His blood, we're washed clean, Now we have the victory
4-  LE PÉCHÉ IL A BRISÉ  JÉSUS A VAINCU LA MORT</a:t>
            </a:r>
          </a:p>
          <a:p>
            <a:r>
              <a:rPr lang="fr-FR" smtClean="0"/>
              <a:t>The power of sin is broken, Jesus overcame it all
5-  IL NOUS A DÉLIVRÉS  JÉSUS EST BIEN PLUS FORT</a:t>
            </a:r>
          </a:p>
          <a:p>
            <a:r>
              <a:rPr lang="fr-FR" smtClean="0"/>
              <a:t>He has won our freedom, Jesus has won it all</a:t>
            </a:r>
          </a:p>
          <a:p>
            <a:endParaRPr lang="fr-FR" smtClean="0"/>
          </a:p>
          <a:p>
            <a:r>
              <a:rPr lang="fr-FR" smtClean="0"/>
              <a:t>	Refrain :
	6-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7-  LA MORT N'A PU TE GARDER TU ES RESSUSCITÉ</a:t>
            </a:r>
          </a:p>
          <a:p>
            <a:r>
              <a:rPr lang="fr-FR" smtClean="0"/>
              <a:t>                        Death could not hold You down, You are the risen King
	8-  TU RÈGNES EN MAJESTÉ TU ES ROI À JAMAIS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9-  NOTRE DIEU EST VRAI IL VIT EN MOI</a:t>
            </a:r>
          </a:p>
          <a:p>
            <a:r>
              <a:rPr lang="fr-FR" smtClean="0"/>
              <a:t>Our God is risen, He is alive
10-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345388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stripes, we are healed
2-  SES MAINS PERCÉES NOUS RENDENT LIBRES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nail-pierced hands, we're free
3-  ET SON SANG PURIFIE NOTRE VICTOIRE EST EN LUI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blood, we're washed clean, Now we have the victory
4-  LE PÉCHÉ IL A BRISÉ  JÉSUS A VAINCU LA MORT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power of sin is broken, Jesus overcame it all
5-  IL NOUS A DÉLIVRÉS  JÉSUS EST BIEN PLUS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won our freedom, Jesus has won it all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ALLÉLUIA, OUI LA VICTOIRE EST À TOI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Hallelujah, You have won the victory Hallelujah, You have won it all for me
	7-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Death could not hold You down, You are the risen King
	8-  TU RÈGNES EN MAJESTÉ TU ES ROI À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9-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God is risen, He is alive
10-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won the victory, He reigns on high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  x2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SA PUISSANCE NOUS GUÉRIT</a:t>
            </a:r>
          </a:p>
          <a:p>
            <a:r>
              <a:rPr lang="fr-FR" smtClean="0"/>
              <a:t>By His stripes, we are healed
2-  SES MAINS PERCÉES NOUS RENDENT LIBRES</a:t>
            </a:r>
          </a:p>
          <a:p>
            <a:r>
              <a:rPr lang="fr-FR" smtClean="0"/>
              <a:t>By His nail-pierced hands, we're free
3-  ET SON SANG PURIFIE NOTRE VICTOIRE EST EN LUI</a:t>
            </a:r>
          </a:p>
          <a:p>
            <a:r>
              <a:rPr lang="fr-FR" smtClean="0"/>
              <a:t>By His blood, we're washed clean, Now we have the victory
4-  LE PÉCHÉ IL A BRISÉ  JÉSUS A VAINCU LA MORT</a:t>
            </a:r>
          </a:p>
          <a:p>
            <a:r>
              <a:rPr lang="fr-FR" smtClean="0"/>
              <a:t>The power of sin is broken, Jesus overcame it all
5-  IL NOUS A DÉLIVRÉS  JÉSUS EST BIEN PLUS FORT</a:t>
            </a:r>
          </a:p>
          <a:p>
            <a:r>
              <a:rPr lang="fr-FR" smtClean="0"/>
              <a:t>He has won our freedom, Jesus has won it all</a:t>
            </a:r>
          </a:p>
          <a:p>
            <a:endParaRPr lang="fr-FR" smtClean="0"/>
          </a:p>
          <a:p>
            <a:r>
              <a:rPr lang="fr-FR" smtClean="0"/>
              <a:t>	Refrain :
	6-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7-  LA MORT N'A PU TE GARDER TU ES RESSUSCITÉ</a:t>
            </a:r>
          </a:p>
          <a:p>
            <a:r>
              <a:rPr lang="fr-FR" smtClean="0"/>
              <a:t>                        Death could not hold You down, You are the risen King
	8-  TU RÈGNES EN MAJESTÉ TU ES ROI À JAMAIS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9-  NOTRE DIEU EST VRAI IL VIT EN MOI</a:t>
            </a:r>
          </a:p>
          <a:p>
            <a:r>
              <a:rPr lang="fr-FR" smtClean="0"/>
              <a:t>Our God is risen, He is alive
10-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043394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stripes, we are healed
2-  SES MAINS PERCÉES NOUS RENDENT LIBRES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nail-pierced hands, we're free
3-  ET SON SANG PURIFIE NOTRE VICTOIRE EST EN LUI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blood, we're washed clean, Now we have the victory
4-  LE PÉCHÉ IL A BRISÉ  JÉSUS A VAINCU LA MORT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power of sin is broken, Jesus overcame it all
5-  IL NOUS A DÉLIVRÉS  JÉSUS EST BIEN PLUS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won our freedom, Jesus has won it all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ALLÉLUIA, OUI LA VICTOIRE EST À TOI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Hallelujah, You have won the victory Hallelujah, You have won it all for me
	7-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Death could not hold You down, You are the risen King
	8-  TU RÈGNES EN MAJESTÉ TU ES ROI À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9-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God is risen, He is alive
10-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won the victory, He reigns on high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  x2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SA PUISSANCE NOUS GUÉRIT</a:t>
            </a:r>
          </a:p>
          <a:p>
            <a:r>
              <a:rPr lang="fr-FR" smtClean="0"/>
              <a:t>By His stripes, we are healed
2-  SES MAINS PERCÉES NOUS RENDENT LIBRES</a:t>
            </a:r>
          </a:p>
          <a:p>
            <a:r>
              <a:rPr lang="fr-FR" smtClean="0"/>
              <a:t>By His nail-pierced hands, we're free
3-  ET SON SANG PURIFIE NOTRE VICTOIRE EST EN LUI</a:t>
            </a:r>
          </a:p>
          <a:p>
            <a:r>
              <a:rPr lang="fr-FR" smtClean="0"/>
              <a:t>By His blood, we're washed clean, Now we have the victory
4-  LE PÉCHÉ IL A BRISÉ  JÉSUS A VAINCU LA MORT</a:t>
            </a:r>
          </a:p>
          <a:p>
            <a:r>
              <a:rPr lang="fr-FR" smtClean="0"/>
              <a:t>The power of sin is broken, Jesus overcame it all
5-  IL NOUS A DÉLIVRÉS  JÉSUS EST BIEN PLUS FORT</a:t>
            </a:r>
          </a:p>
          <a:p>
            <a:r>
              <a:rPr lang="fr-FR" smtClean="0"/>
              <a:t>He has won our freedom, Jesus has won it all</a:t>
            </a:r>
          </a:p>
          <a:p>
            <a:endParaRPr lang="fr-FR" smtClean="0"/>
          </a:p>
          <a:p>
            <a:r>
              <a:rPr lang="fr-FR" smtClean="0"/>
              <a:t>	Refrain :
	6-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7-  LA MORT N'A PU TE GARDER TU ES RESSUSCITÉ</a:t>
            </a:r>
          </a:p>
          <a:p>
            <a:r>
              <a:rPr lang="fr-FR" smtClean="0"/>
              <a:t>                        Death could not hold You down, You are the risen King
	8-  TU RÈGNES EN MAJESTÉ TU ES ROI À JAMAIS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9-  NOTRE DIEU EST VRAI IL VIT EN MOI</a:t>
            </a:r>
          </a:p>
          <a:p>
            <a:r>
              <a:rPr lang="fr-FR" smtClean="0"/>
              <a:t>Our God is risen, He is alive
10-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064188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stripes, we are healed
2-  SES MAINS PERCÉES NOUS RENDENT LIBRES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nail-pierced hands, we're free
3-  ET SON SANG PURIFIE NOTRE VICTOIRE EST EN LUI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blood, we're washed clean, Now we have the victory
4-  LE PÉCHÉ IL A BRISÉ  JÉSUS A VAINCU LA MORT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power of sin is broken, Jesus overcame it all
5-  IL NOUS A DÉLIVRÉS  JÉSUS EST BIEN PLUS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won our freedom, Jesus has won it all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ALLÉLUIA, OUI LA VICTOIRE EST À TOI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Hallelujah, You have won the victory Hallelujah, You have won it all for me
	7-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Death could not hold You down, You are the risen King
	8-  TU RÈGNES EN MAJESTÉ TU ES ROI À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9-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God is risen, He is alive
10-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won the victory, He reigns on high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  x2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SA PUISSANCE NOUS GUÉRIT</a:t>
            </a:r>
          </a:p>
          <a:p>
            <a:r>
              <a:rPr lang="fr-FR" smtClean="0"/>
              <a:t>By His stripes, we are healed
2-  SES MAINS PERCÉES NOUS RENDENT LIBRES</a:t>
            </a:r>
          </a:p>
          <a:p>
            <a:r>
              <a:rPr lang="fr-FR" smtClean="0"/>
              <a:t>By His nail-pierced hands, we're free
3-  ET SON SANG PURIFIE NOTRE VICTOIRE EST EN LUI</a:t>
            </a:r>
          </a:p>
          <a:p>
            <a:r>
              <a:rPr lang="fr-FR" smtClean="0"/>
              <a:t>By His blood, we're washed clean, Now we have the victory
4-  LE PÉCHÉ IL A BRISÉ  JÉSUS A VAINCU LA MORT</a:t>
            </a:r>
          </a:p>
          <a:p>
            <a:r>
              <a:rPr lang="fr-FR" smtClean="0"/>
              <a:t>The power of sin is broken, Jesus overcame it all
5-  IL NOUS A DÉLIVRÉS  JÉSUS EST BIEN PLUS FORT</a:t>
            </a:r>
          </a:p>
          <a:p>
            <a:r>
              <a:rPr lang="fr-FR" smtClean="0"/>
              <a:t>He has won our freedom, Jesus has won it all</a:t>
            </a:r>
          </a:p>
          <a:p>
            <a:endParaRPr lang="fr-FR" smtClean="0"/>
          </a:p>
          <a:p>
            <a:r>
              <a:rPr lang="fr-FR" smtClean="0"/>
              <a:t>	Refrain :
	6-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7-  LA MORT N'A PU TE GARDER TU ES RESSUSCITÉ</a:t>
            </a:r>
          </a:p>
          <a:p>
            <a:r>
              <a:rPr lang="fr-FR" smtClean="0"/>
              <a:t>                        Death could not hold You down, You are the risen King
	8-  TU RÈGNES EN MAJESTÉ TU ES ROI À JAMAIS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9-  NOTRE DIEU EST VRAI IL VIT EN MOI</a:t>
            </a:r>
          </a:p>
          <a:p>
            <a:r>
              <a:rPr lang="fr-FR" smtClean="0"/>
              <a:t>Our God is risen, He is alive
10-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747461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stripes, we are healed
2-  SES MAINS PERCÉES NOUS RENDENT LIBRES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nail-pierced hands, we're free
3-  ET SON SANG PURIFIE NOTRE VICTOIRE EST EN LUI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blood, we're washed clean, Now we have the victory
4-  LE PÉCHÉ IL A BRISÉ  JÉSUS A VAINCU LA MORT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power of sin is broken, Jesus overcame it all
5-  IL NOUS A DÉLIVRÉS  JÉSUS EST BIEN PLUS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won our freedom, Jesus has won it all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ALLÉLUIA, OUI LA VICTOIRE EST À TOI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Hallelujah, You have won the victory Hallelujah, You have won it all for me
	7-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Death could not hold You down, You are the risen King
	8-  TU RÈGNES EN MAJESTÉ TU ES ROI À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9-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God is risen, He is alive
10-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won the victory, He reigns on high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  x2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SA PUISSANCE NOUS GUÉRIT</a:t>
            </a:r>
          </a:p>
          <a:p>
            <a:r>
              <a:rPr lang="fr-FR" smtClean="0"/>
              <a:t>By His stripes, we are healed
2-  SES MAINS PERCÉES NOUS RENDENT LIBRES</a:t>
            </a:r>
          </a:p>
          <a:p>
            <a:r>
              <a:rPr lang="fr-FR" smtClean="0"/>
              <a:t>By His nail-pierced hands, we're free
3-  ET SON SANG PURIFIE NOTRE VICTOIRE EST EN LUI</a:t>
            </a:r>
          </a:p>
          <a:p>
            <a:r>
              <a:rPr lang="fr-FR" smtClean="0"/>
              <a:t>By His blood, we're washed clean, Now we have the victory
4-  LE PÉCHÉ IL A BRISÉ  JÉSUS A VAINCU LA MORT</a:t>
            </a:r>
          </a:p>
          <a:p>
            <a:r>
              <a:rPr lang="fr-FR" smtClean="0"/>
              <a:t>The power of sin is broken, Jesus overcame it all
5-  IL NOUS A DÉLIVRÉS  JÉSUS EST BIEN PLUS FORT</a:t>
            </a:r>
          </a:p>
          <a:p>
            <a:r>
              <a:rPr lang="fr-FR" smtClean="0"/>
              <a:t>He has won our freedom, Jesus has won it all</a:t>
            </a:r>
          </a:p>
          <a:p>
            <a:endParaRPr lang="fr-FR" smtClean="0"/>
          </a:p>
          <a:p>
            <a:r>
              <a:rPr lang="fr-FR" smtClean="0"/>
              <a:t>	Refrain :
	6-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7-  LA MORT N'A PU TE GARDER TU ES RESSUSCITÉ</a:t>
            </a:r>
          </a:p>
          <a:p>
            <a:r>
              <a:rPr lang="fr-FR" smtClean="0"/>
              <a:t>                        Death could not hold You down, You are the risen King
	8-  TU RÈGNES EN MAJESTÉ TU ES ROI À JAMAIS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9-  NOTRE DIEU EST VRAI IL VIT EN MOI</a:t>
            </a:r>
          </a:p>
          <a:p>
            <a:r>
              <a:rPr lang="fr-FR" smtClean="0"/>
              <a:t>Our God is risen, He is alive
10-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506730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stripes, we are healed
2-  SES MAINS PERCÉES NOUS RENDENT LIBRES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nail-pierced hands, we're free
3-  ET SON SANG PURIFIE NOTRE VICTOIRE EST EN LUI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blood, we're washed clean, Now we have the victory
4-  LE PÉCHÉ IL A BRISÉ  JÉSUS A VAINCU LA MORT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power of sin is broken, Jesus overcame it all
5-  IL NOUS A DÉLIVRÉS  JÉSUS EST BIEN PLUS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won our freedom, Jesus has won it all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ALLÉLUIA, OUI LA VICTOIRE EST À TOI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Hallelujah, You have won the victory Hallelujah, You have won it all for me
	7-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Death could not hold You down, You are the risen King
	8-  TU RÈGNES EN MAJESTÉ TU ES ROI À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9-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God is risen, He is alive
10-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won the victory, He reigns on high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  x2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SA PUISSANCE NOUS GUÉRIT</a:t>
            </a:r>
          </a:p>
          <a:p>
            <a:r>
              <a:rPr lang="fr-FR" smtClean="0"/>
              <a:t>By His stripes, we are healed
2-  SES MAINS PERCÉES NOUS RENDENT LIBRES</a:t>
            </a:r>
          </a:p>
          <a:p>
            <a:r>
              <a:rPr lang="fr-FR" smtClean="0"/>
              <a:t>By His nail-pierced hands, we're free
3-  ET SON SANG PURIFIE NOTRE VICTOIRE EST EN LUI</a:t>
            </a:r>
          </a:p>
          <a:p>
            <a:r>
              <a:rPr lang="fr-FR" smtClean="0"/>
              <a:t>By His blood, we're washed clean, Now we have the victory
4-  LE PÉCHÉ IL A BRISÉ  JÉSUS A VAINCU LA MORT</a:t>
            </a:r>
          </a:p>
          <a:p>
            <a:r>
              <a:rPr lang="fr-FR" smtClean="0"/>
              <a:t>The power of sin is broken, Jesus overcame it all
5-  IL NOUS A DÉLIVRÉS  JÉSUS EST BIEN PLUS FORT</a:t>
            </a:r>
          </a:p>
          <a:p>
            <a:r>
              <a:rPr lang="fr-FR" smtClean="0"/>
              <a:t>He has won our freedom, Jesus has won it all</a:t>
            </a:r>
          </a:p>
          <a:p>
            <a:endParaRPr lang="fr-FR" smtClean="0"/>
          </a:p>
          <a:p>
            <a:r>
              <a:rPr lang="fr-FR" smtClean="0"/>
              <a:t>	Refrain :
	6-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7-  LA MORT N'A PU TE GARDER TU ES RESSUSCITÉ</a:t>
            </a:r>
          </a:p>
          <a:p>
            <a:r>
              <a:rPr lang="fr-FR" smtClean="0"/>
              <a:t>                        Death could not hold You down, You are the risen King
	8-  TU RÈGNES EN MAJESTÉ TU ES ROI À JAMAIS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9-  NOTRE DIEU EST VRAI IL VIT EN MOI</a:t>
            </a:r>
          </a:p>
          <a:p>
            <a:r>
              <a:rPr lang="fr-FR" smtClean="0"/>
              <a:t>Our God is risen, He is alive
10-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261368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stripes, we are healed
2-  SES MAINS PERCÉES NOUS RENDENT LIBRES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nail-pierced hands, we're free
3-  ET SON SANG PURIFIE NOTRE VICTOIRE EST EN LUI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His blood, we're washed clean, Now we have the victory
4-  LE PÉCHÉ IL A BRISÉ  JÉSUS A VAINCU LA MORT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power of sin is broken, Jesus overcame it all
5-  IL NOUS A DÉLIVRÉS  JÉSUS EST BIEN PLUS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won our freedom, Jesus has won it all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ALLÉLUIA, OUI LA VICTOIRE EST À TOI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Hallelujah, You have won the victory Hallelujah, You have won it all for me
	7-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Death could not hold You down, You are the risen King
	8-  TU RÈGNES EN MAJESTÉ TU ES ROI À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9-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God is risen, He is alive
10-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won the victory, He reigns on high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  x2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SA PUISSANCE NOUS GUÉRIT</a:t>
            </a:r>
          </a:p>
          <a:p>
            <a:r>
              <a:rPr lang="fr-FR" smtClean="0"/>
              <a:t>By His stripes, we are healed
2-  SES MAINS PERCÉES NOUS RENDENT LIBRES</a:t>
            </a:r>
          </a:p>
          <a:p>
            <a:r>
              <a:rPr lang="fr-FR" smtClean="0"/>
              <a:t>By His nail-pierced hands, we're free
3-  ET SON SANG PURIFIE NOTRE VICTOIRE EST EN LUI</a:t>
            </a:r>
          </a:p>
          <a:p>
            <a:r>
              <a:rPr lang="fr-FR" smtClean="0"/>
              <a:t>By His blood, we're washed clean, Now we have the victory
4-  LE PÉCHÉ IL A BRISÉ  JÉSUS A VAINCU LA MORT</a:t>
            </a:r>
          </a:p>
          <a:p>
            <a:r>
              <a:rPr lang="fr-FR" smtClean="0"/>
              <a:t>The power of sin is broken, Jesus overcame it all
5-  IL NOUS A DÉLIVRÉS  JÉSUS EST BIEN PLUS FORT</a:t>
            </a:r>
          </a:p>
          <a:p>
            <a:r>
              <a:rPr lang="fr-FR" smtClean="0"/>
              <a:t>He has won our freedom, Jesus has won it all</a:t>
            </a:r>
          </a:p>
          <a:p>
            <a:endParaRPr lang="fr-FR" smtClean="0"/>
          </a:p>
          <a:p>
            <a:r>
              <a:rPr lang="fr-FR" smtClean="0"/>
              <a:t>	Refrain :
	6-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7-  LA MORT N'A PU TE GARDER TU ES RESSUSCITÉ</a:t>
            </a:r>
          </a:p>
          <a:p>
            <a:r>
              <a:rPr lang="fr-FR" smtClean="0"/>
              <a:t>                        Death could not hold You down, You are the risen King
	8-  TU RÈGNES EN MAJESTÉ TU ES ROI À JAMAIS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9-  NOTRE DIEU EST VRAI IL VIT EN MOI</a:t>
            </a:r>
          </a:p>
          <a:p>
            <a:r>
              <a:rPr lang="fr-FR" smtClean="0"/>
              <a:t>Our God is risen, He is alive
10-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150169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PUISSANCE NOUS GUÉRIT</a:t>
            </a:r>
          </a:p>
        </p:txBody>
      </p:sp>
    </p:spTree>
    <p:extLst>
      <p:ext uri="{BB962C8B-B14F-4D97-AF65-F5344CB8AC3E}">
        <p14:creationId xmlns:p14="http://schemas.microsoft.com/office/powerpoint/2010/main" val="202933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SES MAINS PERCÉES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RENDENT LIBRES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25599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SON SANG PURIFIE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VICTOIRE EST EN LUI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071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PÉCHÉ IL A BRISÉ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A VAINCU LA MORT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0665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A DÉLIVRÉS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EST BIEN PLUS FORT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9768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OUI LA VICTOIRE EST 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TU AS TOUT GAGNÉ POUR MOI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2420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MORT N'A PU TE GARDER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RESSUSCITÉ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5358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RÈGNES EN MAJESTÉ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ROI À JAMAIS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2635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DIEU EST VRAI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VIT EN MOI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782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VICTORIEUX À JAMAIS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RÉGNERA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138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2922</TotalTime>
  <Words>365</Words>
  <Application>Microsoft Office PowerPoint</Application>
  <PresentationFormat>Affichage à l'écran (4:3)</PresentationFormat>
  <Paragraphs>499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185</cp:revision>
  <dcterms:created xsi:type="dcterms:W3CDTF">2002-08-17T10:50:50Z</dcterms:created>
  <dcterms:modified xsi:type="dcterms:W3CDTF">2022-05-28T10:48:56Z</dcterms:modified>
</cp:coreProperties>
</file>