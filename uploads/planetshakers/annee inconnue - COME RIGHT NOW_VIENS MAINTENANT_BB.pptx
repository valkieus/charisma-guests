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3" r:id="rId2"/>
    <p:sldId id="274" r:id="rId3"/>
    <p:sldId id="275" r:id="rId4"/>
    <p:sldId id="276" r:id="rId5"/>
    <p:sldId id="277" r:id="rId6"/>
    <p:sldId id="278" r:id="rId7"/>
    <p:sldId id="280" r:id="rId8"/>
    <p:sldId id="279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7" r:id="rId23"/>
    <p:sldId id="294" r:id="rId24"/>
    <p:sldId id="295" r:id="rId25"/>
    <p:sldId id="296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3600" autoAdjust="0"/>
    <p:restoredTop sz="43261" autoAdjust="0"/>
  </p:normalViewPr>
  <p:slideViewPr>
    <p:cSldViewPr>
      <p:cViewPr>
        <p:scale>
          <a:sx n="40" d="100"/>
          <a:sy n="40" d="100"/>
        </p:scale>
        <p:origin x="-558" y="3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37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09/02/2020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09802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excites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forgiven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
4-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Release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hungry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more of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open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bursting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BRÛLENT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BRÛLENT...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happiness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restoring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 
17-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out
20-  NOUS ÉLEVONS LE NOM DE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lifting up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excites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forgiven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
4-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Release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hungry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more of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open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bursting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BRÛLENT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BRÛLENT...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happiness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restoring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 
17-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out
20-  NOUS ÉLEVONS LE NOM DE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lifting up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excites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forgiven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
4-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Release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hungry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more of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open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bursting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BRÛLENT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BRÛLENT...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happiness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restoring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 
17-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out
20-  NOUS ÉLEVONS LE NOM DE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lifting up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excites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forgiven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
4-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Release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hungry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more of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open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bursting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BRÛLENT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BRÛLENT...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happiness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restoring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 
17-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out
20-  NOUS ÉLEVONS LE NOM DE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lifting up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excites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forgiven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
4-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PUISSANT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Release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hungry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more of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open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bursting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BRÛLENT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BRÛLENT...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happiness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restoring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 
17-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out
20-  NOUS ÉLEVONS LE NOM DE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lifting up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Nothing excites us Like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His presence There's freedom All of our sin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forgiven So we give to Him The highest praise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
4-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now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Holy Spirit Release Your power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we are hungry For more of You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Heaven's open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Like a rushing wind Come and move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Like a fire within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BRÛLENT, BRÛLENT...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We will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everybody That's hurting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Here comes the sound Of rejoicing Our happiness He's restoring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we give to Him The highest praise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 refrain 
17-  CE SENTIMENT EST INOUÏ QUAND TU VIENS ICI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It's the greatest feeling When You fill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20-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We're lifting up the name of Jesus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Nothing will stop us Singing Your praises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Your Holy Spirit is here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rushing wind Come and move again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Like a fire within We will burn, burn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We raise our hands up    X’4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REJOUIT  COMME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excites us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EN LUI EST NOTRE LIBERTÉ ET NOS PÉCHÉS SONT PARDONNÉS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Cause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LUI DONNONS  NOS PLUS HAUTES LOUANGES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forgiven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
4-  CE SENTIMENT EST INOUÏ QUAND TU VIENS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EN UN INSTANT TU AGIS, QUAND TU ES LOUÉ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6-  VIENS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Come right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SAINT ESPRIT VIENS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	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Release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power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 CAR NOUS AVONS FAIM DE PLUS DE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	Lord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hungry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more of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OUVRE LES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Heaven's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open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LIBÈRE TA GLOIRE ET REMPLIS L'ENDROIT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	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bursting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COMME UN VENT VIOLENT AGIS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COMME UN FEU ARDANT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NOS CŒURS BRÛLENT, BRÛLENT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BRÛLENT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BRÛLENT...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
14-  POUR CHACUN DE CEUX  QUI SOUFFRAIENT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To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That's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hurting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UN BRUIT D'ALLÉGRESSE RENAÎT NOTRE JOIE IL VA RESTAURER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comes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rejoicing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Our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happiness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He's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restoring</a:t>
            </a:r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NOUS LUI DONNONS  NOS PLUS HAUTES LOUANGES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So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Him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highest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refrain 
17-  CE SENTIMENT EST INOUÏ QUAND TU VIENS ICI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18-  EN UN INSTANT TU AGIS, QUAND TU ES LOUÉ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In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moment You are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
19-  NOUS LEVONS NOS MAINS UN GRAND BRUIT DE JOIE </a:t>
            </a:r>
          </a:p>
          <a:p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going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out
20-  NOUS ÉLEVONS LE NOM DE JÉSUS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lifting up the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RIEN N'ARRÊTERA NOS LOUANGES POUR TOI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us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22-  TON SAINT ESPRIT EST LÀ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Spirit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COMME UN VENT VIOLENT AGIS MAINTENANT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rushing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Come and move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COMME UN FEU ARDANT NOS CŒURS BRÛLENT, BRÛLENT…. 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within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burn</a:t>
            </a:r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05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NOUS LEVONS NOS MAINS     X4</a:t>
            </a:r>
          </a:p>
          <a:p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05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    X’4
</a:t>
            </a:r>
            <a:endParaRPr lang="fr-FR" altLang="fr-FR" sz="105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RIEN NE NOUS REJOUIT  COMME JÉSUS </a:t>
            </a:r>
          </a:p>
          <a:p>
            <a:r>
              <a:rPr lang="fr-FR" smtClean="0"/>
              <a:t>     Nothing excites us Like Jesus</a:t>
            </a:r>
          </a:p>
          <a:p>
            <a:r>
              <a:rPr lang="fr-FR" smtClean="0"/>
              <a:t>
2-  EN LUI EST NOTRE LIBERTÉ ET NOS PÉCHÉS SONT PARDONNÉS</a:t>
            </a:r>
          </a:p>
          <a:p>
            <a:r>
              <a:rPr lang="fr-FR" smtClean="0"/>
              <a:t>     Cause in His presence There's freedom All of our sin</a:t>
            </a:r>
          </a:p>
          <a:p>
            <a:r>
              <a:rPr lang="fr-FR" smtClean="0"/>
              <a:t>
3-  NOUS LUI DONNONS  NOS PLUS HAUTES LOUANGES</a:t>
            </a:r>
          </a:p>
          <a:p>
            <a:r>
              <a:rPr lang="fr-FR" smtClean="0"/>
              <a:t>     Is forgiven So we give to Him The highest praise </a:t>
            </a:r>
          </a:p>
          <a:p>
            <a:endParaRPr lang="fr-FR" smtClean="0"/>
          </a:p>
          <a:p>
            <a:r>
              <a:rPr lang="fr-FR" smtClean="0"/>
              <a:t>Pre refrain
4-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5-  EN UN INSTANT TU AGIS, QUAND TU ES LOUÉ </a:t>
            </a:r>
          </a:p>
          <a:p>
            <a:r>
              <a:rPr lang="fr-FR" smtClean="0"/>
              <a:t>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
	6-  VIENS MAINTENANT </a:t>
            </a:r>
          </a:p>
          <a:p>
            <a:r>
              <a:rPr lang="fr-FR" smtClean="0"/>
              <a:t> 	    Come right now</a:t>
            </a:r>
          </a:p>
          <a:p>
            <a:r>
              <a:rPr lang="fr-FR" smtClean="0"/>
              <a:t>
	7-  SAINT ESPRIT VIENS DIEU </a:t>
            </a:r>
          </a:p>
          <a:p>
            <a:r>
              <a:rPr lang="fr-FR" smtClean="0"/>
              <a:t>    	 Holy Spirit Release Your power</a:t>
            </a:r>
          </a:p>
          <a:p>
            <a:endParaRPr lang="fr-FR" smtClean="0"/>
          </a:p>
          <a:p>
            <a:r>
              <a:rPr lang="fr-FR" smtClean="0"/>
              <a:t>	8-  CAR NOUS AVONS FAIM DE PLUS DE TOI </a:t>
            </a:r>
          </a:p>
          <a:p>
            <a:r>
              <a:rPr lang="fr-FR" smtClean="0"/>
              <a:t>     	Lord we are hungry For more of You</a:t>
            </a:r>
          </a:p>
          <a:p>
            <a:r>
              <a:rPr lang="fr-FR" smtClean="0"/>
              <a:t>
	9-  OUVRE LES CIEUX </a:t>
            </a:r>
          </a:p>
          <a:p>
            <a:r>
              <a:rPr lang="fr-FR" smtClean="0"/>
              <a:t>	     Heaven's open</a:t>
            </a:r>
          </a:p>
          <a:p>
            <a:r>
              <a:rPr lang="fr-FR" smtClean="0"/>
              <a:t>
	10-  LIBÈRE TA GLOIRE ET REMPLIS L'ENDROIT </a:t>
            </a:r>
          </a:p>
          <a:p>
            <a:r>
              <a:rPr lang="fr-FR" smtClean="0"/>
              <a:t>   	    You're bursting through Filling this place</a:t>
            </a:r>
          </a:p>
          <a:p>
            <a:r>
              <a:rPr lang="fr-FR" smtClean="0"/>
              <a:t>
	11-  COMME UN VENT VIOLENT AGIS MAINTENANT </a:t>
            </a:r>
          </a:p>
          <a:p>
            <a:r>
              <a:rPr lang="fr-FR" smtClean="0"/>
              <a:t>	       Like a rushing wind Come and move again</a:t>
            </a:r>
            <a:br>
              <a:rPr lang="fr-FR" smtClean="0"/>
            </a:br>
            <a:r>
              <a:rPr lang="fr-FR" smtClean="0"/>
              <a:t>
	12-  COMME UN FEU ARDANT </a:t>
            </a:r>
          </a:p>
          <a:p>
            <a:r>
              <a:rPr lang="fr-FR" smtClean="0"/>
              <a:t> 	      Like a fire within</a:t>
            </a:r>
          </a:p>
          <a:p>
            <a:r>
              <a:rPr lang="fr-FR" smtClean="0"/>
              <a:t>
	13-  NOS CŒURS BRÛLENT, BRÛLENT BRÛLENT, BRÛLENT... </a:t>
            </a:r>
          </a:p>
          <a:p>
            <a:r>
              <a:rPr lang="fr-FR" smtClean="0"/>
              <a:t>	      We will burn, burn Burn, burn</a:t>
            </a:r>
          </a:p>
          <a:p>
            <a:r>
              <a:rPr lang="fr-FR" smtClean="0"/>
              <a:t>Couplet 2 
14-  POUR CHACUN DE CEUX  QUI SOUFFRAIENT</a:t>
            </a:r>
          </a:p>
          <a:p>
            <a:r>
              <a:rPr lang="fr-FR" smtClean="0"/>
              <a:t>      To everybody That's hurting </a:t>
            </a:r>
          </a:p>
          <a:p>
            <a:r>
              <a:rPr lang="fr-FR" smtClean="0"/>
              <a:t>
15-  UN BRUIT D'ALLÉGRESSE RENAÎT NOTRE JOIE IL VA RESTAURER </a:t>
            </a:r>
          </a:p>
          <a:p>
            <a:r>
              <a:rPr lang="fr-FR" smtClean="0"/>
              <a:t>      Here comes the sound Of rejoicing Our happiness He's restoring</a:t>
            </a:r>
          </a:p>
          <a:p>
            <a:r>
              <a:rPr lang="fr-FR" smtClean="0"/>
              <a:t>
16-  NOUS LUI DONNONS  NOS PLUS HAUTES LOUANGES </a:t>
            </a:r>
          </a:p>
          <a:p>
            <a:r>
              <a:rPr lang="fr-FR" smtClean="0"/>
              <a:t>      So we give to Him The highest praise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Pre refrain 
17-  CE SENTIMENT EST INOUÏ QUAND TU VIENS ICI </a:t>
            </a:r>
          </a:p>
          <a:p>
            <a:r>
              <a:rPr lang="fr-FR" smtClean="0"/>
              <a:t>      It's the greatest feeling When You fill this place</a:t>
            </a:r>
          </a:p>
          <a:p>
            <a:r>
              <a:rPr lang="fr-FR" smtClean="0"/>
              <a:t>
18-  EN UN INSTANT TU AGIS, QUAND TU ES LOUÉ </a:t>
            </a:r>
          </a:p>
          <a:p>
            <a:r>
              <a:rPr lang="fr-FR" smtClean="0"/>
              <a:t>       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pont
19-  NOUS LEVONS NOS MAINS UN GRAND BRUIT DE JOIE </a:t>
            </a:r>
          </a:p>
          <a:p>
            <a:r>
              <a:rPr lang="fr-FR" smtClean="0"/>
              <a:t>We raise our hands up We're going all out
20-  NOUS ÉLEVONS LE NOM DE JÉSUS </a:t>
            </a:r>
          </a:p>
          <a:p>
            <a:r>
              <a:rPr lang="fr-FR" smtClean="0"/>
              <a:t>      We're lifting up the name of Jesus</a:t>
            </a:r>
          </a:p>
          <a:p>
            <a:r>
              <a:rPr lang="fr-FR" smtClean="0"/>
              <a:t>
21-  RIEN N'ARRÊTERA NOS LOUANGES POUR TOI </a:t>
            </a:r>
          </a:p>
          <a:p>
            <a:r>
              <a:rPr lang="fr-FR" smtClean="0"/>
              <a:t>       Nothing will stop us Singing Your praises</a:t>
            </a:r>
          </a:p>
          <a:p>
            <a:r>
              <a:rPr lang="fr-FR" smtClean="0"/>
              <a:t>
22-  TON SAINT ESPRIT EST LÀ </a:t>
            </a:r>
          </a:p>
          <a:p>
            <a:r>
              <a:rPr lang="fr-FR" smtClean="0"/>
              <a:t>       Your Holy Spirit is here</a:t>
            </a:r>
          </a:p>
          <a:p>
            <a:r>
              <a:rPr lang="fr-FR" smtClean="0"/>
              <a:t>
23-  COMME UN VENT VIOLENT AGIS MAINTENANT </a:t>
            </a:r>
          </a:p>
          <a:p>
            <a:r>
              <a:rPr lang="fr-FR" smtClean="0"/>
              <a:t>       Like a rushing wind Come and move again</a:t>
            </a:r>
          </a:p>
          <a:p>
            <a:endParaRPr lang="fr-FR" smtClean="0"/>
          </a:p>
          <a:p>
            <a:r>
              <a:rPr lang="fr-FR" smtClean="0"/>
              <a:t>24-  COMME UN FEU ARDANT NOS CŒURS BRÛLENT, BRÛLENT…. </a:t>
            </a:r>
          </a:p>
          <a:p>
            <a:r>
              <a:rPr lang="fr-FR" smtClean="0"/>
              <a:t>       Like a fire within We will burn, burn</a:t>
            </a:r>
          </a:p>
          <a:p>
            <a:endParaRPr lang="fr-FR" smtClean="0"/>
          </a:p>
          <a:p>
            <a:r>
              <a:rPr lang="fr-FR" smtClean="0"/>
              <a:t>
25-  NOUS LEVONS NOS MAINS     X4</a:t>
            </a:r>
          </a:p>
          <a:p>
            <a:r>
              <a:rPr lang="fr-FR" smtClean="0"/>
              <a:t>       We raise our hands up    X’4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NOUS RÉJOUIT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 EST NOTRE LIBERTÉ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NOS PÉCHÉS SONT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PARDONNÉS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434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LUI DONNONS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PLUS HAUTES LOUANGES</a:t>
            </a:r>
          </a:p>
        </p:txBody>
      </p:sp>
    </p:spTree>
    <p:extLst>
      <p:ext uri="{BB962C8B-B14F-4D97-AF65-F5344CB8AC3E}">
        <p14:creationId xmlns:p14="http://schemas.microsoft.com/office/powerpoint/2010/main" xmlns="" val="269383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SENTIMENT EST INOUÏ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VIENS ICI</a:t>
            </a:r>
          </a:p>
        </p:txBody>
      </p:sp>
    </p:spTree>
    <p:extLst>
      <p:ext uri="{BB962C8B-B14F-4D97-AF65-F5344CB8AC3E}">
        <p14:creationId xmlns:p14="http://schemas.microsoft.com/office/powerpoint/2010/main" xmlns="" val="183281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UN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ES LOUÉ</a:t>
            </a:r>
          </a:p>
        </p:txBody>
      </p:sp>
    </p:spTree>
    <p:extLst>
      <p:ext uri="{BB962C8B-B14F-4D97-AF65-F5344CB8AC3E}">
        <p14:creationId xmlns:p14="http://schemas.microsoft.com/office/powerpoint/2010/main" xmlns="" val="300340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MAINTENANT</a:t>
            </a:r>
          </a:p>
        </p:txBody>
      </p:sp>
    </p:spTree>
    <p:extLst>
      <p:ext uri="{BB962C8B-B14F-4D97-AF65-F5344CB8AC3E}">
        <p14:creationId xmlns:p14="http://schemas.microsoft.com/office/powerpoint/2010/main" xmlns="" val="51122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SAINT-ESPRIT VIENS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703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FAIM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PLUS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69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CIEUX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257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LIBÈRE TA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REMPLIS L'ENDROIT</a:t>
            </a:r>
          </a:p>
        </p:txBody>
      </p:sp>
    </p:spTree>
    <p:extLst>
      <p:ext uri="{BB962C8B-B14F-4D97-AF65-F5344CB8AC3E}">
        <p14:creationId xmlns:p14="http://schemas.microsoft.com/office/powerpoint/2010/main" xmlns="" val="52766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VENT VIOLENT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AGIS MAINTENANT</a:t>
            </a:r>
          </a:p>
        </p:txBody>
      </p:sp>
    </p:spTree>
    <p:extLst>
      <p:ext uri="{BB962C8B-B14F-4D97-AF65-F5344CB8AC3E}">
        <p14:creationId xmlns:p14="http://schemas.microsoft.com/office/powerpoint/2010/main" xmlns="" val="269120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FEU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ARDANT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4894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BRÛLENT,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BRÛLENT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BRÛLENT,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BRÛLENT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294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CHACUN DE CEUX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QUI SOUFFRAIENT</a:t>
            </a:r>
          </a:p>
        </p:txBody>
      </p:sp>
    </p:spTree>
    <p:extLst>
      <p:ext uri="{BB962C8B-B14F-4D97-AF65-F5344CB8AC3E}">
        <p14:creationId xmlns:p14="http://schemas.microsoft.com/office/powerpoint/2010/main" xmlns="" val="298719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BRUIT D'ALLÉGRESSE RENAÎT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JOIE IL VA RESTAURER</a:t>
            </a:r>
          </a:p>
        </p:txBody>
      </p:sp>
    </p:spTree>
    <p:extLst>
      <p:ext uri="{BB962C8B-B14F-4D97-AF65-F5344CB8AC3E}">
        <p14:creationId xmlns:p14="http://schemas.microsoft.com/office/powerpoint/2010/main" xmlns="" val="229957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LUI DONNONS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PLUS HAUTES LOUANGES</a:t>
            </a:r>
          </a:p>
        </p:txBody>
      </p:sp>
    </p:spTree>
    <p:extLst>
      <p:ext uri="{BB962C8B-B14F-4D97-AF65-F5344CB8AC3E}">
        <p14:creationId xmlns:p14="http://schemas.microsoft.com/office/powerpoint/2010/main" xmlns="" val="27816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SENTIMENT EST INOUÏ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VIENS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029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UN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ES LOUÉ</a:t>
            </a:r>
          </a:p>
        </p:txBody>
      </p:sp>
    </p:spTree>
    <p:extLst>
      <p:ext uri="{BB962C8B-B14F-4D97-AF65-F5344CB8AC3E}">
        <p14:creationId xmlns:p14="http://schemas.microsoft.com/office/powerpoint/2010/main" xmlns="" val="28733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LEVONS NOS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GRAND BRUIT DE JOIE</a:t>
            </a:r>
          </a:p>
        </p:txBody>
      </p:sp>
    </p:spTree>
    <p:extLst>
      <p:ext uri="{BB962C8B-B14F-4D97-AF65-F5344CB8AC3E}">
        <p14:creationId xmlns:p14="http://schemas.microsoft.com/office/powerpoint/2010/main" xmlns="" val="247620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ÉLEVONS LE NOM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501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N'ARRÊTERA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LOUANGES POUR TOI</a:t>
            </a:r>
          </a:p>
        </p:txBody>
      </p:sp>
    </p:spTree>
    <p:extLst>
      <p:ext uri="{BB962C8B-B14F-4D97-AF65-F5344CB8AC3E}">
        <p14:creationId xmlns:p14="http://schemas.microsoft.com/office/powerpoint/2010/main" xmlns="" val="411403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SAINT-ESPRIT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32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VENT VIOLENT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AGIS MAINTENANT</a:t>
            </a:r>
          </a:p>
        </p:txBody>
      </p:sp>
    </p:spTree>
    <p:extLst>
      <p:ext uri="{BB962C8B-B14F-4D97-AF65-F5344CB8AC3E}">
        <p14:creationId xmlns:p14="http://schemas.microsoft.com/office/powerpoint/2010/main" xmlns="" val="282620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 FEU ARDANT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BRÛLENT,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BRÛLENT….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5956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LEVONS NOS MAINS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8138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916</Words>
  <Application>Microsoft Office PowerPoint</Application>
  <PresentationFormat>Affichage à l'écran (4:3)</PresentationFormat>
  <Paragraphs>2843</Paragraphs>
  <Slides>25</Slides>
  <Notes>25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198</cp:revision>
  <dcterms:created xsi:type="dcterms:W3CDTF">2002-08-17T10:50:50Z</dcterms:created>
  <dcterms:modified xsi:type="dcterms:W3CDTF">2020-02-09T08:59:51Z</dcterms:modified>
</cp:coreProperties>
</file>