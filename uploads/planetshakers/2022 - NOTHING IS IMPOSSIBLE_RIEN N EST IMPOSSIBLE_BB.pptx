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7890" autoAdjust="0"/>
  </p:normalViewPr>
  <p:slideViewPr>
    <p:cSldViewPr>
      <p:cViewPr varScale="1">
        <p:scale>
          <a:sx n="33" d="100"/>
          <a:sy n="33" d="100"/>
        </p:scale>
        <p:origin x="2316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dirty="0" smtClean="0"/>
              <a:t>	Refrain : </a:t>
            </a:r>
          </a:p>
          <a:p>
            <a:pPr>
              <a:defRPr/>
            </a:pPr>
            <a:r>
              <a:rPr lang="fr-FR" dirty="0" smtClean="0"/>
              <a:t>	1-  EN TOI JE PEUX TOUT ACCOMPLIR  JE PEUX TOUT RÉUSSIR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Through</a:t>
            </a:r>
            <a:r>
              <a:rPr lang="fr-FR" dirty="0" smtClean="0"/>
              <a:t> You I </a:t>
            </a:r>
            <a:r>
              <a:rPr lang="fr-FR" dirty="0" err="1" smtClean="0"/>
              <a:t>can</a:t>
            </a:r>
            <a:r>
              <a:rPr lang="fr-FR" dirty="0" smtClean="0"/>
              <a:t> do </a:t>
            </a:r>
            <a:r>
              <a:rPr lang="fr-FR" dirty="0" err="1" smtClean="0"/>
              <a:t>anything</a:t>
            </a:r>
            <a:r>
              <a:rPr lang="fr-FR" dirty="0" smtClean="0"/>
              <a:t> I </a:t>
            </a:r>
            <a:r>
              <a:rPr lang="fr-FR" dirty="0" err="1" smtClean="0"/>
              <a:t>can</a:t>
            </a:r>
            <a:r>
              <a:rPr lang="fr-FR" dirty="0" smtClean="0"/>
              <a:t> do all </a:t>
            </a:r>
            <a:r>
              <a:rPr lang="fr-FR" dirty="0" err="1" smtClean="0"/>
              <a:t>things</a:t>
            </a:r>
            <a:r>
              <a:rPr lang="fr-FR" dirty="0" smtClean="0"/>
              <a:t>
	2-  CAR C'EST TOI QUI ME REND FORT  JE SAIS QUE RIEN N'EST IMPOSSIBLE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ʻCause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You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gives</a:t>
            </a:r>
            <a:r>
              <a:rPr lang="fr-FR" dirty="0" smtClean="0"/>
              <a:t> me </a:t>
            </a:r>
            <a:r>
              <a:rPr lang="fr-FR" dirty="0" err="1" smtClean="0"/>
              <a:t>strength</a:t>
            </a:r>
            <a:r>
              <a:rPr lang="fr-FR" dirty="0" smtClean="0"/>
              <a:t> Nothing </a:t>
            </a:r>
            <a:r>
              <a:rPr lang="fr-FR" dirty="0" err="1" smtClean="0"/>
              <a:t>is</a:t>
            </a:r>
            <a:r>
              <a:rPr lang="fr-FR" dirty="0" smtClean="0"/>
              <a:t> impossible
	3-  EN TOI TOUT EST RESTAURÉE  LES FORTERESSES BRISÉES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Through</a:t>
            </a:r>
            <a:r>
              <a:rPr lang="fr-FR" dirty="0" smtClean="0"/>
              <a:t> You </a:t>
            </a:r>
            <a:r>
              <a:rPr lang="fr-FR" dirty="0" err="1" smtClean="0"/>
              <a:t>blind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r>
              <a:rPr lang="fr-FR" dirty="0" smtClean="0"/>
              <a:t> are </a:t>
            </a:r>
            <a:r>
              <a:rPr lang="fr-FR" dirty="0" err="1" smtClean="0"/>
              <a:t>opened</a:t>
            </a:r>
            <a:r>
              <a:rPr lang="fr-FR" dirty="0" smtClean="0"/>
              <a:t> </a:t>
            </a:r>
            <a:r>
              <a:rPr lang="fr-FR" dirty="0" err="1" smtClean="0"/>
              <a:t>Strongholds</a:t>
            </a:r>
            <a:r>
              <a:rPr lang="fr-FR" dirty="0" smtClean="0"/>
              <a:t> are </a:t>
            </a:r>
            <a:r>
              <a:rPr lang="fr-FR" dirty="0" err="1" smtClean="0"/>
              <a:t>broken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4-  JE VIVRAI PAR LA FOI JE SAIS QUE RIEN N'EST IMPOSSIBLE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am</a:t>
            </a:r>
            <a:r>
              <a:rPr lang="fr-FR" dirty="0" smtClean="0"/>
              <a:t> living by </a:t>
            </a:r>
            <a:r>
              <a:rPr lang="fr-FR" dirty="0" err="1" smtClean="0"/>
              <a:t>faith</a:t>
            </a:r>
            <a:r>
              <a:rPr lang="fr-FR" dirty="0" smtClean="0"/>
              <a:t> Nothing </a:t>
            </a:r>
            <a:r>
              <a:rPr lang="fr-FR" dirty="0" err="1" smtClean="0"/>
              <a:t>is</a:t>
            </a:r>
            <a:r>
              <a:rPr lang="fr-FR" dirty="0" smtClean="0"/>
              <a:t> impossible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 dirty="0" err="1" smtClean="0"/>
              <a:t>Iʼm</a:t>
            </a:r>
            <a:r>
              <a:rPr lang="fr-FR" dirty="0" smtClean="0"/>
              <a:t> not </a:t>
            </a:r>
            <a:r>
              <a:rPr lang="fr-FR" dirty="0" err="1" smtClean="0"/>
              <a:t>gonna</a:t>
            </a:r>
            <a:r>
              <a:rPr lang="fr-FR" dirty="0" smtClean="0"/>
              <a:t> live by </a:t>
            </a:r>
            <a:r>
              <a:rPr lang="fr-FR" dirty="0" err="1" smtClean="0"/>
              <a:t>what</a:t>
            </a:r>
            <a:r>
              <a:rPr lang="fr-FR" dirty="0" smtClean="0"/>
              <a:t> I </a:t>
            </a:r>
            <a:r>
              <a:rPr lang="fr-FR" dirty="0" err="1" smtClean="0"/>
              <a:t>see</a:t>
            </a:r>
            <a:r>
              <a:rPr lang="fr-FR" dirty="0" smtClean="0"/>
              <a:t>, </a:t>
            </a:r>
            <a:r>
              <a:rPr lang="fr-FR" dirty="0" err="1" smtClean="0"/>
              <a:t>Iʼm</a:t>
            </a:r>
            <a:r>
              <a:rPr lang="fr-FR" dirty="0" smtClean="0"/>
              <a:t> not </a:t>
            </a:r>
            <a:r>
              <a:rPr lang="fr-FR" dirty="0" err="1" smtClean="0"/>
              <a:t>gonna</a:t>
            </a:r>
            <a:r>
              <a:rPr lang="fr-FR" dirty="0" smtClean="0"/>
              <a:t> live by </a:t>
            </a:r>
            <a:r>
              <a:rPr lang="fr-FR" dirty="0" err="1" smtClean="0"/>
              <a:t>what</a:t>
            </a:r>
            <a:r>
              <a:rPr lang="fr-FR" dirty="0" smtClean="0"/>
              <a:t> I </a:t>
            </a:r>
            <a:r>
              <a:rPr lang="fr-FR" dirty="0" err="1" smtClean="0"/>
              <a:t>feel</a:t>
            </a:r>
            <a:r>
              <a:rPr lang="fr-FR" dirty="0" smtClean="0"/>
              <a:t>
6-  AU FOND JE SAIS QUE TU ES AVEC MOI JE SAIS QUE TU PEUX TOUT ACCOMPLIR  
</a:t>
            </a:r>
            <a:r>
              <a:rPr lang="fr-FR" dirty="0" err="1" smtClean="0"/>
              <a:t>Deep</a:t>
            </a:r>
            <a:r>
              <a:rPr lang="fr-FR" dirty="0" smtClean="0"/>
              <a:t> down I know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Youʼre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me I know </a:t>
            </a:r>
            <a:r>
              <a:rPr lang="fr-FR" dirty="0" err="1" smtClean="0"/>
              <a:t>that</a:t>
            </a:r>
            <a:r>
              <a:rPr lang="fr-FR" dirty="0" smtClean="0"/>
              <a:t> You </a:t>
            </a:r>
            <a:r>
              <a:rPr lang="fr-FR" dirty="0" err="1" smtClean="0"/>
              <a:t>can</a:t>
            </a:r>
            <a:r>
              <a:rPr lang="fr-FR" dirty="0" smtClean="0"/>
              <a:t> do </a:t>
            </a:r>
            <a:r>
              <a:rPr lang="fr-FR" dirty="0" err="1" smtClean="0"/>
              <a:t>anything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 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 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: </a:t>
            </a:r>
          </a:p>
          <a:p>
            <a:pPr>
              <a:defRPr/>
            </a:pPr>
            <a:r>
              <a:rPr lang="fr-FR" dirty="0" smtClean="0"/>
              <a:t>7-  OUI JE CROIS, OUI JE CROIS OUI CROIS, OUI JE CROIS EN TOI  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believe</a:t>
            </a:r>
            <a:r>
              <a:rPr lang="fr-FR" dirty="0" smtClean="0"/>
              <a:t>, I </a:t>
            </a:r>
            <a:r>
              <a:rPr lang="fr-FR" dirty="0" err="1" smtClean="0"/>
              <a:t>believe</a:t>
            </a:r>
            <a:r>
              <a:rPr lang="fr-FR" dirty="0" smtClean="0"/>
              <a:t>, I </a:t>
            </a:r>
            <a:r>
              <a:rPr lang="fr-FR" dirty="0" err="1" smtClean="0"/>
              <a:t>believe</a:t>
            </a:r>
            <a:r>
              <a:rPr lang="fr-FR" dirty="0" smtClean="0"/>
              <a:t>, I </a:t>
            </a:r>
            <a:r>
              <a:rPr lang="fr-FR" dirty="0" err="1" smtClean="0"/>
              <a:t>believe</a:t>
            </a:r>
            <a:r>
              <a:rPr lang="fr-FR" dirty="0" smtClean="0"/>
              <a:t> in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 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: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EN TOI JE PEUX TOUT ACCOMPLIR  JE PEUX TOUT RÉUSSIR </a:t>
            </a:r>
          </a:p>
          <a:p>
            <a:r>
              <a:rPr lang="fr-FR" smtClean="0"/>
              <a:t>	Through You I can do anything I can do all things
	2-  CAR C'EST TOI QUI ME REND FORT  JE SAIS QUE RIEN N'EST IMPOSSIBLE </a:t>
            </a:r>
          </a:p>
          <a:p>
            <a:r>
              <a:rPr lang="fr-FR" smtClean="0"/>
              <a:t>	ʻCause it's You who gives me strength Nothing is impossible
	3-  EN TOI TOUT EST RESTAURÉE  LES FORTERESSES BRISÉES </a:t>
            </a:r>
          </a:p>
          <a:p>
            <a:r>
              <a:rPr lang="fr-FR" smtClean="0"/>
              <a:t>	Through You blind eyes are opened Strongholds are broken</a:t>
            </a:r>
          </a:p>
          <a:p>
            <a:r>
              <a:rPr lang="fr-FR" smtClean="0"/>
              <a:t>	4-  JE VIVRAI PAR LA FOI JE SAIS QUE RIEN N'EST IMPOSSIBLE </a:t>
            </a:r>
          </a:p>
          <a:p>
            <a:r>
              <a:rPr lang="fr-FR" smtClean="0"/>
              <a:t>	I am living by faith Nothing is impossible</a:t>
            </a:r>
          </a:p>
          <a:p>
            <a:endParaRPr lang="fr-FR" smtClean="0"/>
          </a:p>
          <a:p>
            <a:r>
              <a:rPr lang="fr-FR" smtClean="0"/>
              <a:t>Couplet : 
5-  JE NE VIVRAI PAS PAR CE QUE JE VOIS JE NE VIVRAI PAS PAR CE QUE JE SENS  </a:t>
            </a:r>
          </a:p>
          <a:p>
            <a:r>
              <a:rPr lang="fr-FR" smtClean="0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: </a:t>
            </a:r>
          </a:p>
          <a:p>
            <a:r>
              <a:rPr lang="fr-FR" smtClean="0"/>
              <a:t>7-  OUI JE CROIS, OUI JE CROIS OUI CROIS, OUI JE CROIS EN TOI   </a:t>
            </a:r>
          </a:p>
          <a:p>
            <a:r>
              <a:rPr lang="fr-FR" smtClean="0"/>
              <a:t>I believe, I believe, I believe, I believe in You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: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dirty="0" smtClean="0"/>
              <a:t>	1-  EN TOI JE PEUX TOUT ACCOMPLIR  JE PEUX TOUT RÉUSSIR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Through</a:t>
            </a:r>
            <a:r>
              <a:rPr lang="fr-FR" dirty="0" smtClean="0"/>
              <a:t> You I </a:t>
            </a:r>
            <a:r>
              <a:rPr lang="fr-FR" dirty="0" err="1" smtClean="0"/>
              <a:t>can</a:t>
            </a:r>
            <a:r>
              <a:rPr lang="fr-FR" dirty="0" smtClean="0"/>
              <a:t> do </a:t>
            </a:r>
            <a:r>
              <a:rPr lang="fr-FR" dirty="0" err="1" smtClean="0"/>
              <a:t>anything</a:t>
            </a:r>
            <a:r>
              <a:rPr lang="fr-FR" dirty="0" smtClean="0"/>
              <a:t> I </a:t>
            </a:r>
            <a:r>
              <a:rPr lang="fr-FR" dirty="0" err="1" smtClean="0"/>
              <a:t>can</a:t>
            </a:r>
            <a:r>
              <a:rPr lang="fr-FR" dirty="0" smtClean="0"/>
              <a:t> do all </a:t>
            </a:r>
            <a:r>
              <a:rPr lang="fr-FR" dirty="0" err="1" smtClean="0"/>
              <a:t>things</a:t>
            </a:r>
            <a:r>
              <a:rPr lang="fr-FR" dirty="0" smtClean="0"/>
              <a:t>
	2-  CAR C'EST TOI QUI ME REND FORT  JE SAIS QUE RIEN N'EST IMPOSSIBLE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ʻCause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You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gives</a:t>
            </a:r>
            <a:r>
              <a:rPr lang="fr-FR" dirty="0" smtClean="0"/>
              <a:t> me </a:t>
            </a:r>
            <a:r>
              <a:rPr lang="fr-FR" dirty="0" err="1" smtClean="0"/>
              <a:t>strength</a:t>
            </a:r>
            <a:r>
              <a:rPr lang="fr-FR" dirty="0" smtClean="0"/>
              <a:t> Nothing </a:t>
            </a:r>
            <a:r>
              <a:rPr lang="fr-FR" dirty="0" err="1" smtClean="0"/>
              <a:t>is</a:t>
            </a:r>
            <a:r>
              <a:rPr lang="fr-FR" dirty="0" smtClean="0"/>
              <a:t> impossible
	3-  EN TOI TOUT EST RESTAURÉE  LES FORTERESSES BRISÉES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Through</a:t>
            </a:r>
            <a:r>
              <a:rPr lang="fr-FR" dirty="0" smtClean="0"/>
              <a:t> You </a:t>
            </a:r>
            <a:r>
              <a:rPr lang="fr-FR" dirty="0" err="1" smtClean="0"/>
              <a:t>blind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r>
              <a:rPr lang="fr-FR" dirty="0" smtClean="0"/>
              <a:t> are </a:t>
            </a:r>
            <a:r>
              <a:rPr lang="fr-FR" dirty="0" err="1" smtClean="0"/>
              <a:t>opened</a:t>
            </a:r>
            <a:r>
              <a:rPr lang="fr-FR" dirty="0" smtClean="0"/>
              <a:t> </a:t>
            </a:r>
            <a:r>
              <a:rPr lang="fr-FR" dirty="0" err="1" smtClean="0"/>
              <a:t>Strongholds</a:t>
            </a:r>
            <a:r>
              <a:rPr lang="fr-FR" dirty="0" smtClean="0"/>
              <a:t> are </a:t>
            </a:r>
            <a:r>
              <a:rPr lang="fr-FR" dirty="0" err="1" smtClean="0"/>
              <a:t>broken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4-  JE VIVRAI PAR LA FOI JE SAIS QUE RIEN N'EST IMPOSSIBLE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am</a:t>
            </a:r>
            <a:r>
              <a:rPr lang="fr-FR" dirty="0" smtClean="0"/>
              <a:t> living by </a:t>
            </a:r>
            <a:r>
              <a:rPr lang="fr-FR" dirty="0" err="1" smtClean="0"/>
              <a:t>faith</a:t>
            </a:r>
            <a:r>
              <a:rPr lang="fr-FR" dirty="0" smtClean="0"/>
              <a:t> Nothing </a:t>
            </a:r>
            <a:r>
              <a:rPr lang="fr-FR" dirty="0" err="1" smtClean="0"/>
              <a:t>is</a:t>
            </a:r>
            <a:r>
              <a:rPr lang="fr-FR" dirty="0" smtClean="0"/>
              <a:t> impossible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 dirty="0" err="1" smtClean="0"/>
              <a:t>Iʼm</a:t>
            </a:r>
            <a:r>
              <a:rPr lang="fr-FR" dirty="0" smtClean="0"/>
              <a:t> not </a:t>
            </a:r>
            <a:r>
              <a:rPr lang="fr-FR" dirty="0" err="1" smtClean="0"/>
              <a:t>gonna</a:t>
            </a:r>
            <a:r>
              <a:rPr lang="fr-FR" dirty="0" smtClean="0"/>
              <a:t> live by </a:t>
            </a:r>
            <a:r>
              <a:rPr lang="fr-FR" dirty="0" err="1" smtClean="0"/>
              <a:t>what</a:t>
            </a:r>
            <a:r>
              <a:rPr lang="fr-FR" dirty="0" smtClean="0"/>
              <a:t> I </a:t>
            </a:r>
            <a:r>
              <a:rPr lang="fr-FR" dirty="0" err="1" smtClean="0"/>
              <a:t>see</a:t>
            </a:r>
            <a:r>
              <a:rPr lang="fr-FR" dirty="0" smtClean="0"/>
              <a:t>, </a:t>
            </a:r>
            <a:r>
              <a:rPr lang="fr-FR" dirty="0" err="1" smtClean="0"/>
              <a:t>Iʼm</a:t>
            </a:r>
            <a:r>
              <a:rPr lang="fr-FR" dirty="0" smtClean="0"/>
              <a:t> not </a:t>
            </a:r>
            <a:r>
              <a:rPr lang="fr-FR" dirty="0" err="1" smtClean="0"/>
              <a:t>gonna</a:t>
            </a:r>
            <a:r>
              <a:rPr lang="fr-FR" dirty="0" smtClean="0"/>
              <a:t> live by </a:t>
            </a:r>
            <a:r>
              <a:rPr lang="fr-FR" dirty="0" err="1" smtClean="0"/>
              <a:t>what</a:t>
            </a:r>
            <a:r>
              <a:rPr lang="fr-FR" dirty="0" smtClean="0"/>
              <a:t> I </a:t>
            </a:r>
            <a:r>
              <a:rPr lang="fr-FR" dirty="0" err="1" smtClean="0"/>
              <a:t>feel</a:t>
            </a:r>
            <a:r>
              <a:rPr lang="fr-FR" dirty="0" smtClean="0"/>
              <a:t>
6-  AU FOND JE SAIS QUE TU ES AVEC MOI JE SAIS QUE TU PEUX TOUT ACCOMPLIR  
</a:t>
            </a:r>
            <a:r>
              <a:rPr lang="fr-FR" dirty="0" err="1" smtClean="0"/>
              <a:t>Deep</a:t>
            </a:r>
            <a:r>
              <a:rPr lang="fr-FR" dirty="0" smtClean="0"/>
              <a:t> down I know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Youʼre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me I know </a:t>
            </a:r>
            <a:r>
              <a:rPr lang="fr-FR" dirty="0" err="1" smtClean="0"/>
              <a:t>that</a:t>
            </a:r>
            <a:r>
              <a:rPr lang="fr-FR" dirty="0" smtClean="0"/>
              <a:t> You </a:t>
            </a:r>
            <a:r>
              <a:rPr lang="fr-FR" dirty="0" err="1" smtClean="0"/>
              <a:t>can</a:t>
            </a:r>
            <a:r>
              <a:rPr lang="fr-FR" dirty="0" smtClean="0"/>
              <a:t> do </a:t>
            </a:r>
            <a:r>
              <a:rPr lang="fr-FR" dirty="0" err="1" smtClean="0"/>
              <a:t>anything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 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 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: </a:t>
            </a:r>
          </a:p>
          <a:p>
            <a:pPr>
              <a:defRPr/>
            </a:pPr>
            <a:r>
              <a:rPr lang="fr-FR" dirty="0" smtClean="0"/>
              <a:t>7-  OUI JE CROIS, OUI JE CROIS OUI CROIS, OUI JE CROIS EN TOI  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believe</a:t>
            </a:r>
            <a:r>
              <a:rPr lang="fr-FR" dirty="0" smtClean="0"/>
              <a:t>, I </a:t>
            </a:r>
            <a:r>
              <a:rPr lang="fr-FR" dirty="0" err="1" smtClean="0"/>
              <a:t>believe</a:t>
            </a:r>
            <a:r>
              <a:rPr lang="fr-FR" dirty="0" smtClean="0"/>
              <a:t>, I </a:t>
            </a:r>
            <a:r>
              <a:rPr lang="fr-FR" dirty="0" err="1" smtClean="0"/>
              <a:t>believe</a:t>
            </a:r>
            <a:r>
              <a:rPr lang="fr-FR" dirty="0" smtClean="0"/>
              <a:t>, I </a:t>
            </a:r>
            <a:r>
              <a:rPr lang="fr-FR" dirty="0" err="1" smtClean="0"/>
              <a:t>believe</a:t>
            </a:r>
            <a:r>
              <a:rPr lang="fr-FR" dirty="0" smtClean="0"/>
              <a:t> in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 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: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EN TOI JE PEUX TOUT ACCOMPLIR  JE PEUX TOUT RÉUSSIR </a:t>
            </a:r>
          </a:p>
          <a:p>
            <a:r>
              <a:rPr lang="fr-FR" smtClean="0"/>
              <a:t>	Through You I can do anything I can do all things
	2-  CAR C'EST TOI QUI ME REND FORT  JE SAIS QUE RIEN N'EST IMPOSSIBLE </a:t>
            </a:r>
          </a:p>
          <a:p>
            <a:r>
              <a:rPr lang="fr-FR" smtClean="0"/>
              <a:t>	ʻCause it's You who gives me strength Nothing is impossible
	3-  EN TOI TOUT EST RESTAURÉE  LES FORTERESSES BRISÉES </a:t>
            </a:r>
          </a:p>
          <a:p>
            <a:r>
              <a:rPr lang="fr-FR" smtClean="0"/>
              <a:t>	Through You blind eyes are opened Strongholds are broken</a:t>
            </a:r>
          </a:p>
          <a:p>
            <a:r>
              <a:rPr lang="fr-FR" smtClean="0"/>
              <a:t>	4-  JE VIVRAI PAR LA FOI JE SAIS QUE RIEN N'EST IMPOSSIBLE </a:t>
            </a:r>
          </a:p>
          <a:p>
            <a:r>
              <a:rPr lang="fr-FR" smtClean="0"/>
              <a:t>	I am living by faith Nothing is impossible</a:t>
            </a:r>
          </a:p>
          <a:p>
            <a:endParaRPr lang="fr-FR" smtClean="0"/>
          </a:p>
          <a:p>
            <a:r>
              <a:rPr lang="fr-FR" smtClean="0"/>
              <a:t>Couplet : 
5-  JE NE VIVRAI PAS PAR CE QUE JE VOIS JE NE VIVRAI PAS PAR CE QUE JE SENS  </a:t>
            </a:r>
          </a:p>
          <a:p>
            <a:r>
              <a:rPr lang="fr-FR" smtClean="0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: </a:t>
            </a:r>
          </a:p>
          <a:p>
            <a:r>
              <a:rPr lang="fr-FR" smtClean="0"/>
              <a:t>7-  OUI JE CROIS, OUI JE CROIS OUI CROIS, OUI JE CROIS EN TOI   </a:t>
            </a:r>
          </a:p>
          <a:p>
            <a:r>
              <a:rPr lang="fr-FR" smtClean="0"/>
              <a:t>I believe, I believe, I believe, I believe in You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: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1-  EN TOI JE PEUX TOUT ACCOMPLIR  JE PEUX TOUT RÉUSSIR </a:t>
            </a:r>
          </a:p>
          <a:p>
            <a:pPr>
              <a:defRPr/>
            </a:pPr>
            <a:r>
              <a:rPr lang="fr-FR" smtClean="0"/>
              <a:t>	Through You I can do anything I can do all things
	2-  CAR C'EST TOI QUI ME REND FORT  JE SAIS QUE RIEN N'EST IMPOSSIBLE </a:t>
            </a:r>
          </a:p>
          <a:p>
            <a:pPr>
              <a:defRPr/>
            </a:pPr>
            <a:r>
              <a:rPr lang="fr-FR" smtClean="0"/>
              <a:t>	ʻCause it's You who gives me strength Nothing is impossible
	3-  EN TOI TOUT EST RESTAURÉE  LES FORTERESSES BRISÉES </a:t>
            </a:r>
          </a:p>
          <a:p>
            <a:pPr>
              <a:defRPr/>
            </a:pPr>
            <a:r>
              <a:rPr lang="fr-FR" smtClean="0"/>
              <a:t>	Through You blind eyes are opened Strongholds are broken</a:t>
            </a:r>
          </a:p>
          <a:p>
            <a:pPr>
              <a:defRPr/>
            </a:pPr>
            <a:r>
              <a:rPr lang="fr-FR" smtClean="0"/>
              <a:t>	4-  JE VIVRAI PAR LA FOI JE SAIS QUE RIEN N'EST IMPOSSIBLE </a:t>
            </a:r>
          </a:p>
          <a:p>
            <a:pPr>
              <a:defRPr/>
            </a:pPr>
            <a:r>
              <a:rPr lang="fr-FR" smtClean="0"/>
              <a:t>	I am living by faith Nothing is impossible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 smtClean="0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</a:t>
            </a:r>
          </a:p>
          <a:p>
            <a:pPr>
              <a:defRPr/>
            </a:pPr>
            <a:r>
              <a:rPr lang="fr-FR" smtClean="0"/>
              <a:t>7-  OUI JE CROIS, OUI JE CROIS OUI CROIS, OUI JE CROIS EN TOI   </a:t>
            </a:r>
          </a:p>
          <a:p>
            <a:pPr>
              <a:defRPr/>
            </a:pPr>
            <a:r>
              <a:rPr lang="fr-FR" smtClean="0"/>
              <a:t>I believe, I believe, I believe, I believe in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EN TOI JE PEUX TOUT ACCOMPLIR  JE PEUX TOUT RÉUSSIR </a:t>
            </a:r>
          </a:p>
          <a:p>
            <a:r>
              <a:rPr lang="fr-FR" smtClean="0"/>
              <a:t>	Through You I can do anything I can do all things
	2-  CAR C'EST TOI QUI ME REND FORT  JE SAIS QUE RIEN N'EST IMPOSSIBLE </a:t>
            </a:r>
          </a:p>
          <a:p>
            <a:r>
              <a:rPr lang="fr-FR" smtClean="0"/>
              <a:t>	ʻCause it's You who gives me strength Nothing is impossible
	3-  EN TOI TOUT EST RESTAURÉE  LES FORTERESSES BRISÉES </a:t>
            </a:r>
          </a:p>
          <a:p>
            <a:r>
              <a:rPr lang="fr-FR" smtClean="0"/>
              <a:t>	Through You blind eyes are opened Strongholds are broken</a:t>
            </a:r>
          </a:p>
          <a:p>
            <a:r>
              <a:rPr lang="fr-FR" smtClean="0"/>
              <a:t>	4-  JE VIVRAI PAR LA FOI JE SAIS QUE RIEN N'EST IMPOSSIBLE </a:t>
            </a:r>
          </a:p>
          <a:p>
            <a:r>
              <a:rPr lang="fr-FR" smtClean="0"/>
              <a:t>	I am living by faith Nothing is impossible</a:t>
            </a:r>
          </a:p>
          <a:p>
            <a:endParaRPr lang="fr-FR" smtClean="0"/>
          </a:p>
          <a:p>
            <a:r>
              <a:rPr lang="fr-FR" smtClean="0"/>
              <a:t>Couplet : 
5-  JE NE VIVRAI PAS PAR CE QUE JE VOIS JE NE VIVRAI PAS PAR CE QUE JE SENS  </a:t>
            </a:r>
          </a:p>
          <a:p>
            <a:r>
              <a:rPr lang="fr-FR" smtClean="0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: </a:t>
            </a:r>
          </a:p>
          <a:p>
            <a:r>
              <a:rPr lang="fr-FR" smtClean="0"/>
              <a:t>7-  OUI JE CROIS, OUI JE CROIS OUI CROIS, OUI JE CROIS EN TOI   </a:t>
            </a:r>
          </a:p>
          <a:p>
            <a:r>
              <a:rPr lang="fr-FR" smtClean="0"/>
              <a:t>I believe, I believe, I believe, I believe in You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: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1-  EN TOI JE PEUX TOUT ACCOMPLIR  JE PEUX TOUT RÉUSSIR </a:t>
            </a:r>
          </a:p>
          <a:p>
            <a:pPr>
              <a:defRPr/>
            </a:pPr>
            <a:r>
              <a:rPr lang="fr-FR" smtClean="0"/>
              <a:t>	Through You I can do anything I can do all things
	2-  CAR C'EST TOI QUI ME REND FORT  JE SAIS QUE RIEN N'EST IMPOSSIBLE </a:t>
            </a:r>
          </a:p>
          <a:p>
            <a:pPr>
              <a:defRPr/>
            </a:pPr>
            <a:r>
              <a:rPr lang="fr-FR" smtClean="0"/>
              <a:t>	ʻCause it's You who gives me strength Nothing is impossible
	3-  EN TOI TOUT EST RESTAURÉE  LES FORTERESSES BRISÉES </a:t>
            </a:r>
          </a:p>
          <a:p>
            <a:pPr>
              <a:defRPr/>
            </a:pPr>
            <a:r>
              <a:rPr lang="fr-FR" smtClean="0"/>
              <a:t>	Through You blind eyes are opened Strongholds are broken</a:t>
            </a:r>
          </a:p>
          <a:p>
            <a:pPr>
              <a:defRPr/>
            </a:pPr>
            <a:r>
              <a:rPr lang="fr-FR" smtClean="0"/>
              <a:t>	4-  JE VIVRAI PAR LA FOI JE SAIS QUE RIEN N'EST IMPOSSIBLE </a:t>
            </a:r>
          </a:p>
          <a:p>
            <a:pPr>
              <a:defRPr/>
            </a:pPr>
            <a:r>
              <a:rPr lang="fr-FR" smtClean="0"/>
              <a:t>	I am living by faith Nothing is impossible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 smtClean="0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</a:t>
            </a:r>
          </a:p>
          <a:p>
            <a:pPr>
              <a:defRPr/>
            </a:pPr>
            <a:r>
              <a:rPr lang="fr-FR" smtClean="0"/>
              <a:t>7-  OUI JE CROIS, OUI JE CROIS OUI CROIS, OUI JE CROIS EN TOI   </a:t>
            </a:r>
          </a:p>
          <a:p>
            <a:pPr>
              <a:defRPr/>
            </a:pPr>
            <a:r>
              <a:rPr lang="fr-FR" smtClean="0"/>
              <a:t>I believe, I believe, I believe, I believe in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EN TOI JE PEUX TOUT ACCOMPLIR  JE PEUX TOUT RÉUSSIR </a:t>
            </a:r>
          </a:p>
          <a:p>
            <a:r>
              <a:rPr lang="fr-FR" smtClean="0"/>
              <a:t>	Through You I can do anything I can do all things
	2-  CAR C'EST TOI QUI ME REND FORT  JE SAIS QUE RIEN N'EST IMPOSSIBLE </a:t>
            </a:r>
          </a:p>
          <a:p>
            <a:r>
              <a:rPr lang="fr-FR" smtClean="0"/>
              <a:t>	ʻCause it's You who gives me strength Nothing is impossible
	3-  EN TOI TOUT EST RESTAURÉE  LES FORTERESSES BRISÉES </a:t>
            </a:r>
          </a:p>
          <a:p>
            <a:r>
              <a:rPr lang="fr-FR" smtClean="0"/>
              <a:t>	Through You blind eyes are opened Strongholds are broken</a:t>
            </a:r>
          </a:p>
          <a:p>
            <a:r>
              <a:rPr lang="fr-FR" smtClean="0"/>
              <a:t>	4-  JE VIVRAI PAR LA FOI JE SAIS QUE RIEN N'EST IMPOSSIBLE </a:t>
            </a:r>
          </a:p>
          <a:p>
            <a:r>
              <a:rPr lang="fr-FR" smtClean="0"/>
              <a:t>	I am living by faith Nothing is impossible</a:t>
            </a:r>
          </a:p>
          <a:p>
            <a:endParaRPr lang="fr-FR" smtClean="0"/>
          </a:p>
          <a:p>
            <a:r>
              <a:rPr lang="fr-FR" smtClean="0"/>
              <a:t>Couplet : 
5-  JE NE VIVRAI PAS PAR CE QUE JE VOIS JE NE VIVRAI PAS PAR CE QUE JE SENS  </a:t>
            </a:r>
          </a:p>
          <a:p>
            <a:r>
              <a:rPr lang="fr-FR" smtClean="0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: </a:t>
            </a:r>
          </a:p>
          <a:p>
            <a:r>
              <a:rPr lang="fr-FR" smtClean="0"/>
              <a:t>7-  OUI JE CROIS, OUI JE CROIS OUI CROIS, OUI JE CROIS EN TOI   </a:t>
            </a:r>
          </a:p>
          <a:p>
            <a:r>
              <a:rPr lang="fr-FR" smtClean="0"/>
              <a:t>I believe, I believe, I believe, I believe in You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: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1-  EN TOI JE PEUX TOUT ACCOMPLIR  JE PEUX TOUT RÉUSSIR </a:t>
            </a:r>
          </a:p>
          <a:p>
            <a:pPr>
              <a:defRPr/>
            </a:pPr>
            <a:r>
              <a:rPr lang="fr-FR" smtClean="0"/>
              <a:t>	Through You I can do anything I can do all things
	2-  CAR C'EST TOI QUI ME REND FORT  JE SAIS QUE RIEN N'EST IMPOSSIBLE </a:t>
            </a:r>
          </a:p>
          <a:p>
            <a:pPr>
              <a:defRPr/>
            </a:pPr>
            <a:r>
              <a:rPr lang="fr-FR" smtClean="0"/>
              <a:t>	ʻCause it's You who gives me strength Nothing is impossible
	3-  EN TOI TOUT EST RESTAURÉE  LES FORTERESSES BRISÉES </a:t>
            </a:r>
          </a:p>
          <a:p>
            <a:pPr>
              <a:defRPr/>
            </a:pPr>
            <a:r>
              <a:rPr lang="fr-FR" smtClean="0"/>
              <a:t>	Through You blind eyes are opened Strongholds are broken</a:t>
            </a:r>
          </a:p>
          <a:p>
            <a:pPr>
              <a:defRPr/>
            </a:pPr>
            <a:r>
              <a:rPr lang="fr-FR" smtClean="0"/>
              <a:t>	4-  JE VIVRAI PAR LA FOI JE SAIS QUE RIEN N'EST IMPOSSIBLE </a:t>
            </a:r>
          </a:p>
          <a:p>
            <a:pPr>
              <a:defRPr/>
            </a:pPr>
            <a:r>
              <a:rPr lang="fr-FR" smtClean="0"/>
              <a:t>	I am living by faith Nothing is impossible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 smtClean="0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</a:t>
            </a:r>
          </a:p>
          <a:p>
            <a:pPr>
              <a:defRPr/>
            </a:pPr>
            <a:r>
              <a:rPr lang="fr-FR" smtClean="0"/>
              <a:t>7-  OUI JE CROIS, OUI JE CROIS OUI CROIS, OUI JE CROIS EN TOI   </a:t>
            </a:r>
          </a:p>
          <a:p>
            <a:pPr>
              <a:defRPr/>
            </a:pPr>
            <a:r>
              <a:rPr lang="fr-FR" smtClean="0"/>
              <a:t>I believe, I believe, I believe, I believe in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EN TOI JE PEUX TOUT ACCOMPLIR  JE PEUX TOUT RÉUSSIR </a:t>
            </a:r>
          </a:p>
          <a:p>
            <a:r>
              <a:rPr lang="fr-FR" smtClean="0"/>
              <a:t>	Through You I can do anything I can do all things
	2-  CAR C'EST TOI QUI ME REND FORT  JE SAIS QUE RIEN N'EST IMPOSSIBLE </a:t>
            </a:r>
          </a:p>
          <a:p>
            <a:r>
              <a:rPr lang="fr-FR" smtClean="0"/>
              <a:t>	ʻCause it's You who gives me strength Nothing is impossible
	3-  EN TOI TOUT EST RESTAURÉE  LES FORTERESSES BRISÉES </a:t>
            </a:r>
          </a:p>
          <a:p>
            <a:r>
              <a:rPr lang="fr-FR" smtClean="0"/>
              <a:t>	Through You blind eyes are opened Strongholds are broken</a:t>
            </a:r>
          </a:p>
          <a:p>
            <a:r>
              <a:rPr lang="fr-FR" smtClean="0"/>
              <a:t>	4-  JE VIVRAI PAR LA FOI JE SAIS QUE RIEN N'EST IMPOSSIBLE </a:t>
            </a:r>
          </a:p>
          <a:p>
            <a:r>
              <a:rPr lang="fr-FR" smtClean="0"/>
              <a:t>	I am living by faith Nothing is impossible</a:t>
            </a:r>
          </a:p>
          <a:p>
            <a:endParaRPr lang="fr-FR" smtClean="0"/>
          </a:p>
          <a:p>
            <a:r>
              <a:rPr lang="fr-FR" smtClean="0"/>
              <a:t>Couplet : 
5-  JE NE VIVRAI PAS PAR CE QUE JE VOIS JE NE VIVRAI PAS PAR CE QUE JE SENS  </a:t>
            </a:r>
          </a:p>
          <a:p>
            <a:r>
              <a:rPr lang="fr-FR" smtClean="0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: </a:t>
            </a:r>
          </a:p>
          <a:p>
            <a:r>
              <a:rPr lang="fr-FR" smtClean="0"/>
              <a:t>7-  OUI JE CROIS, OUI JE CROIS OUI CROIS, OUI JE CROIS EN TOI   </a:t>
            </a:r>
          </a:p>
          <a:p>
            <a:r>
              <a:rPr lang="fr-FR" smtClean="0"/>
              <a:t>I believe, I believe, I believe, I believe in You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: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1-  EN TOI JE PEUX TOUT ACCOMPLIR  JE PEUX TOUT RÉUSSIR </a:t>
            </a:r>
          </a:p>
          <a:p>
            <a:pPr>
              <a:defRPr/>
            </a:pPr>
            <a:r>
              <a:rPr lang="fr-FR" smtClean="0"/>
              <a:t>	Through You I can do anything I can do all things
	2-  CAR C'EST TOI QUI ME REND FORT  JE SAIS QUE RIEN N'EST IMPOSSIBLE </a:t>
            </a:r>
          </a:p>
          <a:p>
            <a:pPr>
              <a:defRPr/>
            </a:pPr>
            <a:r>
              <a:rPr lang="fr-FR" smtClean="0"/>
              <a:t>	ʻCause it's You who gives me strength Nothing is impossible
	3-  EN TOI TOUT EST RESTAURÉE  LES FORTERESSES BRISÉES </a:t>
            </a:r>
          </a:p>
          <a:p>
            <a:pPr>
              <a:defRPr/>
            </a:pPr>
            <a:r>
              <a:rPr lang="fr-FR" smtClean="0"/>
              <a:t>	Through You blind eyes are opened Strongholds are broken</a:t>
            </a:r>
          </a:p>
          <a:p>
            <a:pPr>
              <a:defRPr/>
            </a:pPr>
            <a:r>
              <a:rPr lang="fr-FR" smtClean="0"/>
              <a:t>	4-  JE VIVRAI PAR LA FOI JE SAIS QUE RIEN N'EST IMPOSSIBLE </a:t>
            </a:r>
          </a:p>
          <a:p>
            <a:pPr>
              <a:defRPr/>
            </a:pPr>
            <a:r>
              <a:rPr lang="fr-FR" smtClean="0"/>
              <a:t>	I am living by faith Nothing is impossible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 smtClean="0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</a:t>
            </a:r>
          </a:p>
          <a:p>
            <a:pPr>
              <a:defRPr/>
            </a:pPr>
            <a:r>
              <a:rPr lang="fr-FR" smtClean="0"/>
              <a:t>7-  OUI JE CROIS, OUI JE CROIS OUI CROIS, OUI JE CROIS EN TOI   </a:t>
            </a:r>
          </a:p>
          <a:p>
            <a:pPr>
              <a:defRPr/>
            </a:pPr>
            <a:r>
              <a:rPr lang="fr-FR" smtClean="0"/>
              <a:t>I believe, I believe, I believe, I believe in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EN TOI JE PEUX TOUT ACCOMPLIR  JE PEUX TOUT RÉUSSIR </a:t>
            </a:r>
          </a:p>
          <a:p>
            <a:r>
              <a:rPr lang="fr-FR" smtClean="0"/>
              <a:t>	Through You I can do anything I can do all things
	2-  CAR C'EST TOI QUI ME REND FORT  JE SAIS QUE RIEN N'EST IMPOSSIBLE </a:t>
            </a:r>
          </a:p>
          <a:p>
            <a:r>
              <a:rPr lang="fr-FR" smtClean="0"/>
              <a:t>	ʻCause it's You who gives me strength Nothing is impossible
	3-  EN TOI TOUT EST RESTAURÉE  LES FORTERESSES BRISÉES </a:t>
            </a:r>
          </a:p>
          <a:p>
            <a:r>
              <a:rPr lang="fr-FR" smtClean="0"/>
              <a:t>	Through You blind eyes are opened Strongholds are broken</a:t>
            </a:r>
          </a:p>
          <a:p>
            <a:r>
              <a:rPr lang="fr-FR" smtClean="0"/>
              <a:t>	4-  JE VIVRAI PAR LA FOI JE SAIS QUE RIEN N'EST IMPOSSIBLE </a:t>
            </a:r>
          </a:p>
          <a:p>
            <a:r>
              <a:rPr lang="fr-FR" smtClean="0"/>
              <a:t>	I am living by faith Nothing is impossible</a:t>
            </a:r>
          </a:p>
          <a:p>
            <a:endParaRPr lang="fr-FR" smtClean="0"/>
          </a:p>
          <a:p>
            <a:r>
              <a:rPr lang="fr-FR" smtClean="0"/>
              <a:t>Couplet : 
5-  JE NE VIVRAI PAS PAR CE QUE JE VOIS JE NE VIVRAI PAS PAR CE QUE JE SENS  </a:t>
            </a:r>
          </a:p>
          <a:p>
            <a:r>
              <a:rPr lang="fr-FR" smtClean="0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: </a:t>
            </a:r>
          </a:p>
          <a:p>
            <a:r>
              <a:rPr lang="fr-FR" smtClean="0"/>
              <a:t>7-  OUI JE CROIS, OUI JE CROIS OUI CROIS, OUI JE CROIS EN TOI   </a:t>
            </a:r>
          </a:p>
          <a:p>
            <a:r>
              <a:rPr lang="fr-FR" smtClean="0"/>
              <a:t>I believe, I believe, I believe, I believe in You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: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1-  EN TOI JE PEUX TOUT ACCOMPLIR  JE PEUX TOUT RÉUSSIR </a:t>
            </a:r>
          </a:p>
          <a:p>
            <a:pPr>
              <a:defRPr/>
            </a:pPr>
            <a:r>
              <a:rPr lang="fr-FR" smtClean="0"/>
              <a:t>	Through You I can do anything I can do all things
	2-  CAR C'EST TOI QUI ME REND FORT  JE SAIS QUE RIEN N'EST IMPOSSIBLE </a:t>
            </a:r>
          </a:p>
          <a:p>
            <a:pPr>
              <a:defRPr/>
            </a:pPr>
            <a:r>
              <a:rPr lang="fr-FR" smtClean="0"/>
              <a:t>	ʻCause it's You who gives me strength Nothing is impossible
	3-  EN TOI TOUT EST RESTAURÉE  LES FORTERESSES BRISÉES </a:t>
            </a:r>
          </a:p>
          <a:p>
            <a:pPr>
              <a:defRPr/>
            </a:pPr>
            <a:r>
              <a:rPr lang="fr-FR" smtClean="0"/>
              <a:t>	Through You blind eyes are opened Strongholds are broken</a:t>
            </a:r>
          </a:p>
          <a:p>
            <a:pPr>
              <a:defRPr/>
            </a:pPr>
            <a:r>
              <a:rPr lang="fr-FR" smtClean="0"/>
              <a:t>	4-  JE VIVRAI PAR LA FOI JE SAIS QUE RIEN N'EST IMPOSSIBLE </a:t>
            </a:r>
          </a:p>
          <a:p>
            <a:pPr>
              <a:defRPr/>
            </a:pPr>
            <a:r>
              <a:rPr lang="fr-FR" smtClean="0"/>
              <a:t>	I am living by faith Nothing is impossible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 smtClean="0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</a:t>
            </a:r>
          </a:p>
          <a:p>
            <a:pPr>
              <a:defRPr/>
            </a:pPr>
            <a:r>
              <a:rPr lang="fr-FR" smtClean="0"/>
              <a:t>7-  OUI JE CROIS, OUI JE CROIS OUI CROIS, OUI JE CROIS EN TOI   </a:t>
            </a:r>
          </a:p>
          <a:p>
            <a:pPr>
              <a:defRPr/>
            </a:pPr>
            <a:r>
              <a:rPr lang="fr-FR" smtClean="0"/>
              <a:t>I believe, I believe, I believe, I believe in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EN TOI JE PEUX TOUT ACCOMPLIR  JE PEUX TOUT RÉUSSIR </a:t>
            </a:r>
          </a:p>
          <a:p>
            <a:r>
              <a:rPr lang="fr-FR" smtClean="0"/>
              <a:t>	Through You I can do anything I can do all things
	2-  CAR C'EST TOI QUI ME REND FORT  JE SAIS QUE RIEN N'EST IMPOSSIBLE </a:t>
            </a:r>
          </a:p>
          <a:p>
            <a:r>
              <a:rPr lang="fr-FR" smtClean="0"/>
              <a:t>	ʻCause it's You who gives me strength Nothing is impossible
	3-  EN TOI TOUT EST RESTAURÉE  LES FORTERESSES BRISÉES </a:t>
            </a:r>
          </a:p>
          <a:p>
            <a:r>
              <a:rPr lang="fr-FR" smtClean="0"/>
              <a:t>	Through You blind eyes are opened Strongholds are broken</a:t>
            </a:r>
          </a:p>
          <a:p>
            <a:r>
              <a:rPr lang="fr-FR" smtClean="0"/>
              <a:t>	4-  JE VIVRAI PAR LA FOI JE SAIS QUE RIEN N'EST IMPOSSIBLE </a:t>
            </a:r>
          </a:p>
          <a:p>
            <a:r>
              <a:rPr lang="fr-FR" smtClean="0"/>
              <a:t>	I am living by faith Nothing is impossible</a:t>
            </a:r>
          </a:p>
          <a:p>
            <a:endParaRPr lang="fr-FR" smtClean="0"/>
          </a:p>
          <a:p>
            <a:r>
              <a:rPr lang="fr-FR" smtClean="0"/>
              <a:t>Couplet : 
5-  JE NE VIVRAI PAS PAR CE QUE JE VOIS JE NE VIVRAI PAS PAR CE QUE JE SENS  </a:t>
            </a:r>
          </a:p>
          <a:p>
            <a:r>
              <a:rPr lang="fr-FR" smtClean="0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: </a:t>
            </a:r>
          </a:p>
          <a:p>
            <a:r>
              <a:rPr lang="fr-FR" smtClean="0"/>
              <a:t>7-  OUI JE CROIS, OUI JE CROIS OUI CROIS, OUI JE CROIS EN TOI   </a:t>
            </a:r>
          </a:p>
          <a:p>
            <a:r>
              <a:rPr lang="fr-FR" smtClean="0"/>
              <a:t>I believe, I believe, I believe, I believe in You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: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TOI, JE PEUX TOUT ACCOMPLIR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PEUX TOUT RÉUSSIR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C'EST TOI QUI ME RENDS FORT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RIEN N'EST IMPOSSIBLE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TOI, TOUT EST RESTAURÉ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FORTERESSES BRISÉES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VIVRAI PAR LA FOI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RIEN N'EST IMPOSSIBLE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VIVRAI PAS PAR CE QUE JE VOIS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VIVRAI PAS PAR CE QUE JE SENS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FOND JE SAIS QUE TU ES AVEC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TU PEUX TOUT ACCOMPLIR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JE CROIS, OUI JE CROIS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JE CROIS, OUI JE CROIS EN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1897</TotalTime>
  <Words>94</Words>
  <Application>Microsoft Office PowerPoint</Application>
  <PresentationFormat>Affichage à l'écran (4:3)</PresentationFormat>
  <Paragraphs>351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187</cp:revision>
  <dcterms:created xsi:type="dcterms:W3CDTF">2002-08-17T10:50:50Z</dcterms:created>
  <dcterms:modified xsi:type="dcterms:W3CDTF">2022-05-28T10:44:21Z</dcterms:modified>
</cp:coreProperties>
</file>