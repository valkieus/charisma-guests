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21" r:id="rId2"/>
    <p:sldId id="322" r:id="rId3"/>
    <p:sldId id="323" r:id="rId4"/>
    <p:sldId id="324" r:id="rId5"/>
    <p:sldId id="325" r:id="rId6"/>
    <p:sldId id="326" r:id="rId7"/>
    <p:sldId id="338" r:id="rId8"/>
    <p:sldId id="327" r:id="rId9"/>
    <p:sldId id="328" r:id="rId10"/>
    <p:sldId id="329" r:id="rId11"/>
    <p:sldId id="330" r:id="rId12"/>
    <p:sldId id="331" r:id="rId13"/>
    <p:sldId id="332" r:id="rId14"/>
    <p:sldId id="339" r:id="rId15"/>
    <p:sldId id="333" r:id="rId16"/>
    <p:sldId id="334" r:id="rId17"/>
    <p:sldId id="335" r:id="rId18"/>
    <p:sldId id="340" r:id="rId19"/>
    <p:sldId id="336" r:id="rId20"/>
    <p:sldId id="337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1" autoAdjust="0"/>
    <p:restoredTop sz="15175" autoAdjust="0"/>
  </p:normalViewPr>
  <p:slideViewPr>
    <p:cSldViewPr>
      <p:cViewPr varScale="1">
        <p:scale>
          <a:sx n="18" d="100"/>
          <a:sy n="18" d="100"/>
        </p:scale>
        <p:origin x="2508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30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able to do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know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CAR TU L’AS DÉJÀ FAIT  TU ES FIDÈLE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faithful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move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SI, GRANDE EST LA MONTAGNE  DIEU TU ES AVEC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mountain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seems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But I know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
4-  JE SUIS RECONNAISSANT  ET JE LE RESTERAI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grateful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Until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end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over me
	6-  QUE JE SUIS LIBRE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free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TA PUISSANCE AGIT PURIFIANT MA VIE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over me
	8-  ET JE SUIS LIBRE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free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indeed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TU ES AU CONTRÔLE  PUISSANT TU 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power’s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TU ES MA PERCÉE  ET TU RENOUVELLES TOUT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things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new
12-  JE TE LOUERAI À JAMAIS  JE CHANTERAI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throne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14-  IL EST AU CONTRÔLE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control 
15-  RÉGNANT À JAMAIS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over all
16-  IL EST TOUT-PUISSANT  OUI TOUT-PUISSANT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powerful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powerful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J’ÉLÈVE SON NOM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18-  POUR LE LOUER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19-  IL FAIT UN CHEMIN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IL EST TOUT-PUISSANT  OUI TOUT-PUISSANT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powerful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powerful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able to do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know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CAR TU L’AS DÉJÀ FAIT  TU ES FIDÈLE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faithful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move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SI, GRANDE EST LA MONTAGNE  DIEU TU ES AVEC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mountain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seems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But I know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
4-  JE SUIS RECONNAISSANT  ET JE LE RESTERAI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grateful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Until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end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over me
	6-  QUE JE SUIS LIBRE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free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TA PUISSANCE AGIT PURIFIANT MA VIE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over me
	8-  ET JE SUIS LIBRE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free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indeed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TU ES AU CONTRÔLE  PUISSANT TU 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power’s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TU ES MA PERCÉE  ET TU RENOUVELLES TOUT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things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new
12-  JE TE LOUERAI À JAMAIS  JE CHANTERAI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throne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14-  IL EST AU CONTRÔLE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control 
15-  RÉGNANT À JAMAIS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over all
16-  IL EST TOUT-PUISSANT  OUI TOUT-PUISSANT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powerful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powerful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J’ÉLÈVE SON NOM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18-  POUR LE LOUER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19-  IL FAIT UN CHEMIN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IL EST TOUT-PUISSANT  OUI TOUT-PUISSANT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powerful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powerful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139106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56536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253132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528537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277262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167308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121159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610115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862562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937571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2548908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207532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0437296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5060690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014364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6220529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1076064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507738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TOI SEUL PEUX LE FAIRE  ET JE LE SAIS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able to do it I know You can
2-  CAR TU L’AS DÉJÀ FAIT  TU ES FIDÈLE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God You are faithful To move again
3-  SI, GRANDE EST LA MONTAGNE  DIEU TU ES AVEC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mountain it seems big But I know You're with me
4-  JE SUIS RECONNAISSANT  ET JE LE RESTERAI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Jesus I’m grateful Until the very end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T’ENTENDS CHANTER  SUR MOI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hear Your voice Singing over me
	6-  QUE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
	7-  TA PUISSANCE AGIT PURIFIANT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 feel Your power Washing over me
	8-  ET JE SUIS LIBRE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I'm free indeed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9-  TU ES MON SAUVEUR  JE N'AI PLUS PEUR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saviour So I won't fear
10-  TU ES AU CONTRÔLE  PUISSANT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I know You've got this Your power’s here
11-  TU ES MA PERCÉE  ET TU RENOUVELLES TOUT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my breakthrough You're making all things new
12-  JE TE LOUERAI À JAMAIS  JE CHANTERAI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I’ll praise You forever To You I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DIEU EST SUR LE TRÔNE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 is on the throne 
14-  IL EST AU CONTRÔLE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in control 
15-  RÉGNANT À JAMAIS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Reigning over all
16-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
17-  J’ÉLÈVE SON NOM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lift His name 
18-  POUR LE LOUER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give Him praise 
19-  IL FAIT UN CHEMIN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He'll make a way
20-  IL EST TOUT-PUISSANT  OUI TOUT-PUISSANT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powerful, so powerful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DIEU TOI SEUL PEUX LE FAIRE  ET JE LE SAIS  </a:t>
            </a:r>
          </a:p>
          <a:p>
            <a:r>
              <a:rPr lang="fr-FR" smtClean="0"/>
              <a:t>You're able to do it I know You can
2-  CAR TU L’AS DÉJÀ FAIT  TU ES FIDÈLE</a:t>
            </a:r>
          </a:p>
          <a:p>
            <a:r>
              <a:rPr lang="fr-FR" smtClean="0"/>
              <a:t>‘Cause God You are faithful To move again
3-  SI, GRANDE EST LA MONTAGNE  DIEU TU ES AVEC MOI </a:t>
            </a:r>
          </a:p>
          <a:p>
            <a:r>
              <a:rPr lang="fr-FR" smtClean="0"/>
              <a:t>This mountain it seems big But I know You're with me
4-  JE SUIS RECONNAISSANT  ET JE LE RESTERAI</a:t>
            </a:r>
          </a:p>
          <a:p>
            <a:r>
              <a:rPr lang="fr-FR" smtClean="0"/>
              <a:t>So Jesus I’m grateful Until the very end</a:t>
            </a:r>
          </a:p>
          <a:p>
            <a:r>
              <a:rPr lang="fr-FR" smtClean="0"/>
              <a:t>  </a:t>
            </a:r>
          </a:p>
          <a:p>
            <a:r>
              <a:rPr lang="fr-FR" smtClean="0"/>
              <a:t>	Refrain :
	5-  JE T’ENTENDS CHANTER  SUR MOI DÉCLARER  </a:t>
            </a:r>
          </a:p>
          <a:p>
            <a:r>
              <a:rPr lang="fr-FR" smtClean="0"/>
              <a:t>	I can hear Your voice Singing over me
	6-  QUE JE SUIS LIBRE </a:t>
            </a:r>
          </a:p>
          <a:p>
            <a:r>
              <a:rPr lang="fr-FR" smtClean="0"/>
              <a:t>	I'm free indeed
	7-  TA PUISSANCE AGIT PURIFIANT MA VIE </a:t>
            </a:r>
          </a:p>
          <a:p>
            <a:r>
              <a:rPr lang="fr-FR" smtClean="0"/>
              <a:t>	I can feel Your power Washing over me
	8-  ET JE SUIS LIBRE </a:t>
            </a:r>
          </a:p>
          <a:p>
            <a:r>
              <a:rPr lang="fr-FR" smtClean="0"/>
              <a:t>	I'm free indeed</a:t>
            </a:r>
          </a:p>
          <a:p>
            <a:endParaRPr lang="fr-FR" smtClean="0"/>
          </a:p>
          <a:p>
            <a:r>
              <a:rPr lang="fr-FR" smtClean="0"/>
              <a:t>Couplet 2 :
9-  TU ES MON SAUVEUR  JE N'AI PLUS PEUR</a:t>
            </a:r>
          </a:p>
          <a:p>
            <a:r>
              <a:rPr lang="fr-FR" smtClean="0"/>
              <a:t>You are my saviour So I won't fear
10-  TU ES AU CONTRÔLE  PUISSANT TU ES </a:t>
            </a:r>
          </a:p>
          <a:p>
            <a:r>
              <a:rPr lang="fr-FR" smtClean="0"/>
              <a:t>‘Cause I know You've got this Your power’s here
11-  TU ES MA PERCÉE  ET TU RENOUVELLES TOUT </a:t>
            </a:r>
          </a:p>
          <a:p>
            <a:r>
              <a:rPr lang="fr-FR" smtClean="0"/>
              <a:t>You are my breakthrough You're making all things new
12-  JE TE LOUERAI À JAMAIS  JE CHANTERAI  </a:t>
            </a:r>
          </a:p>
          <a:p>
            <a:r>
              <a:rPr lang="fr-FR" smtClean="0"/>
              <a:t>So I’ll praise You forever To You I sing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13-  DIEU EST SUR LE TRÔNE  </a:t>
            </a:r>
          </a:p>
          <a:p>
            <a:r>
              <a:rPr lang="fr-FR" smtClean="0"/>
              <a:t>God is on the throne 
14-  IL EST AU CONTRÔLE  </a:t>
            </a:r>
          </a:p>
          <a:p>
            <a:r>
              <a:rPr lang="fr-FR" smtClean="0"/>
              <a:t>He is in control 
15-  RÉGNANT À JAMAIS  </a:t>
            </a:r>
          </a:p>
          <a:p>
            <a:r>
              <a:rPr lang="fr-FR" smtClean="0"/>
              <a:t>Reigning over all
16-  IL EST TOUT-PUISSANT  OUI TOUT-PUISSANT  </a:t>
            </a:r>
          </a:p>
          <a:p>
            <a:r>
              <a:rPr lang="fr-FR" smtClean="0"/>
              <a:t>He is powerful, so powerful
17-  J’ÉLÈVE SON NOM  </a:t>
            </a:r>
          </a:p>
          <a:p>
            <a:r>
              <a:rPr lang="fr-FR" smtClean="0"/>
              <a:t>I lift His name 
18-  POUR LE LOUER  </a:t>
            </a:r>
          </a:p>
          <a:p>
            <a:r>
              <a:rPr lang="fr-FR" smtClean="0"/>
              <a:t>And I give Him praise 
19-  IL FAIT UN CHEMIN  </a:t>
            </a:r>
          </a:p>
          <a:p>
            <a:r>
              <a:rPr lang="fr-FR" smtClean="0"/>
              <a:t>For He'll make a way
20-  IL EST TOUT-PUISSANT  OUI TOUT-PUISSANT  </a:t>
            </a:r>
          </a:p>
          <a:p>
            <a:r>
              <a:rPr lang="fr-FR" smtClean="0"/>
              <a:t>He is powerful, so powerful</a:t>
            </a:r>
          </a:p>
          <a:p>
            <a:endParaRPr lang="fr-FR" smtClean="0"/>
          </a:p>
          <a:p>
            <a:r>
              <a:rPr lang="fr-FR" smtClean="0"/>
              <a:t>	Refrain :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234796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DIEU, TOI SEUL PEUX LE FAIRE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LE SAIS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L’AS DÉJÀ FAIT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FIDÈLE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8175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GRANDE EST LA MONTAGNE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DIEU, TU ES AVEC MOI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9275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RECONNAISSANT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LE RESTERAI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411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T’ENTENDS CHANTER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MOI DÉCLARER </a:t>
            </a:r>
          </a:p>
        </p:txBody>
      </p:sp>
    </p:spTree>
    <p:extLst>
      <p:ext uri="{BB962C8B-B14F-4D97-AF65-F5344CB8AC3E}">
        <p14:creationId xmlns:p14="http://schemas.microsoft.com/office/powerpoint/2010/main" val="2038560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SUIS LIBRE</a:t>
            </a:r>
          </a:p>
        </p:txBody>
      </p:sp>
    </p:spTree>
    <p:extLst>
      <p:ext uri="{BB962C8B-B14F-4D97-AF65-F5344CB8AC3E}">
        <p14:creationId xmlns:p14="http://schemas.microsoft.com/office/powerpoint/2010/main" val="217357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PUISSANCE AGIT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PURIFIANT MA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6279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SUIS LIBRE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75411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MON SAUVEUR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N'AI PLUS PEUR</a:t>
            </a:r>
          </a:p>
        </p:txBody>
      </p:sp>
    </p:spTree>
    <p:extLst>
      <p:ext uri="{BB962C8B-B14F-4D97-AF65-F5344CB8AC3E}">
        <p14:creationId xmlns:p14="http://schemas.microsoft.com/office/powerpoint/2010/main" val="359582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AU CONTRÔLE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PUISSANT TU ES</a:t>
            </a:r>
          </a:p>
        </p:txBody>
      </p:sp>
    </p:spTree>
    <p:extLst>
      <p:ext uri="{BB962C8B-B14F-4D97-AF65-F5344CB8AC3E}">
        <p14:creationId xmlns:p14="http://schemas.microsoft.com/office/powerpoint/2010/main" val="1402415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MA PERCÉE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RENOUVELLES TOUT</a:t>
            </a:r>
          </a:p>
        </p:txBody>
      </p:sp>
    </p:spTree>
    <p:extLst>
      <p:ext uri="{BB962C8B-B14F-4D97-AF65-F5344CB8AC3E}">
        <p14:creationId xmlns:p14="http://schemas.microsoft.com/office/powerpoint/2010/main" val="891456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LOUERAI À JAMAIS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CHANTERAI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3318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EST SUR LE TRÔNE </a:t>
            </a:r>
          </a:p>
        </p:txBody>
      </p:sp>
    </p:spTree>
    <p:extLst>
      <p:ext uri="{BB962C8B-B14F-4D97-AF65-F5344CB8AC3E}">
        <p14:creationId xmlns:p14="http://schemas.microsoft.com/office/powerpoint/2010/main" val="373697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AU CONTRÔLE </a:t>
            </a:r>
          </a:p>
        </p:txBody>
      </p:sp>
    </p:spTree>
    <p:extLst>
      <p:ext uri="{BB962C8B-B14F-4D97-AF65-F5344CB8AC3E}">
        <p14:creationId xmlns:p14="http://schemas.microsoft.com/office/powerpoint/2010/main" val="320661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RÉGNANT À JAMAIS </a:t>
            </a:r>
          </a:p>
        </p:txBody>
      </p:sp>
    </p:spTree>
    <p:extLst>
      <p:ext uri="{BB962C8B-B14F-4D97-AF65-F5344CB8AC3E}">
        <p14:creationId xmlns:p14="http://schemas.microsoft.com/office/powerpoint/2010/main" val="27294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TOUT-PUISSANT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TOUT-PUISSANT </a:t>
            </a:r>
          </a:p>
        </p:txBody>
      </p:sp>
    </p:spTree>
    <p:extLst>
      <p:ext uri="{BB962C8B-B14F-4D97-AF65-F5344CB8AC3E}">
        <p14:creationId xmlns:p14="http://schemas.microsoft.com/office/powerpoint/2010/main" val="216038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SON NOM </a:t>
            </a:r>
          </a:p>
        </p:txBody>
      </p:sp>
    </p:spTree>
    <p:extLst>
      <p:ext uri="{BB962C8B-B14F-4D97-AF65-F5344CB8AC3E}">
        <p14:creationId xmlns:p14="http://schemas.microsoft.com/office/powerpoint/2010/main" val="163179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 LOUER </a:t>
            </a:r>
          </a:p>
        </p:txBody>
      </p:sp>
    </p:spTree>
    <p:extLst>
      <p:ext uri="{BB962C8B-B14F-4D97-AF65-F5344CB8AC3E}">
        <p14:creationId xmlns:p14="http://schemas.microsoft.com/office/powerpoint/2010/main" val="2669334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FAIT UN CHEMIN </a:t>
            </a:r>
          </a:p>
        </p:txBody>
      </p:sp>
    </p:spTree>
    <p:extLst>
      <p:ext uri="{BB962C8B-B14F-4D97-AF65-F5344CB8AC3E}">
        <p14:creationId xmlns:p14="http://schemas.microsoft.com/office/powerpoint/2010/main" val="19538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TOUT-PUISSANT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TOUT-PUISSANT </a:t>
            </a:r>
          </a:p>
        </p:txBody>
      </p:sp>
    </p:spTree>
    <p:extLst>
      <p:ext uri="{BB962C8B-B14F-4D97-AF65-F5344CB8AC3E}">
        <p14:creationId xmlns:p14="http://schemas.microsoft.com/office/powerpoint/2010/main" val="206823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1039</Words>
  <Application>Microsoft Office PowerPoint</Application>
  <PresentationFormat>Affichage à l'écran (4:3)</PresentationFormat>
  <Paragraphs>1312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176</cp:revision>
  <dcterms:created xsi:type="dcterms:W3CDTF">2002-08-17T10:50:50Z</dcterms:created>
  <dcterms:modified xsi:type="dcterms:W3CDTF">2022-05-28T10:37:32Z</dcterms:modified>
</cp:coreProperties>
</file>