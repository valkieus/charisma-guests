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44954" autoAdjust="0"/>
  </p:normalViewPr>
  <p:slideViewPr>
    <p:cSldViewPr>
      <p:cViewPr>
        <p:scale>
          <a:sx n="37" d="100"/>
          <a:sy n="37" d="100"/>
        </p:scale>
        <p:origin x="-672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04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AUJOURD’HUI, MAINTENANT LEVONS BIEN HAUT NOS VOIX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 and now make it loud At the top of our lungs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2-  TOUS ENSEMBLES, NOUS VOULONS CRIER SUR TOUS LES TOITS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 sound breaking out Lord for all that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VERS TOI, NOUS CHANTONS TOUT NOTRE AMOUR SEIGNEUR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NON IL N’Y A PAS DE PLUS BEAU MOMENT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6-  RENCONTRER TON AMOUR À NOUVEAU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 
11-  NOUS VOULONS, PLUS ENCORE CÉLÉBRER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start here we are To collide with Your love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12-  PRÈS DE TOI, NOUS DÉSIRONS  VIVRE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heart, set apart Just to be where You are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
13-  VERS TOI, MAINTENANT NOUS VOULONS TOURNER NOS CŒURS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we're turning our, turning our hearts to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VERS TOI, NOUS CHANTONS  TOUT NOTRE AMOUR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now, we'll never stop, never stop loving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15-  NON IL N’Y A PAS  DE PLUS BEAU MOMENTS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will be the best time of our lives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16-  RENCONTRER TON AMOUR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encounter Your love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17-  QUAND NOUS DÉCLARONS  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Here with You our hearts will come alive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18-  NOS CŒURS REPRENNENT VIE  À NOUVEAU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19-  OH OH OH OH OH OH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20-  QUAND NOUS DÉCLARONS  TES LOUANGES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As we declare Your praises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21-  VOICI L’INSTANT, C’EST LE MOMENT  POUR ÉLEVER BIEN HAUT TON NOM  x4
This is our time, This is our place, This is our moment to lift Your name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  x2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AUJOURD’HUI, MAINTENANT LEVONS BIEN HAUT NOS VOIX</a:t>
            </a:r>
          </a:p>
          <a:p>
            <a:r>
              <a:rPr lang="fr-FR" smtClean="0"/>
              <a:t>Here and now make it loud At the top of our lungs</a:t>
            </a:r>
          </a:p>
          <a:p>
            <a:r>
              <a:rPr lang="fr-FR" smtClean="0"/>
              <a:t>  
2-  TOUS ENSEMBLES, NOUS VOULONS CRIER SUR TOUS LES TOITS  </a:t>
            </a:r>
          </a:p>
          <a:p>
            <a:r>
              <a:rPr lang="fr-FR" smtClean="0"/>
              <a:t>There's a sound breaking out Lord for all that You've done</a:t>
            </a:r>
          </a:p>
          <a:p>
            <a:endParaRPr lang="fr-FR" smtClean="0"/>
          </a:p>
          <a:p>
            <a:r>
              <a:rPr lang="fr-FR" smtClean="0"/>
              <a:t>Pré-Refrain :
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 
4-  VERS TOI, NOUS CHANTONS TOUT NOTRE AMOUR SEIGNEUR  </a:t>
            </a:r>
          </a:p>
          <a:p>
            <a:r>
              <a:rPr lang="fr-FR" smtClean="0"/>
              <a:t>And no,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5-  NON IL N’Y A PAS DE PLUS BEAU MOMENT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6-  RENCONTRER TON AMOUR À NOUVEAU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 
	7-  QUAND NOUS DÉCLARONS  TES LOUANGES 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
	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9-  OH OH OH OH OH OH  </a:t>
            </a:r>
          </a:p>
          <a:p>
            <a:r>
              <a:rPr lang="fr-FR" smtClean="0"/>
              <a:t>
	10-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Couplet 2 : 
11-  NOUS VOULONS, PLUS ENCORE CÉLÉBRER TON AMOUR </a:t>
            </a:r>
          </a:p>
          <a:p>
            <a:r>
              <a:rPr lang="fr-FR" smtClean="0"/>
              <a:t>From the start here we are To collide with Your love</a:t>
            </a:r>
          </a:p>
          <a:p>
            <a:r>
              <a:rPr lang="fr-FR" smtClean="0"/>
              <a:t>  
12-  PRÈS DE TOI, NOUS DÉSIRONS  VIVRE POUR TOUJOURS  </a:t>
            </a:r>
          </a:p>
          <a:p>
            <a:r>
              <a:rPr lang="fr-FR" smtClean="0"/>
              <a:t>Every heart, set apart Just to be where You are</a:t>
            </a:r>
          </a:p>
          <a:p>
            <a:endParaRPr lang="fr-FR" smtClean="0"/>
          </a:p>
          <a:p>
            <a:r>
              <a:rPr lang="fr-FR" smtClean="0"/>
              <a:t>Pré-Refrain :
13-  VERS TOI, MAINTENANT NOUS VOULONS TOURNER NOS CŒURS </a:t>
            </a:r>
          </a:p>
          <a:p>
            <a:r>
              <a:rPr lang="fr-FR" smtClean="0"/>
              <a:t>And now, we're turning our, turning our hearts to You</a:t>
            </a:r>
          </a:p>
          <a:p>
            <a:r>
              <a:rPr lang="fr-FR" smtClean="0"/>
              <a:t>
14-  VERS TOI, NOUS CHANTONS  TOUT NOTRE AMOUR SEIGNEUR </a:t>
            </a:r>
          </a:p>
          <a:p>
            <a:r>
              <a:rPr lang="fr-FR" smtClean="0"/>
              <a:t>And now, we'll never stop, never stop loving You</a:t>
            </a:r>
          </a:p>
          <a:p>
            <a:endParaRPr lang="fr-FR" smtClean="0"/>
          </a:p>
          <a:p>
            <a:r>
              <a:rPr lang="fr-FR" smtClean="0"/>
              <a:t>	Refrain :
	15-  NON IL N’Y A PAS  DE PLUS BEAU MOMENTS </a:t>
            </a:r>
          </a:p>
          <a:p>
            <a:r>
              <a:rPr lang="fr-FR" smtClean="0"/>
              <a:t>	This will be the best time of our lives</a:t>
            </a:r>
          </a:p>
          <a:p>
            <a:r>
              <a:rPr lang="fr-FR" smtClean="0"/>
              <a:t> 
	16-  RENCONTRER TON AMOUR À NOUVEAU  </a:t>
            </a:r>
          </a:p>
          <a:p>
            <a:r>
              <a:rPr lang="fr-FR" smtClean="0"/>
              <a:t>	As we encounter Your love again</a:t>
            </a:r>
          </a:p>
          <a:p>
            <a:r>
              <a:rPr lang="fr-FR" smtClean="0"/>
              <a:t>
	17-  QUAND NOUS DÉCLARONS  TES LOUANGES </a:t>
            </a:r>
          </a:p>
          <a:p>
            <a:r>
              <a:rPr lang="fr-FR" smtClean="0"/>
              <a:t>	Here with You our hearts will come alive</a:t>
            </a:r>
          </a:p>
          <a:p>
            <a:r>
              <a:rPr lang="fr-FR" smtClean="0"/>
              <a:t> 
	18-  NOS CŒURS REPRENNENT VIE  À NOUVEAU  </a:t>
            </a:r>
          </a:p>
          <a:p>
            <a:r>
              <a:rPr lang="fr-FR" smtClean="0"/>
              <a:t>	As we declare Your praises</a:t>
            </a:r>
          </a:p>
          <a:p>
            <a:r>
              <a:rPr lang="fr-FR" smtClean="0"/>
              <a:t>
	19-  OH OH OH OH OH OH  </a:t>
            </a:r>
          </a:p>
          <a:p>
            <a:r>
              <a:rPr lang="fr-FR" smtClean="0"/>
              <a:t>
	20-  QUAND NOUS DÉCLARONS  TES LOUANGES  </a:t>
            </a:r>
          </a:p>
          <a:p>
            <a:r>
              <a:rPr lang="fr-FR" smtClean="0"/>
              <a:t>	As we declare Your praises</a:t>
            </a:r>
          </a:p>
          <a:p>
            <a:endParaRPr lang="fr-FR" smtClean="0"/>
          </a:p>
          <a:p>
            <a:r>
              <a:rPr lang="fr-FR" smtClean="0"/>
              <a:t>Pont :
21-  VOICI L’INSTANT, C’EST LE MOMENT  POUR ÉLEVER BIEN HAUT TON NOM  x4
This is our time, This is our place, This is our moment to lift Your name </a:t>
            </a:r>
          </a:p>
          <a:p>
            <a:endParaRPr lang="fr-FR" smtClean="0"/>
          </a:p>
          <a:p>
            <a:r>
              <a:rPr lang="fr-FR" smtClean="0"/>
              <a:t>Refrain :   x2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AUJOURD’HUI,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LEVONS BIEN HAUT NOS VOIX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ENSEMBLES, NOUS VOULONS CRIER SUR TOUS LES TOITS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TOURNER NOS CŒURS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NOUS CHANTONS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NOTRE AMOUR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NON, IL N’Y A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BEAU MOMENT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RENCONTRER TON AMOUR 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REPRENNENT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VOULONS, PLUS ENCORE CÉLÉBRER TON AMOUR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TOI, NOUS DÉSIRONS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POUR TOUJOURS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TOURNER NOS CŒURS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NOUS CHANTONS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NOTRE AMOUR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NON, IL N’Y A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BEAU MOMENT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RENCONTRER TON AMOUR 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REPRENNENT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DÉCLARONS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LOUANGES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L’INSTANT, C’EST LE MOMENT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ÉLEVER BIEN HAUT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1207</Words>
  <Application>Microsoft Office PowerPoint</Application>
  <PresentationFormat>Affichage à l'écran (4:3)</PresentationFormat>
  <Paragraphs>2052</Paragraphs>
  <Slides>21</Slides>
  <Notes>21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187</cp:revision>
  <dcterms:created xsi:type="dcterms:W3CDTF">2002-08-17T10:50:50Z</dcterms:created>
  <dcterms:modified xsi:type="dcterms:W3CDTF">2019-05-26T07:51:53Z</dcterms:modified>
</cp:coreProperties>
</file>