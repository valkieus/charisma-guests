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3" r:id="rId2"/>
    <p:sldId id="274" r:id="rId3"/>
    <p:sldId id="275" r:id="rId4"/>
    <p:sldId id="276" r:id="rId5"/>
    <p:sldId id="277" r:id="rId6"/>
    <p:sldId id="278" r:id="rId7"/>
    <p:sldId id="280" r:id="rId8"/>
    <p:sldId id="281" r:id="rId9"/>
    <p:sldId id="296" r:id="rId10"/>
    <p:sldId id="283" r:id="rId11"/>
    <p:sldId id="284" r:id="rId12"/>
    <p:sldId id="285" r:id="rId13"/>
    <p:sldId id="286" r:id="rId14"/>
    <p:sldId id="287" r:id="rId15"/>
    <p:sldId id="293" r:id="rId16"/>
    <p:sldId id="294" r:id="rId17"/>
    <p:sldId id="288" r:id="rId18"/>
    <p:sldId id="289" r:id="rId19"/>
    <p:sldId id="290" r:id="rId20"/>
    <p:sldId id="291" r:id="rId21"/>
    <p:sldId id="292" r:id="rId22"/>
    <p:sldId id="298" r:id="rId23"/>
    <p:sldId id="295" r:id="rId24"/>
    <p:sldId id="299" r:id="rId25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194" autoAdjust="0"/>
    <p:restoredTop sz="26702" autoAdjust="0"/>
  </p:normalViewPr>
  <p:slideViewPr>
    <p:cSldViewPr>
      <p:cViewPr varScale="1">
        <p:scale>
          <a:sx n="18" d="100"/>
          <a:sy n="18" d="100"/>
        </p:scale>
        <p:origin x="1916" y="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-2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28/05/2022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80223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RIEN NE NOUS RÉJOUIT  COMME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excites us like Jesus
2-  EN LUI EST NOTRE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'Cause in His presence there's freedom
3-  ET NOS PÉCHÉS SONT PARDONNÉS ALORS 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our sin is forgiven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moment, You are moving As we give You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SAINT-ESPRIT, VIENS MAINTENANT LIBÈRE TA GLOIRE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Come right now Holy Spirit Release Your power 
	7-  CAR NOUS AVONS FAIM DE PLUS DE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Lord, we are hungry For more of You
	8-  OUVRE LES CIEUX 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Heaven's open
	9-  DE TA PRÉSENCE, REMPLIS L'ENDROIT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You're bursting through Filling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10-  COMME UN VENT VIOLENT AGIS PUISSAMMENT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rushing wind Come and move again
	11-  COMME UN FEU ARDENT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Like a fire within
	12-  NOS CŒURS  BRÛLENT, BRÛLENT, BRÛLENT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We will burn, burn Burn, burn, burn, burn Burn, burn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ET POUR TOUS CEUX QUI SONT BRISÉS VOICI UN CRI DE LIBERTÉ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everybody that's hurting Here comes the sound of rejoicing
14-  LA JOIE, IL VIENT NOUS RESTAURER ALORS COMMENT NE PAS LE LOUER ?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happiness He's restoring  So we give to Him the highest praise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IL Y A UNE JOIE, UNE PAIX PARTOUT OÙ TU ES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the greatest feeling When You fill this place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EN UN INSTANT TU AGIS QUAND TU ES LOUÉ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moment You are moving As we give You praise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17-  NOUS LEVONS NOS MAINS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We're going all out
18-  NOUS ÉLEVONS LE NOM DE JÉSUS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We're lifting up the name of Jesus, Jesus
19-  RIEN N’ARRÊTERA  NOS LOUANGES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 will stop us Singing Your praises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QUAND TON SAINT-ESPRIT EST LÀ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Holy Spirit is here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(Diapo 10)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Pont 2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21-  NOUS LEVONS NOS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
22-  ET DES CRIS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(as we give You all the praise)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23 - NOUS LEVONS NOS MAINS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 (yeah)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24 - NOS LOUANGES POUR TOI     	    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raise our hands up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alt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NE NOUS RÉJOUIT  COMME JÉSUS </a:t>
            </a:r>
          </a:p>
          <a:p>
            <a:r>
              <a:rPr lang="fr-FR" smtClean="0"/>
              <a:t>Nothing excites us like Jesus
2-  EN LUI EST NOTRE LIBERTÉ </a:t>
            </a:r>
          </a:p>
          <a:p>
            <a:r>
              <a:rPr lang="fr-FR" smtClean="0"/>
              <a:t>'Cause in His presence there's freedom
3-  ET NOS PÉCHÉS SONT PARDONNÉS ALORS  COMMENT NE PAS LE LOUER ?  </a:t>
            </a:r>
          </a:p>
          <a:p>
            <a:r>
              <a:rPr lang="fr-FR" smtClean="0"/>
              <a:t>All of our sin is forgiven So we give to Him the highest praise</a:t>
            </a:r>
          </a:p>
          <a:p>
            <a:r>
              <a:rPr lang="fr-FR" smtClean="0"/>
              <a:t>
4-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5-  EN UN INSTANT TU AGIS QUAND TU ES LOUÉ </a:t>
            </a:r>
          </a:p>
          <a:p>
            <a:r>
              <a:rPr lang="fr-FR" smtClean="0"/>
              <a:t>In this moment, You are moving As we give You praise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6-  SAINT-ESPRIT, VIENS MAINTENANT LIBÈRE TA GLOIRE </a:t>
            </a:r>
          </a:p>
          <a:p>
            <a:r>
              <a:rPr lang="fr-FR" smtClean="0"/>
              <a:t>	Come right now Holy Spirit Release Your power 
	7-  CAR NOUS AVONS FAIM DE PLUS DE TOI  </a:t>
            </a:r>
          </a:p>
          <a:p>
            <a:r>
              <a:rPr lang="fr-FR" smtClean="0"/>
              <a:t>	Lord, we are hungry For more of You
	8-  OUVRE LES CIEUX </a:t>
            </a:r>
            <a:br>
              <a:rPr lang="fr-FR" smtClean="0"/>
            </a:br>
            <a:r>
              <a:rPr lang="fr-FR" smtClean="0"/>
              <a:t>	Heaven's open
	9-  DE TA PRÉSENCE, REMPLIS L'ENDROIT  </a:t>
            </a:r>
          </a:p>
          <a:p>
            <a:r>
              <a:rPr lang="fr-FR" smtClean="0"/>
              <a:t>	You're bursting through Filling this place</a:t>
            </a:r>
          </a:p>
          <a:p>
            <a:r>
              <a:rPr lang="fr-FR" smtClean="0"/>
              <a:t>
	10-  COMME UN VENT VIOLENT AGIS PUISSAMMENT </a:t>
            </a:r>
          </a:p>
          <a:p>
            <a:r>
              <a:rPr lang="fr-FR" smtClean="0"/>
              <a:t>	Like a rushing wind Come and move again
	11-  COMME UN FEU ARDENT </a:t>
            </a:r>
          </a:p>
          <a:p>
            <a:r>
              <a:rPr lang="fr-FR" smtClean="0"/>
              <a:t>	Like a fire within
	12-  NOS CŒURS  BRÛLENT, BRÛLENT, BRÛLENT </a:t>
            </a:r>
          </a:p>
          <a:p>
            <a:r>
              <a:rPr lang="fr-FR" smtClean="0"/>
              <a:t>	We will burn, burn Burn, burn, burn, burn Burn, burn</a:t>
            </a:r>
          </a:p>
          <a:p>
            <a:r>
              <a:rPr lang="fr-FR" smtClean="0"/>
              <a:t>
13-  ET POUR TOUS CEUX QUI SONT BRISÉS VOICI UN CRI DE LIBERTÉ </a:t>
            </a:r>
          </a:p>
          <a:p>
            <a:r>
              <a:rPr lang="fr-FR" smtClean="0"/>
              <a:t>To everybody that's hurting Here comes the sound of rejoicing
14-  LA JOIE, IL VIENT NOUS RESTAURER ALORS COMMENT NE PAS LE LOUER ?  </a:t>
            </a:r>
          </a:p>
          <a:p>
            <a:r>
              <a:rPr lang="fr-FR" smtClean="0"/>
              <a:t>Our happiness He's restoring  So we give to Him the highest praise</a:t>
            </a:r>
          </a:p>
          <a:p>
            <a:r>
              <a:rPr lang="fr-FR" smtClean="0"/>
              <a:t>
15-  IL Y A UNE JOIE, UNE PAIX PARTOUT OÙ TU ES   </a:t>
            </a:r>
          </a:p>
          <a:p>
            <a:r>
              <a:rPr lang="fr-FR" smtClean="0"/>
              <a:t>It's the greatest feeling When You fill this place</a:t>
            </a:r>
            <a:br>
              <a:rPr lang="fr-FR" smtClean="0"/>
            </a:br>
            <a:r>
              <a:rPr lang="fr-FR" smtClean="0"/>
              <a:t>16-  EN UN INSTANT TU AGIS QUAND TU ES LOUÉ </a:t>
            </a:r>
          </a:p>
          <a:p>
            <a:r>
              <a:rPr lang="fr-FR" smtClean="0"/>
              <a:t>In this moment You are moving As we give You praise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Pont 1 :</a:t>
            </a:r>
          </a:p>
          <a:p>
            <a:r>
              <a:rPr lang="fr-FR" smtClean="0"/>
              <a:t>17-  NOUS LEVONS NOS MAINS  ET DES CRIS DE JOIE </a:t>
            </a:r>
          </a:p>
          <a:p>
            <a:r>
              <a:rPr lang="fr-FR" smtClean="0"/>
              <a:t>We raise our hands up We're going all out
18-  NOUS ÉLEVONS LE NOM DE JÉSUS </a:t>
            </a:r>
          </a:p>
          <a:p>
            <a:r>
              <a:rPr lang="fr-FR" smtClean="0"/>
              <a:t>We're lifting up the name of Jesus, Jesus
19-  RIEN N’ARRÊTERA  NOS LOUANGES POUR TOI </a:t>
            </a:r>
          </a:p>
          <a:p>
            <a:r>
              <a:rPr lang="fr-FR" smtClean="0"/>
              <a:t>Nothing will stop us Singing Your praises</a:t>
            </a:r>
            <a:br>
              <a:rPr lang="fr-FR" smtClean="0"/>
            </a:br>
            <a:r>
              <a:rPr lang="fr-FR" smtClean="0"/>
              <a:t>20-  QUAND TON SAINT-ESPRIT EST LÀ      </a:t>
            </a:r>
          </a:p>
          <a:p>
            <a:r>
              <a:rPr lang="fr-FR" smtClean="0"/>
              <a:t>Your Holy Spirit is here</a:t>
            </a:r>
          </a:p>
          <a:p>
            <a:endParaRPr lang="fr-FR" smtClean="0"/>
          </a:p>
          <a:p>
            <a:r>
              <a:rPr lang="fr-FR" smtClean="0"/>
              <a:t>	Refrain : (Diapo 10)</a:t>
            </a:r>
          </a:p>
          <a:p>
            <a:r>
              <a:rPr lang="fr-FR" smtClean="0"/>
              <a:t>
Pont 2 :</a:t>
            </a:r>
          </a:p>
          <a:p>
            <a:r>
              <a:rPr lang="fr-FR" smtClean="0"/>
              <a:t>21-  NOUS LEVONS NOS MAINS  </a:t>
            </a:r>
          </a:p>
          <a:p>
            <a:r>
              <a:rPr lang="fr-FR" smtClean="0"/>
              <a:t>We raise our hands up
22-  ET DES CRIS DE JOIE </a:t>
            </a:r>
          </a:p>
          <a:p>
            <a:r>
              <a:rPr lang="fr-FR" smtClean="0"/>
              <a:t>We raise our hands up (as we give You all the praise)</a:t>
            </a:r>
            <a:br>
              <a:rPr lang="fr-FR" smtClean="0"/>
            </a:br>
            <a:r>
              <a:rPr lang="fr-FR" smtClean="0"/>
              <a:t>23 - NOUS LEVONS NOS MAINS </a:t>
            </a:r>
          </a:p>
          <a:p>
            <a:r>
              <a:rPr lang="fr-FR" smtClean="0"/>
              <a:t>We raise our hands up (yeah)</a:t>
            </a:r>
          </a:p>
          <a:p>
            <a:r>
              <a:rPr lang="fr-FR" smtClean="0"/>
              <a:t>24 - NOS LOUANGES POUR TOI     	      </a:t>
            </a:r>
          </a:p>
          <a:p>
            <a:r>
              <a:rPr lang="fr-FR" smtClean="0"/>
              <a:t>We raise our hands up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NE NOUS RÉJOUIT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LUI EST NOTRE LIBERTÉ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94346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NOS PÉCHÉS SONT PARDONNÉS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COMMENT NE PAS LE LOUER ?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9383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UNE JOIE, UNE PAIX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PARTOUT OÙ TU 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32817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UN INSTANT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AGIS QUAND TU ES LOUÉ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0340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SAINT-ESPRIT, VIENS MAINTENANT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LIBÈRE TA GLOIRE</a:t>
            </a:r>
          </a:p>
        </p:txBody>
      </p:sp>
    </p:spTree>
    <p:extLst>
      <p:ext uri="{BB962C8B-B14F-4D97-AF65-F5344CB8AC3E}">
        <p14:creationId xmlns:p14="http://schemas.microsoft.com/office/powerpoint/2010/main" val="51122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NOUS AVONS FAIM DE PLUS DE TOI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9703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20688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OUVRE LES CIEUX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0257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TA PRÉSENCE, REMPLIS L'ENDROIT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0257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UN VENT VIOLENT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AGIS PUISSAMMENT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9120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UN FEU ARDENT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48947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NOS CŒURS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BRÛLENT, BRÛLENT, BRÛLENT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02944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POUR TOUS CEUX QUI SONT BRISÉS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VOICI UN CRI DE LIBERTÉ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87193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JOIE, IL VIENT NOUS RESTAURER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COMMENT NE PAS LE LOUER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99577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UNE JOIE, UNE PAIX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PARTOUT OÙ TU 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32817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UN INSTANT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AGIS QUAND TU ES LOUÉ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0340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LEVONS NOS MAINS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DES CRIS DE JOIE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8161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ÉLEVONS LE NOM DE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8029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N’ARRÊTERA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NOS LOUANGES POUR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7334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TON SAINT-ESPRIT EST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76203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LEVONS NOS MAINS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45014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DES CRIS DE JOIE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45014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LEVONS NOS MAINS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450144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152400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NOS LOUANGES POUR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4501446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2687</TotalTime>
  <Words>752</Words>
  <Application>Microsoft Office PowerPoint</Application>
  <PresentationFormat>Grand écran</PresentationFormat>
  <Paragraphs>2005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7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248</cp:revision>
  <dcterms:created xsi:type="dcterms:W3CDTF">2002-08-17T10:50:50Z</dcterms:created>
  <dcterms:modified xsi:type="dcterms:W3CDTF">2022-05-28T11:40:25Z</dcterms:modified>
</cp:coreProperties>
</file>