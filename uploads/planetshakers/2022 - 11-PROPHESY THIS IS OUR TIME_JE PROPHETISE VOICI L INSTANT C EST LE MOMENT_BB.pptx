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6" r:id="rId2"/>
    <p:sldId id="314" r:id="rId3"/>
    <p:sldId id="313" r:id="rId4"/>
    <p:sldId id="312" r:id="rId5"/>
    <p:sldId id="311" r:id="rId6"/>
    <p:sldId id="310" r:id="rId7"/>
    <p:sldId id="309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3956" autoAdjust="0"/>
    <p:restoredTop sz="26743" autoAdjust="0"/>
  </p:normalViewPr>
  <p:slideViewPr>
    <p:cSldViewPr>
      <p:cViewPr varScale="1">
        <p:scale>
          <a:sx n="18" d="100"/>
          <a:sy n="18" d="100"/>
        </p:scale>
        <p:origin x="23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1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
2-  JE REFUSE D'ACCEPTER  CES MENSONGES QU’ON M'A PRÊCHER  
I refuse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agree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lies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conditions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authority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won for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Lord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the change
	6-  REMPLI DE TA PUISSANCE JE VIENS POUR BIEN HAUT DÉCLARER  
	Full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aloud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time,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place,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to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best time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RENCONTRER TON AMOUR À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QUAND NOUS DÉCLARONS  TES LOUANGES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alive
12-  NOS CŒURS REPRENNENT VIE  À NOUVEAU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14-  QUAND NOUS DÉCLARONS  TES LOUANGES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
2-  JE REFUSE D'ACCEPTER  CES MENSONGES QU’ON M'A PRÊCHER  
I refuse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agree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lies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conditions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authority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won for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Lord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the change
	6-  REMPLI DE TA PUISSANCE JE VIENS POUR BIEN HAUT DÉCLARER  
	Full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aloud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time,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place,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to lift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best time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RENCONTRER TON AMOUR À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QUAND NOUS DÉCLARONS  TES LOUANGES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alive
12-  NOS CŒURS REPRENNENT VIE  À NOUVEAU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14-  QUAND NOUS DÉCLARONS  TES LOUANGES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55930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34169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01751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81241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48777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30108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938150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will be the best time of our lives
10-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encounter Your love again
11-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with You our hearts will come alive
12-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OH OH OH OH OH OH  
14-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9-  NON IL N’Y A PAS DE PLUS BEAU MOMENT </a:t>
            </a:r>
          </a:p>
          <a:p>
            <a:r>
              <a:rPr lang="fr-FR" smtClean="0"/>
              <a:t>This will be the best time of our lives
10-  RENCONTRER TON AMOUR À NOUVEAU </a:t>
            </a:r>
          </a:p>
          <a:p>
            <a:r>
              <a:rPr lang="fr-FR" smtClean="0"/>
              <a:t>As we encounter Your love again
11-  QUAND NOUS DÉCLARONS  TES LOUANGES  </a:t>
            </a:r>
          </a:p>
          <a:p>
            <a:r>
              <a:rPr lang="fr-FR" smtClean="0"/>
              <a:t>Here with You our hearts will come alive
12-  NOS CŒURS REPRENNENT VIE  À NOUVEAU  </a:t>
            </a:r>
          </a:p>
          <a:p>
            <a:r>
              <a:rPr lang="fr-FR" smtClean="0"/>
              <a:t>As we declare Your praises</a:t>
            </a:r>
          </a:p>
          <a:p>
            <a:r>
              <a:rPr lang="fr-FR" smtClean="0"/>
              <a:t>
13-  OH OH OH OH OH OH  
14-  QUAND NOUS DÉCLARONS  TES LOUANGES  </a:t>
            </a:r>
          </a:p>
          <a:p>
            <a:r>
              <a:rPr lang="fr-FR" smtClean="0"/>
              <a:t>As we declare Your praises</a:t>
            </a:r>
          </a:p>
          <a:p>
            <a:endParaRPr lang="fr-FR" smtClean="0"/>
          </a:p>
          <a:p>
            <a:r>
              <a:rPr lang="fr-FR" smtClean="0"/>
              <a:t>15-  JE PROPHÉTISE (×3) </a:t>
            </a:r>
          </a:p>
          <a:p>
            <a:r>
              <a:rPr lang="fr-FR" smtClean="0"/>
              <a:t>I prophesy</a:t>
            </a:r>
          </a:p>
          <a:p>
            <a:endParaRPr lang="fr-FR" smtClean="0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260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BRISE TOUTES CES CHAÎNES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PEURS QUI ME RETIENNENT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REFUSE D'ACCEPTER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MENSONGES QU’ON M'A PRÊCHÉS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PRENDS MAINTENANT POSITION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PARLE À MA CONDITION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PRENDS L'AUTORITÉ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M'AS DONNÉE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DE DIEU DANS MA BOUCHE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MAINTENANT TOUT CHANGER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 DE TA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VIENS POUR BIEN HAUT DÉCLARER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PROPHÉTISE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L’INSTANT, C’EST LE MOMENT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ÉLEVER BIEN HAUT TON NOM</a:t>
            </a:r>
          </a:p>
        </p:txBody>
      </p:sp>
    </p:spTree>
    <p:extLst>
      <p:ext uri="{BB962C8B-B14F-4D97-AF65-F5344CB8AC3E}">
        <p14:creationId xmlns:p14="http://schemas.microsoft.com/office/powerpoint/2010/main" val="271962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NON, IL N’Y A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PLUS BEAU MOMENT </a:t>
            </a:r>
          </a:p>
        </p:txBody>
      </p:sp>
    </p:spTree>
    <p:extLst>
      <p:ext uri="{BB962C8B-B14F-4D97-AF65-F5344CB8AC3E}">
        <p14:creationId xmlns:p14="http://schemas.microsoft.com/office/powerpoint/2010/main" val="58395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RENCONTRER TON AMOUR À NOUVEAU </a:t>
            </a:r>
          </a:p>
        </p:txBody>
      </p:sp>
    </p:spTree>
    <p:extLst>
      <p:ext uri="{BB962C8B-B14F-4D97-AF65-F5344CB8AC3E}">
        <p14:creationId xmlns:p14="http://schemas.microsoft.com/office/powerpoint/2010/main" val="284855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  <p:extLst>
      <p:ext uri="{BB962C8B-B14F-4D97-AF65-F5344CB8AC3E}">
        <p14:creationId xmlns:p14="http://schemas.microsoft.com/office/powerpoint/2010/main" val="132622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REPRENNENT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NOUVEAU </a:t>
            </a:r>
          </a:p>
        </p:txBody>
      </p:sp>
    </p:spTree>
    <p:extLst>
      <p:ext uri="{BB962C8B-B14F-4D97-AF65-F5344CB8AC3E}">
        <p14:creationId xmlns:p14="http://schemas.microsoft.com/office/powerpoint/2010/main" val="301726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06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  <p:extLst>
      <p:ext uri="{BB962C8B-B14F-4D97-AF65-F5344CB8AC3E}">
        <p14:creationId xmlns:p14="http://schemas.microsoft.com/office/powerpoint/2010/main" val="160268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PROPHÉTISE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601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738</Words>
  <Application>Microsoft Office PowerPoint</Application>
  <PresentationFormat>Affichage à l'écran (4:3)</PresentationFormat>
  <Paragraphs>866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174</cp:revision>
  <dcterms:created xsi:type="dcterms:W3CDTF">2002-08-17T10:50:50Z</dcterms:created>
  <dcterms:modified xsi:type="dcterms:W3CDTF">2022-05-28T14:01:48Z</dcterms:modified>
</cp:coreProperties>
</file>