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21" r:id="rId2"/>
    <p:sldId id="322" r:id="rId3"/>
    <p:sldId id="336" r:id="rId4"/>
    <p:sldId id="324" r:id="rId5"/>
    <p:sldId id="325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333" r:id="rId14"/>
    <p:sldId id="334" r:id="rId15"/>
    <p:sldId id="335" r:id="rId16"/>
    <p:sldId id="337" r:id="rId17"/>
    <p:sldId id="338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1" autoAdjust="0"/>
    <p:restoredTop sz="34435" autoAdjust="0"/>
  </p:normalViewPr>
  <p:slideViewPr>
    <p:cSldViewPr>
      <p:cViewPr varScale="1">
        <p:scale>
          <a:sx n="23" d="100"/>
          <a:sy n="23" d="100"/>
        </p:scale>
        <p:origin x="2348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322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RESSENS DANS L’ATMOSPHÈRE  S’APPROCHER LA GLOIRE DU PÈRE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atmosphere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Cloud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NOTRE FOI INONDE L’AIR  TA PUISSANCE PARCOURS LA TERRE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Anticipation in the air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power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everywhere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ET NOUS SOMMES PRÊTS  OUI NOUS SOMMES PRÊTS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QUE VIENNE LA PLUIE  TA GLOIRE SUR NOS VIES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Rain down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	5-  SUR NOUS, ENCORE  RÉPANDS TON ESPRIT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On us,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out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6-  LE SON DU CIEL REMPLI CE LIEU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heaven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 
7-  QUAND NOUS CHERCHONS TA FACE  Ô DIEU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face
8-  RIEN N’EST COMPARABLE AU PÈRE  TOI LA RÉPONSE À NOS PRIÈRES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compare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You’re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answer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prayer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ET NOUS SOMMES PRÊTS  OUI NOUS SOMMES PRÊTS  x2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PÈRE ARROSE-MOI  ET INONDE-MOI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Saturate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pour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out
11-  ESPRIT VERSES EN MOI TA GLOIRE ICI-BAS           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Spirit move in power Rain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down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VEUX PLUS DE TOI  OUI PLUS DE TOI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craving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13-  TU ES MON DÉSIR  VIENS ME REMPLIR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all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
14-  SAINT ESPRIT DESCENDS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DESCENDS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MAINTENANT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 Spirit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CAR JE SUIS PRÊT  OUI JE SUIS PRÊT                       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16 - OUI NOUS SOMMES PRÊTS   x3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17 - RÉPANDS TON ESPRIT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out Pour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RESSENS DANS L’ATMOSPHÈRE  S’APPROCHER LA GLOIRE DU PÈRE  </a:t>
            </a:r>
          </a:p>
          <a:p>
            <a:r>
              <a:rPr lang="fr-FR" smtClean="0"/>
              <a:t>I feel it in the atmosphere Cloud of glory drawing near
2-  NOTRE FOI INONDE L’AIR  TA PUISSANCE PARCOURS LA TERRE </a:t>
            </a:r>
          </a:p>
          <a:p>
            <a:r>
              <a:rPr lang="fr-FR" smtClean="0"/>
              <a:t>Anticipation in the air Your power moving everywhere
3-  ET NOUS SOMMES PRÊTS  OUI NOUS SOMMES PRÊTS  </a:t>
            </a:r>
          </a:p>
          <a:p>
            <a:r>
              <a:rPr lang="fr-FR" smtClean="0"/>
              <a:t>And we're ready Lord we're ready</a:t>
            </a:r>
          </a:p>
          <a:p>
            <a:endParaRPr lang="fr-FR" smtClean="0"/>
          </a:p>
          <a:p>
            <a:r>
              <a:rPr lang="fr-FR" smtClean="0"/>
              <a:t>	Refrain :
	4-  QUE VIENNE LA PLUIE  TA GLOIRE SUR NOS VIES</a:t>
            </a:r>
          </a:p>
          <a:p>
            <a:r>
              <a:rPr lang="fr-FR" smtClean="0"/>
              <a:t>	So rain, rain Rain down Your glory  
	5-  SUR NOUS, ENCORE  RÉPANDS TON ESPRIT  </a:t>
            </a:r>
          </a:p>
          <a:p>
            <a:r>
              <a:rPr lang="fr-FR" smtClean="0"/>
              <a:t>	On us, again Pour out Your Spirit and rain </a:t>
            </a:r>
          </a:p>
          <a:p>
            <a:endParaRPr lang="fr-FR" smtClean="0"/>
          </a:p>
          <a:p>
            <a:r>
              <a:rPr lang="fr-FR" smtClean="0"/>
              <a:t>Couplet 2 :
6-  LE SON DU CIEL REMPLI CE LIEU  </a:t>
            </a:r>
          </a:p>
          <a:p>
            <a:r>
              <a:rPr lang="fr-FR" smtClean="0"/>
              <a:t>The sound of heaven fills this place 
7-  QUAND NOUS CHERCHONS TA FACE  Ô DIEU  </a:t>
            </a:r>
          </a:p>
          <a:p>
            <a:r>
              <a:rPr lang="fr-FR" smtClean="0"/>
              <a:t>As we come and seek Your face
8-  RIEN N’EST COMPARABLE AU PÈRE  TOI LA RÉPONSE À NOS PRIÈRES  </a:t>
            </a:r>
          </a:p>
          <a:p>
            <a:r>
              <a:rPr lang="fr-FR" smtClean="0"/>
              <a:t>Nothing ever will compare You’re the answer to our prayer
9-  ET NOUS SOMMES PRÊTS  OUI NOUS SOMMES PRÊTS  x2 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10-  PÈRE ARROSE-MOI  ET INONDE-MOI  </a:t>
            </a:r>
          </a:p>
          <a:p>
            <a:r>
              <a:rPr lang="fr-FR" smtClean="0"/>
              <a:t>Saturate me now Come and pour it out
11-  ESPRIT VERSES EN MOI TA GLOIRE ICI-BAS             x2</a:t>
            </a:r>
          </a:p>
          <a:p>
            <a:r>
              <a:rPr lang="fr-FR" smtClean="0"/>
              <a:t>Spirit move in power Rain Your glory down</a:t>
            </a:r>
          </a:p>
          <a:p>
            <a:r>
              <a:rPr lang="fr-FR" smtClean="0"/>
              <a:t>
12-  JE VEUX PLUS DE TOI  OUI PLUS DE TOI  </a:t>
            </a:r>
          </a:p>
          <a:p>
            <a:r>
              <a:rPr lang="fr-FR" smtClean="0"/>
              <a:t>Lord I’m craving more More than before 
13-  TU ES MON DÉSIR  VIENS ME REMPLIR </a:t>
            </a:r>
          </a:p>
          <a:p>
            <a:r>
              <a:rPr lang="fr-FR" smtClean="0"/>
              <a:t>You are all I want All I’m longing for
14-  SAINT ESPRIT DESCENDS  DESCENDS MAINTENANT  </a:t>
            </a:r>
          </a:p>
          <a:p>
            <a:r>
              <a:rPr lang="fr-FR" smtClean="0"/>
              <a:t>Holy Spirit rain On my heart again
15-  CAR JE SUIS PRÊT  OUI JE SUIS PRÊT                         x2</a:t>
            </a:r>
          </a:p>
          <a:p>
            <a:r>
              <a:rPr lang="fr-FR" smtClean="0"/>
              <a:t>Lord I’m ready  Lord I’m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xxxxxxxx</a:t>
            </a:r>
          </a:p>
          <a:p>
            <a:r>
              <a:rPr lang="fr-FR" smtClean="0"/>
              <a:t>16 - OUI NOUS SOMMES PRÊTS   x3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r>
              <a:rPr lang="fr-FR" smtClean="0"/>
              <a:t>17 - RÉPANDS TON ESPRIT  x2</a:t>
            </a:r>
          </a:p>
          <a:p>
            <a:r>
              <a:rPr lang="fr-FR" smtClean="0"/>
              <a:t>Pour it out Pour it out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RESSENS DANS L’ATMOSPHÈRE  S’APPROCHER LA GLOIRE DU PÈRE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it in the atmosphere Cloud of glory drawing near
2-  NOTRE FOI INONDE L’AIR  TA PUISSANCE PARCOURS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Anticipation in the air Your power moving everywhere
3-  ET NOUS SOMMES PRÊTS  OUI NOUS SOMMES PRÊTS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QUE VIENNE LA PLUIE  TA GLOIRE SUR NOS VIES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So rain, rain Rain down Your glory  
	5-  SUR NOUS, ENCORE  RÉPANDS TON ESPRIT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On us, again Pour out Your Spirit and rain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6-  LE SON DU CIEL REMPLI CE LIEU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sound of heaven fills this place 
7-  QUAND NOUS CHERCHONS TA FACE  Ô DIEU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come and seek Your face
8-  RIEN N’EST COMPARABLE AU PÈRE  TOI LA RÉPONSE À NOS PRIÈRES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ever will compare You’re the answer to our prayer
9-  ET NOUS SOMMES PRÊTS  OUI NOUS SOMMES PRÊTS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PÈRE ARROSE-MOI  ET INONDE-MOI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Saturate me now Come and pour it out
11-  ESPRIT VERSES EN MOI TA GLOIRE ICI-BAS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Spirit move in power Rain Your glory down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VEUX PLUS DE TOI  OUI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craving more More than before 
13-  TU ES MON DÉSIR  VIENS ME REMPLIR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all I want All I’m longing for
14-  SAINT ESPRIT DESCENDS  DESCENDS MAINTENANT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 Spirit rain On my heart again
15-  CAR JE SUIS PRÊT  OUI JE SUIS PRÊT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ready  Lord I’m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16 - OUI NOUS SOMMES PRÊTS 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17 - RÉPANDS TON ESPRIT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 it out Pour it out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RESSENS DANS L’ATMOSPHÈRE  S’APPROCHER LA GLOIRE DU PÈRE  </a:t>
            </a:r>
          </a:p>
          <a:p>
            <a:r>
              <a:rPr lang="fr-FR" smtClean="0"/>
              <a:t>I feel it in the atmosphere Cloud of glory drawing near
2-  NOTRE FOI INONDE L’AIR  TA PUISSANCE PARCOURS LA TERRE </a:t>
            </a:r>
          </a:p>
          <a:p>
            <a:r>
              <a:rPr lang="fr-FR" smtClean="0"/>
              <a:t>Anticipation in the air Your power moving everywhere
3-  ET NOUS SOMMES PRÊTS  OUI NOUS SOMMES PRÊTS  </a:t>
            </a:r>
          </a:p>
          <a:p>
            <a:r>
              <a:rPr lang="fr-FR" smtClean="0"/>
              <a:t>And we're ready Lord we're ready</a:t>
            </a:r>
          </a:p>
          <a:p>
            <a:endParaRPr lang="fr-FR" smtClean="0"/>
          </a:p>
          <a:p>
            <a:r>
              <a:rPr lang="fr-FR" smtClean="0"/>
              <a:t>	Refrain :
	4-  QUE VIENNE LA PLUIE  TA GLOIRE SUR NOS VIES</a:t>
            </a:r>
          </a:p>
          <a:p>
            <a:r>
              <a:rPr lang="fr-FR" smtClean="0"/>
              <a:t>	So rain, rain Rain down Your glory  
	5-  SUR NOUS, ENCORE  RÉPANDS TON ESPRIT  </a:t>
            </a:r>
          </a:p>
          <a:p>
            <a:r>
              <a:rPr lang="fr-FR" smtClean="0"/>
              <a:t>	On us, again Pour out Your Spirit and rain </a:t>
            </a:r>
          </a:p>
          <a:p>
            <a:endParaRPr lang="fr-FR" smtClean="0"/>
          </a:p>
          <a:p>
            <a:r>
              <a:rPr lang="fr-FR" smtClean="0"/>
              <a:t>Couplet 2 :
6-  LE SON DU CIEL REMPLI CE LIEU  </a:t>
            </a:r>
          </a:p>
          <a:p>
            <a:r>
              <a:rPr lang="fr-FR" smtClean="0"/>
              <a:t>The sound of heaven fills this place 
7-  QUAND NOUS CHERCHONS TA FACE  Ô DIEU  </a:t>
            </a:r>
          </a:p>
          <a:p>
            <a:r>
              <a:rPr lang="fr-FR" smtClean="0"/>
              <a:t>As we come and seek Your face
8-  RIEN N’EST COMPARABLE AU PÈRE  TOI LA RÉPONSE À NOS PRIÈRES  </a:t>
            </a:r>
          </a:p>
          <a:p>
            <a:r>
              <a:rPr lang="fr-FR" smtClean="0"/>
              <a:t>Nothing ever will compare You’re the answer to our prayer
9-  ET NOUS SOMMES PRÊTS  OUI NOUS SOMMES PRÊTS  x2 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10-  PÈRE ARROSE-MOI  ET INONDE-MOI  </a:t>
            </a:r>
          </a:p>
          <a:p>
            <a:r>
              <a:rPr lang="fr-FR" smtClean="0"/>
              <a:t>Saturate me now Come and pour it out
11-  ESPRIT VERSES EN MOI TA GLOIRE ICI-BAS             x2</a:t>
            </a:r>
          </a:p>
          <a:p>
            <a:r>
              <a:rPr lang="fr-FR" smtClean="0"/>
              <a:t>Spirit move in power Rain Your glory down</a:t>
            </a:r>
          </a:p>
          <a:p>
            <a:r>
              <a:rPr lang="fr-FR" smtClean="0"/>
              <a:t>
12-  JE VEUX PLUS DE TOI  OUI PLUS DE TOI  </a:t>
            </a:r>
          </a:p>
          <a:p>
            <a:r>
              <a:rPr lang="fr-FR" smtClean="0"/>
              <a:t>Lord I’m craving more More than before 
13-  TU ES MON DÉSIR  VIENS ME REMPLIR </a:t>
            </a:r>
          </a:p>
          <a:p>
            <a:r>
              <a:rPr lang="fr-FR" smtClean="0"/>
              <a:t>You are all I want All I’m longing for
14-  SAINT ESPRIT DESCENDS  DESCENDS MAINTENANT  </a:t>
            </a:r>
          </a:p>
          <a:p>
            <a:r>
              <a:rPr lang="fr-FR" smtClean="0"/>
              <a:t>Holy Spirit rain On my heart again
15-  CAR JE SUIS PRÊT  OUI JE SUIS PRÊT                         x2</a:t>
            </a:r>
          </a:p>
          <a:p>
            <a:r>
              <a:rPr lang="fr-FR" smtClean="0"/>
              <a:t>Lord I’m ready  Lord I’m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xxxxxxxx</a:t>
            </a:r>
          </a:p>
          <a:p>
            <a:r>
              <a:rPr lang="fr-FR" smtClean="0"/>
              <a:t>16 - OUI NOUS SOMMES PRÊTS   x3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r>
              <a:rPr lang="fr-FR" smtClean="0"/>
              <a:t>17 - RÉPANDS TON ESPRIT  x2</a:t>
            </a:r>
          </a:p>
          <a:p>
            <a:r>
              <a:rPr lang="fr-FR" smtClean="0"/>
              <a:t>Pour it out Pour it out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103935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RESSENS DANS L’ATMOSPHÈRE  S’APPROCHER LA GLOIRE DU PÈRE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it in the atmosphere Cloud of glory drawing near
2-  NOTRE FOI INONDE L’AIR  TA PUISSANCE PARCOURS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Anticipation in the air Your power moving everywhere
3-  ET NOUS SOMMES PRÊTS  OUI NOUS SOMMES PRÊTS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QUE VIENNE LA PLUIE  TA GLOIRE SUR NOS VIES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So rain, rain Rain down Your glory  
	5-  SUR NOUS, ENCORE  RÉPANDS TON ESPRIT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On us, again Pour out Your Spirit and rain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6-  LE SON DU CIEL REMPLI CE LIEU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sound of heaven fills this place 
7-  QUAND NOUS CHERCHONS TA FACE  Ô DIEU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come and seek Your face
8-  RIEN N’EST COMPARABLE AU PÈRE  TOI LA RÉPONSE À NOS PRIÈRES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ever will compare You’re the answer to our prayer
9-  ET NOUS SOMMES PRÊTS  OUI NOUS SOMMES PRÊTS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PÈRE ARROSE-MOI  ET INONDE-MOI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Saturate me now Come and pour it out
11-  ESPRIT VERSES EN MOI TA GLOIRE ICI-BAS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Spirit move in power Rain Your glory down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VEUX PLUS DE TOI  OUI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craving more More than before 
13-  TU ES MON DÉSIR  VIENS ME REMPLIR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all I want All I’m longing for
14-  SAINT ESPRIT DESCENDS  DESCENDS MAINTENANT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 Spirit rain On my heart again
15-  CAR JE SUIS PRÊT  OUI JE SUIS PRÊT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ready  Lord I’m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16 - OUI NOUS SOMMES PRÊTS 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17 - RÉPANDS TON ESPRIT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 it out Pour it out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RESSENS DANS L’ATMOSPHÈRE  S’APPROCHER LA GLOIRE DU PÈRE  </a:t>
            </a:r>
          </a:p>
          <a:p>
            <a:r>
              <a:rPr lang="fr-FR" smtClean="0"/>
              <a:t>I feel it in the atmosphere Cloud of glory drawing near
2-  NOTRE FOI INONDE L’AIR  TA PUISSANCE PARCOURS LA TERRE </a:t>
            </a:r>
          </a:p>
          <a:p>
            <a:r>
              <a:rPr lang="fr-FR" smtClean="0"/>
              <a:t>Anticipation in the air Your power moving everywhere
3-  ET NOUS SOMMES PRÊTS  OUI NOUS SOMMES PRÊTS  </a:t>
            </a:r>
          </a:p>
          <a:p>
            <a:r>
              <a:rPr lang="fr-FR" smtClean="0"/>
              <a:t>And we're ready Lord we're ready</a:t>
            </a:r>
          </a:p>
          <a:p>
            <a:endParaRPr lang="fr-FR" smtClean="0"/>
          </a:p>
          <a:p>
            <a:r>
              <a:rPr lang="fr-FR" smtClean="0"/>
              <a:t>	Refrain :
	4-  QUE VIENNE LA PLUIE  TA GLOIRE SUR NOS VIES</a:t>
            </a:r>
          </a:p>
          <a:p>
            <a:r>
              <a:rPr lang="fr-FR" smtClean="0"/>
              <a:t>	So rain, rain Rain down Your glory  
	5-  SUR NOUS, ENCORE  RÉPANDS TON ESPRIT  </a:t>
            </a:r>
          </a:p>
          <a:p>
            <a:r>
              <a:rPr lang="fr-FR" smtClean="0"/>
              <a:t>	On us, again Pour out Your Spirit and rain </a:t>
            </a:r>
          </a:p>
          <a:p>
            <a:endParaRPr lang="fr-FR" smtClean="0"/>
          </a:p>
          <a:p>
            <a:r>
              <a:rPr lang="fr-FR" smtClean="0"/>
              <a:t>Couplet 2 :
6-  LE SON DU CIEL REMPLI CE LIEU  </a:t>
            </a:r>
          </a:p>
          <a:p>
            <a:r>
              <a:rPr lang="fr-FR" smtClean="0"/>
              <a:t>The sound of heaven fills this place 
7-  QUAND NOUS CHERCHONS TA FACE  Ô DIEU  </a:t>
            </a:r>
          </a:p>
          <a:p>
            <a:r>
              <a:rPr lang="fr-FR" smtClean="0"/>
              <a:t>As we come and seek Your face
8-  RIEN N’EST COMPARABLE AU PÈRE  TOI LA RÉPONSE À NOS PRIÈRES  </a:t>
            </a:r>
          </a:p>
          <a:p>
            <a:r>
              <a:rPr lang="fr-FR" smtClean="0"/>
              <a:t>Nothing ever will compare You’re the answer to our prayer
9-  ET NOUS SOMMES PRÊTS  OUI NOUS SOMMES PRÊTS  x2 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10-  PÈRE ARROSE-MOI  ET INONDE-MOI  </a:t>
            </a:r>
          </a:p>
          <a:p>
            <a:r>
              <a:rPr lang="fr-FR" smtClean="0"/>
              <a:t>Saturate me now Come and pour it out
11-  ESPRIT VERSES EN MOI TA GLOIRE ICI-BAS             x2</a:t>
            </a:r>
          </a:p>
          <a:p>
            <a:r>
              <a:rPr lang="fr-FR" smtClean="0"/>
              <a:t>Spirit move in power Rain Your glory down</a:t>
            </a:r>
          </a:p>
          <a:p>
            <a:r>
              <a:rPr lang="fr-FR" smtClean="0"/>
              <a:t>
12-  JE VEUX PLUS DE TOI  OUI PLUS DE TOI  </a:t>
            </a:r>
          </a:p>
          <a:p>
            <a:r>
              <a:rPr lang="fr-FR" smtClean="0"/>
              <a:t>Lord I’m craving more More than before 
13-  TU ES MON DÉSIR  VIENS ME REMPLIR </a:t>
            </a:r>
          </a:p>
          <a:p>
            <a:r>
              <a:rPr lang="fr-FR" smtClean="0"/>
              <a:t>You are all I want All I’m longing for
14-  SAINT ESPRIT DESCENDS  DESCENDS MAINTENANT  </a:t>
            </a:r>
          </a:p>
          <a:p>
            <a:r>
              <a:rPr lang="fr-FR" smtClean="0"/>
              <a:t>Holy Spirit rain On my heart again
15-  CAR JE SUIS PRÊT  OUI JE SUIS PRÊT                         x2</a:t>
            </a:r>
          </a:p>
          <a:p>
            <a:r>
              <a:rPr lang="fr-FR" smtClean="0"/>
              <a:t>Lord I’m ready  Lord I’m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xxxxxxxx</a:t>
            </a:r>
          </a:p>
          <a:p>
            <a:r>
              <a:rPr lang="fr-FR" smtClean="0"/>
              <a:t>16 - OUI NOUS SOMMES PRÊTS   x3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r>
              <a:rPr lang="fr-FR" smtClean="0"/>
              <a:t>17 - RÉPANDS TON ESPRIT  x2</a:t>
            </a:r>
          </a:p>
          <a:p>
            <a:r>
              <a:rPr lang="fr-FR" smtClean="0"/>
              <a:t>Pour it out Pour it out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159328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RESSENS DANS L’ATMOSPHÈRE  S’APPROCHER LA GLOIRE DU PÈRE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it in the atmosphere Cloud of glory drawing near
2-  NOTRE FOI INONDE L’AIR  TA PUISSANCE PARCOURS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Anticipation in the air Your power moving everywhere
3-  ET NOUS SOMMES PRÊTS  OUI NOUS SOMMES PRÊTS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QUE VIENNE LA PLUIE  TA GLOIRE SUR NOS VIES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So rain, rain Rain down Your glory  
	5-  SUR NOUS, ENCORE  RÉPANDS TON ESPRIT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On us, again Pour out Your Spirit and rain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6-  LE SON DU CIEL REMPLI CE LIEU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sound of heaven fills this place 
7-  QUAND NOUS CHERCHONS TA FACE  Ô DIEU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come and seek Your face
8-  RIEN N’EST COMPARABLE AU PÈRE  TOI LA RÉPONSE À NOS PRIÈRES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ever will compare You’re the answer to our prayer
9-  ET NOUS SOMMES PRÊTS  OUI NOUS SOMMES PRÊTS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PÈRE ARROSE-MOI  ET INONDE-MOI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Saturate me now Come and pour it out
11-  ESPRIT VERSES EN MOI TA GLOIRE ICI-BAS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Spirit move in power Rain Your glory down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VEUX PLUS DE TOI  OUI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craving more More than before 
13-  TU ES MON DÉSIR  VIENS ME REMPLIR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all I want All I’m longing for
14-  SAINT ESPRIT DESCENDS  DESCENDS MAINTENANT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 Spirit rain On my heart again
15-  CAR JE SUIS PRÊT  OUI JE SUIS PRÊT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ready  Lord I’m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16 - OUI NOUS SOMMES PRÊTS 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17 - RÉPANDS TON ESPRIT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 it out Pour it out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RESSENS DANS L’ATMOSPHÈRE  S’APPROCHER LA GLOIRE DU PÈRE  </a:t>
            </a:r>
          </a:p>
          <a:p>
            <a:r>
              <a:rPr lang="fr-FR" smtClean="0"/>
              <a:t>I feel it in the atmosphere Cloud of glory drawing near
2-  NOTRE FOI INONDE L’AIR  TA PUISSANCE PARCOURS LA TERRE </a:t>
            </a:r>
          </a:p>
          <a:p>
            <a:r>
              <a:rPr lang="fr-FR" smtClean="0"/>
              <a:t>Anticipation in the air Your power moving everywhere
3-  ET NOUS SOMMES PRÊTS  OUI NOUS SOMMES PRÊTS  </a:t>
            </a:r>
          </a:p>
          <a:p>
            <a:r>
              <a:rPr lang="fr-FR" smtClean="0"/>
              <a:t>And we're ready Lord we're ready</a:t>
            </a:r>
          </a:p>
          <a:p>
            <a:endParaRPr lang="fr-FR" smtClean="0"/>
          </a:p>
          <a:p>
            <a:r>
              <a:rPr lang="fr-FR" smtClean="0"/>
              <a:t>	Refrain :
	4-  QUE VIENNE LA PLUIE  TA GLOIRE SUR NOS VIES</a:t>
            </a:r>
          </a:p>
          <a:p>
            <a:r>
              <a:rPr lang="fr-FR" smtClean="0"/>
              <a:t>	So rain, rain Rain down Your glory  
	5-  SUR NOUS, ENCORE  RÉPANDS TON ESPRIT  </a:t>
            </a:r>
          </a:p>
          <a:p>
            <a:r>
              <a:rPr lang="fr-FR" smtClean="0"/>
              <a:t>	On us, again Pour out Your Spirit and rain </a:t>
            </a:r>
          </a:p>
          <a:p>
            <a:endParaRPr lang="fr-FR" smtClean="0"/>
          </a:p>
          <a:p>
            <a:r>
              <a:rPr lang="fr-FR" smtClean="0"/>
              <a:t>Couplet 2 :
6-  LE SON DU CIEL REMPLI CE LIEU  </a:t>
            </a:r>
          </a:p>
          <a:p>
            <a:r>
              <a:rPr lang="fr-FR" smtClean="0"/>
              <a:t>The sound of heaven fills this place 
7-  QUAND NOUS CHERCHONS TA FACE  Ô DIEU  </a:t>
            </a:r>
          </a:p>
          <a:p>
            <a:r>
              <a:rPr lang="fr-FR" smtClean="0"/>
              <a:t>As we come and seek Your face
8-  RIEN N’EST COMPARABLE AU PÈRE  TOI LA RÉPONSE À NOS PRIÈRES  </a:t>
            </a:r>
          </a:p>
          <a:p>
            <a:r>
              <a:rPr lang="fr-FR" smtClean="0"/>
              <a:t>Nothing ever will compare You’re the answer to our prayer
9-  ET NOUS SOMMES PRÊTS  OUI NOUS SOMMES PRÊTS  x2 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10-  PÈRE ARROSE-MOI  ET INONDE-MOI  </a:t>
            </a:r>
          </a:p>
          <a:p>
            <a:r>
              <a:rPr lang="fr-FR" smtClean="0"/>
              <a:t>Saturate me now Come and pour it out
11-  ESPRIT VERSES EN MOI TA GLOIRE ICI-BAS             x2</a:t>
            </a:r>
          </a:p>
          <a:p>
            <a:r>
              <a:rPr lang="fr-FR" smtClean="0"/>
              <a:t>Spirit move in power Rain Your glory down</a:t>
            </a:r>
          </a:p>
          <a:p>
            <a:r>
              <a:rPr lang="fr-FR" smtClean="0"/>
              <a:t>
12-  JE VEUX PLUS DE TOI  OUI PLUS DE TOI  </a:t>
            </a:r>
          </a:p>
          <a:p>
            <a:r>
              <a:rPr lang="fr-FR" smtClean="0"/>
              <a:t>Lord I’m craving more More than before 
13-  TU ES MON DÉSIR  VIENS ME REMPLIR </a:t>
            </a:r>
          </a:p>
          <a:p>
            <a:r>
              <a:rPr lang="fr-FR" smtClean="0"/>
              <a:t>You are all I want All I’m longing for
14-  SAINT ESPRIT DESCENDS  DESCENDS MAINTENANT  </a:t>
            </a:r>
          </a:p>
          <a:p>
            <a:r>
              <a:rPr lang="fr-FR" smtClean="0"/>
              <a:t>Holy Spirit rain On my heart again
15-  CAR JE SUIS PRÊT  OUI JE SUIS PRÊT                         x2</a:t>
            </a:r>
          </a:p>
          <a:p>
            <a:r>
              <a:rPr lang="fr-FR" smtClean="0"/>
              <a:t>Lord I’m ready  Lord I’m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xxxxxxxx</a:t>
            </a:r>
          </a:p>
          <a:p>
            <a:r>
              <a:rPr lang="fr-FR" smtClean="0"/>
              <a:t>16 - OUI NOUS SOMMES PRÊTS   x3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r>
              <a:rPr lang="fr-FR" smtClean="0"/>
              <a:t>17 - RÉPANDS TON ESPRIT  x2</a:t>
            </a:r>
          </a:p>
          <a:p>
            <a:r>
              <a:rPr lang="fr-FR" smtClean="0"/>
              <a:t>Pour it out Pour it out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464859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RESSENS DANS L’ATMOSPHÈRE  S’APPROCHER LA GLOIRE DU PÈRE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it in the atmosphere Cloud of glory drawing near
2-  NOTRE FOI INONDE L’AIR  TA PUISSANCE PARCOURS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Anticipation in the air Your power moving everywhere
3-  ET NOUS SOMMES PRÊTS  OUI NOUS SOMMES PRÊTS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QUE VIENNE LA PLUIE  TA GLOIRE SUR NOS VIES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So rain, rain Rain down Your glory  
	5-  SUR NOUS, ENCORE  RÉPANDS TON ESPRIT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On us, again Pour out Your Spirit and rain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6-  LE SON DU CIEL REMPLI CE LIEU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sound of heaven fills this place 
7-  QUAND NOUS CHERCHONS TA FACE  Ô DIEU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come and seek Your face
8-  RIEN N’EST COMPARABLE AU PÈRE  TOI LA RÉPONSE À NOS PRIÈRES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ever will compare You’re the answer to our prayer
9-  ET NOUS SOMMES PRÊTS  OUI NOUS SOMMES PRÊTS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PÈRE ARROSE-MOI  ET INONDE-MOI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Saturate me now Come and pour it out
11-  ESPRIT VERSES EN MOI TA GLOIRE ICI-BAS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Spirit move in power Rain Your glory down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VEUX PLUS DE TOI  OUI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craving more More than before 
13-  TU ES MON DÉSIR  VIENS ME REMPLIR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all I want All I’m longing for
14-  SAINT ESPRIT DESCENDS  DESCENDS MAINTENANT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 Spirit rain On my heart again
15-  CAR JE SUIS PRÊT  OUI JE SUIS PRÊT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ready  Lord I’m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16 - OUI NOUS SOMMES PRÊTS 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17 - RÉPANDS TON ESPRIT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 it out Pour it out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RESSENS DANS L’ATMOSPHÈRE  S’APPROCHER LA GLOIRE DU PÈRE  </a:t>
            </a:r>
          </a:p>
          <a:p>
            <a:r>
              <a:rPr lang="fr-FR" smtClean="0"/>
              <a:t>I feel it in the atmosphere Cloud of glory drawing near
2-  NOTRE FOI INONDE L’AIR  TA PUISSANCE PARCOURS LA TERRE </a:t>
            </a:r>
          </a:p>
          <a:p>
            <a:r>
              <a:rPr lang="fr-FR" smtClean="0"/>
              <a:t>Anticipation in the air Your power moving everywhere
3-  ET NOUS SOMMES PRÊTS  OUI NOUS SOMMES PRÊTS  </a:t>
            </a:r>
          </a:p>
          <a:p>
            <a:r>
              <a:rPr lang="fr-FR" smtClean="0"/>
              <a:t>And we're ready Lord we're ready</a:t>
            </a:r>
          </a:p>
          <a:p>
            <a:endParaRPr lang="fr-FR" smtClean="0"/>
          </a:p>
          <a:p>
            <a:r>
              <a:rPr lang="fr-FR" smtClean="0"/>
              <a:t>	Refrain :
	4-  QUE VIENNE LA PLUIE  TA GLOIRE SUR NOS VIES</a:t>
            </a:r>
          </a:p>
          <a:p>
            <a:r>
              <a:rPr lang="fr-FR" smtClean="0"/>
              <a:t>	So rain, rain Rain down Your glory  
	5-  SUR NOUS, ENCORE  RÉPANDS TON ESPRIT  </a:t>
            </a:r>
          </a:p>
          <a:p>
            <a:r>
              <a:rPr lang="fr-FR" smtClean="0"/>
              <a:t>	On us, again Pour out Your Spirit and rain </a:t>
            </a:r>
          </a:p>
          <a:p>
            <a:endParaRPr lang="fr-FR" smtClean="0"/>
          </a:p>
          <a:p>
            <a:r>
              <a:rPr lang="fr-FR" smtClean="0"/>
              <a:t>Couplet 2 :
6-  LE SON DU CIEL REMPLI CE LIEU  </a:t>
            </a:r>
          </a:p>
          <a:p>
            <a:r>
              <a:rPr lang="fr-FR" smtClean="0"/>
              <a:t>The sound of heaven fills this place 
7-  QUAND NOUS CHERCHONS TA FACE  Ô DIEU  </a:t>
            </a:r>
          </a:p>
          <a:p>
            <a:r>
              <a:rPr lang="fr-FR" smtClean="0"/>
              <a:t>As we come and seek Your face
8-  RIEN N’EST COMPARABLE AU PÈRE  TOI LA RÉPONSE À NOS PRIÈRES  </a:t>
            </a:r>
          </a:p>
          <a:p>
            <a:r>
              <a:rPr lang="fr-FR" smtClean="0"/>
              <a:t>Nothing ever will compare You’re the answer to our prayer
9-  ET NOUS SOMMES PRÊTS  OUI NOUS SOMMES PRÊTS  x2 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10-  PÈRE ARROSE-MOI  ET INONDE-MOI  </a:t>
            </a:r>
          </a:p>
          <a:p>
            <a:r>
              <a:rPr lang="fr-FR" smtClean="0"/>
              <a:t>Saturate me now Come and pour it out
11-  ESPRIT VERSES EN MOI TA GLOIRE ICI-BAS             x2</a:t>
            </a:r>
          </a:p>
          <a:p>
            <a:r>
              <a:rPr lang="fr-FR" smtClean="0"/>
              <a:t>Spirit move in power Rain Your glory down</a:t>
            </a:r>
          </a:p>
          <a:p>
            <a:r>
              <a:rPr lang="fr-FR" smtClean="0"/>
              <a:t>
12-  JE VEUX PLUS DE TOI  OUI PLUS DE TOI  </a:t>
            </a:r>
          </a:p>
          <a:p>
            <a:r>
              <a:rPr lang="fr-FR" smtClean="0"/>
              <a:t>Lord I’m craving more More than before 
13-  TU ES MON DÉSIR  VIENS ME REMPLIR </a:t>
            </a:r>
          </a:p>
          <a:p>
            <a:r>
              <a:rPr lang="fr-FR" smtClean="0"/>
              <a:t>You are all I want All I’m longing for
14-  SAINT ESPRIT DESCENDS  DESCENDS MAINTENANT  </a:t>
            </a:r>
          </a:p>
          <a:p>
            <a:r>
              <a:rPr lang="fr-FR" smtClean="0"/>
              <a:t>Holy Spirit rain On my heart again
15-  CAR JE SUIS PRÊT  OUI JE SUIS PRÊT                         x2</a:t>
            </a:r>
          </a:p>
          <a:p>
            <a:r>
              <a:rPr lang="fr-FR" smtClean="0"/>
              <a:t>Lord I’m ready  Lord I’m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xxxxxxxx</a:t>
            </a:r>
          </a:p>
          <a:p>
            <a:r>
              <a:rPr lang="fr-FR" smtClean="0"/>
              <a:t>16 - OUI NOUS SOMMES PRÊTS   x3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r>
              <a:rPr lang="fr-FR" smtClean="0"/>
              <a:t>17 - RÉPANDS TON ESPRIT  x2</a:t>
            </a:r>
          </a:p>
          <a:p>
            <a:r>
              <a:rPr lang="fr-FR" smtClean="0"/>
              <a:t>Pour it out Pour it out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816495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RESSENS DANS L’ATMOSPHÈRE  S’APPROCHER LA GLOIRE DU PÈRE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it in the atmosphere Cloud of glory drawing near
2-  NOTRE FOI INONDE L’AIR  TA PUISSANCE PARCOURS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Anticipation in the air Your power moving everywhere
3-  ET NOUS SOMMES PRÊTS  OUI NOUS SOMMES PRÊTS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QUE VIENNE LA PLUIE  TA GLOIRE SUR NOS VIES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So rain, rain Rain down Your glory  
	5-  SUR NOUS, ENCORE  RÉPANDS TON ESPRIT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On us, again Pour out Your Spirit and rain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6-  LE SON DU CIEL REMPLI CE LIEU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sound of heaven fills this place 
7-  QUAND NOUS CHERCHONS TA FACE  Ô DIEU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come and seek Your face
8-  RIEN N’EST COMPARABLE AU PÈRE  TOI LA RÉPONSE À NOS PRIÈRES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ever will compare You’re the answer to our prayer
9-  ET NOUS SOMMES PRÊTS  OUI NOUS SOMMES PRÊTS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PÈRE ARROSE-MOI  ET INONDE-MOI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Saturate me now Come and pour it out
11-  ESPRIT VERSES EN MOI TA GLOIRE ICI-BAS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Spirit move in power Rain Your glory down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VEUX PLUS DE TOI  OUI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craving more More than before 
13-  TU ES MON DÉSIR  VIENS ME REMPLIR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all I want All I’m longing for
14-  SAINT ESPRIT DESCENDS  DESCENDS MAINTENANT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 Spirit rain On my heart again
15-  CAR JE SUIS PRÊT  OUI JE SUIS PRÊT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ready  Lord I’m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16 - OUI NOUS SOMMES PRÊTS 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17 - RÉPANDS TON ESPRIT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 it out Pour it out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RESSENS DANS L’ATMOSPHÈRE  S’APPROCHER LA GLOIRE DU PÈRE  </a:t>
            </a:r>
          </a:p>
          <a:p>
            <a:r>
              <a:rPr lang="fr-FR" smtClean="0"/>
              <a:t>I feel it in the atmosphere Cloud of glory drawing near
2-  NOTRE FOI INONDE L’AIR  TA PUISSANCE PARCOURS LA TERRE </a:t>
            </a:r>
          </a:p>
          <a:p>
            <a:r>
              <a:rPr lang="fr-FR" smtClean="0"/>
              <a:t>Anticipation in the air Your power moving everywhere
3-  ET NOUS SOMMES PRÊTS  OUI NOUS SOMMES PRÊTS  </a:t>
            </a:r>
          </a:p>
          <a:p>
            <a:r>
              <a:rPr lang="fr-FR" smtClean="0"/>
              <a:t>And we're ready Lord we're ready</a:t>
            </a:r>
          </a:p>
          <a:p>
            <a:endParaRPr lang="fr-FR" smtClean="0"/>
          </a:p>
          <a:p>
            <a:r>
              <a:rPr lang="fr-FR" smtClean="0"/>
              <a:t>	Refrain :
	4-  QUE VIENNE LA PLUIE  TA GLOIRE SUR NOS VIES</a:t>
            </a:r>
          </a:p>
          <a:p>
            <a:r>
              <a:rPr lang="fr-FR" smtClean="0"/>
              <a:t>	So rain, rain Rain down Your glory  
	5-  SUR NOUS, ENCORE  RÉPANDS TON ESPRIT  </a:t>
            </a:r>
          </a:p>
          <a:p>
            <a:r>
              <a:rPr lang="fr-FR" smtClean="0"/>
              <a:t>	On us, again Pour out Your Spirit and rain </a:t>
            </a:r>
          </a:p>
          <a:p>
            <a:endParaRPr lang="fr-FR" smtClean="0"/>
          </a:p>
          <a:p>
            <a:r>
              <a:rPr lang="fr-FR" smtClean="0"/>
              <a:t>Couplet 2 :
6-  LE SON DU CIEL REMPLI CE LIEU  </a:t>
            </a:r>
          </a:p>
          <a:p>
            <a:r>
              <a:rPr lang="fr-FR" smtClean="0"/>
              <a:t>The sound of heaven fills this place 
7-  QUAND NOUS CHERCHONS TA FACE  Ô DIEU  </a:t>
            </a:r>
          </a:p>
          <a:p>
            <a:r>
              <a:rPr lang="fr-FR" smtClean="0"/>
              <a:t>As we come and seek Your face
8-  RIEN N’EST COMPARABLE AU PÈRE  TOI LA RÉPONSE À NOS PRIÈRES  </a:t>
            </a:r>
          </a:p>
          <a:p>
            <a:r>
              <a:rPr lang="fr-FR" smtClean="0"/>
              <a:t>Nothing ever will compare You’re the answer to our prayer
9-  ET NOUS SOMMES PRÊTS  OUI NOUS SOMMES PRÊTS  x2 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10-  PÈRE ARROSE-MOI  ET INONDE-MOI  </a:t>
            </a:r>
          </a:p>
          <a:p>
            <a:r>
              <a:rPr lang="fr-FR" smtClean="0"/>
              <a:t>Saturate me now Come and pour it out
11-  ESPRIT VERSES EN MOI TA GLOIRE ICI-BAS             x2</a:t>
            </a:r>
          </a:p>
          <a:p>
            <a:r>
              <a:rPr lang="fr-FR" smtClean="0"/>
              <a:t>Spirit move in power Rain Your glory down</a:t>
            </a:r>
          </a:p>
          <a:p>
            <a:r>
              <a:rPr lang="fr-FR" smtClean="0"/>
              <a:t>
12-  JE VEUX PLUS DE TOI  OUI PLUS DE TOI  </a:t>
            </a:r>
          </a:p>
          <a:p>
            <a:r>
              <a:rPr lang="fr-FR" smtClean="0"/>
              <a:t>Lord I’m craving more More than before 
13-  TU ES MON DÉSIR  VIENS ME REMPLIR </a:t>
            </a:r>
          </a:p>
          <a:p>
            <a:r>
              <a:rPr lang="fr-FR" smtClean="0"/>
              <a:t>You are all I want All I’m longing for
14-  SAINT ESPRIT DESCENDS  DESCENDS MAINTENANT  </a:t>
            </a:r>
          </a:p>
          <a:p>
            <a:r>
              <a:rPr lang="fr-FR" smtClean="0"/>
              <a:t>Holy Spirit rain On my heart again
15-  CAR JE SUIS PRÊT  OUI JE SUIS PRÊT                         x2</a:t>
            </a:r>
          </a:p>
          <a:p>
            <a:r>
              <a:rPr lang="fr-FR" smtClean="0"/>
              <a:t>Lord I’m ready  Lord I’m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xxxxxxxx</a:t>
            </a:r>
          </a:p>
          <a:p>
            <a:r>
              <a:rPr lang="fr-FR" smtClean="0"/>
              <a:t>16 - OUI NOUS SOMMES PRÊTS   x3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r>
              <a:rPr lang="fr-FR" smtClean="0"/>
              <a:t>17 - RÉPANDS TON ESPRIT  x2</a:t>
            </a:r>
          </a:p>
          <a:p>
            <a:r>
              <a:rPr lang="fr-FR" smtClean="0"/>
              <a:t>Pour it out Pour it out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371092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RESSENS DANS L’ATMOSPHÈRE  S’APPROCHER LA GLOIRE DU PÈRE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it in the atmosphere Cloud of glory drawing near
2-  NOTRE FOI INONDE L’AIR  TA PUISSANCE PARCOURS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Anticipation in the air Your power moving everywhere
3-  ET NOUS SOMMES PRÊTS  OUI NOUS SOMMES PRÊTS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QUE VIENNE LA PLUIE  TA GLOIRE SUR NOS VIES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So rain, rain Rain down Your glory  
	5-  SUR NOUS, ENCORE  RÉPANDS TON ESPRIT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On us, again Pour out Your Spirit and rain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6-  LE SON DU CIEL REMPLI CE LIEU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sound of heaven fills this place 
7-  QUAND NOUS CHERCHONS TA FACE  Ô DIEU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come and seek Your face
8-  RIEN N’EST COMPARABLE AU PÈRE  TOI LA RÉPONSE À NOS PRIÈRES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ever will compare You’re the answer to our prayer
9-  ET NOUS SOMMES PRÊTS  OUI NOUS SOMMES PRÊTS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PÈRE ARROSE-MOI  ET INONDE-MOI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Saturate me now Come and pour it out
11-  ESPRIT VERSES EN MOI TA GLOIRE ICI-BAS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Spirit move in power Rain Your glory down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VEUX PLUS DE TOI  OUI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craving more More than before 
13-  TU ES MON DÉSIR  VIENS ME REMPLIR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all I want All I’m longing for
14-  SAINT ESPRIT DESCENDS  DESCENDS MAINTENANT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 Spirit rain On my heart again
15-  CAR JE SUIS PRÊT  OUI JE SUIS PRÊT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ready  Lord I’m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16 - OUI NOUS SOMMES PRÊTS 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17 - RÉPANDS TON ESPRIT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 it out Pour it out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RESSENS DANS L’ATMOSPHÈRE  S’APPROCHER LA GLOIRE DU PÈRE  </a:t>
            </a:r>
          </a:p>
          <a:p>
            <a:r>
              <a:rPr lang="fr-FR" smtClean="0"/>
              <a:t>I feel it in the atmosphere Cloud of glory drawing near
2-  NOTRE FOI INONDE L’AIR  TA PUISSANCE PARCOURS LA TERRE </a:t>
            </a:r>
          </a:p>
          <a:p>
            <a:r>
              <a:rPr lang="fr-FR" smtClean="0"/>
              <a:t>Anticipation in the air Your power moving everywhere
3-  ET NOUS SOMMES PRÊTS  OUI NOUS SOMMES PRÊTS  </a:t>
            </a:r>
          </a:p>
          <a:p>
            <a:r>
              <a:rPr lang="fr-FR" smtClean="0"/>
              <a:t>And we're ready Lord we're ready</a:t>
            </a:r>
          </a:p>
          <a:p>
            <a:endParaRPr lang="fr-FR" smtClean="0"/>
          </a:p>
          <a:p>
            <a:r>
              <a:rPr lang="fr-FR" smtClean="0"/>
              <a:t>	Refrain :
	4-  QUE VIENNE LA PLUIE  TA GLOIRE SUR NOS VIES</a:t>
            </a:r>
          </a:p>
          <a:p>
            <a:r>
              <a:rPr lang="fr-FR" smtClean="0"/>
              <a:t>	So rain, rain Rain down Your glory  
	5-  SUR NOUS, ENCORE  RÉPANDS TON ESPRIT  </a:t>
            </a:r>
          </a:p>
          <a:p>
            <a:r>
              <a:rPr lang="fr-FR" smtClean="0"/>
              <a:t>	On us, again Pour out Your Spirit and rain </a:t>
            </a:r>
          </a:p>
          <a:p>
            <a:endParaRPr lang="fr-FR" smtClean="0"/>
          </a:p>
          <a:p>
            <a:r>
              <a:rPr lang="fr-FR" smtClean="0"/>
              <a:t>Couplet 2 :
6-  LE SON DU CIEL REMPLI CE LIEU  </a:t>
            </a:r>
          </a:p>
          <a:p>
            <a:r>
              <a:rPr lang="fr-FR" smtClean="0"/>
              <a:t>The sound of heaven fills this place 
7-  QUAND NOUS CHERCHONS TA FACE  Ô DIEU  </a:t>
            </a:r>
          </a:p>
          <a:p>
            <a:r>
              <a:rPr lang="fr-FR" smtClean="0"/>
              <a:t>As we come and seek Your face
8-  RIEN N’EST COMPARABLE AU PÈRE  TOI LA RÉPONSE À NOS PRIÈRES  </a:t>
            </a:r>
          </a:p>
          <a:p>
            <a:r>
              <a:rPr lang="fr-FR" smtClean="0"/>
              <a:t>Nothing ever will compare You’re the answer to our prayer
9-  ET NOUS SOMMES PRÊTS  OUI NOUS SOMMES PRÊTS  x2 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10-  PÈRE ARROSE-MOI  ET INONDE-MOI  </a:t>
            </a:r>
          </a:p>
          <a:p>
            <a:r>
              <a:rPr lang="fr-FR" smtClean="0"/>
              <a:t>Saturate me now Come and pour it out
11-  ESPRIT VERSES EN MOI TA GLOIRE ICI-BAS             x2</a:t>
            </a:r>
          </a:p>
          <a:p>
            <a:r>
              <a:rPr lang="fr-FR" smtClean="0"/>
              <a:t>Spirit move in power Rain Your glory down</a:t>
            </a:r>
          </a:p>
          <a:p>
            <a:r>
              <a:rPr lang="fr-FR" smtClean="0"/>
              <a:t>
12-  JE VEUX PLUS DE TOI  OUI PLUS DE TOI  </a:t>
            </a:r>
          </a:p>
          <a:p>
            <a:r>
              <a:rPr lang="fr-FR" smtClean="0"/>
              <a:t>Lord I’m craving more More than before 
13-  TU ES MON DÉSIR  VIENS ME REMPLIR </a:t>
            </a:r>
          </a:p>
          <a:p>
            <a:r>
              <a:rPr lang="fr-FR" smtClean="0"/>
              <a:t>You are all I want All I’m longing for
14-  SAINT ESPRIT DESCENDS  DESCENDS MAINTENANT  </a:t>
            </a:r>
          </a:p>
          <a:p>
            <a:r>
              <a:rPr lang="fr-FR" smtClean="0"/>
              <a:t>Holy Spirit rain On my heart again
15-  CAR JE SUIS PRÊT  OUI JE SUIS PRÊT                         x2</a:t>
            </a:r>
          </a:p>
          <a:p>
            <a:r>
              <a:rPr lang="fr-FR" smtClean="0"/>
              <a:t>Lord I’m ready  Lord I’m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xxxxxxxx</a:t>
            </a:r>
          </a:p>
          <a:p>
            <a:r>
              <a:rPr lang="fr-FR" smtClean="0"/>
              <a:t>16 - OUI NOUS SOMMES PRÊTS   x3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r>
              <a:rPr lang="fr-FR" smtClean="0"/>
              <a:t>17 - RÉPANDS TON ESPRIT  x2</a:t>
            </a:r>
          </a:p>
          <a:p>
            <a:r>
              <a:rPr lang="fr-FR" smtClean="0"/>
              <a:t>Pour it out Pour it out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232538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RESSENS DANS L’ATMOSPHÈRE  S’APPROCHER LA GLOIRE DU PÈRE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it in the atmosphere Cloud of glory drawing near
2-  NOTRE FOI INONDE L’AIR  TA PUISSANCE PARCOURS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Anticipation in the air Your power moving everywhere
3-  ET NOUS SOMMES PRÊTS  OUI NOUS SOMMES PRÊTS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QUE VIENNE LA PLUIE  TA GLOIRE SUR NOS VIES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So rain, rain Rain down Your glory  
	5-  SUR NOUS, ENCORE  RÉPANDS TON ESPRIT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On us, again Pour out Your Spirit and rain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6-  LE SON DU CIEL REMPLI CE LIEU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sound of heaven fills this place 
7-  QUAND NOUS CHERCHONS TA FACE  Ô DIEU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come and seek Your face
8-  RIEN N’EST COMPARABLE AU PÈRE  TOI LA RÉPONSE À NOS PRIÈRES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ever will compare You’re the answer to our prayer
9-  ET NOUS SOMMES PRÊTS  OUI NOUS SOMMES PRÊTS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PÈRE ARROSE-MOI  ET INONDE-MOI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Saturate me now Come and pour it out
11-  ESPRIT VERSES EN MOI TA GLOIRE ICI-BAS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Spirit move in power Rain Your glory down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VEUX PLUS DE TOI  OUI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craving more More than before 
13-  TU ES MON DÉSIR  VIENS ME REMPLIR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all I want All I’m longing for
14-  SAINT ESPRIT DESCENDS  DESCENDS MAINTENANT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 Spirit rain On my heart again
15-  CAR JE SUIS PRÊT  OUI JE SUIS PRÊT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ready  Lord I’m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16 - OUI NOUS SOMMES PRÊTS 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17 - RÉPANDS TON ESPRIT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 it out Pour it out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RESSENS DANS L’ATMOSPHÈRE  S’APPROCHER LA GLOIRE DU PÈRE  </a:t>
            </a:r>
          </a:p>
          <a:p>
            <a:r>
              <a:rPr lang="fr-FR" smtClean="0"/>
              <a:t>I feel it in the atmosphere Cloud of glory drawing near
2-  NOTRE FOI INONDE L’AIR  TA PUISSANCE PARCOURS LA TERRE </a:t>
            </a:r>
          </a:p>
          <a:p>
            <a:r>
              <a:rPr lang="fr-FR" smtClean="0"/>
              <a:t>Anticipation in the air Your power moving everywhere
3-  ET NOUS SOMMES PRÊTS  OUI NOUS SOMMES PRÊTS  </a:t>
            </a:r>
          </a:p>
          <a:p>
            <a:r>
              <a:rPr lang="fr-FR" smtClean="0"/>
              <a:t>And we're ready Lord we're ready</a:t>
            </a:r>
          </a:p>
          <a:p>
            <a:endParaRPr lang="fr-FR" smtClean="0"/>
          </a:p>
          <a:p>
            <a:r>
              <a:rPr lang="fr-FR" smtClean="0"/>
              <a:t>	Refrain :
	4-  QUE VIENNE LA PLUIE  TA GLOIRE SUR NOS VIES</a:t>
            </a:r>
          </a:p>
          <a:p>
            <a:r>
              <a:rPr lang="fr-FR" smtClean="0"/>
              <a:t>	So rain, rain Rain down Your glory  
	5-  SUR NOUS, ENCORE  RÉPANDS TON ESPRIT  </a:t>
            </a:r>
          </a:p>
          <a:p>
            <a:r>
              <a:rPr lang="fr-FR" smtClean="0"/>
              <a:t>	On us, again Pour out Your Spirit and rain </a:t>
            </a:r>
          </a:p>
          <a:p>
            <a:endParaRPr lang="fr-FR" smtClean="0"/>
          </a:p>
          <a:p>
            <a:r>
              <a:rPr lang="fr-FR" smtClean="0"/>
              <a:t>Couplet 2 :
6-  LE SON DU CIEL REMPLI CE LIEU  </a:t>
            </a:r>
          </a:p>
          <a:p>
            <a:r>
              <a:rPr lang="fr-FR" smtClean="0"/>
              <a:t>The sound of heaven fills this place 
7-  QUAND NOUS CHERCHONS TA FACE  Ô DIEU  </a:t>
            </a:r>
          </a:p>
          <a:p>
            <a:r>
              <a:rPr lang="fr-FR" smtClean="0"/>
              <a:t>As we come and seek Your face
8-  RIEN N’EST COMPARABLE AU PÈRE  TOI LA RÉPONSE À NOS PRIÈRES  </a:t>
            </a:r>
          </a:p>
          <a:p>
            <a:r>
              <a:rPr lang="fr-FR" smtClean="0"/>
              <a:t>Nothing ever will compare You’re the answer to our prayer
9-  ET NOUS SOMMES PRÊTS  OUI NOUS SOMMES PRÊTS  x2 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10-  PÈRE ARROSE-MOI  ET INONDE-MOI  </a:t>
            </a:r>
          </a:p>
          <a:p>
            <a:r>
              <a:rPr lang="fr-FR" smtClean="0"/>
              <a:t>Saturate me now Come and pour it out
11-  ESPRIT VERSES EN MOI TA GLOIRE ICI-BAS             x2</a:t>
            </a:r>
          </a:p>
          <a:p>
            <a:r>
              <a:rPr lang="fr-FR" smtClean="0"/>
              <a:t>Spirit move in power Rain Your glory down</a:t>
            </a:r>
          </a:p>
          <a:p>
            <a:r>
              <a:rPr lang="fr-FR" smtClean="0"/>
              <a:t>
12-  JE VEUX PLUS DE TOI  OUI PLUS DE TOI  </a:t>
            </a:r>
          </a:p>
          <a:p>
            <a:r>
              <a:rPr lang="fr-FR" smtClean="0"/>
              <a:t>Lord I’m craving more More than before 
13-  TU ES MON DÉSIR  VIENS ME REMPLIR </a:t>
            </a:r>
          </a:p>
          <a:p>
            <a:r>
              <a:rPr lang="fr-FR" smtClean="0"/>
              <a:t>You are all I want All I’m longing for
14-  SAINT ESPRIT DESCENDS  DESCENDS MAINTENANT  </a:t>
            </a:r>
          </a:p>
          <a:p>
            <a:r>
              <a:rPr lang="fr-FR" smtClean="0"/>
              <a:t>Holy Spirit rain On my heart again
15-  CAR JE SUIS PRÊT  OUI JE SUIS PRÊT                         x2</a:t>
            </a:r>
          </a:p>
          <a:p>
            <a:r>
              <a:rPr lang="fr-FR" smtClean="0"/>
              <a:t>Lord I’m ready  Lord I’m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xxxxxxxx</a:t>
            </a:r>
          </a:p>
          <a:p>
            <a:r>
              <a:rPr lang="fr-FR" smtClean="0"/>
              <a:t>16 - OUI NOUS SOMMES PRÊTS   x3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r>
              <a:rPr lang="fr-FR" smtClean="0"/>
              <a:t>17 - RÉPANDS TON ESPRIT  x2</a:t>
            </a:r>
          </a:p>
          <a:p>
            <a:r>
              <a:rPr lang="fr-FR" smtClean="0"/>
              <a:t>Pour it out Pour it out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595619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RESSENS DANS L’ATMOSPHÈRE  S’APPROCHER LA GLOIRE DU PÈRE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it in the atmosphere Cloud of glory drawing near
2-  NOTRE FOI INONDE L’AIR  TA PUISSANCE PARCOURS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Anticipation in the air Your power moving everywhere
3-  ET NOUS SOMMES PRÊTS  OUI NOUS SOMMES PRÊTS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QUE VIENNE LA PLUIE  TA GLOIRE SUR NOS VIES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So rain, rain Rain down Your glory  
	5-  SUR NOUS, ENCORE  RÉPANDS TON ESPRIT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On us, again Pour out Your Spirit and rain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6-  LE SON DU CIEL REMPLI CE LIEU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sound of heaven fills this place 
7-  QUAND NOUS CHERCHONS TA FACE  Ô DIEU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come and seek Your face
8-  RIEN N’EST COMPARABLE AU PÈRE  TOI LA RÉPONSE À NOS PRIÈRES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ever will compare You’re the answer to our prayer
9-  ET NOUS SOMMES PRÊTS  OUI NOUS SOMMES PRÊTS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PÈRE ARROSE-MOI  ET INONDE-MOI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Saturate me now Come and pour it out
11-  ESPRIT VERSES EN MOI TA GLOIRE ICI-BAS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Spirit move in power Rain Your glory down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VEUX PLUS DE TOI  OUI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craving more More than before 
13-  TU ES MON DÉSIR  VIENS ME REMPLIR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all I want All I’m longing for
14-  SAINT ESPRIT DESCENDS  DESCENDS MAINTENANT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 Spirit rain On my heart again
15-  CAR JE SUIS PRÊT  OUI JE SUIS PRÊT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ready  Lord I’m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16 - OUI NOUS SOMMES PRÊTS 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17 - RÉPANDS TON ESPRIT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 it out Pour it out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RESSENS DANS L’ATMOSPHÈRE  S’APPROCHER LA GLOIRE DU PÈRE  </a:t>
            </a:r>
          </a:p>
          <a:p>
            <a:r>
              <a:rPr lang="fr-FR" smtClean="0"/>
              <a:t>I feel it in the atmosphere Cloud of glory drawing near
2-  NOTRE FOI INONDE L’AIR  TA PUISSANCE PARCOURS LA TERRE </a:t>
            </a:r>
          </a:p>
          <a:p>
            <a:r>
              <a:rPr lang="fr-FR" smtClean="0"/>
              <a:t>Anticipation in the air Your power moving everywhere
3-  ET NOUS SOMMES PRÊTS  OUI NOUS SOMMES PRÊTS  </a:t>
            </a:r>
          </a:p>
          <a:p>
            <a:r>
              <a:rPr lang="fr-FR" smtClean="0"/>
              <a:t>And we're ready Lord we're ready</a:t>
            </a:r>
          </a:p>
          <a:p>
            <a:endParaRPr lang="fr-FR" smtClean="0"/>
          </a:p>
          <a:p>
            <a:r>
              <a:rPr lang="fr-FR" smtClean="0"/>
              <a:t>	Refrain :
	4-  QUE VIENNE LA PLUIE  TA GLOIRE SUR NOS VIES</a:t>
            </a:r>
          </a:p>
          <a:p>
            <a:r>
              <a:rPr lang="fr-FR" smtClean="0"/>
              <a:t>	So rain, rain Rain down Your glory  
	5-  SUR NOUS, ENCORE  RÉPANDS TON ESPRIT  </a:t>
            </a:r>
          </a:p>
          <a:p>
            <a:r>
              <a:rPr lang="fr-FR" smtClean="0"/>
              <a:t>	On us, again Pour out Your Spirit and rain </a:t>
            </a:r>
          </a:p>
          <a:p>
            <a:endParaRPr lang="fr-FR" smtClean="0"/>
          </a:p>
          <a:p>
            <a:r>
              <a:rPr lang="fr-FR" smtClean="0"/>
              <a:t>Couplet 2 :
6-  LE SON DU CIEL REMPLI CE LIEU  </a:t>
            </a:r>
          </a:p>
          <a:p>
            <a:r>
              <a:rPr lang="fr-FR" smtClean="0"/>
              <a:t>The sound of heaven fills this place 
7-  QUAND NOUS CHERCHONS TA FACE  Ô DIEU  </a:t>
            </a:r>
          </a:p>
          <a:p>
            <a:r>
              <a:rPr lang="fr-FR" smtClean="0"/>
              <a:t>As we come and seek Your face
8-  RIEN N’EST COMPARABLE AU PÈRE  TOI LA RÉPONSE À NOS PRIÈRES  </a:t>
            </a:r>
          </a:p>
          <a:p>
            <a:r>
              <a:rPr lang="fr-FR" smtClean="0"/>
              <a:t>Nothing ever will compare You’re the answer to our prayer
9-  ET NOUS SOMMES PRÊTS  OUI NOUS SOMMES PRÊTS  x2 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10-  PÈRE ARROSE-MOI  ET INONDE-MOI  </a:t>
            </a:r>
          </a:p>
          <a:p>
            <a:r>
              <a:rPr lang="fr-FR" smtClean="0"/>
              <a:t>Saturate me now Come and pour it out
11-  ESPRIT VERSES EN MOI TA GLOIRE ICI-BAS             x2</a:t>
            </a:r>
          </a:p>
          <a:p>
            <a:r>
              <a:rPr lang="fr-FR" smtClean="0"/>
              <a:t>Spirit move in power Rain Your glory down</a:t>
            </a:r>
          </a:p>
          <a:p>
            <a:r>
              <a:rPr lang="fr-FR" smtClean="0"/>
              <a:t>
12-  JE VEUX PLUS DE TOI  OUI PLUS DE TOI  </a:t>
            </a:r>
          </a:p>
          <a:p>
            <a:r>
              <a:rPr lang="fr-FR" smtClean="0"/>
              <a:t>Lord I’m craving more More than before 
13-  TU ES MON DÉSIR  VIENS ME REMPLIR </a:t>
            </a:r>
          </a:p>
          <a:p>
            <a:r>
              <a:rPr lang="fr-FR" smtClean="0"/>
              <a:t>You are all I want All I’m longing for
14-  SAINT ESPRIT DESCENDS  DESCENDS MAINTENANT  </a:t>
            </a:r>
          </a:p>
          <a:p>
            <a:r>
              <a:rPr lang="fr-FR" smtClean="0"/>
              <a:t>Holy Spirit rain On my heart again
15-  CAR JE SUIS PRÊT  OUI JE SUIS PRÊT                         x2</a:t>
            </a:r>
          </a:p>
          <a:p>
            <a:r>
              <a:rPr lang="fr-FR" smtClean="0"/>
              <a:t>Lord I’m ready  Lord I’m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xxxxxxxx</a:t>
            </a:r>
          </a:p>
          <a:p>
            <a:r>
              <a:rPr lang="fr-FR" smtClean="0"/>
              <a:t>16 - OUI NOUS SOMMES PRÊTS   x3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r>
              <a:rPr lang="fr-FR" smtClean="0"/>
              <a:t>17 - RÉPANDS TON ESPRIT  x2</a:t>
            </a:r>
          </a:p>
          <a:p>
            <a:r>
              <a:rPr lang="fr-FR" smtClean="0"/>
              <a:t>Pour it out Pour it out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364074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RESSENS DANS L’ATMOSPHÈRE  S’APPROCHER LA GLOIRE DU PÈRE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it in the atmosphere Cloud of glory drawing near
2-  NOTRE FOI INONDE L’AIR  TA PUISSANCE PARCOURS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Anticipation in the air Your power moving everywhere
3-  ET NOUS SOMMES PRÊTS  OUI NOUS SOMMES PRÊTS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QUE VIENNE LA PLUIE  TA GLOIRE SUR NOS VIES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So rain, rain Rain down Your glory  
	5-  SUR NOUS, ENCORE  RÉPANDS TON ESPRIT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On us, again Pour out Your Spirit and rain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6-  LE SON DU CIEL REMPLI CE LIEU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sound of heaven fills this place 
7-  QUAND NOUS CHERCHONS TA FACE  Ô DIEU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come and seek Your face
8-  RIEN N’EST COMPARABLE AU PÈRE  TOI LA RÉPONSE À NOS PRIÈRES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ever will compare You’re the answer to our prayer
9-  ET NOUS SOMMES PRÊTS  OUI NOUS SOMMES PRÊTS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PÈRE ARROSE-MOI  ET INONDE-MOI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Saturate me now Come and pour it out
11-  ESPRIT VERSES EN MOI TA GLOIRE ICI-BAS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Spirit move in power Rain Your glory down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VEUX PLUS DE TOI  OUI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craving more More than before 
13-  TU ES MON DÉSIR  VIENS ME REMPLIR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all I want All I’m longing for
14-  SAINT ESPRIT DESCENDS  DESCENDS MAINTENANT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 Spirit rain On my heart again
15-  CAR JE SUIS PRÊT  OUI JE SUIS PRÊT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ready  Lord I’m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16 - OUI NOUS SOMMES PRÊTS 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17 - RÉPANDS TON ESPRIT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 it out Pour it out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RESSENS DANS L’ATMOSPHÈRE  S’APPROCHER LA GLOIRE DU PÈRE  </a:t>
            </a:r>
          </a:p>
          <a:p>
            <a:r>
              <a:rPr lang="fr-FR" smtClean="0"/>
              <a:t>I feel it in the atmosphere Cloud of glory drawing near
2-  NOTRE FOI INONDE L’AIR  TA PUISSANCE PARCOURS LA TERRE </a:t>
            </a:r>
          </a:p>
          <a:p>
            <a:r>
              <a:rPr lang="fr-FR" smtClean="0"/>
              <a:t>Anticipation in the air Your power moving everywhere
3-  ET NOUS SOMMES PRÊTS  OUI NOUS SOMMES PRÊTS  </a:t>
            </a:r>
          </a:p>
          <a:p>
            <a:r>
              <a:rPr lang="fr-FR" smtClean="0"/>
              <a:t>And we're ready Lord we're ready</a:t>
            </a:r>
          </a:p>
          <a:p>
            <a:endParaRPr lang="fr-FR" smtClean="0"/>
          </a:p>
          <a:p>
            <a:r>
              <a:rPr lang="fr-FR" smtClean="0"/>
              <a:t>	Refrain :
	4-  QUE VIENNE LA PLUIE  TA GLOIRE SUR NOS VIES</a:t>
            </a:r>
          </a:p>
          <a:p>
            <a:r>
              <a:rPr lang="fr-FR" smtClean="0"/>
              <a:t>	So rain, rain Rain down Your glory  
	5-  SUR NOUS, ENCORE  RÉPANDS TON ESPRIT  </a:t>
            </a:r>
          </a:p>
          <a:p>
            <a:r>
              <a:rPr lang="fr-FR" smtClean="0"/>
              <a:t>	On us, again Pour out Your Spirit and rain </a:t>
            </a:r>
          </a:p>
          <a:p>
            <a:endParaRPr lang="fr-FR" smtClean="0"/>
          </a:p>
          <a:p>
            <a:r>
              <a:rPr lang="fr-FR" smtClean="0"/>
              <a:t>Couplet 2 :
6-  LE SON DU CIEL REMPLI CE LIEU  </a:t>
            </a:r>
          </a:p>
          <a:p>
            <a:r>
              <a:rPr lang="fr-FR" smtClean="0"/>
              <a:t>The sound of heaven fills this place 
7-  QUAND NOUS CHERCHONS TA FACE  Ô DIEU  </a:t>
            </a:r>
          </a:p>
          <a:p>
            <a:r>
              <a:rPr lang="fr-FR" smtClean="0"/>
              <a:t>As we come and seek Your face
8-  RIEN N’EST COMPARABLE AU PÈRE  TOI LA RÉPONSE À NOS PRIÈRES  </a:t>
            </a:r>
          </a:p>
          <a:p>
            <a:r>
              <a:rPr lang="fr-FR" smtClean="0"/>
              <a:t>Nothing ever will compare You’re the answer to our prayer
9-  ET NOUS SOMMES PRÊTS  OUI NOUS SOMMES PRÊTS  x2 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10-  PÈRE ARROSE-MOI  ET INONDE-MOI  </a:t>
            </a:r>
          </a:p>
          <a:p>
            <a:r>
              <a:rPr lang="fr-FR" smtClean="0"/>
              <a:t>Saturate me now Come and pour it out
11-  ESPRIT VERSES EN MOI TA GLOIRE ICI-BAS             x2</a:t>
            </a:r>
          </a:p>
          <a:p>
            <a:r>
              <a:rPr lang="fr-FR" smtClean="0"/>
              <a:t>Spirit move in power Rain Your glory down</a:t>
            </a:r>
          </a:p>
          <a:p>
            <a:r>
              <a:rPr lang="fr-FR" smtClean="0"/>
              <a:t>
12-  JE VEUX PLUS DE TOI  OUI PLUS DE TOI  </a:t>
            </a:r>
          </a:p>
          <a:p>
            <a:r>
              <a:rPr lang="fr-FR" smtClean="0"/>
              <a:t>Lord I’m craving more More than before 
13-  TU ES MON DÉSIR  VIENS ME REMPLIR </a:t>
            </a:r>
          </a:p>
          <a:p>
            <a:r>
              <a:rPr lang="fr-FR" smtClean="0"/>
              <a:t>You are all I want All I’m longing for
14-  SAINT ESPRIT DESCENDS  DESCENDS MAINTENANT  </a:t>
            </a:r>
          </a:p>
          <a:p>
            <a:r>
              <a:rPr lang="fr-FR" smtClean="0"/>
              <a:t>Holy Spirit rain On my heart again
15-  CAR JE SUIS PRÊT  OUI JE SUIS PRÊT                         x2</a:t>
            </a:r>
          </a:p>
          <a:p>
            <a:r>
              <a:rPr lang="fr-FR" smtClean="0"/>
              <a:t>Lord I’m ready  Lord I’m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xxxxxxxx</a:t>
            </a:r>
          </a:p>
          <a:p>
            <a:r>
              <a:rPr lang="fr-FR" smtClean="0"/>
              <a:t>16 - OUI NOUS SOMMES PRÊTS   x3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r>
              <a:rPr lang="fr-FR" smtClean="0"/>
              <a:t>17 - RÉPANDS TON ESPRIT  x2</a:t>
            </a:r>
          </a:p>
          <a:p>
            <a:r>
              <a:rPr lang="fr-FR" smtClean="0"/>
              <a:t>Pour it out Pour it out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164820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RESSENS DANS L’ATMOSPHÈRE  S’APPROCHER LA GLOIRE DU PÈRE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it in the atmosphere Cloud of glory drawing near
2-  NOTRE FOI INONDE L’AIR  TA PUISSANCE PARCOURS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Anticipation in the air Your power moving everywhere
3-  ET NOUS SOMMES PRÊTS  OUI NOUS SOMMES PRÊTS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QUE VIENNE LA PLUIE  TA GLOIRE SUR NOS VIES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So rain, rain Rain down Your glory  
	5-  SUR NOUS, ENCORE  RÉPANDS TON ESPRIT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On us, again Pour out Your Spirit and rain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6-  LE SON DU CIEL REMPLI CE LIEU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sound of heaven fills this place 
7-  QUAND NOUS CHERCHONS TA FACE  Ô DIEU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come and seek Your face
8-  RIEN N’EST COMPARABLE AU PÈRE  TOI LA RÉPONSE À NOS PRIÈRES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ever will compare You’re the answer to our prayer
9-  ET NOUS SOMMES PRÊTS  OUI NOUS SOMMES PRÊTS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PÈRE ARROSE-MOI  ET INONDE-MOI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Saturate me now Come and pour it out
11-  ESPRIT VERSES EN MOI TA GLOIRE ICI-BAS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Spirit move in power Rain Your glory down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VEUX PLUS DE TOI  OUI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craving more More than before 
13-  TU ES MON DÉSIR  VIENS ME REMPLIR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all I want All I’m longing for
14-  SAINT ESPRIT DESCENDS  DESCENDS MAINTENANT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 Spirit rain On my heart again
15-  CAR JE SUIS PRÊT  OUI JE SUIS PRÊT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ready  Lord I’m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16 - OUI NOUS SOMMES PRÊTS 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17 - RÉPANDS TON ESPRIT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 it out Pour it out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RESSENS DANS L’ATMOSPHÈRE  S’APPROCHER LA GLOIRE DU PÈRE  </a:t>
            </a:r>
          </a:p>
          <a:p>
            <a:r>
              <a:rPr lang="fr-FR" smtClean="0"/>
              <a:t>I feel it in the atmosphere Cloud of glory drawing near
2-  NOTRE FOI INONDE L’AIR  TA PUISSANCE PARCOURS LA TERRE </a:t>
            </a:r>
          </a:p>
          <a:p>
            <a:r>
              <a:rPr lang="fr-FR" smtClean="0"/>
              <a:t>Anticipation in the air Your power moving everywhere
3-  ET NOUS SOMMES PRÊTS  OUI NOUS SOMMES PRÊTS  </a:t>
            </a:r>
          </a:p>
          <a:p>
            <a:r>
              <a:rPr lang="fr-FR" smtClean="0"/>
              <a:t>And we're ready Lord we're ready</a:t>
            </a:r>
          </a:p>
          <a:p>
            <a:endParaRPr lang="fr-FR" smtClean="0"/>
          </a:p>
          <a:p>
            <a:r>
              <a:rPr lang="fr-FR" smtClean="0"/>
              <a:t>	Refrain :
	4-  QUE VIENNE LA PLUIE  TA GLOIRE SUR NOS VIES</a:t>
            </a:r>
          </a:p>
          <a:p>
            <a:r>
              <a:rPr lang="fr-FR" smtClean="0"/>
              <a:t>	So rain, rain Rain down Your glory  
	5-  SUR NOUS, ENCORE  RÉPANDS TON ESPRIT  </a:t>
            </a:r>
          </a:p>
          <a:p>
            <a:r>
              <a:rPr lang="fr-FR" smtClean="0"/>
              <a:t>	On us, again Pour out Your Spirit and rain </a:t>
            </a:r>
          </a:p>
          <a:p>
            <a:endParaRPr lang="fr-FR" smtClean="0"/>
          </a:p>
          <a:p>
            <a:r>
              <a:rPr lang="fr-FR" smtClean="0"/>
              <a:t>Couplet 2 :
6-  LE SON DU CIEL REMPLI CE LIEU  </a:t>
            </a:r>
          </a:p>
          <a:p>
            <a:r>
              <a:rPr lang="fr-FR" smtClean="0"/>
              <a:t>The sound of heaven fills this place 
7-  QUAND NOUS CHERCHONS TA FACE  Ô DIEU  </a:t>
            </a:r>
          </a:p>
          <a:p>
            <a:r>
              <a:rPr lang="fr-FR" smtClean="0"/>
              <a:t>As we come and seek Your face
8-  RIEN N’EST COMPARABLE AU PÈRE  TOI LA RÉPONSE À NOS PRIÈRES  </a:t>
            </a:r>
          </a:p>
          <a:p>
            <a:r>
              <a:rPr lang="fr-FR" smtClean="0"/>
              <a:t>Nothing ever will compare You’re the answer to our prayer
9-  ET NOUS SOMMES PRÊTS  OUI NOUS SOMMES PRÊTS  x2 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10-  PÈRE ARROSE-MOI  ET INONDE-MOI  </a:t>
            </a:r>
          </a:p>
          <a:p>
            <a:r>
              <a:rPr lang="fr-FR" smtClean="0"/>
              <a:t>Saturate me now Come and pour it out
11-  ESPRIT VERSES EN MOI TA GLOIRE ICI-BAS             x2</a:t>
            </a:r>
          </a:p>
          <a:p>
            <a:r>
              <a:rPr lang="fr-FR" smtClean="0"/>
              <a:t>Spirit move in power Rain Your glory down</a:t>
            </a:r>
          </a:p>
          <a:p>
            <a:r>
              <a:rPr lang="fr-FR" smtClean="0"/>
              <a:t>
12-  JE VEUX PLUS DE TOI  OUI PLUS DE TOI  </a:t>
            </a:r>
          </a:p>
          <a:p>
            <a:r>
              <a:rPr lang="fr-FR" smtClean="0"/>
              <a:t>Lord I’m craving more More than before 
13-  TU ES MON DÉSIR  VIENS ME REMPLIR </a:t>
            </a:r>
          </a:p>
          <a:p>
            <a:r>
              <a:rPr lang="fr-FR" smtClean="0"/>
              <a:t>You are all I want All I’m longing for
14-  SAINT ESPRIT DESCENDS  DESCENDS MAINTENANT  </a:t>
            </a:r>
          </a:p>
          <a:p>
            <a:r>
              <a:rPr lang="fr-FR" smtClean="0"/>
              <a:t>Holy Spirit rain On my heart again
15-  CAR JE SUIS PRÊT  OUI JE SUIS PRÊT                         x2</a:t>
            </a:r>
          </a:p>
          <a:p>
            <a:r>
              <a:rPr lang="fr-FR" smtClean="0"/>
              <a:t>Lord I’m ready  Lord I’m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xxxxxxxx</a:t>
            </a:r>
          </a:p>
          <a:p>
            <a:r>
              <a:rPr lang="fr-FR" smtClean="0"/>
              <a:t>16 - OUI NOUS SOMMES PRÊTS   x3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r>
              <a:rPr lang="fr-FR" smtClean="0"/>
              <a:t>17 - RÉPANDS TON ESPRIT  x2</a:t>
            </a:r>
          </a:p>
          <a:p>
            <a:r>
              <a:rPr lang="fr-FR" smtClean="0"/>
              <a:t>Pour it out Pour it out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3977194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RESSENS DANS L’ATMOSPHÈRE  S’APPROCHER LA GLOIRE DU PÈRE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it in the atmosphere Cloud of glory drawing near
2-  NOTRE FOI INONDE L’AIR  TA PUISSANCE PARCOURS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Anticipation in the air Your power moving everywhere
3-  ET NOUS SOMMES PRÊTS  OUI NOUS SOMMES PRÊTS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QUE VIENNE LA PLUIE  TA GLOIRE SUR NOS VIES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So rain, rain Rain down Your glory  
	5-  SUR NOUS, ENCORE  RÉPANDS TON ESPRIT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On us, again Pour out Your Spirit and rain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6-  LE SON DU CIEL REMPLI CE LIEU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sound of heaven fills this place 
7-  QUAND NOUS CHERCHONS TA FACE  Ô DIEU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come and seek Your face
8-  RIEN N’EST COMPARABLE AU PÈRE  TOI LA RÉPONSE À NOS PRIÈRES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ever will compare You’re the answer to our prayer
9-  ET NOUS SOMMES PRÊTS  OUI NOUS SOMMES PRÊTS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PÈRE ARROSE-MOI  ET INONDE-MOI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Saturate me now Come and pour it out
11-  ESPRIT VERSES EN MOI TA GLOIRE ICI-BAS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Spirit move in power Rain Your glory down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VEUX PLUS DE TOI  OUI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craving more More than before 
13-  TU ES MON DÉSIR  VIENS ME REMPLIR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all I want All I’m longing for
14-  SAINT ESPRIT DESCENDS  DESCENDS MAINTENANT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 Spirit rain On my heart again
15-  CAR JE SUIS PRÊT  OUI JE SUIS PRÊT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ready  Lord I’m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16 - OUI NOUS SOMMES PRÊTS 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17 - RÉPANDS TON ESPRIT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 it out Pour it out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RESSENS DANS L’ATMOSPHÈRE  S’APPROCHER LA GLOIRE DU PÈRE  </a:t>
            </a:r>
          </a:p>
          <a:p>
            <a:r>
              <a:rPr lang="fr-FR" smtClean="0"/>
              <a:t>I feel it in the atmosphere Cloud of glory drawing near
2-  NOTRE FOI INONDE L’AIR  TA PUISSANCE PARCOURS LA TERRE </a:t>
            </a:r>
          </a:p>
          <a:p>
            <a:r>
              <a:rPr lang="fr-FR" smtClean="0"/>
              <a:t>Anticipation in the air Your power moving everywhere
3-  ET NOUS SOMMES PRÊTS  OUI NOUS SOMMES PRÊTS  </a:t>
            </a:r>
          </a:p>
          <a:p>
            <a:r>
              <a:rPr lang="fr-FR" smtClean="0"/>
              <a:t>And we're ready Lord we're ready</a:t>
            </a:r>
          </a:p>
          <a:p>
            <a:endParaRPr lang="fr-FR" smtClean="0"/>
          </a:p>
          <a:p>
            <a:r>
              <a:rPr lang="fr-FR" smtClean="0"/>
              <a:t>	Refrain :
	4-  QUE VIENNE LA PLUIE  TA GLOIRE SUR NOS VIES</a:t>
            </a:r>
          </a:p>
          <a:p>
            <a:r>
              <a:rPr lang="fr-FR" smtClean="0"/>
              <a:t>	So rain, rain Rain down Your glory  
	5-  SUR NOUS, ENCORE  RÉPANDS TON ESPRIT  </a:t>
            </a:r>
          </a:p>
          <a:p>
            <a:r>
              <a:rPr lang="fr-FR" smtClean="0"/>
              <a:t>	On us, again Pour out Your Spirit and rain </a:t>
            </a:r>
          </a:p>
          <a:p>
            <a:endParaRPr lang="fr-FR" smtClean="0"/>
          </a:p>
          <a:p>
            <a:r>
              <a:rPr lang="fr-FR" smtClean="0"/>
              <a:t>Couplet 2 :
6-  LE SON DU CIEL REMPLI CE LIEU  </a:t>
            </a:r>
          </a:p>
          <a:p>
            <a:r>
              <a:rPr lang="fr-FR" smtClean="0"/>
              <a:t>The sound of heaven fills this place 
7-  QUAND NOUS CHERCHONS TA FACE  Ô DIEU  </a:t>
            </a:r>
          </a:p>
          <a:p>
            <a:r>
              <a:rPr lang="fr-FR" smtClean="0"/>
              <a:t>As we come and seek Your face
8-  RIEN N’EST COMPARABLE AU PÈRE  TOI LA RÉPONSE À NOS PRIÈRES  </a:t>
            </a:r>
          </a:p>
          <a:p>
            <a:r>
              <a:rPr lang="fr-FR" smtClean="0"/>
              <a:t>Nothing ever will compare You’re the answer to our prayer
9-  ET NOUS SOMMES PRÊTS  OUI NOUS SOMMES PRÊTS  x2 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10-  PÈRE ARROSE-MOI  ET INONDE-MOI  </a:t>
            </a:r>
          </a:p>
          <a:p>
            <a:r>
              <a:rPr lang="fr-FR" smtClean="0"/>
              <a:t>Saturate me now Come and pour it out
11-  ESPRIT VERSES EN MOI TA GLOIRE ICI-BAS             x2</a:t>
            </a:r>
          </a:p>
          <a:p>
            <a:r>
              <a:rPr lang="fr-FR" smtClean="0"/>
              <a:t>Spirit move in power Rain Your glory down</a:t>
            </a:r>
          </a:p>
          <a:p>
            <a:r>
              <a:rPr lang="fr-FR" smtClean="0"/>
              <a:t>
12-  JE VEUX PLUS DE TOI  OUI PLUS DE TOI  </a:t>
            </a:r>
          </a:p>
          <a:p>
            <a:r>
              <a:rPr lang="fr-FR" smtClean="0"/>
              <a:t>Lord I’m craving more More than before 
13-  TU ES MON DÉSIR  VIENS ME REMPLIR </a:t>
            </a:r>
          </a:p>
          <a:p>
            <a:r>
              <a:rPr lang="fr-FR" smtClean="0"/>
              <a:t>You are all I want All I’m longing for
14-  SAINT ESPRIT DESCENDS  DESCENDS MAINTENANT  </a:t>
            </a:r>
          </a:p>
          <a:p>
            <a:r>
              <a:rPr lang="fr-FR" smtClean="0"/>
              <a:t>Holy Spirit rain On my heart again
15-  CAR JE SUIS PRÊT  OUI JE SUIS PRÊT                         x2</a:t>
            </a:r>
          </a:p>
          <a:p>
            <a:r>
              <a:rPr lang="fr-FR" smtClean="0"/>
              <a:t>Lord I’m ready  Lord I’m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xxxxxxxx</a:t>
            </a:r>
          </a:p>
          <a:p>
            <a:r>
              <a:rPr lang="fr-FR" smtClean="0"/>
              <a:t>16 - OUI NOUS SOMMES PRÊTS   x3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r>
              <a:rPr lang="fr-FR" smtClean="0"/>
              <a:t>17 - RÉPANDS TON ESPRIT  x2</a:t>
            </a:r>
          </a:p>
          <a:p>
            <a:r>
              <a:rPr lang="fr-FR" smtClean="0"/>
              <a:t>Pour it out Pour it out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515511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RESSENS DANS L’ATMOSPHÈRE  S’APPROCHER LA GLOIRE DU PÈRE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it in the atmosphere Cloud of glory drawing near
2-  NOTRE FOI INONDE L’AIR  TA PUISSANCE PARCOURS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Anticipation in the air Your power moving everywhere
3-  ET NOUS SOMMES PRÊTS  OUI NOUS SOMMES PRÊTS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QUE VIENNE LA PLUIE  TA GLOIRE SUR NOS VIES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So rain, rain Rain down Your glory  
	5-  SUR NOUS, ENCORE  RÉPANDS TON ESPRIT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On us, again Pour out Your Spirit and rain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6-  LE SON DU CIEL REMPLI CE LIEU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sound of heaven fills this place 
7-  QUAND NOUS CHERCHONS TA FACE  Ô DIEU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come and seek Your face
8-  RIEN N’EST COMPARABLE AU PÈRE  TOI LA RÉPONSE À NOS PRIÈRES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ever will compare You’re the answer to our prayer
9-  ET NOUS SOMMES PRÊTS  OUI NOUS SOMMES PRÊTS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PÈRE ARROSE-MOI  ET INONDE-MOI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Saturate me now Come and pour it out
11-  ESPRIT VERSES EN MOI TA GLOIRE ICI-BAS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Spirit move in power Rain Your glory down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VEUX PLUS DE TOI  OUI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craving more More than before 
13-  TU ES MON DÉSIR  VIENS ME REMPLIR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all I want All I’m longing for
14-  SAINT ESPRIT DESCENDS  DESCENDS MAINTENANT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 Spirit rain On my heart again
15-  CAR JE SUIS PRÊT  OUI JE SUIS PRÊT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ready  Lord I’m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16 - OUI NOUS SOMMES PRÊTS 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17 - RÉPANDS TON ESPRIT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 it out Pour it out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RESSENS DANS L’ATMOSPHÈRE  S’APPROCHER LA GLOIRE DU PÈRE  </a:t>
            </a:r>
          </a:p>
          <a:p>
            <a:r>
              <a:rPr lang="fr-FR" smtClean="0"/>
              <a:t>I feel it in the atmosphere Cloud of glory drawing near
2-  NOTRE FOI INONDE L’AIR  TA PUISSANCE PARCOURS LA TERRE </a:t>
            </a:r>
          </a:p>
          <a:p>
            <a:r>
              <a:rPr lang="fr-FR" smtClean="0"/>
              <a:t>Anticipation in the air Your power moving everywhere
3-  ET NOUS SOMMES PRÊTS  OUI NOUS SOMMES PRÊTS  </a:t>
            </a:r>
          </a:p>
          <a:p>
            <a:r>
              <a:rPr lang="fr-FR" smtClean="0"/>
              <a:t>And we're ready Lord we're ready</a:t>
            </a:r>
          </a:p>
          <a:p>
            <a:endParaRPr lang="fr-FR" smtClean="0"/>
          </a:p>
          <a:p>
            <a:r>
              <a:rPr lang="fr-FR" smtClean="0"/>
              <a:t>	Refrain :
	4-  QUE VIENNE LA PLUIE  TA GLOIRE SUR NOS VIES</a:t>
            </a:r>
          </a:p>
          <a:p>
            <a:r>
              <a:rPr lang="fr-FR" smtClean="0"/>
              <a:t>	So rain, rain Rain down Your glory  
	5-  SUR NOUS, ENCORE  RÉPANDS TON ESPRIT  </a:t>
            </a:r>
          </a:p>
          <a:p>
            <a:r>
              <a:rPr lang="fr-FR" smtClean="0"/>
              <a:t>	On us, again Pour out Your Spirit and rain </a:t>
            </a:r>
          </a:p>
          <a:p>
            <a:endParaRPr lang="fr-FR" smtClean="0"/>
          </a:p>
          <a:p>
            <a:r>
              <a:rPr lang="fr-FR" smtClean="0"/>
              <a:t>Couplet 2 :
6-  LE SON DU CIEL REMPLI CE LIEU  </a:t>
            </a:r>
          </a:p>
          <a:p>
            <a:r>
              <a:rPr lang="fr-FR" smtClean="0"/>
              <a:t>The sound of heaven fills this place 
7-  QUAND NOUS CHERCHONS TA FACE  Ô DIEU  </a:t>
            </a:r>
          </a:p>
          <a:p>
            <a:r>
              <a:rPr lang="fr-FR" smtClean="0"/>
              <a:t>As we come and seek Your face
8-  RIEN N’EST COMPARABLE AU PÈRE  TOI LA RÉPONSE À NOS PRIÈRES  </a:t>
            </a:r>
          </a:p>
          <a:p>
            <a:r>
              <a:rPr lang="fr-FR" smtClean="0"/>
              <a:t>Nothing ever will compare You’re the answer to our prayer
9-  ET NOUS SOMMES PRÊTS  OUI NOUS SOMMES PRÊTS  x2 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10-  PÈRE ARROSE-MOI  ET INONDE-MOI  </a:t>
            </a:r>
          </a:p>
          <a:p>
            <a:r>
              <a:rPr lang="fr-FR" smtClean="0"/>
              <a:t>Saturate me now Come and pour it out
11-  ESPRIT VERSES EN MOI TA GLOIRE ICI-BAS             x2</a:t>
            </a:r>
          </a:p>
          <a:p>
            <a:r>
              <a:rPr lang="fr-FR" smtClean="0"/>
              <a:t>Spirit move in power Rain Your glory down</a:t>
            </a:r>
          </a:p>
          <a:p>
            <a:r>
              <a:rPr lang="fr-FR" smtClean="0"/>
              <a:t>
12-  JE VEUX PLUS DE TOI  OUI PLUS DE TOI  </a:t>
            </a:r>
          </a:p>
          <a:p>
            <a:r>
              <a:rPr lang="fr-FR" smtClean="0"/>
              <a:t>Lord I’m craving more More than before 
13-  TU ES MON DÉSIR  VIENS ME REMPLIR </a:t>
            </a:r>
          </a:p>
          <a:p>
            <a:r>
              <a:rPr lang="fr-FR" smtClean="0"/>
              <a:t>You are all I want All I’m longing for
14-  SAINT ESPRIT DESCENDS  DESCENDS MAINTENANT  </a:t>
            </a:r>
          </a:p>
          <a:p>
            <a:r>
              <a:rPr lang="fr-FR" smtClean="0"/>
              <a:t>Holy Spirit rain On my heart again
15-  CAR JE SUIS PRÊT  OUI JE SUIS PRÊT                         x2</a:t>
            </a:r>
          </a:p>
          <a:p>
            <a:r>
              <a:rPr lang="fr-FR" smtClean="0"/>
              <a:t>Lord I’m ready  Lord I’m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xxxxxxxx</a:t>
            </a:r>
          </a:p>
          <a:p>
            <a:r>
              <a:rPr lang="fr-FR" smtClean="0"/>
              <a:t>16 - OUI NOUS SOMMES PRÊTS   x3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r>
              <a:rPr lang="fr-FR" smtClean="0"/>
              <a:t>17 - RÉPANDS TON ESPRIT  x2</a:t>
            </a:r>
          </a:p>
          <a:p>
            <a:r>
              <a:rPr lang="fr-FR" smtClean="0"/>
              <a:t>Pour it out Pour it out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5218818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RESSENS DANS L’ATMOSPHÈRE  S’APPROCHER LA GLOIRE DU PÈRE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it in the atmosphere Cloud of glory drawing near
2-  NOTRE FOI INONDE L’AIR  TA PUISSANCE PARCOURS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Anticipation in the air Your power moving everywhere
3-  ET NOUS SOMMES PRÊTS  OUI NOUS SOMMES PRÊTS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QUE VIENNE LA PLUIE  TA GLOIRE SUR NOS VIES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So rain, rain Rain down Your glory  
	5-  SUR NOUS, ENCORE  RÉPANDS TON ESPRIT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On us, again Pour out Your Spirit and rain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6-  LE SON DU CIEL REMPLI CE LIEU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sound of heaven fills this place 
7-  QUAND NOUS CHERCHONS TA FACE  Ô DIEU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come and seek Your face
8-  RIEN N’EST COMPARABLE AU PÈRE  TOI LA RÉPONSE À NOS PRIÈRES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ever will compare You’re the answer to our prayer
9-  ET NOUS SOMMES PRÊTS  OUI NOUS SOMMES PRÊTS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PÈRE ARROSE-MOI  ET INONDE-MOI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Saturate me now Come and pour it out
11-  ESPRIT VERSES EN MOI TA GLOIRE ICI-BAS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Spirit move in power Rain Your glory down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VEUX PLUS DE TOI  OUI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craving more More than before 
13-  TU ES MON DÉSIR  VIENS ME REMPLIR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all I want All I’m longing for
14-  SAINT ESPRIT DESCENDS  DESCENDS MAINTENANT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 Spirit rain On my heart again
15-  CAR JE SUIS PRÊT  OUI JE SUIS PRÊT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ready  Lord I’m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16 - OUI NOUS SOMMES PRÊTS 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17 - RÉPANDS TON ESPRIT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 it out Pour it out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RESSENS DANS L’ATMOSPHÈRE  S’APPROCHER LA GLOIRE DU PÈRE  </a:t>
            </a:r>
          </a:p>
          <a:p>
            <a:r>
              <a:rPr lang="fr-FR" smtClean="0"/>
              <a:t>I feel it in the atmosphere Cloud of glory drawing near
2-  NOTRE FOI INONDE L’AIR  TA PUISSANCE PARCOURS LA TERRE </a:t>
            </a:r>
          </a:p>
          <a:p>
            <a:r>
              <a:rPr lang="fr-FR" smtClean="0"/>
              <a:t>Anticipation in the air Your power moving everywhere
3-  ET NOUS SOMMES PRÊTS  OUI NOUS SOMMES PRÊTS  </a:t>
            </a:r>
          </a:p>
          <a:p>
            <a:r>
              <a:rPr lang="fr-FR" smtClean="0"/>
              <a:t>And we're ready Lord we're ready</a:t>
            </a:r>
          </a:p>
          <a:p>
            <a:endParaRPr lang="fr-FR" smtClean="0"/>
          </a:p>
          <a:p>
            <a:r>
              <a:rPr lang="fr-FR" smtClean="0"/>
              <a:t>	Refrain :
	4-  QUE VIENNE LA PLUIE  TA GLOIRE SUR NOS VIES</a:t>
            </a:r>
          </a:p>
          <a:p>
            <a:r>
              <a:rPr lang="fr-FR" smtClean="0"/>
              <a:t>	So rain, rain Rain down Your glory  
	5-  SUR NOUS, ENCORE  RÉPANDS TON ESPRIT  </a:t>
            </a:r>
          </a:p>
          <a:p>
            <a:r>
              <a:rPr lang="fr-FR" smtClean="0"/>
              <a:t>	On us, again Pour out Your Spirit and rain </a:t>
            </a:r>
          </a:p>
          <a:p>
            <a:endParaRPr lang="fr-FR" smtClean="0"/>
          </a:p>
          <a:p>
            <a:r>
              <a:rPr lang="fr-FR" smtClean="0"/>
              <a:t>Couplet 2 :
6-  LE SON DU CIEL REMPLI CE LIEU  </a:t>
            </a:r>
          </a:p>
          <a:p>
            <a:r>
              <a:rPr lang="fr-FR" smtClean="0"/>
              <a:t>The sound of heaven fills this place 
7-  QUAND NOUS CHERCHONS TA FACE  Ô DIEU  </a:t>
            </a:r>
          </a:p>
          <a:p>
            <a:r>
              <a:rPr lang="fr-FR" smtClean="0"/>
              <a:t>As we come and seek Your face
8-  RIEN N’EST COMPARABLE AU PÈRE  TOI LA RÉPONSE À NOS PRIÈRES  </a:t>
            </a:r>
          </a:p>
          <a:p>
            <a:r>
              <a:rPr lang="fr-FR" smtClean="0"/>
              <a:t>Nothing ever will compare You’re the answer to our prayer
9-  ET NOUS SOMMES PRÊTS  OUI NOUS SOMMES PRÊTS  x2 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10-  PÈRE ARROSE-MOI  ET INONDE-MOI  </a:t>
            </a:r>
          </a:p>
          <a:p>
            <a:r>
              <a:rPr lang="fr-FR" smtClean="0"/>
              <a:t>Saturate me now Come and pour it out
11-  ESPRIT VERSES EN MOI TA GLOIRE ICI-BAS             x2</a:t>
            </a:r>
          </a:p>
          <a:p>
            <a:r>
              <a:rPr lang="fr-FR" smtClean="0"/>
              <a:t>Spirit move in power Rain Your glory down</a:t>
            </a:r>
          </a:p>
          <a:p>
            <a:r>
              <a:rPr lang="fr-FR" smtClean="0"/>
              <a:t>
12-  JE VEUX PLUS DE TOI  OUI PLUS DE TOI  </a:t>
            </a:r>
          </a:p>
          <a:p>
            <a:r>
              <a:rPr lang="fr-FR" smtClean="0"/>
              <a:t>Lord I’m craving more More than before 
13-  TU ES MON DÉSIR  VIENS ME REMPLIR </a:t>
            </a:r>
          </a:p>
          <a:p>
            <a:r>
              <a:rPr lang="fr-FR" smtClean="0"/>
              <a:t>You are all I want All I’m longing for
14-  SAINT ESPRIT DESCENDS  DESCENDS MAINTENANT  </a:t>
            </a:r>
          </a:p>
          <a:p>
            <a:r>
              <a:rPr lang="fr-FR" smtClean="0"/>
              <a:t>Holy Spirit rain On my heart again
15-  CAR JE SUIS PRÊT  OUI JE SUIS PRÊT                         x2</a:t>
            </a:r>
          </a:p>
          <a:p>
            <a:r>
              <a:rPr lang="fr-FR" smtClean="0"/>
              <a:t>Lord I’m ready  Lord I’m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xxxxxxxx</a:t>
            </a:r>
          </a:p>
          <a:p>
            <a:r>
              <a:rPr lang="fr-FR" smtClean="0"/>
              <a:t>16 - OUI NOUS SOMMES PRÊTS   x3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r>
              <a:rPr lang="fr-FR" smtClean="0"/>
              <a:t>17 - RÉPANDS TON ESPRIT  x2</a:t>
            </a:r>
          </a:p>
          <a:p>
            <a:r>
              <a:rPr lang="fr-FR" smtClean="0"/>
              <a:t>Pour it out Pour it out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4530175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RESSENS DANS L’ATMOSPHÈRE  S’APPROCHER LA GLOIRE DU PÈRE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it in the atmosphere Cloud of glory drawing near
2-  NOTRE FOI INONDE L’AIR  TA PUISSANCE PARCOURS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Anticipation in the air Your power moving everywhere
3-  ET NOUS SOMMES PRÊTS  OUI NOUS SOMMES PRÊTS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QUE VIENNE LA PLUIE  TA GLOIRE SUR NOS VIES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So rain, rain Rain down Your glory  
	5-  SUR NOUS, ENCORE  RÉPANDS TON ESPRIT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On us, again Pour out Your Spirit and rain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6-  LE SON DU CIEL REMPLI CE LIEU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sound of heaven fills this place 
7-  QUAND NOUS CHERCHONS TA FACE  Ô DIEU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come and seek Your face
8-  RIEN N’EST COMPARABLE AU PÈRE  TOI LA RÉPONSE À NOS PRIÈRES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ever will compare You’re the answer to our prayer
9-  ET NOUS SOMMES PRÊTS  OUI NOUS SOMMES PRÊTS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PÈRE ARROSE-MOI  ET INONDE-MOI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Saturate me now Come and pour it out
11-  ESPRIT VERSES EN MOI TA GLOIRE ICI-BAS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Spirit move in power Rain Your glory down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VEUX PLUS DE TOI  OUI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craving more More than before 
13-  TU ES MON DÉSIR  VIENS ME REMPLIR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all I want All I’m longing for
14-  SAINT ESPRIT DESCENDS  DESCENDS MAINTENANT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 Spirit rain On my heart again
15-  CAR JE SUIS PRÊT  OUI JE SUIS PRÊT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ready  Lord I’m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16 - OUI NOUS SOMMES PRÊTS 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17 - RÉPANDS TON ESPRIT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 it out Pour it out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RESSENS DANS L’ATMOSPHÈRE  S’APPROCHER LA GLOIRE DU PÈRE  </a:t>
            </a:r>
          </a:p>
          <a:p>
            <a:r>
              <a:rPr lang="fr-FR" smtClean="0"/>
              <a:t>I feel it in the atmosphere Cloud of glory drawing near
2-  NOTRE FOI INONDE L’AIR  TA PUISSANCE PARCOURS LA TERRE </a:t>
            </a:r>
          </a:p>
          <a:p>
            <a:r>
              <a:rPr lang="fr-FR" smtClean="0"/>
              <a:t>Anticipation in the air Your power moving everywhere
3-  ET NOUS SOMMES PRÊTS  OUI NOUS SOMMES PRÊTS  </a:t>
            </a:r>
          </a:p>
          <a:p>
            <a:r>
              <a:rPr lang="fr-FR" smtClean="0"/>
              <a:t>And we're ready Lord we're ready</a:t>
            </a:r>
          </a:p>
          <a:p>
            <a:endParaRPr lang="fr-FR" smtClean="0"/>
          </a:p>
          <a:p>
            <a:r>
              <a:rPr lang="fr-FR" smtClean="0"/>
              <a:t>	Refrain :
	4-  QUE VIENNE LA PLUIE  TA GLOIRE SUR NOS VIES</a:t>
            </a:r>
          </a:p>
          <a:p>
            <a:r>
              <a:rPr lang="fr-FR" smtClean="0"/>
              <a:t>	So rain, rain Rain down Your glory  
	5-  SUR NOUS, ENCORE  RÉPANDS TON ESPRIT  </a:t>
            </a:r>
          </a:p>
          <a:p>
            <a:r>
              <a:rPr lang="fr-FR" smtClean="0"/>
              <a:t>	On us, again Pour out Your Spirit and rain </a:t>
            </a:r>
          </a:p>
          <a:p>
            <a:endParaRPr lang="fr-FR" smtClean="0"/>
          </a:p>
          <a:p>
            <a:r>
              <a:rPr lang="fr-FR" smtClean="0"/>
              <a:t>Couplet 2 :
6-  LE SON DU CIEL REMPLI CE LIEU  </a:t>
            </a:r>
          </a:p>
          <a:p>
            <a:r>
              <a:rPr lang="fr-FR" smtClean="0"/>
              <a:t>The sound of heaven fills this place 
7-  QUAND NOUS CHERCHONS TA FACE  Ô DIEU  </a:t>
            </a:r>
          </a:p>
          <a:p>
            <a:r>
              <a:rPr lang="fr-FR" smtClean="0"/>
              <a:t>As we come and seek Your face
8-  RIEN N’EST COMPARABLE AU PÈRE  TOI LA RÉPONSE À NOS PRIÈRES  </a:t>
            </a:r>
          </a:p>
          <a:p>
            <a:r>
              <a:rPr lang="fr-FR" smtClean="0"/>
              <a:t>Nothing ever will compare You’re the answer to our prayer
9-  ET NOUS SOMMES PRÊTS  OUI NOUS SOMMES PRÊTS  x2 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10-  PÈRE ARROSE-MOI  ET INONDE-MOI  </a:t>
            </a:r>
          </a:p>
          <a:p>
            <a:r>
              <a:rPr lang="fr-FR" smtClean="0"/>
              <a:t>Saturate me now Come and pour it out
11-  ESPRIT VERSES EN MOI TA GLOIRE ICI-BAS             x2</a:t>
            </a:r>
          </a:p>
          <a:p>
            <a:r>
              <a:rPr lang="fr-FR" smtClean="0"/>
              <a:t>Spirit move in power Rain Your glory down</a:t>
            </a:r>
          </a:p>
          <a:p>
            <a:r>
              <a:rPr lang="fr-FR" smtClean="0"/>
              <a:t>
12-  JE VEUX PLUS DE TOI  OUI PLUS DE TOI  </a:t>
            </a:r>
          </a:p>
          <a:p>
            <a:r>
              <a:rPr lang="fr-FR" smtClean="0"/>
              <a:t>Lord I’m craving more More than before 
13-  TU ES MON DÉSIR  VIENS ME REMPLIR </a:t>
            </a:r>
          </a:p>
          <a:p>
            <a:r>
              <a:rPr lang="fr-FR" smtClean="0"/>
              <a:t>You are all I want All I’m longing for
14-  SAINT ESPRIT DESCENDS  DESCENDS MAINTENANT  </a:t>
            </a:r>
          </a:p>
          <a:p>
            <a:r>
              <a:rPr lang="fr-FR" smtClean="0"/>
              <a:t>Holy Spirit rain On my heart again
15-  CAR JE SUIS PRÊT  OUI JE SUIS PRÊT                         x2</a:t>
            </a:r>
          </a:p>
          <a:p>
            <a:r>
              <a:rPr lang="fr-FR" smtClean="0"/>
              <a:t>Lord I’m ready  Lord I’m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xxxxxxxx</a:t>
            </a:r>
          </a:p>
          <a:p>
            <a:r>
              <a:rPr lang="fr-FR" smtClean="0"/>
              <a:t>16 - OUI NOUS SOMMES PRÊTS   x3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r>
              <a:rPr lang="fr-FR" smtClean="0"/>
              <a:t>17 - RÉPANDS TON ESPRIT  x2</a:t>
            </a:r>
          </a:p>
          <a:p>
            <a:r>
              <a:rPr lang="fr-FR" smtClean="0"/>
              <a:t>Pour it out Pour it out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6380387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RESSENS DANS L’ATMOSPHÈRE  S’APPROCHER LA GLOIRE DU PÈRE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feel it in the atmosphere Cloud of glory drawing near
2-  NOTRE FOI INONDE L’AIR  TA PUISSANCE PARCOURS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Anticipation in the air Your power moving everywhere
3-  ET NOUS SOMMES PRÊTS  OUI NOUS SOMMES PRÊTS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QUE VIENNE LA PLUIE  TA GLOIRE SUR NOS VIES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So rain, rain Rain down Your glory  
	5-  SUR NOUS, ENCORE  RÉPANDS TON ESPRIT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On us, again Pour out Your Spirit and rain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6-  LE SON DU CIEL REMPLI CE LIEU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sound of heaven fills this place 
7-  QUAND NOUS CHERCHONS TA FACE  Ô DIEU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we come and seek Your face
8-  RIEN N’EST COMPARABLE AU PÈRE  TOI LA RÉPONSE À NOS PRIÈRES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ever will compare You’re the answer to our prayer
9-  ET NOUS SOMMES PRÊTS  OUI NOUS SOMMES PRÊTS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PÈRE ARROSE-MOI  ET INONDE-MOI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Saturate me now Come and pour it out
11-  ESPRIT VERSES EN MOI TA GLOIRE ICI-BAS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Spirit move in power Rain Your glory down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VEUX PLUS DE TOI  OUI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craving more More than before 
13-  TU ES MON DÉSIR  VIENS ME REMPLIR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all I want All I’m longing for
14-  SAINT ESPRIT DESCENDS  DESCENDS MAINTENANT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 Spirit rain On my heart again
15-  CAR JE SUIS PRÊT  OUI JE SUIS PRÊT           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I’m ready  Lord I’m ready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16 - OUI NOUS SOMMES PRÊTS   x3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we're ready Lord We're ready And we're ready Lord We're ready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17 - RÉPANDS TON ESPRIT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 it out Pour it out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RESSENS DANS L’ATMOSPHÈRE  S’APPROCHER LA GLOIRE DU PÈRE  </a:t>
            </a:r>
          </a:p>
          <a:p>
            <a:r>
              <a:rPr lang="fr-FR" smtClean="0"/>
              <a:t>I feel it in the atmosphere Cloud of glory drawing near
2-  NOTRE FOI INONDE L’AIR  TA PUISSANCE PARCOURS LA TERRE </a:t>
            </a:r>
          </a:p>
          <a:p>
            <a:r>
              <a:rPr lang="fr-FR" smtClean="0"/>
              <a:t>Anticipation in the air Your power moving everywhere
3-  ET NOUS SOMMES PRÊTS  OUI NOUS SOMMES PRÊTS  </a:t>
            </a:r>
          </a:p>
          <a:p>
            <a:r>
              <a:rPr lang="fr-FR" smtClean="0"/>
              <a:t>And we're ready Lord we're ready</a:t>
            </a:r>
          </a:p>
          <a:p>
            <a:endParaRPr lang="fr-FR" smtClean="0"/>
          </a:p>
          <a:p>
            <a:r>
              <a:rPr lang="fr-FR" smtClean="0"/>
              <a:t>	Refrain :
	4-  QUE VIENNE LA PLUIE  TA GLOIRE SUR NOS VIES</a:t>
            </a:r>
          </a:p>
          <a:p>
            <a:r>
              <a:rPr lang="fr-FR" smtClean="0"/>
              <a:t>	So rain, rain Rain down Your glory  
	5-  SUR NOUS, ENCORE  RÉPANDS TON ESPRIT  </a:t>
            </a:r>
          </a:p>
          <a:p>
            <a:r>
              <a:rPr lang="fr-FR" smtClean="0"/>
              <a:t>	On us, again Pour out Your Spirit and rain </a:t>
            </a:r>
          </a:p>
          <a:p>
            <a:endParaRPr lang="fr-FR" smtClean="0"/>
          </a:p>
          <a:p>
            <a:r>
              <a:rPr lang="fr-FR" smtClean="0"/>
              <a:t>Couplet 2 :
6-  LE SON DU CIEL REMPLI CE LIEU  </a:t>
            </a:r>
          </a:p>
          <a:p>
            <a:r>
              <a:rPr lang="fr-FR" smtClean="0"/>
              <a:t>The sound of heaven fills this place 
7-  QUAND NOUS CHERCHONS TA FACE  Ô DIEU  </a:t>
            </a:r>
          </a:p>
          <a:p>
            <a:r>
              <a:rPr lang="fr-FR" smtClean="0"/>
              <a:t>As we come and seek Your face
8-  RIEN N’EST COMPARABLE AU PÈRE  TOI LA RÉPONSE À NOS PRIÈRES  </a:t>
            </a:r>
          </a:p>
          <a:p>
            <a:r>
              <a:rPr lang="fr-FR" smtClean="0"/>
              <a:t>Nothing ever will compare You’re the answer to our prayer
9-  ET NOUS SOMMES PRÊTS  OUI NOUS SOMMES PRÊTS  x2 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10-  PÈRE ARROSE-MOI  ET INONDE-MOI  </a:t>
            </a:r>
          </a:p>
          <a:p>
            <a:r>
              <a:rPr lang="fr-FR" smtClean="0"/>
              <a:t>Saturate me now Come and pour it out
11-  ESPRIT VERSES EN MOI TA GLOIRE ICI-BAS             x2</a:t>
            </a:r>
          </a:p>
          <a:p>
            <a:r>
              <a:rPr lang="fr-FR" smtClean="0"/>
              <a:t>Spirit move in power Rain Your glory down</a:t>
            </a:r>
          </a:p>
          <a:p>
            <a:r>
              <a:rPr lang="fr-FR" smtClean="0"/>
              <a:t>
12-  JE VEUX PLUS DE TOI  OUI PLUS DE TOI  </a:t>
            </a:r>
          </a:p>
          <a:p>
            <a:r>
              <a:rPr lang="fr-FR" smtClean="0"/>
              <a:t>Lord I’m craving more More than before 
13-  TU ES MON DÉSIR  VIENS ME REMPLIR </a:t>
            </a:r>
          </a:p>
          <a:p>
            <a:r>
              <a:rPr lang="fr-FR" smtClean="0"/>
              <a:t>You are all I want All I’m longing for
14-  SAINT ESPRIT DESCENDS  DESCENDS MAINTENANT  </a:t>
            </a:r>
          </a:p>
          <a:p>
            <a:r>
              <a:rPr lang="fr-FR" smtClean="0"/>
              <a:t>Holy Spirit rain On my heart again
15-  CAR JE SUIS PRÊT  OUI JE SUIS PRÊT                         x2</a:t>
            </a:r>
          </a:p>
          <a:p>
            <a:r>
              <a:rPr lang="fr-FR" smtClean="0"/>
              <a:t>Lord I’m ready  Lord I’m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xxxxxxxx</a:t>
            </a:r>
          </a:p>
          <a:p>
            <a:r>
              <a:rPr lang="fr-FR" smtClean="0"/>
              <a:t>16 - OUI NOUS SOMMES PRÊTS   x3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r>
              <a:rPr lang="fr-FR" smtClean="0"/>
              <a:t>17 - RÉPANDS TON ESPRIT  x2</a:t>
            </a:r>
          </a:p>
          <a:p>
            <a:r>
              <a:rPr lang="fr-FR" smtClean="0"/>
              <a:t>Pour it out Pour it out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538979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RESSENS DANS L’ATMOSPHÈRE  S’APPROCHER LA GLOIRE DU PÈRE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atmosphere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Cloud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NOTRE FOI INONDE L’AIR  TA PUISSANCE PARCOURS LA TERRE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Anticipation in the air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power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everywhere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ET NOUS SOMMES PRÊTS  OUI NOUS SOMMES PRÊTS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QUE VIENNE LA PLUIE  TA GLOIRE SUR NOS VIES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So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Rain down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	5-  SUR NOUS, ENCORE  RÉPANDS TON ESPRIT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On us,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Pour out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6-  LE SON DU CIEL REMPLI CE LIEU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heaven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 
7-  QUAND NOUS CHERCHONS TA FACE  Ô DIEU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face
8-  RIEN N’EST COMPARABLE AU PÈRE  TOI LA RÉPONSE À NOS PRIÈRES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compare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You’re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answer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prayer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ET NOUS SOMMES PRÊTS  OUI NOUS SOMMES PRÊTS  x2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10-  PÈRE ARROSE-MOI  ET INONDE-MOI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Saturate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pour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out
11-  ESPRIT VERSES EN MOI TA GLOIRE ICI-BAS      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Spirit move in power Rain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down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JE VEUX PLUS DE TOI  OUI PLUS DE TOI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craving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13-  TU ES MON DÉSIR  VIENS ME REMPLIR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all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
14-  SAINT ESPRIT DESCENDS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DESCENDS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MAINTENANT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 Spirit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CAR JE SUIS PRÊT  OUI JE SUIS PRÊT                  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16 - OUI NOUS SOMMES PRÊTS   x3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17 - RÉPANDS TON ESPRIT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Pour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out Pour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out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JE RESSENS DANS L’ATMOSPHÈRE  S’APPROCHER LA GLOIRE DU PÈRE  </a:t>
            </a:r>
          </a:p>
          <a:p>
            <a:r>
              <a:rPr lang="fr-FR" smtClean="0"/>
              <a:t>I feel it in the atmosphere Cloud of glory drawing near
2-  NOTRE FOI INONDE L’AIR  TA PUISSANCE PARCOURS LA TERRE </a:t>
            </a:r>
          </a:p>
          <a:p>
            <a:r>
              <a:rPr lang="fr-FR" smtClean="0"/>
              <a:t>Anticipation in the air Your power moving everywhere
3-  ET NOUS SOMMES PRÊTS  OUI NOUS SOMMES PRÊTS  </a:t>
            </a:r>
          </a:p>
          <a:p>
            <a:r>
              <a:rPr lang="fr-FR" smtClean="0"/>
              <a:t>And we're ready Lord we're ready</a:t>
            </a:r>
          </a:p>
          <a:p>
            <a:endParaRPr lang="fr-FR" smtClean="0"/>
          </a:p>
          <a:p>
            <a:r>
              <a:rPr lang="fr-FR" smtClean="0"/>
              <a:t>	Refrain :
	4-  QUE VIENNE LA PLUIE  TA GLOIRE SUR NOS VIES</a:t>
            </a:r>
          </a:p>
          <a:p>
            <a:r>
              <a:rPr lang="fr-FR" smtClean="0"/>
              <a:t>	So rain, rain Rain down Your glory  
	5-  SUR NOUS, ENCORE  RÉPANDS TON ESPRIT  </a:t>
            </a:r>
          </a:p>
          <a:p>
            <a:r>
              <a:rPr lang="fr-FR" smtClean="0"/>
              <a:t>	On us, again Pour out Your Spirit and rain </a:t>
            </a:r>
          </a:p>
          <a:p>
            <a:endParaRPr lang="fr-FR" smtClean="0"/>
          </a:p>
          <a:p>
            <a:r>
              <a:rPr lang="fr-FR" smtClean="0"/>
              <a:t>Couplet 2 :
6-  LE SON DU CIEL REMPLI CE LIEU  </a:t>
            </a:r>
          </a:p>
          <a:p>
            <a:r>
              <a:rPr lang="fr-FR" smtClean="0"/>
              <a:t>The sound of heaven fills this place 
7-  QUAND NOUS CHERCHONS TA FACE  Ô DIEU  </a:t>
            </a:r>
          </a:p>
          <a:p>
            <a:r>
              <a:rPr lang="fr-FR" smtClean="0"/>
              <a:t>As we come and seek Your face
8-  RIEN N’EST COMPARABLE AU PÈRE  TOI LA RÉPONSE À NOS PRIÈRES  </a:t>
            </a:r>
          </a:p>
          <a:p>
            <a:r>
              <a:rPr lang="fr-FR" smtClean="0"/>
              <a:t>Nothing ever will compare You’re the answer to our prayer
9-  ET NOUS SOMMES PRÊTS  OUI NOUS SOMMES PRÊTS  x2 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
10-  PÈRE ARROSE-MOI  ET INONDE-MOI  </a:t>
            </a:r>
          </a:p>
          <a:p>
            <a:r>
              <a:rPr lang="fr-FR" smtClean="0"/>
              <a:t>Saturate me now Come and pour it out
11-  ESPRIT VERSES EN MOI TA GLOIRE ICI-BAS             x2</a:t>
            </a:r>
          </a:p>
          <a:p>
            <a:r>
              <a:rPr lang="fr-FR" smtClean="0"/>
              <a:t>Spirit move in power Rain Your glory down</a:t>
            </a:r>
          </a:p>
          <a:p>
            <a:r>
              <a:rPr lang="fr-FR" smtClean="0"/>
              <a:t>
12-  JE VEUX PLUS DE TOI  OUI PLUS DE TOI  </a:t>
            </a:r>
          </a:p>
          <a:p>
            <a:r>
              <a:rPr lang="fr-FR" smtClean="0"/>
              <a:t>Lord I’m craving more More than before 
13-  TU ES MON DÉSIR  VIENS ME REMPLIR </a:t>
            </a:r>
          </a:p>
          <a:p>
            <a:r>
              <a:rPr lang="fr-FR" smtClean="0"/>
              <a:t>You are all I want All I’m longing for
14-  SAINT ESPRIT DESCENDS  DESCENDS MAINTENANT  </a:t>
            </a:r>
          </a:p>
          <a:p>
            <a:r>
              <a:rPr lang="fr-FR" smtClean="0"/>
              <a:t>Holy Spirit rain On my heart again
15-  CAR JE SUIS PRÊT  OUI JE SUIS PRÊT                         x2</a:t>
            </a:r>
          </a:p>
          <a:p>
            <a:r>
              <a:rPr lang="fr-FR" smtClean="0"/>
              <a:t>Lord I’m ready  Lord I’m ready</a:t>
            </a:r>
          </a:p>
          <a:p>
            <a:endParaRPr lang="fr-FR" smtClean="0"/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xxxxxxxx</a:t>
            </a:r>
          </a:p>
          <a:p>
            <a:r>
              <a:rPr lang="fr-FR" smtClean="0"/>
              <a:t>16 - OUI NOUS SOMMES PRÊTS   x3</a:t>
            </a:r>
          </a:p>
          <a:p>
            <a:r>
              <a:rPr lang="fr-FR" smtClean="0"/>
              <a:t>And we're ready Lord We're ready And we're ready Lord We're ready</a:t>
            </a:r>
          </a:p>
          <a:p>
            <a:r>
              <a:rPr lang="fr-FR" smtClean="0"/>
              <a:t>17 - RÉPANDS TON ESPRIT  x2</a:t>
            </a:r>
          </a:p>
          <a:p>
            <a:r>
              <a:rPr lang="fr-FR" smtClean="0"/>
              <a:t>Pour it out Pour it out</a:t>
            </a:r>
          </a:p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21885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RESSENS DANS L’ATMOSPHÈRE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S’APPROCHER LA GLOIRE DU PÈRE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487515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FOI INONDE L’AIR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PUISSANCE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PARCOURT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TERRE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7717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SOMMES PRÊTS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PRÊTS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9219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VIENNE LA PLUIE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GLOIRE SUR NOS VIES </a:t>
            </a:r>
          </a:p>
        </p:txBody>
      </p:sp>
    </p:spTree>
    <p:extLst>
      <p:ext uri="{BB962C8B-B14F-4D97-AF65-F5344CB8AC3E}">
        <p14:creationId xmlns:p14="http://schemas.microsoft.com/office/powerpoint/2010/main" val="1731447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NOUS, ENCORE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RÉPANDS TON ESPRIT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7074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SON DU CIEL REMPLI CE LIEU </a:t>
            </a:r>
          </a:p>
        </p:txBody>
      </p:sp>
    </p:spTree>
    <p:extLst>
      <p:ext uri="{BB962C8B-B14F-4D97-AF65-F5344CB8AC3E}">
        <p14:creationId xmlns:p14="http://schemas.microsoft.com/office/powerpoint/2010/main" val="3972120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CHERCHONS TA FACE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DIEU </a:t>
            </a:r>
          </a:p>
        </p:txBody>
      </p:sp>
    </p:spTree>
    <p:extLst>
      <p:ext uri="{BB962C8B-B14F-4D97-AF65-F5344CB8AC3E}">
        <p14:creationId xmlns:p14="http://schemas.microsoft.com/office/powerpoint/2010/main" val="339064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N’EST COMPARABLE AU PÈRE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 LA RÉPONSE À NOS PRIÈRES </a:t>
            </a:r>
          </a:p>
        </p:txBody>
      </p:sp>
    </p:spTree>
    <p:extLst>
      <p:ext uri="{BB962C8B-B14F-4D97-AF65-F5344CB8AC3E}">
        <p14:creationId xmlns:p14="http://schemas.microsoft.com/office/powerpoint/2010/main" val="3249182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SOMMES PRÊTS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PRÊTS </a:t>
            </a:r>
          </a:p>
        </p:txBody>
      </p:sp>
    </p:spTree>
    <p:extLst>
      <p:ext uri="{BB962C8B-B14F-4D97-AF65-F5344CB8AC3E}">
        <p14:creationId xmlns:p14="http://schemas.microsoft.com/office/powerpoint/2010/main" val="2998310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PÈRE,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ARROSE-MOI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INONDE-MOI </a:t>
            </a:r>
          </a:p>
        </p:txBody>
      </p:sp>
    </p:spTree>
    <p:extLst>
      <p:ext uri="{BB962C8B-B14F-4D97-AF65-F5344CB8AC3E}">
        <p14:creationId xmlns:p14="http://schemas.microsoft.com/office/powerpoint/2010/main" val="113206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ESPRIT,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VERSES EN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GLOIRE ICI-BAS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72635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PLUS DE TOI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PLUS DE TOI </a:t>
            </a:r>
          </a:p>
        </p:txBody>
      </p:sp>
    </p:spTree>
    <p:extLst>
      <p:ext uri="{BB962C8B-B14F-4D97-AF65-F5344CB8AC3E}">
        <p14:creationId xmlns:p14="http://schemas.microsoft.com/office/powerpoint/2010/main" val="1169779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MON DÉSIR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ME REMPLIR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657762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SAINT-ESPRIT,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DESCENDS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DESCENDS MAINTENANT </a:t>
            </a:r>
          </a:p>
        </p:txBody>
      </p:sp>
    </p:spTree>
    <p:extLst>
      <p:ext uri="{BB962C8B-B14F-4D97-AF65-F5344CB8AC3E}">
        <p14:creationId xmlns:p14="http://schemas.microsoft.com/office/powerpoint/2010/main" val="1732274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JE SUIS PRÊT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JE SUIS PRÊT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4548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PRÊTS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45934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RÉPANDS TON ESPRIT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74716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1771</TotalTime>
  <Words>943</Words>
  <Application>Microsoft Office PowerPoint</Application>
  <PresentationFormat>Affichage à l'écran (4:3)</PresentationFormat>
  <Paragraphs>1187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179</cp:revision>
  <dcterms:created xsi:type="dcterms:W3CDTF">2002-08-17T10:50:50Z</dcterms:created>
  <dcterms:modified xsi:type="dcterms:W3CDTF">2022-05-28T13:07:32Z</dcterms:modified>
</cp:coreProperties>
</file>