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08" r:id="rId2"/>
    <p:sldId id="322" r:id="rId3"/>
    <p:sldId id="321" r:id="rId4"/>
    <p:sldId id="325" r:id="rId5"/>
    <p:sldId id="320" r:id="rId6"/>
    <p:sldId id="319" r:id="rId7"/>
    <p:sldId id="318" r:id="rId8"/>
    <p:sldId id="317" r:id="rId9"/>
    <p:sldId id="316" r:id="rId10"/>
    <p:sldId id="315" r:id="rId11"/>
    <p:sldId id="327" r:id="rId12"/>
    <p:sldId id="314" r:id="rId13"/>
    <p:sldId id="313" r:id="rId14"/>
    <p:sldId id="312" r:id="rId15"/>
    <p:sldId id="328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38698" autoAdjust="0"/>
  </p:normalViewPr>
  <p:slideViewPr>
    <p:cSldViewPr>
      <p:cViewPr varScale="1">
        <p:scale>
          <a:sx n="36" d="100"/>
          <a:sy n="36" d="100"/>
        </p:scale>
        <p:origin x="-39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54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4606479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lifting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Lifting up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Kingdom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atmosphere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breakthrough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right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wanna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place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Cause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earth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agree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power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Spirit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falls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There are miracles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Kingdom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atmosphere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breakthrough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right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freedom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walls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down Right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earth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earth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483692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232637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3189980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542305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873298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642346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280840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641094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3197997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998768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034133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752656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4182838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17145958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TU ES LÀ, QUAND TON NOM EST ÉLEVÉ TON NOM EST ÉLEVÉ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lifting up Your name Lifting up Your name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TU ES LÀ, QUAND NOUS VENONS TE LOUER, VENONS TE LOUER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we're giving You the praise Giving You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4-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breakthrough,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5-  OÙ TU ES, C’EST LÀ OÙ JE VEUX ÊTRE DANS TA PRÉSENCE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where You are is where I wanna be In Your presence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6-  AUCUN AUTRE LIEU OÙ JE VEUX VIVRE AVEC TOI,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no place that I would rather be Cause with You,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7- 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It's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TU ES LÀ, QUAND NOUS SOMMES EN ACCORD LIBÉRANT TA PUISSANCE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we all agree Your power is released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9-  TU ES LÀ, QUAND TON ESPRIT DESCEND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are here As Your Spirit falls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10-  LE ROYAUME DE DIEU EST LIBÉRÉ DANS L’ATMOSPHÈRE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Kingdom of God is released in this atmosphere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LIBERTÉ ET PERCÉE EN CE LIEU OÙ TU OPÈRES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freedom and breakthrough And victory are right here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12-  AVEC TOI, VIENT LA LIBERTÉ JE PEUX LA VOIR ÉCLATER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Wherever You are is freedom I can feel it breaking out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13-  TOUS LES MURS S’EFFONDRER MAINTENANT, JÉSUS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walls are coming down Right now, Jesus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14-  C’EST LE CIEL SUR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15-  C’EST LE CIEL SUR LA TERRE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heaven on earth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  X3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COUPLET1</a:t>
            </a:r>
          </a:p>
          <a:p>
            <a:r>
              <a:rPr lang="fr-FR" smtClean="0"/>
              <a:t>1-  TU ES LÀ, QUAND TON NOM EST ÉLEVÉ TON NOM EST ÉLEVÉ </a:t>
            </a:r>
          </a:p>
          <a:p>
            <a:r>
              <a:rPr lang="fr-FR" smtClean="0"/>
              <a:t>You are here As we're lifting up Your name Lifting up Your name</a:t>
            </a:r>
          </a:p>
          <a:p>
            <a:r>
              <a:rPr lang="fr-FR" smtClean="0"/>
              <a:t>
2-  TU ES LÀ, QUAND NOUS VENONS TE LOUER, VENONS TE LOUER </a:t>
            </a:r>
          </a:p>
          <a:p>
            <a:r>
              <a:rPr lang="fr-FR" smtClean="0"/>
              <a:t>You are here As we're giving You the praise Giving You the praise</a:t>
            </a:r>
          </a:p>
          <a:p>
            <a:r>
              <a:rPr lang="fr-FR" smtClean="0"/>
              <a:t>
3-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4-  LIBERTÉ ET PERCÉE EN CE LIEU OÙ TU OPÈRES </a:t>
            </a:r>
          </a:p>
          <a:p>
            <a:r>
              <a:rPr lang="fr-FR" smtClean="0"/>
              <a:t>Where freedom and breakthrough, and victory are right here</a:t>
            </a:r>
          </a:p>
          <a:p>
            <a:endParaRPr lang="fr-FR" smtClean="0"/>
          </a:p>
          <a:p>
            <a:r>
              <a:rPr lang="fr-FR" smtClean="0"/>
              <a:t>	REFRAIN
	5-  OÙ TU ES, C’EST LÀ OÙ JE VEUX ÊTRE DANS TA PRÉSENCE </a:t>
            </a:r>
          </a:p>
          <a:p>
            <a:r>
              <a:rPr lang="fr-FR" smtClean="0"/>
              <a:t>'Cause where You are is where I wanna be In Your presence</a:t>
            </a:r>
          </a:p>
          <a:p>
            <a:r>
              <a:rPr lang="fr-FR" smtClean="0"/>
              <a:t>
	6-  AUCUN AUTRE LIEU OÙ JE VEUX VIVRE AVEC TOI, JÉSUS </a:t>
            </a:r>
          </a:p>
          <a:p>
            <a:r>
              <a:rPr lang="fr-FR" smtClean="0"/>
              <a:t>There's no place that I would rather be Cause with You, Jesus</a:t>
            </a:r>
          </a:p>
          <a:p>
            <a:r>
              <a:rPr lang="fr-FR" smtClean="0"/>
              <a:t>
	7-  LE CIEL SUR LA TERRE  X4</a:t>
            </a:r>
          </a:p>
          <a:p>
            <a:r>
              <a:rPr lang="fr-FR" smtClean="0"/>
              <a:t>	It's heaven on earth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8-  TU ES LÀ, QUAND NOUS SOMMES EN ACCORD LIBÉRANT TA PUISSANCE </a:t>
            </a:r>
          </a:p>
          <a:p>
            <a:r>
              <a:rPr lang="fr-FR" smtClean="0"/>
              <a:t>You are here As we all agree Your power is released</a:t>
            </a:r>
          </a:p>
          <a:p>
            <a:r>
              <a:rPr lang="fr-FR" smtClean="0"/>
              <a:t>
9-  TU ES LÀ, QUAND TON ESPRIT DESCEND IL Y A DES MIRACLES </a:t>
            </a:r>
          </a:p>
          <a:p>
            <a:r>
              <a:rPr lang="fr-FR" smtClean="0"/>
              <a:t>You are here As Your Spirit falls There are miracles</a:t>
            </a:r>
          </a:p>
          <a:p>
            <a:endParaRPr lang="fr-FR" smtClean="0"/>
          </a:p>
          <a:p>
            <a:r>
              <a:rPr lang="fr-FR" smtClean="0"/>
              <a:t>10-  LE ROYAUME DE DIEU EST LIBÉRÉ DANS L’ATMOSPHÈRE </a:t>
            </a:r>
          </a:p>
          <a:p>
            <a:r>
              <a:rPr lang="fr-FR" smtClean="0"/>
              <a:t>The Kingdom of God is released in this atmosphere</a:t>
            </a:r>
          </a:p>
          <a:p>
            <a:r>
              <a:rPr lang="fr-FR" smtClean="0"/>
              <a:t>
11-  LIBERTÉ ET PERCÉE EN CE LIEU OÙ TU OPÈRES </a:t>
            </a:r>
          </a:p>
          <a:p>
            <a:r>
              <a:rPr lang="fr-FR" smtClean="0"/>
              <a:t>Where freedom and breakthrough And victory are right here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PONT</a:t>
            </a:r>
          </a:p>
          <a:p>
            <a:r>
              <a:rPr lang="fr-FR" smtClean="0"/>
              <a:t>12-  AVEC TOI, VIENT LA LIBERTÉ JE PEUX LA VOIR ÉCLATER</a:t>
            </a:r>
          </a:p>
          <a:p>
            <a:r>
              <a:rPr lang="fr-FR" smtClean="0"/>
              <a:t>Wherever You are is freedom I can feel it breaking out</a:t>
            </a:r>
          </a:p>
          <a:p>
            <a:r>
              <a:rPr lang="fr-FR" smtClean="0"/>
              <a:t> 
13-  TOUS LES MURS S’EFFONDRER MAINTENANT, JÉSUS </a:t>
            </a:r>
          </a:p>
          <a:p>
            <a:r>
              <a:rPr lang="fr-FR" smtClean="0"/>
              <a:t>The walls are coming down Right now, Jesus</a:t>
            </a:r>
          </a:p>
          <a:p>
            <a:r>
              <a:rPr lang="fr-FR" smtClean="0"/>
              <a:t>
14-  C’EST LE CIEL SUR LA TERRE </a:t>
            </a:r>
          </a:p>
          <a:p>
            <a:r>
              <a:rPr lang="fr-FR" smtClean="0"/>
              <a:t>X2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
15-  C’EST LE CIEL SUR LA TERRE  X4</a:t>
            </a:r>
          </a:p>
          <a:p>
            <a:r>
              <a:rPr lang="fr-FR" smtClean="0"/>
              <a:t>This is heaven on earth</a:t>
            </a:r>
          </a:p>
          <a:p>
            <a:endParaRPr lang="fr-FR" smtClean="0"/>
          </a:p>
          <a:p>
            <a:r>
              <a:rPr lang="fr-FR" smtClean="0"/>
              <a:t>	REFRAIN   X3
</a:t>
            </a:r>
            <a:endParaRPr lang="fr-FR" smtClean="0"/>
          </a:p>
        </p:txBody>
      </p:sp>
    </p:spTree>
    <p:extLst>
      <p:ext uri="{BB962C8B-B14F-4D97-AF65-F5344CB8AC3E}">
        <p14:creationId xmlns="" xmlns:p14="http://schemas.microsoft.com/office/powerpoint/2010/main" val="2581376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LÀ, QUAND TON NOM EST ÉLEVÉ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 EST ÉLEVÉ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7604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LÀ, QUAND NOUS VENONS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LOUER, VENONS TE LOUER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4511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ROYAUME DE DIEU EST LIBÉRÉ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L’ATMOSPHÈRE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17404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LIBERTÉ ET PERCÉE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CE LIEU OÙ TU OPÈRES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4868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TU ES, C’EST LÀ OÙ JE VEUX ÊTRE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TA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72613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 AUTRE LIEU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JE VEUX VIVRE AVEC TOI,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4927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CIEL SUR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7024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LÀ, QUAND NOUS SOMMES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ACCORD, LIBÉRANT TA PUISSANCE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35018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LÀ, QUAND TON ESPRIT DESCEND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DES MIRACLES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5993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ROYAUME DE DIEU EST LIBÉRÉ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L’ATMOSPHÈRE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70889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LIBERTÉ ET PERCÉE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CE LIEU OÙ TU OPÈRES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30000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TOI, VIENT LA LIBERTÉ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LA VOIR ÉCLATER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83364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LES MURS S’EFFONDRER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MAINTENANT,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9963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LE CIEL SUR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4381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LE CIEL SUR LA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0452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985</Words>
  <Application>Microsoft Office PowerPoint</Application>
  <PresentationFormat>Affichage à l'écran (4:3)</PresentationFormat>
  <Paragraphs>1317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203</cp:revision>
  <dcterms:created xsi:type="dcterms:W3CDTF">2002-08-17T10:50:50Z</dcterms:created>
  <dcterms:modified xsi:type="dcterms:W3CDTF">2019-05-26T07:43:09Z</dcterms:modified>
</cp:coreProperties>
</file>