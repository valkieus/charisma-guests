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92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26997" autoAdjust="0"/>
  </p:normalViewPr>
  <p:slideViewPr>
    <p:cSldViewPr>
      <p:cViewPr varScale="1">
        <p:scale>
          <a:sx n="18" d="100"/>
          <a:sy n="18" d="100"/>
        </p:scale>
        <p:origin x="27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 the top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lungs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TOUS ENSEMBLES, NOUS VOULONS CRIER SUR TOUS LES TOITS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Lord for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
	4-  VERS TOI, NOUS CHANTONS TOUT NOTRE AMOUR SEIGNEUR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best time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RENCONTRER TON AMOUR À NOUVEAU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QUAND NOUS DÉCLARONS  TES LOUANGES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alive
	8-  NOS CŒURS REPRENNENT VIE  À NOUVEAU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	10-  QUAND NOUS DÉCLARONS  TES LOUANGES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collide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
12-  PRÈS DE TOI, NOUS DÉSIRONS  VIVRE POUR TOUJOURS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set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Just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time,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place,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to lift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now, we're turning our, turning our hearts to You
	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13-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	Pré-Refrain :
	3-  VERS TOI, MAINTENANT NOUS VOULONS TOURNER NOS CŒURS </a:t>
            </a:r>
          </a:p>
          <a:p>
            <a:r>
              <a:rPr lang="fr-FR" smtClean="0"/>
              <a:t>	And now, we're turning our, turning our hearts to You
	4-  VERS TOI, NOUS CHANTONS TOUT NOTRE AMOUR SEIGNEUR  </a:t>
            </a:r>
          </a:p>
          <a:p>
            <a:r>
              <a:rPr lang="fr-FR" smtClean="0"/>
              <a:t>	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
	6-  RENCONTRER TON AMOUR À NOUVEAU </a:t>
            </a:r>
          </a:p>
          <a:p>
            <a:r>
              <a:rPr lang="fr-FR" smtClean="0"/>
              <a:t>	As we encounter Your love again
	7-  QUAND NOUS DÉCLARONS  TES LOUANGES  </a:t>
            </a:r>
          </a:p>
          <a:p>
            <a:r>
              <a:rPr lang="fr-FR" smtClean="0"/>
              <a:t>	Here with You our hearts will come alive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	Pré-Refrain :
</a:t>
            </a:r>
          </a:p>
          <a:p>
            <a:r>
              <a:rPr lang="fr-FR" smtClean="0"/>
              <a:t>	Refrain :
	</a:t>
            </a:r>
          </a:p>
          <a:p>
            <a:r>
              <a:rPr lang="fr-FR" smtClean="0"/>
              <a:t>Pont :
13-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	Refrain :  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AUJOURD’HUI, MAINTENANT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LEVONS BIEN HAUT NOS VOIX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ENSEMBLES, NOUS VOULONS CRIER SUR TOUS LES TOITS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MAINTENANT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TOURNER NOS CŒURS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NOUS CHANTONS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NOTRE AMOUR SEIGNEUR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NON, IL N’Y A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PLUS BEAU MOMENT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RENCONTRER TON AMOUR À NOUVEAU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DÉCLARONS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LOUANGES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REPRENNENT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NOUVEAU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DÉCLARONS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LOUANGES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VOULONS, PLUS ENCORE CÉLÉBRER TON AMOUR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PRÈS DE TOI, NOUS DÉSIRONS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VIVRE POUR TOUJOURS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L’INSTANT, C’EST LE MOMENT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ÉLEVER BIEN HAUT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</TotalTime>
  <Words>726</Words>
  <Application>Microsoft Office PowerPoint</Application>
  <PresentationFormat>Affichage à l'écran (4:3)</PresentationFormat>
  <Paragraphs>698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191</cp:revision>
  <dcterms:created xsi:type="dcterms:W3CDTF">2002-08-17T10:50:50Z</dcterms:created>
  <dcterms:modified xsi:type="dcterms:W3CDTF">2022-05-28T10:58:45Z</dcterms:modified>
</cp:coreProperties>
</file>