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86" r:id="rId2"/>
    <p:sldId id="302" r:id="rId3"/>
    <p:sldId id="303" r:id="rId4"/>
    <p:sldId id="301" r:id="rId5"/>
    <p:sldId id="300" r:id="rId6"/>
    <p:sldId id="304" r:id="rId7"/>
    <p:sldId id="299" r:id="rId8"/>
    <p:sldId id="298" r:id="rId9"/>
    <p:sldId id="297" r:id="rId10"/>
    <p:sldId id="305" r:id="rId11"/>
    <p:sldId id="296" r:id="rId12"/>
    <p:sldId id="295" r:id="rId13"/>
    <p:sldId id="306" r:id="rId14"/>
    <p:sldId id="293" r:id="rId15"/>
    <p:sldId id="292" r:id="rId16"/>
    <p:sldId id="291" r:id="rId17"/>
    <p:sldId id="290" r:id="rId18"/>
    <p:sldId id="289" r:id="rId19"/>
    <p:sldId id="307" r:id="rId20"/>
    <p:sldId id="308" r:id="rId2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3600" autoAdjust="0"/>
    <p:restoredTop sz="38698" autoAdjust="0"/>
  </p:normalViewPr>
  <p:slideViewPr>
    <p:cSldViewPr>
      <p:cViewPr varScale="1">
        <p:scale>
          <a:sx n="25" d="100"/>
          <a:sy n="25" d="100"/>
        </p:scale>
        <p:origin x="-7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26/05/2019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34606479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SUFFIT D'UN SEUL INSTANT UN SEUL TOUCHER DE TOI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All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takes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one moment,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touch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J'ABANDONNE TOUTE DISTRACTION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I put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aside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all distractions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JE SUIS LÀ POUR TOI RIEN QUE POUR TOI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I came for You, I came for You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J'AI BESOIN PLUS QUE JAMAIS D'ÊTRE COMBLÉ PAR TOI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 more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Nothing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else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satisfies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TOUTE MA VIE, JE TE SOUMETS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All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life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surrender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JE VIS POUR TOI, JE VIS POUR TOI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live for You,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live for You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7-  JE SUIS LÀ POUR TOI JE SUIS LÀ POUR TOI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I came for You, I came for You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1
	8-  Ô BIENVENUE, CHER SAINT-ESPRIT MANIFESTE-TOI ICI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Holy Spirit, You are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welcome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Come and move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upon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place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9-  NOUS DÉSIRONS À NOUVEAU TE RENCONTRER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encounter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once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again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VIENS SAINT-ESPRIT VIENS SAINT-ESPRIT  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Holy Spirit, Holy Spirit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MON CŒUR EST OUVERT ENFIN ET JE SUIS PRÊT POUR TOI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open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You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12-  JÉSUS, EMMÈNE-MOI PLUS LOIN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take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deeper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13-  JE SUIS LÀ POUR TOI RIEN QUE POUR TOI 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I came for You, I came for You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
	14-  Ô BIENVENUE, CHER SAINT-ESPRIT MANIFESTE-TOI ICI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Holy Spirit, You are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welcome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Come and move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upon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place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15-  NOUS DÉSIRONS À NOUVEAU TE RENCONTRER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encounter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once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again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16-  RÉPANDS TON FEU ET TA PUISSANCE POUR NOUS CHANGER À JAMAIS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 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release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power So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never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17-  NOUS DÉSIRONS À NOUVEAU TE RENCONTRER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encounter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once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again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	18-  PRENDS LA PLACE, OUI PRENDS TOUT RÉPANDS TON ESPRIT SUR NOUS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room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19-  FAIS CE QUE TU VOUDRAS SEIGNEUR NOUS SOMMES ICI POUR TOI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   Lord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have come for You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20-  VIENS SAINT-ESPRIT VIENS SAINT-ESPRIT  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IL SUFFIT D'UN SEUL INSTANT UN SEUL TOUCHER DE TOI</a:t>
            </a:r>
          </a:p>
          <a:p>
            <a:r>
              <a:rPr lang="fr-FR" smtClean="0"/>
              <a:t>     All it takes is one moment, And just one touch from You</a:t>
            </a:r>
          </a:p>
          <a:p>
            <a:r>
              <a:rPr lang="fr-FR" smtClean="0"/>
              <a:t>
2-  J'ABANDONNE TOUTE DISTRACTION</a:t>
            </a:r>
          </a:p>
          <a:p>
            <a:r>
              <a:rPr lang="fr-FR" smtClean="0"/>
              <a:t>     I put aside all distractions</a:t>
            </a:r>
          </a:p>
          <a:p>
            <a:r>
              <a:rPr lang="fr-FR" smtClean="0"/>
              <a:t>
3-  JE SUIS LÀ POUR TOI RIEN QUE POUR TOI</a:t>
            </a:r>
          </a:p>
          <a:p>
            <a:r>
              <a:rPr lang="fr-FR" smtClean="0"/>
              <a:t>      I came for You, I came for You</a:t>
            </a:r>
          </a:p>
          <a:p>
            <a:r>
              <a:rPr lang="fr-FR" smtClean="0"/>
              <a:t>
4-  J'AI BESOIN PLUS QUE JAMAIS D'ÊTRE COMBLÉ PAR TOI </a:t>
            </a:r>
          </a:p>
          <a:p>
            <a:r>
              <a:rPr lang="fr-FR" smtClean="0"/>
              <a:t>       I need You more than ever Nothing else satisfies</a:t>
            </a:r>
          </a:p>
          <a:p>
            <a:r>
              <a:rPr lang="fr-FR" smtClean="0"/>
              <a:t>
5-  TOUTE MA VIE, JE TE SOUMETS </a:t>
            </a:r>
          </a:p>
          <a:p>
            <a:r>
              <a:rPr lang="fr-FR" smtClean="0"/>
              <a:t>      All my life I surrender</a:t>
            </a:r>
          </a:p>
          <a:p>
            <a:r>
              <a:rPr lang="fr-FR" smtClean="0"/>
              <a:t>
6-  JE VIS POUR TOI, JE VIS POUR TOI</a:t>
            </a:r>
          </a:p>
          <a:p>
            <a:r>
              <a:rPr lang="fr-FR" smtClean="0"/>
              <a:t>     I'll live for You, I'll live for You</a:t>
            </a:r>
          </a:p>
          <a:p>
            <a:r>
              <a:rPr lang="fr-FR" smtClean="0"/>
              <a:t>
7-  JE SUIS LÀ POUR TOI JE SUIS LÀ POUR TOI</a:t>
            </a:r>
          </a:p>
          <a:p>
            <a:r>
              <a:rPr lang="fr-FR" smtClean="0"/>
              <a:t>      I came for You, I came for You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1
	8-  Ô BIENVENUE, CHER SAINT-ESPRIT MANIFESTE-TOI ICI </a:t>
            </a:r>
          </a:p>
          <a:p>
            <a:r>
              <a:rPr lang="fr-FR" smtClean="0"/>
              <a:t>                              Holy Spirit, You are welcome Come and move upon this place</a:t>
            </a:r>
          </a:p>
          <a:p>
            <a:r>
              <a:rPr lang="fr-FR" smtClean="0"/>
              <a:t>
	9-  NOUS DÉSIRONS À NOUVEAU TE RENCONTRER </a:t>
            </a:r>
          </a:p>
          <a:p>
            <a:r>
              <a:rPr lang="fr-FR" smtClean="0"/>
              <a:t>                             We desire an encounter once again</a:t>
            </a:r>
          </a:p>
          <a:p>
            <a:r>
              <a:rPr lang="fr-FR" smtClean="0"/>
              <a:t>
	10-  VIENS SAINT-ESPRIT VIENS SAINT-ESPRIT     x2</a:t>
            </a:r>
          </a:p>
          <a:p>
            <a:r>
              <a:rPr lang="fr-FR" smtClean="0"/>
              <a:t>                                Holy Spirit, Holy Spirit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COUPLET 2</a:t>
            </a:r>
          </a:p>
          <a:p>
            <a:r>
              <a:rPr lang="fr-FR" smtClean="0"/>
              <a:t>11-  MON CŒUR EST OUVERT ENFIN ET JE SUIS PRÊT POUR TOI </a:t>
            </a:r>
          </a:p>
          <a:p>
            <a:r>
              <a:rPr lang="fr-FR" smtClean="0"/>
              <a:t>        Now that my heart is open I am ready for You</a:t>
            </a:r>
          </a:p>
          <a:p>
            <a:r>
              <a:rPr lang="fr-FR" smtClean="0"/>
              <a:t>
12-  JÉSUS, EMMÈNE-MOI PLUS LOIN </a:t>
            </a:r>
          </a:p>
          <a:p>
            <a:r>
              <a:rPr lang="fr-FR" smtClean="0"/>
              <a:t>       Jesus, take me deeper</a:t>
            </a:r>
          </a:p>
          <a:p>
            <a:r>
              <a:rPr lang="fr-FR" smtClean="0"/>
              <a:t>
13-  JE SUIS LÀ POUR TOI RIEN QUE POUR TOI    x2</a:t>
            </a:r>
          </a:p>
          <a:p>
            <a:r>
              <a:rPr lang="fr-FR" smtClean="0"/>
              <a:t>        I came for You, I came for You</a:t>
            </a:r>
          </a:p>
          <a:p>
            <a:endParaRPr lang="fr-FR" smtClean="0"/>
          </a:p>
          <a:p>
            <a:r>
              <a:rPr lang="fr-FR" smtClean="0"/>
              <a:t>	REFRAIN 2
	14-  Ô BIENVENUE, CHER SAINT-ESPRIT MANIFESTE-TOI ICI </a:t>
            </a:r>
          </a:p>
          <a:p>
            <a:r>
              <a:rPr lang="fr-FR" smtClean="0"/>
              <a:t>                                Holy Spirit, You are welcome Come and move upon this place</a:t>
            </a:r>
          </a:p>
          <a:p>
            <a:r>
              <a:rPr lang="fr-FR" smtClean="0"/>
              <a:t>
	15-  NOUS DÉSIRONS À NOUVEAU TE RENCONTRER </a:t>
            </a:r>
          </a:p>
          <a:p>
            <a:r>
              <a:rPr lang="fr-FR" smtClean="0"/>
              <a:t>                                We desire an encounter once again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16-  RÉPANDS TON FEU ET TA PUISSANCE POUR NOUS CHANGER À JAMAIS </a:t>
            </a:r>
          </a:p>
          <a:p>
            <a:r>
              <a:rPr lang="fr-FR" smtClean="0"/>
              <a:t>	        Send your fire, release Your power So we'll never be the same</a:t>
            </a:r>
          </a:p>
          <a:p>
            <a:r>
              <a:rPr lang="fr-FR" smtClean="0"/>
              <a:t>
	17-  NOUS DÉSIRONS À NOUVEAU TE RENCONTRER </a:t>
            </a:r>
          </a:p>
          <a:p>
            <a:r>
              <a:rPr lang="fr-FR" smtClean="0"/>
              <a:t>                               We desire an encounter once again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PONT
	18-  PRENDS LA PLACE, OUI PRENDS TOUT RÉPANDS TON ESPRIT SUR NOUS </a:t>
            </a:r>
          </a:p>
          <a:p>
            <a:r>
              <a:rPr lang="fr-FR" smtClean="0"/>
              <a:t>	       We make way, we make room</a:t>
            </a:r>
          </a:p>
          <a:p>
            <a:r>
              <a:rPr lang="fr-FR" smtClean="0"/>
              <a:t>
	19-  FAIS CE QUE TU VOUDRAS SEIGNEUR NOUS SOMMES ICI POUR TOI </a:t>
            </a:r>
          </a:p>
          <a:p>
            <a:r>
              <a:rPr lang="fr-FR" smtClean="0"/>
              <a:t>	        Lord we have come for You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2</a:t>
            </a:r>
          </a:p>
          <a:p>
            <a:r>
              <a:rPr lang="fr-FR" smtClean="0"/>
              <a:t>
	20-  VIENS SAINT-ESPRIT VIENS SAINT-ESPRIT  </a:t>
            </a:r>
          </a:p>
          <a:p>
            <a:endParaRPr lang="fr-FR" smtClean="0"/>
          </a:p>
          <a:p>
            <a:r>
              <a:rPr lang="fr-FR" smtClean="0"/>
              <a:t>	PONT
</a:t>
            </a:r>
          </a:p>
        </p:txBody>
      </p:sp>
    </p:spTree>
    <p:extLst>
      <p:ext uri="{BB962C8B-B14F-4D97-AF65-F5344CB8AC3E}">
        <p14:creationId xmlns:p14="http://schemas.microsoft.com/office/powerpoint/2010/main" xmlns="" val="41501699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SUFFIT D'UN SEUL INSTANT UN SEUL TOUCHER DE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All it takes is one moment, And just one touch from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J'ABANDONNE TOUTE DISTRACTION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I put aside all distractions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JE SUIS LÀ POUR TOI RIEN QUE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I came for You, I came for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J'AI BESOIN PLUS QUE JAMAIS D'ÊTRE COMBLÉ PAR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I need You more than ever Nothing else satisfies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TOUTE MA VIE, JE TE SOUMETS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All my life I surrender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JE VIS POUR TOI, JE VIS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I'll live for You, I'll live for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7-  JE SUIS LÀ POUR TOI JE SUIS LÀ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1
	8-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Holy Spirit, You are welcome Come and move upon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9-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We desire an encounter once again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VIENS SAINT-ESPRIT VIENS SAINT-ESPRIT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Holy Spirit, Holy Spirit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MON CŒUR EST OUVERT ENFIN ET JE SUIS PRÊT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Now that my heart is open I am ready for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12-  JÉSUS, EMMÈNE-MOI PLUS LOIN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Jesus, take me deeper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13-  JE SUIS LÀ POUR TOI RIEN QUE POUR TOI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
	14-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Holy Spirit, You are welcome Come and move upon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15-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We desire an encounter once again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16-  RÉPANDS TON FEU ET TA PUISSANCE POUR NOUS CHANGER À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   Send your fire, release Your power So we'll never be the same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17-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We desire an encounter once again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	18-  PRENDS LA PLACE, OUI PRENDS TOUT RÉPANDS TON ESPRIT SUR NOUS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  We make way, we make room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19-  FAIS CE QUE TU VOUDRAS SEIGNEUR NOUS SOMMES ICI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   Lord we have come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20-  VIENS SAINT-ESPRIT VIENS SAINT-ESPRIT 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IL SUFFIT D'UN SEUL INSTANT UN SEUL TOUCHER DE TOI</a:t>
            </a:r>
          </a:p>
          <a:p>
            <a:r>
              <a:rPr lang="fr-FR" smtClean="0"/>
              <a:t>     All it takes is one moment, And just one touch from You</a:t>
            </a:r>
          </a:p>
          <a:p>
            <a:r>
              <a:rPr lang="fr-FR" smtClean="0"/>
              <a:t>
2-  J'ABANDONNE TOUTE DISTRACTION</a:t>
            </a:r>
          </a:p>
          <a:p>
            <a:r>
              <a:rPr lang="fr-FR" smtClean="0"/>
              <a:t>     I put aside all distractions</a:t>
            </a:r>
          </a:p>
          <a:p>
            <a:r>
              <a:rPr lang="fr-FR" smtClean="0"/>
              <a:t>
3-  JE SUIS LÀ POUR TOI RIEN QUE POUR TOI</a:t>
            </a:r>
          </a:p>
          <a:p>
            <a:r>
              <a:rPr lang="fr-FR" smtClean="0"/>
              <a:t>      I came for You, I came for You</a:t>
            </a:r>
          </a:p>
          <a:p>
            <a:r>
              <a:rPr lang="fr-FR" smtClean="0"/>
              <a:t>
4-  J'AI BESOIN PLUS QUE JAMAIS D'ÊTRE COMBLÉ PAR TOI </a:t>
            </a:r>
          </a:p>
          <a:p>
            <a:r>
              <a:rPr lang="fr-FR" smtClean="0"/>
              <a:t>       I need You more than ever Nothing else satisfies</a:t>
            </a:r>
          </a:p>
          <a:p>
            <a:r>
              <a:rPr lang="fr-FR" smtClean="0"/>
              <a:t>
5-  TOUTE MA VIE, JE TE SOUMETS </a:t>
            </a:r>
          </a:p>
          <a:p>
            <a:r>
              <a:rPr lang="fr-FR" smtClean="0"/>
              <a:t>      All my life I surrender</a:t>
            </a:r>
          </a:p>
          <a:p>
            <a:r>
              <a:rPr lang="fr-FR" smtClean="0"/>
              <a:t>
6-  JE VIS POUR TOI, JE VIS POUR TOI</a:t>
            </a:r>
          </a:p>
          <a:p>
            <a:r>
              <a:rPr lang="fr-FR" smtClean="0"/>
              <a:t>     I'll live for You, I'll live for You</a:t>
            </a:r>
          </a:p>
          <a:p>
            <a:r>
              <a:rPr lang="fr-FR" smtClean="0"/>
              <a:t>
7-  JE SUIS LÀ POUR TOI JE SUIS LÀ POUR TOI</a:t>
            </a:r>
          </a:p>
          <a:p>
            <a:r>
              <a:rPr lang="fr-FR" smtClean="0"/>
              <a:t>      I came for You, I came for You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1
	8-  Ô BIENVENUE, CHER SAINT-ESPRIT MANIFESTE-TOI ICI </a:t>
            </a:r>
          </a:p>
          <a:p>
            <a:r>
              <a:rPr lang="fr-FR" smtClean="0"/>
              <a:t>                              Holy Spirit, You are welcome Come and move upon this place</a:t>
            </a:r>
          </a:p>
          <a:p>
            <a:r>
              <a:rPr lang="fr-FR" smtClean="0"/>
              <a:t>
	9-  NOUS DÉSIRONS À NOUVEAU TE RENCONTRER </a:t>
            </a:r>
          </a:p>
          <a:p>
            <a:r>
              <a:rPr lang="fr-FR" smtClean="0"/>
              <a:t>                             We desire an encounter once again</a:t>
            </a:r>
          </a:p>
          <a:p>
            <a:r>
              <a:rPr lang="fr-FR" smtClean="0"/>
              <a:t>
	10-  VIENS SAINT-ESPRIT VIENS SAINT-ESPRIT     x2</a:t>
            </a:r>
          </a:p>
          <a:p>
            <a:r>
              <a:rPr lang="fr-FR" smtClean="0"/>
              <a:t>                                Holy Spirit, Holy Spirit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COUPLET 2</a:t>
            </a:r>
          </a:p>
          <a:p>
            <a:r>
              <a:rPr lang="fr-FR" smtClean="0"/>
              <a:t>11-  MON CŒUR EST OUVERT ENFIN ET JE SUIS PRÊT POUR TOI </a:t>
            </a:r>
          </a:p>
          <a:p>
            <a:r>
              <a:rPr lang="fr-FR" smtClean="0"/>
              <a:t>        Now that my heart is open I am ready for You</a:t>
            </a:r>
          </a:p>
          <a:p>
            <a:r>
              <a:rPr lang="fr-FR" smtClean="0"/>
              <a:t>
12-  JÉSUS, EMMÈNE-MOI PLUS LOIN </a:t>
            </a:r>
          </a:p>
          <a:p>
            <a:r>
              <a:rPr lang="fr-FR" smtClean="0"/>
              <a:t>       Jesus, take me deeper</a:t>
            </a:r>
          </a:p>
          <a:p>
            <a:r>
              <a:rPr lang="fr-FR" smtClean="0"/>
              <a:t>
13-  JE SUIS LÀ POUR TOI RIEN QUE POUR TOI    x2</a:t>
            </a:r>
          </a:p>
          <a:p>
            <a:r>
              <a:rPr lang="fr-FR" smtClean="0"/>
              <a:t>        I came for You, I came for You</a:t>
            </a:r>
          </a:p>
          <a:p>
            <a:endParaRPr lang="fr-FR" smtClean="0"/>
          </a:p>
          <a:p>
            <a:r>
              <a:rPr lang="fr-FR" smtClean="0"/>
              <a:t>	REFRAIN 2
	14-  Ô BIENVENUE, CHER SAINT-ESPRIT MANIFESTE-TOI ICI </a:t>
            </a:r>
          </a:p>
          <a:p>
            <a:r>
              <a:rPr lang="fr-FR" smtClean="0"/>
              <a:t>                                Holy Spirit, You are welcome Come and move upon this place</a:t>
            </a:r>
          </a:p>
          <a:p>
            <a:r>
              <a:rPr lang="fr-FR" smtClean="0"/>
              <a:t>
	15-  NOUS DÉSIRONS À NOUVEAU TE RENCONTRER </a:t>
            </a:r>
          </a:p>
          <a:p>
            <a:r>
              <a:rPr lang="fr-FR" smtClean="0"/>
              <a:t>                                We desire an encounter once again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16-  RÉPANDS TON FEU ET TA PUISSANCE POUR NOUS CHANGER À JAMAIS </a:t>
            </a:r>
          </a:p>
          <a:p>
            <a:r>
              <a:rPr lang="fr-FR" smtClean="0"/>
              <a:t>	        Send your fire, release Your power So we'll never be the same</a:t>
            </a:r>
          </a:p>
          <a:p>
            <a:r>
              <a:rPr lang="fr-FR" smtClean="0"/>
              <a:t>
	17-  NOUS DÉSIRONS À NOUVEAU TE RENCONTRER </a:t>
            </a:r>
          </a:p>
          <a:p>
            <a:r>
              <a:rPr lang="fr-FR" smtClean="0"/>
              <a:t>                               We desire an encounter once again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PONT
	18-  PRENDS LA PLACE, OUI PRENDS TOUT RÉPANDS TON ESPRIT SUR NOUS </a:t>
            </a:r>
          </a:p>
          <a:p>
            <a:r>
              <a:rPr lang="fr-FR" smtClean="0"/>
              <a:t>	       We make way, we make room</a:t>
            </a:r>
          </a:p>
          <a:p>
            <a:r>
              <a:rPr lang="fr-FR" smtClean="0"/>
              <a:t>
	19-  FAIS CE QUE TU VOUDRAS SEIGNEUR NOUS SOMMES ICI POUR TOI </a:t>
            </a:r>
          </a:p>
          <a:p>
            <a:r>
              <a:rPr lang="fr-FR" smtClean="0"/>
              <a:t>	        Lord we have come for You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2</a:t>
            </a:r>
          </a:p>
          <a:p>
            <a:r>
              <a:rPr lang="fr-FR" smtClean="0"/>
              <a:t>
	20-  VIENS SAINT-ESPRIT VIENS SAINT-ESPRIT  </a:t>
            </a:r>
          </a:p>
          <a:p>
            <a:endParaRPr lang="fr-FR" smtClean="0"/>
          </a:p>
          <a:p>
            <a:r>
              <a:rPr lang="fr-FR" smtClean="0"/>
              <a:t>	PONT
</a:t>
            </a:r>
          </a:p>
        </p:txBody>
      </p:sp>
    </p:spTree>
    <p:extLst>
      <p:ext uri="{BB962C8B-B14F-4D97-AF65-F5344CB8AC3E}">
        <p14:creationId xmlns:p14="http://schemas.microsoft.com/office/powerpoint/2010/main" xmlns="" val="36168448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SUFFIT D'UN SEUL INSTANT UN SEUL TOUCHER DE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All it takes is one moment, And just one touch from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J'ABANDONNE TOUTE DISTRACTION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I put aside all distractions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JE SUIS LÀ POUR TOI RIEN QUE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I came for You, I came for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J'AI BESOIN PLUS QUE JAMAIS D'ÊTRE COMBLÉ PAR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I need You more than ever Nothing else satisfies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TOUTE MA VIE, JE TE SOUMETS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All my life I surrender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JE VIS POUR TOI, JE VIS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I'll live for You, I'll live for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7-  JE SUIS LÀ POUR TOI JE SUIS LÀ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1
	8-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Holy Spirit, You are welcome Come and move upon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9-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We desire an encounter once again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VIENS SAINT-ESPRIT VIENS SAINT-ESPRIT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Holy Spirit, Holy Spirit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MON CŒUR EST OUVERT ENFIN ET JE SUIS PRÊT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Now that my heart is open I am ready for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12-  JÉSUS, EMMÈNE-MOI PLUS LOIN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Jesus, take me deeper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13-  JE SUIS LÀ POUR TOI RIEN QUE POUR TOI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
	14-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Holy Spirit, You are welcome Come and move upon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15-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We desire an encounter once again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16-  RÉPANDS TON FEU ET TA PUISSANCE POUR NOUS CHANGER À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   Send your fire, release Your power So we'll never be the same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17-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We desire an encounter once again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	18-  PRENDS LA PLACE, OUI PRENDS TOUT RÉPANDS TON ESPRIT SUR NOUS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  We make way, we make room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19-  FAIS CE QUE TU VOUDRAS SEIGNEUR NOUS SOMMES ICI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   Lord we have come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20-  VIENS SAINT-ESPRIT VIENS SAINT-ESPRIT 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IL SUFFIT D'UN SEUL INSTANT UN SEUL TOUCHER DE TOI</a:t>
            </a:r>
          </a:p>
          <a:p>
            <a:r>
              <a:rPr lang="fr-FR" smtClean="0"/>
              <a:t>     All it takes is one moment, And just one touch from You</a:t>
            </a:r>
          </a:p>
          <a:p>
            <a:r>
              <a:rPr lang="fr-FR" smtClean="0"/>
              <a:t>
2-  J'ABANDONNE TOUTE DISTRACTION</a:t>
            </a:r>
          </a:p>
          <a:p>
            <a:r>
              <a:rPr lang="fr-FR" smtClean="0"/>
              <a:t>     I put aside all distractions</a:t>
            </a:r>
          </a:p>
          <a:p>
            <a:r>
              <a:rPr lang="fr-FR" smtClean="0"/>
              <a:t>
3-  JE SUIS LÀ POUR TOI RIEN QUE POUR TOI</a:t>
            </a:r>
          </a:p>
          <a:p>
            <a:r>
              <a:rPr lang="fr-FR" smtClean="0"/>
              <a:t>      I came for You, I came for You</a:t>
            </a:r>
          </a:p>
          <a:p>
            <a:r>
              <a:rPr lang="fr-FR" smtClean="0"/>
              <a:t>
4-  J'AI BESOIN PLUS QUE JAMAIS D'ÊTRE COMBLÉ PAR TOI </a:t>
            </a:r>
          </a:p>
          <a:p>
            <a:r>
              <a:rPr lang="fr-FR" smtClean="0"/>
              <a:t>       I need You more than ever Nothing else satisfies</a:t>
            </a:r>
          </a:p>
          <a:p>
            <a:r>
              <a:rPr lang="fr-FR" smtClean="0"/>
              <a:t>
5-  TOUTE MA VIE, JE TE SOUMETS </a:t>
            </a:r>
          </a:p>
          <a:p>
            <a:r>
              <a:rPr lang="fr-FR" smtClean="0"/>
              <a:t>      All my life I surrender</a:t>
            </a:r>
          </a:p>
          <a:p>
            <a:r>
              <a:rPr lang="fr-FR" smtClean="0"/>
              <a:t>
6-  JE VIS POUR TOI, JE VIS POUR TOI</a:t>
            </a:r>
          </a:p>
          <a:p>
            <a:r>
              <a:rPr lang="fr-FR" smtClean="0"/>
              <a:t>     I'll live for You, I'll live for You</a:t>
            </a:r>
          </a:p>
          <a:p>
            <a:r>
              <a:rPr lang="fr-FR" smtClean="0"/>
              <a:t>
7-  JE SUIS LÀ POUR TOI JE SUIS LÀ POUR TOI</a:t>
            </a:r>
          </a:p>
          <a:p>
            <a:r>
              <a:rPr lang="fr-FR" smtClean="0"/>
              <a:t>      I came for You, I came for You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1
	8-  Ô BIENVENUE, CHER SAINT-ESPRIT MANIFESTE-TOI ICI </a:t>
            </a:r>
          </a:p>
          <a:p>
            <a:r>
              <a:rPr lang="fr-FR" smtClean="0"/>
              <a:t>                              Holy Spirit, You are welcome Come and move upon this place</a:t>
            </a:r>
          </a:p>
          <a:p>
            <a:r>
              <a:rPr lang="fr-FR" smtClean="0"/>
              <a:t>
	9-  NOUS DÉSIRONS À NOUVEAU TE RENCONTRER </a:t>
            </a:r>
          </a:p>
          <a:p>
            <a:r>
              <a:rPr lang="fr-FR" smtClean="0"/>
              <a:t>                             We desire an encounter once again</a:t>
            </a:r>
          </a:p>
          <a:p>
            <a:r>
              <a:rPr lang="fr-FR" smtClean="0"/>
              <a:t>
	10-  VIENS SAINT-ESPRIT VIENS SAINT-ESPRIT     x2</a:t>
            </a:r>
          </a:p>
          <a:p>
            <a:r>
              <a:rPr lang="fr-FR" smtClean="0"/>
              <a:t>                                Holy Spirit, Holy Spirit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COUPLET 2</a:t>
            </a:r>
          </a:p>
          <a:p>
            <a:r>
              <a:rPr lang="fr-FR" smtClean="0"/>
              <a:t>11-  MON CŒUR EST OUVERT ENFIN ET JE SUIS PRÊT POUR TOI </a:t>
            </a:r>
          </a:p>
          <a:p>
            <a:r>
              <a:rPr lang="fr-FR" smtClean="0"/>
              <a:t>        Now that my heart is open I am ready for You</a:t>
            </a:r>
          </a:p>
          <a:p>
            <a:r>
              <a:rPr lang="fr-FR" smtClean="0"/>
              <a:t>
12-  JÉSUS, EMMÈNE-MOI PLUS LOIN </a:t>
            </a:r>
          </a:p>
          <a:p>
            <a:r>
              <a:rPr lang="fr-FR" smtClean="0"/>
              <a:t>       Jesus, take me deeper</a:t>
            </a:r>
          </a:p>
          <a:p>
            <a:r>
              <a:rPr lang="fr-FR" smtClean="0"/>
              <a:t>
13-  JE SUIS LÀ POUR TOI RIEN QUE POUR TOI    x2</a:t>
            </a:r>
          </a:p>
          <a:p>
            <a:r>
              <a:rPr lang="fr-FR" smtClean="0"/>
              <a:t>        I came for You, I came for You</a:t>
            </a:r>
          </a:p>
          <a:p>
            <a:endParaRPr lang="fr-FR" smtClean="0"/>
          </a:p>
          <a:p>
            <a:r>
              <a:rPr lang="fr-FR" smtClean="0"/>
              <a:t>	REFRAIN 2
	14-  Ô BIENVENUE, CHER SAINT-ESPRIT MANIFESTE-TOI ICI </a:t>
            </a:r>
          </a:p>
          <a:p>
            <a:r>
              <a:rPr lang="fr-FR" smtClean="0"/>
              <a:t>                                Holy Spirit, You are welcome Come and move upon this place</a:t>
            </a:r>
          </a:p>
          <a:p>
            <a:r>
              <a:rPr lang="fr-FR" smtClean="0"/>
              <a:t>
	15-  NOUS DÉSIRONS À NOUVEAU TE RENCONTRER </a:t>
            </a:r>
          </a:p>
          <a:p>
            <a:r>
              <a:rPr lang="fr-FR" smtClean="0"/>
              <a:t>                                We desire an encounter once again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16-  RÉPANDS TON FEU ET TA PUISSANCE POUR NOUS CHANGER À JAMAIS </a:t>
            </a:r>
          </a:p>
          <a:p>
            <a:r>
              <a:rPr lang="fr-FR" smtClean="0"/>
              <a:t>	        Send your fire, release Your power So we'll never be the same</a:t>
            </a:r>
          </a:p>
          <a:p>
            <a:r>
              <a:rPr lang="fr-FR" smtClean="0"/>
              <a:t>
	17-  NOUS DÉSIRONS À NOUVEAU TE RENCONTRER </a:t>
            </a:r>
          </a:p>
          <a:p>
            <a:r>
              <a:rPr lang="fr-FR" smtClean="0"/>
              <a:t>                               We desire an encounter once again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PONT
	18-  PRENDS LA PLACE, OUI PRENDS TOUT RÉPANDS TON ESPRIT SUR NOUS </a:t>
            </a:r>
          </a:p>
          <a:p>
            <a:r>
              <a:rPr lang="fr-FR" smtClean="0"/>
              <a:t>	       We make way, we make room</a:t>
            </a:r>
          </a:p>
          <a:p>
            <a:r>
              <a:rPr lang="fr-FR" smtClean="0"/>
              <a:t>
	19-  FAIS CE QUE TU VOUDRAS SEIGNEUR NOUS SOMMES ICI POUR TOI </a:t>
            </a:r>
          </a:p>
          <a:p>
            <a:r>
              <a:rPr lang="fr-FR" smtClean="0"/>
              <a:t>	        Lord we have come for You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2</a:t>
            </a:r>
          </a:p>
          <a:p>
            <a:r>
              <a:rPr lang="fr-FR" smtClean="0"/>
              <a:t>
	20-  VIENS SAINT-ESPRIT VIENS SAINT-ESPRIT  </a:t>
            </a:r>
          </a:p>
          <a:p>
            <a:endParaRPr lang="fr-FR" smtClean="0"/>
          </a:p>
          <a:p>
            <a:r>
              <a:rPr lang="fr-FR" smtClean="0"/>
              <a:t>	PONT
</a:t>
            </a:r>
          </a:p>
        </p:txBody>
      </p:sp>
    </p:spTree>
    <p:extLst>
      <p:ext uri="{BB962C8B-B14F-4D97-AF65-F5344CB8AC3E}">
        <p14:creationId xmlns:p14="http://schemas.microsoft.com/office/powerpoint/2010/main" xmlns="" val="38893316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SUFFIT D'UN SEUL INSTANT UN SEUL TOUCHER DE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All it takes is one moment, And just one touch from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J'ABANDONNE TOUTE DISTRACTION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I put aside all distractions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JE SUIS LÀ POUR TOI RIEN QUE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I came for You, I came for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J'AI BESOIN PLUS QUE JAMAIS D'ÊTRE COMBLÉ PAR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I need You more than ever Nothing else satisfies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TOUTE MA VIE, JE TE SOUMETS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All my life I surrender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JE VIS POUR TOI, JE VIS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I'll live for You, I'll live for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7-  JE SUIS LÀ POUR TOI JE SUIS LÀ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1
	8-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Holy Spirit, You are welcome Come and move upon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9-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We desire an encounter once again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VIENS SAINT-ESPRIT VIENS SAINT-ESPRIT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Holy Spirit, Holy Spirit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MON CŒUR EST OUVERT ENFIN ET JE SUIS PRÊT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Now that my heart is open I am ready for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12-  JÉSUS, EMMÈNE-MOI PLUS LOIN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Jesus, take me deeper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13-  JE SUIS LÀ POUR TOI RIEN QUE POUR TOI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
	14-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Holy Spirit, You are welcome Come and move upon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15-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We desire an encounter once again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16-  RÉPANDS TON FEU ET TA PUISSANCE POUR NOUS CHANGER À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   Send your fire, release Your power So we'll never be the same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17-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We desire an encounter once again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	18-  PRENDS LA PLACE, OUI PRENDS TOUT RÉPANDS TON ESPRIT SUR NOUS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  We make way, we make room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19-  FAIS CE QUE TU VOUDRAS SEIGNEUR NOUS SOMMES ICI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   Lord we have come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20-  VIENS SAINT-ESPRIT VIENS SAINT-ESPRIT 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IL SUFFIT D'UN SEUL INSTANT UN SEUL TOUCHER DE TOI</a:t>
            </a:r>
          </a:p>
          <a:p>
            <a:r>
              <a:rPr lang="fr-FR" smtClean="0"/>
              <a:t>     All it takes is one moment, And just one touch from You</a:t>
            </a:r>
          </a:p>
          <a:p>
            <a:r>
              <a:rPr lang="fr-FR" smtClean="0"/>
              <a:t>
2-  J'ABANDONNE TOUTE DISTRACTION</a:t>
            </a:r>
          </a:p>
          <a:p>
            <a:r>
              <a:rPr lang="fr-FR" smtClean="0"/>
              <a:t>     I put aside all distractions</a:t>
            </a:r>
          </a:p>
          <a:p>
            <a:r>
              <a:rPr lang="fr-FR" smtClean="0"/>
              <a:t>
3-  JE SUIS LÀ POUR TOI RIEN QUE POUR TOI</a:t>
            </a:r>
          </a:p>
          <a:p>
            <a:r>
              <a:rPr lang="fr-FR" smtClean="0"/>
              <a:t>      I came for You, I came for You</a:t>
            </a:r>
          </a:p>
          <a:p>
            <a:r>
              <a:rPr lang="fr-FR" smtClean="0"/>
              <a:t>
4-  J'AI BESOIN PLUS QUE JAMAIS D'ÊTRE COMBLÉ PAR TOI </a:t>
            </a:r>
          </a:p>
          <a:p>
            <a:r>
              <a:rPr lang="fr-FR" smtClean="0"/>
              <a:t>       I need You more than ever Nothing else satisfies</a:t>
            </a:r>
          </a:p>
          <a:p>
            <a:r>
              <a:rPr lang="fr-FR" smtClean="0"/>
              <a:t>
5-  TOUTE MA VIE, JE TE SOUMETS </a:t>
            </a:r>
          </a:p>
          <a:p>
            <a:r>
              <a:rPr lang="fr-FR" smtClean="0"/>
              <a:t>      All my life I surrender</a:t>
            </a:r>
          </a:p>
          <a:p>
            <a:r>
              <a:rPr lang="fr-FR" smtClean="0"/>
              <a:t>
6-  JE VIS POUR TOI, JE VIS POUR TOI</a:t>
            </a:r>
          </a:p>
          <a:p>
            <a:r>
              <a:rPr lang="fr-FR" smtClean="0"/>
              <a:t>     I'll live for You, I'll live for You</a:t>
            </a:r>
          </a:p>
          <a:p>
            <a:r>
              <a:rPr lang="fr-FR" smtClean="0"/>
              <a:t>
7-  JE SUIS LÀ POUR TOI JE SUIS LÀ POUR TOI</a:t>
            </a:r>
          </a:p>
          <a:p>
            <a:r>
              <a:rPr lang="fr-FR" smtClean="0"/>
              <a:t>      I came for You, I came for You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1
	8-  Ô BIENVENUE, CHER SAINT-ESPRIT MANIFESTE-TOI ICI </a:t>
            </a:r>
          </a:p>
          <a:p>
            <a:r>
              <a:rPr lang="fr-FR" smtClean="0"/>
              <a:t>                              Holy Spirit, You are welcome Come and move upon this place</a:t>
            </a:r>
          </a:p>
          <a:p>
            <a:r>
              <a:rPr lang="fr-FR" smtClean="0"/>
              <a:t>
	9-  NOUS DÉSIRONS À NOUVEAU TE RENCONTRER </a:t>
            </a:r>
          </a:p>
          <a:p>
            <a:r>
              <a:rPr lang="fr-FR" smtClean="0"/>
              <a:t>                             We desire an encounter once again</a:t>
            </a:r>
          </a:p>
          <a:p>
            <a:r>
              <a:rPr lang="fr-FR" smtClean="0"/>
              <a:t>
	10-  VIENS SAINT-ESPRIT VIENS SAINT-ESPRIT     x2</a:t>
            </a:r>
          </a:p>
          <a:p>
            <a:r>
              <a:rPr lang="fr-FR" smtClean="0"/>
              <a:t>                                Holy Spirit, Holy Spirit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COUPLET 2</a:t>
            </a:r>
          </a:p>
          <a:p>
            <a:r>
              <a:rPr lang="fr-FR" smtClean="0"/>
              <a:t>11-  MON CŒUR EST OUVERT ENFIN ET JE SUIS PRÊT POUR TOI </a:t>
            </a:r>
          </a:p>
          <a:p>
            <a:r>
              <a:rPr lang="fr-FR" smtClean="0"/>
              <a:t>        Now that my heart is open I am ready for You</a:t>
            </a:r>
          </a:p>
          <a:p>
            <a:r>
              <a:rPr lang="fr-FR" smtClean="0"/>
              <a:t>
12-  JÉSUS, EMMÈNE-MOI PLUS LOIN </a:t>
            </a:r>
          </a:p>
          <a:p>
            <a:r>
              <a:rPr lang="fr-FR" smtClean="0"/>
              <a:t>       Jesus, take me deeper</a:t>
            </a:r>
          </a:p>
          <a:p>
            <a:r>
              <a:rPr lang="fr-FR" smtClean="0"/>
              <a:t>
13-  JE SUIS LÀ POUR TOI RIEN QUE POUR TOI    x2</a:t>
            </a:r>
          </a:p>
          <a:p>
            <a:r>
              <a:rPr lang="fr-FR" smtClean="0"/>
              <a:t>        I came for You, I came for You</a:t>
            </a:r>
          </a:p>
          <a:p>
            <a:endParaRPr lang="fr-FR" smtClean="0"/>
          </a:p>
          <a:p>
            <a:r>
              <a:rPr lang="fr-FR" smtClean="0"/>
              <a:t>	REFRAIN 2
	14-  Ô BIENVENUE, CHER SAINT-ESPRIT MANIFESTE-TOI ICI </a:t>
            </a:r>
          </a:p>
          <a:p>
            <a:r>
              <a:rPr lang="fr-FR" smtClean="0"/>
              <a:t>                                Holy Spirit, You are welcome Come and move upon this place</a:t>
            </a:r>
          </a:p>
          <a:p>
            <a:r>
              <a:rPr lang="fr-FR" smtClean="0"/>
              <a:t>
	15-  NOUS DÉSIRONS À NOUVEAU TE RENCONTRER </a:t>
            </a:r>
          </a:p>
          <a:p>
            <a:r>
              <a:rPr lang="fr-FR" smtClean="0"/>
              <a:t>                                We desire an encounter once again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16-  RÉPANDS TON FEU ET TA PUISSANCE POUR NOUS CHANGER À JAMAIS </a:t>
            </a:r>
          </a:p>
          <a:p>
            <a:r>
              <a:rPr lang="fr-FR" smtClean="0"/>
              <a:t>	        Send your fire, release Your power So we'll never be the same</a:t>
            </a:r>
          </a:p>
          <a:p>
            <a:r>
              <a:rPr lang="fr-FR" smtClean="0"/>
              <a:t>
	17-  NOUS DÉSIRONS À NOUVEAU TE RENCONTRER </a:t>
            </a:r>
          </a:p>
          <a:p>
            <a:r>
              <a:rPr lang="fr-FR" smtClean="0"/>
              <a:t>                               We desire an encounter once again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PONT
	18-  PRENDS LA PLACE, OUI PRENDS TOUT RÉPANDS TON ESPRIT SUR NOUS </a:t>
            </a:r>
          </a:p>
          <a:p>
            <a:r>
              <a:rPr lang="fr-FR" smtClean="0"/>
              <a:t>	       We make way, we make room</a:t>
            </a:r>
          </a:p>
          <a:p>
            <a:r>
              <a:rPr lang="fr-FR" smtClean="0"/>
              <a:t>
	19-  FAIS CE QUE TU VOUDRAS SEIGNEUR NOUS SOMMES ICI POUR TOI </a:t>
            </a:r>
          </a:p>
          <a:p>
            <a:r>
              <a:rPr lang="fr-FR" smtClean="0"/>
              <a:t>	        Lord we have come for You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2</a:t>
            </a:r>
          </a:p>
          <a:p>
            <a:r>
              <a:rPr lang="fr-FR" smtClean="0"/>
              <a:t>
	20-  VIENS SAINT-ESPRIT VIENS SAINT-ESPRIT  </a:t>
            </a:r>
          </a:p>
          <a:p>
            <a:endParaRPr lang="fr-FR" smtClean="0"/>
          </a:p>
          <a:p>
            <a:r>
              <a:rPr lang="fr-FR" smtClean="0"/>
              <a:t>	PONT
</a:t>
            </a:r>
          </a:p>
        </p:txBody>
      </p:sp>
    </p:spTree>
    <p:extLst>
      <p:ext uri="{BB962C8B-B14F-4D97-AF65-F5344CB8AC3E}">
        <p14:creationId xmlns:p14="http://schemas.microsoft.com/office/powerpoint/2010/main" xmlns="" val="17767556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SUFFIT D'UN SEUL INSTANT UN SEUL TOUCHER DE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All it takes is one moment, And just one touch from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J'ABANDONNE TOUTE DISTRACTION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I put aside all distractions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JE SUIS LÀ POUR TOI RIEN QUE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I came for You, I came for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J'AI BESOIN PLUS QUE JAMAIS D'ÊTRE COMBLÉ PAR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I need You more than ever Nothing else satisfies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TOUTE MA VIE, JE TE SOUMETS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All my life I surrender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JE VIS POUR TOI, JE VIS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I'll live for You, I'll live for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7-  JE SUIS LÀ POUR TOI JE SUIS LÀ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1
	8-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Holy Spirit, You are welcome Come and move upon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9-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We desire an encounter once again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VIENS SAINT-ESPRIT VIENS SAINT-ESPRIT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Holy Spirit, Holy Spirit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MON CŒUR EST OUVERT ENFIN ET JE SUIS PRÊT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Now that my heart is open I am ready for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12-  JÉSUS, EMMÈNE-MOI PLUS LOIN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Jesus, take me deeper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13-  JE SUIS LÀ POUR TOI RIEN QUE POUR TOI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
	14-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Holy Spirit, You are welcome Come and move upon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15-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We desire an encounter once again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16-  RÉPANDS TON FEU ET TA PUISSANCE POUR NOUS CHANGER À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   Send your fire, release Your power So we'll never be the same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17-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We desire an encounter once again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	18-  PRENDS LA PLACE, OUI PRENDS TOUT RÉPANDS TON ESPRIT SUR NOUS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  We make way, we make room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19-  FAIS CE QUE TU VOUDRAS SEIGNEUR NOUS SOMMES ICI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   Lord we have come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20-  VIENS SAINT-ESPRIT VIENS SAINT-ESPRIT 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IL SUFFIT D'UN SEUL INSTANT UN SEUL TOUCHER DE TOI</a:t>
            </a:r>
          </a:p>
          <a:p>
            <a:r>
              <a:rPr lang="fr-FR" smtClean="0"/>
              <a:t>     All it takes is one moment, And just one touch from You</a:t>
            </a:r>
          </a:p>
          <a:p>
            <a:r>
              <a:rPr lang="fr-FR" smtClean="0"/>
              <a:t>
2-  J'ABANDONNE TOUTE DISTRACTION</a:t>
            </a:r>
          </a:p>
          <a:p>
            <a:r>
              <a:rPr lang="fr-FR" smtClean="0"/>
              <a:t>     I put aside all distractions</a:t>
            </a:r>
          </a:p>
          <a:p>
            <a:r>
              <a:rPr lang="fr-FR" smtClean="0"/>
              <a:t>
3-  JE SUIS LÀ POUR TOI RIEN QUE POUR TOI</a:t>
            </a:r>
          </a:p>
          <a:p>
            <a:r>
              <a:rPr lang="fr-FR" smtClean="0"/>
              <a:t>      I came for You, I came for You</a:t>
            </a:r>
          </a:p>
          <a:p>
            <a:r>
              <a:rPr lang="fr-FR" smtClean="0"/>
              <a:t>
4-  J'AI BESOIN PLUS QUE JAMAIS D'ÊTRE COMBLÉ PAR TOI </a:t>
            </a:r>
          </a:p>
          <a:p>
            <a:r>
              <a:rPr lang="fr-FR" smtClean="0"/>
              <a:t>       I need You more than ever Nothing else satisfies</a:t>
            </a:r>
          </a:p>
          <a:p>
            <a:r>
              <a:rPr lang="fr-FR" smtClean="0"/>
              <a:t>
5-  TOUTE MA VIE, JE TE SOUMETS </a:t>
            </a:r>
          </a:p>
          <a:p>
            <a:r>
              <a:rPr lang="fr-FR" smtClean="0"/>
              <a:t>      All my life I surrender</a:t>
            </a:r>
          </a:p>
          <a:p>
            <a:r>
              <a:rPr lang="fr-FR" smtClean="0"/>
              <a:t>
6-  JE VIS POUR TOI, JE VIS POUR TOI</a:t>
            </a:r>
          </a:p>
          <a:p>
            <a:r>
              <a:rPr lang="fr-FR" smtClean="0"/>
              <a:t>     I'll live for You, I'll live for You</a:t>
            </a:r>
          </a:p>
          <a:p>
            <a:r>
              <a:rPr lang="fr-FR" smtClean="0"/>
              <a:t>
7-  JE SUIS LÀ POUR TOI JE SUIS LÀ POUR TOI</a:t>
            </a:r>
          </a:p>
          <a:p>
            <a:r>
              <a:rPr lang="fr-FR" smtClean="0"/>
              <a:t>      I came for You, I came for You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1
	8-  Ô BIENVENUE, CHER SAINT-ESPRIT MANIFESTE-TOI ICI </a:t>
            </a:r>
          </a:p>
          <a:p>
            <a:r>
              <a:rPr lang="fr-FR" smtClean="0"/>
              <a:t>                              Holy Spirit, You are welcome Come and move upon this place</a:t>
            </a:r>
          </a:p>
          <a:p>
            <a:r>
              <a:rPr lang="fr-FR" smtClean="0"/>
              <a:t>
	9-  NOUS DÉSIRONS À NOUVEAU TE RENCONTRER </a:t>
            </a:r>
          </a:p>
          <a:p>
            <a:r>
              <a:rPr lang="fr-FR" smtClean="0"/>
              <a:t>                             We desire an encounter once again</a:t>
            </a:r>
          </a:p>
          <a:p>
            <a:r>
              <a:rPr lang="fr-FR" smtClean="0"/>
              <a:t>
	10-  VIENS SAINT-ESPRIT VIENS SAINT-ESPRIT     x2</a:t>
            </a:r>
          </a:p>
          <a:p>
            <a:r>
              <a:rPr lang="fr-FR" smtClean="0"/>
              <a:t>                                Holy Spirit, Holy Spirit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COUPLET 2</a:t>
            </a:r>
          </a:p>
          <a:p>
            <a:r>
              <a:rPr lang="fr-FR" smtClean="0"/>
              <a:t>11-  MON CŒUR EST OUVERT ENFIN ET JE SUIS PRÊT POUR TOI </a:t>
            </a:r>
          </a:p>
          <a:p>
            <a:r>
              <a:rPr lang="fr-FR" smtClean="0"/>
              <a:t>        Now that my heart is open I am ready for You</a:t>
            </a:r>
          </a:p>
          <a:p>
            <a:r>
              <a:rPr lang="fr-FR" smtClean="0"/>
              <a:t>
12-  JÉSUS, EMMÈNE-MOI PLUS LOIN </a:t>
            </a:r>
          </a:p>
          <a:p>
            <a:r>
              <a:rPr lang="fr-FR" smtClean="0"/>
              <a:t>       Jesus, take me deeper</a:t>
            </a:r>
          </a:p>
          <a:p>
            <a:r>
              <a:rPr lang="fr-FR" smtClean="0"/>
              <a:t>
13-  JE SUIS LÀ POUR TOI RIEN QUE POUR TOI    x2</a:t>
            </a:r>
          </a:p>
          <a:p>
            <a:r>
              <a:rPr lang="fr-FR" smtClean="0"/>
              <a:t>        I came for You, I came for You</a:t>
            </a:r>
          </a:p>
          <a:p>
            <a:endParaRPr lang="fr-FR" smtClean="0"/>
          </a:p>
          <a:p>
            <a:r>
              <a:rPr lang="fr-FR" smtClean="0"/>
              <a:t>	REFRAIN 2
	14-  Ô BIENVENUE, CHER SAINT-ESPRIT MANIFESTE-TOI ICI </a:t>
            </a:r>
          </a:p>
          <a:p>
            <a:r>
              <a:rPr lang="fr-FR" smtClean="0"/>
              <a:t>                                Holy Spirit, You are welcome Come and move upon this place</a:t>
            </a:r>
          </a:p>
          <a:p>
            <a:r>
              <a:rPr lang="fr-FR" smtClean="0"/>
              <a:t>
	15-  NOUS DÉSIRONS À NOUVEAU TE RENCONTRER </a:t>
            </a:r>
          </a:p>
          <a:p>
            <a:r>
              <a:rPr lang="fr-FR" smtClean="0"/>
              <a:t>                                We desire an encounter once again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16-  RÉPANDS TON FEU ET TA PUISSANCE POUR NOUS CHANGER À JAMAIS </a:t>
            </a:r>
          </a:p>
          <a:p>
            <a:r>
              <a:rPr lang="fr-FR" smtClean="0"/>
              <a:t>	        Send your fire, release Your power So we'll never be the same</a:t>
            </a:r>
          </a:p>
          <a:p>
            <a:r>
              <a:rPr lang="fr-FR" smtClean="0"/>
              <a:t>
	17-  NOUS DÉSIRONS À NOUVEAU TE RENCONTRER </a:t>
            </a:r>
          </a:p>
          <a:p>
            <a:r>
              <a:rPr lang="fr-FR" smtClean="0"/>
              <a:t>                               We desire an encounter once again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PONT
	18-  PRENDS LA PLACE, OUI PRENDS TOUT RÉPANDS TON ESPRIT SUR NOUS </a:t>
            </a:r>
          </a:p>
          <a:p>
            <a:r>
              <a:rPr lang="fr-FR" smtClean="0"/>
              <a:t>	       We make way, we make room</a:t>
            </a:r>
          </a:p>
          <a:p>
            <a:r>
              <a:rPr lang="fr-FR" smtClean="0"/>
              <a:t>
	19-  FAIS CE QUE TU VOUDRAS SEIGNEUR NOUS SOMMES ICI POUR TOI </a:t>
            </a:r>
          </a:p>
          <a:p>
            <a:r>
              <a:rPr lang="fr-FR" smtClean="0"/>
              <a:t>	        Lord we have come for You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2</a:t>
            </a:r>
          </a:p>
          <a:p>
            <a:r>
              <a:rPr lang="fr-FR" smtClean="0"/>
              <a:t>
	20-  VIENS SAINT-ESPRIT VIENS SAINT-ESPRIT  </a:t>
            </a:r>
          </a:p>
          <a:p>
            <a:endParaRPr lang="fr-FR" smtClean="0"/>
          </a:p>
          <a:p>
            <a:r>
              <a:rPr lang="fr-FR" smtClean="0"/>
              <a:t>	PONT
</a:t>
            </a:r>
          </a:p>
        </p:txBody>
      </p:sp>
    </p:spTree>
    <p:extLst>
      <p:ext uri="{BB962C8B-B14F-4D97-AF65-F5344CB8AC3E}">
        <p14:creationId xmlns:p14="http://schemas.microsoft.com/office/powerpoint/2010/main" xmlns="" val="33978133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SUFFIT D'UN SEUL INSTANT UN SEUL TOUCHER DE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All it takes is one moment, And just one touch from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J'ABANDONNE TOUTE DISTRACTION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I put aside all distractions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JE SUIS LÀ POUR TOI RIEN QUE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I came for You, I came for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J'AI BESOIN PLUS QUE JAMAIS D'ÊTRE COMBLÉ PAR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I need You more than ever Nothing else satisfies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TOUTE MA VIE, JE TE SOUMETS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All my life I surrender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JE VIS POUR TOI, JE VIS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I'll live for You, I'll live for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7-  JE SUIS LÀ POUR TOI JE SUIS LÀ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1
	8-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Holy Spirit, You are welcome Come and move upon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9-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We desire an encounter once again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VIENS SAINT-ESPRIT VIENS SAINT-ESPRIT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Holy Spirit, Holy Spirit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MON CŒUR EST OUVERT ENFIN ET JE SUIS PRÊT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Now that my heart is open I am ready for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12-  JÉSUS, EMMÈNE-MOI PLUS LOIN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Jesus, take me deeper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13-  JE SUIS LÀ POUR TOI RIEN QUE POUR TOI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
	14-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Holy Spirit, You are welcome Come and move upon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15-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We desire an encounter once again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16-  RÉPANDS TON FEU ET TA PUISSANCE POUR NOUS CHANGER À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   Send your fire, release Your power So we'll never be the same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17-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We desire an encounter once again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	18-  PRENDS LA PLACE, OUI PRENDS TOUT RÉPANDS TON ESPRIT SUR NOUS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  We make way, we make room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19-  FAIS CE QUE TU VOUDRAS SEIGNEUR NOUS SOMMES ICI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   Lord we have come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20-  VIENS SAINT-ESPRIT VIENS SAINT-ESPRIT 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IL SUFFIT D'UN SEUL INSTANT UN SEUL TOUCHER DE TOI</a:t>
            </a:r>
          </a:p>
          <a:p>
            <a:r>
              <a:rPr lang="fr-FR" smtClean="0"/>
              <a:t>     All it takes is one moment, And just one touch from You</a:t>
            </a:r>
          </a:p>
          <a:p>
            <a:r>
              <a:rPr lang="fr-FR" smtClean="0"/>
              <a:t>
2-  J'ABANDONNE TOUTE DISTRACTION</a:t>
            </a:r>
          </a:p>
          <a:p>
            <a:r>
              <a:rPr lang="fr-FR" smtClean="0"/>
              <a:t>     I put aside all distractions</a:t>
            </a:r>
          </a:p>
          <a:p>
            <a:r>
              <a:rPr lang="fr-FR" smtClean="0"/>
              <a:t>
3-  JE SUIS LÀ POUR TOI RIEN QUE POUR TOI</a:t>
            </a:r>
          </a:p>
          <a:p>
            <a:r>
              <a:rPr lang="fr-FR" smtClean="0"/>
              <a:t>      I came for You, I came for You</a:t>
            </a:r>
          </a:p>
          <a:p>
            <a:r>
              <a:rPr lang="fr-FR" smtClean="0"/>
              <a:t>
4-  J'AI BESOIN PLUS QUE JAMAIS D'ÊTRE COMBLÉ PAR TOI </a:t>
            </a:r>
          </a:p>
          <a:p>
            <a:r>
              <a:rPr lang="fr-FR" smtClean="0"/>
              <a:t>       I need You more than ever Nothing else satisfies</a:t>
            </a:r>
          </a:p>
          <a:p>
            <a:r>
              <a:rPr lang="fr-FR" smtClean="0"/>
              <a:t>
5-  TOUTE MA VIE, JE TE SOUMETS </a:t>
            </a:r>
          </a:p>
          <a:p>
            <a:r>
              <a:rPr lang="fr-FR" smtClean="0"/>
              <a:t>      All my life I surrender</a:t>
            </a:r>
          </a:p>
          <a:p>
            <a:r>
              <a:rPr lang="fr-FR" smtClean="0"/>
              <a:t>
6-  JE VIS POUR TOI, JE VIS POUR TOI</a:t>
            </a:r>
          </a:p>
          <a:p>
            <a:r>
              <a:rPr lang="fr-FR" smtClean="0"/>
              <a:t>     I'll live for You, I'll live for You</a:t>
            </a:r>
          </a:p>
          <a:p>
            <a:r>
              <a:rPr lang="fr-FR" smtClean="0"/>
              <a:t>
7-  JE SUIS LÀ POUR TOI JE SUIS LÀ POUR TOI</a:t>
            </a:r>
          </a:p>
          <a:p>
            <a:r>
              <a:rPr lang="fr-FR" smtClean="0"/>
              <a:t>      I came for You, I came for You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1
	8-  Ô BIENVENUE, CHER SAINT-ESPRIT MANIFESTE-TOI ICI </a:t>
            </a:r>
          </a:p>
          <a:p>
            <a:r>
              <a:rPr lang="fr-FR" smtClean="0"/>
              <a:t>                              Holy Spirit, You are welcome Come and move upon this place</a:t>
            </a:r>
          </a:p>
          <a:p>
            <a:r>
              <a:rPr lang="fr-FR" smtClean="0"/>
              <a:t>
	9-  NOUS DÉSIRONS À NOUVEAU TE RENCONTRER </a:t>
            </a:r>
          </a:p>
          <a:p>
            <a:r>
              <a:rPr lang="fr-FR" smtClean="0"/>
              <a:t>                             We desire an encounter once again</a:t>
            </a:r>
          </a:p>
          <a:p>
            <a:r>
              <a:rPr lang="fr-FR" smtClean="0"/>
              <a:t>
	10-  VIENS SAINT-ESPRIT VIENS SAINT-ESPRIT     x2</a:t>
            </a:r>
          </a:p>
          <a:p>
            <a:r>
              <a:rPr lang="fr-FR" smtClean="0"/>
              <a:t>                                Holy Spirit, Holy Spirit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COUPLET 2</a:t>
            </a:r>
          </a:p>
          <a:p>
            <a:r>
              <a:rPr lang="fr-FR" smtClean="0"/>
              <a:t>11-  MON CŒUR EST OUVERT ENFIN ET JE SUIS PRÊT POUR TOI </a:t>
            </a:r>
          </a:p>
          <a:p>
            <a:r>
              <a:rPr lang="fr-FR" smtClean="0"/>
              <a:t>        Now that my heart is open I am ready for You</a:t>
            </a:r>
          </a:p>
          <a:p>
            <a:r>
              <a:rPr lang="fr-FR" smtClean="0"/>
              <a:t>
12-  JÉSUS, EMMÈNE-MOI PLUS LOIN </a:t>
            </a:r>
          </a:p>
          <a:p>
            <a:r>
              <a:rPr lang="fr-FR" smtClean="0"/>
              <a:t>       Jesus, take me deeper</a:t>
            </a:r>
          </a:p>
          <a:p>
            <a:r>
              <a:rPr lang="fr-FR" smtClean="0"/>
              <a:t>
13-  JE SUIS LÀ POUR TOI RIEN QUE POUR TOI    x2</a:t>
            </a:r>
          </a:p>
          <a:p>
            <a:r>
              <a:rPr lang="fr-FR" smtClean="0"/>
              <a:t>        I came for You, I came for You</a:t>
            </a:r>
          </a:p>
          <a:p>
            <a:endParaRPr lang="fr-FR" smtClean="0"/>
          </a:p>
          <a:p>
            <a:r>
              <a:rPr lang="fr-FR" smtClean="0"/>
              <a:t>	REFRAIN 2
	14-  Ô BIENVENUE, CHER SAINT-ESPRIT MANIFESTE-TOI ICI </a:t>
            </a:r>
          </a:p>
          <a:p>
            <a:r>
              <a:rPr lang="fr-FR" smtClean="0"/>
              <a:t>                                Holy Spirit, You are welcome Come and move upon this place</a:t>
            </a:r>
          </a:p>
          <a:p>
            <a:r>
              <a:rPr lang="fr-FR" smtClean="0"/>
              <a:t>
	15-  NOUS DÉSIRONS À NOUVEAU TE RENCONTRER </a:t>
            </a:r>
          </a:p>
          <a:p>
            <a:r>
              <a:rPr lang="fr-FR" smtClean="0"/>
              <a:t>                                We desire an encounter once again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16-  RÉPANDS TON FEU ET TA PUISSANCE POUR NOUS CHANGER À JAMAIS </a:t>
            </a:r>
          </a:p>
          <a:p>
            <a:r>
              <a:rPr lang="fr-FR" smtClean="0"/>
              <a:t>	        Send your fire, release Your power So we'll never be the same</a:t>
            </a:r>
          </a:p>
          <a:p>
            <a:r>
              <a:rPr lang="fr-FR" smtClean="0"/>
              <a:t>
	17-  NOUS DÉSIRONS À NOUVEAU TE RENCONTRER </a:t>
            </a:r>
          </a:p>
          <a:p>
            <a:r>
              <a:rPr lang="fr-FR" smtClean="0"/>
              <a:t>                               We desire an encounter once again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PONT
	18-  PRENDS LA PLACE, OUI PRENDS TOUT RÉPANDS TON ESPRIT SUR NOUS </a:t>
            </a:r>
          </a:p>
          <a:p>
            <a:r>
              <a:rPr lang="fr-FR" smtClean="0"/>
              <a:t>	       We make way, we make room</a:t>
            </a:r>
          </a:p>
          <a:p>
            <a:r>
              <a:rPr lang="fr-FR" smtClean="0"/>
              <a:t>
	19-  FAIS CE QUE TU VOUDRAS SEIGNEUR NOUS SOMMES ICI POUR TOI </a:t>
            </a:r>
          </a:p>
          <a:p>
            <a:r>
              <a:rPr lang="fr-FR" smtClean="0"/>
              <a:t>	        Lord we have come for You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2</a:t>
            </a:r>
          </a:p>
          <a:p>
            <a:r>
              <a:rPr lang="fr-FR" smtClean="0"/>
              <a:t>
	20-  VIENS SAINT-ESPRIT VIENS SAINT-ESPRIT  </a:t>
            </a:r>
          </a:p>
          <a:p>
            <a:endParaRPr lang="fr-FR" smtClean="0"/>
          </a:p>
          <a:p>
            <a:r>
              <a:rPr lang="fr-FR" smtClean="0"/>
              <a:t>	PONT
</a:t>
            </a:r>
          </a:p>
        </p:txBody>
      </p:sp>
    </p:spTree>
    <p:extLst>
      <p:ext uri="{BB962C8B-B14F-4D97-AF65-F5344CB8AC3E}">
        <p14:creationId xmlns:p14="http://schemas.microsoft.com/office/powerpoint/2010/main" xmlns="" val="31770672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SUFFIT D'UN SEUL INSTANT UN SEUL TOUCHER DE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All it takes is one moment, And just one touch from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J'ABANDONNE TOUTE DISTRACTION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I put aside all distractions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JE SUIS LÀ POUR TOI RIEN QUE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I came for You, I came for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J'AI BESOIN PLUS QUE JAMAIS D'ÊTRE COMBLÉ PAR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I need You more than ever Nothing else satisfies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TOUTE MA VIE, JE TE SOUMETS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All my life I surrender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JE VIS POUR TOI, JE VIS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I'll live for You, I'll live for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7-  JE SUIS LÀ POUR TOI JE SUIS LÀ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1
	8-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Holy Spirit, You are welcome Come and move upon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9-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We desire an encounter once again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VIENS SAINT-ESPRIT VIENS SAINT-ESPRIT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Holy Spirit, Holy Spirit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MON CŒUR EST OUVERT ENFIN ET JE SUIS PRÊT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Now that my heart is open I am ready for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12-  JÉSUS, EMMÈNE-MOI PLUS LOIN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Jesus, take me deeper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13-  JE SUIS LÀ POUR TOI RIEN QUE POUR TOI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
	14-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Holy Spirit, You are welcome Come and move upon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15-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We desire an encounter once again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16-  RÉPANDS TON FEU ET TA PUISSANCE POUR NOUS CHANGER À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   Send your fire, release Your power So we'll never be the same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17-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We desire an encounter once again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	18-  PRENDS LA PLACE, OUI PRENDS TOUT RÉPANDS TON ESPRIT SUR NOUS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  We make way, we make room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19-  FAIS CE QUE TU VOUDRAS SEIGNEUR NOUS SOMMES ICI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   Lord we have come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20-  VIENS SAINT-ESPRIT VIENS SAINT-ESPRIT 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IL SUFFIT D'UN SEUL INSTANT UN SEUL TOUCHER DE TOI</a:t>
            </a:r>
          </a:p>
          <a:p>
            <a:r>
              <a:rPr lang="fr-FR" smtClean="0"/>
              <a:t>     All it takes is one moment, And just one touch from You</a:t>
            </a:r>
          </a:p>
          <a:p>
            <a:r>
              <a:rPr lang="fr-FR" smtClean="0"/>
              <a:t>
2-  J'ABANDONNE TOUTE DISTRACTION</a:t>
            </a:r>
          </a:p>
          <a:p>
            <a:r>
              <a:rPr lang="fr-FR" smtClean="0"/>
              <a:t>     I put aside all distractions</a:t>
            </a:r>
          </a:p>
          <a:p>
            <a:r>
              <a:rPr lang="fr-FR" smtClean="0"/>
              <a:t>
3-  JE SUIS LÀ POUR TOI RIEN QUE POUR TOI</a:t>
            </a:r>
          </a:p>
          <a:p>
            <a:r>
              <a:rPr lang="fr-FR" smtClean="0"/>
              <a:t>      I came for You, I came for You</a:t>
            </a:r>
          </a:p>
          <a:p>
            <a:r>
              <a:rPr lang="fr-FR" smtClean="0"/>
              <a:t>
4-  J'AI BESOIN PLUS QUE JAMAIS D'ÊTRE COMBLÉ PAR TOI </a:t>
            </a:r>
          </a:p>
          <a:p>
            <a:r>
              <a:rPr lang="fr-FR" smtClean="0"/>
              <a:t>       I need You more than ever Nothing else satisfies</a:t>
            </a:r>
          </a:p>
          <a:p>
            <a:r>
              <a:rPr lang="fr-FR" smtClean="0"/>
              <a:t>
5-  TOUTE MA VIE, JE TE SOUMETS </a:t>
            </a:r>
          </a:p>
          <a:p>
            <a:r>
              <a:rPr lang="fr-FR" smtClean="0"/>
              <a:t>      All my life I surrender</a:t>
            </a:r>
          </a:p>
          <a:p>
            <a:r>
              <a:rPr lang="fr-FR" smtClean="0"/>
              <a:t>
6-  JE VIS POUR TOI, JE VIS POUR TOI</a:t>
            </a:r>
          </a:p>
          <a:p>
            <a:r>
              <a:rPr lang="fr-FR" smtClean="0"/>
              <a:t>     I'll live for You, I'll live for You</a:t>
            </a:r>
          </a:p>
          <a:p>
            <a:r>
              <a:rPr lang="fr-FR" smtClean="0"/>
              <a:t>
7-  JE SUIS LÀ POUR TOI JE SUIS LÀ POUR TOI</a:t>
            </a:r>
          </a:p>
          <a:p>
            <a:r>
              <a:rPr lang="fr-FR" smtClean="0"/>
              <a:t>      I came for You, I came for You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1
	8-  Ô BIENVENUE, CHER SAINT-ESPRIT MANIFESTE-TOI ICI </a:t>
            </a:r>
          </a:p>
          <a:p>
            <a:r>
              <a:rPr lang="fr-FR" smtClean="0"/>
              <a:t>                              Holy Spirit, You are welcome Come and move upon this place</a:t>
            </a:r>
          </a:p>
          <a:p>
            <a:r>
              <a:rPr lang="fr-FR" smtClean="0"/>
              <a:t>
	9-  NOUS DÉSIRONS À NOUVEAU TE RENCONTRER </a:t>
            </a:r>
          </a:p>
          <a:p>
            <a:r>
              <a:rPr lang="fr-FR" smtClean="0"/>
              <a:t>                             We desire an encounter once again</a:t>
            </a:r>
          </a:p>
          <a:p>
            <a:r>
              <a:rPr lang="fr-FR" smtClean="0"/>
              <a:t>
	10-  VIENS SAINT-ESPRIT VIENS SAINT-ESPRIT     x2</a:t>
            </a:r>
          </a:p>
          <a:p>
            <a:r>
              <a:rPr lang="fr-FR" smtClean="0"/>
              <a:t>                                Holy Spirit, Holy Spirit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COUPLET 2</a:t>
            </a:r>
          </a:p>
          <a:p>
            <a:r>
              <a:rPr lang="fr-FR" smtClean="0"/>
              <a:t>11-  MON CŒUR EST OUVERT ENFIN ET JE SUIS PRÊT POUR TOI </a:t>
            </a:r>
          </a:p>
          <a:p>
            <a:r>
              <a:rPr lang="fr-FR" smtClean="0"/>
              <a:t>        Now that my heart is open I am ready for You</a:t>
            </a:r>
          </a:p>
          <a:p>
            <a:r>
              <a:rPr lang="fr-FR" smtClean="0"/>
              <a:t>
12-  JÉSUS, EMMÈNE-MOI PLUS LOIN </a:t>
            </a:r>
          </a:p>
          <a:p>
            <a:r>
              <a:rPr lang="fr-FR" smtClean="0"/>
              <a:t>       Jesus, take me deeper</a:t>
            </a:r>
          </a:p>
          <a:p>
            <a:r>
              <a:rPr lang="fr-FR" smtClean="0"/>
              <a:t>
13-  JE SUIS LÀ POUR TOI RIEN QUE POUR TOI    x2</a:t>
            </a:r>
          </a:p>
          <a:p>
            <a:r>
              <a:rPr lang="fr-FR" smtClean="0"/>
              <a:t>        I came for You, I came for You</a:t>
            </a:r>
          </a:p>
          <a:p>
            <a:endParaRPr lang="fr-FR" smtClean="0"/>
          </a:p>
          <a:p>
            <a:r>
              <a:rPr lang="fr-FR" smtClean="0"/>
              <a:t>	REFRAIN 2
	14-  Ô BIENVENUE, CHER SAINT-ESPRIT MANIFESTE-TOI ICI </a:t>
            </a:r>
          </a:p>
          <a:p>
            <a:r>
              <a:rPr lang="fr-FR" smtClean="0"/>
              <a:t>                                Holy Spirit, You are welcome Come and move upon this place</a:t>
            </a:r>
          </a:p>
          <a:p>
            <a:r>
              <a:rPr lang="fr-FR" smtClean="0"/>
              <a:t>
	15-  NOUS DÉSIRONS À NOUVEAU TE RENCONTRER </a:t>
            </a:r>
          </a:p>
          <a:p>
            <a:r>
              <a:rPr lang="fr-FR" smtClean="0"/>
              <a:t>                                We desire an encounter once again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16-  RÉPANDS TON FEU ET TA PUISSANCE POUR NOUS CHANGER À JAMAIS </a:t>
            </a:r>
          </a:p>
          <a:p>
            <a:r>
              <a:rPr lang="fr-FR" smtClean="0"/>
              <a:t>	        Send your fire, release Your power So we'll never be the same</a:t>
            </a:r>
          </a:p>
          <a:p>
            <a:r>
              <a:rPr lang="fr-FR" smtClean="0"/>
              <a:t>
	17-  NOUS DÉSIRONS À NOUVEAU TE RENCONTRER </a:t>
            </a:r>
          </a:p>
          <a:p>
            <a:r>
              <a:rPr lang="fr-FR" smtClean="0"/>
              <a:t>                               We desire an encounter once again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PONT
	18-  PRENDS LA PLACE, OUI PRENDS TOUT RÉPANDS TON ESPRIT SUR NOUS </a:t>
            </a:r>
          </a:p>
          <a:p>
            <a:r>
              <a:rPr lang="fr-FR" smtClean="0"/>
              <a:t>	       We make way, we make room</a:t>
            </a:r>
          </a:p>
          <a:p>
            <a:r>
              <a:rPr lang="fr-FR" smtClean="0"/>
              <a:t>
	19-  FAIS CE QUE TU VOUDRAS SEIGNEUR NOUS SOMMES ICI POUR TOI </a:t>
            </a:r>
          </a:p>
          <a:p>
            <a:r>
              <a:rPr lang="fr-FR" smtClean="0"/>
              <a:t>	        Lord we have come for You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2</a:t>
            </a:r>
          </a:p>
          <a:p>
            <a:r>
              <a:rPr lang="fr-FR" smtClean="0"/>
              <a:t>
	20-  VIENS SAINT-ESPRIT VIENS SAINT-ESPRIT  </a:t>
            </a:r>
          </a:p>
          <a:p>
            <a:endParaRPr lang="fr-FR" smtClean="0"/>
          </a:p>
          <a:p>
            <a:r>
              <a:rPr lang="fr-FR" smtClean="0"/>
              <a:t>	PONT
</a:t>
            </a:r>
          </a:p>
        </p:txBody>
      </p:sp>
    </p:spTree>
    <p:extLst>
      <p:ext uri="{BB962C8B-B14F-4D97-AF65-F5344CB8AC3E}">
        <p14:creationId xmlns:p14="http://schemas.microsoft.com/office/powerpoint/2010/main" xmlns="" val="1733957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SUFFIT D'UN SEUL INSTANT UN SEUL TOUCHER DE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All it takes is one moment, And just one touch from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J'ABANDONNE TOUTE DISTRACTION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I put aside all distractions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JE SUIS LÀ POUR TOI RIEN QUE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I came for You, I came for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J'AI BESOIN PLUS QUE JAMAIS D'ÊTRE COMBLÉ PAR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I need You more than ever Nothing else satisfies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TOUTE MA VIE, JE TE SOUMETS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All my life I surrender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JE VIS POUR TOI, JE VIS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I'll live for You, I'll live for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7-  JE SUIS LÀ POUR TOI JE SUIS LÀ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1
	8-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Holy Spirit, You are welcome Come and move upon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9-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We desire an encounter once again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VIENS SAINT-ESPRIT VIENS SAINT-ESPRIT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Holy Spirit, Holy Spirit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MON CŒUR EST OUVERT ENFIN ET JE SUIS PRÊT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Now that my heart is open I am ready for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12-  JÉSUS, EMMÈNE-MOI PLUS LOIN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Jesus, take me deeper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13-  JE SUIS LÀ POUR TOI RIEN QUE POUR TOI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
	14-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Holy Spirit, You are welcome Come and move upon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15-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We desire an encounter once again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16-  RÉPANDS TON FEU ET TA PUISSANCE POUR NOUS CHANGER À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   Send your fire, release Your power So we'll never be the same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17-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We desire an encounter once again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	18-  PRENDS LA PLACE, OUI PRENDS TOUT RÉPANDS TON ESPRIT SUR NOUS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  We make way, we make room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19-  FAIS CE QUE TU VOUDRAS SEIGNEUR NOUS SOMMES ICI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   Lord we have come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20-  VIENS SAINT-ESPRIT VIENS SAINT-ESPRIT 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IL SUFFIT D'UN SEUL INSTANT UN SEUL TOUCHER DE TOI</a:t>
            </a:r>
          </a:p>
          <a:p>
            <a:r>
              <a:rPr lang="fr-FR" smtClean="0"/>
              <a:t>     All it takes is one moment, And just one touch from You</a:t>
            </a:r>
          </a:p>
          <a:p>
            <a:r>
              <a:rPr lang="fr-FR" smtClean="0"/>
              <a:t>
2-  J'ABANDONNE TOUTE DISTRACTION</a:t>
            </a:r>
          </a:p>
          <a:p>
            <a:r>
              <a:rPr lang="fr-FR" smtClean="0"/>
              <a:t>     I put aside all distractions</a:t>
            </a:r>
          </a:p>
          <a:p>
            <a:r>
              <a:rPr lang="fr-FR" smtClean="0"/>
              <a:t>
3-  JE SUIS LÀ POUR TOI RIEN QUE POUR TOI</a:t>
            </a:r>
          </a:p>
          <a:p>
            <a:r>
              <a:rPr lang="fr-FR" smtClean="0"/>
              <a:t>      I came for You, I came for You</a:t>
            </a:r>
          </a:p>
          <a:p>
            <a:r>
              <a:rPr lang="fr-FR" smtClean="0"/>
              <a:t>
4-  J'AI BESOIN PLUS QUE JAMAIS D'ÊTRE COMBLÉ PAR TOI </a:t>
            </a:r>
          </a:p>
          <a:p>
            <a:r>
              <a:rPr lang="fr-FR" smtClean="0"/>
              <a:t>       I need You more than ever Nothing else satisfies</a:t>
            </a:r>
          </a:p>
          <a:p>
            <a:r>
              <a:rPr lang="fr-FR" smtClean="0"/>
              <a:t>
5-  TOUTE MA VIE, JE TE SOUMETS </a:t>
            </a:r>
          </a:p>
          <a:p>
            <a:r>
              <a:rPr lang="fr-FR" smtClean="0"/>
              <a:t>      All my life I surrender</a:t>
            </a:r>
          </a:p>
          <a:p>
            <a:r>
              <a:rPr lang="fr-FR" smtClean="0"/>
              <a:t>
6-  JE VIS POUR TOI, JE VIS POUR TOI</a:t>
            </a:r>
          </a:p>
          <a:p>
            <a:r>
              <a:rPr lang="fr-FR" smtClean="0"/>
              <a:t>     I'll live for You, I'll live for You</a:t>
            </a:r>
          </a:p>
          <a:p>
            <a:r>
              <a:rPr lang="fr-FR" smtClean="0"/>
              <a:t>
7-  JE SUIS LÀ POUR TOI JE SUIS LÀ POUR TOI</a:t>
            </a:r>
          </a:p>
          <a:p>
            <a:r>
              <a:rPr lang="fr-FR" smtClean="0"/>
              <a:t>      I came for You, I came for You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1
	8-  Ô BIENVENUE, CHER SAINT-ESPRIT MANIFESTE-TOI ICI </a:t>
            </a:r>
          </a:p>
          <a:p>
            <a:r>
              <a:rPr lang="fr-FR" smtClean="0"/>
              <a:t>                              Holy Spirit, You are welcome Come and move upon this place</a:t>
            </a:r>
          </a:p>
          <a:p>
            <a:r>
              <a:rPr lang="fr-FR" smtClean="0"/>
              <a:t>
	9-  NOUS DÉSIRONS À NOUVEAU TE RENCONTRER </a:t>
            </a:r>
          </a:p>
          <a:p>
            <a:r>
              <a:rPr lang="fr-FR" smtClean="0"/>
              <a:t>                             We desire an encounter once again</a:t>
            </a:r>
          </a:p>
          <a:p>
            <a:r>
              <a:rPr lang="fr-FR" smtClean="0"/>
              <a:t>
	10-  VIENS SAINT-ESPRIT VIENS SAINT-ESPRIT     x2</a:t>
            </a:r>
          </a:p>
          <a:p>
            <a:r>
              <a:rPr lang="fr-FR" smtClean="0"/>
              <a:t>                                Holy Spirit, Holy Spirit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COUPLET 2</a:t>
            </a:r>
          </a:p>
          <a:p>
            <a:r>
              <a:rPr lang="fr-FR" smtClean="0"/>
              <a:t>11-  MON CŒUR EST OUVERT ENFIN ET JE SUIS PRÊT POUR TOI </a:t>
            </a:r>
          </a:p>
          <a:p>
            <a:r>
              <a:rPr lang="fr-FR" smtClean="0"/>
              <a:t>        Now that my heart is open I am ready for You</a:t>
            </a:r>
          </a:p>
          <a:p>
            <a:r>
              <a:rPr lang="fr-FR" smtClean="0"/>
              <a:t>
12-  JÉSUS, EMMÈNE-MOI PLUS LOIN </a:t>
            </a:r>
          </a:p>
          <a:p>
            <a:r>
              <a:rPr lang="fr-FR" smtClean="0"/>
              <a:t>       Jesus, take me deeper</a:t>
            </a:r>
          </a:p>
          <a:p>
            <a:r>
              <a:rPr lang="fr-FR" smtClean="0"/>
              <a:t>
13-  JE SUIS LÀ POUR TOI RIEN QUE POUR TOI    x2</a:t>
            </a:r>
          </a:p>
          <a:p>
            <a:r>
              <a:rPr lang="fr-FR" smtClean="0"/>
              <a:t>        I came for You, I came for You</a:t>
            </a:r>
          </a:p>
          <a:p>
            <a:endParaRPr lang="fr-FR" smtClean="0"/>
          </a:p>
          <a:p>
            <a:r>
              <a:rPr lang="fr-FR" smtClean="0"/>
              <a:t>	REFRAIN 2
	14-  Ô BIENVENUE, CHER SAINT-ESPRIT MANIFESTE-TOI ICI </a:t>
            </a:r>
          </a:p>
          <a:p>
            <a:r>
              <a:rPr lang="fr-FR" smtClean="0"/>
              <a:t>                                Holy Spirit, You are welcome Come and move upon this place</a:t>
            </a:r>
          </a:p>
          <a:p>
            <a:r>
              <a:rPr lang="fr-FR" smtClean="0"/>
              <a:t>
	15-  NOUS DÉSIRONS À NOUVEAU TE RENCONTRER </a:t>
            </a:r>
          </a:p>
          <a:p>
            <a:r>
              <a:rPr lang="fr-FR" smtClean="0"/>
              <a:t>                                We desire an encounter once again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16-  RÉPANDS TON FEU ET TA PUISSANCE POUR NOUS CHANGER À JAMAIS </a:t>
            </a:r>
          </a:p>
          <a:p>
            <a:r>
              <a:rPr lang="fr-FR" smtClean="0"/>
              <a:t>	        Send your fire, release Your power So we'll never be the same</a:t>
            </a:r>
          </a:p>
          <a:p>
            <a:r>
              <a:rPr lang="fr-FR" smtClean="0"/>
              <a:t>
	17-  NOUS DÉSIRONS À NOUVEAU TE RENCONTRER </a:t>
            </a:r>
          </a:p>
          <a:p>
            <a:r>
              <a:rPr lang="fr-FR" smtClean="0"/>
              <a:t>                               We desire an encounter once again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PONT
	18-  PRENDS LA PLACE, OUI PRENDS TOUT RÉPANDS TON ESPRIT SUR NOUS </a:t>
            </a:r>
          </a:p>
          <a:p>
            <a:r>
              <a:rPr lang="fr-FR" smtClean="0"/>
              <a:t>	       We make way, we make room</a:t>
            </a:r>
          </a:p>
          <a:p>
            <a:r>
              <a:rPr lang="fr-FR" smtClean="0"/>
              <a:t>
	19-  FAIS CE QUE TU VOUDRAS SEIGNEUR NOUS SOMMES ICI POUR TOI </a:t>
            </a:r>
          </a:p>
          <a:p>
            <a:r>
              <a:rPr lang="fr-FR" smtClean="0"/>
              <a:t>	        Lord we have come for You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2</a:t>
            </a:r>
          </a:p>
          <a:p>
            <a:r>
              <a:rPr lang="fr-FR" smtClean="0"/>
              <a:t>
	20-  VIENS SAINT-ESPRIT VIENS SAINT-ESPRIT  </a:t>
            </a:r>
          </a:p>
          <a:p>
            <a:endParaRPr lang="fr-FR" smtClean="0"/>
          </a:p>
          <a:p>
            <a:r>
              <a:rPr lang="fr-FR" smtClean="0"/>
              <a:t>	PONT
</a:t>
            </a:r>
          </a:p>
        </p:txBody>
      </p:sp>
    </p:spTree>
    <p:extLst>
      <p:ext uri="{BB962C8B-B14F-4D97-AF65-F5344CB8AC3E}">
        <p14:creationId xmlns:p14="http://schemas.microsoft.com/office/powerpoint/2010/main" xmlns="" val="24700978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SUFFIT D'UN SEUL INSTANT UN SEUL TOUCHER DE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All it takes is one moment, And just one touch from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J'ABANDONNE TOUTE DISTRACTION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I put aside all distractions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JE SUIS LÀ POUR TOI RIEN QUE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I came for You, I came for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J'AI BESOIN PLUS QUE JAMAIS D'ÊTRE COMBLÉ PAR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I need You more than ever Nothing else satisfies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TOUTE MA VIE, JE TE SOUMETS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All my life I surrender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JE VIS POUR TOI, JE VIS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I'll live for You, I'll live for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7-  JE SUIS LÀ POUR TOI JE SUIS LÀ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1
	8-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Holy Spirit, You are welcome Come and move upon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9-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We desire an encounter once again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VIENS SAINT-ESPRIT VIENS SAINT-ESPRIT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Holy Spirit, Holy Spirit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MON CŒUR EST OUVERT ENFIN ET JE SUIS PRÊT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Now that my heart is open I am ready for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12-  JÉSUS, EMMÈNE-MOI PLUS LOIN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Jesus, take me deeper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13-  JE SUIS LÀ POUR TOI RIEN QUE POUR TOI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
	14-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Holy Spirit, You are welcome Come and move upon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15-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We desire an encounter once again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16-  RÉPANDS TON FEU ET TA PUISSANCE POUR NOUS CHANGER À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   Send your fire, release Your power So we'll never be the same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17-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We desire an encounter once again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	18-  PRENDS LA PLACE, OUI PRENDS TOUT RÉPANDS TON ESPRIT SUR NOUS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  We make way, we make room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19-  FAIS CE QUE TU VOUDRAS SEIGNEUR NOUS SOMMES ICI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   Lord we have come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20-  VIENS SAINT-ESPRIT VIENS SAINT-ESPRIT 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IL SUFFIT D'UN SEUL INSTANT UN SEUL TOUCHER DE TOI</a:t>
            </a:r>
          </a:p>
          <a:p>
            <a:r>
              <a:rPr lang="fr-FR" smtClean="0"/>
              <a:t>     All it takes is one moment, And just one touch from You</a:t>
            </a:r>
          </a:p>
          <a:p>
            <a:r>
              <a:rPr lang="fr-FR" smtClean="0"/>
              <a:t>
2-  J'ABANDONNE TOUTE DISTRACTION</a:t>
            </a:r>
          </a:p>
          <a:p>
            <a:r>
              <a:rPr lang="fr-FR" smtClean="0"/>
              <a:t>     I put aside all distractions</a:t>
            </a:r>
          </a:p>
          <a:p>
            <a:r>
              <a:rPr lang="fr-FR" smtClean="0"/>
              <a:t>
3-  JE SUIS LÀ POUR TOI RIEN QUE POUR TOI</a:t>
            </a:r>
          </a:p>
          <a:p>
            <a:r>
              <a:rPr lang="fr-FR" smtClean="0"/>
              <a:t>      I came for You, I came for You</a:t>
            </a:r>
          </a:p>
          <a:p>
            <a:r>
              <a:rPr lang="fr-FR" smtClean="0"/>
              <a:t>
4-  J'AI BESOIN PLUS QUE JAMAIS D'ÊTRE COMBLÉ PAR TOI </a:t>
            </a:r>
          </a:p>
          <a:p>
            <a:r>
              <a:rPr lang="fr-FR" smtClean="0"/>
              <a:t>       I need You more than ever Nothing else satisfies</a:t>
            </a:r>
          </a:p>
          <a:p>
            <a:r>
              <a:rPr lang="fr-FR" smtClean="0"/>
              <a:t>
5-  TOUTE MA VIE, JE TE SOUMETS </a:t>
            </a:r>
          </a:p>
          <a:p>
            <a:r>
              <a:rPr lang="fr-FR" smtClean="0"/>
              <a:t>      All my life I surrender</a:t>
            </a:r>
          </a:p>
          <a:p>
            <a:r>
              <a:rPr lang="fr-FR" smtClean="0"/>
              <a:t>
6-  JE VIS POUR TOI, JE VIS POUR TOI</a:t>
            </a:r>
          </a:p>
          <a:p>
            <a:r>
              <a:rPr lang="fr-FR" smtClean="0"/>
              <a:t>     I'll live for You, I'll live for You</a:t>
            </a:r>
          </a:p>
          <a:p>
            <a:r>
              <a:rPr lang="fr-FR" smtClean="0"/>
              <a:t>
7-  JE SUIS LÀ POUR TOI JE SUIS LÀ POUR TOI</a:t>
            </a:r>
          </a:p>
          <a:p>
            <a:r>
              <a:rPr lang="fr-FR" smtClean="0"/>
              <a:t>      I came for You, I came for You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1
	8-  Ô BIENVENUE, CHER SAINT-ESPRIT MANIFESTE-TOI ICI </a:t>
            </a:r>
          </a:p>
          <a:p>
            <a:r>
              <a:rPr lang="fr-FR" smtClean="0"/>
              <a:t>                              Holy Spirit, You are welcome Come and move upon this place</a:t>
            </a:r>
          </a:p>
          <a:p>
            <a:r>
              <a:rPr lang="fr-FR" smtClean="0"/>
              <a:t>
	9-  NOUS DÉSIRONS À NOUVEAU TE RENCONTRER </a:t>
            </a:r>
          </a:p>
          <a:p>
            <a:r>
              <a:rPr lang="fr-FR" smtClean="0"/>
              <a:t>                             We desire an encounter once again</a:t>
            </a:r>
          </a:p>
          <a:p>
            <a:r>
              <a:rPr lang="fr-FR" smtClean="0"/>
              <a:t>
	10-  VIENS SAINT-ESPRIT VIENS SAINT-ESPRIT     x2</a:t>
            </a:r>
          </a:p>
          <a:p>
            <a:r>
              <a:rPr lang="fr-FR" smtClean="0"/>
              <a:t>                                Holy Spirit, Holy Spirit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COUPLET 2</a:t>
            </a:r>
          </a:p>
          <a:p>
            <a:r>
              <a:rPr lang="fr-FR" smtClean="0"/>
              <a:t>11-  MON CŒUR EST OUVERT ENFIN ET JE SUIS PRÊT POUR TOI </a:t>
            </a:r>
          </a:p>
          <a:p>
            <a:r>
              <a:rPr lang="fr-FR" smtClean="0"/>
              <a:t>        Now that my heart is open I am ready for You</a:t>
            </a:r>
          </a:p>
          <a:p>
            <a:r>
              <a:rPr lang="fr-FR" smtClean="0"/>
              <a:t>
12-  JÉSUS, EMMÈNE-MOI PLUS LOIN </a:t>
            </a:r>
          </a:p>
          <a:p>
            <a:r>
              <a:rPr lang="fr-FR" smtClean="0"/>
              <a:t>       Jesus, take me deeper</a:t>
            </a:r>
          </a:p>
          <a:p>
            <a:r>
              <a:rPr lang="fr-FR" smtClean="0"/>
              <a:t>
13-  JE SUIS LÀ POUR TOI RIEN QUE POUR TOI    x2</a:t>
            </a:r>
          </a:p>
          <a:p>
            <a:r>
              <a:rPr lang="fr-FR" smtClean="0"/>
              <a:t>        I came for You, I came for You</a:t>
            </a:r>
          </a:p>
          <a:p>
            <a:endParaRPr lang="fr-FR" smtClean="0"/>
          </a:p>
          <a:p>
            <a:r>
              <a:rPr lang="fr-FR" smtClean="0"/>
              <a:t>	REFRAIN 2
	14-  Ô BIENVENUE, CHER SAINT-ESPRIT MANIFESTE-TOI ICI </a:t>
            </a:r>
          </a:p>
          <a:p>
            <a:r>
              <a:rPr lang="fr-FR" smtClean="0"/>
              <a:t>                                Holy Spirit, You are welcome Come and move upon this place</a:t>
            </a:r>
          </a:p>
          <a:p>
            <a:r>
              <a:rPr lang="fr-FR" smtClean="0"/>
              <a:t>
	15-  NOUS DÉSIRONS À NOUVEAU TE RENCONTRER </a:t>
            </a:r>
          </a:p>
          <a:p>
            <a:r>
              <a:rPr lang="fr-FR" smtClean="0"/>
              <a:t>                                We desire an encounter once again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16-  RÉPANDS TON FEU ET TA PUISSANCE POUR NOUS CHANGER À JAMAIS </a:t>
            </a:r>
          </a:p>
          <a:p>
            <a:r>
              <a:rPr lang="fr-FR" smtClean="0"/>
              <a:t>	        Send your fire, release Your power So we'll never be the same</a:t>
            </a:r>
          </a:p>
          <a:p>
            <a:r>
              <a:rPr lang="fr-FR" smtClean="0"/>
              <a:t>
	17-  NOUS DÉSIRONS À NOUVEAU TE RENCONTRER </a:t>
            </a:r>
          </a:p>
          <a:p>
            <a:r>
              <a:rPr lang="fr-FR" smtClean="0"/>
              <a:t>                               We desire an encounter once again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PONT
	18-  PRENDS LA PLACE, OUI PRENDS TOUT RÉPANDS TON ESPRIT SUR NOUS </a:t>
            </a:r>
          </a:p>
          <a:p>
            <a:r>
              <a:rPr lang="fr-FR" smtClean="0"/>
              <a:t>	       We make way, we make room</a:t>
            </a:r>
          </a:p>
          <a:p>
            <a:r>
              <a:rPr lang="fr-FR" smtClean="0"/>
              <a:t>
	19-  FAIS CE QUE TU VOUDRAS SEIGNEUR NOUS SOMMES ICI POUR TOI </a:t>
            </a:r>
          </a:p>
          <a:p>
            <a:r>
              <a:rPr lang="fr-FR" smtClean="0"/>
              <a:t>	        Lord we have come for You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2</a:t>
            </a:r>
          </a:p>
          <a:p>
            <a:r>
              <a:rPr lang="fr-FR" smtClean="0"/>
              <a:t>
	20-  VIENS SAINT-ESPRIT VIENS SAINT-ESPRIT  </a:t>
            </a:r>
          </a:p>
          <a:p>
            <a:endParaRPr lang="fr-FR" smtClean="0"/>
          </a:p>
          <a:p>
            <a:r>
              <a:rPr lang="fr-FR" smtClean="0"/>
              <a:t>	PONT
</a:t>
            </a:r>
          </a:p>
        </p:txBody>
      </p:sp>
    </p:spTree>
    <p:extLst>
      <p:ext uri="{BB962C8B-B14F-4D97-AF65-F5344CB8AC3E}">
        <p14:creationId xmlns:p14="http://schemas.microsoft.com/office/powerpoint/2010/main" xmlns="" val="23509499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SUFFIT D'UN SEUL INSTANT UN SEUL TOUCHER DE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All it takes is one moment, And just one touch from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J'ABANDONNE TOUTE DISTRACTION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I put aside all distractions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JE SUIS LÀ POUR TOI RIEN QUE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I came for You, I came for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J'AI BESOIN PLUS QUE JAMAIS D'ÊTRE COMBLÉ PAR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I need You more than ever Nothing else satisfies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TOUTE MA VIE, JE TE SOUMETS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All my life I surrender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JE VIS POUR TOI, JE VIS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I'll live for You, I'll live for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7-  JE SUIS LÀ POUR TOI JE SUIS LÀ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1
	8-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Holy Spirit, You are welcome Come and move upon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9-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We desire an encounter once again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VIENS SAINT-ESPRIT VIENS SAINT-ESPRIT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Holy Spirit, Holy Spirit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MON CŒUR EST OUVERT ENFIN ET JE SUIS PRÊT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Now that my heart is open I am ready for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12-  JÉSUS, EMMÈNE-MOI PLUS LOIN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Jesus, take me deeper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13-  JE SUIS LÀ POUR TOI RIEN QUE POUR TOI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
	14-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Holy Spirit, You are welcome Come and move upon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15-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We desire an encounter once again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16-  RÉPANDS TON FEU ET TA PUISSANCE POUR NOUS CHANGER À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   Send your fire, release Your power So we'll never be the same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17-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We desire an encounter once again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	18-  PRENDS LA PLACE, OUI PRENDS TOUT RÉPANDS TON ESPRIT SUR NOUS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  We make way, we make room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19-  FAIS CE QUE TU VOUDRAS SEIGNEUR NOUS SOMMES ICI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   Lord we have come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20-  VIENS SAINT-ESPRIT VIENS SAINT-ESPRIT 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IL SUFFIT D'UN SEUL INSTANT UN SEUL TOUCHER DE TOI</a:t>
            </a:r>
          </a:p>
          <a:p>
            <a:r>
              <a:rPr lang="fr-FR" smtClean="0"/>
              <a:t>     All it takes is one moment, And just one touch from You</a:t>
            </a:r>
          </a:p>
          <a:p>
            <a:r>
              <a:rPr lang="fr-FR" smtClean="0"/>
              <a:t>
2-  J'ABANDONNE TOUTE DISTRACTION</a:t>
            </a:r>
          </a:p>
          <a:p>
            <a:r>
              <a:rPr lang="fr-FR" smtClean="0"/>
              <a:t>     I put aside all distractions</a:t>
            </a:r>
          </a:p>
          <a:p>
            <a:r>
              <a:rPr lang="fr-FR" smtClean="0"/>
              <a:t>
3-  JE SUIS LÀ POUR TOI RIEN QUE POUR TOI</a:t>
            </a:r>
          </a:p>
          <a:p>
            <a:r>
              <a:rPr lang="fr-FR" smtClean="0"/>
              <a:t>      I came for You, I came for You</a:t>
            </a:r>
          </a:p>
          <a:p>
            <a:r>
              <a:rPr lang="fr-FR" smtClean="0"/>
              <a:t>
4-  J'AI BESOIN PLUS QUE JAMAIS D'ÊTRE COMBLÉ PAR TOI </a:t>
            </a:r>
          </a:p>
          <a:p>
            <a:r>
              <a:rPr lang="fr-FR" smtClean="0"/>
              <a:t>       I need You more than ever Nothing else satisfies</a:t>
            </a:r>
          </a:p>
          <a:p>
            <a:r>
              <a:rPr lang="fr-FR" smtClean="0"/>
              <a:t>
5-  TOUTE MA VIE, JE TE SOUMETS </a:t>
            </a:r>
          </a:p>
          <a:p>
            <a:r>
              <a:rPr lang="fr-FR" smtClean="0"/>
              <a:t>      All my life I surrender</a:t>
            </a:r>
          </a:p>
          <a:p>
            <a:r>
              <a:rPr lang="fr-FR" smtClean="0"/>
              <a:t>
6-  JE VIS POUR TOI, JE VIS POUR TOI</a:t>
            </a:r>
          </a:p>
          <a:p>
            <a:r>
              <a:rPr lang="fr-FR" smtClean="0"/>
              <a:t>     I'll live for You, I'll live for You</a:t>
            </a:r>
          </a:p>
          <a:p>
            <a:r>
              <a:rPr lang="fr-FR" smtClean="0"/>
              <a:t>
7-  JE SUIS LÀ POUR TOI JE SUIS LÀ POUR TOI</a:t>
            </a:r>
          </a:p>
          <a:p>
            <a:r>
              <a:rPr lang="fr-FR" smtClean="0"/>
              <a:t>      I came for You, I came for You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1
	8-  Ô BIENVENUE, CHER SAINT-ESPRIT MANIFESTE-TOI ICI </a:t>
            </a:r>
          </a:p>
          <a:p>
            <a:r>
              <a:rPr lang="fr-FR" smtClean="0"/>
              <a:t>                              Holy Spirit, You are welcome Come and move upon this place</a:t>
            </a:r>
          </a:p>
          <a:p>
            <a:r>
              <a:rPr lang="fr-FR" smtClean="0"/>
              <a:t>
	9-  NOUS DÉSIRONS À NOUVEAU TE RENCONTRER </a:t>
            </a:r>
          </a:p>
          <a:p>
            <a:r>
              <a:rPr lang="fr-FR" smtClean="0"/>
              <a:t>                             We desire an encounter once again</a:t>
            </a:r>
          </a:p>
          <a:p>
            <a:r>
              <a:rPr lang="fr-FR" smtClean="0"/>
              <a:t>
	10-  VIENS SAINT-ESPRIT VIENS SAINT-ESPRIT     x2</a:t>
            </a:r>
          </a:p>
          <a:p>
            <a:r>
              <a:rPr lang="fr-FR" smtClean="0"/>
              <a:t>                                Holy Spirit, Holy Spirit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COUPLET 2</a:t>
            </a:r>
          </a:p>
          <a:p>
            <a:r>
              <a:rPr lang="fr-FR" smtClean="0"/>
              <a:t>11-  MON CŒUR EST OUVERT ENFIN ET JE SUIS PRÊT POUR TOI </a:t>
            </a:r>
          </a:p>
          <a:p>
            <a:r>
              <a:rPr lang="fr-FR" smtClean="0"/>
              <a:t>        Now that my heart is open I am ready for You</a:t>
            </a:r>
          </a:p>
          <a:p>
            <a:r>
              <a:rPr lang="fr-FR" smtClean="0"/>
              <a:t>
12-  JÉSUS, EMMÈNE-MOI PLUS LOIN </a:t>
            </a:r>
          </a:p>
          <a:p>
            <a:r>
              <a:rPr lang="fr-FR" smtClean="0"/>
              <a:t>       Jesus, take me deeper</a:t>
            </a:r>
          </a:p>
          <a:p>
            <a:r>
              <a:rPr lang="fr-FR" smtClean="0"/>
              <a:t>
13-  JE SUIS LÀ POUR TOI RIEN QUE POUR TOI    x2</a:t>
            </a:r>
          </a:p>
          <a:p>
            <a:r>
              <a:rPr lang="fr-FR" smtClean="0"/>
              <a:t>        I came for You, I came for You</a:t>
            </a:r>
          </a:p>
          <a:p>
            <a:endParaRPr lang="fr-FR" smtClean="0"/>
          </a:p>
          <a:p>
            <a:r>
              <a:rPr lang="fr-FR" smtClean="0"/>
              <a:t>	REFRAIN 2
	14-  Ô BIENVENUE, CHER SAINT-ESPRIT MANIFESTE-TOI ICI </a:t>
            </a:r>
          </a:p>
          <a:p>
            <a:r>
              <a:rPr lang="fr-FR" smtClean="0"/>
              <a:t>                                Holy Spirit, You are welcome Come and move upon this place</a:t>
            </a:r>
          </a:p>
          <a:p>
            <a:r>
              <a:rPr lang="fr-FR" smtClean="0"/>
              <a:t>
	15-  NOUS DÉSIRONS À NOUVEAU TE RENCONTRER </a:t>
            </a:r>
          </a:p>
          <a:p>
            <a:r>
              <a:rPr lang="fr-FR" smtClean="0"/>
              <a:t>                                We desire an encounter once again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16-  RÉPANDS TON FEU ET TA PUISSANCE POUR NOUS CHANGER À JAMAIS </a:t>
            </a:r>
          </a:p>
          <a:p>
            <a:r>
              <a:rPr lang="fr-FR" smtClean="0"/>
              <a:t>	        Send your fire, release Your power So we'll never be the same</a:t>
            </a:r>
          </a:p>
          <a:p>
            <a:r>
              <a:rPr lang="fr-FR" smtClean="0"/>
              <a:t>
	17-  NOUS DÉSIRONS À NOUVEAU TE RENCONTRER </a:t>
            </a:r>
          </a:p>
          <a:p>
            <a:r>
              <a:rPr lang="fr-FR" smtClean="0"/>
              <a:t>                               We desire an encounter once again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PONT
	18-  PRENDS LA PLACE, OUI PRENDS TOUT RÉPANDS TON ESPRIT SUR NOUS </a:t>
            </a:r>
          </a:p>
          <a:p>
            <a:r>
              <a:rPr lang="fr-FR" smtClean="0"/>
              <a:t>	       We make way, we make room</a:t>
            </a:r>
          </a:p>
          <a:p>
            <a:r>
              <a:rPr lang="fr-FR" smtClean="0"/>
              <a:t>
	19-  FAIS CE QUE TU VOUDRAS SEIGNEUR NOUS SOMMES ICI POUR TOI </a:t>
            </a:r>
          </a:p>
          <a:p>
            <a:r>
              <a:rPr lang="fr-FR" smtClean="0"/>
              <a:t>	        Lord we have come for You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2</a:t>
            </a:r>
          </a:p>
          <a:p>
            <a:r>
              <a:rPr lang="fr-FR" smtClean="0"/>
              <a:t>
	20-  VIENS SAINT-ESPRIT VIENS SAINT-ESPRIT  </a:t>
            </a:r>
          </a:p>
          <a:p>
            <a:endParaRPr lang="fr-FR" smtClean="0"/>
          </a:p>
          <a:p>
            <a:r>
              <a:rPr lang="fr-FR" smtClean="0"/>
              <a:t>	PONT
</a:t>
            </a:r>
          </a:p>
        </p:txBody>
      </p:sp>
    </p:spTree>
    <p:extLst>
      <p:ext uri="{BB962C8B-B14F-4D97-AF65-F5344CB8AC3E}">
        <p14:creationId xmlns:p14="http://schemas.microsoft.com/office/powerpoint/2010/main" xmlns="" val="25065305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SUFFIT D'UN SEUL INSTANT UN SEUL TOUCHER DE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All it takes is one moment, And just one touch from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J'ABANDONNE TOUTE DISTRACTION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I put aside all distractions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JE SUIS LÀ POUR TOI RIEN QUE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I came for You, I came for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J'AI BESOIN PLUS QUE JAMAIS D'ÊTRE COMBLÉ PAR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I need You more than ever Nothing else satisfies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TOUTE MA VIE, JE TE SOUMETS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All my life I surrender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JE VIS POUR TOI, JE VIS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I'll live for You, I'll live for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7-  JE SUIS LÀ POUR TOI JE SUIS LÀ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1
	8-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Holy Spirit, You are welcome Come and move upon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9-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We desire an encounter once again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VIENS SAINT-ESPRIT VIENS SAINT-ESPRIT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Holy Spirit, Holy Spirit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MON CŒUR EST OUVERT ENFIN ET JE SUIS PRÊT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Now that my heart is open I am ready for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12-  JÉSUS, EMMÈNE-MOI PLUS LOIN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Jesus, take me deeper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13-  JE SUIS LÀ POUR TOI RIEN QUE POUR TOI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
	14-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Holy Spirit, You are welcome Come and move upon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15-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We desire an encounter once again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16-  RÉPANDS TON FEU ET TA PUISSANCE POUR NOUS CHANGER À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   Send your fire, release Your power So we'll never be the same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17-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We desire an encounter once again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	18-  PRENDS LA PLACE, OUI PRENDS TOUT RÉPANDS TON ESPRIT SUR NOUS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  We make way, we make room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19-  FAIS CE QUE TU VOUDRAS SEIGNEUR NOUS SOMMES ICI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   Lord we have come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20-  VIENS SAINT-ESPRIT VIENS SAINT-ESPRIT 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IL SUFFIT D'UN SEUL INSTANT UN SEUL TOUCHER DE TOI</a:t>
            </a:r>
          </a:p>
          <a:p>
            <a:r>
              <a:rPr lang="fr-FR" smtClean="0"/>
              <a:t>     All it takes is one moment, And just one touch from You</a:t>
            </a:r>
          </a:p>
          <a:p>
            <a:r>
              <a:rPr lang="fr-FR" smtClean="0"/>
              <a:t>
2-  J'ABANDONNE TOUTE DISTRACTION</a:t>
            </a:r>
          </a:p>
          <a:p>
            <a:r>
              <a:rPr lang="fr-FR" smtClean="0"/>
              <a:t>     I put aside all distractions</a:t>
            </a:r>
          </a:p>
          <a:p>
            <a:r>
              <a:rPr lang="fr-FR" smtClean="0"/>
              <a:t>
3-  JE SUIS LÀ POUR TOI RIEN QUE POUR TOI</a:t>
            </a:r>
          </a:p>
          <a:p>
            <a:r>
              <a:rPr lang="fr-FR" smtClean="0"/>
              <a:t>      I came for You, I came for You</a:t>
            </a:r>
          </a:p>
          <a:p>
            <a:r>
              <a:rPr lang="fr-FR" smtClean="0"/>
              <a:t>
4-  J'AI BESOIN PLUS QUE JAMAIS D'ÊTRE COMBLÉ PAR TOI </a:t>
            </a:r>
          </a:p>
          <a:p>
            <a:r>
              <a:rPr lang="fr-FR" smtClean="0"/>
              <a:t>       I need You more than ever Nothing else satisfies</a:t>
            </a:r>
          </a:p>
          <a:p>
            <a:r>
              <a:rPr lang="fr-FR" smtClean="0"/>
              <a:t>
5-  TOUTE MA VIE, JE TE SOUMETS </a:t>
            </a:r>
          </a:p>
          <a:p>
            <a:r>
              <a:rPr lang="fr-FR" smtClean="0"/>
              <a:t>      All my life I surrender</a:t>
            </a:r>
          </a:p>
          <a:p>
            <a:r>
              <a:rPr lang="fr-FR" smtClean="0"/>
              <a:t>
6-  JE VIS POUR TOI, JE VIS POUR TOI</a:t>
            </a:r>
          </a:p>
          <a:p>
            <a:r>
              <a:rPr lang="fr-FR" smtClean="0"/>
              <a:t>     I'll live for You, I'll live for You</a:t>
            </a:r>
          </a:p>
          <a:p>
            <a:r>
              <a:rPr lang="fr-FR" smtClean="0"/>
              <a:t>
7-  JE SUIS LÀ POUR TOI JE SUIS LÀ POUR TOI</a:t>
            </a:r>
          </a:p>
          <a:p>
            <a:r>
              <a:rPr lang="fr-FR" smtClean="0"/>
              <a:t>      I came for You, I came for You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1
	8-  Ô BIENVENUE, CHER SAINT-ESPRIT MANIFESTE-TOI ICI </a:t>
            </a:r>
          </a:p>
          <a:p>
            <a:r>
              <a:rPr lang="fr-FR" smtClean="0"/>
              <a:t>                              Holy Spirit, You are welcome Come and move upon this place</a:t>
            </a:r>
          </a:p>
          <a:p>
            <a:r>
              <a:rPr lang="fr-FR" smtClean="0"/>
              <a:t>
	9-  NOUS DÉSIRONS À NOUVEAU TE RENCONTRER </a:t>
            </a:r>
          </a:p>
          <a:p>
            <a:r>
              <a:rPr lang="fr-FR" smtClean="0"/>
              <a:t>                             We desire an encounter once again</a:t>
            </a:r>
          </a:p>
          <a:p>
            <a:r>
              <a:rPr lang="fr-FR" smtClean="0"/>
              <a:t>
	10-  VIENS SAINT-ESPRIT VIENS SAINT-ESPRIT     x2</a:t>
            </a:r>
          </a:p>
          <a:p>
            <a:r>
              <a:rPr lang="fr-FR" smtClean="0"/>
              <a:t>                                Holy Spirit, Holy Spirit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COUPLET 2</a:t>
            </a:r>
          </a:p>
          <a:p>
            <a:r>
              <a:rPr lang="fr-FR" smtClean="0"/>
              <a:t>11-  MON CŒUR EST OUVERT ENFIN ET JE SUIS PRÊT POUR TOI </a:t>
            </a:r>
          </a:p>
          <a:p>
            <a:r>
              <a:rPr lang="fr-FR" smtClean="0"/>
              <a:t>        Now that my heart is open I am ready for You</a:t>
            </a:r>
          </a:p>
          <a:p>
            <a:r>
              <a:rPr lang="fr-FR" smtClean="0"/>
              <a:t>
12-  JÉSUS, EMMÈNE-MOI PLUS LOIN </a:t>
            </a:r>
          </a:p>
          <a:p>
            <a:r>
              <a:rPr lang="fr-FR" smtClean="0"/>
              <a:t>       Jesus, take me deeper</a:t>
            </a:r>
          </a:p>
          <a:p>
            <a:r>
              <a:rPr lang="fr-FR" smtClean="0"/>
              <a:t>
13-  JE SUIS LÀ POUR TOI RIEN QUE POUR TOI    x2</a:t>
            </a:r>
          </a:p>
          <a:p>
            <a:r>
              <a:rPr lang="fr-FR" smtClean="0"/>
              <a:t>        I came for You, I came for You</a:t>
            </a:r>
          </a:p>
          <a:p>
            <a:endParaRPr lang="fr-FR" smtClean="0"/>
          </a:p>
          <a:p>
            <a:r>
              <a:rPr lang="fr-FR" smtClean="0"/>
              <a:t>	REFRAIN 2
	14-  Ô BIENVENUE, CHER SAINT-ESPRIT MANIFESTE-TOI ICI </a:t>
            </a:r>
          </a:p>
          <a:p>
            <a:r>
              <a:rPr lang="fr-FR" smtClean="0"/>
              <a:t>                                Holy Spirit, You are welcome Come and move upon this place</a:t>
            </a:r>
          </a:p>
          <a:p>
            <a:r>
              <a:rPr lang="fr-FR" smtClean="0"/>
              <a:t>
	15-  NOUS DÉSIRONS À NOUVEAU TE RENCONTRER </a:t>
            </a:r>
          </a:p>
          <a:p>
            <a:r>
              <a:rPr lang="fr-FR" smtClean="0"/>
              <a:t>                                We desire an encounter once again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16-  RÉPANDS TON FEU ET TA PUISSANCE POUR NOUS CHANGER À JAMAIS </a:t>
            </a:r>
          </a:p>
          <a:p>
            <a:r>
              <a:rPr lang="fr-FR" smtClean="0"/>
              <a:t>	        Send your fire, release Your power So we'll never be the same</a:t>
            </a:r>
          </a:p>
          <a:p>
            <a:r>
              <a:rPr lang="fr-FR" smtClean="0"/>
              <a:t>
	17-  NOUS DÉSIRONS À NOUVEAU TE RENCONTRER </a:t>
            </a:r>
          </a:p>
          <a:p>
            <a:r>
              <a:rPr lang="fr-FR" smtClean="0"/>
              <a:t>                               We desire an encounter once again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PONT
	18-  PRENDS LA PLACE, OUI PRENDS TOUT RÉPANDS TON ESPRIT SUR NOUS </a:t>
            </a:r>
          </a:p>
          <a:p>
            <a:r>
              <a:rPr lang="fr-FR" smtClean="0"/>
              <a:t>	       We make way, we make room</a:t>
            </a:r>
          </a:p>
          <a:p>
            <a:r>
              <a:rPr lang="fr-FR" smtClean="0"/>
              <a:t>
	19-  FAIS CE QUE TU VOUDRAS SEIGNEUR NOUS SOMMES ICI POUR TOI </a:t>
            </a:r>
          </a:p>
          <a:p>
            <a:r>
              <a:rPr lang="fr-FR" smtClean="0"/>
              <a:t>	        Lord we have come for You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2</a:t>
            </a:r>
          </a:p>
          <a:p>
            <a:r>
              <a:rPr lang="fr-FR" smtClean="0"/>
              <a:t>
	20-  VIENS SAINT-ESPRIT VIENS SAINT-ESPRIT  </a:t>
            </a:r>
          </a:p>
          <a:p>
            <a:endParaRPr lang="fr-FR" smtClean="0"/>
          </a:p>
          <a:p>
            <a:r>
              <a:rPr lang="fr-FR" smtClean="0"/>
              <a:t>	PONT
</a:t>
            </a:r>
          </a:p>
        </p:txBody>
      </p:sp>
    </p:spTree>
    <p:extLst>
      <p:ext uri="{BB962C8B-B14F-4D97-AF65-F5344CB8AC3E}">
        <p14:creationId xmlns:p14="http://schemas.microsoft.com/office/powerpoint/2010/main" xmlns="" val="4728462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SUFFIT D'UN SEUL INSTANT UN SEUL TOUCHER DE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All it takes is one moment, And just one touch from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J'ABANDONNE TOUTE DISTRACTION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I put aside all distractions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JE SUIS LÀ POUR TOI RIEN QUE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I came for You, I came for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J'AI BESOIN PLUS QUE JAMAIS D'ÊTRE COMBLÉ PAR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I need You more than ever Nothing else satisfies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TOUTE MA VIE, JE TE SOUMETS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All my life I surrender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JE VIS POUR TOI, JE VIS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I'll live for You, I'll live for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7-  JE SUIS LÀ POUR TOI JE SUIS LÀ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1
	8-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Holy Spirit, You are welcome Come and move upon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9-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We desire an encounter once again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VIENS SAINT-ESPRIT VIENS SAINT-ESPRIT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Holy Spirit, Holy Spirit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MON CŒUR EST OUVERT ENFIN ET JE SUIS PRÊT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Now that my heart is open I am ready for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12-  JÉSUS, EMMÈNE-MOI PLUS LOIN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Jesus, take me deeper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13-  JE SUIS LÀ POUR TOI RIEN QUE POUR TOI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
	14-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Holy Spirit, You are welcome Come and move upon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15-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We desire an encounter once again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16-  RÉPANDS TON FEU ET TA PUISSANCE POUR NOUS CHANGER À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   Send your fire, release Your power So we'll never be the same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17-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We desire an encounter once again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	18-  PRENDS LA PLACE, OUI PRENDS TOUT RÉPANDS TON ESPRIT SUR NOUS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  We make way, we make room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19-  FAIS CE QUE TU VOUDRAS SEIGNEUR NOUS SOMMES ICI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   Lord we have come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20-  VIENS SAINT-ESPRIT VIENS SAINT-ESPRIT 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IL SUFFIT D'UN SEUL INSTANT UN SEUL TOUCHER DE TOI</a:t>
            </a:r>
          </a:p>
          <a:p>
            <a:r>
              <a:rPr lang="fr-FR" smtClean="0"/>
              <a:t>     All it takes is one moment, And just one touch from You</a:t>
            </a:r>
          </a:p>
          <a:p>
            <a:r>
              <a:rPr lang="fr-FR" smtClean="0"/>
              <a:t>
2-  J'ABANDONNE TOUTE DISTRACTION</a:t>
            </a:r>
          </a:p>
          <a:p>
            <a:r>
              <a:rPr lang="fr-FR" smtClean="0"/>
              <a:t>     I put aside all distractions</a:t>
            </a:r>
          </a:p>
          <a:p>
            <a:r>
              <a:rPr lang="fr-FR" smtClean="0"/>
              <a:t>
3-  JE SUIS LÀ POUR TOI RIEN QUE POUR TOI</a:t>
            </a:r>
          </a:p>
          <a:p>
            <a:r>
              <a:rPr lang="fr-FR" smtClean="0"/>
              <a:t>      I came for You, I came for You</a:t>
            </a:r>
          </a:p>
          <a:p>
            <a:r>
              <a:rPr lang="fr-FR" smtClean="0"/>
              <a:t>
4-  J'AI BESOIN PLUS QUE JAMAIS D'ÊTRE COMBLÉ PAR TOI </a:t>
            </a:r>
          </a:p>
          <a:p>
            <a:r>
              <a:rPr lang="fr-FR" smtClean="0"/>
              <a:t>       I need You more than ever Nothing else satisfies</a:t>
            </a:r>
          </a:p>
          <a:p>
            <a:r>
              <a:rPr lang="fr-FR" smtClean="0"/>
              <a:t>
5-  TOUTE MA VIE, JE TE SOUMETS </a:t>
            </a:r>
          </a:p>
          <a:p>
            <a:r>
              <a:rPr lang="fr-FR" smtClean="0"/>
              <a:t>      All my life I surrender</a:t>
            </a:r>
          </a:p>
          <a:p>
            <a:r>
              <a:rPr lang="fr-FR" smtClean="0"/>
              <a:t>
6-  JE VIS POUR TOI, JE VIS POUR TOI</a:t>
            </a:r>
          </a:p>
          <a:p>
            <a:r>
              <a:rPr lang="fr-FR" smtClean="0"/>
              <a:t>     I'll live for You, I'll live for You</a:t>
            </a:r>
          </a:p>
          <a:p>
            <a:r>
              <a:rPr lang="fr-FR" smtClean="0"/>
              <a:t>
7-  JE SUIS LÀ POUR TOI JE SUIS LÀ POUR TOI</a:t>
            </a:r>
          </a:p>
          <a:p>
            <a:r>
              <a:rPr lang="fr-FR" smtClean="0"/>
              <a:t>      I came for You, I came for You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1
	8-  Ô BIENVENUE, CHER SAINT-ESPRIT MANIFESTE-TOI ICI </a:t>
            </a:r>
          </a:p>
          <a:p>
            <a:r>
              <a:rPr lang="fr-FR" smtClean="0"/>
              <a:t>                              Holy Spirit, You are welcome Come and move upon this place</a:t>
            </a:r>
          </a:p>
          <a:p>
            <a:r>
              <a:rPr lang="fr-FR" smtClean="0"/>
              <a:t>
	9-  NOUS DÉSIRONS À NOUVEAU TE RENCONTRER </a:t>
            </a:r>
          </a:p>
          <a:p>
            <a:r>
              <a:rPr lang="fr-FR" smtClean="0"/>
              <a:t>                             We desire an encounter once again</a:t>
            </a:r>
          </a:p>
          <a:p>
            <a:r>
              <a:rPr lang="fr-FR" smtClean="0"/>
              <a:t>
	10-  VIENS SAINT-ESPRIT VIENS SAINT-ESPRIT     x2</a:t>
            </a:r>
          </a:p>
          <a:p>
            <a:r>
              <a:rPr lang="fr-FR" smtClean="0"/>
              <a:t>                                Holy Spirit, Holy Spirit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COUPLET 2</a:t>
            </a:r>
          </a:p>
          <a:p>
            <a:r>
              <a:rPr lang="fr-FR" smtClean="0"/>
              <a:t>11-  MON CŒUR EST OUVERT ENFIN ET JE SUIS PRÊT POUR TOI </a:t>
            </a:r>
          </a:p>
          <a:p>
            <a:r>
              <a:rPr lang="fr-FR" smtClean="0"/>
              <a:t>        Now that my heart is open I am ready for You</a:t>
            </a:r>
          </a:p>
          <a:p>
            <a:r>
              <a:rPr lang="fr-FR" smtClean="0"/>
              <a:t>
12-  JÉSUS, EMMÈNE-MOI PLUS LOIN </a:t>
            </a:r>
          </a:p>
          <a:p>
            <a:r>
              <a:rPr lang="fr-FR" smtClean="0"/>
              <a:t>       Jesus, take me deeper</a:t>
            </a:r>
          </a:p>
          <a:p>
            <a:r>
              <a:rPr lang="fr-FR" smtClean="0"/>
              <a:t>
13-  JE SUIS LÀ POUR TOI RIEN QUE POUR TOI    x2</a:t>
            </a:r>
          </a:p>
          <a:p>
            <a:r>
              <a:rPr lang="fr-FR" smtClean="0"/>
              <a:t>        I came for You, I came for You</a:t>
            </a:r>
          </a:p>
          <a:p>
            <a:endParaRPr lang="fr-FR" smtClean="0"/>
          </a:p>
          <a:p>
            <a:r>
              <a:rPr lang="fr-FR" smtClean="0"/>
              <a:t>	REFRAIN 2
	14-  Ô BIENVENUE, CHER SAINT-ESPRIT MANIFESTE-TOI ICI </a:t>
            </a:r>
          </a:p>
          <a:p>
            <a:r>
              <a:rPr lang="fr-FR" smtClean="0"/>
              <a:t>                                Holy Spirit, You are welcome Come and move upon this place</a:t>
            </a:r>
          </a:p>
          <a:p>
            <a:r>
              <a:rPr lang="fr-FR" smtClean="0"/>
              <a:t>
	15-  NOUS DÉSIRONS À NOUVEAU TE RENCONTRER </a:t>
            </a:r>
          </a:p>
          <a:p>
            <a:r>
              <a:rPr lang="fr-FR" smtClean="0"/>
              <a:t>                                We desire an encounter once again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16-  RÉPANDS TON FEU ET TA PUISSANCE POUR NOUS CHANGER À JAMAIS </a:t>
            </a:r>
          </a:p>
          <a:p>
            <a:r>
              <a:rPr lang="fr-FR" smtClean="0"/>
              <a:t>	        Send your fire, release Your power So we'll never be the same</a:t>
            </a:r>
          </a:p>
          <a:p>
            <a:r>
              <a:rPr lang="fr-FR" smtClean="0"/>
              <a:t>
	17-  NOUS DÉSIRONS À NOUVEAU TE RENCONTRER </a:t>
            </a:r>
          </a:p>
          <a:p>
            <a:r>
              <a:rPr lang="fr-FR" smtClean="0"/>
              <a:t>                               We desire an encounter once again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PONT
	18-  PRENDS LA PLACE, OUI PRENDS TOUT RÉPANDS TON ESPRIT SUR NOUS </a:t>
            </a:r>
          </a:p>
          <a:p>
            <a:r>
              <a:rPr lang="fr-FR" smtClean="0"/>
              <a:t>	       We make way, we make room</a:t>
            </a:r>
          </a:p>
          <a:p>
            <a:r>
              <a:rPr lang="fr-FR" smtClean="0"/>
              <a:t>
	19-  FAIS CE QUE TU VOUDRAS SEIGNEUR NOUS SOMMES ICI POUR TOI </a:t>
            </a:r>
          </a:p>
          <a:p>
            <a:r>
              <a:rPr lang="fr-FR" smtClean="0"/>
              <a:t>	        Lord we have come for You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2</a:t>
            </a:r>
          </a:p>
          <a:p>
            <a:r>
              <a:rPr lang="fr-FR" smtClean="0"/>
              <a:t>
	20-  VIENS SAINT-ESPRIT VIENS SAINT-ESPRIT  </a:t>
            </a:r>
          </a:p>
          <a:p>
            <a:endParaRPr lang="fr-FR" smtClean="0"/>
          </a:p>
          <a:p>
            <a:r>
              <a:rPr lang="fr-FR" smtClean="0"/>
              <a:t>	PONT
</a:t>
            </a:r>
          </a:p>
        </p:txBody>
      </p:sp>
    </p:spTree>
    <p:extLst>
      <p:ext uri="{BB962C8B-B14F-4D97-AF65-F5344CB8AC3E}">
        <p14:creationId xmlns:p14="http://schemas.microsoft.com/office/powerpoint/2010/main" xmlns="" val="10078530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SUFFIT D'UN SEUL INSTANT UN SEUL TOUCHER DE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All it takes is one moment, And just one touch from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J'ABANDONNE TOUTE DISTRACTION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I put aside all distractions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JE SUIS LÀ POUR TOI RIEN QUE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I came for You, I came for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J'AI BESOIN PLUS QUE JAMAIS D'ÊTRE COMBLÉ PAR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I need You more than ever Nothing else satisfies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TOUTE MA VIE, JE TE SOUMETS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All my life I surrender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JE VIS POUR TOI, JE VIS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I'll live for You, I'll live for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7-  JE SUIS LÀ POUR TOI JE SUIS LÀ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1
	8-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Holy Spirit, You are welcome Come and move upon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9-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We desire an encounter once again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VIENS SAINT-ESPRIT VIENS SAINT-ESPRIT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Holy Spirit, Holy Spirit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MON CŒUR EST OUVERT ENFIN ET JE SUIS PRÊT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Now that my heart is open I am ready for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12-  JÉSUS, EMMÈNE-MOI PLUS LOIN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Jesus, take me deeper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13-  JE SUIS LÀ POUR TOI RIEN QUE POUR TOI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
	14-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Holy Spirit, You are welcome Come and move upon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15-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We desire an encounter once again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16-  RÉPANDS TON FEU ET TA PUISSANCE POUR NOUS CHANGER À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   Send your fire, release Your power So we'll never be the same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17-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We desire an encounter once again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	18-  PRENDS LA PLACE, OUI PRENDS TOUT RÉPANDS TON ESPRIT SUR NOUS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  We make way, we make room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19-  FAIS CE QUE TU VOUDRAS SEIGNEUR NOUS SOMMES ICI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   Lord we have come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20-  VIENS SAINT-ESPRIT VIENS SAINT-ESPRIT 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IL SUFFIT D'UN SEUL INSTANT UN SEUL TOUCHER DE TOI</a:t>
            </a:r>
          </a:p>
          <a:p>
            <a:r>
              <a:rPr lang="fr-FR" smtClean="0"/>
              <a:t>     All it takes is one moment, And just one touch from You</a:t>
            </a:r>
          </a:p>
          <a:p>
            <a:r>
              <a:rPr lang="fr-FR" smtClean="0"/>
              <a:t>
2-  J'ABANDONNE TOUTE DISTRACTION</a:t>
            </a:r>
          </a:p>
          <a:p>
            <a:r>
              <a:rPr lang="fr-FR" smtClean="0"/>
              <a:t>     I put aside all distractions</a:t>
            </a:r>
          </a:p>
          <a:p>
            <a:r>
              <a:rPr lang="fr-FR" smtClean="0"/>
              <a:t>
3-  JE SUIS LÀ POUR TOI RIEN QUE POUR TOI</a:t>
            </a:r>
          </a:p>
          <a:p>
            <a:r>
              <a:rPr lang="fr-FR" smtClean="0"/>
              <a:t>      I came for You, I came for You</a:t>
            </a:r>
          </a:p>
          <a:p>
            <a:r>
              <a:rPr lang="fr-FR" smtClean="0"/>
              <a:t>
4-  J'AI BESOIN PLUS QUE JAMAIS D'ÊTRE COMBLÉ PAR TOI </a:t>
            </a:r>
          </a:p>
          <a:p>
            <a:r>
              <a:rPr lang="fr-FR" smtClean="0"/>
              <a:t>       I need You more than ever Nothing else satisfies</a:t>
            </a:r>
          </a:p>
          <a:p>
            <a:r>
              <a:rPr lang="fr-FR" smtClean="0"/>
              <a:t>
5-  TOUTE MA VIE, JE TE SOUMETS </a:t>
            </a:r>
          </a:p>
          <a:p>
            <a:r>
              <a:rPr lang="fr-FR" smtClean="0"/>
              <a:t>      All my life I surrender</a:t>
            </a:r>
          </a:p>
          <a:p>
            <a:r>
              <a:rPr lang="fr-FR" smtClean="0"/>
              <a:t>
6-  JE VIS POUR TOI, JE VIS POUR TOI</a:t>
            </a:r>
          </a:p>
          <a:p>
            <a:r>
              <a:rPr lang="fr-FR" smtClean="0"/>
              <a:t>     I'll live for You, I'll live for You</a:t>
            </a:r>
          </a:p>
          <a:p>
            <a:r>
              <a:rPr lang="fr-FR" smtClean="0"/>
              <a:t>
7-  JE SUIS LÀ POUR TOI JE SUIS LÀ POUR TOI</a:t>
            </a:r>
          </a:p>
          <a:p>
            <a:r>
              <a:rPr lang="fr-FR" smtClean="0"/>
              <a:t>      I came for You, I came for You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1
	8-  Ô BIENVENUE, CHER SAINT-ESPRIT MANIFESTE-TOI ICI </a:t>
            </a:r>
          </a:p>
          <a:p>
            <a:r>
              <a:rPr lang="fr-FR" smtClean="0"/>
              <a:t>                              Holy Spirit, You are welcome Come and move upon this place</a:t>
            </a:r>
          </a:p>
          <a:p>
            <a:r>
              <a:rPr lang="fr-FR" smtClean="0"/>
              <a:t>
	9-  NOUS DÉSIRONS À NOUVEAU TE RENCONTRER </a:t>
            </a:r>
          </a:p>
          <a:p>
            <a:r>
              <a:rPr lang="fr-FR" smtClean="0"/>
              <a:t>                             We desire an encounter once again</a:t>
            </a:r>
          </a:p>
          <a:p>
            <a:r>
              <a:rPr lang="fr-FR" smtClean="0"/>
              <a:t>
	10-  VIENS SAINT-ESPRIT VIENS SAINT-ESPRIT     x2</a:t>
            </a:r>
          </a:p>
          <a:p>
            <a:r>
              <a:rPr lang="fr-FR" smtClean="0"/>
              <a:t>                                Holy Spirit, Holy Spirit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COUPLET 2</a:t>
            </a:r>
          </a:p>
          <a:p>
            <a:r>
              <a:rPr lang="fr-FR" smtClean="0"/>
              <a:t>11-  MON CŒUR EST OUVERT ENFIN ET JE SUIS PRÊT POUR TOI </a:t>
            </a:r>
          </a:p>
          <a:p>
            <a:r>
              <a:rPr lang="fr-FR" smtClean="0"/>
              <a:t>        Now that my heart is open I am ready for You</a:t>
            </a:r>
          </a:p>
          <a:p>
            <a:r>
              <a:rPr lang="fr-FR" smtClean="0"/>
              <a:t>
12-  JÉSUS, EMMÈNE-MOI PLUS LOIN </a:t>
            </a:r>
          </a:p>
          <a:p>
            <a:r>
              <a:rPr lang="fr-FR" smtClean="0"/>
              <a:t>       Jesus, take me deeper</a:t>
            </a:r>
          </a:p>
          <a:p>
            <a:r>
              <a:rPr lang="fr-FR" smtClean="0"/>
              <a:t>
13-  JE SUIS LÀ POUR TOI RIEN QUE POUR TOI    x2</a:t>
            </a:r>
          </a:p>
          <a:p>
            <a:r>
              <a:rPr lang="fr-FR" smtClean="0"/>
              <a:t>        I came for You, I came for You</a:t>
            </a:r>
          </a:p>
          <a:p>
            <a:endParaRPr lang="fr-FR" smtClean="0"/>
          </a:p>
          <a:p>
            <a:r>
              <a:rPr lang="fr-FR" smtClean="0"/>
              <a:t>	REFRAIN 2
	14-  Ô BIENVENUE, CHER SAINT-ESPRIT MANIFESTE-TOI ICI </a:t>
            </a:r>
          </a:p>
          <a:p>
            <a:r>
              <a:rPr lang="fr-FR" smtClean="0"/>
              <a:t>                                Holy Spirit, You are welcome Come and move upon this place</a:t>
            </a:r>
          </a:p>
          <a:p>
            <a:r>
              <a:rPr lang="fr-FR" smtClean="0"/>
              <a:t>
	15-  NOUS DÉSIRONS À NOUVEAU TE RENCONTRER </a:t>
            </a:r>
          </a:p>
          <a:p>
            <a:r>
              <a:rPr lang="fr-FR" smtClean="0"/>
              <a:t>                                We desire an encounter once again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16-  RÉPANDS TON FEU ET TA PUISSANCE POUR NOUS CHANGER À JAMAIS </a:t>
            </a:r>
          </a:p>
          <a:p>
            <a:r>
              <a:rPr lang="fr-FR" smtClean="0"/>
              <a:t>	        Send your fire, release Your power So we'll never be the same</a:t>
            </a:r>
          </a:p>
          <a:p>
            <a:r>
              <a:rPr lang="fr-FR" smtClean="0"/>
              <a:t>
	17-  NOUS DÉSIRONS À NOUVEAU TE RENCONTRER </a:t>
            </a:r>
          </a:p>
          <a:p>
            <a:r>
              <a:rPr lang="fr-FR" smtClean="0"/>
              <a:t>                               We desire an encounter once again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PONT
	18-  PRENDS LA PLACE, OUI PRENDS TOUT RÉPANDS TON ESPRIT SUR NOUS </a:t>
            </a:r>
          </a:p>
          <a:p>
            <a:r>
              <a:rPr lang="fr-FR" smtClean="0"/>
              <a:t>	       We make way, we make room</a:t>
            </a:r>
          </a:p>
          <a:p>
            <a:r>
              <a:rPr lang="fr-FR" smtClean="0"/>
              <a:t>
	19-  FAIS CE QUE TU VOUDRAS SEIGNEUR NOUS SOMMES ICI POUR TOI </a:t>
            </a:r>
          </a:p>
          <a:p>
            <a:r>
              <a:rPr lang="fr-FR" smtClean="0"/>
              <a:t>	        Lord we have come for You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2</a:t>
            </a:r>
          </a:p>
          <a:p>
            <a:r>
              <a:rPr lang="fr-FR" smtClean="0"/>
              <a:t>
	20-  VIENS SAINT-ESPRIT VIENS SAINT-ESPRIT  </a:t>
            </a:r>
          </a:p>
          <a:p>
            <a:endParaRPr lang="fr-FR" smtClean="0"/>
          </a:p>
          <a:p>
            <a:r>
              <a:rPr lang="fr-FR" smtClean="0"/>
              <a:t>	PONT
</a:t>
            </a:r>
          </a:p>
        </p:txBody>
      </p:sp>
    </p:spTree>
    <p:extLst>
      <p:ext uri="{BB962C8B-B14F-4D97-AF65-F5344CB8AC3E}">
        <p14:creationId xmlns:p14="http://schemas.microsoft.com/office/powerpoint/2010/main" xmlns="" val="34833445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SUFFIT D'UN SEUL INSTANT UN SEUL TOUCHER DE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All it takes is one moment, And just one touch from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J'ABANDONNE TOUTE DISTRACTION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I put aside all distractions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JE SUIS LÀ POUR TOI RIEN QUE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I came for You, I came for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J'AI BESOIN PLUS QUE JAMAIS D'ÊTRE COMBLÉ PAR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I need You more than ever Nothing else satisfies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TOUTE MA VIE, JE TE SOUMETS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All my life I surrender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JE VIS POUR TOI, JE VIS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I'll live for You, I'll live for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7-  JE SUIS LÀ POUR TOI JE SUIS LÀ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1
	8-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Holy Spirit, You are welcome Come and move upon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9-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We desire an encounter once again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VIENS SAINT-ESPRIT VIENS SAINT-ESPRIT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Holy Spirit, Holy Spirit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MON CŒUR EST OUVERT ENFIN ET JE SUIS PRÊT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Now that my heart is open I am ready for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12-  JÉSUS, EMMÈNE-MOI PLUS LOIN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Jesus, take me deeper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13-  JE SUIS LÀ POUR TOI RIEN QUE POUR TOI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
	14-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Holy Spirit, You are welcome Come and move upon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15-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We desire an encounter once again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16-  RÉPANDS TON FEU ET TA PUISSANCE POUR NOUS CHANGER À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   Send your fire, release Your power So we'll never be the same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17-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We desire an encounter once again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	18-  PRENDS LA PLACE, OUI PRENDS TOUT RÉPANDS TON ESPRIT SUR NOUS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  We make way, we make room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19-  FAIS CE QUE TU VOUDRAS SEIGNEUR NOUS SOMMES ICI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   Lord we have come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20-  VIENS SAINT-ESPRIT VIENS SAINT-ESPRIT 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IL SUFFIT D'UN SEUL INSTANT UN SEUL TOUCHER DE TOI</a:t>
            </a:r>
          </a:p>
          <a:p>
            <a:r>
              <a:rPr lang="fr-FR" smtClean="0"/>
              <a:t>     All it takes is one moment, And just one touch from You</a:t>
            </a:r>
          </a:p>
          <a:p>
            <a:r>
              <a:rPr lang="fr-FR" smtClean="0"/>
              <a:t>
2-  J'ABANDONNE TOUTE DISTRACTION</a:t>
            </a:r>
          </a:p>
          <a:p>
            <a:r>
              <a:rPr lang="fr-FR" smtClean="0"/>
              <a:t>     I put aside all distractions</a:t>
            </a:r>
          </a:p>
          <a:p>
            <a:r>
              <a:rPr lang="fr-FR" smtClean="0"/>
              <a:t>
3-  JE SUIS LÀ POUR TOI RIEN QUE POUR TOI</a:t>
            </a:r>
          </a:p>
          <a:p>
            <a:r>
              <a:rPr lang="fr-FR" smtClean="0"/>
              <a:t>      I came for You, I came for You</a:t>
            </a:r>
          </a:p>
          <a:p>
            <a:r>
              <a:rPr lang="fr-FR" smtClean="0"/>
              <a:t>
4-  J'AI BESOIN PLUS QUE JAMAIS D'ÊTRE COMBLÉ PAR TOI </a:t>
            </a:r>
          </a:p>
          <a:p>
            <a:r>
              <a:rPr lang="fr-FR" smtClean="0"/>
              <a:t>       I need You more than ever Nothing else satisfies</a:t>
            </a:r>
          </a:p>
          <a:p>
            <a:r>
              <a:rPr lang="fr-FR" smtClean="0"/>
              <a:t>
5-  TOUTE MA VIE, JE TE SOUMETS </a:t>
            </a:r>
          </a:p>
          <a:p>
            <a:r>
              <a:rPr lang="fr-FR" smtClean="0"/>
              <a:t>      All my life I surrender</a:t>
            </a:r>
          </a:p>
          <a:p>
            <a:r>
              <a:rPr lang="fr-FR" smtClean="0"/>
              <a:t>
6-  JE VIS POUR TOI, JE VIS POUR TOI</a:t>
            </a:r>
          </a:p>
          <a:p>
            <a:r>
              <a:rPr lang="fr-FR" smtClean="0"/>
              <a:t>     I'll live for You, I'll live for You</a:t>
            </a:r>
          </a:p>
          <a:p>
            <a:r>
              <a:rPr lang="fr-FR" smtClean="0"/>
              <a:t>
7-  JE SUIS LÀ POUR TOI JE SUIS LÀ POUR TOI</a:t>
            </a:r>
          </a:p>
          <a:p>
            <a:r>
              <a:rPr lang="fr-FR" smtClean="0"/>
              <a:t>      I came for You, I came for You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1
	8-  Ô BIENVENUE, CHER SAINT-ESPRIT MANIFESTE-TOI ICI </a:t>
            </a:r>
          </a:p>
          <a:p>
            <a:r>
              <a:rPr lang="fr-FR" smtClean="0"/>
              <a:t>                              Holy Spirit, You are welcome Come and move upon this place</a:t>
            </a:r>
          </a:p>
          <a:p>
            <a:r>
              <a:rPr lang="fr-FR" smtClean="0"/>
              <a:t>
	9-  NOUS DÉSIRONS À NOUVEAU TE RENCONTRER </a:t>
            </a:r>
          </a:p>
          <a:p>
            <a:r>
              <a:rPr lang="fr-FR" smtClean="0"/>
              <a:t>                             We desire an encounter once again</a:t>
            </a:r>
          </a:p>
          <a:p>
            <a:r>
              <a:rPr lang="fr-FR" smtClean="0"/>
              <a:t>
	10-  VIENS SAINT-ESPRIT VIENS SAINT-ESPRIT     x2</a:t>
            </a:r>
          </a:p>
          <a:p>
            <a:r>
              <a:rPr lang="fr-FR" smtClean="0"/>
              <a:t>                                Holy Spirit, Holy Spirit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COUPLET 2</a:t>
            </a:r>
          </a:p>
          <a:p>
            <a:r>
              <a:rPr lang="fr-FR" smtClean="0"/>
              <a:t>11-  MON CŒUR EST OUVERT ENFIN ET JE SUIS PRÊT POUR TOI </a:t>
            </a:r>
          </a:p>
          <a:p>
            <a:r>
              <a:rPr lang="fr-FR" smtClean="0"/>
              <a:t>        Now that my heart is open I am ready for You</a:t>
            </a:r>
          </a:p>
          <a:p>
            <a:r>
              <a:rPr lang="fr-FR" smtClean="0"/>
              <a:t>
12-  JÉSUS, EMMÈNE-MOI PLUS LOIN </a:t>
            </a:r>
          </a:p>
          <a:p>
            <a:r>
              <a:rPr lang="fr-FR" smtClean="0"/>
              <a:t>       Jesus, take me deeper</a:t>
            </a:r>
          </a:p>
          <a:p>
            <a:r>
              <a:rPr lang="fr-FR" smtClean="0"/>
              <a:t>
13-  JE SUIS LÀ POUR TOI RIEN QUE POUR TOI    x2</a:t>
            </a:r>
          </a:p>
          <a:p>
            <a:r>
              <a:rPr lang="fr-FR" smtClean="0"/>
              <a:t>        I came for You, I came for You</a:t>
            </a:r>
          </a:p>
          <a:p>
            <a:endParaRPr lang="fr-FR" smtClean="0"/>
          </a:p>
          <a:p>
            <a:r>
              <a:rPr lang="fr-FR" smtClean="0"/>
              <a:t>	REFRAIN 2
	14-  Ô BIENVENUE, CHER SAINT-ESPRIT MANIFESTE-TOI ICI </a:t>
            </a:r>
          </a:p>
          <a:p>
            <a:r>
              <a:rPr lang="fr-FR" smtClean="0"/>
              <a:t>                                Holy Spirit, You are welcome Come and move upon this place</a:t>
            </a:r>
          </a:p>
          <a:p>
            <a:r>
              <a:rPr lang="fr-FR" smtClean="0"/>
              <a:t>
	15-  NOUS DÉSIRONS À NOUVEAU TE RENCONTRER </a:t>
            </a:r>
          </a:p>
          <a:p>
            <a:r>
              <a:rPr lang="fr-FR" smtClean="0"/>
              <a:t>                                We desire an encounter once again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16-  RÉPANDS TON FEU ET TA PUISSANCE POUR NOUS CHANGER À JAMAIS </a:t>
            </a:r>
          </a:p>
          <a:p>
            <a:r>
              <a:rPr lang="fr-FR" smtClean="0"/>
              <a:t>	        Send your fire, release Your power So we'll never be the same</a:t>
            </a:r>
          </a:p>
          <a:p>
            <a:r>
              <a:rPr lang="fr-FR" smtClean="0"/>
              <a:t>
	17-  NOUS DÉSIRONS À NOUVEAU TE RENCONTRER </a:t>
            </a:r>
          </a:p>
          <a:p>
            <a:r>
              <a:rPr lang="fr-FR" smtClean="0"/>
              <a:t>                               We desire an encounter once again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PONT
	18-  PRENDS LA PLACE, OUI PRENDS TOUT RÉPANDS TON ESPRIT SUR NOUS </a:t>
            </a:r>
          </a:p>
          <a:p>
            <a:r>
              <a:rPr lang="fr-FR" smtClean="0"/>
              <a:t>	       We make way, we make room</a:t>
            </a:r>
          </a:p>
          <a:p>
            <a:r>
              <a:rPr lang="fr-FR" smtClean="0"/>
              <a:t>
	19-  FAIS CE QUE TU VOUDRAS SEIGNEUR NOUS SOMMES ICI POUR TOI </a:t>
            </a:r>
          </a:p>
          <a:p>
            <a:r>
              <a:rPr lang="fr-FR" smtClean="0"/>
              <a:t>	        Lord we have come for You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2</a:t>
            </a:r>
          </a:p>
          <a:p>
            <a:r>
              <a:rPr lang="fr-FR" smtClean="0"/>
              <a:t>
	20-  VIENS SAINT-ESPRIT VIENS SAINT-ESPRIT  </a:t>
            </a:r>
          </a:p>
          <a:p>
            <a:endParaRPr lang="fr-FR" smtClean="0"/>
          </a:p>
          <a:p>
            <a:r>
              <a:rPr lang="fr-FR" smtClean="0"/>
              <a:t>	PONT
</a:t>
            </a:r>
          </a:p>
        </p:txBody>
      </p:sp>
    </p:spTree>
    <p:extLst>
      <p:ext uri="{BB962C8B-B14F-4D97-AF65-F5344CB8AC3E}">
        <p14:creationId xmlns:p14="http://schemas.microsoft.com/office/powerpoint/2010/main" xmlns="" val="30486276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SUFFIT D'UN SEUL INSTANT UN SEUL TOUCHER DE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All it takes is one moment, And just one touch from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J'ABANDONNE TOUTE DISTRACTION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I put aside all distractions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JE SUIS LÀ POUR TOI RIEN QUE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I came for You, I came for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J'AI BESOIN PLUS QUE JAMAIS D'ÊTRE COMBLÉ PAR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I need You more than ever Nothing else satisfies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TOUTE MA VIE, JE TE SOUMETS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All my life I surrender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JE VIS POUR TOI, JE VIS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I'll live for You, I'll live for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7-  JE SUIS LÀ POUR TOI JE SUIS LÀ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1
	8-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Holy Spirit, You are welcome Come and move upon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9-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We desire an encounter once again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VIENS SAINT-ESPRIT VIENS SAINT-ESPRIT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Holy Spirit, Holy Spirit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MON CŒUR EST OUVERT ENFIN ET JE SUIS PRÊT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Now that my heart is open I am ready for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12-  JÉSUS, EMMÈNE-MOI PLUS LOIN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Jesus, take me deeper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13-  JE SUIS LÀ POUR TOI RIEN QUE POUR TOI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
	14-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Holy Spirit, You are welcome Come and move upon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15-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We desire an encounter once again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16-  RÉPANDS TON FEU ET TA PUISSANCE POUR NOUS CHANGER À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   Send your fire, release Your power So we'll never be the same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17-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We desire an encounter once again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	18-  PRENDS LA PLACE, OUI PRENDS TOUT RÉPANDS TON ESPRIT SUR NOUS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  We make way, we make room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19-  FAIS CE QUE TU VOUDRAS SEIGNEUR NOUS SOMMES ICI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   Lord we have come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20-  VIENS SAINT-ESPRIT VIENS SAINT-ESPRIT 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IL SUFFIT D'UN SEUL INSTANT UN SEUL TOUCHER DE TOI</a:t>
            </a:r>
          </a:p>
          <a:p>
            <a:r>
              <a:rPr lang="fr-FR" smtClean="0"/>
              <a:t>     All it takes is one moment, And just one touch from You</a:t>
            </a:r>
          </a:p>
          <a:p>
            <a:r>
              <a:rPr lang="fr-FR" smtClean="0"/>
              <a:t>
2-  J'ABANDONNE TOUTE DISTRACTION</a:t>
            </a:r>
          </a:p>
          <a:p>
            <a:r>
              <a:rPr lang="fr-FR" smtClean="0"/>
              <a:t>     I put aside all distractions</a:t>
            </a:r>
          </a:p>
          <a:p>
            <a:r>
              <a:rPr lang="fr-FR" smtClean="0"/>
              <a:t>
3-  JE SUIS LÀ POUR TOI RIEN QUE POUR TOI</a:t>
            </a:r>
          </a:p>
          <a:p>
            <a:r>
              <a:rPr lang="fr-FR" smtClean="0"/>
              <a:t>      I came for You, I came for You</a:t>
            </a:r>
          </a:p>
          <a:p>
            <a:r>
              <a:rPr lang="fr-FR" smtClean="0"/>
              <a:t>
4-  J'AI BESOIN PLUS QUE JAMAIS D'ÊTRE COMBLÉ PAR TOI </a:t>
            </a:r>
          </a:p>
          <a:p>
            <a:r>
              <a:rPr lang="fr-FR" smtClean="0"/>
              <a:t>       I need You more than ever Nothing else satisfies</a:t>
            </a:r>
          </a:p>
          <a:p>
            <a:r>
              <a:rPr lang="fr-FR" smtClean="0"/>
              <a:t>
5-  TOUTE MA VIE, JE TE SOUMETS </a:t>
            </a:r>
          </a:p>
          <a:p>
            <a:r>
              <a:rPr lang="fr-FR" smtClean="0"/>
              <a:t>      All my life I surrender</a:t>
            </a:r>
          </a:p>
          <a:p>
            <a:r>
              <a:rPr lang="fr-FR" smtClean="0"/>
              <a:t>
6-  JE VIS POUR TOI, JE VIS POUR TOI</a:t>
            </a:r>
          </a:p>
          <a:p>
            <a:r>
              <a:rPr lang="fr-FR" smtClean="0"/>
              <a:t>     I'll live for You, I'll live for You</a:t>
            </a:r>
          </a:p>
          <a:p>
            <a:r>
              <a:rPr lang="fr-FR" smtClean="0"/>
              <a:t>
7-  JE SUIS LÀ POUR TOI JE SUIS LÀ POUR TOI</a:t>
            </a:r>
          </a:p>
          <a:p>
            <a:r>
              <a:rPr lang="fr-FR" smtClean="0"/>
              <a:t>      I came for You, I came for You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1
	8-  Ô BIENVENUE, CHER SAINT-ESPRIT MANIFESTE-TOI ICI </a:t>
            </a:r>
          </a:p>
          <a:p>
            <a:r>
              <a:rPr lang="fr-FR" smtClean="0"/>
              <a:t>                              Holy Spirit, You are welcome Come and move upon this place</a:t>
            </a:r>
          </a:p>
          <a:p>
            <a:r>
              <a:rPr lang="fr-FR" smtClean="0"/>
              <a:t>
	9-  NOUS DÉSIRONS À NOUVEAU TE RENCONTRER </a:t>
            </a:r>
          </a:p>
          <a:p>
            <a:r>
              <a:rPr lang="fr-FR" smtClean="0"/>
              <a:t>                             We desire an encounter once again</a:t>
            </a:r>
          </a:p>
          <a:p>
            <a:r>
              <a:rPr lang="fr-FR" smtClean="0"/>
              <a:t>
	10-  VIENS SAINT-ESPRIT VIENS SAINT-ESPRIT     x2</a:t>
            </a:r>
          </a:p>
          <a:p>
            <a:r>
              <a:rPr lang="fr-FR" smtClean="0"/>
              <a:t>                                Holy Spirit, Holy Spirit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COUPLET 2</a:t>
            </a:r>
          </a:p>
          <a:p>
            <a:r>
              <a:rPr lang="fr-FR" smtClean="0"/>
              <a:t>11-  MON CŒUR EST OUVERT ENFIN ET JE SUIS PRÊT POUR TOI </a:t>
            </a:r>
          </a:p>
          <a:p>
            <a:r>
              <a:rPr lang="fr-FR" smtClean="0"/>
              <a:t>        Now that my heart is open I am ready for You</a:t>
            </a:r>
          </a:p>
          <a:p>
            <a:r>
              <a:rPr lang="fr-FR" smtClean="0"/>
              <a:t>
12-  JÉSUS, EMMÈNE-MOI PLUS LOIN </a:t>
            </a:r>
          </a:p>
          <a:p>
            <a:r>
              <a:rPr lang="fr-FR" smtClean="0"/>
              <a:t>       Jesus, take me deeper</a:t>
            </a:r>
          </a:p>
          <a:p>
            <a:r>
              <a:rPr lang="fr-FR" smtClean="0"/>
              <a:t>
13-  JE SUIS LÀ POUR TOI RIEN QUE POUR TOI    x2</a:t>
            </a:r>
          </a:p>
          <a:p>
            <a:r>
              <a:rPr lang="fr-FR" smtClean="0"/>
              <a:t>        I came for You, I came for You</a:t>
            </a:r>
          </a:p>
          <a:p>
            <a:endParaRPr lang="fr-FR" smtClean="0"/>
          </a:p>
          <a:p>
            <a:r>
              <a:rPr lang="fr-FR" smtClean="0"/>
              <a:t>	REFRAIN 2
	14-  Ô BIENVENUE, CHER SAINT-ESPRIT MANIFESTE-TOI ICI </a:t>
            </a:r>
          </a:p>
          <a:p>
            <a:r>
              <a:rPr lang="fr-FR" smtClean="0"/>
              <a:t>                                Holy Spirit, You are welcome Come and move upon this place</a:t>
            </a:r>
          </a:p>
          <a:p>
            <a:r>
              <a:rPr lang="fr-FR" smtClean="0"/>
              <a:t>
	15-  NOUS DÉSIRONS À NOUVEAU TE RENCONTRER </a:t>
            </a:r>
          </a:p>
          <a:p>
            <a:r>
              <a:rPr lang="fr-FR" smtClean="0"/>
              <a:t>                                We desire an encounter once again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16-  RÉPANDS TON FEU ET TA PUISSANCE POUR NOUS CHANGER À JAMAIS </a:t>
            </a:r>
          </a:p>
          <a:p>
            <a:r>
              <a:rPr lang="fr-FR" smtClean="0"/>
              <a:t>	        Send your fire, release Your power So we'll never be the same</a:t>
            </a:r>
          </a:p>
          <a:p>
            <a:r>
              <a:rPr lang="fr-FR" smtClean="0"/>
              <a:t>
	17-  NOUS DÉSIRONS À NOUVEAU TE RENCONTRER </a:t>
            </a:r>
          </a:p>
          <a:p>
            <a:r>
              <a:rPr lang="fr-FR" smtClean="0"/>
              <a:t>                               We desire an encounter once again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PONT
	18-  PRENDS LA PLACE, OUI PRENDS TOUT RÉPANDS TON ESPRIT SUR NOUS </a:t>
            </a:r>
          </a:p>
          <a:p>
            <a:r>
              <a:rPr lang="fr-FR" smtClean="0"/>
              <a:t>	       We make way, we make room</a:t>
            </a:r>
          </a:p>
          <a:p>
            <a:r>
              <a:rPr lang="fr-FR" smtClean="0"/>
              <a:t>
	19-  FAIS CE QUE TU VOUDRAS SEIGNEUR NOUS SOMMES ICI POUR TOI </a:t>
            </a:r>
          </a:p>
          <a:p>
            <a:r>
              <a:rPr lang="fr-FR" smtClean="0"/>
              <a:t>	        Lord we have come for You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2</a:t>
            </a:r>
          </a:p>
          <a:p>
            <a:r>
              <a:rPr lang="fr-FR" smtClean="0"/>
              <a:t>
	20-  VIENS SAINT-ESPRIT VIENS SAINT-ESPRIT  </a:t>
            </a:r>
          </a:p>
          <a:p>
            <a:endParaRPr lang="fr-FR" smtClean="0"/>
          </a:p>
          <a:p>
            <a:r>
              <a:rPr lang="fr-FR" smtClean="0"/>
              <a:t>	PONT
</a:t>
            </a:r>
          </a:p>
        </p:txBody>
      </p:sp>
    </p:spTree>
    <p:extLst>
      <p:ext uri="{BB962C8B-B14F-4D97-AF65-F5344CB8AC3E}">
        <p14:creationId xmlns:p14="http://schemas.microsoft.com/office/powerpoint/2010/main" xmlns="" val="30312753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SUFFIT D'UN SEUL INSTANT UN SEUL TOUCHER DE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All it takes is one moment, And just one touch from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J'ABANDONNE TOUTE DISTRACTION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I put aside all distractions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JE SUIS LÀ POUR TOI RIEN QUE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I came for You, I came for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J'AI BESOIN PLUS QUE JAMAIS D'ÊTRE COMBLÉ PAR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I need You more than ever Nothing else satisfies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TOUTE MA VIE, JE TE SOUMETS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All my life I surrender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JE VIS POUR TOI, JE VIS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I'll live for You, I'll live for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7-  JE SUIS LÀ POUR TOI JE SUIS LÀ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1
	8-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Holy Spirit, You are welcome Come and move upon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9-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We desire an encounter once again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VIENS SAINT-ESPRIT VIENS SAINT-ESPRIT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Holy Spirit, Holy Spirit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MON CŒUR EST OUVERT ENFIN ET JE SUIS PRÊT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Now that my heart is open I am ready for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12-  JÉSUS, EMMÈNE-MOI PLUS LOIN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Jesus, take me deeper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13-  JE SUIS LÀ POUR TOI RIEN QUE POUR TOI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
	14-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Holy Spirit, You are welcome Come and move upon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15-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We desire an encounter once again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16-  RÉPANDS TON FEU ET TA PUISSANCE POUR NOUS CHANGER À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   Send your fire, release Your power So we'll never be the same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17-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We desire an encounter once again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	18-  PRENDS LA PLACE, OUI PRENDS TOUT RÉPANDS TON ESPRIT SUR NOUS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  We make way, we make room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19-  FAIS CE QUE TU VOUDRAS SEIGNEUR NOUS SOMMES ICI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   Lord we have come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20-  VIENS SAINT-ESPRIT VIENS SAINT-ESPRIT 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IL SUFFIT D'UN SEUL INSTANT UN SEUL TOUCHER DE TOI</a:t>
            </a:r>
          </a:p>
          <a:p>
            <a:r>
              <a:rPr lang="fr-FR" smtClean="0"/>
              <a:t>     All it takes is one moment, And just one touch from You</a:t>
            </a:r>
          </a:p>
          <a:p>
            <a:r>
              <a:rPr lang="fr-FR" smtClean="0"/>
              <a:t>
2-  J'ABANDONNE TOUTE DISTRACTION</a:t>
            </a:r>
          </a:p>
          <a:p>
            <a:r>
              <a:rPr lang="fr-FR" smtClean="0"/>
              <a:t>     I put aside all distractions</a:t>
            </a:r>
          </a:p>
          <a:p>
            <a:r>
              <a:rPr lang="fr-FR" smtClean="0"/>
              <a:t>
3-  JE SUIS LÀ POUR TOI RIEN QUE POUR TOI</a:t>
            </a:r>
          </a:p>
          <a:p>
            <a:r>
              <a:rPr lang="fr-FR" smtClean="0"/>
              <a:t>      I came for You, I came for You</a:t>
            </a:r>
          </a:p>
          <a:p>
            <a:r>
              <a:rPr lang="fr-FR" smtClean="0"/>
              <a:t>
4-  J'AI BESOIN PLUS QUE JAMAIS D'ÊTRE COMBLÉ PAR TOI </a:t>
            </a:r>
          </a:p>
          <a:p>
            <a:r>
              <a:rPr lang="fr-FR" smtClean="0"/>
              <a:t>       I need You more than ever Nothing else satisfies</a:t>
            </a:r>
          </a:p>
          <a:p>
            <a:r>
              <a:rPr lang="fr-FR" smtClean="0"/>
              <a:t>
5-  TOUTE MA VIE, JE TE SOUMETS </a:t>
            </a:r>
          </a:p>
          <a:p>
            <a:r>
              <a:rPr lang="fr-FR" smtClean="0"/>
              <a:t>      All my life I surrender</a:t>
            </a:r>
          </a:p>
          <a:p>
            <a:r>
              <a:rPr lang="fr-FR" smtClean="0"/>
              <a:t>
6-  JE VIS POUR TOI, JE VIS POUR TOI</a:t>
            </a:r>
          </a:p>
          <a:p>
            <a:r>
              <a:rPr lang="fr-FR" smtClean="0"/>
              <a:t>     I'll live for You, I'll live for You</a:t>
            </a:r>
          </a:p>
          <a:p>
            <a:r>
              <a:rPr lang="fr-FR" smtClean="0"/>
              <a:t>
7-  JE SUIS LÀ POUR TOI JE SUIS LÀ POUR TOI</a:t>
            </a:r>
          </a:p>
          <a:p>
            <a:r>
              <a:rPr lang="fr-FR" smtClean="0"/>
              <a:t>      I came for You, I came for You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1
	8-  Ô BIENVENUE, CHER SAINT-ESPRIT MANIFESTE-TOI ICI </a:t>
            </a:r>
          </a:p>
          <a:p>
            <a:r>
              <a:rPr lang="fr-FR" smtClean="0"/>
              <a:t>                              Holy Spirit, You are welcome Come and move upon this place</a:t>
            </a:r>
          </a:p>
          <a:p>
            <a:r>
              <a:rPr lang="fr-FR" smtClean="0"/>
              <a:t>
	9-  NOUS DÉSIRONS À NOUVEAU TE RENCONTRER </a:t>
            </a:r>
          </a:p>
          <a:p>
            <a:r>
              <a:rPr lang="fr-FR" smtClean="0"/>
              <a:t>                             We desire an encounter once again</a:t>
            </a:r>
          </a:p>
          <a:p>
            <a:r>
              <a:rPr lang="fr-FR" smtClean="0"/>
              <a:t>
	10-  VIENS SAINT-ESPRIT VIENS SAINT-ESPRIT     x2</a:t>
            </a:r>
          </a:p>
          <a:p>
            <a:r>
              <a:rPr lang="fr-FR" smtClean="0"/>
              <a:t>                                Holy Spirit, Holy Spirit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COUPLET 2</a:t>
            </a:r>
          </a:p>
          <a:p>
            <a:r>
              <a:rPr lang="fr-FR" smtClean="0"/>
              <a:t>11-  MON CŒUR EST OUVERT ENFIN ET JE SUIS PRÊT POUR TOI </a:t>
            </a:r>
          </a:p>
          <a:p>
            <a:r>
              <a:rPr lang="fr-FR" smtClean="0"/>
              <a:t>        Now that my heart is open I am ready for You</a:t>
            </a:r>
          </a:p>
          <a:p>
            <a:r>
              <a:rPr lang="fr-FR" smtClean="0"/>
              <a:t>
12-  JÉSUS, EMMÈNE-MOI PLUS LOIN </a:t>
            </a:r>
          </a:p>
          <a:p>
            <a:r>
              <a:rPr lang="fr-FR" smtClean="0"/>
              <a:t>       Jesus, take me deeper</a:t>
            </a:r>
          </a:p>
          <a:p>
            <a:r>
              <a:rPr lang="fr-FR" smtClean="0"/>
              <a:t>
13-  JE SUIS LÀ POUR TOI RIEN QUE POUR TOI    x2</a:t>
            </a:r>
          </a:p>
          <a:p>
            <a:r>
              <a:rPr lang="fr-FR" smtClean="0"/>
              <a:t>        I came for You, I came for You</a:t>
            </a:r>
          </a:p>
          <a:p>
            <a:endParaRPr lang="fr-FR" smtClean="0"/>
          </a:p>
          <a:p>
            <a:r>
              <a:rPr lang="fr-FR" smtClean="0"/>
              <a:t>	REFRAIN 2
	14-  Ô BIENVENUE, CHER SAINT-ESPRIT MANIFESTE-TOI ICI </a:t>
            </a:r>
          </a:p>
          <a:p>
            <a:r>
              <a:rPr lang="fr-FR" smtClean="0"/>
              <a:t>                                Holy Spirit, You are welcome Come and move upon this place</a:t>
            </a:r>
          </a:p>
          <a:p>
            <a:r>
              <a:rPr lang="fr-FR" smtClean="0"/>
              <a:t>
	15-  NOUS DÉSIRONS À NOUVEAU TE RENCONTRER </a:t>
            </a:r>
          </a:p>
          <a:p>
            <a:r>
              <a:rPr lang="fr-FR" smtClean="0"/>
              <a:t>                                We desire an encounter once again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16-  RÉPANDS TON FEU ET TA PUISSANCE POUR NOUS CHANGER À JAMAIS </a:t>
            </a:r>
          </a:p>
          <a:p>
            <a:r>
              <a:rPr lang="fr-FR" smtClean="0"/>
              <a:t>	        Send your fire, release Your power So we'll never be the same</a:t>
            </a:r>
          </a:p>
          <a:p>
            <a:r>
              <a:rPr lang="fr-FR" smtClean="0"/>
              <a:t>
	17-  NOUS DÉSIRONS À NOUVEAU TE RENCONTRER </a:t>
            </a:r>
          </a:p>
          <a:p>
            <a:r>
              <a:rPr lang="fr-FR" smtClean="0"/>
              <a:t>                               We desire an encounter once again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PONT
	18-  PRENDS LA PLACE, OUI PRENDS TOUT RÉPANDS TON ESPRIT SUR NOUS </a:t>
            </a:r>
          </a:p>
          <a:p>
            <a:r>
              <a:rPr lang="fr-FR" smtClean="0"/>
              <a:t>	       We make way, we make room</a:t>
            </a:r>
          </a:p>
          <a:p>
            <a:r>
              <a:rPr lang="fr-FR" smtClean="0"/>
              <a:t>
	19-  FAIS CE QUE TU VOUDRAS SEIGNEUR NOUS SOMMES ICI POUR TOI </a:t>
            </a:r>
          </a:p>
          <a:p>
            <a:r>
              <a:rPr lang="fr-FR" smtClean="0"/>
              <a:t>	        Lord we have come for You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2</a:t>
            </a:r>
          </a:p>
          <a:p>
            <a:r>
              <a:rPr lang="fr-FR" smtClean="0"/>
              <a:t>
	20-  VIENS SAINT-ESPRIT VIENS SAINT-ESPRIT  </a:t>
            </a:r>
          </a:p>
          <a:p>
            <a:endParaRPr lang="fr-FR" smtClean="0"/>
          </a:p>
          <a:p>
            <a:r>
              <a:rPr lang="fr-FR" smtClean="0"/>
              <a:t>	PONT
</a:t>
            </a:r>
          </a:p>
        </p:txBody>
      </p:sp>
    </p:spTree>
    <p:extLst>
      <p:ext uri="{BB962C8B-B14F-4D97-AF65-F5344CB8AC3E}">
        <p14:creationId xmlns:p14="http://schemas.microsoft.com/office/powerpoint/2010/main" xmlns="" val="1637430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SUFFIT D'UN SEUL INSTANT UN SEUL TOUCHER DE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All it takes is one moment, And just one touch from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J'ABANDONNE TOUTE DISTRACTION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I put aside all distractions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JE SUIS LÀ POUR TOI RIEN QUE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I came for You, I came for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J'AI BESOIN PLUS QUE JAMAIS D'ÊTRE COMBLÉ PAR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I need You more than ever Nothing else satisfies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TOUTE MA VIE, JE TE SOUMETS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All my life I surrender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JE VIS POUR TOI, JE VIS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I'll live for You, I'll live for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7-  JE SUIS LÀ POUR TOI JE SUIS LÀ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1
	8-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Holy Spirit, You are welcome Come and move upon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9-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We desire an encounter once again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VIENS SAINT-ESPRIT VIENS SAINT-ESPRIT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Holy Spirit, Holy Spirit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MON CŒUR EST OUVERT ENFIN ET JE SUIS PRÊT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Now that my heart is open I am ready for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12-  JÉSUS, EMMÈNE-MOI PLUS LOIN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Jesus, take me deeper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13-  JE SUIS LÀ POUR TOI RIEN QUE POUR TOI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
	14-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Holy Spirit, You are welcome Come and move upon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15-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We desire an encounter once again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16-  RÉPANDS TON FEU ET TA PUISSANCE POUR NOUS CHANGER À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   Send your fire, release Your power So we'll never be the same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17-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We desire an encounter once again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	18-  PRENDS LA PLACE, OUI PRENDS TOUT RÉPANDS TON ESPRIT SUR NOUS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  We make way, we make room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19-  FAIS CE QUE TU VOUDRAS SEIGNEUR NOUS SOMMES ICI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   Lord we have come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20-  VIENS SAINT-ESPRIT VIENS SAINT-ESPRIT 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IL SUFFIT D'UN SEUL INSTANT UN SEUL TOUCHER DE TOI</a:t>
            </a:r>
          </a:p>
          <a:p>
            <a:r>
              <a:rPr lang="fr-FR" smtClean="0"/>
              <a:t>     All it takes is one moment, And just one touch from You</a:t>
            </a:r>
          </a:p>
          <a:p>
            <a:r>
              <a:rPr lang="fr-FR" smtClean="0"/>
              <a:t>
2-  J'ABANDONNE TOUTE DISTRACTION</a:t>
            </a:r>
          </a:p>
          <a:p>
            <a:r>
              <a:rPr lang="fr-FR" smtClean="0"/>
              <a:t>     I put aside all distractions</a:t>
            </a:r>
          </a:p>
          <a:p>
            <a:r>
              <a:rPr lang="fr-FR" smtClean="0"/>
              <a:t>
3-  JE SUIS LÀ POUR TOI RIEN QUE POUR TOI</a:t>
            </a:r>
          </a:p>
          <a:p>
            <a:r>
              <a:rPr lang="fr-FR" smtClean="0"/>
              <a:t>      I came for You, I came for You</a:t>
            </a:r>
          </a:p>
          <a:p>
            <a:r>
              <a:rPr lang="fr-FR" smtClean="0"/>
              <a:t>
4-  J'AI BESOIN PLUS QUE JAMAIS D'ÊTRE COMBLÉ PAR TOI </a:t>
            </a:r>
          </a:p>
          <a:p>
            <a:r>
              <a:rPr lang="fr-FR" smtClean="0"/>
              <a:t>       I need You more than ever Nothing else satisfies</a:t>
            </a:r>
          </a:p>
          <a:p>
            <a:r>
              <a:rPr lang="fr-FR" smtClean="0"/>
              <a:t>
5-  TOUTE MA VIE, JE TE SOUMETS </a:t>
            </a:r>
          </a:p>
          <a:p>
            <a:r>
              <a:rPr lang="fr-FR" smtClean="0"/>
              <a:t>      All my life I surrender</a:t>
            </a:r>
          </a:p>
          <a:p>
            <a:r>
              <a:rPr lang="fr-FR" smtClean="0"/>
              <a:t>
6-  JE VIS POUR TOI, JE VIS POUR TOI</a:t>
            </a:r>
          </a:p>
          <a:p>
            <a:r>
              <a:rPr lang="fr-FR" smtClean="0"/>
              <a:t>     I'll live for You, I'll live for You</a:t>
            </a:r>
          </a:p>
          <a:p>
            <a:r>
              <a:rPr lang="fr-FR" smtClean="0"/>
              <a:t>
7-  JE SUIS LÀ POUR TOI JE SUIS LÀ POUR TOI</a:t>
            </a:r>
          </a:p>
          <a:p>
            <a:r>
              <a:rPr lang="fr-FR" smtClean="0"/>
              <a:t>      I came for You, I came for You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1
	8-  Ô BIENVENUE, CHER SAINT-ESPRIT MANIFESTE-TOI ICI </a:t>
            </a:r>
          </a:p>
          <a:p>
            <a:r>
              <a:rPr lang="fr-FR" smtClean="0"/>
              <a:t>                              Holy Spirit, You are welcome Come and move upon this place</a:t>
            </a:r>
          </a:p>
          <a:p>
            <a:r>
              <a:rPr lang="fr-FR" smtClean="0"/>
              <a:t>
	9-  NOUS DÉSIRONS À NOUVEAU TE RENCONTRER </a:t>
            </a:r>
          </a:p>
          <a:p>
            <a:r>
              <a:rPr lang="fr-FR" smtClean="0"/>
              <a:t>                             We desire an encounter once again</a:t>
            </a:r>
          </a:p>
          <a:p>
            <a:r>
              <a:rPr lang="fr-FR" smtClean="0"/>
              <a:t>
	10-  VIENS SAINT-ESPRIT VIENS SAINT-ESPRIT     x2</a:t>
            </a:r>
          </a:p>
          <a:p>
            <a:r>
              <a:rPr lang="fr-FR" smtClean="0"/>
              <a:t>                                Holy Spirit, Holy Spirit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COUPLET 2</a:t>
            </a:r>
          </a:p>
          <a:p>
            <a:r>
              <a:rPr lang="fr-FR" smtClean="0"/>
              <a:t>11-  MON CŒUR EST OUVERT ENFIN ET JE SUIS PRÊT POUR TOI </a:t>
            </a:r>
          </a:p>
          <a:p>
            <a:r>
              <a:rPr lang="fr-FR" smtClean="0"/>
              <a:t>        Now that my heart is open I am ready for You</a:t>
            </a:r>
          </a:p>
          <a:p>
            <a:r>
              <a:rPr lang="fr-FR" smtClean="0"/>
              <a:t>
12-  JÉSUS, EMMÈNE-MOI PLUS LOIN </a:t>
            </a:r>
          </a:p>
          <a:p>
            <a:r>
              <a:rPr lang="fr-FR" smtClean="0"/>
              <a:t>       Jesus, take me deeper</a:t>
            </a:r>
          </a:p>
          <a:p>
            <a:r>
              <a:rPr lang="fr-FR" smtClean="0"/>
              <a:t>
13-  JE SUIS LÀ POUR TOI RIEN QUE POUR TOI    x2</a:t>
            </a:r>
          </a:p>
          <a:p>
            <a:r>
              <a:rPr lang="fr-FR" smtClean="0"/>
              <a:t>        I came for You, I came for You</a:t>
            </a:r>
          </a:p>
          <a:p>
            <a:endParaRPr lang="fr-FR" smtClean="0"/>
          </a:p>
          <a:p>
            <a:r>
              <a:rPr lang="fr-FR" smtClean="0"/>
              <a:t>	REFRAIN 2
	14-  Ô BIENVENUE, CHER SAINT-ESPRIT MANIFESTE-TOI ICI </a:t>
            </a:r>
          </a:p>
          <a:p>
            <a:r>
              <a:rPr lang="fr-FR" smtClean="0"/>
              <a:t>                                Holy Spirit, You are welcome Come and move upon this place</a:t>
            </a:r>
          </a:p>
          <a:p>
            <a:r>
              <a:rPr lang="fr-FR" smtClean="0"/>
              <a:t>
	15-  NOUS DÉSIRONS À NOUVEAU TE RENCONTRER </a:t>
            </a:r>
          </a:p>
          <a:p>
            <a:r>
              <a:rPr lang="fr-FR" smtClean="0"/>
              <a:t>                                We desire an encounter once again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16-  RÉPANDS TON FEU ET TA PUISSANCE POUR NOUS CHANGER À JAMAIS </a:t>
            </a:r>
          </a:p>
          <a:p>
            <a:r>
              <a:rPr lang="fr-FR" smtClean="0"/>
              <a:t>	        Send your fire, release Your power So we'll never be the same</a:t>
            </a:r>
          </a:p>
          <a:p>
            <a:r>
              <a:rPr lang="fr-FR" smtClean="0"/>
              <a:t>
	17-  NOUS DÉSIRONS À NOUVEAU TE RENCONTRER </a:t>
            </a:r>
          </a:p>
          <a:p>
            <a:r>
              <a:rPr lang="fr-FR" smtClean="0"/>
              <a:t>                               We desire an encounter once again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PONT
	18-  PRENDS LA PLACE, OUI PRENDS TOUT RÉPANDS TON ESPRIT SUR NOUS </a:t>
            </a:r>
          </a:p>
          <a:p>
            <a:r>
              <a:rPr lang="fr-FR" smtClean="0"/>
              <a:t>	       We make way, we make room</a:t>
            </a:r>
          </a:p>
          <a:p>
            <a:r>
              <a:rPr lang="fr-FR" smtClean="0"/>
              <a:t>
	19-  FAIS CE QUE TU VOUDRAS SEIGNEUR NOUS SOMMES ICI POUR TOI </a:t>
            </a:r>
          </a:p>
          <a:p>
            <a:r>
              <a:rPr lang="fr-FR" smtClean="0"/>
              <a:t>	        Lord we have come for You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2</a:t>
            </a:r>
          </a:p>
          <a:p>
            <a:r>
              <a:rPr lang="fr-FR" smtClean="0"/>
              <a:t>
	20-  VIENS SAINT-ESPRIT VIENS SAINT-ESPRIT  </a:t>
            </a:r>
          </a:p>
          <a:p>
            <a:endParaRPr lang="fr-FR" smtClean="0"/>
          </a:p>
          <a:p>
            <a:r>
              <a:rPr lang="fr-FR" smtClean="0"/>
              <a:t>	PONT
</a:t>
            </a:r>
          </a:p>
        </p:txBody>
      </p:sp>
    </p:spTree>
    <p:extLst>
      <p:ext uri="{BB962C8B-B14F-4D97-AF65-F5344CB8AC3E}">
        <p14:creationId xmlns:p14="http://schemas.microsoft.com/office/powerpoint/2010/main" xmlns="" val="32777983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SUFFIT D'UN SEUL INSTANT UN SEUL TOUCHER DE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All it takes is one moment, And just one touch from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J'ABANDONNE TOUTE DISTRACTION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I put aside all distractions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JE SUIS LÀ POUR TOI RIEN QUE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I came for You, I came for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J'AI BESOIN PLUS QUE JAMAIS D'ÊTRE COMBLÉ PAR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I need You more than ever Nothing else satisfies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TOUTE MA VIE, JE TE SOUMETS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All my life I surrender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JE VIS POUR TOI, JE VIS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I'll live for You, I'll live for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7-  JE SUIS LÀ POUR TOI JE SUIS LÀ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1
	8-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Holy Spirit, You are welcome Come and move upon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9-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We desire an encounter once again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VIENS SAINT-ESPRIT VIENS SAINT-ESPRIT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Holy Spirit, Holy Spirit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MON CŒUR EST OUVERT ENFIN ET JE SUIS PRÊT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Now that my heart is open I am ready for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12-  JÉSUS, EMMÈNE-MOI PLUS LOIN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Jesus, take me deeper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13-  JE SUIS LÀ POUR TOI RIEN QUE POUR TOI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
	14-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Holy Spirit, You are welcome Come and move upon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15-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We desire an encounter once again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16-  RÉPANDS TON FEU ET TA PUISSANCE POUR NOUS CHANGER À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   Send your fire, release Your power So we'll never be the same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17-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We desire an encounter once again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	18-  PRENDS LA PLACE, OUI PRENDS TOUT RÉPANDS TON ESPRIT SUR NOUS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  We make way, we make room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19-  FAIS CE QUE TU VOUDRAS SEIGNEUR NOUS SOMMES ICI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   Lord we have come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20-  VIENS SAINT-ESPRIT VIENS SAINT-ESPRIT 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IL SUFFIT D'UN SEUL INSTANT UN SEUL TOUCHER DE TOI</a:t>
            </a:r>
          </a:p>
          <a:p>
            <a:r>
              <a:rPr lang="fr-FR" smtClean="0"/>
              <a:t>     All it takes is one moment, And just one touch from You</a:t>
            </a:r>
          </a:p>
          <a:p>
            <a:r>
              <a:rPr lang="fr-FR" smtClean="0"/>
              <a:t>
2-  J'ABANDONNE TOUTE DISTRACTION</a:t>
            </a:r>
          </a:p>
          <a:p>
            <a:r>
              <a:rPr lang="fr-FR" smtClean="0"/>
              <a:t>     I put aside all distractions</a:t>
            </a:r>
          </a:p>
          <a:p>
            <a:r>
              <a:rPr lang="fr-FR" smtClean="0"/>
              <a:t>
3-  JE SUIS LÀ POUR TOI RIEN QUE POUR TOI</a:t>
            </a:r>
          </a:p>
          <a:p>
            <a:r>
              <a:rPr lang="fr-FR" smtClean="0"/>
              <a:t>      I came for You, I came for You</a:t>
            </a:r>
          </a:p>
          <a:p>
            <a:r>
              <a:rPr lang="fr-FR" smtClean="0"/>
              <a:t>
4-  J'AI BESOIN PLUS QUE JAMAIS D'ÊTRE COMBLÉ PAR TOI </a:t>
            </a:r>
          </a:p>
          <a:p>
            <a:r>
              <a:rPr lang="fr-FR" smtClean="0"/>
              <a:t>       I need You more than ever Nothing else satisfies</a:t>
            </a:r>
          </a:p>
          <a:p>
            <a:r>
              <a:rPr lang="fr-FR" smtClean="0"/>
              <a:t>
5-  TOUTE MA VIE, JE TE SOUMETS </a:t>
            </a:r>
          </a:p>
          <a:p>
            <a:r>
              <a:rPr lang="fr-FR" smtClean="0"/>
              <a:t>      All my life I surrender</a:t>
            </a:r>
          </a:p>
          <a:p>
            <a:r>
              <a:rPr lang="fr-FR" smtClean="0"/>
              <a:t>
6-  JE VIS POUR TOI, JE VIS POUR TOI</a:t>
            </a:r>
          </a:p>
          <a:p>
            <a:r>
              <a:rPr lang="fr-FR" smtClean="0"/>
              <a:t>     I'll live for You, I'll live for You</a:t>
            </a:r>
          </a:p>
          <a:p>
            <a:r>
              <a:rPr lang="fr-FR" smtClean="0"/>
              <a:t>
7-  JE SUIS LÀ POUR TOI JE SUIS LÀ POUR TOI</a:t>
            </a:r>
          </a:p>
          <a:p>
            <a:r>
              <a:rPr lang="fr-FR" smtClean="0"/>
              <a:t>      I came for You, I came for You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1
	8-  Ô BIENVENUE, CHER SAINT-ESPRIT MANIFESTE-TOI ICI </a:t>
            </a:r>
          </a:p>
          <a:p>
            <a:r>
              <a:rPr lang="fr-FR" smtClean="0"/>
              <a:t>                              Holy Spirit, You are welcome Come and move upon this place</a:t>
            </a:r>
          </a:p>
          <a:p>
            <a:r>
              <a:rPr lang="fr-FR" smtClean="0"/>
              <a:t>
	9-  NOUS DÉSIRONS À NOUVEAU TE RENCONTRER </a:t>
            </a:r>
          </a:p>
          <a:p>
            <a:r>
              <a:rPr lang="fr-FR" smtClean="0"/>
              <a:t>                             We desire an encounter once again</a:t>
            </a:r>
          </a:p>
          <a:p>
            <a:r>
              <a:rPr lang="fr-FR" smtClean="0"/>
              <a:t>
	10-  VIENS SAINT-ESPRIT VIENS SAINT-ESPRIT     x2</a:t>
            </a:r>
          </a:p>
          <a:p>
            <a:r>
              <a:rPr lang="fr-FR" smtClean="0"/>
              <a:t>                                Holy Spirit, Holy Spirit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COUPLET 2</a:t>
            </a:r>
          </a:p>
          <a:p>
            <a:r>
              <a:rPr lang="fr-FR" smtClean="0"/>
              <a:t>11-  MON CŒUR EST OUVERT ENFIN ET JE SUIS PRÊT POUR TOI </a:t>
            </a:r>
          </a:p>
          <a:p>
            <a:r>
              <a:rPr lang="fr-FR" smtClean="0"/>
              <a:t>        Now that my heart is open I am ready for You</a:t>
            </a:r>
          </a:p>
          <a:p>
            <a:r>
              <a:rPr lang="fr-FR" smtClean="0"/>
              <a:t>
12-  JÉSUS, EMMÈNE-MOI PLUS LOIN </a:t>
            </a:r>
          </a:p>
          <a:p>
            <a:r>
              <a:rPr lang="fr-FR" smtClean="0"/>
              <a:t>       Jesus, take me deeper</a:t>
            </a:r>
          </a:p>
          <a:p>
            <a:r>
              <a:rPr lang="fr-FR" smtClean="0"/>
              <a:t>
13-  JE SUIS LÀ POUR TOI RIEN QUE POUR TOI    x2</a:t>
            </a:r>
          </a:p>
          <a:p>
            <a:r>
              <a:rPr lang="fr-FR" smtClean="0"/>
              <a:t>        I came for You, I came for You</a:t>
            </a:r>
          </a:p>
          <a:p>
            <a:endParaRPr lang="fr-FR" smtClean="0"/>
          </a:p>
          <a:p>
            <a:r>
              <a:rPr lang="fr-FR" smtClean="0"/>
              <a:t>	REFRAIN 2
	14-  Ô BIENVENUE, CHER SAINT-ESPRIT MANIFESTE-TOI ICI </a:t>
            </a:r>
          </a:p>
          <a:p>
            <a:r>
              <a:rPr lang="fr-FR" smtClean="0"/>
              <a:t>                                Holy Spirit, You are welcome Come and move upon this place</a:t>
            </a:r>
          </a:p>
          <a:p>
            <a:r>
              <a:rPr lang="fr-FR" smtClean="0"/>
              <a:t>
	15-  NOUS DÉSIRONS À NOUVEAU TE RENCONTRER </a:t>
            </a:r>
          </a:p>
          <a:p>
            <a:r>
              <a:rPr lang="fr-FR" smtClean="0"/>
              <a:t>                                We desire an encounter once again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16-  RÉPANDS TON FEU ET TA PUISSANCE POUR NOUS CHANGER À JAMAIS </a:t>
            </a:r>
          </a:p>
          <a:p>
            <a:r>
              <a:rPr lang="fr-FR" smtClean="0"/>
              <a:t>	        Send your fire, release Your power So we'll never be the same</a:t>
            </a:r>
          </a:p>
          <a:p>
            <a:r>
              <a:rPr lang="fr-FR" smtClean="0"/>
              <a:t>
	17-  NOUS DÉSIRONS À NOUVEAU TE RENCONTRER </a:t>
            </a:r>
          </a:p>
          <a:p>
            <a:r>
              <a:rPr lang="fr-FR" smtClean="0"/>
              <a:t>                               We desire an encounter once again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PONT
	18-  PRENDS LA PLACE, OUI PRENDS TOUT RÉPANDS TON ESPRIT SUR NOUS </a:t>
            </a:r>
          </a:p>
          <a:p>
            <a:r>
              <a:rPr lang="fr-FR" smtClean="0"/>
              <a:t>	       We make way, we make room</a:t>
            </a:r>
          </a:p>
          <a:p>
            <a:r>
              <a:rPr lang="fr-FR" smtClean="0"/>
              <a:t>
	19-  FAIS CE QUE TU VOUDRAS SEIGNEUR NOUS SOMMES ICI POUR TOI </a:t>
            </a:r>
          </a:p>
          <a:p>
            <a:r>
              <a:rPr lang="fr-FR" smtClean="0"/>
              <a:t>	        Lord we have come for You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2</a:t>
            </a:r>
          </a:p>
          <a:p>
            <a:r>
              <a:rPr lang="fr-FR" smtClean="0"/>
              <a:t>
	20-  VIENS SAINT-ESPRIT VIENS SAINT-ESPRIT  </a:t>
            </a:r>
          </a:p>
          <a:p>
            <a:endParaRPr lang="fr-FR" smtClean="0"/>
          </a:p>
          <a:p>
            <a:r>
              <a:rPr lang="fr-FR" smtClean="0"/>
              <a:t>	PONT
</a:t>
            </a:r>
          </a:p>
        </p:txBody>
      </p:sp>
    </p:spTree>
    <p:extLst>
      <p:ext uri="{BB962C8B-B14F-4D97-AF65-F5344CB8AC3E}">
        <p14:creationId xmlns:p14="http://schemas.microsoft.com/office/powerpoint/2010/main" xmlns="" val="8852260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SUFFIT D'UN SEUL INSTANT UN SEUL TOUCHER DE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All it takes is one moment, And just one touch from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J'ABANDONNE TOUTE DISTRACTION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I put aside all distractions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JE SUIS LÀ POUR TOI RIEN QUE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I came for You, I came for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J'AI BESOIN PLUS QUE JAMAIS D'ÊTRE COMBLÉ PAR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I need You more than ever Nothing else satisfies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TOUTE MA VIE, JE TE SOUMETS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All my life I surrender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JE VIS POUR TOI, JE VIS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I'll live for You, I'll live for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7-  JE SUIS LÀ POUR TOI JE SUIS LÀ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1
	8-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Holy Spirit, You are welcome Come and move upon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9-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We desire an encounter once again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VIENS SAINT-ESPRIT VIENS SAINT-ESPRIT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Holy Spirit, Holy Spirit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MON CŒUR EST OUVERT ENFIN ET JE SUIS PRÊT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Now that my heart is open I am ready for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12-  JÉSUS, EMMÈNE-MOI PLUS LOIN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Jesus, take me deeper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13-  JE SUIS LÀ POUR TOI RIEN QUE POUR TOI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
	14-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Holy Spirit, You are welcome Come and move upon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15-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We desire an encounter once again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16-  RÉPANDS TON FEU ET TA PUISSANCE POUR NOUS CHANGER À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   Send your fire, release Your power So we'll never be the same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17-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We desire an encounter once again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	18-  PRENDS LA PLACE, OUI PRENDS TOUT RÉPANDS TON ESPRIT SUR NOUS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  We make way, we make room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19-  FAIS CE QUE TU VOUDRAS SEIGNEUR NOUS SOMMES ICI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   Lord we have come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20-  VIENS SAINT-ESPRIT VIENS SAINT-ESPRIT 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IL SUFFIT D'UN SEUL INSTANT UN SEUL TOUCHER DE TOI</a:t>
            </a:r>
          </a:p>
          <a:p>
            <a:r>
              <a:rPr lang="fr-FR" smtClean="0"/>
              <a:t>     All it takes is one moment, And just one touch from You</a:t>
            </a:r>
          </a:p>
          <a:p>
            <a:r>
              <a:rPr lang="fr-FR" smtClean="0"/>
              <a:t>
2-  J'ABANDONNE TOUTE DISTRACTION</a:t>
            </a:r>
          </a:p>
          <a:p>
            <a:r>
              <a:rPr lang="fr-FR" smtClean="0"/>
              <a:t>     I put aside all distractions</a:t>
            </a:r>
          </a:p>
          <a:p>
            <a:r>
              <a:rPr lang="fr-FR" smtClean="0"/>
              <a:t>
3-  JE SUIS LÀ POUR TOI RIEN QUE POUR TOI</a:t>
            </a:r>
          </a:p>
          <a:p>
            <a:r>
              <a:rPr lang="fr-FR" smtClean="0"/>
              <a:t>      I came for You, I came for You</a:t>
            </a:r>
          </a:p>
          <a:p>
            <a:r>
              <a:rPr lang="fr-FR" smtClean="0"/>
              <a:t>
4-  J'AI BESOIN PLUS QUE JAMAIS D'ÊTRE COMBLÉ PAR TOI </a:t>
            </a:r>
          </a:p>
          <a:p>
            <a:r>
              <a:rPr lang="fr-FR" smtClean="0"/>
              <a:t>       I need You more than ever Nothing else satisfies</a:t>
            </a:r>
          </a:p>
          <a:p>
            <a:r>
              <a:rPr lang="fr-FR" smtClean="0"/>
              <a:t>
5-  TOUTE MA VIE, JE TE SOUMETS </a:t>
            </a:r>
          </a:p>
          <a:p>
            <a:r>
              <a:rPr lang="fr-FR" smtClean="0"/>
              <a:t>      All my life I surrender</a:t>
            </a:r>
          </a:p>
          <a:p>
            <a:r>
              <a:rPr lang="fr-FR" smtClean="0"/>
              <a:t>
6-  JE VIS POUR TOI, JE VIS POUR TOI</a:t>
            </a:r>
          </a:p>
          <a:p>
            <a:r>
              <a:rPr lang="fr-FR" smtClean="0"/>
              <a:t>     I'll live for You, I'll live for You</a:t>
            </a:r>
          </a:p>
          <a:p>
            <a:r>
              <a:rPr lang="fr-FR" smtClean="0"/>
              <a:t>
7-  JE SUIS LÀ POUR TOI JE SUIS LÀ POUR TOI</a:t>
            </a:r>
          </a:p>
          <a:p>
            <a:r>
              <a:rPr lang="fr-FR" smtClean="0"/>
              <a:t>      I came for You, I came for You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1
	8-  Ô BIENVENUE, CHER SAINT-ESPRIT MANIFESTE-TOI ICI </a:t>
            </a:r>
          </a:p>
          <a:p>
            <a:r>
              <a:rPr lang="fr-FR" smtClean="0"/>
              <a:t>                              Holy Spirit, You are welcome Come and move upon this place</a:t>
            </a:r>
          </a:p>
          <a:p>
            <a:r>
              <a:rPr lang="fr-FR" smtClean="0"/>
              <a:t>
	9-  NOUS DÉSIRONS À NOUVEAU TE RENCONTRER </a:t>
            </a:r>
          </a:p>
          <a:p>
            <a:r>
              <a:rPr lang="fr-FR" smtClean="0"/>
              <a:t>                             We desire an encounter once again</a:t>
            </a:r>
          </a:p>
          <a:p>
            <a:r>
              <a:rPr lang="fr-FR" smtClean="0"/>
              <a:t>
	10-  VIENS SAINT-ESPRIT VIENS SAINT-ESPRIT     x2</a:t>
            </a:r>
          </a:p>
          <a:p>
            <a:r>
              <a:rPr lang="fr-FR" smtClean="0"/>
              <a:t>                                Holy Spirit, Holy Spirit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COUPLET 2</a:t>
            </a:r>
          </a:p>
          <a:p>
            <a:r>
              <a:rPr lang="fr-FR" smtClean="0"/>
              <a:t>11-  MON CŒUR EST OUVERT ENFIN ET JE SUIS PRÊT POUR TOI </a:t>
            </a:r>
          </a:p>
          <a:p>
            <a:r>
              <a:rPr lang="fr-FR" smtClean="0"/>
              <a:t>        Now that my heart is open I am ready for You</a:t>
            </a:r>
          </a:p>
          <a:p>
            <a:r>
              <a:rPr lang="fr-FR" smtClean="0"/>
              <a:t>
12-  JÉSUS, EMMÈNE-MOI PLUS LOIN </a:t>
            </a:r>
          </a:p>
          <a:p>
            <a:r>
              <a:rPr lang="fr-FR" smtClean="0"/>
              <a:t>       Jesus, take me deeper</a:t>
            </a:r>
          </a:p>
          <a:p>
            <a:r>
              <a:rPr lang="fr-FR" smtClean="0"/>
              <a:t>
13-  JE SUIS LÀ POUR TOI RIEN QUE POUR TOI    x2</a:t>
            </a:r>
          </a:p>
          <a:p>
            <a:r>
              <a:rPr lang="fr-FR" smtClean="0"/>
              <a:t>        I came for You, I came for You</a:t>
            </a:r>
          </a:p>
          <a:p>
            <a:endParaRPr lang="fr-FR" smtClean="0"/>
          </a:p>
          <a:p>
            <a:r>
              <a:rPr lang="fr-FR" smtClean="0"/>
              <a:t>	REFRAIN 2
	14-  Ô BIENVENUE, CHER SAINT-ESPRIT MANIFESTE-TOI ICI </a:t>
            </a:r>
          </a:p>
          <a:p>
            <a:r>
              <a:rPr lang="fr-FR" smtClean="0"/>
              <a:t>                                Holy Spirit, You are welcome Come and move upon this place</a:t>
            </a:r>
          </a:p>
          <a:p>
            <a:r>
              <a:rPr lang="fr-FR" smtClean="0"/>
              <a:t>
	15-  NOUS DÉSIRONS À NOUVEAU TE RENCONTRER </a:t>
            </a:r>
          </a:p>
          <a:p>
            <a:r>
              <a:rPr lang="fr-FR" smtClean="0"/>
              <a:t>                                We desire an encounter once again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16-  RÉPANDS TON FEU ET TA PUISSANCE POUR NOUS CHANGER À JAMAIS </a:t>
            </a:r>
          </a:p>
          <a:p>
            <a:r>
              <a:rPr lang="fr-FR" smtClean="0"/>
              <a:t>	        Send your fire, release Your power So we'll never be the same</a:t>
            </a:r>
          </a:p>
          <a:p>
            <a:r>
              <a:rPr lang="fr-FR" smtClean="0"/>
              <a:t>
	17-  NOUS DÉSIRONS À NOUVEAU TE RENCONTRER </a:t>
            </a:r>
          </a:p>
          <a:p>
            <a:r>
              <a:rPr lang="fr-FR" smtClean="0"/>
              <a:t>                               We desire an encounter once again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PONT
	18-  PRENDS LA PLACE, OUI PRENDS TOUT RÉPANDS TON ESPRIT SUR NOUS </a:t>
            </a:r>
          </a:p>
          <a:p>
            <a:r>
              <a:rPr lang="fr-FR" smtClean="0"/>
              <a:t>	       We make way, we make room</a:t>
            </a:r>
          </a:p>
          <a:p>
            <a:r>
              <a:rPr lang="fr-FR" smtClean="0"/>
              <a:t>
	19-  FAIS CE QUE TU VOUDRAS SEIGNEUR NOUS SOMMES ICI POUR TOI </a:t>
            </a:r>
          </a:p>
          <a:p>
            <a:r>
              <a:rPr lang="fr-FR" smtClean="0"/>
              <a:t>	        Lord we have come for You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2</a:t>
            </a:r>
          </a:p>
          <a:p>
            <a:r>
              <a:rPr lang="fr-FR" smtClean="0"/>
              <a:t>
	20-  VIENS SAINT-ESPRIT VIENS SAINT-ESPRIT  </a:t>
            </a:r>
          </a:p>
          <a:p>
            <a:endParaRPr lang="fr-FR" smtClean="0"/>
          </a:p>
          <a:p>
            <a:r>
              <a:rPr lang="fr-FR" smtClean="0"/>
              <a:t>	PONT
</a:t>
            </a:r>
          </a:p>
        </p:txBody>
      </p:sp>
    </p:spTree>
    <p:extLst>
      <p:ext uri="{BB962C8B-B14F-4D97-AF65-F5344CB8AC3E}">
        <p14:creationId xmlns:p14="http://schemas.microsoft.com/office/powerpoint/2010/main" xmlns="" val="13738646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SUFFIT D'UN SEUL INSTANT UN SEUL TOUCHER DE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All it takes is one moment, And just one touch from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J'ABANDONNE TOUTE DISTRACTION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I put aside all distractions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JE SUIS LÀ POUR TOI RIEN QUE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I came for You, I came for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J'AI BESOIN PLUS QUE JAMAIS D'ÊTRE COMBLÉ PAR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I need You more than ever Nothing else satisfies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TOUTE MA VIE, JE TE SOUMETS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All my life I surrender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JE VIS POUR TOI, JE VIS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I'll live for You, I'll live for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7-  JE SUIS LÀ POUR TOI JE SUIS LÀ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1
	8-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Holy Spirit, You are welcome Come and move upon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9-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We desire an encounter once again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VIENS SAINT-ESPRIT VIENS SAINT-ESPRIT 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Holy Spirit, Holy Spirit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MON CŒUR EST OUVERT ENFIN ET JE SUIS PRÊT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Now that my heart is open I am ready for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12-  JÉSUS, EMMÈNE-MOI PLUS LOIN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Jesus, take me deeper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13-  JE SUIS LÀ POUR TOI RIEN QUE POUR TOI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
	14-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Holy Spirit, You are welcome Come and move upon this place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15-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We desire an encounter once again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16-  RÉPANDS TON FEU ET TA PUISSANCE POUR NOUS CHANGER À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   Send your fire, release Your power So we'll never be the same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17-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We desire an encounter once again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	18-  PRENDS LA PLACE, OUI PRENDS TOUT RÉPANDS TON ESPRIT SUR NOUS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  We make way, we make room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19-  FAIS CE QUE TU VOUDRAS SEIGNEUR NOUS SOMMES ICI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        Lord we have come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20-  VIENS SAINT-ESPRIT VIENS SAINT-ESPRIT 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IL SUFFIT D'UN SEUL INSTANT UN SEUL TOUCHER DE TOI</a:t>
            </a:r>
          </a:p>
          <a:p>
            <a:r>
              <a:rPr lang="fr-FR" smtClean="0"/>
              <a:t>     All it takes is one moment, And just one touch from You</a:t>
            </a:r>
          </a:p>
          <a:p>
            <a:r>
              <a:rPr lang="fr-FR" smtClean="0"/>
              <a:t>
2-  J'ABANDONNE TOUTE DISTRACTION</a:t>
            </a:r>
          </a:p>
          <a:p>
            <a:r>
              <a:rPr lang="fr-FR" smtClean="0"/>
              <a:t>     I put aside all distractions</a:t>
            </a:r>
          </a:p>
          <a:p>
            <a:r>
              <a:rPr lang="fr-FR" smtClean="0"/>
              <a:t>
3-  JE SUIS LÀ POUR TOI RIEN QUE POUR TOI</a:t>
            </a:r>
          </a:p>
          <a:p>
            <a:r>
              <a:rPr lang="fr-FR" smtClean="0"/>
              <a:t>      I came for You, I came for You</a:t>
            </a:r>
          </a:p>
          <a:p>
            <a:r>
              <a:rPr lang="fr-FR" smtClean="0"/>
              <a:t>
4-  J'AI BESOIN PLUS QUE JAMAIS D'ÊTRE COMBLÉ PAR TOI </a:t>
            </a:r>
          </a:p>
          <a:p>
            <a:r>
              <a:rPr lang="fr-FR" smtClean="0"/>
              <a:t>       I need You more than ever Nothing else satisfies</a:t>
            </a:r>
          </a:p>
          <a:p>
            <a:r>
              <a:rPr lang="fr-FR" smtClean="0"/>
              <a:t>
5-  TOUTE MA VIE, JE TE SOUMETS </a:t>
            </a:r>
          </a:p>
          <a:p>
            <a:r>
              <a:rPr lang="fr-FR" smtClean="0"/>
              <a:t>      All my life I surrender</a:t>
            </a:r>
          </a:p>
          <a:p>
            <a:r>
              <a:rPr lang="fr-FR" smtClean="0"/>
              <a:t>
6-  JE VIS POUR TOI, JE VIS POUR TOI</a:t>
            </a:r>
          </a:p>
          <a:p>
            <a:r>
              <a:rPr lang="fr-FR" smtClean="0"/>
              <a:t>     I'll live for You, I'll live for You</a:t>
            </a:r>
          </a:p>
          <a:p>
            <a:r>
              <a:rPr lang="fr-FR" smtClean="0"/>
              <a:t>
7-  JE SUIS LÀ POUR TOI JE SUIS LÀ POUR TOI</a:t>
            </a:r>
          </a:p>
          <a:p>
            <a:r>
              <a:rPr lang="fr-FR" smtClean="0"/>
              <a:t>      I came for You, I came for You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1
	8-  Ô BIENVENUE, CHER SAINT-ESPRIT MANIFESTE-TOI ICI </a:t>
            </a:r>
          </a:p>
          <a:p>
            <a:r>
              <a:rPr lang="fr-FR" smtClean="0"/>
              <a:t>                              Holy Spirit, You are welcome Come and move upon this place</a:t>
            </a:r>
          </a:p>
          <a:p>
            <a:r>
              <a:rPr lang="fr-FR" smtClean="0"/>
              <a:t>
	9-  NOUS DÉSIRONS À NOUVEAU TE RENCONTRER </a:t>
            </a:r>
          </a:p>
          <a:p>
            <a:r>
              <a:rPr lang="fr-FR" smtClean="0"/>
              <a:t>                             We desire an encounter once again</a:t>
            </a:r>
          </a:p>
          <a:p>
            <a:r>
              <a:rPr lang="fr-FR" smtClean="0"/>
              <a:t>
	10-  VIENS SAINT-ESPRIT VIENS SAINT-ESPRIT     x2</a:t>
            </a:r>
          </a:p>
          <a:p>
            <a:r>
              <a:rPr lang="fr-FR" smtClean="0"/>
              <a:t>                                Holy Spirit, Holy Spirit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COUPLET 2</a:t>
            </a:r>
          </a:p>
          <a:p>
            <a:r>
              <a:rPr lang="fr-FR" smtClean="0"/>
              <a:t>11-  MON CŒUR EST OUVERT ENFIN ET JE SUIS PRÊT POUR TOI </a:t>
            </a:r>
          </a:p>
          <a:p>
            <a:r>
              <a:rPr lang="fr-FR" smtClean="0"/>
              <a:t>        Now that my heart is open I am ready for You</a:t>
            </a:r>
          </a:p>
          <a:p>
            <a:r>
              <a:rPr lang="fr-FR" smtClean="0"/>
              <a:t>
12-  JÉSUS, EMMÈNE-MOI PLUS LOIN </a:t>
            </a:r>
          </a:p>
          <a:p>
            <a:r>
              <a:rPr lang="fr-FR" smtClean="0"/>
              <a:t>       Jesus, take me deeper</a:t>
            </a:r>
          </a:p>
          <a:p>
            <a:r>
              <a:rPr lang="fr-FR" smtClean="0"/>
              <a:t>
13-  JE SUIS LÀ POUR TOI RIEN QUE POUR TOI    x2</a:t>
            </a:r>
          </a:p>
          <a:p>
            <a:r>
              <a:rPr lang="fr-FR" smtClean="0"/>
              <a:t>        I came for You, I came for You</a:t>
            </a:r>
          </a:p>
          <a:p>
            <a:endParaRPr lang="fr-FR" smtClean="0"/>
          </a:p>
          <a:p>
            <a:r>
              <a:rPr lang="fr-FR" smtClean="0"/>
              <a:t>	REFRAIN 2
	14-  Ô BIENVENUE, CHER SAINT-ESPRIT MANIFESTE-TOI ICI </a:t>
            </a:r>
          </a:p>
          <a:p>
            <a:r>
              <a:rPr lang="fr-FR" smtClean="0"/>
              <a:t>                                Holy Spirit, You are welcome Come and move upon this place</a:t>
            </a:r>
          </a:p>
          <a:p>
            <a:r>
              <a:rPr lang="fr-FR" smtClean="0"/>
              <a:t>
	15-  NOUS DÉSIRONS À NOUVEAU TE RENCONTRER </a:t>
            </a:r>
          </a:p>
          <a:p>
            <a:r>
              <a:rPr lang="fr-FR" smtClean="0"/>
              <a:t>                                We desire an encounter once again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16-  RÉPANDS TON FEU ET TA PUISSANCE POUR NOUS CHANGER À JAMAIS </a:t>
            </a:r>
          </a:p>
          <a:p>
            <a:r>
              <a:rPr lang="fr-FR" smtClean="0"/>
              <a:t>	        Send your fire, release Your power So we'll never be the same</a:t>
            </a:r>
          </a:p>
          <a:p>
            <a:r>
              <a:rPr lang="fr-FR" smtClean="0"/>
              <a:t>
	17-  NOUS DÉSIRONS À NOUVEAU TE RENCONTRER </a:t>
            </a:r>
          </a:p>
          <a:p>
            <a:r>
              <a:rPr lang="fr-FR" smtClean="0"/>
              <a:t>                               We desire an encounter once again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PONT
	18-  PRENDS LA PLACE, OUI PRENDS TOUT RÉPANDS TON ESPRIT SUR NOUS </a:t>
            </a:r>
          </a:p>
          <a:p>
            <a:r>
              <a:rPr lang="fr-FR" smtClean="0"/>
              <a:t>	       We make way, we make room</a:t>
            </a:r>
          </a:p>
          <a:p>
            <a:r>
              <a:rPr lang="fr-FR" smtClean="0"/>
              <a:t>
	19-  FAIS CE QUE TU VOUDRAS SEIGNEUR NOUS SOMMES ICI POUR TOI </a:t>
            </a:r>
          </a:p>
          <a:p>
            <a:r>
              <a:rPr lang="fr-FR" smtClean="0"/>
              <a:t>	        Lord we have come for You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 2</a:t>
            </a:r>
          </a:p>
          <a:p>
            <a:r>
              <a:rPr lang="fr-FR" smtClean="0"/>
              <a:t>
	20-  VIENS SAINT-ESPRIT VIENS SAINT-ESPRIT  </a:t>
            </a:r>
          </a:p>
          <a:p>
            <a:endParaRPr lang="fr-FR" smtClean="0"/>
          </a:p>
          <a:p>
            <a:r>
              <a:rPr lang="fr-FR" smtClean="0"/>
              <a:t>	PONT
</a:t>
            </a:r>
          </a:p>
        </p:txBody>
      </p:sp>
    </p:spTree>
    <p:extLst>
      <p:ext uri="{BB962C8B-B14F-4D97-AF65-F5344CB8AC3E}">
        <p14:creationId xmlns:p14="http://schemas.microsoft.com/office/powerpoint/2010/main" xmlns="" val="2483692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SUFFIT D'UN SEUL INSTANT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SEUL TOUCHER DE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71380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J'ABANDONNE TOUTE DISTRACTION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96738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LÀ POUR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RIEN QUE POUR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60802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J'AI BESOIN PLUS QUE JAMAIS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D'ÊTRE COMBLÉ PAR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23393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TOUTE MA VIE, JE TE SOUMETS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01077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VIS POUR TOI, JE VIS POUR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62042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LÀ POUR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LÀ POUR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34772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Ô BIENVENUE, CHER SAINT-ESPRIT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MANIFESTE-TOI ICI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69044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DÉSIRONS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NOUVEAU TE RENCONTRER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06543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VIENS SAINT-ESPRIT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VIENS SAINT-ESPRIT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19981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CŒUR EST OUVERT ENFIN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JE SUIS PRÊT POUR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16841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JÉSUS, EMMÈNE-MOI PLUS LOIN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98584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LÀ POUR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RIEN QUE POUR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38283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Ô BIENVENUE, CHER SAINT-ESPRIT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MANIFESTE-TOI ICI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918153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DÉSIRONS À NOUVEAU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 RENCONTRER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9548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RÉPANDS TON FEU ET TA PUISSANCE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NOUS CHANGER À JAMAIS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75942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DÉSIRONS À NOUVEAU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 RENCONTRER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26311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PRENDS LA PLACE, OUI PRENDS TOUT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RÉPANDS TON ESPRIT SUR NOUS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6692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FAIS CE QUE TU VOUDRAS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SEIGNEUR NOUS SOMMES ICI POUR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87103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VIENS SAINT-ESPRIT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VIENS SAINT-ESPRIT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76045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1717</TotalTime>
  <Words>1236</Words>
  <Application>Microsoft Office PowerPoint</Application>
  <PresentationFormat>Affichage à l'écran (4:3)</PresentationFormat>
  <Paragraphs>2156</Paragraphs>
  <Slides>20</Slides>
  <Notes>20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1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188</cp:revision>
  <dcterms:created xsi:type="dcterms:W3CDTF">2002-08-17T10:50:50Z</dcterms:created>
  <dcterms:modified xsi:type="dcterms:W3CDTF">2019-05-26T02:39:41Z</dcterms:modified>
</cp:coreProperties>
</file>