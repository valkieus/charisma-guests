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76" r:id="rId3"/>
    <p:sldId id="257" r:id="rId4"/>
    <p:sldId id="274" r:id="rId5"/>
    <p:sldId id="261" r:id="rId6"/>
    <p:sldId id="263" r:id="rId7"/>
    <p:sldId id="278" r:id="rId8"/>
    <p:sldId id="279" r:id="rId9"/>
    <p:sldId id="28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8" autoAdjust="0"/>
    <p:restoredTop sz="55340" autoAdjust="0"/>
  </p:normalViewPr>
  <p:slideViewPr>
    <p:cSldViewPr>
      <p:cViewPr>
        <p:scale>
          <a:sx n="33" d="100"/>
          <a:sy n="33" d="100"/>
        </p:scale>
        <p:origin x="-3864" y="-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94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CBFEF4C-0902-4AFD-8321-9C603070403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A42928-BB8E-4227-88EE-7E60B7E5160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JE VAIS DANS LE CAMP  DE SATAN 
18-  ET JE REPRENDS TOUT CE QU'IL M’A VOLÉ 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VAIS DANS LE CAMP DE SATAN  
2-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EST SOUS MES PIEDS IL EST SOUS MES PIEDS 
4-  IL EST SOUS MES PIEDS LE DIABLE EST SOUS MES PIEDS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 JÉSUS-CHRIST EST VIVANT  EN MOI  
6-  ET JE MARCHE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VAIS DANS LE CAMP DE SATAN  
8-  ET JE REPRENDS TOUT CE QU'IL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REPRENDS TOUT CE QU’IL M’A VOLÉ  REPRENDS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MARCHE DANS LE CAMP  DE SATAN   
11-  ET JE RÉCUPÈRE  TOUT CE QU’IL M’A VOLÉ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MARCHE DANS LE CAMP DE SATAN  ET JE RÉCUPÈRE MA PLEINE VICTOIRE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SOUS MES PIEDS    IL EST SOUS MES PIEDS  
14-  LE DIABLE EST SOUS MES PIEDS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15-  JÉSUS-CHRIST EST VIVANT EN MOI  
16-   ET JE MARCHE  DANS LA PLEINE VICTOIRE !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JE VAIS DANS LE CAMP  DE SATAN 
18-  ET JE REPRENDS TOUT CE QU'IL M’A VOLÉ  
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DANS LE CAMP DE SATAN  
2-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3-  IL EST SOUS MES PIEDS IL EST SOUS MES PIEDS 
4-  IL EST SOUS MES PIEDS LE DIABLE EST SOUS MES PIEDS </a:t>
            </a:r>
          </a:p>
          <a:p>
            <a:r>
              <a:rPr lang="fr-FR" smtClean="0"/>
              <a:t> 
5-   JÉSUS-CHRIST EST VIVANT  EN MOI  
6-  ET JE MARCHE DANS LA PLEINE VICTOIRE !  </a:t>
            </a:r>
          </a:p>
          <a:p>
            <a:endParaRPr lang="fr-FR" smtClean="0"/>
          </a:p>
          <a:p>
            <a:r>
              <a:rPr lang="fr-FR" smtClean="0"/>
              <a:t>7-  JE VAIS DANS LE CAMP DE SATAN  
8-  ET JE REPRENDS TOUT CE QU'IL M’A VOLÉ  </a:t>
            </a:r>
          </a:p>
          <a:p>
            <a:endParaRPr lang="fr-FR" smtClean="0"/>
          </a:p>
          <a:p>
            <a:r>
              <a:rPr lang="fr-FR" smtClean="0"/>
              <a:t>9-  REPRENDS TOUT CE QU’IL M’A VOLÉ  REPRENDS TOUT CE QU’IL M’A VOLÉ  </a:t>
            </a:r>
          </a:p>
          <a:p>
            <a:endParaRPr lang="fr-FR" smtClean="0"/>
          </a:p>
          <a:p>
            <a:r>
              <a:rPr lang="fr-FR" smtClean="0"/>
              <a:t>10-  JE MARCHE DANS LE CAMP  DE SATAN   
11-  ET JE RÉCUPÈRE  TOUT CE QU’IL M’A VOLÉ  </a:t>
            </a:r>
          </a:p>
          <a:p>
            <a:endParaRPr lang="fr-FR" smtClean="0"/>
          </a:p>
          <a:p>
            <a:r>
              <a:rPr lang="fr-FR" smtClean="0"/>
              <a:t>12-  JE MARCHE DANS LE CAMP DE SATAN  ET JE RÉCUPÈRE MA PLEINE VICTOIRE 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IL EST SOUS MES PIEDS    IL EST SOUS MES PIEDS  
14-  LE DIABLE EST SOUS MES PIEDS    </a:t>
            </a:r>
          </a:p>
          <a:p>
            <a:r>
              <a:rPr lang="fr-FR" smtClean="0"/>
              <a:t>  
15-  JÉSUS-CHRIST EST VIVANT EN MOI  
16-   ET JE MARCHE  DANS LA PLEINE VICTOIRE !  </a:t>
            </a:r>
          </a:p>
          <a:p>
            <a:endParaRPr lang="fr-FR" smtClean="0"/>
          </a:p>
          <a:p>
            <a:r>
              <a:rPr lang="fr-FR" smtClean="0"/>
              <a:t>17-  JE VAIS DANS LE CAMP  DE SATAN 
18-  ET JE REPRENDS TOUT CE QU'IL M’A VOLÉ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1EC62-32DF-4C4A-8324-8C9101ED40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C746F-262D-4F60-95C5-AF3A4D9F2D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A1A473-32BB-4B08-B7CB-0206CE0461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359DF-7A11-4B2D-ABAF-D5AE8BC91E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A37F4-691E-465C-AE2F-96CB8D6D02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37227-2CF4-4DDE-82B5-8617493D55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193FD-1D65-47AD-9456-E820488B08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D506C-2313-4B90-9515-28D53D5EAD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43A0E-E084-4E7E-82D6-E10C1A5D2D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DB236-58FE-49A3-B3DE-2E29337311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9E2B0-EA01-4ADF-8231-6669CBA966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6C2AAE-2B6B-4A7B-903D-87A719789F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DANS LE CAMP DE SATAN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RÉCUPÈRE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QU’IL M’A VOLÉ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SOUS MES PIEDS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SOUS MES PIEDS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SOUS MES PIEDS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DIABLE EST SOUS MES PIEDS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JÉSUS-CHRIST EST VIVANT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EN MOI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MARCHE DANS LA PLEINE VICTOIRE !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DANS LE CAMP DE SATAN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REPRENDS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QU'IL M’A VOLÉ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REPRENDS TOUT CE QU’IL M’A VOLÉ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REPRENDS TOUT CE QU’IL M’A VOLÉ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MARCHE DANS LE CAMP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SATAN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RÉCUPÈRE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QU’IL M’A VOLÉ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MARCHE DANS LE CAMP DE SATAN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RÉCUPÈRE MA PLEINE VICTOIRE 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SOUS MES PIEDS                                                         IL EST SOUS MES PIEDS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DIABLE EST SOUS MES PIEDS    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 EST VIVANT EN MOI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JE MARCHE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PLEINE VICTOIRE !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DANS LE CAMP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SATAN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REPRENDS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QU'IL M’A VOLÉ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440</Words>
  <Application>Microsoft Office PowerPoint</Application>
  <PresentationFormat>On-screen Show (4:3)</PresentationFormat>
  <Paragraphs>643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33</cp:revision>
  <dcterms:created xsi:type="dcterms:W3CDTF">2002-08-17T11:25:56Z</dcterms:created>
  <dcterms:modified xsi:type="dcterms:W3CDTF">2017-06-30T08:31:31Z</dcterms:modified>
</cp:coreProperties>
</file>