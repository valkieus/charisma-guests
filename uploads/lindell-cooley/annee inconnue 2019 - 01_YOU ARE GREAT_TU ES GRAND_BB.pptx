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3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600" autoAdjust="0"/>
    <p:restoredTop sz="36783" autoAdjust="0"/>
  </p:normalViewPr>
  <p:slideViewPr>
    <p:cSldViewPr>
      <p:cViewPr varScale="1">
        <p:scale>
          <a:sx n="31" d="100"/>
          <a:sy n="31" d="100"/>
        </p:scale>
        <p:origin x="-276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1242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28/04/2019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dirty="0" smtClean="0"/>
              <a:t>1-  METS EN NOUS UN NOUVEAU CHANT NOUS DANSERONS DEVANT TOI</a:t>
            </a:r>
          </a:p>
          <a:p>
            <a:r>
              <a:rPr lang="fr-FR" altLang="fr-FR" dirty="0" err="1" smtClean="0"/>
              <a:t>Fill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mouths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a new </a:t>
            </a:r>
            <a:r>
              <a:rPr lang="fr-FR" altLang="fr-FR" dirty="0" err="1" smtClean="0"/>
              <a:t>song</a:t>
            </a:r>
            <a:r>
              <a:rPr lang="fr-FR" altLang="fr-FR" dirty="0" smtClean="0"/>
              <a:t> May 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dance </a:t>
            </a:r>
            <a:r>
              <a:rPr lang="fr-FR" altLang="fr-FR" dirty="0" err="1" smtClean="0"/>
              <a:t>before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throne</a:t>
            </a:r>
            <a:endParaRPr lang="fr-FR" altLang="fr-FR" dirty="0" smtClean="0"/>
          </a:p>
          <a:p>
            <a:r>
              <a:rPr lang="fr-FR" altLang="fr-FR" dirty="0" smtClean="0"/>
              <a:t> 2-  NOTRE BONHEUR EST EN TOI DIEU, TON SALUT EST NOTRE JOIE  </a:t>
            </a:r>
          </a:p>
          <a:p>
            <a:r>
              <a:rPr lang="fr-FR" altLang="fr-FR" dirty="0" err="1" smtClean="0"/>
              <a:t>We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find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joy</a:t>
            </a:r>
            <a:r>
              <a:rPr lang="fr-FR" altLang="fr-FR" dirty="0" smtClean="0"/>
              <a:t> in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God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rejoice</a:t>
            </a:r>
            <a:r>
              <a:rPr lang="fr-FR" altLang="fr-FR" dirty="0" smtClean="0"/>
              <a:t> in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salvation</a:t>
            </a:r>
          </a:p>
          <a:p>
            <a:endParaRPr lang="fr-FR" altLang="fr-FR" dirty="0" smtClean="0"/>
          </a:p>
          <a:p>
            <a:r>
              <a:rPr lang="fr-FR" altLang="fr-FR" dirty="0" err="1" smtClean="0"/>
              <a:t>Pre</a:t>
            </a:r>
            <a:r>
              <a:rPr lang="fr-FR" altLang="fr-FR" dirty="0" smtClean="0"/>
              <a:t>-refrain:</a:t>
            </a:r>
          </a:p>
          <a:p>
            <a:r>
              <a:rPr lang="fr-FR" altLang="fr-FR" dirty="0" smtClean="0"/>
              <a:t>3-  NOUS TE MAGNIFIONS ET NOUS EXALTONS TON SAINT NOM </a:t>
            </a:r>
          </a:p>
          <a:p>
            <a:r>
              <a:rPr lang="fr-FR" altLang="fr-FR" dirty="0" smtClean="0"/>
              <a:t>So 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magnify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exalt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name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together</a:t>
            </a:r>
            <a:endParaRPr lang="fr-FR" altLang="fr-FR" dirty="0" smtClean="0"/>
          </a:p>
          <a:p>
            <a:r>
              <a:rPr lang="fr-FR" altLang="fr-FR" dirty="0" smtClean="0"/>
              <a:t>4-  NOUS GLORIFIERONS ADONAÏ, YAHVEH</a:t>
            </a:r>
          </a:p>
          <a:p>
            <a:r>
              <a:rPr lang="fr-FR" altLang="fr-FR" dirty="0" err="1" smtClean="0"/>
              <a:t>We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will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glorify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Adonai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Yahweh</a:t>
            </a:r>
            <a:endParaRPr lang="fr-FR" altLang="fr-FR" dirty="0" smtClean="0"/>
          </a:p>
          <a:p>
            <a:r>
              <a:rPr lang="fr-FR" altLang="fr-FR" dirty="0" smtClean="0"/>
              <a:t> 
	Refrain:</a:t>
            </a:r>
          </a:p>
          <a:p>
            <a:r>
              <a:rPr lang="fr-FR" altLang="fr-FR" dirty="0" smtClean="0"/>
              <a:t>	5-  TU ES GRAND  QUE TON NOM SOIT ÉLEVÉ   x3</a:t>
            </a:r>
          </a:p>
          <a:p>
            <a:r>
              <a:rPr lang="fr-FR" altLang="fr-FR" dirty="0" smtClean="0"/>
              <a:t>	You are </a:t>
            </a:r>
            <a:r>
              <a:rPr lang="fr-FR" altLang="fr-FR" dirty="0" err="1" smtClean="0"/>
              <a:t>great</a:t>
            </a:r>
            <a:r>
              <a:rPr lang="fr-FR" altLang="fr-FR" dirty="0" smtClean="0"/>
              <a:t> and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name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to </a:t>
            </a:r>
            <a:r>
              <a:rPr lang="fr-FR" altLang="fr-FR" dirty="0" err="1" smtClean="0"/>
              <a:t>be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praise</a:t>
            </a:r>
            <a:r>
              <a:rPr lang="fr-FR" altLang="fr-FR" dirty="0" smtClean="0"/>
              <a:t> 
	6-  TU ES GRAND </a:t>
            </a:r>
          </a:p>
          <a:p>
            <a:r>
              <a:rPr lang="fr-FR" altLang="fr-FR" dirty="0" smtClean="0"/>
              <a:t>	You are </a:t>
            </a:r>
            <a:r>
              <a:rPr lang="fr-FR" altLang="fr-FR" dirty="0" err="1" smtClean="0"/>
              <a:t>great</a:t>
            </a:r>
            <a:r>
              <a:rPr lang="fr-FR" altLang="fr-FR" dirty="0" smtClean="0"/>
              <a:t> </a:t>
            </a:r>
          </a:p>
          <a:p>
            <a:r>
              <a:rPr lang="fr-FR" altLang="fr-FR" dirty="0" smtClean="0"/>
              <a:t>
7-  NOUS VENONS DANS CE LIEU POUR GLORIFIER TON NOM </a:t>
            </a:r>
          </a:p>
          <a:p>
            <a:r>
              <a:rPr lang="fr-FR" altLang="fr-FR" dirty="0" err="1" smtClean="0"/>
              <a:t>We</a:t>
            </a:r>
            <a:r>
              <a:rPr lang="fr-FR" altLang="fr-FR" dirty="0" smtClean="0"/>
              <a:t> have come to </a:t>
            </a:r>
            <a:r>
              <a:rPr lang="fr-FR" altLang="fr-FR" dirty="0" err="1" smtClean="0"/>
              <a:t>this</a:t>
            </a:r>
            <a:r>
              <a:rPr lang="fr-FR" altLang="fr-FR" dirty="0" smtClean="0"/>
              <a:t> place to </a:t>
            </a:r>
            <a:r>
              <a:rPr lang="fr-FR" altLang="fr-FR" dirty="0" err="1" smtClean="0"/>
              <a:t>bring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glory</a:t>
            </a:r>
            <a:r>
              <a:rPr lang="fr-FR" altLang="fr-FR" dirty="0" smtClean="0"/>
              <a:t> to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name</a:t>
            </a:r>
            <a:endParaRPr lang="fr-FR" altLang="fr-FR" dirty="0" smtClean="0"/>
          </a:p>
          <a:p>
            <a:r>
              <a:rPr lang="fr-FR" altLang="fr-FR" dirty="0" smtClean="0"/>
              <a:t>8-  CAR TOI SEUL TU ES DIEU DIGNE DES PLUS HAUTES LOUANGES  </a:t>
            </a:r>
          </a:p>
          <a:p>
            <a:r>
              <a:rPr lang="fr-FR" altLang="fr-FR" dirty="0" err="1" smtClean="0"/>
              <a:t>We</a:t>
            </a:r>
            <a:r>
              <a:rPr lang="fr-FR" altLang="fr-FR" dirty="0" smtClean="0"/>
              <a:t> have come to </a:t>
            </a:r>
            <a:r>
              <a:rPr lang="fr-FR" altLang="fr-FR" dirty="0" err="1" smtClean="0"/>
              <a:t>this</a:t>
            </a:r>
            <a:r>
              <a:rPr lang="fr-FR" altLang="fr-FR" dirty="0" smtClean="0"/>
              <a:t> place to </a:t>
            </a:r>
            <a:r>
              <a:rPr lang="fr-FR" altLang="fr-FR" dirty="0" err="1" smtClean="0"/>
              <a:t>bring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glory</a:t>
            </a:r>
            <a:r>
              <a:rPr lang="fr-FR" altLang="fr-FR" dirty="0" smtClean="0"/>
              <a:t> to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name</a:t>
            </a:r>
            <a:endParaRPr lang="fr-FR" altLang="fr-FR" dirty="0" smtClean="0"/>
          </a:p>
          <a:p>
            <a:endParaRPr lang="fr-FR" altLang="fr-FR" dirty="0" smtClean="0"/>
          </a:p>
          <a:p>
            <a:r>
              <a:rPr lang="fr-FR" altLang="fr-FR" dirty="0" err="1" smtClean="0"/>
              <a:t>Pre</a:t>
            </a:r>
            <a:r>
              <a:rPr lang="fr-FR" altLang="fr-FR" dirty="0" smtClean="0"/>
              <a:t>-refrain:</a:t>
            </a:r>
          </a:p>
          <a:p>
            <a:r>
              <a:rPr lang="fr-FR" altLang="fr-FR" dirty="0" smtClean="0"/>
              <a:t>9-  NOUS TE MAGNIFIONS ET NOUS EXALTONS TON SAINT NOM </a:t>
            </a:r>
          </a:p>
          <a:p>
            <a:r>
              <a:rPr lang="fr-FR" altLang="fr-FR" dirty="0" smtClean="0"/>
              <a:t>So 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magnify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exalt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name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together</a:t>
            </a:r>
            <a:endParaRPr lang="fr-FR" altLang="fr-FR" dirty="0" smtClean="0"/>
          </a:p>
          <a:p>
            <a:r>
              <a:rPr lang="fr-FR" altLang="fr-FR" dirty="0" smtClean="0"/>
              <a:t>10-  NOUS GLORIFIERONS ADONAÏ, YAHVEH </a:t>
            </a:r>
          </a:p>
          <a:p>
            <a:r>
              <a:rPr lang="fr-FR" altLang="fr-FR" dirty="0" err="1" smtClean="0"/>
              <a:t>We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will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glorify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Adonai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Yahweh</a:t>
            </a:r>
            <a:endParaRPr lang="fr-FR" altLang="fr-FR" dirty="0" smtClean="0"/>
          </a:p>
          <a:p>
            <a:endParaRPr lang="fr-FR" altLang="fr-FR" dirty="0" smtClean="0"/>
          </a:p>
          <a:p>
            <a:r>
              <a:rPr lang="fr-FR" altLang="fr-FR" dirty="0" smtClean="0"/>
              <a:t>	Refrain:</a:t>
            </a:r>
          </a:p>
          <a:p>
            <a:endParaRPr lang="fr-FR" altLang="fr-FR" dirty="0" smtClean="0"/>
          </a:p>
          <a:p>
            <a:r>
              <a:rPr lang="fr-FR" altLang="fr-FR" dirty="0" smtClean="0"/>
              <a:t>Couplet: 1 + Refrain + Pont</a:t>
            </a:r>
          </a:p>
          <a:p>
            <a:r>
              <a:rPr lang="fr-FR" altLang="fr-FR" dirty="0" smtClean="0"/>
              <a:t>
Pont:</a:t>
            </a:r>
          </a:p>
          <a:p>
            <a:r>
              <a:rPr lang="fr-FR" altLang="fr-FR" dirty="0" smtClean="0"/>
              <a:t>11-  SAINT ET SI IMPRESSIONNANT MERVEILLEUX ET PUISSANT   </a:t>
            </a:r>
          </a:p>
          <a:p>
            <a:r>
              <a:rPr lang="fr-FR" altLang="fr-FR" dirty="0" err="1" smtClean="0"/>
              <a:t>Magnificent</a:t>
            </a:r>
            <a:r>
              <a:rPr lang="fr-FR" altLang="fr-FR" dirty="0" smtClean="0"/>
              <a:t> and </a:t>
            </a:r>
            <a:r>
              <a:rPr lang="fr-FR" altLang="fr-FR" dirty="0" err="1" smtClean="0"/>
              <a:t>Holy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Wonderful</a:t>
            </a:r>
            <a:r>
              <a:rPr lang="fr-FR" altLang="fr-FR" dirty="0" smtClean="0"/>
              <a:t> and </a:t>
            </a:r>
            <a:r>
              <a:rPr lang="fr-FR" altLang="fr-FR" dirty="0" err="1" smtClean="0"/>
              <a:t>migthy</a:t>
            </a:r>
            <a:endParaRPr lang="fr-FR" altLang="fr-FR" dirty="0" smtClean="0"/>
          </a:p>
          <a:p>
            <a:r>
              <a:rPr lang="fr-FR" altLang="fr-FR" dirty="0" smtClean="0"/>
              <a:t>12-  LENT À LA COLÈRE  TA GRÂCE EST SI GRANDE </a:t>
            </a:r>
          </a:p>
          <a:p>
            <a:r>
              <a:rPr lang="fr-FR" altLang="fr-FR" dirty="0" smtClean="0"/>
              <a:t>Slow to </a:t>
            </a:r>
            <a:r>
              <a:rPr lang="fr-FR" altLang="fr-FR" dirty="0" err="1" smtClean="0"/>
              <a:t>anger</a:t>
            </a:r>
            <a:r>
              <a:rPr lang="fr-FR" altLang="fr-FR" dirty="0" smtClean="0"/>
              <a:t> and </a:t>
            </a:r>
            <a:r>
              <a:rPr lang="fr-FR" altLang="fr-FR" dirty="0" err="1" smtClean="0"/>
              <a:t>great</a:t>
            </a:r>
            <a:r>
              <a:rPr lang="fr-FR" altLang="fr-FR" dirty="0" smtClean="0"/>
              <a:t> in </a:t>
            </a:r>
            <a:r>
              <a:rPr lang="fr-FR" altLang="fr-FR" dirty="0" err="1" smtClean="0"/>
              <a:t>mercy</a:t>
            </a:r>
            <a:endParaRPr lang="fr-FR" altLang="fr-FR" dirty="0" smtClean="0"/>
          </a:p>
          <a:p>
            <a:endParaRPr lang="fr-FR" altLang="fr-FR" dirty="0" smtClean="0"/>
          </a:p>
          <a:p>
            <a:r>
              <a:rPr lang="fr-FR" altLang="fr-FR" dirty="0" err="1" smtClean="0"/>
              <a:t>Pre</a:t>
            </a:r>
            <a:r>
              <a:rPr lang="fr-FR" altLang="fr-FR" dirty="0" smtClean="0"/>
              <a:t>- Refrain:  x3</a:t>
            </a:r>
          </a:p>
          <a:p>
            <a:endParaRPr lang="fr-FR" altLang="fr-FR" dirty="0" smtClean="0"/>
          </a:p>
          <a:p>
            <a:r>
              <a:rPr lang="fr-FR" altLang="fr-FR" dirty="0" smtClean="0"/>
              <a:t>	Refrain:</a:t>
            </a:r>
          </a:p>
          <a:p>
            <a:r>
              <a:rPr lang="fr-FR" altLang="fr-FR" dirty="0" smtClean="0"/>
              <a:t>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METS EN NOUS UN NOUVEAU CHANT NOUS DANSERONS DEVANT TOI</a:t>
            </a:r>
          </a:p>
          <a:p>
            <a:r>
              <a:rPr lang="fr-FR" smtClean="0"/>
              <a:t>Fill our mouths with a new song May we dance before your throne</a:t>
            </a:r>
          </a:p>
          <a:p>
            <a:r>
              <a:rPr lang="fr-FR" smtClean="0"/>
              <a:t> 2-  NOTRE BONHEUR EST EN TOI DIEU, TON SALUT EST NOTRE JOIE  </a:t>
            </a:r>
          </a:p>
          <a:p>
            <a:r>
              <a:rPr lang="fr-FR" smtClean="0"/>
              <a:t>We find joy in you God We rejoice in our salvation</a:t>
            </a:r>
          </a:p>
          <a:p>
            <a:endParaRPr lang="fr-FR" smtClean="0"/>
          </a:p>
          <a:p>
            <a:r>
              <a:rPr lang="fr-FR" smtClean="0"/>
              <a:t>Pre-refrain:</a:t>
            </a:r>
          </a:p>
          <a:p>
            <a:r>
              <a:rPr lang="fr-FR" smtClean="0"/>
              <a:t>3-  NOUS TE MAGNIFIONS ET NOUS EXALTONS TON SAINT NOM </a:t>
            </a:r>
          </a:p>
          <a:p>
            <a:r>
              <a:rPr lang="fr-FR" smtClean="0"/>
              <a:t>So we magnify, we exalt your name together</a:t>
            </a:r>
          </a:p>
          <a:p>
            <a:r>
              <a:rPr lang="fr-FR" smtClean="0"/>
              <a:t>4-  NOUS GLORIFIERONS ADONAÏ, YAHVEH</a:t>
            </a:r>
          </a:p>
          <a:p>
            <a:r>
              <a:rPr lang="fr-FR" smtClean="0"/>
              <a:t>We will glorify, Adonai, Yahweh</a:t>
            </a:r>
          </a:p>
          <a:p>
            <a:r>
              <a:rPr lang="fr-FR" smtClean="0"/>
              <a:t> 
	Refrain:</a:t>
            </a:r>
          </a:p>
          <a:p>
            <a:r>
              <a:rPr lang="fr-FR" smtClean="0"/>
              <a:t>	5-  TU ES GRAND  QUE TON NOM SOIT ÉLEVÉ   x3</a:t>
            </a:r>
          </a:p>
          <a:p>
            <a:r>
              <a:rPr lang="fr-FR" smtClean="0"/>
              <a:t>	You are great and your name is to be praise 
	6-  TU ES GRAND </a:t>
            </a:r>
          </a:p>
          <a:p>
            <a:r>
              <a:rPr lang="fr-FR" smtClean="0"/>
              <a:t>	You are great </a:t>
            </a:r>
          </a:p>
          <a:p>
            <a:r>
              <a:rPr lang="fr-FR" smtClean="0"/>
              <a:t>
7-  NOUS VENONS DANS CE LIEU POUR GLORIFIER TON NOM </a:t>
            </a:r>
          </a:p>
          <a:p>
            <a:r>
              <a:rPr lang="fr-FR" smtClean="0"/>
              <a:t>We have come to this place to bring glory to your name</a:t>
            </a:r>
          </a:p>
          <a:p>
            <a:r>
              <a:rPr lang="fr-FR" smtClean="0"/>
              <a:t>8-  CAR TOI SEUL TU ES DIEU DIGNE DES PLUS HAUTES LOUANGES  </a:t>
            </a:r>
          </a:p>
          <a:p>
            <a:r>
              <a:rPr lang="fr-FR" smtClean="0"/>
              <a:t>We have come to this place to bring glory to your name</a:t>
            </a:r>
          </a:p>
          <a:p>
            <a:endParaRPr lang="fr-FR" smtClean="0"/>
          </a:p>
          <a:p>
            <a:r>
              <a:rPr lang="fr-FR" smtClean="0"/>
              <a:t>Pre-refrain:</a:t>
            </a:r>
          </a:p>
          <a:p>
            <a:r>
              <a:rPr lang="fr-FR" smtClean="0"/>
              <a:t>9-  NOUS TE MAGNIFIONS ET NOUS EXALTONS TON SAINT NOM </a:t>
            </a:r>
          </a:p>
          <a:p>
            <a:r>
              <a:rPr lang="fr-FR" smtClean="0"/>
              <a:t>So we magnify, we exalt your name together</a:t>
            </a:r>
          </a:p>
          <a:p>
            <a:r>
              <a:rPr lang="fr-FR" smtClean="0"/>
              <a:t>10-  NOUS GLORIFIERONS ADONAÏ, YAHVEH </a:t>
            </a:r>
          </a:p>
          <a:p>
            <a:r>
              <a:rPr lang="fr-FR" smtClean="0"/>
              <a:t>We will glorify, Adonai, Yahweh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Couplet: 1 + Refrain + Pont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11-  SAINT ET SI IMPRESSIONNANT MERVEILLEUX ET PUISSANT   </a:t>
            </a:r>
          </a:p>
          <a:p>
            <a:r>
              <a:rPr lang="fr-FR" smtClean="0"/>
              <a:t>Magnificent and Holy Wonderful and migthy</a:t>
            </a:r>
          </a:p>
          <a:p>
            <a:r>
              <a:rPr lang="fr-FR" smtClean="0"/>
              <a:t>12-  LENT À LA COLÈRE  TA GRÂCE EST SI GRANDE </a:t>
            </a:r>
          </a:p>
          <a:p>
            <a:r>
              <a:rPr lang="fr-FR" smtClean="0"/>
              <a:t>Slow to anger and great in mercy</a:t>
            </a:r>
          </a:p>
          <a:p>
            <a:endParaRPr lang="fr-FR" smtClean="0"/>
          </a:p>
          <a:p>
            <a:r>
              <a:rPr lang="fr-FR" smtClean="0"/>
              <a:t>Pre- Refrain:  x3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dirty="0" smtClean="0"/>
              <a:t>1-  METS EN NOUS UN NOUVEAU CHANT NOUS DANSERONS DEVANT TOI</a:t>
            </a:r>
          </a:p>
          <a:p>
            <a:r>
              <a:rPr lang="fr-FR" altLang="fr-FR" dirty="0" err="1" smtClean="0"/>
              <a:t>Fill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mouths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a new </a:t>
            </a:r>
            <a:r>
              <a:rPr lang="fr-FR" altLang="fr-FR" dirty="0" err="1" smtClean="0"/>
              <a:t>song</a:t>
            </a:r>
            <a:r>
              <a:rPr lang="fr-FR" altLang="fr-FR" dirty="0" smtClean="0"/>
              <a:t> May 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dance </a:t>
            </a:r>
            <a:r>
              <a:rPr lang="fr-FR" altLang="fr-FR" dirty="0" err="1" smtClean="0"/>
              <a:t>before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throne</a:t>
            </a:r>
            <a:endParaRPr lang="fr-FR" altLang="fr-FR" dirty="0" smtClean="0"/>
          </a:p>
          <a:p>
            <a:r>
              <a:rPr lang="fr-FR" altLang="fr-FR" dirty="0" smtClean="0"/>
              <a:t> 2-  NOTRE BONHEUR EST EN TOI DIEU, TON SALUT EST NOTRE JOIE  </a:t>
            </a:r>
          </a:p>
          <a:p>
            <a:r>
              <a:rPr lang="fr-FR" altLang="fr-FR" dirty="0" err="1" smtClean="0"/>
              <a:t>We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find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joy</a:t>
            </a:r>
            <a:r>
              <a:rPr lang="fr-FR" altLang="fr-FR" dirty="0" smtClean="0"/>
              <a:t> in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God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rejoice</a:t>
            </a:r>
            <a:r>
              <a:rPr lang="fr-FR" altLang="fr-FR" dirty="0" smtClean="0"/>
              <a:t> in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salvation</a:t>
            </a:r>
          </a:p>
          <a:p>
            <a:endParaRPr lang="fr-FR" altLang="fr-FR" dirty="0" smtClean="0"/>
          </a:p>
          <a:p>
            <a:r>
              <a:rPr lang="fr-FR" altLang="fr-FR" dirty="0" err="1" smtClean="0"/>
              <a:t>Pre</a:t>
            </a:r>
            <a:r>
              <a:rPr lang="fr-FR" altLang="fr-FR" dirty="0" smtClean="0"/>
              <a:t>-refrain:</a:t>
            </a:r>
          </a:p>
          <a:p>
            <a:r>
              <a:rPr lang="fr-FR" altLang="fr-FR" dirty="0" smtClean="0"/>
              <a:t>3-  NOUS TE MAGNIFIONS ET NOUS EXALTONS TON SAINT NOM </a:t>
            </a:r>
          </a:p>
          <a:p>
            <a:r>
              <a:rPr lang="fr-FR" altLang="fr-FR" dirty="0" smtClean="0"/>
              <a:t>So 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magnify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exalt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name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together</a:t>
            </a:r>
            <a:endParaRPr lang="fr-FR" altLang="fr-FR" dirty="0" smtClean="0"/>
          </a:p>
          <a:p>
            <a:r>
              <a:rPr lang="fr-FR" altLang="fr-FR" dirty="0" smtClean="0"/>
              <a:t>4-  NOUS GLORIFIERONS ADONAÏ, YAHVEH</a:t>
            </a:r>
          </a:p>
          <a:p>
            <a:r>
              <a:rPr lang="fr-FR" altLang="fr-FR" dirty="0" err="1" smtClean="0"/>
              <a:t>We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will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glorify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Adonai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Yahweh</a:t>
            </a:r>
            <a:endParaRPr lang="fr-FR" altLang="fr-FR" dirty="0" smtClean="0"/>
          </a:p>
          <a:p>
            <a:r>
              <a:rPr lang="fr-FR" altLang="fr-FR" dirty="0" smtClean="0"/>
              <a:t> 
	Refrain:</a:t>
            </a:r>
          </a:p>
          <a:p>
            <a:r>
              <a:rPr lang="fr-FR" altLang="fr-FR" dirty="0" smtClean="0"/>
              <a:t>	5-  TU ES GRAND  QUE TON NOM SOIT ÉLEVÉ   x3</a:t>
            </a:r>
          </a:p>
          <a:p>
            <a:r>
              <a:rPr lang="fr-FR" altLang="fr-FR" dirty="0" smtClean="0"/>
              <a:t>	You are </a:t>
            </a:r>
            <a:r>
              <a:rPr lang="fr-FR" altLang="fr-FR" dirty="0" err="1" smtClean="0"/>
              <a:t>great</a:t>
            </a:r>
            <a:r>
              <a:rPr lang="fr-FR" altLang="fr-FR" dirty="0" smtClean="0"/>
              <a:t> and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name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to </a:t>
            </a:r>
            <a:r>
              <a:rPr lang="fr-FR" altLang="fr-FR" dirty="0" err="1" smtClean="0"/>
              <a:t>be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praise</a:t>
            </a:r>
            <a:r>
              <a:rPr lang="fr-FR" altLang="fr-FR" dirty="0" smtClean="0"/>
              <a:t> 
	6-  TU ES GRAND </a:t>
            </a:r>
          </a:p>
          <a:p>
            <a:r>
              <a:rPr lang="fr-FR" altLang="fr-FR" dirty="0" smtClean="0"/>
              <a:t>	You are </a:t>
            </a:r>
            <a:r>
              <a:rPr lang="fr-FR" altLang="fr-FR" dirty="0" err="1" smtClean="0"/>
              <a:t>great</a:t>
            </a:r>
            <a:r>
              <a:rPr lang="fr-FR" altLang="fr-FR" dirty="0" smtClean="0"/>
              <a:t> </a:t>
            </a:r>
          </a:p>
          <a:p>
            <a:r>
              <a:rPr lang="fr-FR" altLang="fr-FR" dirty="0" smtClean="0"/>
              <a:t>
7-  NOUS VENONS DANS CE LIEU POUR GLORIFIER TON NOM </a:t>
            </a:r>
          </a:p>
          <a:p>
            <a:r>
              <a:rPr lang="fr-FR" altLang="fr-FR" dirty="0" err="1" smtClean="0"/>
              <a:t>We</a:t>
            </a:r>
            <a:r>
              <a:rPr lang="fr-FR" altLang="fr-FR" dirty="0" smtClean="0"/>
              <a:t> have come to </a:t>
            </a:r>
            <a:r>
              <a:rPr lang="fr-FR" altLang="fr-FR" dirty="0" err="1" smtClean="0"/>
              <a:t>this</a:t>
            </a:r>
            <a:r>
              <a:rPr lang="fr-FR" altLang="fr-FR" dirty="0" smtClean="0"/>
              <a:t> place to </a:t>
            </a:r>
            <a:r>
              <a:rPr lang="fr-FR" altLang="fr-FR" dirty="0" err="1" smtClean="0"/>
              <a:t>bring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glory</a:t>
            </a:r>
            <a:r>
              <a:rPr lang="fr-FR" altLang="fr-FR" dirty="0" smtClean="0"/>
              <a:t> to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name</a:t>
            </a:r>
            <a:endParaRPr lang="fr-FR" altLang="fr-FR" dirty="0" smtClean="0"/>
          </a:p>
          <a:p>
            <a:r>
              <a:rPr lang="fr-FR" altLang="fr-FR" dirty="0" smtClean="0"/>
              <a:t>8-  CAR TOI SEUL TU ES DIEU DIGNE DES PLUS HAUTES LOUANGES  </a:t>
            </a:r>
          </a:p>
          <a:p>
            <a:r>
              <a:rPr lang="fr-FR" altLang="fr-FR" dirty="0" err="1" smtClean="0"/>
              <a:t>We</a:t>
            </a:r>
            <a:r>
              <a:rPr lang="fr-FR" altLang="fr-FR" dirty="0" smtClean="0"/>
              <a:t> have come to </a:t>
            </a:r>
            <a:r>
              <a:rPr lang="fr-FR" altLang="fr-FR" dirty="0" err="1" smtClean="0"/>
              <a:t>this</a:t>
            </a:r>
            <a:r>
              <a:rPr lang="fr-FR" altLang="fr-FR" dirty="0" smtClean="0"/>
              <a:t> place to </a:t>
            </a:r>
            <a:r>
              <a:rPr lang="fr-FR" altLang="fr-FR" dirty="0" err="1" smtClean="0"/>
              <a:t>bring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glory</a:t>
            </a:r>
            <a:r>
              <a:rPr lang="fr-FR" altLang="fr-FR" dirty="0" smtClean="0"/>
              <a:t> to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name</a:t>
            </a:r>
            <a:endParaRPr lang="fr-FR" altLang="fr-FR" dirty="0" smtClean="0"/>
          </a:p>
          <a:p>
            <a:endParaRPr lang="fr-FR" altLang="fr-FR" dirty="0" smtClean="0"/>
          </a:p>
          <a:p>
            <a:r>
              <a:rPr lang="fr-FR" altLang="fr-FR" dirty="0" err="1" smtClean="0"/>
              <a:t>Pre</a:t>
            </a:r>
            <a:r>
              <a:rPr lang="fr-FR" altLang="fr-FR" dirty="0" smtClean="0"/>
              <a:t>-refrain:</a:t>
            </a:r>
          </a:p>
          <a:p>
            <a:r>
              <a:rPr lang="fr-FR" altLang="fr-FR" dirty="0" smtClean="0"/>
              <a:t>9-  NOUS TE MAGNIFIONS ET NOUS EXALTONS TON SAINT NOM </a:t>
            </a:r>
          </a:p>
          <a:p>
            <a:r>
              <a:rPr lang="fr-FR" altLang="fr-FR" dirty="0" smtClean="0"/>
              <a:t>So 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magnify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exalt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name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together</a:t>
            </a:r>
            <a:endParaRPr lang="fr-FR" altLang="fr-FR" dirty="0" smtClean="0"/>
          </a:p>
          <a:p>
            <a:r>
              <a:rPr lang="fr-FR" altLang="fr-FR" dirty="0" smtClean="0"/>
              <a:t>10-  NOUS GLORIFIERONS ADONAÏ, YAHVEH </a:t>
            </a:r>
          </a:p>
          <a:p>
            <a:r>
              <a:rPr lang="fr-FR" altLang="fr-FR" dirty="0" err="1" smtClean="0"/>
              <a:t>We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will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glorify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Adonai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Yahweh</a:t>
            </a:r>
            <a:endParaRPr lang="fr-FR" altLang="fr-FR" dirty="0" smtClean="0"/>
          </a:p>
          <a:p>
            <a:endParaRPr lang="fr-FR" altLang="fr-FR" dirty="0" smtClean="0"/>
          </a:p>
          <a:p>
            <a:r>
              <a:rPr lang="fr-FR" altLang="fr-FR" dirty="0" smtClean="0"/>
              <a:t>	Refrain:</a:t>
            </a:r>
          </a:p>
          <a:p>
            <a:endParaRPr lang="fr-FR" altLang="fr-FR" dirty="0" smtClean="0"/>
          </a:p>
          <a:p>
            <a:r>
              <a:rPr lang="fr-FR" altLang="fr-FR" dirty="0" smtClean="0"/>
              <a:t>Couplet: 1 + Refrain + Pont</a:t>
            </a:r>
          </a:p>
          <a:p>
            <a:r>
              <a:rPr lang="fr-FR" altLang="fr-FR" dirty="0" smtClean="0"/>
              <a:t>
Pont:</a:t>
            </a:r>
          </a:p>
          <a:p>
            <a:r>
              <a:rPr lang="fr-FR" altLang="fr-FR" dirty="0" smtClean="0"/>
              <a:t>11-  SAINT ET SI IMPRESSIONNANT MERVEILLEUX ET PUISSANT   </a:t>
            </a:r>
          </a:p>
          <a:p>
            <a:r>
              <a:rPr lang="fr-FR" altLang="fr-FR" dirty="0" err="1" smtClean="0"/>
              <a:t>Magnificent</a:t>
            </a:r>
            <a:r>
              <a:rPr lang="fr-FR" altLang="fr-FR" dirty="0" smtClean="0"/>
              <a:t> and </a:t>
            </a:r>
            <a:r>
              <a:rPr lang="fr-FR" altLang="fr-FR" dirty="0" err="1" smtClean="0"/>
              <a:t>Holy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Wonderful</a:t>
            </a:r>
            <a:r>
              <a:rPr lang="fr-FR" altLang="fr-FR" dirty="0" smtClean="0"/>
              <a:t> and </a:t>
            </a:r>
            <a:r>
              <a:rPr lang="fr-FR" altLang="fr-FR" dirty="0" err="1" smtClean="0"/>
              <a:t>migthy</a:t>
            </a:r>
            <a:endParaRPr lang="fr-FR" altLang="fr-FR" dirty="0" smtClean="0"/>
          </a:p>
          <a:p>
            <a:r>
              <a:rPr lang="fr-FR" altLang="fr-FR" dirty="0" smtClean="0"/>
              <a:t>12-  LENT À LA COLÈRE  TA GRÂCE EST SI GRANDE </a:t>
            </a:r>
          </a:p>
          <a:p>
            <a:r>
              <a:rPr lang="fr-FR" altLang="fr-FR" dirty="0" smtClean="0"/>
              <a:t>Slow to </a:t>
            </a:r>
            <a:r>
              <a:rPr lang="fr-FR" altLang="fr-FR" dirty="0" err="1" smtClean="0"/>
              <a:t>anger</a:t>
            </a:r>
            <a:r>
              <a:rPr lang="fr-FR" altLang="fr-FR" dirty="0" smtClean="0"/>
              <a:t> and </a:t>
            </a:r>
            <a:r>
              <a:rPr lang="fr-FR" altLang="fr-FR" dirty="0" err="1" smtClean="0"/>
              <a:t>great</a:t>
            </a:r>
            <a:r>
              <a:rPr lang="fr-FR" altLang="fr-FR" dirty="0" smtClean="0"/>
              <a:t> in </a:t>
            </a:r>
            <a:r>
              <a:rPr lang="fr-FR" altLang="fr-FR" dirty="0" err="1" smtClean="0"/>
              <a:t>mercy</a:t>
            </a:r>
            <a:endParaRPr lang="fr-FR" altLang="fr-FR" dirty="0" smtClean="0"/>
          </a:p>
          <a:p>
            <a:endParaRPr lang="fr-FR" altLang="fr-FR" dirty="0" smtClean="0"/>
          </a:p>
          <a:p>
            <a:r>
              <a:rPr lang="fr-FR" altLang="fr-FR" dirty="0" err="1" smtClean="0"/>
              <a:t>Pre</a:t>
            </a:r>
            <a:r>
              <a:rPr lang="fr-FR" altLang="fr-FR" dirty="0" smtClean="0"/>
              <a:t>- Refrain:  x3</a:t>
            </a:r>
          </a:p>
          <a:p>
            <a:endParaRPr lang="fr-FR" altLang="fr-FR" dirty="0" smtClean="0"/>
          </a:p>
          <a:p>
            <a:r>
              <a:rPr lang="fr-FR" altLang="fr-FR" dirty="0" smtClean="0"/>
              <a:t>	Refrain:</a:t>
            </a:r>
          </a:p>
          <a:p>
            <a:r>
              <a:rPr lang="fr-FR" altLang="fr-FR" dirty="0" smtClean="0"/>
              <a:t>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METS EN NOUS UN NOUVEAU CHANT NOUS DANSERONS DEVANT TOI</a:t>
            </a:r>
          </a:p>
          <a:p>
            <a:r>
              <a:rPr lang="fr-FR" smtClean="0"/>
              <a:t>Fill our mouths with a new song May we dance before your throne</a:t>
            </a:r>
          </a:p>
          <a:p>
            <a:r>
              <a:rPr lang="fr-FR" smtClean="0"/>
              <a:t> 2-  NOTRE BONHEUR EST EN TOI DIEU, TON SALUT EST NOTRE JOIE  </a:t>
            </a:r>
          </a:p>
          <a:p>
            <a:r>
              <a:rPr lang="fr-FR" smtClean="0"/>
              <a:t>We find joy in you God We rejoice in our salvation</a:t>
            </a:r>
          </a:p>
          <a:p>
            <a:endParaRPr lang="fr-FR" smtClean="0"/>
          </a:p>
          <a:p>
            <a:r>
              <a:rPr lang="fr-FR" smtClean="0"/>
              <a:t>Pre-refrain:</a:t>
            </a:r>
          </a:p>
          <a:p>
            <a:r>
              <a:rPr lang="fr-FR" smtClean="0"/>
              <a:t>3-  NOUS TE MAGNIFIONS ET NOUS EXALTONS TON SAINT NOM </a:t>
            </a:r>
          </a:p>
          <a:p>
            <a:r>
              <a:rPr lang="fr-FR" smtClean="0"/>
              <a:t>So we magnify, we exalt your name together</a:t>
            </a:r>
          </a:p>
          <a:p>
            <a:r>
              <a:rPr lang="fr-FR" smtClean="0"/>
              <a:t>4-  NOUS GLORIFIERONS ADONAÏ, YAHVEH</a:t>
            </a:r>
          </a:p>
          <a:p>
            <a:r>
              <a:rPr lang="fr-FR" smtClean="0"/>
              <a:t>We will glorify, Adonai, Yahweh</a:t>
            </a:r>
          </a:p>
          <a:p>
            <a:r>
              <a:rPr lang="fr-FR" smtClean="0"/>
              <a:t> 
	Refrain:</a:t>
            </a:r>
          </a:p>
          <a:p>
            <a:r>
              <a:rPr lang="fr-FR" smtClean="0"/>
              <a:t>	5-  TU ES GRAND  QUE TON NOM SOIT ÉLEVÉ   x3</a:t>
            </a:r>
          </a:p>
          <a:p>
            <a:r>
              <a:rPr lang="fr-FR" smtClean="0"/>
              <a:t>	You are great and your name is to be praise 
	6-  TU ES GRAND </a:t>
            </a:r>
          </a:p>
          <a:p>
            <a:r>
              <a:rPr lang="fr-FR" smtClean="0"/>
              <a:t>	You are great </a:t>
            </a:r>
          </a:p>
          <a:p>
            <a:r>
              <a:rPr lang="fr-FR" smtClean="0"/>
              <a:t>
7-  NOUS VENONS DANS CE LIEU POUR GLORIFIER TON NOM </a:t>
            </a:r>
          </a:p>
          <a:p>
            <a:r>
              <a:rPr lang="fr-FR" smtClean="0"/>
              <a:t>We have come to this place to bring glory to your name</a:t>
            </a:r>
          </a:p>
          <a:p>
            <a:r>
              <a:rPr lang="fr-FR" smtClean="0"/>
              <a:t>8-  CAR TOI SEUL TU ES DIEU DIGNE DES PLUS HAUTES LOUANGES  </a:t>
            </a:r>
          </a:p>
          <a:p>
            <a:r>
              <a:rPr lang="fr-FR" smtClean="0"/>
              <a:t>We have come to this place to bring glory to your name</a:t>
            </a:r>
          </a:p>
          <a:p>
            <a:endParaRPr lang="fr-FR" smtClean="0"/>
          </a:p>
          <a:p>
            <a:r>
              <a:rPr lang="fr-FR" smtClean="0"/>
              <a:t>Pre-refrain:</a:t>
            </a:r>
          </a:p>
          <a:p>
            <a:r>
              <a:rPr lang="fr-FR" smtClean="0"/>
              <a:t>9-  NOUS TE MAGNIFIONS ET NOUS EXALTONS TON SAINT NOM </a:t>
            </a:r>
          </a:p>
          <a:p>
            <a:r>
              <a:rPr lang="fr-FR" smtClean="0"/>
              <a:t>So we magnify, we exalt your name together</a:t>
            </a:r>
          </a:p>
          <a:p>
            <a:r>
              <a:rPr lang="fr-FR" smtClean="0"/>
              <a:t>10-  NOUS GLORIFIERONS ADONAÏ, YAHVEH </a:t>
            </a:r>
          </a:p>
          <a:p>
            <a:r>
              <a:rPr lang="fr-FR" smtClean="0"/>
              <a:t>We will glorify, Adonai, Yahweh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Couplet: 1 + Refrain + Pont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11-  SAINT ET SI IMPRESSIONNANT MERVEILLEUX ET PUISSANT   </a:t>
            </a:r>
          </a:p>
          <a:p>
            <a:r>
              <a:rPr lang="fr-FR" smtClean="0"/>
              <a:t>Magnificent and Holy Wonderful and migthy</a:t>
            </a:r>
          </a:p>
          <a:p>
            <a:r>
              <a:rPr lang="fr-FR" smtClean="0"/>
              <a:t>12-  LENT À LA COLÈRE  TA GRÂCE EST SI GRANDE </a:t>
            </a:r>
          </a:p>
          <a:p>
            <a:r>
              <a:rPr lang="fr-FR" smtClean="0"/>
              <a:t>Slow to anger and great in mercy</a:t>
            </a:r>
          </a:p>
          <a:p>
            <a:endParaRPr lang="fr-FR" smtClean="0"/>
          </a:p>
          <a:p>
            <a:r>
              <a:rPr lang="fr-FR" smtClean="0"/>
              <a:t>Pre- Refrain:  x3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METS EN NOUS UN NOUVEAU CHANT NOUS DANSERONS DEVANT TOI</a:t>
            </a:r>
          </a:p>
          <a:p>
            <a:r>
              <a:rPr lang="fr-FR" altLang="fr-FR" smtClean="0"/>
              <a:t>Fill our mouths with a new song May we dance before your throne</a:t>
            </a:r>
          </a:p>
          <a:p>
            <a:r>
              <a:rPr lang="fr-FR" altLang="fr-FR" smtClean="0"/>
              <a:t> 2-  NOTRE BONHEUR EST EN TOI DIEU, TON SALUT EST NOTRE JOIE  </a:t>
            </a:r>
          </a:p>
          <a:p>
            <a:r>
              <a:rPr lang="fr-FR" altLang="fr-FR" smtClean="0"/>
              <a:t>We find joy in you God We rejoice in our salvation</a:t>
            </a:r>
          </a:p>
          <a:p>
            <a:endParaRPr lang="fr-FR" altLang="fr-FR" smtClean="0"/>
          </a:p>
          <a:p>
            <a:r>
              <a:rPr lang="fr-FR" altLang="fr-FR" smtClean="0"/>
              <a:t>Pre-refrain:</a:t>
            </a:r>
          </a:p>
          <a:p>
            <a:r>
              <a:rPr lang="fr-FR" altLang="fr-FR" smtClean="0"/>
              <a:t>3-  NOUS TE MAGNIFIONS ET NOUS EXALTONS TON SAINT NOM </a:t>
            </a:r>
          </a:p>
          <a:p>
            <a:r>
              <a:rPr lang="fr-FR" altLang="fr-FR" smtClean="0"/>
              <a:t>So we magnify, we exalt your name together</a:t>
            </a:r>
          </a:p>
          <a:p>
            <a:r>
              <a:rPr lang="fr-FR" altLang="fr-FR" smtClean="0"/>
              <a:t>4-  NOUS GLORIFIERONS ADONAÏ, YAHVEH</a:t>
            </a:r>
          </a:p>
          <a:p>
            <a:r>
              <a:rPr lang="fr-FR" altLang="fr-FR" smtClean="0"/>
              <a:t>We will glorify, Adonai, Yahweh</a:t>
            </a:r>
          </a:p>
          <a:p>
            <a:r>
              <a:rPr lang="fr-FR" altLang="fr-FR" smtClean="0"/>
              <a:t> 
	Refrain:</a:t>
            </a:r>
          </a:p>
          <a:p>
            <a:r>
              <a:rPr lang="fr-FR" altLang="fr-FR" smtClean="0"/>
              <a:t>	5-  TU ES GRAND  QUE TON NOM SOIT ÉLEVÉ   x3</a:t>
            </a:r>
          </a:p>
          <a:p>
            <a:r>
              <a:rPr lang="fr-FR" altLang="fr-FR" smtClean="0"/>
              <a:t>	You are great and your name is to be praise 
	6-  TU ES GRAND </a:t>
            </a:r>
          </a:p>
          <a:p>
            <a:r>
              <a:rPr lang="fr-FR" altLang="fr-FR" smtClean="0"/>
              <a:t>	You are great </a:t>
            </a:r>
          </a:p>
          <a:p>
            <a:r>
              <a:rPr lang="fr-FR" altLang="fr-FR" smtClean="0"/>
              <a:t>
7-  NOUS VENONS DANS CE LIEU POUR GLORIFIER TON NOM </a:t>
            </a:r>
          </a:p>
          <a:p>
            <a:r>
              <a:rPr lang="fr-FR" altLang="fr-FR" smtClean="0"/>
              <a:t>We have come to this place to bring glory to your name</a:t>
            </a:r>
          </a:p>
          <a:p>
            <a:r>
              <a:rPr lang="fr-FR" altLang="fr-FR" smtClean="0"/>
              <a:t>8-  CAR TOI SEUL TU ES DIEU DIGNE DES PLUS HAUTES LOUANGES  </a:t>
            </a:r>
          </a:p>
          <a:p>
            <a:r>
              <a:rPr lang="fr-FR" altLang="fr-FR" smtClean="0"/>
              <a:t>We have come to this place to bring glory to your name</a:t>
            </a:r>
          </a:p>
          <a:p>
            <a:endParaRPr lang="fr-FR" altLang="fr-FR" smtClean="0"/>
          </a:p>
          <a:p>
            <a:r>
              <a:rPr lang="fr-FR" altLang="fr-FR" smtClean="0"/>
              <a:t>Pre-refrain:</a:t>
            </a:r>
          </a:p>
          <a:p>
            <a:r>
              <a:rPr lang="fr-FR" altLang="fr-FR" smtClean="0"/>
              <a:t>9-  NOUS TE MAGNIFIONS ET NOUS EXALTONS TON SAINT NOM </a:t>
            </a:r>
          </a:p>
          <a:p>
            <a:r>
              <a:rPr lang="fr-FR" altLang="fr-FR" smtClean="0"/>
              <a:t>So we magnify, we exalt your name together</a:t>
            </a:r>
          </a:p>
          <a:p>
            <a:r>
              <a:rPr lang="fr-FR" altLang="fr-FR" smtClean="0"/>
              <a:t>10-  NOUS GLORIFIERONS ADONAÏ, YAHVEH </a:t>
            </a:r>
          </a:p>
          <a:p>
            <a:r>
              <a:rPr lang="fr-FR" altLang="fr-FR" smtClean="0"/>
              <a:t>We will glorify, Adonai, Yahweh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Couplet: 1 + Refrain + Pont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11-  SAINT ET SI IMPRESSIONNANT MERVEILLEUX ET PUISSANT   </a:t>
            </a:r>
          </a:p>
          <a:p>
            <a:r>
              <a:rPr lang="fr-FR" altLang="fr-FR" smtClean="0"/>
              <a:t>Magnificent and Holy Wonderful and migthy</a:t>
            </a:r>
          </a:p>
          <a:p>
            <a:r>
              <a:rPr lang="fr-FR" altLang="fr-FR" smtClean="0"/>
              <a:t>12-  LENT À LA COLÈRE  TA GRÂCE EST SI GRANDE </a:t>
            </a:r>
          </a:p>
          <a:p>
            <a:r>
              <a:rPr lang="fr-FR" altLang="fr-FR" smtClean="0"/>
              <a:t>Slow to anger and great in mercy</a:t>
            </a:r>
          </a:p>
          <a:p>
            <a:endParaRPr lang="fr-FR" altLang="fr-FR" smtClean="0"/>
          </a:p>
          <a:p>
            <a:r>
              <a:rPr lang="fr-FR" altLang="fr-FR" smtClean="0"/>
              <a:t>Pre- Refrain:  x3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METS EN NOUS UN NOUVEAU CHANT NOUS DANSERONS DEVANT TOI</a:t>
            </a:r>
          </a:p>
          <a:p>
            <a:r>
              <a:rPr lang="fr-FR" smtClean="0"/>
              <a:t>Fill our mouths with a new song May we dance before your throne</a:t>
            </a:r>
          </a:p>
          <a:p>
            <a:r>
              <a:rPr lang="fr-FR" smtClean="0"/>
              <a:t> 2-  NOTRE BONHEUR EST EN TOI DIEU, TON SALUT EST NOTRE JOIE  </a:t>
            </a:r>
          </a:p>
          <a:p>
            <a:r>
              <a:rPr lang="fr-FR" smtClean="0"/>
              <a:t>We find joy in you God We rejoice in our salvation</a:t>
            </a:r>
          </a:p>
          <a:p>
            <a:endParaRPr lang="fr-FR" smtClean="0"/>
          </a:p>
          <a:p>
            <a:r>
              <a:rPr lang="fr-FR" smtClean="0"/>
              <a:t>Pre-refrain:</a:t>
            </a:r>
          </a:p>
          <a:p>
            <a:r>
              <a:rPr lang="fr-FR" smtClean="0"/>
              <a:t>3-  NOUS TE MAGNIFIONS ET NOUS EXALTONS TON SAINT NOM </a:t>
            </a:r>
          </a:p>
          <a:p>
            <a:r>
              <a:rPr lang="fr-FR" smtClean="0"/>
              <a:t>So we magnify, we exalt your name together</a:t>
            </a:r>
          </a:p>
          <a:p>
            <a:r>
              <a:rPr lang="fr-FR" smtClean="0"/>
              <a:t>4-  NOUS GLORIFIERONS ADONAÏ, YAHVEH</a:t>
            </a:r>
          </a:p>
          <a:p>
            <a:r>
              <a:rPr lang="fr-FR" smtClean="0"/>
              <a:t>We will glorify, Adonai, Yahweh</a:t>
            </a:r>
          </a:p>
          <a:p>
            <a:r>
              <a:rPr lang="fr-FR" smtClean="0"/>
              <a:t> 
	Refrain:</a:t>
            </a:r>
          </a:p>
          <a:p>
            <a:r>
              <a:rPr lang="fr-FR" smtClean="0"/>
              <a:t>	5-  TU ES GRAND  QUE TON NOM SOIT ÉLEVÉ   x3</a:t>
            </a:r>
          </a:p>
          <a:p>
            <a:r>
              <a:rPr lang="fr-FR" smtClean="0"/>
              <a:t>	You are great and your name is to be praise 
	6-  TU ES GRAND </a:t>
            </a:r>
          </a:p>
          <a:p>
            <a:r>
              <a:rPr lang="fr-FR" smtClean="0"/>
              <a:t>	You are great </a:t>
            </a:r>
          </a:p>
          <a:p>
            <a:r>
              <a:rPr lang="fr-FR" smtClean="0"/>
              <a:t>
7-  NOUS VENONS DANS CE LIEU POUR GLORIFIER TON NOM </a:t>
            </a:r>
          </a:p>
          <a:p>
            <a:r>
              <a:rPr lang="fr-FR" smtClean="0"/>
              <a:t>We have come to this place to bring glory to your name</a:t>
            </a:r>
          </a:p>
          <a:p>
            <a:r>
              <a:rPr lang="fr-FR" smtClean="0"/>
              <a:t>8-  CAR TOI SEUL TU ES DIEU DIGNE DES PLUS HAUTES LOUANGES  </a:t>
            </a:r>
          </a:p>
          <a:p>
            <a:r>
              <a:rPr lang="fr-FR" smtClean="0"/>
              <a:t>We have come to this place to bring glory to your name</a:t>
            </a:r>
          </a:p>
          <a:p>
            <a:endParaRPr lang="fr-FR" smtClean="0"/>
          </a:p>
          <a:p>
            <a:r>
              <a:rPr lang="fr-FR" smtClean="0"/>
              <a:t>Pre-refrain:</a:t>
            </a:r>
          </a:p>
          <a:p>
            <a:r>
              <a:rPr lang="fr-FR" smtClean="0"/>
              <a:t>9-  NOUS TE MAGNIFIONS ET NOUS EXALTONS TON SAINT NOM </a:t>
            </a:r>
          </a:p>
          <a:p>
            <a:r>
              <a:rPr lang="fr-FR" smtClean="0"/>
              <a:t>So we magnify, we exalt your name together</a:t>
            </a:r>
          </a:p>
          <a:p>
            <a:r>
              <a:rPr lang="fr-FR" smtClean="0"/>
              <a:t>10-  NOUS GLORIFIERONS ADONAÏ, YAHVEH </a:t>
            </a:r>
          </a:p>
          <a:p>
            <a:r>
              <a:rPr lang="fr-FR" smtClean="0"/>
              <a:t>We will glorify, Adonai, Yahweh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Couplet: 1 + Refrain + Pont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11-  SAINT ET SI IMPRESSIONNANT MERVEILLEUX ET PUISSANT   </a:t>
            </a:r>
          </a:p>
          <a:p>
            <a:r>
              <a:rPr lang="fr-FR" smtClean="0"/>
              <a:t>Magnificent and Holy Wonderful and migthy</a:t>
            </a:r>
          </a:p>
          <a:p>
            <a:r>
              <a:rPr lang="fr-FR" smtClean="0"/>
              <a:t>12-  LENT À LA COLÈRE  TA GRÂCE EST SI GRANDE </a:t>
            </a:r>
          </a:p>
          <a:p>
            <a:r>
              <a:rPr lang="fr-FR" smtClean="0"/>
              <a:t>Slow to anger and great in mercy</a:t>
            </a:r>
          </a:p>
          <a:p>
            <a:endParaRPr lang="fr-FR" smtClean="0"/>
          </a:p>
          <a:p>
            <a:r>
              <a:rPr lang="fr-FR" smtClean="0"/>
              <a:t>Pre- Refrain:  x3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METS EN NOUS UN NOUVEAU CHANT NOUS DANSERONS DEVANT TOI</a:t>
            </a:r>
          </a:p>
          <a:p>
            <a:r>
              <a:rPr lang="fr-FR" altLang="fr-FR" smtClean="0"/>
              <a:t>Fill our mouths with a new song May we dance before your throne</a:t>
            </a:r>
          </a:p>
          <a:p>
            <a:r>
              <a:rPr lang="fr-FR" altLang="fr-FR" smtClean="0"/>
              <a:t> 2-  NOTRE BONHEUR EST EN TOI DIEU, TON SALUT EST NOTRE JOIE  </a:t>
            </a:r>
          </a:p>
          <a:p>
            <a:r>
              <a:rPr lang="fr-FR" altLang="fr-FR" smtClean="0"/>
              <a:t>We find joy in you God We rejoice in our salvation</a:t>
            </a:r>
          </a:p>
          <a:p>
            <a:endParaRPr lang="fr-FR" altLang="fr-FR" smtClean="0"/>
          </a:p>
          <a:p>
            <a:r>
              <a:rPr lang="fr-FR" altLang="fr-FR" smtClean="0"/>
              <a:t>Pre-refrain:</a:t>
            </a:r>
          </a:p>
          <a:p>
            <a:r>
              <a:rPr lang="fr-FR" altLang="fr-FR" smtClean="0"/>
              <a:t>3-  NOUS TE MAGNIFIONS ET NOUS EXALTONS TON SAINT NOM </a:t>
            </a:r>
          </a:p>
          <a:p>
            <a:r>
              <a:rPr lang="fr-FR" altLang="fr-FR" smtClean="0"/>
              <a:t>So we magnify, we exalt your name together</a:t>
            </a:r>
          </a:p>
          <a:p>
            <a:r>
              <a:rPr lang="fr-FR" altLang="fr-FR" smtClean="0"/>
              <a:t>4-  NOUS GLORIFIERONS ADONAÏ, YAHVEH</a:t>
            </a:r>
          </a:p>
          <a:p>
            <a:r>
              <a:rPr lang="fr-FR" altLang="fr-FR" smtClean="0"/>
              <a:t>We will glorify, Adonai, Yahweh</a:t>
            </a:r>
          </a:p>
          <a:p>
            <a:r>
              <a:rPr lang="fr-FR" altLang="fr-FR" smtClean="0"/>
              <a:t> 
	Refrain:</a:t>
            </a:r>
          </a:p>
          <a:p>
            <a:r>
              <a:rPr lang="fr-FR" altLang="fr-FR" smtClean="0"/>
              <a:t>	5-  TU ES GRAND  QUE TON NOM SOIT ÉLEVÉ   x3</a:t>
            </a:r>
          </a:p>
          <a:p>
            <a:r>
              <a:rPr lang="fr-FR" altLang="fr-FR" smtClean="0"/>
              <a:t>	You are great and your name is to be praise 
	6-  TU ES GRAND </a:t>
            </a:r>
          </a:p>
          <a:p>
            <a:r>
              <a:rPr lang="fr-FR" altLang="fr-FR" smtClean="0"/>
              <a:t>	You are great </a:t>
            </a:r>
          </a:p>
          <a:p>
            <a:r>
              <a:rPr lang="fr-FR" altLang="fr-FR" smtClean="0"/>
              <a:t>
7-  NOUS VENONS DANS CE LIEU POUR GLORIFIER TON NOM </a:t>
            </a:r>
          </a:p>
          <a:p>
            <a:r>
              <a:rPr lang="fr-FR" altLang="fr-FR" smtClean="0"/>
              <a:t>We have come to this place to bring glory to your name</a:t>
            </a:r>
          </a:p>
          <a:p>
            <a:r>
              <a:rPr lang="fr-FR" altLang="fr-FR" smtClean="0"/>
              <a:t>8-  CAR TOI SEUL TU ES DIEU DIGNE DES PLUS HAUTES LOUANGES  </a:t>
            </a:r>
          </a:p>
          <a:p>
            <a:r>
              <a:rPr lang="fr-FR" altLang="fr-FR" smtClean="0"/>
              <a:t>We have come to this place to bring glory to your name</a:t>
            </a:r>
          </a:p>
          <a:p>
            <a:endParaRPr lang="fr-FR" altLang="fr-FR" smtClean="0"/>
          </a:p>
          <a:p>
            <a:r>
              <a:rPr lang="fr-FR" altLang="fr-FR" smtClean="0"/>
              <a:t>Pre-refrain:</a:t>
            </a:r>
          </a:p>
          <a:p>
            <a:r>
              <a:rPr lang="fr-FR" altLang="fr-FR" smtClean="0"/>
              <a:t>9-  NOUS TE MAGNIFIONS ET NOUS EXALTONS TON SAINT NOM </a:t>
            </a:r>
          </a:p>
          <a:p>
            <a:r>
              <a:rPr lang="fr-FR" altLang="fr-FR" smtClean="0"/>
              <a:t>So we magnify, we exalt your name together</a:t>
            </a:r>
          </a:p>
          <a:p>
            <a:r>
              <a:rPr lang="fr-FR" altLang="fr-FR" smtClean="0"/>
              <a:t>10-  NOUS GLORIFIERONS ADONAÏ, YAHVEH </a:t>
            </a:r>
          </a:p>
          <a:p>
            <a:r>
              <a:rPr lang="fr-FR" altLang="fr-FR" smtClean="0"/>
              <a:t>We will glorify, Adonai, Yahweh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Couplet: 1 + Refrain + Pont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11-  SAINT ET SI IMPRESSIONNANT MERVEILLEUX ET PUISSANT   </a:t>
            </a:r>
          </a:p>
          <a:p>
            <a:r>
              <a:rPr lang="fr-FR" altLang="fr-FR" smtClean="0"/>
              <a:t>Magnificent and Holy Wonderful and migthy</a:t>
            </a:r>
          </a:p>
          <a:p>
            <a:r>
              <a:rPr lang="fr-FR" altLang="fr-FR" smtClean="0"/>
              <a:t>12-  LENT À LA COLÈRE  TA GRÂCE EST SI GRANDE </a:t>
            </a:r>
          </a:p>
          <a:p>
            <a:r>
              <a:rPr lang="fr-FR" altLang="fr-FR" smtClean="0"/>
              <a:t>Slow to anger and great in mercy</a:t>
            </a:r>
          </a:p>
          <a:p>
            <a:endParaRPr lang="fr-FR" altLang="fr-FR" smtClean="0"/>
          </a:p>
          <a:p>
            <a:r>
              <a:rPr lang="fr-FR" altLang="fr-FR" smtClean="0"/>
              <a:t>Pre- Refrain:  x3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METS EN NOUS UN NOUVEAU CHANT NOUS DANSERONS DEVANT TOI</a:t>
            </a:r>
          </a:p>
          <a:p>
            <a:r>
              <a:rPr lang="fr-FR" smtClean="0"/>
              <a:t>Fill our mouths with a new song May we dance before your throne</a:t>
            </a:r>
          </a:p>
          <a:p>
            <a:r>
              <a:rPr lang="fr-FR" smtClean="0"/>
              <a:t> 2-  NOTRE BONHEUR EST EN TOI DIEU, TON SALUT EST NOTRE JOIE  </a:t>
            </a:r>
          </a:p>
          <a:p>
            <a:r>
              <a:rPr lang="fr-FR" smtClean="0"/>
              <a:t>We find joy in you God We rejoice in our salvation</a:t>
            </a:r>
          </a:p>
          <a:p>
            <a:endParaRPr lang="fr-FR" smtClean="0"/>
          </a:p>
          <a:p>
            <a:r>
              <a:rPr lang="fr-FR" smtClean="0"/>
              <a:t>Pre-refrain:</a:t>
            </a:r>
          </a:p>
          <a:p>
            <a:r>
              <a:rPr lang="fr-FR" smtClean="0"/>
              <a:t>3-  NOUS TE MAGNIFIONS ET NOUS EXALTONS TON SAINT NOM </a:t>
            </a:r>
          </a:p>
          <a:p>
            <a:r>
              <a:rPr lang="fr-FR" smtClean="0"/>
              <a:t>So we magnify, we exalt your name together</a:t>
            </a:r>
          </a:p>
          <a:p>
            <a:r>
              <a:rPr lang="fr-FR" smtClean="0"/>
              <a:t>4-  NOUS GLORIFIERONS ADONAÏ, YAHVEH</a:t>
            </a:r>
          </a:p>
          <a:p>
            <a:r>
              <a:rPr lang="fr-FR" smtClean="0"/>
              <a:t>We will glorify, Adonai, Yahweh</a:t>
            </a:r>
          </a:p>
          <a:p>
            <a:r>
              <a:rPr lang="fr-FR" smtClean="0"/>
              <a:t> 
	Refrain:</a:t>
            </a:r>
          </a:p>
          <a:p>
            <a:r>
              <a:rPr lang="fr-FR" smtClean="0"/>
              <a:t>	5-  TU ES GRAND  QUE TON NOM SOIT ÉLEVÉ   x3</a:t>
            </a:r>
          </a:p>
          <a:p>
            <a:r>
              <a:rPr lang="fr-FR" smtClean="0"/>
              <a:t>	You are great and your name is to be praise 
	6-  TU ES GRAND </a:t>
            </a:r>
          </a:p>
          <a:p>
            <a:r>
              <a:rPr lang="fr-FR" smtClean="0"/>
              <a:t>	You are great </a:t>
            </a:r>
          </a:p>
          <a:p>
            <a:r>
              <a:rPr lang="fr-FR" smtClean="0"/>
              <a:t>
7-  NOUS VENONS DANS CE LIEU POUR GLORIFIER TON NOM </a:t>
            </a:r>
          </a:p>
          <a:p>
            <a:r>
              <a:rPr lang="fr-FR" smtClean="0"/>
              <a:t>We have come to this place to bring glory to your name</a:t>
            </a:r>
          </a:p>
          <a:p>
            <a:r>
              <a:rPr lang="fr-FR" smtClean="0"/>
              <a:t>8-  CAR TOI SEUL TU ES DIEU DIGNE DES PLUS HAUTES LOUANGES  </a:t>
            </a:r>
          </a:p>
          <a:p>
            <a:r>
              <a:rPr lang="fr-FR" smtClean="0"/>
              <a:t>We have come to this place to bring glory to your name</a:t>
            </a:r>
          </a:p>
          <a:p>
            <a:endParaRPr lang="fr-FR" smtClean="0"/>
          </a:p>
          <a:p>
            <a:r>
              <a:rPr lang="fr-FR" smtClean="0"/>
              <a:t>Pre-refrain:</a:t>
            </a:r>
          </a:p>
          <a:p>
            <a:r>
              <a:rPr lang="fr-FR" smtClean="0"/>
              <a:t>9-  NOUS TE MAGNIFIONS ET NOUS EXALTONS TON SAINT NOM </a:t>
            </a:r>
          </a:p>
          <a:p>
            <a:r>
              <a:rPr lang="fr-FR" smtClean="0"/>
              <a:t>So we magnify, we exalt your name together</a:t>
            </a:r>
          </a:p>
          <a:p>
            <a:r>
              <a:rPr lang="fr-FR" smtClean="0"/>
              <a:t>10-  NOUS GLORIFIERONS ADONAÏ, YAHVEH </a:t>
            </a:r>
          </a:p>
          <a:p>
            <a:r>
              <a:rPr lang="fr-FR" smtClean="0"/>
              <a:t>We will glorify, Adonai, Yahweh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Couplet: 1 + Refrain + Pont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11-  SAINT ET SI IMPRESSIONNANT MERVEILLEUX ET PUISSANT   </a:t>
            </a:r>
          </a:p>
          <a:p>
            <a:r>
              <a:rPr lang="fr-FR" smtClean="0"/>
              <a:t>Magnificent and Holy Wonderful and migthy</a:t>
            </a:r>
          </a:p>
          <a:p>
            <a:r>
              <a:rPr lang="fr-FR" smtClean="0"/>
              <a:t>12-  LENT À LA COLÈRE  TA GRÂCE EST SI GRANDE </a:t>
            </a:r>
          </a:p>
          <a:p>
            <a:r>
              <a:rPr lang="fr-FR" smtClean="0"/>
              <a:t>Slow to anger and great in mercy</a:t>
            </a:r>
          </a:p>
          <a:p>
            <a:endParaRPr lang="fr-FR" smtClean="0"/>
          </a:p>
          <a:p>
            <a:r>
              <a:rPr lang="fr-FR" smtClean="0"/>
              <a:t>Pre- Refrain:  x3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METS EN NOUS UN NOUVEAU CHANT NOUS DANSERONS DEVANT TOI</a:t>
            </a:r>
          </a:p>
          <a:p>
            <a:r>
              <a:rPr lang="fr-FR" altLang="fr-FR" smtClean="0"/>
              <a:t>Fill our mouths with a new song May we dance before your throne</a:t>
            </a:r>
          </a:p>
          <a:p>
            <a:r>
              <a:rPr lang="fr-FR" altLang="fr-FR" smtClean="0"/>
              <a:t> 2-  NOTRE BONHEUR EST EN TOI DIEU, TON SALUT EST NOTRE JOIE  </a:t>
            </a:r>
          </a:p>
          <a:p>
            <a:r>
              <a:rPr lang="fr-FR" altLang="fr-FR" smtClean="0"/>
              <a:t>We find joy in you God We rejoice in our salvation</a:t>
            </a:r>
          </a:p>
          <a:p>
            <a:endParaRPr lang="fr-FR" altLang="fr-FR" smtClean="0"/>
          </a:p>
          <a:p>
            <a:r>
              <a:rPr lang="fr-FR" altLang="fr-FR" smtClean="0"/>
              <a:t>Pre-refrain:</a:t>
            </a:r>
          </a:p>
          <a:p>
            <a:r>
              <a:rPr lang="fr-FR" altLang="fr-FR" smtClean="0"/>
              <a:t>3-  NOUS TE MAGNIFIONS ET NOUS EXALTONS TON SAINT NOM </a:t>
            </a:r>
          </a:p>
          <a:p>
            <a:r>
              <a:rPr lang="fr-FR" altLang="fr-FR" smtClean="0"/>
              <a:t>So we magnify, we exalt your name together</a:t>
            </a:r>
          </a:p>
          <a:p>
            <a:r>
              <a:rPr lang="fr-FR" altLang="fr-FR" smtClean="0"/>
              <a:t>4-  NOUS GLORIFIERONS ADONAÏ, YAHVEH</a:t>
            </a:r>
          </a:p>
          <a:p>
            <a:r>
              <a:rPr lang="fr-FR" altLang="fr-FR" smtClean="0"/>
              <a:t>We will glorify, Adonai, Yahweh</a:t>
            </a:r>
          </a:p>
          <a:p>
            <a:r>
              <a:rPr lang="fr-FR" altLang="fr-FR" smtClean="0"/>
              <a:t> 
	Refrain:</a:t>
            </a:r>
          </a:p>
          <a:p>
            <a:r>
              <a:rPr lang="fr-FR" altLang="fr-FR" smtClean="0"/>
              <a:t>	5-  TU ES GRAND  QUE TON NOM SOIT ÉLEVÉ   x3</a:t>
            </a:r>
          </a:p>
          <a:p>
            <a:r>
              <a:rPr lang="fr-FR" altLang="fr-FR" smtClean="0"/>
              <a:t>	You are great and your name is to be praise 
	6-  TU ES GRAND </a:t>
            </a:r>
          </a:p>
          <a:p>
            <a:r>
              <a:rPr lang="fr-FR" altLang="fr-FR" smtClean="0"/>
              <a:t>	You are great </a:t>
            </a:r>
          </a:p>
          <a:p>
            <a:r>
              <a:rPr lang="fr-FR" altLang="fr-FR" smtClean="0"/>
              <a:t>
7-  NOUS VENONS DANS CE LIEU POUR GLORIFIER TON NOM </a:t>
            </a:r>
          </a:p>
          <a:p>
            <a:r>
              <a:rPr lang="fr-FR" altLang="fr-FR" smtClean="0"/>
              <a:t>We have come to this place to bring glory to your name</a:t>
            </a:r>
          </a:p>
          <a:p>
            <a:r>
              <a:rPr lang="fr-FR" altLang="fr-FR" smtClean="0"/>
              <a:t>8-  CAR TOI SEUL TU ES DIEU DIGNE DES PLUS HAUTES LOUANGES  </a:t>
            </a:r>
          </a:p>
          <a:p>
            <a:r>
              <a:rPr lang="fr-FR" altLang="fr-FR" smtClean="0"/>
              <a:t>We have come to this place to bring glory to your name</a:t>
            </a:r>
          </a:p>
          <a:p>
            <a:endParaRPr lang="fr-FR" altLang="fr-FR" smtClean="0"/>
          </a:p>
          <a:p>
            <a:r>
              <a:rPr lang="fr-FR" altLang="fr-FR" smtClean="0"/>
              <a:t>Pre-refrain:</a:t>
            </a:r>
          </a:p>
          <a:p>
            <a:r>
              <a:rPr lang="fr-FR" altLang="fr-FR" smtClean="0"/>
              <a:t>9-  NOUS TE MAGNIFIONS ET NOUS EXALTONS TON SAINT NOM </a:t>
            </a:r>
          </a:p>
          <a:p>
            <a:r>
              <a:rPr lang="fr-FR" altLang="fr-FR" smtClean="0"/>
              <a:t>So we magnify, we exalt your name together</a:t>
            </a:r>
          </a:p>
          <a:p>
            <a:r>
              <a:rPr lang="fr-FR" altLang="fr-FR" smtClean="0"/>
              <a:t>10-  NOUS GLORIFIERONS ADONAÏ, YAHVEH </a:t>
            </a:r>
          </a:p>
          <a:p>
            <a:r>
              <a:rPr lang="fr-FR" altLang="fr-FR" smtClean="0"/>
              <a:t>We will glorify, Adonai, Yahweh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Couplet: 1 + Refrain + Pont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11-  SAINT ET SI IMPRESSIONNANT MERVEILLEUX ET PUISSANT   </a:t>
            </a:r>
          </a:p>
          <a:p>
            <a:r>
              <a:rPr lang="fr-FR" altLang="fr-FR" smtClean="0"/>
              <a:t>Magnificent and Holy Wonderful and migthy</a:t>
            </a:r>
          </a:p>
          <a:p>
            <a:r>
              <a:rPr lang="fr-FR" altLang="fr-FR" smtClean="0"/>
              <a:t>12-  LENT À LA COLÈRE  TA GRÂCE EST SI GRANDE </a:t>
            </a:r>
          </a:p>
          <a:p>
            <a:r>
              <a:rPr lang="fr-FR" altLang="fr-FR" smtClean="0"/>
              <a:t>Slow to anger and great in mercy</a:t>
            </a:r>
          </a:p>
          <a:p>
            <a:endParaRPr lang="fr-FR" altLang="fr-FR" smtClean="0"/>
          </a:p>
          <a:p>
            <a:r>
              <a:rPr lang="fr-FR" altLang="fr-FR" smtClean="0"/>
              <a:t>Pre- Refrain:  x3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METS EN NOUS UN NOUVEAU CHANT NOUS DANSERONS DEVANT TOI</a:t>
            </a:r>
          </a:p>
          <a:p>
            <a:r>
              <a:rPr lang="fr-FR" smtClean="0"/>
              <a:t>Fill our mouths with a new song May we dance before your throne</a:t>
            </a:r>
          </a:p>
          <a:p>
            <a:r>
              <a:rPr lang="fr-FR" smtClean="0"/>
              <a:t> 2-  NOTRE BONHEUR EST EN TOI DIEU, TON SALUT EST NOTRE JOIE  </a:t>
            </a:r>
          </a:p>
          <a:p>
            <a:r>
              <a:rPr lang="fr-FR" smtClean="0"/>
              <a:t>We find joy in you God We rejoice in our salvation</a:t>
            </a:r>
          </a:p>
          <a:p>
            <a:endParaRPr lang="fr-FR" smtClean="0"/>
          </a:p>
          <a:p>
            <a:r>
              <a:rPr lang="fr-FR" smtClean="0"/>
              <a:t>Pre-refrain:</a:t>
            </a:r>
          </a:p>
          <a:p>
            <a:r>
              <a:rPr lang="fr-FR" smtClean="0"/>
              <a:t>3-  NOUS TE MAGNIFIONS ET NOUS EXALTONS TON SAINT NOM </a:t>
            </a:r>
          </a:p>
          <a:p>
            <a:r>
              <a:rPr lang="fr-FR" smtClean="0"/>
              <a:t>So we magnify, we exalt your name together</a:t>
            </a:r>
          </a:p>
          <a:p>
            <a:r>
              <a:rPr lang="fr-FR" smtClean="0"/>
              <a:t>4-  NOUS GLORIFIERONS ADONAÏ, YAHVEH</a:t>
            </a:r>
          </a:p>
          <a:p>
            <a:r>
              <a:rPr lang="fr-FR" smtClean="0"/>
              <a:t>We will glorify, Adonai, Yahweh</a:t>
            </a:r>
          </a:p>
          <a:p>
            <a:r>
              <a:rPr lang="fr-FR" smtClean="0"/>
              <a:t> 
	Refrain:</a:t>
            </a:r>
          </a:p>
          <a:p>
            <a:r>
              <a:rPr lang="fr-FR" smtClean="0"/>
              <a:t>	5-  TU ES GRAND  QUE TON NOM SOIT ÉLEVÉ   x3</a:t>
            </a:r>
          </a:p>
          <a:p>
            <a:r>
              <a:rPr lang="fr-FR" smtClean="0"/>
              <a:t>	You are great and your name is to be praise 
	6-  TU ES GRAND </a:t>
            </a:r>
          </a:p>
          <a:p>
            <a:r>
              <a:rPr lang="fr-FR" smtClean="0"/>
              <a:t>	You are great </a:t>
            </a:r>
          </a:p>
          <a:p>
            <a:r>
              <a:rPr lang="fr-FR" smtClean="0"/>
              <a:t>
7-  NOUS VENONS DANS CE LIEU POUR GLORIFIER TON NOM </a:t>
            </a:r>
          </a:p>
          <a:p>
            <a:r>
              <a:rPr lang="fr-FR" smtClean="0"/>
              <a:t>We have come to this place to bring glory to your name</a:t>
            </a:r>
          </a:p>
          <a:p>
            <a:r>
              <a:rPr lang="fr-FR" smtClean="0"/>
              <a:t>8-  CAR TOI SEUL TU ES DIEU DIGNE DES PLUS HAUTES LOUANGES  </a:t>
            </a:r>
          </a:p>
          <a:p>
            <a:r>
              <a:rPr lang="fr-FR" smtClean="0"/>
              <a:t>We have come to this place to bring glory to your name</a:t>
            </a:r>
          </a:p>
          <a:p>
            <a:endParaRPr lang="fr-FR" smtClean="0"/>
          </a:p>
          <a:p>
            <a:r>
              <a:rPr lang="fr-FR" smtClean="0"/>
              <a:t>Pre-refrain:</a:t>
            </a:r>
          </a:p>
          <a:p>
            <a:r>
              <a:rPr lang="fr-FR" smtClean="0"/>
              <a:t>9-  NOUS TE MAGNIFIONS ET NOUS EXALTONS TON SAINT NOM </a:t>
            </a:r>
          </a:p>
          <a:p>
            <a:r>
              <a:rPr lang="fr-FR" smtClean="0"/>
              <a:t>So we magnify, we exalt your name together</a:t>
            </a:r>
          </a:p>
          <a:p>
            <a:r>
              <a:rPr lang="fr-FR" smtClean="0"/>
              <a:t>10-  NOUS GLORIFIERONS ADONAÏ, YAHVEH </a:t>
            </a:r>
          </a:p>
          <a:p>
            <a:r>
              <a:rPr lang="fr-FR" smtClean="0"/>
              <a:t>We will glorify, Adonai, Yahweh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Couplet: 1 + Refrain + Pont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11-  SAINT ET SI IMPRESSIONNANT MERVEILLEUX ET PUISSANT   </a:t>
            </a:r>
          </a:p>
          <a:p>
            <a:r>
              <a:rPr lang="fr-FR" smtClean="0"/>
              <a:t>Magnificent and Holy Wonderful and migthy</a:t>
            </a:r>
          </a:p>
          <a:p>
            <a:r>
              <a:rPr lang="fr-FR" smtClean="0"/>
              <a:t>12-  LENT À LA COLÈRE  TA GRÂCE EST SI GRANDE </a:t>
            </a:r>
          </a:p>
          <a:p>
            <a:r>
              <a:rPr lang="fr-FR" smtClean="0"/>
              <a:t>Slow to anger and great in mercy</a:t>
            </a:r>
          </a:p>
          <a:p>
            <a:endParaRPr lang="fr-FR" smtClean="0"/>
          </a:p>
          <a:p>
            <a:r>
              <a:rPr lang="fr-FR" smtClean="0"/>
              <a:t>Pre- Refrain:  x3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METS EN NOUS UN NOUVEAU CHANT NOUS DANSERONS DEVANT TOI</a:t>
            </a:r>
          </a:p>
          <a:p>
            <a:r>
              <a:rPr lang="fr-FR" altLang="fr-FR" smtClean="0"/>
              <a:t>Fill our mouths with a new song May we dance before your throne</a:t>
            </a:r>
          </a:p>
          <a:p>
            <a:r>
              <a:rPr lang="fr-FR" altLang="fr-FR" smtClean="0"/>
              <a:t> 2-  NOTRE BONHEUR EST EN TOI DIEU, TON SALUT EST NOTRE JOIE  </a:t>
            </a:r>
          </a:p>
          <a:p>
            <a:r>
              <a:rPr lang="fr-FR" altLang="fr-FR" smtClean="0"/>
              <a:t>We find joy in you God We rejoice in our salvation</a:t>
            </a:r>
          </a:p>
          <a:p>
            <a:endParaRPr lang="fr-FR" altLang="fr-FR" smtClean="0"/>
          </a:p>
          <a:p>
            <a:r>
              <a:rPr lang="fr-FR" altLang="fr-FR" smtClean="0"/>
              <a:t>Pre-refrain:</a:t>
            </a:r>
          </a:p>
          <a:p>
            <a:r>
              <a:rPr lang="fr-FR" altLang="fr-FR" smtClean="0"/>
              <a:t>3-  NOUS TE MAGNIFIONS ET NOUS EXALTONS TON SAINT NOM </a:t>
            </a:r>
          </a:p>
          <a:p>
            <a:r>
              <a:rPr lang="fr-FR" altLang="fr-FR" smtClean="0"/>
              <a:t>So we magnify, we exalt your name together</a:t>
            </a:r>
          </a:p>
          <a:p>
            <a:r>
              <a:rPr lang="fr-FR" altLang="fr-FR" smtClean="0"/>
              <a:t>4-  NOUS GLORIFIERONS ADONAÏ, YAHVEH</a:t>
            </a:r>
          </a:p>
          <a:p>
            <a:r>
              <a:rPr lang="fr-FR" altLang="fr-FR" smtClean="0"/>
              <a:t>We will glorify, Adonai, Yahweh</a:t>
            </a:r>
          </a:p>
          <a:p>
            <a:r>
              <a:rPr lang="fr-FR" altLang="fr-FR" smtClean="0"/>
              <a:t> 
	Refrain:</a:t>
            </a:r>
          </a:p>
          <a:p>
            <a:r>
              <a:rPr lang="fr-FR" altLang="fr-FR" smtClean="0"/>
              <a:t>	5-  TU ES GRAND  QUE TON NOM SOIT ÉLEVÉ   x3</a:t>
            </a:r>
          </a:p>
          <a:p>
            <a:r>
              <a:rPr lang="fr-FR" altLang="fr-FR" smtClean="0"/>
              <a:t>	You are great and your name is to be praise 
	6-  TU ES GRAND </a:t>
            </a:r>
          </a:p>
          <a:p>
            <a:r>
              <a:rPr lang="fr-FR" altLang="fr-FR" smtClean="0"/>
              <a:t>	You are great </a:t>
            </a:r>
          </a:p>
          <a:p>
            <a:r>
              <a:rPr lang="fr-FR" altLang="fr-FR" smtClean="0"/>
              <a:t>
7-  NOUS VENONS DANS CE LIEU POUR GLORIFIER TON NOM </a:t>
            </a:r>
          </a:p>
          <a:p>
            <a:r>
              <a:rPr lang="fr-FR" altLang="fr-FR" smtClean="0"/>
              <a:t>We have come to this place to bring glory to your name</a:t>
            </a:r>
          </a:p>
          <a:p>
            <a:r>
              <a:rPr lang="fr-FR" altLang="fr-FR" smtClean="0"/>
              <a:t>8-  CAR TOI SEUL TU ES DIEU DIGNE DES PLUS HAUTES LOUANGES  </a:t>
            </a:r>
          </a:p>
          <a:p>
            <a:r>
              <a:rPr lang="fr-FR" altLang="fr-FR" smtClean="0"/>
              <a:t>We have come to this place to bring glory to your name</a:t>
            </a:r>
          </a:p>
          <a:p>
            <a:endParaRPr lang="fr-FR" altLang="fr-FR" smtClean="0"/>
          </a:p>
          <a:p>
            <a:r>
              <a:rPr lang="fr-FR" altLang="fr-FR" smtClean="0"/>
              <a:t>Pre-refrain:</a:t>
            </a:r>
          </a:p>
          <a:p>
            <a:r>
              <a:rPr lang="fr-FR" altLang="fr-FR" smtClean="0"/>
              <a:t>9-  NOUS TE MAGNIFIONS ET NOUS EXALTONS TON SAINT NOM </a:t>
            </a:r>
          </a:p>
          <a:p>
            <a:r>
              <a:rPr lang="fr-FR" altLang="fr-FR" smtClean="0"/>
              <a:t>So we magnify, we exalt your name together</a:t>
            </a:r>
          </a:p>
          <a:p>
            <a:r>
              <a:rPr lang="fr-FR" altLang="fr-FR" smtClean="0"/>
              <a:t>10-  NOUS GLORIFIERONS ADONAÏ, YAHVEH </a:t>
            </a:r>
          </a:p>
          <a:p>
            <a:r>
              <a:rPr lang="fr-FR" altLang="fr-FR" smtClean="0"/>
              <a:t>We will glorify, Adonai, Yahweh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Couplet: 1 + Refrain + Pont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11-  SAINT ET SI IMPRESSIONNANT MERVEILLEUX ET PUISSANT   </a:t>
            </a:r>
          </a:p>
          <a:p>
            <a:r>
              <a:rPr lang="fr-FR" altLang="fr-FR" smtClean="0"/>
              <a:t>Magnificent and Holy Wonderful and migthy</a:t>
            </a:r>
          </a:p>
          <a:p>
            <a:r>
              <a:rPr lang="fr-FR" altLang="fr-FR" smtClean="0"/>
              <a:t>12-  LENT À LA COLÈRE  TA GRÂCE EST SI GRANDE </a:t>
            </a:r>
          </a:p>
          <a:p>
            <a:r>
              <a:rPr lang="fr-FR" altLang="fr-FR" smtClean="0"/>
              <a:t>Slow to anger and great in mercy</a:t>
            </a:r>
          </a:p>
          <a:p>
            <a:endParaRPr lang="fr-FR" altLang="fr-FR" smtClean="0"/>
          </a:p>
          <a:p>
            <a:r>
              <a:rPr lang="fr-FR" altLang="fr-FR" smtClean="0"/>
              <a:t>Pre- Refrain:  x3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METS EN NOUS UN NOUVEAU CHANT NOUS DANSERONS DEVANT TOI</a:t>
            </a:r>
          </a:p>
          <a:p>
            <a:r>
              <a:rPr lang="fr-FR" smtClean="0"/>
              <a:t>Fill our mouths with a new song May we dance before your throne</a:t>
            </a:r>
          </a:p>
          <a:p>
            <a:r>
              <a:rPr lang="fr-FR" smtClean="0"/>
              <a:t> 2-  NOTRE BONHEUR EST EN TOI DIEU, TON SALUT EST NOTRE JOIE  </a:t>
            </a:r>
          </a:p>
          <a:p>
            <a:r>
              <a:rPr lang="fr-FR" smtClean="0"/>
              <a:t>We find joy in you God We rejoice in our salvation</a:t>
            </a:r>
          </a:p>
          <a:p>
            <a:endParaRPr lang="fr-FR" smtClean="0"/>
          </a:p>
          <a:p>
            <a:r>
              <a:rPr lang="fr-FR" smtClean="0"/>
              <a:t>Pre-refrain:</a:t>
            </a:r>
          </a:p>
          <a:p>
            <a:r>
              <a:rPr lang="fr-FR" smtClean="0"/>
              <a:t>3-  NOUS TE MAGNIFIONS ET NOUS EXALTONS TON SAINT NOM </a:t>
            </a:r>
          </a:p>
          <a:p>
            <a:r>
              <a:rPr lang="fr-FR" smtClean="0"/>
              <a:t>So we magnify, we exalt your name together</a:t>
            </a:r>
          </a:p>
          <a:p>
            <a:r>
              <a:rPr lang="fr-FR" smtClean="0"/>
              <a:t>4-  NOUS GLORIFIERONS ADONAÏ, YAHVEH</a:t>
            </a:r>
          </a:p>
          <a:p>
            <a:r>
              <a:rPr lang="fr-FR" smtClean="0"/>
              <a:t>We will glorify, Adonai, Yahweh</a:t>
            </a:r>
          </a:p>
          <a:p>
            <a:r>
              <a:rPr lang="fr-FR" smtClean="0"/>
              <a:t> 
	Refrain:</a:t>
            </a:r>
          </a:p>
          <a:p>
            <a:r>
              <a:rPr lang="fr-FR" smtClean="0"/>
              <a:t>	5-  TU ES GRAND  QUE TON NOM SOIT ÉLEVÉ   x3</a:t>
            </a:r>
          </a:p>
          <a:p>
            <a:r>
              <a:rPr lang="fr-FR" smtClean="0"/>
              <a:t>	You are great and your name is to be praise 
	6-  TU ES GRAND </a:t>
            </a:r>
          </a:p>
          <a:p>
            <a:r>
              <a:rPr lang="fr-FR" smtClean="0"/>
              <a:t>	You are great </a:t>
            </a:r>
          </a:p>
          <a:p>
            <a:r>
              <a:rPr lang="fr-FR" smtClean="0"/>
              <a:t>
7-  NOUS VENONS DANS CE LIEU POUR GLORIFIER TON NOM </a:t>
            </a:r>
          </a:p>
          <a:p>
            <a:r>
              <a:rPr lang="fr-FR" smtClean="0"/>
              <a:t>We have come to this place to bring glory to your name</a:t>
            </a:r>
          </a:p>
          <a:p>
            <a:r>
              <a:rPr lang="fr-FR" smtClean="0"/>
              <a:t>8-  CAR TOI SEUL TU ES DIEU DIGNE DES PLUS HAUTES LOUANGES  </a:t>
            </a:r>
          </a:p>
          <a:p>
            <a:r>
              <a:rPr lang="fr-FR" smtClean="0"/>
              <a:t>We have come to this place to bring glory to your name</a:t>
            </a:r>
          </a:p>
          <a:p>
            <a:endParaRPr lang="fr-FR" smtClean="0"/>
          </a:p>
          <a:p>
            <a:r>
              <a:rPr lang="fr-FR" smtClean="0"/>
              <a:t>Pre-refrain:</a:t>
            </a:r>
          </a:p>
          <a:p>
            <a:r>
              <a:rPr lang="fr-FR" smtClean="0"/>
              <a:t>9-  NOUS TE MAGNIFIONS ET NOUS EXALTONS TON SAINT NOM </a:t>
            </a:r>
          </a:p>
          <a:p>
            <a:r>
              <a:rPr lang="fr-FR" smtClean="0"/>
              <a:t>So we magnify, we exalt your name together</a:t>
            </a:r>
          </a:p>
          <a:p>
            <a:r>
              <a:rPr lang="fr-FR" smtClean="0"/>
              <a:t>10-  NOUS GLORIFIERONS ADONAÏ, YAHVEH </a:t>
            </a:r>
          </a:p>
          <a:p>
            <a:r>
              <a:rPr lang="fr-FR" smtClean="0"/>
              <a:t>We will glorify, Adonai, Yahweh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Couplet: 1 + Refrain + Pont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11-  SAINT ET SI IMPRESSIONNANT MERVEILLEUX ET PUISSANT   </a:t>
            </a:r>
          </a:p>
          <a:p>
            <a:r>
              <a:rPr lang="fr-FR" smtClean="0"/>
              <a:t>Magnificent and Holy Wonderful and migthy</a:t>
            </a:r>
          </a:p>
          <a:p>
            <a:r>
              <a:rPr lang="fr-FR" smtClean="0"/>
              <a:t>12-  LENT À LA COLÈRE  TA GRÂCE EST SI GRANDE </a:t>
            </a:r>
          </a:p>
          <a:p>
            <a:r>
              <a:rPr lang="fr-FR" smtClean="0"/>
              <a:t>Slow to anger and great in mercy</a:t>
            </a:r>
          </a:p>
          <a:p>
            <a:endParaRPr lang="fr-FR" smtClean="0"/>
          </a:p>
          <a:p>
            <a:r>
              <a:rPr lang="fr-FR" smtClean="0"/>
              <a:t>Pre- Refrain:  x3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METS EN NOUS UN NOUVEAU CHANT NOUS DANSERONS DEVANT TOI</a:t>
            </a:r>
          </a:p>
          <a:p>
            <a:r>
              <a:rPr lang="fr-FR" altLang="fr-FR" smtClean="0"/>
              <a:t>Fill our mouths with a new song May we dance before your throne</a:t>
            </a:r>
          </a:p>
          <a:p>
            <a:r>
              <a:rPr lang="fr-FR" altLang="fr-FR" smtClean="0"/>
              <a:t> 2-  NOTRE BONHEUR EST EN TOI DIEU, TON SALUT EST NOTRE JOIE  </a:t>
            </a:r>
          </a:p>
          <a:p>
            <a:r>
              <a:rPr lang="fr-FR" altLang="fr-FR" smtClean="0"/>
              <a:t>We find joy in you God We rejoice in our salvation</a:t>
            </a:r>
          </a:p>
          <a:p>
            <a:endParaRPr lang="fr-FR" altLang="fr-FR" smtClean="0"/>
          </a:p>
          <a:p>
            <a:r>
              <a:rPr lang="fr-FR" altLang="fr-FR" smtClean="0"/>
              <a:t>Pre-refrain:</a:t>
            </a:r>
          </a:p>
          <a:p>
            <a:r>
              <a:rPr lang="fr-FR" altLang="fr-FR" smtClean="0"/>
              <a:t>3-  NOUS TE MAGNIFIONS ET NOUS EXALTONS TON SAINT NOM </a:t>
            </a:r>
          </a:p>
          <a:p>
            <a:r>
              <a:rPr lang="fr-FR" altLang="fr-FR" smtClean="0"/>
              <a:t>So we magnify, we exalt your name together</a:t>
            </a:r>
          </a:p>
          <a:p>
            <a:r>
              <a:rPr lang="fr-FR" altLang="fr-FR" smtClean="0"/>
              <a:t>4-  NOUS GLORIFIERONS ADONAÏ, YAHVEH</a:t>
            </a:r>
          </a:p>
          <a:p>
            <a:r>
              <a:rPr lang="fr-FR" altLang="fr-FR" smtClean="0"/>
              <a:t>We will glorify, Adonai, Yahweh</a:t>
            </a:r>
          </a:p>
          <a:p>
            <a:r>
              <a:rPr lang="fr-FR" altLang="fr-FR" smtClean="0"/>
              <a:t> 
	Refrain:</a:t>
            </a:r>
          </a:p>
          <a:p>
            <a:r>
              <a:rPr lang="fr-FR" altLang="fr-FR" smtClean="0"/>
              <a:t>	5-  TU ES GRAND  QUE TON NOM SOIT ÉLEVÉ   x3</a:t>
            </a:r>
          </a:p>
          <a:p>
            <a:r>
              <a:rPr lang="fr-FR" altLang="fr-FR" smtClean="0"/>
              <a:t>	You are great and your name is to be praise 
	6-  TU ES GRAND </a:t>
            </a:r>
          </a:p>
          <a:p>
            <a:r>
              <a:rPr lang="fr-FR" altLang="fr-FR" smtClean="0"/>
              <a:t>	You are great </a:t>
            </a:r>
          </a:p>
          <a:p>
            <a:r>
              <a:rPr lang="fr-FR" altLang="fr-FR" smtClean="0"/>
              <a:t>
7-  NOUS VENONS DANS CE LIEU POUR GLORIFIER TON NOM </a:t>
            </a:r>
          </a:p>
          <a:p>
            <a:r>
              <a:rPr lang="fr-FR" altLang="fr-FR" smtClean="0"/>
              <a:t>We have come to this place to bring glory to your name</a:t>
            </a:r>
          </a:p>
          <a:p>
            <a:r>
              <a:rPr lang="fr-FR" altLang="fr-FR" smtClean="0"/>
              <a:t>8-  CAR TOI SEUL TU ES DIEU DIGNE DES PLUS HAUTES LOUANGES  </a:t>
            </a:r>
          </a:p>
          <a:p>
            <a:r>
              <a:rPr lang="fr-FR" altLang="fr-FR" smtClean="0"/>
              <a:t>We have come to this place to bring glory to your name</a:t>
            </a:r>
          </a:p>
          <a:p>
            <a:endParaRPr lang="fr-FR" altLang="fr-FR" smtClean="0"/>
          </a:p>
          <a:p>
            <a:r>
              <a:rPr lang="fr-FR" altLang="fr-FR" smtClean="0"/>
              <a:t>Pre-refrain:</a:t>
            </a:r>
          </a:p>
          <a:p>
            <a:r>
              <a:rPr lang="fr-FR" altLang="fr-FR" smtClean="0"/>
              <a:t>9-  NOUS TE MAGNIFIONS ET NOUS EXALTONS TON SAINT NOM </a:t>
            </a:r>
          </a:p>
          <a:p>
            <a:r>
              <a:rPr lang="fr-FR" altLang="fr-FR" smtClean="0"/>
              <a:t>So we magnify, we exalt your name together</a:t>
            </a:r>
          </a:p>
          <a:p>
            <a:r>
              <a:rPr lang="fr-FR" altLang="fr-FR" smtClean="0"/>
              <a:t>10-  NOUS GLORIFIERONS ADONAÏ, YAHVEH </a:t>
            </a:r>
          </a:p>
          <a:p>
            <a:r>
              <a:rPr lang="fr-FR" altLang="fr-FR" smtClean="0"/>
              <a:t>We will glorify, Adonai, Yahweh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Couplet: 1 + Refrain + Pont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11-  SAINT ET SI IMPRESSIONNANT MERVEILLEUX ET PUISSANT   </a:t>
            </a:r>
          </a:p>
          <a:p>
            <a:r>
              <a:rPr lang="fr-FR" altLang="fr-FR" smtClean="0"/>
              <a:t>Magnificent and Holy Wonderful and migthy</a:t>
            </a:r>
          </a:p>
          <a:p>
            <a:r>
              <a:rPr lang="fr-FR" altLang="fr-FR" smtClean="0"/>
              <a:t>12-  LENT À LA COLÈRE  TA GRÂCE EST SI GRANDE </a:t>
            </a:r>
          </a:p>
          <a:p>
            <a:r>
              <a:rPr lang="fr-FR" altLang="fr-FR" smtClean="0"/>
              <a:t>Slow to anger and great in mercy</a:t>
            </a:r>
          </a:p>
          <a:p>
            <a:endParaRPr lang="fr-FR" altLang="fr-FR" smtClean="0"/>
          </a:p>
          <a:p>
            <a:r>
              <a:rPr lang="fr-FR" altLang="fr-FR" smtClean="0"/>
              <a:t>Pre- Refrain:  x3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METS EN NOUS UN NOUVEAU CHANT NOUS DANSERONS DEVANT TOI</a:t>
            </a:r>
          </a:p>
          <a:p>
            <a:r>
              <a:rPr lang="fr-FR" smtClean="0"/>
              <a:t>Fill our mouths with a new song May we dance before your throne</a:t>
            </a:r>
          </a:p>
          <a:p>
            <a:r>
              <a:rPr lang="fr-FR" smtClean="0"/>
              <a:t> 2-  NOTRE BONHEUR EST EN TOI DIEU, TON SALUT EST NOTRE JOIE  </a:t>
            </a:r>
          </a:p>
          <a:p>
            <a:r>
              <a:rPr lang="fr-FR" smtClean="0"/>
              <a:t>We find joy in you God We rejoice in our salvation</a:t>
            </a:r>
          </a:p>
          <a:p>
            <a:endParaRPr lang="fr-FR" smtClean="0"/>
          </a:p>
          <a:p>
            <a:r>
              <a:rPr lang="fr-FR" smtClean="0"/>
              <a:t>Pre-refrain:</a:t>
            </a:r>
          </a:p>
          <a:p>
            <a:r>
              <a:rPr lang="fr-FR" smtClean="0"/>
              <a:t>3-  NOUS TE MAGNIFIONS ET NOUS EXALTONS TON SAINT NOM </a:t>
            </a:r>
          </a:p>
          <a:p>
            <a:r>
              <a:rPr lang="fr-FR" smtClean="0"/>
              <a:t>So we magnify, we exalt your name together</a:t>
            </a:r>
          </a:p>
          <a:p>
            <a:r>
              <a:rPr lang="fr-FR" smtClean="0"/>
              <a:t>4-  NOUS GLORIFIERONS ADONAÏ, YAHVEH</a:t>
            </a:r>
          </a:p>
          <a:p>
            <a:r>
              <a:rPr lang="fr-FR" smtClean="0"/>
              <a:t>We will glorify, Adonai, Yahweh</a:t>
            </a:r>
          </a:p>
          <a:p>
            <a:r>
              <a:rPr lang="fr-FR" smtClean="0"/>
              <a:t> 
	Refrain:</a:t>
            </a:r>
          </a:p>
          <a:p>
            <a:r>
              <a:rPr lang="fr-FR" smtClean="0"/>
              <a:t>	5-  TU ES GRAND  QUE TON NOM SOIT ÉLEVÉ   x3</a:t>
            </a:r>
          </a:p>
          <a:p>
            <a:r>
              <a:rPr lang="fr-FR" smtClean="0"/>
              <a:t>	You are great and your name is to be praise 
	6-  TU ES GRAND </a:t>
            </a:r>
          </a:p>
          <a:p>
            <a:r>
              <a:rPr lang="fr-FR" smtClean="0"/>
              <a:t>	You are great </a:t>
            </a:r>
          </a:p>
          <a:p>
            <a:r>
              <a:rPr lang="fr-FR" smtClean="0"/>
              <a:t>
7-  NOUS VENONS DANS CE LIEU POUR GLORIFIER TON NOM </a:t>
            </a:r>
          </a:p>
          <a:p>
            <a:r>
              <a:rPr lang="fr-FR" smtClean="0"/>
              <a:t>We have come to this place to bring glory to your name</a:t>
            </a:r>
          </a:p>
          <a:p>
            <a:r>
              <a:rPr lang="fr-FR" smtClean="0"/>
              <a:t>8-  CAR TOI SEUL TU ES DIEU DIGNE DES PLUS HAUTES LOUANGES  </a:t>
            </a:r>
          </a:p>
          <a:p>
            <a:r>
              <a:rPr lang="fr-FR" smtClean="0"/>
              <a:t>We have come to this place to bring glory to your name</a:t>
            </a:r>
          </a:p>
          <a:p>
            <a:endParaRPr lang="fr-FR" smtClean="0"/>
          </a:p>
          <a:p>
            <a:r>
              <a:rPr lang="fr-FR" smtClean="0"/>
              <a:t>Pre-refrain:</a:t>
            </a:r>
          </a:p>
          <a:p>
            <a:r>
              <a:rPr lang="fr-FR" smtClean="0"/>
              <a:t>9-  NOUS TE MAGNIFIONS ET NOUS EXALTONS TON SAINT NOM </a:t>
            </a:r>
          </a:p>
          <a:p>
            <a:r>
              <a:rPr lang="fr-FR" smtClean="0"/>
              <a:t>So we magnify, we exalt your name together</a:t>
            </a:r>
          </a:p>
          <a:p>
            <a:r>
              <a:rPr lang="fr-FR" smtClean="0"/>
              <a:t>10-  NOUS GLORIFIERONS ADONAÏ, YAHVEH </a:t>
            </a:r>
          </a:p>
          <a:p>
            <a:r>
              <a:rPr lang="fr-FR" smtClean="0"/>
              <a:t>We will glorify, Adonai, Yahweh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Couplet: 1 + Refrain + Pont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11-  SAINT ET SI IMPRESSIONNANT MERVEILLEUX ET PUISSANT   </a:t>
            </a:r>
          </a:p>
          <a:p>
            <a:r>
              <a:rPr lang="fr-FR" smtClean="0"/>
              <a:t>Magnificent and Holy Wonderful and migthy</a:t>
            </a:r>
          </a:p>
          <a:p>
            <a:r>
              <a:rPr lang="fr-FR" smtClean="0"/>
              <a:t>12-  LENT À LA COLÈRE  TA GRÂCE EST SI GRANDE </a:t>
            </a:r>
          </a:p>
          <a:p>
            <a:r>
              <a:rPr lang="fr-FR" smtClean="0"/>
              <a:t>Slow to anger and great in mercy</a:t>
            </a:r>
          </a:p>
          <a:p>
            <a:endParaRPr lang="fr-FR" smtClean="0"/>
          </a:p>
          <a:p>
            <a:r>
              <a:rPr lang="fr-FR" smtClean="0"/>
              <a:t>Pre- Refrain:  x3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METS EN NOUS UN NOUVEAU CHANT NOUS DANSERONS DEVANT TOI</a:t>
            </a:r>
          </a:p>
          <a:p>
            <a:r>
              <a:rPr lang="fr-FR" altLang="fr-FR" smtClean="0"/>
              <a:t>Fill our mouths with a new song May we dance before your throne</a:t>
            </a:r>
          </a:p>
          <a:p>
            <a:r>
              <a:rPr lang="fr-FR" altLang="fr-FR" smtClean="0"/>
              <a:t> 2-  NOTRE BONHEUR EST EN TOI DIEU, TON SALUT EST NOTRE JOIE  </a:t>
            </a:r>
          </a:p>
          <a:p>
            <a:r>
              <a:rPr lang="fr-FR" altLang="fr-FR" smtClean="0"/>
              <a:t>We find joy in you God We rejoice in our salvation</a:t>
            </a:r>
          </a:p>
          <a:p>
            <a:endParaRPr lang="fr-FR" altLang="fr-FR" smtClean="0"/>
          </a:p>
          <a:p>
            <a:r>
              <a:rPr lang="fr-FR" altLang="fr-FR" smtClean="0"/>
              <a:t>Pre-refrain:</a:t>
            </a:r>
          </a:p>
          <a:p>
            <a:r>
              <a:rPr lang="fr-FR" altLang="fr-FR" smtClean="0"/>
              <a:t>3-  NOUS TE MAGNIFIONS ET NOUS EXALTONS TON SAINT NOM </a:t>
            </a:r>
          </a:p>
          <a:p>
            <a:r>
              <a:rPr lang="fr-FR" altLang="fr-FR" smtClean="0"/>
              <a:t>So we magnify, we exalt your name together</a:t>
            </a:r>
          </a:p>
          <a:p>
            <a:r>
              <a:rPr lang="fr-FR" altLang="fr-FR" smtClean="0"/>
              <a:t>4-  NOUS GLORIFIERONS ADONAÏ, YAHVEH</a:t>
            </a:r>
          </a:p>
          <a:p>
            <a:r>
              <a:rPr lang="fr-FR" altLang="fr-FR" smtClean="0"/>
              <a:t>We will glorify, Adonai, Yahweh</a:t>
            </a:r>
          </a:p>
          <a:p>
            <a:r>
              <a:rPr lang="fr-FR" altLang="fr-FR" smtClean="0"/>
              <a:t> 
	Refrain:</a:t>
            </a:r>
          </a:p>
          <a:p>
            <a:r>
              <a:rPr lang="fr-FR" altLang="fr-FR" smtClean="0"/>
              <a:t>	5-  TU ES GRAND  QUE TON NOM SOIT ÉLEVÉ   x3</a:t>
            </a:r>
          </a:p>
          <a:p>
            <a:r>
              <a:rPr lang="fr-FR" altLang="fr-FR" smtClean="0"/>
              <a:t>	You are great and your name is to be praise 
	6-  TU ES GRAND </a:t>
            </a:r>
          </a:p>
          <a:p>
            <a:r>
              <a:rPr lang="fr-FR" altLang="fr-FR" smtClean="0"/>
              <a:t>	You are great </a:t>
            </a:r>
          </a:p>
          <a:p>
            <a:r>
              <a:rPr lang="fr-FR" altLang="fr-FR" smtClean="0"/>
              <a:t>
7-  NOUS VENONS DANS CE LIEU POUR GLORIFIER TON NOM </a:t>
            </a:r>
          </a:p>
          <a:p>
            <a:r>
              <a:rPr lang="fr-FR" altLang="fr-FR" smtClean="0"/>
              <a:t>We have come to this place to bring glory to your name</a:t>
            </a:r>
          </a:p>
          <a:p>
            <a:r>
              <a:rPr lang="fr-FR" altLang="fr-FR" smtClean="0"/>
              <a:t>8-  CAR TOI SEUL TU ES DIEU DIGNE DES PLUS HAUTES LOUANGES  </a:t>
            </a:r>
          </a:p>
          <a:p>
            <a:r>
              <a:rPr lang="fr-FR" altLang="fr-FR" smtClean="0"/>
              <a:t>We have come to this place to bring glory to your name</a:t>
            </a:r>
          </a:p>
          <a:p>
            <a:endParaRPr lang="fr-FR" altLang="fr-FR" smtClean="0"/>
          </a:p>
          <a:p>
            <a:r>
              <a:rPr lang="fr-FR" altLang="fr-FR" smtClean="0"/>
              <a:t>Pre-refrain:</a:t>
            </a:r>
          </a:p>
          <a:p>
            <a:r>
              <a:rPr lang="fr-FR" altLang="fr-FR" smtClean="0"/>
              <a:t>9-  NOUS TE MAGNIFIONS ET NOUS EXALTONS TON SAINT NOM </a:t>
            </a:r>
          </a:p>
          <a:p>
            <a:r>
              <a:rPr lang="fr-FR" altLang="fr-FR" smtClean="0"/>
              <a:t>So we magnify, we exalt your name together</a:t>
            </a:r>
          </a:p>
          <a:p>
            <a:r>
              <a:rPr lang="fr-FR" altLang="fr-FR" smtClean="0"/>
              <a:t>10-  NOUS GLORIFIERONS ADONAÏ, YAHVEH </a:t>
            </a:r>
          </a:p>
          <a:p>
            <a:r>
              <a:rPr lang="fr-FR" altLang="fr-FR" smtClean="0"/>
              <a:t>We will glorify, Adonai, Yahweh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Couplet: 1 + Refrain + Pont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11-  SAINT ET SI IMPRESSIONNANT MERVEILLEUX ET PUISSANT   </a:t>
            </a:r>
          </a:p>
          <a:p>
            <a:r>
              <a:rPr lang="fr-FR" altLang="fr-FR" smtClean="0"/>
              <a:t>Magnificent and Holy Wonderful and migthy</a:t>
            </a:r>
          </a:p>
          <a:p>
            <a:r>
              <a:rPr lang="fr-FR" altLang="fr-FR" smtClean="0"/>
              <a:t>12-  LENT À LA COLÈRE  TA GRÂCE EST SI GRANDE </a:t>
            </a:r>
          </a:p>
          <a:p>
            <a:r>
              <a:rPr lang="fr-FR" altLang="fr-FR" smtClean="0"/>
              <a:t>Slow to anger and great in mercy</a:t>
            </a:r>
          </a:p>
          <a:p>
            <a:endParaRPr lang="fr-FR" altLang="fr-FR" smtClean="0"/>
          </a:p>
          <a:p>
            <a:r>
              <a:rPr lang="fr-FR" altLang="fr-FR" smtClean="0"/>
              <a:t>Pre- Refrain:  x3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METS EN NOUS UN NOUVEAU CHANT NOUS DANSERONS DEVANT TOI</a:t>
            </a:r>
          </a:p>
          <a:p>
            <a:r>
              <a:rPr lang="fr-FR" smtClean="0"/>
              <a:t>Fill our mouths with a new song May we dance before your throne</a:t>
            </a:r>
          </a:p>
          <a:p>
            <a:r>
              <a:rPr lang="fr-FR" smtClean="0"/>
              <a:t> 2-  NOTRE BONHEUR EST EN TOI DIEU, TON SALUT EST NOTRE JOIE  </a:t>
            </a:r>
          </a:p>
          <a:p>
            <a:r>
              <a:rPr lang="fr-FR" smtClean="0"/>
              <a:t>We find joy in you God We rejoice in our salvation</a:t>
            </a:r>
          </a:p>
          <a:p>
            <a:endParaRPr lang="fr-FR" smtClean="0"/>
          </a:p>
          <a:p>
            <a:r>
              <a:rPr lang="fr-FR" smtClean="0"/>
              <a:t>Pre-refrain:</a:t>
            </a:r>
          </a:p>
          <a:p>
            <a:r>
              <a:rPr lang="fr-FR" smtClean="0"/>
              <a:t>3-  NOUS TE MAGNIFIONS ET NOUS EXALTONS TON SAINT NOM </a:t>
            </a:r>
          </a:p>
          <a:p>
            <a:r>
              <a:rPr lang="fr-FR" smtClean="0"/>
              <a:t>So we magnify, we exalt your name together</a:t>
            </a:r>
          </a:p>
          <a:p>
            <a:r>
              <a:rPr lang="fr-FR" smtClean="0"/>
              <a:t>4-  NOUS GLORIFIERONS ADONAÏ, YAHVEH</a:t>
            </a:r>
          </a:p>
          <a:p>
            <a:r>
              <a:rPr lang="fr-FR" smtClean="0"/>
              <a:t>We will glorify, Adonai, Yahweh</a:t>
            </a:r>
          </a:p>
          <a:p>
            <a:r>
              <a:rPr lang="fr-FR" smtClean="0"/>
              <a:t> 
	Refrain:</a:t>
            </a:r>
          </a:p>
          <a:p>
            <a:r>
              <a:rPr lang="fr-FR" smtClean="0"/>
              <a:t>	5-  TU ES GRAND  QUE TON NOM SOIT ÉLEVÉ   x3</a:t>
            </a:r>
          </a:p>
          <a:p>
            <a:r>
              <a:rPr lang="fr-FR" smtClean="0"/>
              <a:t>	You are great and your name is to be praise 
	6-  TU ES GRAND </a:t>
            </a:r>
          </a:p>
          <a:p>
            <a:r>
              <a:rPr lang="fr-FR" smtClean="0"/>
              <a:t>	You are great </a:t>
            </a:r>
          </a:p>
          <a:p>
            <a:r>
              <a:rPr lang="fr-FR" smtClean="0"/>
              <a:t>
7-  NOUS VENONS DANS CE LIEU POUR GLORIFIER TON NOM </a:t>
            </a:r>
          </a:p>
          <a:p>
            <a:r>
              <a:rPr lang="fr-FR" smtClean="0"/>
              <a:t>We have come to this place to bring glory to your name</a:t>
            </a:r>
          </a:p>
          <a:p>
            <a:r>
              <a:rPr lang="fr-FR" smtClean="0"/>
              <a:t>8-  CAR TOI SEUL TU ES DIEU DIGNE DES PLUS HAUTES LOUANGES  </a:t>
            </a:r>
          </a:p>
          <a:p>
            <a:r>
              <a:rPr lang="fr-FR" smtClean="0"/>
              <a:t>We have come to this place to bring glory to your name</a:t>
            </a:r>
          </a:p>
          <a:p>
            <a:endParaRPr lang="fr-FR" smtClean="0"/>
          </a:p>
          <a:p>
            <a:r>
              <a:rPr lang="fr-FR" smtClean="0"/>
              <a:t>Pre-refrain:</a:t>
            </a:r>
          </a:p>
          <a:p>
            <a:r>
              <a:rPr lang="fr-FR" smtClean="0"/>
              <a:t>9-  NOUS TE MAGNIFIONS ET NOUS EXALTONS TON SAINT NOM </a:t>
            </a:r>
          </a:p>
          <a:p>
            <a:r>
              <a:rPr lang="fr-FR" smtClean="0"/>
              <a:t>So we magnify, we exalt your name together</a:t>
            </a:r>
          </a:p>
          <a:p>
            <a:r>
              <a:rPr lang="fr-FR" smtClean="0"/>
              <a:t>10-  NOUS GLORIFIERONS ADONAÏ, YAHVEH </a:t>
            </a:r>
          </a:p>
          <a:p>
            <a:r>
              <a:rPr lang="fr-FR" smtClean="0"/>
              <a:t>We will glorify, Adonai, Yahweh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Couplet: 1 + Refrain + Pont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11-  SAINT ET SI IMPRESSIONNANT MERVEILLEUX ET PUISSANT   </a:t>
            </a:r>
          </a:p>
          <a:p>
            <a:r>
              <a:rPr lang="fr-FR" smtClean="0"/>
              <a:t>Magnificent and Holy Wonderful and migthy</a:t>
            </a:r>
          </a:p>
          <a:p>
            <a:r>
              <a:rPr lang="fr-FR" smtClean="0"/>
              <a:t>12-  LENT À LA COLÈRE  TA GRÂCE EST SI GRANDE </a:t>
            </a:r>
          </a:p>
          <a:p>
            <a:r>
              <a:rPr lang="fr-FR" smtClean="0"/>
              <a:t>Slow to anger and great in mercy</a:t>
            </a:r>
          </a:p>
          <a:p>
            <a:endParaRPr lang="fr-FR" smtClean="0"/>
          </a:p>
          <a:p>
            <a:r>
              <a:rPr lang="fr-FR" smtClean="0"/>
              <a:t>Pre- Refrain:  x3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METS EN NOUS UN NOUVEAU CHANT NOUS DANSERONS DEVANT TOI</a:t>
            </a:r>
          </a:p>
          <a:p>
            <a:r>
              <a:rPr lang="fr-FR" altLang="fr-FR" smtClean="0"/>
              <a:t>Fill our mouths with a new song May we dance before your throne</a:t>
            </a:r>
          </a:p>
          <a:p>
            <a:r>
              <a:rPr lang="fr-FR" altLang="fr-FR" smtClean="0"/>
              <a:t> 2-  NOTRE BONHEUR EST EN TOI DIEU, TON SALUT EST NOTRE JOIE  </a:t>
            </a:r>
          </a:p>
          <a:p>
            <a:r>
              <a:rPr lang="fr-FR" altLang="fr-FR" smtClean="0"/>
              <a:t>We find joy in you God We rejoice in our salvation</a:t>
            </a:r>
          </a:p>
          <a:p>
            <a:endParaRPr lang="fr-FR" altLang="fr-FR" smtClean="0"/>
          </a:p>
          <a:p>
            <a:r>
              <a:rPr lang="fr-FR" altLang="fr-FR" smtClean="0"/>
              <a:t>Pre-refrain:</a:t>
            </a:r>
          </a:p>
          <a:p>
            <a:r>
              <a:rPr lang="fr-FR" altLang="fr-FR" smtClean="0"/>
              <a:t>3-  NOUS TE MAGNIFIONS ET NOUS EXALTONS TON SAINT NOM </a:t>
            </a:r>
          </a:p>
          <a:p>
            <a:r>
              <a:rPr lang="fr-FR" altLang="fr-FR" smtClean="0"/>
              <a:t>So we magnify, we exalt your name together</a:t>
            </a:r>
          </a:p>
          <a:p>
            <a:r>
              <a:rPr lang="fr-FR" altLang="fr-FR" smtClean="0"/>
              <a:t>4-  NOUS GLORIFIERONS ADONAÏ, YAHVEH</a:t>
            </a:r>
          </a:p>
          <a:p>
            <a:r>
              <a:rPr lang="fr-FR" altLang="fr-FR" smtClean="0"/>
              <a:t>We will glorify, Adonai, Yahweh</a:t>
            </a:r>
          </a:p>
          <a:p>
            <a:r>
              <a:rPr lang="fr-FR" altLang="fr-FR" smtClean="0"/>
              <a:t> 
	Refrain:</a:t>
            </a:r>
          </a:p>
          <a:p>
            <a:r>
              <a:rPr lang="fr-FR" altLang="fr-FR" smtClean="0"/>
              <a:t>	5-  TU ES GRAND  QUE TON NOM SOIT ÉLEVÉ   x3</a:t>
            </a:r>
          </a:p>
          <a:p>
            <a:r>
              <a:rPr lang="fr-FR" altLang="fr-FR" smtClean="0"/>
              <a:t>	You are great and your name is to be praise 
	6-  TU ES GRAND </a:t>
            </a:r>
          </a:p>
          <a:p>
            <a:r>
              <a:rPr lang="fr-FR" altLang="fr-FR" smtClean="0"/>
              <a:t>	You are great </a:t>
            </a:r>
          </a:p>
          <a:p>
            <a:r>
              <a:rPr lang="fr-FR" altLang="fr-FR" smtClean="0"/>
              <a:t>
7-  NOUS VENONS DANS CE LIEU POUR GLORIFIER TON NOM </a:t>
            </a:r>
          </a:p>
          <a:p>
            <a:r>
              <a:rPr lang="fr-FR" altLang="fr-FR" smtClean="0"/>
              <a:t>We have come to this place to bring glory to your name</a:t>
            </a:r>
          </a:p>
          <a:p>
            <a:r>
              <a:rPr lang="fr-FR" altLang="fr-FR" smtClean="0"/>
              <a:t>8-  CAR TOI SEUL TU ES DIEU DIGNE DES PLUS HAUTES LOUANGES  </a:t>
            </a:r>
          </a:p>
          <a:p>
            <a:r>
              <a:rPr lang="fr-FR" altLang="fr-FR" smtClean="0"/>
              <a:t>We have come to this place to bring glory to your name</a:t>
            </a:r>
          </a:p>
          <a:p>
            <a:endParaRPr lang="fr-FR" altLang="fr-FR" smtClean="0"/>
          </a:p>
          <a:p>
            <a:r>
              <a:rPr lang="fr-FR" altLang="fr-FR" smtClean="0"/>
              <a:t>Pre-refrain:</a:t>
            </a:r>
          </a:p>
          <a:p>
            <a:r>
              <a:rPr lang="fr-FR" altLang="fr-FR" smtClean="0"/>
              <a:t>9-  NOUS TE MAGNIFIONS ET NOUS EXALTONS TON SAINT NOM </a:t>
            </a:r>
          </a:p>
          <a:p>
            <a:r>
              <a:rPr lang="fr-FR" altLang="fr-FR" smtClean="0"/>
              <a:t>So we magnify, we exalt your name together</a:t>
            </a:r>
          </a:p>
          <a:p>
            <a:r>
              <a:rPr lang="fr-FR" altLang="fr-FR" smtClean="0"/>
              <a:t>10-  NOUS GLORIFIERONS ADONAÏ, YAHVEH </a:t>
            </a:r>
          </a:p>
          <a:p>
            <a:r>
              <a:rPr lang="fr-FR" altLang="fr-FR" smtClean="0"/>
              <a:t>We will glorify, Adonai, Yahweh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Couplet: 1 + Refrain + Pont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11-  SAINT ET SI IMPRESSIONNANT MERVEILLEUX ET PUISSANT   </a:t>
            </a:r>
          </a:p>
          <a:p>
            <a:r>
              <a:rPr lang="fr-FR" altLang="fr-FR" smtClean="0"/>
              <a:t>Magnificent and Holy Wonderful and migthy</a:t>
            </a:r>
          </a:p>
          <a:p>
            <a:r>
              <a:rPr lang="fr-FR" altLang="fr-FR" smtClean="0"/>
              <a:t>12-  LENT À LA COLÈRE  TA GRÂCE EST SI GRANDE </a:t>
            </a:r>
          </a:p>
          <a:p>
            <a:r>
              <a:rPr lang="fr-FR" altLang="fr-FR" smtClean="0"/>
              <a:t>Slow to anger and great in mercy</a:t>
            </a:r>
          </a:p>
          <a:p>
            <a:endParaRPr lang="fr-FR" altLang="fr-FR" smtClean="0"/>
          </a:p>
          <a:p>
            <a:r>
              <a:rPr lang="fr-FR" altLang="fr-FR" smtClean="0"/>
              <a:t>Pre- Refrain:  x3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METS EN NOUS UN NOUVEAU CHANT NOUS DANSERONS DEVANT TOI</a:t>
            </a:r>
          </a:p>
          <a:p>
            <a:r>
              <a:rPr lang="fr-FR" smtClean="0"/>
              <a:t>Fill our mouths with a new song May we dance before your throne</a:t>
            </a:r>
          </a:p>
          <a:p>
            <a:r>
              <a:rPr lang="fr-FR" smtClean="0"/>
              <a:t> 2-  NOTRE BONHEUR EST EN TOI DIEU, TON SALUT EST NOTRE JOIE  </a:t>
            </a:r>
          </a:p>
          <a:p>
            <a:r>
              <a:rPr lang="fr-FR" smtClean="0"/>
              <a:t>We find joy in you God We rejoice in our salvation</a:t>
            </a:r>
          </a:p>
          <a:p>
            <a:endParaRPr lang="fr-FR" smtClean="0"/>
          </a:p>
          <a:p>
            <a:r>
              <a:rPr lang="fr-FR" smtClean="0"/>
              <a:t>Pre-refrain:</a:t>
            </a:r>
          </a:p>
          <a:p>
            <a:r>
              <a:rPr lang="fr-FR" smtClean="0"/>
              <a:t>3-  NOUS TE MAGNIFIONS ET NOUS EXALTONS TON SAINT NOM </a:t>
            </a:r>
          </a:p>
          <a:p>
            <a:r>
              <a:rPr lang="fr-FR" smtClean="0"/>
              <a:t>So we magnify, we exalt your name together</a:t>
            </a:r>
          </a:p>
          <a:p>
            <a:r>
              <a:rPr lang="fr-FR" smtClean="0"/>
              <a:t>4-  NOUS GLORIFIERONS ADONAÏ, YAHVEH</a:t>
            </a:r>
          </a:p>
          <a:p>
            <a:r>
              <a:rPr lang="fr-FR" smtClean="0"/>
              <a:t>We will glorify, Adonai, Yahweh</a:t>
            </a:r>
          </a:p>
          <a:p>
            <a:r>
              <a:rPr lang="fr-FR" smtClean="0"/>
              <a:t> 
	Refrain:</a:t>
            </a:r>
          </a:p>
          <a:p>
            <a:r>
              <a:rPr lang="fr-FR" smtClean="0"/>
              <a:t>	5-  TU ES GRAND  QUE TON NOM SOIT ÉLEVÉ   x3</a:t>
            </a:r>
          </a:p>
          <a:p>
            <a:r>
              <a:rPr lang="fr-FR" smtClean="0"/>
              <a:t>	You are great and your name is to be praise 
	6-  TU ES GRAND </a:t>
            </a:r>
          </a:p>
          <a:p>
            <a:r>
              <a:rPr lang="fr-FR" smtClean="0"/>
              <a:t>	You are great </a:t>
            </a:r>
          </a:p>
          <a:p>
            <a:r>
              <a:rPr lang="fr-FR" smtClean="0"/>
              <a:t>
7-  NOUS VENONS DANS CE LIEU POUR GLORIFIER TON NOM </a:t>
            </a:r>
          </a:p>
          <a:p>
            <a:r>
              <a:rPr lang="fr-FR" smtClean="0"/>
              <a:t>We have come to this place to bring glory to your name</a:t>
            </a:r>
          </a:p>
          <a:p>
            <a:r>
              <a:rPr lang="fr-FR" smtClean="0"/>
              <a:t>8-  CAR TOI SEUL TU ES DIEU DIGNE DES PLUS HAUTES LOUANGES  </a:t>
            </a:r>
          </a:p>
          <a:p>
            <a:r>
              <a:rPr lang="fr-FR" smtClean="0"/>
              <a:t>We have come to this place to bring glory to your name</a:t>
            </a:r>
          </a:p>
          <a:p>
            <a:endParaRPr lang="fr-FR" smtClean="0"/>
          </a:p>
          <a:p>
            <a:r>
              <a:rPr lang="fr-FR" smtClean="0"/>
              <a:t>Pre-refrain:</a:t>
            </a:r>
          </a:p>
          <a:p>
            <a:r>
              <a:rPr lang="fr-FR" smtClean="0"/>
              <a:t>9-  NOUS TE MAGNIFIONS ET NOUS EXALTONS TON SAINT NOM </a:t>
            </a:r>
          </a:p>
          <a:p>
            <a:r>
              <a:rPr lang="fr-FR" smtClean="0"/>
              <a:t>So we magnify, we exalt your name together</a:t>
            </a:r>
          </a:p>
          <a:p>
            <a:r>
              <a:rPr lang="fr-FR" smtClean="0"/>
              <a:t>10-  NOUS GLORIFIERONS ADONAÏ, YAHVEH </a:t>
            </a:r>
          </a:p>
          <a:p>
            <a:r>
              <a:rPr lang="fr-FR" smtClean="0"/>
              <a:t>We will glorify, Adonai, Yahweh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Couplet: 1 + Refrain + Pont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11-  SAINT ET SI IMPRESSIONNANT MERVEILLEUX ET PUISSANT   </a:t>
            </a:r>
          </a:p>
          <a:p>
            <a:r>
              <a:rPr lang="fr-FR" smtClean="0"/>
              <a:t>Magnificent and Holy Wonderful and migthy</a:t>
            </a:r>
          </a:p>
          <a:p>
            <a:r>
              <a:rPr lang="fr-FR" smtClean="0"/>
              <a:t>12-  LENT À LA COLÈRE  TA GRÂCE EST SI GRANDE </a:t>
            </a:r>
          </a:p>
          <a:p>
            <a:r>
              <a:rPr lang="fr-FR" smtClean="0"/>
              <a:t>Slow to anger and great in mercy</a:t>
            </a:r>
          </a:p>
          <a:p>
            <a:endParaRPr lang="fr-FR" smtClean="0"/>
          </a:p>
          <a:p>
            <a:r>
              <a:rPr lang="fr-FR" smtClean="0"/>
              <a:t>Pre- Refrain:  x3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METS EN NOUS UN NOUVEAU CHANT NOUS DANSERONS DEVANT TOI</a:t>
            </a:r>
          </a:p>
          <a:p>
            <a:r>
              <a:rPr lang="fr-FR" altLang="fr-FR" smtClean="0"/>
              <a:t>Fill our mouths with a new song May we dance before your throne</a:t>
            </a:r>
          </a:p>
          <a:p>
            <a:r>
              <a:rPr lang="fr-FR" altLang="fr-FR" smtClean="0"/>
              <a:t> 2-  NOTRE BONHEUR EST EN TOI DIEU, TON SALUT EST NOTRE JOIE  </a:t>
            </a:r>
          </a:p>
          <a:p>
            <a:r>
              <a:rPr lang="fr-FR" altLang="fr-FR" smtClean="0"/>
              <a:t>We find joy in you God We rejoice in our salvation</a:t>
            </a:r>
          </a:p>
          <a:p>
            <a:endParaRPr lang="fr-FR" altLang="fr-FR" smtClean="0"/>
          </a:p>
          <a:p>
            <a:r>
              <a:rPr lang="fr-FR" altLang="fr-FR" smtClean="0"/>
              <a:t>Pre-refrain:</a:t>
            </a:r>
          </a:p>
          <a:p>
            <a:r>
              <a:rPr lang="fr-FR" altLang="fr-FR" smtClean="0"/>
              <a:t>3-  NOUS TE MAGNIFIONS ET NOUS EXALTONS TON SAINT NOM </a:t>
            </a:r>
          </a:p>
          <a:p>
            <a:r>
              <a:rPr lang="fr-FR" altLang="fr-FR" smtClean="0"/>
              <a:t>So we magnify, we exalt your name together</a:t>
            </a:r>
          </a:p>
          <a:p>
            <a:r>
              <a:rPr lang="fr-FR" altLang="fr-FR" smtClean="0"/>
              <a:t>4-  NOUS GLORIFIERONS ADONAÏ, YAHVEH</a:t>
            </a:r>
          </a:p>
          <a:p>
            <a:r>
              <a:rPr lang="fr-FR" altLang="fr-FR" smtClean="0"/>
              <a:t>We will glorify, Adonai, Yahweh</a:t>
            </a:r>
          </a:p>
          <a:p>
            <a:r>
              <a:rPr lang="fr-FR" altLang="fr-FR" smtClean="0"/>
              <a:t> 
	Refrain:</a:t>
            </a:r>
          </a:p>
          <a:p>
            <a:r>
              <a:rPr lang="fr-FR" altLang="fr-FR" smtClean="0"/>
              <a:t>	5-  TU ES GRAND  QUE TON NOM SOIT ÉLEVÉ   x3</a:t>
            </a:r>
          </a:p>
          <a:p>
            <a:r>
              <a:rPr lang="fr-FR" altLang="fr-FR" smtClean="0"/>
              <a:t>	You are great and your name is to be praise 
	6-  TU ES GRAND </a:t>
            </a:r>
          </a:p>
          <a:p>
            <a:r>
              <a:rPr lang="fr-FR" altLang="fr-FR" smtClean="0"/>
              <a:t>	You are great </a:t>
            </a:r>
          </a:p>
          <a:p>
            <a:r>
              <a:rPr lang="fr-FR" altLang="fr-FR" smtClean="0"/>
              <a:t>
7-  NOUS VENONS DANS CE LIEU POUR GLORIFIER TON NOM </a:t>
            </a:r>
          </a:p>
          <a:p>
            <a:r>
              <a:rPr lang="fr-FR" altLang="fr-FR" smtClean="0"/>
              <a:t>We have come to this place to bring glory to your name</a:t>
            </a:r>
          </a:p>
          <a:p>
            <a:r>
              <a:rPr lang="fr-FR" altLang="fr-FR" smtClean="0"/>
              <a:t>8-  CAR TOI SEUL TU ES DIEU DIGNE DES PLUS HAUTES LOUANGES  </a:t>
            </a:r>
          </a:p>
          <a:p>
            <a:r>
              <a:rPr lang="fr-FR" altLang="fr-FR" smtClean="0"/>
              <a:t>We have come to this place to bring glory to your name</a:t>
            </a:r>
          </a:p>
          <a:p>
            <a:endParaRPr lang="fr-FR" altLang="fr-FR" smtClean="0"/>
          </a:p>
          <a:p>
            <a:r>
              <a:rPr lang="fr-FR" altLang="fr-FR" smtClean="0"/>
              <a:t>Pre-refrain:</a:t>
            </a:r>
          </a:p>
          <a:p>
            <a:r>
              <a:rPr lang="fr-FR" altLang="fr-FR" smtClean="0"/>
              <a:t>9-  NOUS TE MAGNIFIONS ET NOUS EXALTONS TON SAINT NOM </a:t>
            </a:r>
          </a:p>
          <a:p>
            <a:r>
              <a:rPr lang="fr-FR" altLang="fr-FR" smtClean="0"/>
              <a:t>So we magnify, we exalt your name together</a:t>
            </a:r>
          </a:p>
          <a:p>
            <a:r>
              <a:rPr lang="fr-FR" altLang="fr-FR" smtClean="0"/>
              <a:t>10-  NOUS GLORIFIERONS ADONAÏ, YAHVEH </a:t>
            </a:r>
          </a:p>
          <a:p>
            <a:r>
              <a:rPr lang="fr-FR" altLang="fr-FR" smtClean="0"/>
              <a:t>We will glorify, Adonai, Yahweh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Couplet: 1 + Refrain + Pont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11-  SAINT ET SI IMPRESSIONNANT MERVEILLEUX ET PUISSANT   </a:t>
            </a:r>
          </a:p>
          <a:p>
            <a:r>
              <a:rPr lang="fr-FR" altLang="fr-FR" smtClean="0"/>
              <a:t>Magnificent and Holy Wonderful and migthy</a:t>
            </a:r>
          </a:p>
          <a:p>
            <a:r>
              <a:rPr lang="fr-FR" altLang="fr-FR" smtClean="0"/>
              <a:t>12-  LENT À LA COLÈRE  TA GRÂCE EST SI GRANDE </a:t>
            </a:r>
          </a:p>
          <a:p>
            <a:r>
              <a:rPr lang="fr-FR" altLang="fr-FR" smtClean="0"/>
              <a:t>Slow to anger and great in mercy</a:t>
            </a:r>
          </a:p>
          <a:p>
            <a:endParaRPr lang="fr-FR" altLang="fr-FR" smtClean="0"/>
          </a:p>
          <a:p>
            <a:r>
              <a:rPr lang="fr-FR" altLang="fr-FR" smtClean="0"/>
              <a:t>Pre- Refrain:  x3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METS EN NOUS UN NOUVEAU CHANT NOUS DANSERONS DEVANT TOI</a:t>
            </a:r>
          </a:p>
          <a:p>
            <a:r>
              <a:rPr lang="fr-FR" smtClean="0"/>
              <a:t>Fill our mouths with a new song May we dance before your throne</a:t>
            </a:r>
          </a:p>
          <a:p>
            <a:r>
              <a:rPr lang="fr-FR" smtClean="0"/>
              <a:t> 2-  NOTRE BONHEUR EST EN TOI DIEU, TON SALUT EST NOTRE JOIE  </a:t>
            </a:r>
          </a:p>
          <a:p>
            <a:r>
              <a:rPr lang="fr-FR" smtClean="0"/>
              <a:t>We find joy in you God We rejoice in our salvation</a:t>
            </a:r>
          </a:p>
          <a:p>
            <a:endParaRPr lang="fr-FR" smtClean="0"/>
          </a:p>
          <a:p>
            <a:r>
              <a:rPr lang="fr-FR" smtClean="0"/>
              <a:t>Pre-refrain:</a:t>
            </a:r>
          </a:p>
          <a:p>
            <a:r>
              <a:rPr lang="fr-FR" smtClean="0"/>
              <a:t>3-  NOUS TE MAGNIFIONS ET NOUS EXALTONS TON SAINT NOM </a:t>
            </a:r>
          </a:p>
          <a:p>
            <a:r>
              <a:rPr lang="fr-FR" smtClean="0"/>
              <a:t>So we magnify, we exalt your name together</a:t>
            </a:r>
          </a:p>
          <a:p>
            <a:r>
              <a:rPr lang="fr-FR" smtClean="0"/>
              <a:t>4-  NOUS GLORIFIERONS ADONAÏ, YAHVEH</a:t>
            </a:r>
          </a:p>
          <a:p>
            <a:r>
              <a:rPr lang="fr-FR" smtClean="0"/>
              <a:t>We will glorify, Adonai, Yahweh</a:t>
            </a:r>
          </a:p>
          <a:p>
            <a:r>
              <a:rPr lang="fr-FR" smtClean="0"/>
              <a:t> 
	Refrain:</a:t>
            </a:r>
          </a:p>
          <a:p>
            <a:r>
              <a:rPr lang="fr-FR" smtClean="0"/>
              <a:t>	5-  TU ES GRAND  QUE TON NOM SOIT ÉLEVÉ   x3</a:t>
            </a:r>
          </a:p>
          <a:p>
            <a:r>
              <a:rPr lang="fr-FR" smtClean="0"/>
              <a:t>	You are great and your name is to be praise 
	6-  TU ES GRAND </a:t>
            </a:r>
          </a:p>
          <a:p>
            <a:r>
              <a:rPr lang="fr-FR" smtClean="0"/>
              <a:t>	You are great </a:t>
            </a:r>
          </a:p>
          <a:p>
            <a:r>
              <a:rPr lang="fr-FR" smtClean="0"/>
              <a:t>
7-  NOUS VENONS DANS CE LIEU POUR GLORIFIER TON NOM </a:t>
            </a:r>
          </a:p>
          <a:p>
            <a:r>
              <a:rPr lang="fr-FR" smtClean="0"/>
              <a:t>We have come to this place to bring glory to your name</a:t>
            </a:r>
          </a:p>
          <a:p>
            <a:r>
              <a:rPr lang="fr-FR" smtClean="0"/>
              <a:t>8-  CAR TOI SEUL TU ES DIEU DIGNE DES PLUS HAUTES LOUANGES  </a:t>
            </a:r>
          </a:p>
          <a:p>
            <a:r>
              <a:rPr lang="fr-FR" smtClean="0"/>
              <a:t>We have come to this place to bring glory to your name</a:t>
            </a:r>
          </a:p>
          <a:p>
            <a:endParaRPr lang="fr-FR" smtClean="0"/>
          </a:p>
          <a:p>
            <a:r>
              <a:rPr lang="fr-FR" smtClean="0"/>
              <a:t>Pre-refrain:</a:t>
            </a:r>
          </a:p>
          <a:p>
            <a:r>
              <a:rPr lang="fr-FR" smtClean="0"/>
              <a:t>9-  NOUS TE MAGNIFIONS ET NOUS EXALTONS TON SAINT NOM </a:t>
            </a:r>
          </a:p>
          <a:p>
            <a:r>
              <a:rPr lang="fr-FR" smtClean="0"/>
              <a:t>So we magnify, we exalt your name together</a:t>
            </a:r>
          </a:p>
          <a:p>
            <a:r>
              <a:rPr lang="fr-FR" smtClean="0"/>
              <a:t>10-  NOUS GLORIFIERONS ADONAÏ, YAHVEH </a:t>
            </a:r>
          </a:p>
          <a:p>
            <a:r>
              <a:rPr lang="fr-FR" smtClean="0"/>
              <a:t>We will glorify, Adonai, Yahweh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Couplet: 1 + Refrain + Pont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11-  SAINT ET SI IMPRESSIONNANT MERVEILLEUX ET PUISSANT   </a:t>
            </a:r>
          </a:p>
          <a:p>
            <a:r>
              <a:rPr lang="fr-FR" smtClean="0"/>
              <a:t>Magnificent and Holy Wonderful and migthy</a:t>
            </a:r>
          </a:p>
          <a:p>
            <a:r>
              <a:rPr lang="fr-FR" smtClean="0"/>
              <a:t>12-  LENT À LA COLÈRE  TA GRÂCE EST SI GRANDE </a:t>
            </a:r>
          </a:p>
          <a:p>
            <a:r>
              <a:rPr lang="fr-FR" smtClean="0"/>
              <a:t>Slow to anger and great in mercy</a:t>
            </a:r>
          </a:p>
          <a:p>
            <a:endParaRPr lang="fr-FR" smtClean="0"/>
          </a:p>
          <a:p>
            <a:r>
              <a:rPr lang="fr-FR" smtClean="0"/>
              <a:t>Pre- Refrain:  x3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METS EN NOUS UN NOUVEAU CHANT NOUS DANSERONS DEVANT TOI</a:t>
            </a:r>
          </a:p>
          <a:p>
            <a:r>
              <a:rPr lang="fr-FR" altLang="fr-FR" smtClean="0"/>
              <a:t>Fill our mouths with a new song May we dance before your throne</a:t>
            </a:r>
          </a:p>
          <a:p>
            <a:r>
              <a:rPr lang="fr-FR" altLang="fr-FR" smtClean="0"/>
              <a:t> 2-  NOTRE BONHEUR EST EN TOI DIEU, TON SALUT EST NOTRE JOIE  </a:t>
            </a:r>
          </a:p>
          <a:p>
            <a:r>
              <a:rPr lang="fr-FR" altLang="fr-FR" smtClean="0"/>
              <a:t>We find joy in you God We rejoice in our salvation</a:t>
            </a:r>
          </a:p>
          <a:p>
            <a:endParaRPr lang="fr-FR" altLang="fr-FR" smtClean="0"/>
          </a:p>
          <a:p>
            <a:r>
              <a:rPr lang="fr-FR" altLang="fr-FR" smtClean="0"/>
              <a:t>Pre-refrain:</a:t>
            </a:r>
          </a:p>
          <a:p>
            <a:r>
              <a:rPr lang="fr-FR" altLang="fr-FR" smtClean="0"/>
              <a:t>3-  NOUS TE MAGNIFIONS ET NOUS EXALTONS TON SAINT NOM </a:t>
            </a:r>
          </a:p>
          <a:p>
            <a:r>
              <a:rPr lang="fr-FR" altLang="fr-FR" smtClean="0"/>
              <a:t>So we magnify, we exalt your name together</a:t>
            </a:r>
          </a:p>
          <a:p>
            <a:r>
              <a:rPr lang="fr-FR" altLang="fr-FR" smtClean="0"/>
              <a:t>4-  NOUS GLORIFIERONS ADONAÏ, YAHVEH</a:t>
            </a:r>
          </a:p>
          <a:p>
            <a:r>
              <a:rPr lang="fr-FR" altLang="fr-FR" smtClean="0"/>
              <a:t>We will glorify, Adonai, Yahweh</a:t>
            </a:r>
          </a:p>
          <a:p>
            <a:r>
              <a:rPr lang="fr-FR" altLang="fr-FR" smtClean="0"/>
              <a:t> 
	Refrain:</a:t>
            </a:r>
          </a:p>
          <a:p>
            <a:r>
              <a:rPr lang="fr-FR" altLang="fr-FR" smtClean="0"/>
              <a:t>	5-  TU ES GRAND  QUE TON NOM SOIT ÉLEVÉ   x3</a:t>
            </a:r>
          </a:p>
          <a:p>
            <a:r>
              <a:rPr lang="fr-FR" altLang="fr-FR" smtClean="0"/>
              <a:t>	You are great and your name is to be praise 
	6-  TU ES GRAND </a:t>
            </a:r>
          </a:p>
          <a:p>
            <a:r>
              <a:rPr lang="fr-FR" altLang="fr-FR" smtClean="0"/>
              <a:t>	You are great </a:t>
            </a:r>
          </a:p>
          <a:p>
            <a:r>
              <a:rPr lang="fr-FR" altLang="fr-FR" smtClean="0"/>
              <a:t>
7-  NOUS VENONS DANS CE LIEU POUR GLORIFIER TON NOM </a:t>
            </a:r>
          </a:p>
          <a:p>
            <a:r>
              <a:rPr lang="fr-FR" altLang="fr-FR" smtClean="0"/>
              <a:t>We have come to this place to bring glory to your name</a:t>
            </a:r>
          </a:p>
          <a:p>
            <a:r>
              <a:rPr lang="fr-FR" altLang="fr-FR" smtClean="0"/>
              <a:t>8-  CAR TOI SEUL TU ES DIEU DIGNE DES PLUS HAUTES LOUANGES  </a:t>
            </a:r>
          </a:p>
          <a:p>
            <a:r>
              <a:rPr lang="fr-FR" altLang="fr-FR" smtClean="0"/>
              <a:t>We have come to this place to bring glory to your name</a:t>
            </a:r>
          </a:p>
          <a:p>
            <a:endParaRPr lang="fr-FR" altLang="fr-FR" smtClean="0"/>
          </a:p>
          <a:p>
            <a:r>
              <a:rPr lang="fr-FR" altLang="fr-FR" smtClean="0"/>
              <a:t>Pre-refrain:</a:t>
            </a:r>
          </a:p>
          <a:p>
            <a:r>
              <a:rPr lang="fr-FR" altLang="fr-FR" smtClean="0"/>
              <a:t>9-  NOUS TE MAGNIFIONS ET NOUS EXALTONS TON SAINT NOM </a:t>
            </a:r>
          </a:p>
          <a:p>
            <a:r>
              <a:rPr lang="fr-FR" altLang="fr-FR" smtClean="0"/>
              <a:t>So we magnify, we exalt your name together</a:t>
            </a:r>
          </a:p>
          <a:p>
            <a:r>
              <a:rPr lang="fr-FR" altLang="fr-FR" smtClean="0"/>
              <a:t>10-  NOUS GLORIFIERONS ADONAÏ, YAHVEH </a:t>
            </a:r>
          </a:p>
          <a:p>
            <a:r>
              <a:rPr lang="fr-FR" altLang="fr-FR" smtClean="0"/>
              <a:t>We will glorify, Adonai, Yahweh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Couplet: 1 + Refrain + Pont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11-  SAINT ET SI IMPRESSIONNANT MERVEILLEUX ET PUISSANT   </a:t>
            </a:r>
          </a:p>
          <a:p>
            <a:r>
              <a:rPr lang="fr-FR" altLang="fr-FR" smtClean="0"/>
              <a:t>Magnificent and Holy Wonderful and migthy</a:t>
            </a:r>
          </a:p>
          <a:p>
            <a:r>
              <a:rPr lang="fr-FR" altLang="fr-FR" smtClean="0"/>
              <a:t>12-  LENT À LA COLÈRE  TA GRÂCE EST SI GRANDE </a:t>
            </a:r>
          </a:p>
          <a:p>
            <a:r>
              <a:rPr lang="fr-FR" altLang="fr-FR" smtClean="0"/>
              <a:t>Slow to anger and great in mercy</a:t>
            </a:r>
          </a:p>
          <a:p>
            <a:endParaRPr lang="fr-FR" altLang="fr-FR" smtClean="0"/>
          </a:p>
          <a:p>
            <a:r>
              <a:rPr lang="fr-FR" altLang="fr-FR" smtClean="0"/>
              <a:t>Pre- Refrain:  x3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METS EN NOUS UN NOUVEAU CHANT NOUS DANSERONS DEVANT TOI</a:t>
            </a:r>
          </a:p>
          <a:p>
            <a:r>
              <a:rPr lang="fr-FR" smtClean="0"/>
              <a:t>Fill our mouths with a new song May we dance before your throne</a:t>
            </a:r>
          </a:p>
          <a:p>
            <a:r>
              <a:rPr lang="fr-FR" smtClean="0"/>
              <a:t> 2-  NOTRE BONHEUR EST EN TOI DIEU, TON SALUT EST NOTRE JOIE  </a:t>
            </a:r>
          </a:p>
          <a:p>
            <a:r>
              <a:rPr lang="fr-FR" smtClean="0"/>
              <a:t>We find joy in you God We rejoice in our salvation</a:t>
            </a:r>
          </a:p>
          <a:p>
            <a:endParaRPr lang="fr-FR" smtClean="0"/>
          </a:p>
          <a:p>
            <a:r>
              <a:rPr lang="fr-FR" smtClean="0"/>
              <a:t>Pre-refrain:</a:t>
            </a:r>
          </a:p>
          <a:p>
            <a:r>
              <a:rPr lang="fr-FR" smtClean="0"/>
              <a:t>3-  NOUS TE MAGNIFIONS ET NOUS EXALTONS TON SAINT NOM </a:t>
            </a:r>
          </a:p>
          <a:p>
            <a:r>
              <a:rPr lang="fr-FR" smtClean="0"/>
              <a:t>So we magnify, we exalt your name together</a:t>
            </a:r>
          </a:p>
          <a:p>
            <a:r>
              <a:rPr lang="fr-FR" smtClean="0"/>
              <a:t>4-  NOUS GLORIFIERONS ADONAÏ, YAHVEH</a:t>
            </a:r>
          </a:p>
          <a:p>
            <a:r>
              <a:rPr lang="fr-FR" smtClean="0"/>
              <a:t>We will glorify, Adonai, Yahweh</a:t>
            </a:r>
          </a:p>
          <a:p>
            <a:r>
              <a:rPr lang="fr-FR" smtClean="0"/>
              <a:t> 
	Refrain:</a:t>
            </a:r>
          </a:p>
          <a:p>
            <a:r>
              <a:rPr lang="fr-FR" smtClean="0"/>
              <a:t>	5-  TU ES GRAND  QUE TON NOM SOIT ÉLEVÉ   x3</a:t>
            </a:r>
          </a:p>
          <a:p>
            <a:r>
              <a:rPr lang="fr-FR" smtClean="0"/>
              <a:t>	You are great and your name is to be praise 
	6-  TU ES GRAND </a:t>
            </a:r>
          </a:p>
          <a:p>
            <a:r>
              <a:rPr lang="fr-FR" smtClean="0"/>
              <a:t>	You are great </a:t>
            </a:r>
          </a:p>
          <a:p>
            <a:r>
              <a:rPr lang="fr-FR" smtClean="0"/>
              <a:t>
7-  NOUS VENONS DANS CE LIEU POUR GLORIFIER TON NOM </a:t>
            </a:r>
          </a:p>
          <a:p>
            <a:r>
              <a:rPr lang="fr-FR" smtClean="0"/>
              <a:t>We have come to this place to bring glory to your name</a:t>
            </a:r>
          </a:p>
          <a:p>
            <a:r>
              <a:rPr lang="fr-FR" smtClean="0"/>
              <a:t>8-  CAR TOI SEUL TU ES DIEU DIGNE DES PLUS HAUTES LOUANGES  </a:t>
            </a:r>
          </a:p>
          <a:p>
            <a:r>
              <a:rPr lang="fr-FR" smtClean="0"/>
              <a:t>We have come to this place to bring glory to your name</a:t>
            </a:r>
          </a:p>
          <a:p>
            <a:endParaRPr lang="fr-FR" smtClean="0"/>
          </a:p>
          <a:p>
            <a:r>
              <a:rPr lang="fr-FR" smtClean="0"/>
              <a:t>Pre-refrain:</a:t>
            </a:r>
          </a:p>
          <a:p>
            <a:r>
              <a:rPr lang="fr-FR" smtClean="0"/>
              <a:t>9-  NOUS TE MAGNIFIONS ET NOUS EXALTONS TON SAINT NOM </a:t>
            </a:r>
          </a:p>
          <a:p>
            <a:r>
              <a:rPr lang="fr-FR" smtClean="0"/>
              <a:t>So we magnify, we exalt your name together</a:t>
            </a:r>
          </a:p>
          <a:p>
            <a:r>
              <a:rPr lang="fr-FR" smtClean="0"/>
              <a:t>10-  NOUS GLORIFIERONS ADONAÏ, YAHVEH </a:t>
            </a:r>
          </a:p>
          <a:p>
            <a:r>
              <a:rPr lang="fr-FR" smtClean="0"/>
              <a:t>We will glorify, Adonai, Yahweh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Couplet: 1 + Refrain + Pont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11-  SAINT ET SI IMPRESSIONNANT MERVEILLEUX ET PUISSANT   </a:t>
            </a:r>
          </a:p>
          <a:p>
            <a:r>
              <a:rPr lang="fr-FR" smtClean="0"/>
              <a:t>Magnificent and Holy Wonderful and migthy</a:t>
            </a:r>
          </a:p>
          <a:p>
            <a:r>
              <a:rPr lang="fr-FR" smtClean="0"/>
              <a:t>12-  LENT À LA COLÈRE  TA GRÂCE EST SI GRANDE </a:t>
            </a:r>
          </a:p>
          <a:p>
            <a:r>
              <a:rPr lang="fr-FR" smtClean="0"/>
              <a:t>Slow to anger and great in mercy</a:t>
            </a:r>
          </a:p>
          <a:p>
            <a:endParaRPr lang="fr-FR" smtClean="0"/>
          </a:p>
          <a:p>
            <a:r>
              <a:rPr lang="fr-FR" smtClean="0"/>
              <a:t>Pre- Refrain:  x3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METS EN NOUS UN NOUVEAU CHANT NOUS DANSERONS DEVANT TOI</a:t>
            </a:r>
          </a:p>
          <a:p>
            <a:r>
              <a:rPr lang="fr-FR" altLang="fr-FR" smtClean="0"/>
              <a:t>Fill our mouths with a new song May we dance before your throne</a:t>
            </a:r>
          </a:p>
          <a:p>
            <a:r>
              <a:rPr lang="fr-FR" altLang="fr-FR" smtClean="0"/>
              <a:t> 2-  NOTRE BONHEUR EST EN TOI DIEU, TON SALUT EST NOTRE JOIE  </a:t>
            </a:r>
          </a:p>
          <a:p>
            <a:r>
              <a:rPr lang="fr-FR" altLang="fr-FR" smtClean="0"/>
              <a:t>We find joy in you God We rejoice in our salvation</a:t>
            </a:r>
          </a:p>
          <a:p>
            <a:endParaRPr lang="fr-FR" altLang="fr-FR" smtClean="0"/>
          </a:p>
          <a:p>
            <a:r>
              <a:rPr lang="fr-FR" altLang="fr-FR" smtClean="0"/>
              <a:t>Pre-refrain:</a:t>
            </a:r>
          </a:p>
          <a:p>
            <a:r>
              <a:rPr lang="fr-FR" altLang="fr-FR" smtClean="0"/>
              <a:t>3-  NOUS TE MAGNIFIONS ET NOUS EXALTONS TON SAINT NOM </a:t>
            </a:r>
          </a:p>
          <a:p>
            <a:r>
              <a:rPr lang="fr-FR" altLang="fr-FR" smtClean="0"/>
              <a:t>So we magnify, we exalt your name together</a:t>
            </a:r>
          </a:p>
          <a:p>
            <a:r>
              <a:rPr lang="fr-FR" altLang="fr-FR" smtClean="0"/>
              <a:t>4-  NOUS GLORIFIERONS ADONAÏ, YAHVEH</a:t>
            </a:r>
          </a:p>
          <a:p>
            <a:r>
              <a:rPr lang="fr-FR" altLang="fr-FR" smtClean="0"/>
              <a:t>We will glorify, Adonai, Yahweh</a:t>
            </a:r>
          </a:p>
          <a:p>
            <a:r>
              <a:rPr lang="fr-FR" altLang="fr-FR" smtClean="0"/>
              <a:t> 
	Refrain:</a:t>
            </a:r>
          </a:p>
          <a:p>
            <a:r>
              <a:rPr lang="fr-FR" altLang="fr-FR" smtClean="0"/>
              <a:t>	5-  TU ES GRAND  QUE TON NOM SOIT ÉLEVÉ   x3</a:t>
            </a:r>
          </a:p>
          <a:p>
            <a:r>
              <a:rPr lang="fr-FR" altLang="fr-FR" smtClean="0"/>
              <a:t>	You are great and your name is to be praise 
	6-  TU ES GRAND </a:t>
            </a:r>
          </a:p>
          <a:p>
            <a:r>
              <a:rPr lang="fr-FR" altLang="fr-FR" smtClean="0"/>
              <a:t>	You are great </a:t>
            </a:r>
          </a:p>
          <a:p>
            <a:r>
              <a:rPr lang="fr-FR" altLang="fr-FR" smtClean="0"/>
              <a:t>
7-  NOUS VENONS DANS CE LIEU POUR GLORIFIER TON NOM </a:t>
            </a:r>
          </a:p>
          <a:p>
            <a:r>
              <a:rPr lang="fr-FR" altLang="fr-FR" smtClean="0"/>
              <a:t>We have come to this place to bring glory to your name</a:t>
            </a:r>
          </a:p>
          <a:p>
            <a:r>
              <a:rPr lang="fr-FR" altLang="fr-FR" smtClean="0"/>
              <a:t>8-  CAR TOI SEUL TU ES DIEU DIGNE DES PLUS HAUTES LOUANGES  </a:t>
            </a:r>
          </a:p>
          <a:p>
            <a:r>
              <a:rPr lang="fr-FR" altLang="fr-FR" smtClean="0"/>
              <a:t>We have come to this place to bring glory to your name</a:t>
            </a:r>
          </a:p>
          <a:p>
            <a:endParaRPr lang="fr-FR" altLang="fr-FR" smtClean="0"/>
          </a:p>
          <a:p>
            <a:r>
              <a:rPr lang="fr-FR" altLang="fr-FR" smtClean="0"/>
              <a:t>Pre-refrain:</a:t>
            </a:r>
          </a:p>
          <a:p>
            <a:r>
              <a:rPr lang="fr-FR" altLang="fr-FR" smtClean="0"/>
              <a:t>9-  NOUS TE MAGNIFIONS ET NOUS EXALTONS TON SAINT NOM </a:t>
            </a:r>
          </a:p>
          <a:p>
            <a:r>
              <a:rPr lang="fr-FR" altLang="fr-FR" smtClean="0"/>
              <a:t>So we magnify, we exalt your name together</a:t>
            </a:r>
          </a:p>
          <a:p>
            <a:r>
              <a:rPr lang="fr-FR" altLang="fr-FR" smtClean="0"/>
              <a:t>10-  NOUS GLORIFIERONS ADONAÏ, YAHVEH </a:t>
            </a:r>
          </a:p>
          <a:p>
            <a:r>
              <a:rPr lang="fr-FR" altLang="fr-FR" smtClean="0"/>
              <a:t>We will glorify, Adonai, Yahweh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Couplet: 1 + Refrain + Pont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11-  SAINT ET SI IMPRESSIONNANT MERVEILLEUX ET PUISSANT   </a:t>
            </a:r>
          </a:p>
          <a:p>
            <a:r>
              <a:rPr lang="fr-FR" altLang="fr-FR" smtClean="0"/>
              <a:t>Magnificent and Holy Wonderful and migthy</a:t>
            </a:r>
          </a:p>
          <a:p>
            <a:r>
              <a:rPr lang="fr-FR" altLang="fr-FR" smtClean="0"/>
              <a:t>12-  LENT À LA COLÈRE  TA GRÂCE EST SI GRANDE </a:t>
            </a:r>
          </a:p>
          <a:p>
            <a:r>
              <a:rPr lang="fr-FR" altLang="fr-FR" smtClean="0"/>
              <a:t>Slow to anger and great in mercy</a:t>
            </a:r>
          </a:p>
          <a:p>
            <a:endParaRPr lang="fr-FR" altLang="fr-FR" smtClean="0"/>
          </a:p>
          <a:p>
            <a:r>
              <a:rPr lang="fr-FR" altLang="fr-FR" smtClean="0"/>
              <a:t>Pre- Refrain:  x3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METS EN NOUS UN NOUVEAU CHANT NOUS DANSERONS DEVANT TOI</a:t>
            </a:r>
          </a:p>
          <a:p>
            <a:r>
              <a:rPr lang="fr-FR" smtClean="0"/>
              <a:t>Fill our mouths with a new song May we dance before your throne</a:t>
            </a:r>
          </a:p>
          <a:p>
            <a:r>
              <a:rPr lang="fr-FR" smtClean="0"/>
              <a:t> 2-  NOTRE BONHEUR EST EN TOI DIEU, TON SALUT EST NOTRE JOIE  </a:t>
            </a:r>
          </a:p>
          <a:p>
            <a:r>
              <a:rPr lang="fr-FR" smtClean="0"/>
              <a:t>We find joy in you God We rejoice in our salvation</a:t>
            </a:r>
          </a:p>
          <a:p>
            <a:endParaRPr lang="fr-FR" smtClean="0"/>
          </a:p>
          <a:p>
            <a:r>
              <a:rPr lang="fr-FR" smtClean="0"/>
              <a:t>Pre-refrain:</a:t>
            </a:r>
          </a:p>
          <a:p>
            <a:r>
              <a:rPr lang="fr-FR" smtClean="0"/>
              <a:t>3-  NOUS TE MAGNIFIONS ET NOUS EXALTONS TON SAINT NOM </a:t>
            </a:r>
          </a:p>
          <a:p>
            <a:r>
              <a:rPr lang="fr-FR" smtClean="0"/>
              <a:t>So we magnify, we exalt your name together</a:t>
            </a:r>
          </a:p>
          <a:p>
            <a:r>
              <a:rPr lang="fr-FR" smtClean="0"/>
              <a:t>4-  NOUS GLORIFIERONS ADONAÏ, YAHVEH</a:t>
            </a:r>
          </a:p>
          <a:p>
            <a:r>
              <a:rPr lang="fr-FR" smtClean="0"/>
              <a:t>We will glorify, Adonai, Yahweh</a:t>
            </a:r>
          </a:p>
          <a:p>
            <a:r>
              <a:rPr lang="fr-FR" smtClean="0"/>
              <a:t> 
	Refrain:</a:t>
            </a:r>
          </a:p>
          <a:p>
            <a:r>
              <a:rPr lang="fr-FR" smtClean="0"/>
              <a:t>	5-  TU ES GRAND  QUE TON NOM SOIT ÉLEVÉ   x3</a:t>
            </a:r>
          </a:p>
          <a:p>
            <a:r>
              <a:rPr lang="fr-FR" smtClean="0"/>
              <a:t>	You are great and your name is to be praise 
	6-  TU ES GRAND </a:t>
            </a:r>
          </a:p>
          <a:p>
            <a:r>
              <a:rPr lang="fr-FR" smtClean="0"/>
              <a:t>	You are great </a:t>
            </a:r>
          </a:p>
          <a:p>
            <a:r>
              <a:rPr lang="fr-FR" smtClean="0"/>
              <a:t>
7-  NOUS VENONS DANS CE LIEU POUR GLORIFIER TON NOM </a:t>
            </a:r>
          </a:p>
          <a:p>
            <a:r>
              <a:rPr lang="fr-FR" smtClean="0"/>
              <a:t>We have come to this place to bring glory to your name</a:t>
            </a:r>
          </a:p>
          <a:p>
            <a:r>
              <a:rPr lang="fr-FR" smtClean="0"/>
              <a:t>8-  CAR TOI SEUL TU ES DIEU DIGNE DES PLUS HAUTES LOUANGES  </a:t>
            </a:r>
          </a:p>
          <a:p>
            <a:r>
              <a:rPr lang="fr-FR" smtClean="0"/>
              <a:t>We have come to this place to bring glory to your name</a:t>
            </a:r>
          </a:p>
          <a:p>
            <a:endParaRPr lang="fr-FR" smtClean="0"/>
          </a:p>
          <a:p>
            <a:r>
              <a:rPr lang="fr-FR" smtClean="0"/>
              <a:t>Pre-refrain:</a:t>
            </a:r>
          </a:p>
          <a:p>
            <a:r>
              <a:rPr lang="fr-FR" smtClean="0"/>
              <a:t>9-  NOUS TE MAGNIFIONS ET NOUS EXALTONS TON SAINT NOM </a:t>
            </a:r>
          </a:p>
          <a:p>
            <a:r>
              <a:rPr lang="fr-FR" smtClean="0"/>
              <a:t>So we magnify, we exalt your name together</a:t>
            </a:r>
          </a:p>
          <a:p>
            <a:r>
              <a:rPr lang="fr-FR" smtClean="0"/>
              <a:t>10-  NOUS GLORIFIERONS ADONAÏ, YAHVEH </a:t>
            </a:r>
          </a:p>
          <a:p>
            <a:r>
              <a:rPr lang="fr-FR" smtClean="0"/>
              <a:t>We will glorify, Adonai, Yahweh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Couplet: 1 + Refrain + Pont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11-  SAINT ET SI IMPRESSIONNANT MERVEILLEUX ET PUISSANT   </a:t>
            </a:r>
          </a:p>
          <a:p>
            <a:r>
              <a:rPr lang="fr-FR" smtClean="0"/>
              <a:t>Magnificent and Holy Wonderful and migthy</a:t>
            </a:r>
          </a:p>
          <a:p>
            <a:r>
              <a:rPr lang="fr-FR" smtClean="0"/>
              <a:t>12-  LENT À LA COLÈRE  TA GRÂCE EST SI GRANDE </a:t>
            </a:r>
          </a:p>
          <a:p>
            <a:r>
              <a:rPr lang="fr-FR" smtClean="0"/>
              <a:t>Slow to anger and great in mercy</a:t>
            </a:r>
          </a:p>
          <a:p>
            <a:endParaRPr lang="fr-FR" smtClean="0"/>
          </a:p>
          <a:p>
            <a:r>
              <a:rPr lang="fr-FR" smtClean="0"/>
              <a:t>Pre- Refrain:  x3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METS EN NOUS UN NOUVEAU CHANT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DANSERONS DEVANT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NOTRE BONHEUR EST EN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DIEU, TON SALUT EST NOTRE JOIE</a:t>
            </a:r>
          </a:p>
          <a:p>
            <a:pPr algn="ctr">
              <a:lnSpc>
                <a:spcPct val="90000"/>
              </a:lnSpc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TE MAGNIFIONS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NOUS EXALTONS TON SAINT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GLORIFIERONS ADONAÏ, YAHVEH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GRAND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TON NOM SOIT ÉLEVÉ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GRAND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VENONS DANS CE LIEU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GLORIFIER TON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TOI SEUL TU ES DIEU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DIGNE DES PLUS HAUTES LOUANGES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TE MAGNIFIONS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NOUS EXALTONS TON SAINT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GLORIFIERONS ADONAÏ, YAHVEH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SAINT ET SI IMPRESSIONNANT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MERVEILLEUX ET PUISSANT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LENT À LA COLÈRE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GRÂCE EST SI GRANDE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1653</TotalTime>
  <Words>2113</Words>
  <Application>Microsoft Office PowerPoint</Application>
  <PresentationFormat>Affichage à l'écran (4:3)</PresentationFormat>
  <Paragraphs>934</Paragraphs>
  <Slides>12</Slides>
  <Notes>12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186</cp:revision>
  <dcterms:created xsi:type="dcterms:W3CDTF">2002-08-17T10:50:50Z</dcterms:created>
  <dcterms:modified xsi:type="dcterms:W3CDTF">2019-04-28T07:51:04Z</dcterms:modified>
</cp:coreProperties>
</file>