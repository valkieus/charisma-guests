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96" r:id="rId2"/>
    <p:sldId id="303" r:id="rId3"/>
    <p:sldId id="302" r:id="rId4"/>
    <p:sldId id="301" r:id="rId5"/>
    <p:sldId id="300" r:id="rId6"/>
    <p:sldId id="299" r:id="rId7"/>
    <p:sldId id="298" r:id="rId8"/>
    <p:sldId id="297" r:id="rId9"/>
    <p:sldId id="304" r:id="rId10"/>
    <p:sldId id="305" r:id="rId11"/>
    <p:sldId id="306" r:id="rId12"/>
    <p:sldId id="307" r:id="rId13"/>
    <p:sldId id="308" r:id="rId14"/>
    <p:sldId id="309" r:id="rId15"/>
    <p:sldId id="310" r:id="rId1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579" autoAdjust="0"/>
    <p:restoredTop sz="34783" autoAdjust="0"/>
  </p:normalViewPr>
  <p:slideViewPr>
    <p:cSldViewPr>
      <p:cViewPr varScale="1">
        <p:scale>
          <a:sx n="29" d="100"/>
          <a:sy n="29" d="100"/>
        </p:scale>
        <p:origin x="-282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216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28/04/2019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6065532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JE VEUX PLUS DE TOI BEAUCOUP PLUS QU’HIER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more, more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yesterday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2-  JE VEUX PLUS DE TOI PLUS QUE J’EN AI L’AIR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more, more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words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3-  JE VEUX PLUS DE TOI BEAUCOUP PLUS QU’AVANT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more,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4-  J’AI BESOIN DE TOI, BIEN PLUS DE TOI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Lord,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Lord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PLUS QUE L’AIR QUE J’INSPIRE PLUS QUE MES CHANTS, SEIGNEUR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air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breath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PLUS QUE MON CŒUR QUI BAT RIEN N'EST PLUS QUE TOI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heartbeat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anything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JE VEUX ÊTRE À TES CÔTÉS POUR L'ÉTERNITÉ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Lord as time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side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CAR JE NE VEUX PLUS RETOURNER À MON PASSÉ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Cause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never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want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go back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life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ICI DANS TA PRÉSENCE C’EST LÀ MA VRAIE PLACE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presence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belong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CE VIEUX CŒUR BRISÉ A TROUVÉ SA PLACE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broken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home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ET JE NE SERAI PLUS SEUL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i’ll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never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alone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Pont2: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JE TE DONNE MES PLUS HAUTES LOUANGES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highest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JESUS    x4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Jésus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PLUS QUE L'AIR QUE J'INSPIRE PLUS QUE CETTE MÉLODIE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air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breathe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PLUS QUE TOUT ICI JE VEUX PLUS DE TOI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anything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more  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VEUX PLUS DE TOI BEAUCOUP PLUS QU’HIER </a:t>
            </a:r>
          </a:p>
          <a:p>
            <a:r>
              <a:rPr lang="fr-FR" smtClean="0"/>
              <a:t>I need you more, more than yesterday
2-  JE VEUX PLUS DE TOI PLUS QUE J’EN AI L’AIR </a:t>
            </a:r>
          </a:p>
          <a:p>
            <a:r>
              <a:rPr lang="fr-FR" smtClean="0"/>
              <a:t>I need you more, more than words can say
3-  JE VEUX PLUS DE TOI BEAUCOUP PLUS QU’AVANT </a:t>
            </a:r>
          </a:p>
          <a:p>
            <a:r>
              <a:rPr lang="fr-FR" smtClean="0"/>
              <a:t>I need you more, than ever before</a:t>
            </a:r>
          </a:p>
          <a:p>
            <a:r>
              <a:rPr lang="fr-FR" smtClean="0"/>
              <a:t>4-  J’AI BESOIN DE TOI, BIEN PLUS DE TOI</a:t>
            </a:r>
          </a:p>
          <a:p>
            <a:r>
              <a:rPr lang="fr-FR" smtClean="0"/>
              <a:t>I need you Lord, I need you Lord                                   x2</a:t>
            </a:r>
          </a:p>
          <a:p>
            <a:r>
              <a:rPr lang="fr-FR" smtClean="0"/>
              <a:t>
	5-  PLUS QUE L’AIR QUE J’INSPIRE PLUS QUE MES CHANTS, SEIGNEUR </a:t>
            </a:r>
          </a:p>
          <a:p>
            <a:r>
              <a:rPr lang="fr-FR" smtClean="0"/>
              <a:t>	More than the air I breath More than the song I sing</a:t>
            </a:r>
            <a:br>
              <a:rPr lang="fr-FR" smtClean="0"/>
            </a:br>
            <a:r>
              <a:rPr lang="fr-FR" smtClean="0"/>
              <a:t>	6-  PLUS QUE MON CŒUR QUI BAT RIEN N'EST PLUS QUE TOI</a:t>
            </a:r>
          </a:p>
          <a:p>
            <a:r>
              <a:rPr lang="fr-FR" smtClean="0"/>
              <a:t>	More than the next heartbeat More than anything </a:t>
            </a:r>
          </a:p>
          <a:p>
            <a:r>
              <a:rPr lang="fr-FR" smtClean="0"/>
              <a:t>	7-  JE VEUX ÊTRE À TES CÔTÉS POUR L'ÉTERNITÉ</a:t>
            </a:r>
          </a:p>
          <a:p>
            <a:r>
              <a:rPr lang="fr-FR" smtClean="0"/>
              <a:t>	and Lord as time goes by I'll be by your side</a:t>
            </a:r>
          </a:p>
          <a:p>
            <a:r>
              <a:rPr lang="fr-FR" smtClean="0"/>
              <a:t>	8-  CAR JE NE VEUX PLUS RETOURNER À MON PASSÉ</a:t>
            </a:r>
          </a:p>
          <a:p>
            <a:r>
              <a:rPr lang="fr-FR" smtClean="0"/>
              <a:t>	Cause I never want to go back to my old life</a:t>
            </a:r>
          </a:p>
          <a:p>
            <a:endParaRPr lang="fr-FR" smtClean="0"/>
          </a:p>
          <a:p>
            <a:r>
              <a:rPr lang="fr-FR" smtClean="0"/>
              <a:t>Couplet 1 et 2</a:t>
            </a:r>
          </a:p>
          <a:p>
            <a:endParaRPr lang="fr-FR" smtClean="0"/>
          </a:p>
          <a:p>
            <a:r>
              <a:rPr lang="fr-FR" smtClean="0"/>
              <a:t>Pont1:</a:t>
            </a:r>
          </a:p>
          <a:p>
            <a:r>
              <a:rPr lang="fr-FR" smtClean="0"/>
              <a:t>9- ICI DANS TA PRÉSENCE C’EST LÀ MA VRAIE PLACE </a:t>
            </a:r>
          </a:p>
          <a:p>
            <a:r>
              <a:rPr lang="fr-FR" smtClean="0"/>
              <a:t>Right here in your presence is where i belong </a:t>
            </a:r>
          </a:p>
          <a:p>
            <a:r>
              <a:rPr lang="fr-FR" smtClean="0"/>
              <a:t>10- CE VIEUX CŒUR BRISÉ A TROUVÉ SA PLACE </a:t>
            </a:r>
          </a:p>
          <a:p>
            <a:r>
              <a:rPr lang="fr-FR" smtClean="0"/>
              <a:t>This old broken heart has finally found a home </a:t>
            </a:r>
          </a:p>
          <a:p>
            <a:r>
              <a:rPr lang="fr-FR" smtClean="0"/>
              <a:t>11- ET JE NE SERAI PLUS SEUL</a:t>
            </a:r>
          </a:p>
          <a:p>
            <a:r>
              <a:rPr lang="fr-FR" smtClean="0"/>
              <a:t>And i’ll never be alone </a:t>
            </a:r>
          </a:p>
          <a:p>
            <a:endParaRPr lang="fr-FR" smtClean="0"/>
          </a:p>
          <a:p>
            <a:r>
              <a:rPr lang="fr-FR" smtClean="0"/>
              <a:t>Pont2: </a:t>
            </a:r>
          </a:p>
          <a:p>
            <a:r>
              <a:rPr lang="fr-FR" smtClean="0"/>
              <a:t>12- JE TE DONNE MES PLUS HAUTES LOUANGES</a:t>
            </a:r>
          </a:p>
          <a:p>
            <a:r>
              <a:rPr lang="fr-FR" smtClean="0"/>
              <a:t>We give You the highest praise    X3</a:t>
            </a:r>
          </a:p>
          <a:p>
            <a:r>
              <a:rPr lang="fr-FR" smtClean="0"/>
              <a:t>13- JESUS</a:t>
            </a:r>
          </a:p>
          <a:p>
            <a:r>
              <a:rPr lang="fr-FR" smtClean="0"/>
              <a:t>Jésus    x4</a:t>
            </a:r>
          </a:p>
          <a:p>
            <a:r>
              <a:rPr lang="fr-FR" smtClean="0"/>
              <a:t>14- PLUS QUE L'AIR QUE J'INSPIRE PLUS QUE CETTE MÉLODIE</a:t>
            </a:r>
          </a:p>
          <a:p>
            <a:r>
              <a:rPr lang="fr-FR" smtClean="0"/>
              <a:t>More than the air I breathe More than the song I sing</a:t>
            </a:r>
          </a:p>
          <a:p>
            <a:r>
              <a:rPr lang="fr-FR" smtClean="0"/>
              <a:t>15- PLUS QUE TOUT ICI JE VEUX PLUS DE TOI</a:t>
            </a:r>
          </a:p>
          <a:p>
            <a:r>
              <a:rPr lang="fr-FR" smtClean="0"/>
              <a:t>More than anything I need You more      x4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VEUX PLUS DE TOI BEAUCOUP PLUS QU’HIER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yesterday
2-  JE VEUX PLUS DE TOI PLUS QUE J’EN AI L’AIR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words can say
3-  JE VEUX PLUS DE TOI BEAUCOUP PLUS QU’AVANT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than 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J’AI BESOIN DE TOI, BIEN PLUS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Lord, I need you Lord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5-  PLUS QUE L’AIR QUE J’INSPIRE PLUS QUE MES CHANTS,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More than the air I breath More than the song I sing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PLUS QUE MON CŒUR QUI BAT RIEN N'EST PLUS QUE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More than the next heartbeat More than anything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JE VEUX ÊTRE À TES CÔTÉS POUR L'ÉTERNITÉ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Lord as time goes by I'll be by your side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8-  CAR JE NE VEUX PLUS RETOURNER À MON PASSÉ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Cause I never want to go back to my old life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et 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ICI DANS TA PRÉSENCE C’EST LÀ MA VRAIE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 here in your presence is where i belong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CE VIEUX CŒUR BRISÉ A TROUVÉ SA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old broken heart has finally found a home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ET JE NE SERAI PLUS SEUL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i’ll never be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Pont2: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JE TE DONNE MES PLUS HAUTES LOUANGES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give You the highest praise   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JESUS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Jésus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PLUS QUE L'AIR QUE J'INSPIRE PLUS QUE CETTE MÉLODIE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the air I breathe More than the song I sing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PLUS QUE TOUT ICI JE VEUX PLUS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anything I need You more      x4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VEUX PLUS DE TOI BEAUCOUP PLUS QU’HIER </a:t>
            </a:r>
          </a:p>
          <a:p>
            <a:r>
              <a:rPr lang="fr-FR" smtClean="0"/>
              <a:t>I need you more, more than yesterday
2-  JE VEUX PLUS DE TOI PLUS QUE J’EN AI L’AIR </a:t>
            </a:r>
          </a:p>
          <a:p>
            <a:r>
              <a:rPr lang="fr-FR" smtClean="0"/>
              <a:t>I need you more, more than words can say
3-  JE VEUX PLUS DE TOI BEAUCOUP PLUS QU’AVANT </a:t>
            </a:r>
          </a:p>
          <a:p>
            <a:r>
              <a:rPr lang="fr-FR" smtClean="0"/>
              <a:t>I need you more, than ever before</a:t>
            </a:r>
          </a:p>
          <a:p>
            <a:r>
              <a:rPr lang="fr-FR" smtClean="0"/>
              <a:t>4-  J’AI BESOIN DE TOI, BIEN PLUS DE TOI</a:t>
            </a:r>
          </a:p>
          <a:p>
            <a:r>
              <a:rPr lang="fr-FR" smtClean="0"/>
              <a:t>I need you Lord, I need you Lord                                   x2</a:t>
            </a:r>
          </a:p>
          <a:p>
            <a:r>
              <a:rPr lang="fr-FR" smtClean="0"/>
              <a:t>
	5-  PLUS QUE L’AIR QUE J’INSPIRE PLUS QUE MES CHANTS, SEIGNEUR </a:t>
            </a:r>
          </a:p>
          <a:p>
            <a:r>
              <a:rPr lang="fr-FR" smtClean="0"/>
              <a:t>	More than the air I breath More than the song I sing</a:t>
            </a:r>
            <a:br>
              <a:rPr lang="fr-FR" smtClean="0"/>
            </a:br>
            <a:r>
              <a:rPr lang="fr-FR" smtClean="0"/>
              <a:t>	6-  PLUS QUE MON CŒUR QUI BAT RIEN N'EST PLUS QUE TOI</a:t>
            </a:r>
          </a:p>
          <a:p>
            <a:r>
              <a:rPr lang="fr-FR" smtClean="0"/>
              <a:t>	More than the next heartbeat More than anything </a:t>
            </a:r>
          </a:p>
          <a:p>
            <a:r>
              <a:rPr lang="fr-FR" smtClean="0"/>
              <a:t>	7-  JE VEUX ÊTRE À TES CÔTÉS POUR L'ÉTERNITÉ</a:t>
            </a:r>
          </a:p>
          <a:p>
            <a:r>
              <a:rPr lang="fr-FR" smtClean="0"/>
              <a:t>	and Lord as time goes by I'll be by your side</a:t>
            </a:r>
          </a:p>
          <a:p>
            <a:r>
              <a:rPr lang="fr-FR" smtClean="0"/>
              <a:t>	8-  CAR JE NE VEUX PLUS RETOURNER À MON PASSÉ</a:t>
            </a:r>
          </a:p>
          <a:p>
            <a:r>
              <a:rPr lang="fr-FR" smtClean="0"/>
              <a:t>	Cause I never want to go back to my old life</a:t>
            </a:r>
          </a:p>
          <a:p>
            <a:endParaRPr lang="fr-FR" smtClean="0"/>
          </a:p>
          <a:p>
            <a:r>
              <a:rPr lang="fr-FR" smtClean="0"/>
              <a:t>Couplet 1 et 2</a:t>
            </a:r>
          </a:p>
          <a:p>
            <a:endParaRPr lang="fr-FR" smtClean="0"/>
          </a:p>
          <a:p>
            <a:r>
              <a:rPr lang="fr-FR" smtClean="0"/>
              <a:t>Pont1:</a:t>
            </a:r>
          </a:p>
          <a:p>
            <a:r>
              <a:rPr lang="fr-FR" smtClean="0"/>
              <a:t>9- ICI DANS TA PRÉSENCE C’EST LÀ MA VRAIE PLACE </a:t>
            </a:r>
          </a:p>
          <a:p>
            <a:r>
              <a:rPr lang="fr-FR" smtClean="0"/>
              <a:t>Right here in your presence is where i belong </a:t>
            </a:r>
          </a:p>
          <a:p>
            <a:r>
              <a:rPr lang="fr-FR" smtClean="0"/>
              <a:t>10- CE VIEUX CŒUR BRISÉ A TROUVÉ SA PLACE </a:t>
            </a:r>
          </a:p>
          <a:p>
            <a:r>
              <a:rPr lang="fr-FR" smtClean="0"/>
              <a:t>This old broken heart has finally found a home </a:t>
            </a:r>
          </a:p>
          <a:p>
            <a:r>
              <a:rPr lang="fr-FR" smtClean="0"/>
              <a:t>11- ET JE NE SERAI PLUS SEUL</a:t>
            </a:r>
          </a:p>
          <a:p>
            <a:r>
              <a:rPr lang="fr-FR" smtClean="0"/>
              <a:t>And i’ll never be alone </a:t>
            </a:r>
          </a:p>
          <a:p>
            <a:endParaRPr lang="fr-FR" smtClean="0"/>
          </a:p>
          <a:p>
            <a:r>
              <a:rPr lang="fr-FR" smtClean="0"/>
              <a:t>Pont2: </a:t>
            </a:r>
          </a:p>
          <a:p>
            <a:r>
              <a:rPr lang="fr-FR" smtClean="0"/>
              <a:t>12- JE TE DONNE MES PLUS HAUTES LOUANGES</a:t>
            </a:r>
          </a:p>
          <a:p>
            <a:r>
              <a:rPr lang="fr-FR" smtClean="0"/>
              <a:t>We give You the highest praise    X3</a:t>
            </a:r>
          </a:p>
          <a:p>
            <a:r>
              <a:rPr lang="fr-FR" smtClean="0"/>
              <a:t>13- JESUS</a:t>
            </a:r>
          </a:p>
          <a:p>
            <a:r>
              <a:rPr lang="fr-FR" smtClean="0"/>
              <a:t>Jésus    x4</a:t>
            </a:r>
          </a:p>
          <a:p>
            <a:r>
              <a:rPr lang="fr-FR" smtClean="0"/>
              <a:t>14- PLUS QUE L'AIR QUE J'INSPIRE PLUS QUE CETTE MÉLODIE</a:t>
            </a:r>
          </a:p>
          <a:p>
            <a:r>
              <a:rPr lang="fr-FR" smtClean="0"/>
              <a:t>More than the air I breathe More than the song I sing</a:t>
            </a:r>
          </a:p>
          <a:p>
            <a:r>
              <a:rPr lang="fr-FR" smtClean="0"/>
              <a:t>15- PLUS QUE TOUT ICI JE VEUX PLUS DE TOI</a:t>
            </a:r>
          </a:p>
          <a:p>
            <a:r>
              <a:rPr lang="fr-FR" smtClean="0"/>
              <a:t>More than anything I need You more      x4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38016218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VEUX PLUS DE TOI BEAUCOUP PLUS QU’HIER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yesterday
2-  JE VEUX PLUS DE TOI PLUS QUE J’EN AI L’AIR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words can say
3-  JE VEUX PLUS DE TOI BEAUCOUP PLUS QU’AVANT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than 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J’AI BESOIN DE TOI, BIEN PLUS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Lord, I need you Lord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5-  PLUS QUE L’AIR QUE J’INSPIRE PLUS QUE MES CHANTS,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More than the air I breath More than the song I sing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PLUS QUE MON CŒUR QUI BAT RIEN N'EST PLUS QUE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More than the next heartbeat More than anything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JE VEUX ÊTRE À TES CÔTÉS POUR L'ÉTERNITÉ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Lord as time goes by I'll be by your side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8-  CAR JE NE VEUX PLUS RETOURNER À MON PASSÉ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Cause I never want to go back to my old life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et 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ICI DANS TA PRÉSENCE C’EST LÀ MA VRAIE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 here in your presence is where i belong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CE VIEUX CŒUR BRISÉ A TROUVÉ SA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old broken heart has finally found a home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ET JE NE SERAI PLUS SEUL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i’ll never be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Pont2: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JE TE DONNE MES PLUS HAUTES LOUANGES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give You the highest praise   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JESUS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Jésus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PLUS QUE L'AIR QUE J'INSPIRE PLUS QUE CETTE MÉLODIE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the air I breathe More than the song I sing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PLUS QUE TOUT ICI JE VEUX PLUS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anything I need You more      x4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VEUX PLUS DE TOI BEAUCOUP PLUS QU’HIER </a:t>
            </a:r>
          </a:p>
          <a:p>
            <a:r>
              <a:rPr lang="fr-FR" smtClean="0"/>
              <a:t>I need you more, more than yesterday
2-  JE VEUX PLUS DE TOI PLUS QUE J’EN AI L’AIR </a:t>
            </a:r>
          </a:p>
          <a:p>
            <a:r>
              <a:rPr lang="fr-FR" smtClean="0"/>
              <a:t>I need you more, more than words can say
3-  JE VEUX PLUS DE TOI BEAUCOUP PLUS QU’AVANT </a:t>
            </a:r>
          </a:p>
          <a:p>
            <a:r>
              <a:rPr lang="fr-FR" smtClean="0"/>
              <a:t>I need you more, than ever before</a:t>
            </a:r>
          </a:p>
          <a:p>
            <a:r>
              <a:rPr lang="fr-FR" smtClean="0"/>
              <a:t>4-  J’AI BESOIN DE TOI, BIEN PLUS DE TOI</a:t>
            </a:r>
          </a:p>
          <a:p>
            <a:r>
              <a:rPr lang="fr-FR" smtClean="0"/>
              <a:t>I need you Lord, I need you Lord                                   x2</a:t>
            </a:r>
          </a:p>
          <a:p>
            <a:r>
              <a:rPr lang="fr-FR" smtClean="0"/>
              <a:t>
	5-  PLUS QUE L’AIR QUE J’INSPIRE PLUS QUE MES CHANTS, SEIGNEUR </a:t>
            </a:r>
          </a:p>
          <a:p>
            <a:r>
              <a:rPr lang="fr-FR" smtClean="0"/>
              <a:t>	More than the air I breath More than the song I sing</a:t>
            </a:r>
            <a:br>
              <a:rPr lang="fr-FR" smtClean="0"/>
            </a:br>
            <a:r>
              <a:rPr lang="fr-FR" smtClean="0"/>
              <a:t>	6-  PLUS QUE MON CŒUR QUI BAT RIEN N'EST PLUS QUE TOI</a:t>
            </a:r>
          </a:p>
          <a:p>
            <a:r>
              <a:rPr lang="fr-FR" smtClean="0"/>
              <a:t>	More than the next heartbeat More than anything </a:t>
            </a:r>
          </a:p>
          <a:p>
            <a:r>
              <a:rPr lang="fr-FR" smtClean="0"/>
              <a:t>	7-  JE VEUX ÊTRE À TES CÔTÉS POUR L'ÉTERNITÉ</a:t>
            </a:r>
          </a:p>
          <a:p>
            <a:r>
              <a:rPr lang="fr-FR" smtClean="0"/>
              <a:t>	and Lord as time goes by I'll be by your side</a:t>
            </a:r>
          </a:p>
          <a:p>
            <a:r>
              <a:rPr lang="fr-FR" smtClean="0"/>
              <a:t>	8-  CAR JE NE VEUX PLUS RETOURNER À MON PASSÉ</a:t>
            </a:r>
          </a:p>
          <a:p>
            <a:r>
              <a:rPr lang="fr-FR" smtClean="0"/>
              <a:t>	Cause I never want to go back to my old life</a:t>
            </a:r>
          </a:p>
          <a:p>
            <a:endParaRPr lang="fr-FR" smtClean="0"/>
          </a:p>
          <a:p>
            <a:r>
              <a:rPr lang="fr-FR" smtClean="0"/>
              <a:t>Couplet 1 et 2</a:t>
            </a:r>
          </a:p>
          <a:p>
            <a:endParaRPr lang="fr-FR" smtClean="0"/>
          </a:p>
          <a:p>
            <a:r>
              <a:rPr lang="fr-FR" smtClean="0"/>
              <a:t>Pont1:</a:t>
            </a:r>
          </a:p>
          <a:p>
            <a:r>
              <a:rPr lang="fr-FR" smtClean="0"/>
              <a:t>9- ICI DANS TA PRÉSENCE C’EST LÀ MA VRAIE PLACE </a:t>
            </a:r>
          </a:p>
          <a:p>
            <a:r>
              <a:rPr lang="fr-FR" smtClean="0"/>
              <a:t>Right here in your presence is where i belong </a:t>
            </a:r>
          </a:p>
          <a:p>
            <a:r>
              <a:rPr lang="fr-FR" smtClean="0"/>
              <a:t>10- CE VIEUX CŒUR BRISÉ A TROUVÉ SA PLACE </a:t>
            </a:r>
          </a:p>
          <a:p>
            <a:r>
              <a:rPr lang="fr-FR" smtClean="0"/>
              <a:t>This old broken heart has finally found a home </a:t>
            </a:r>
          </a:p>
          <a:p>
            <a:r>
              <a:rPr lang="fr-FR" smtClean="0"/>
              <a:t>11- ET JE NE SERAI PLUS SEUL</a:t>
            </a:r>
          </a:p>
          <a:p>
            <a:r>
              <a:rPr lang="fr-FR" smtClean="0"/>
              <a:t>And i’ll never be alone </a:t>
            </a:r>
          </a:p>
          <a:p>
            <a:endParaRPr lang="fr-FR" smtClean="0"/>
          </a:p>
          <a:p>
            <a:r>
              <a:rPr lang="fr-FR" smtClean="0"/>
              <a:t>Pont2: </a:t>
            </a:r>
          </a:p>
          <a:p>
            <a:r>
              <a:rPr lang="fr-FR" smtClean="0"/>
              <a:t>12- JE TE DONNE MES PLUS HAUTES LOUANGES</a:t>
            </a:r>
          </a:p>
          <a:p>
            <a:r>
              <a:rPr lang="fr-FR" smtClean="0"/>
              <a:t>We give You the highest praise    X3</a:t>
            </a:r>
          </a:p>
          <a:p>
            <a:r>
              <a:rPr lang="fr-FR" smtClean="0"/>
              <a:t>13- JESUS</a:t>
            </a:r>
          </a:p>
          <a:p>
            <a:r>
              <a:rPr lang="fr-FR" smtClean="0"/>
              <a:t>Jésus    x4</a:t>
            </a:r>
          </a:p>
          <a:p>
            <a:r>
              <a:rPr lang="fr-FR" smtClean="0"/>
              <a:t>14- PLUS QUE L'AIR QUE J'INSPIRE PLUS QUE CETTE MÉLODIE</a:t>
            </a:r>
          </a:p>
          <a:p>
            <a:r>
              <a:rPr lang="fr-FR" smtClean="0"/>
              <a:t>More than the air I breathe More than the song I sing</a:t>
            </a:r>
          </a:p>
          <a:p>
            <a:r>
              <a:rPr lang="fr-FR" smtClean="0"/>
              <a:t>15- PLUS QUE TOUT ICI JE VEUX PLUS DE TOI</a:t>
            </a:r>
          </a:p>
          <a:p>
            <a:r>
              <a:rPr lang="fr-FR" smtClean="0"/>
              <a:t>More than anything I need You more      x4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28855332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VEUX PLUS DE TOI BEAUCOUP PLUS QU’HIER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yesterday
2-  JE VEUX PLUS DE TOI PLUS QUE J’EN AI L’AIR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words can say
3-  JE VEUX PLUS DE TOI BEAUCOUP PLUS QU’AVANT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than 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J’AI BESOIN DE TOI, BIEN PLUS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Lord, I need you Lord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5-  PLUS QUE L’AIR QUE J’INSPIRE PLUS QUE MES CHANTS,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More than the air I breath More than the song I sing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PLUS QUE MON CŒUR QUI BAT RIEN N'EST PLUS QUE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More than the next heartbeat More than anything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JE VEUX ÊTRE À TES CÔTÉS POUR L'ÉTERNITÉ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Lord as time goes by I'll be by your side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8-  CAR JE NE VEUX PLUS RETOURNER À MON PASSÉ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Cause I never want to go back to my old life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et 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ICI DANS TA PRÉSENCE C’EST LÀ MA VRAIE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 here in your presence is where i belong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CE VIEUX CŒUR BRISÉ A TROUVÉ SA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old broken heart has finally found a home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ET JE NE SERAI PLUS SEUL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i’ll never be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Pont2: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JE TE DONNE MES PLUS HAUTES LOUANGES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give You the highest praise   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JESUS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Jésus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PLUS QUE L'AIR QUE J'INSPIRE PLUS QUE CETTE MÉLODIE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the air I breathe More than the song I sing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PLUS QUE TOUT ICI JE VEUX PLUS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anything I need You more      x4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VEUX PLUS DE TOI BEAUCOUP PLUS QU’HIER </a:t>
            </a:r>
          </a:p>
          <a:p>
            <a:r>
              <a:rPr lang="fr-FR" smtClean="0"/>
              <a:t>I need you more, more than yesterday
2-  JE VEUX PLUS DE TOI PLUS QUE J’EN AI L’AIR </a:t>
            </a:r>
          </a:p>
          <a:p>
            <a:r>
              <a:rPr lang="fr-FR" smtClean="0"/>
              <a:t>I need you more, more than words can say
3-  JE VEUX PLUS DE TOI BEAUCOUP PLUS QU’AVANT </a:t>
            </a:r>
          </a:p>
          <a:p>
            <a:r>
              <a:rPr lang="fr-FR" smtClean="0"/>
              <a:t>I need you more, than ever before</a:t>
            </a:r>
          </a:p>
          <a:p>
            <a:r>
              <a:rPr lang="fr-FR" smtClean="0"/>
              <a:t>4-  J’AI BESOIN DE TOI, BIEN PLUS DE TOI</a:t>
            </a:r>
          </a:p>
          <a:p>
            <a:r>
              <a:rPr lang="fr-FR" smtClean="0"/>
              <a:t>I need you Lord, I need you Lord                                   x2</a:t>
            </a:r>
          </a:p>
          <a:p>
            <a:r>
              <a:rPr lang="fr-FR" smtClean="0"/>
              <a:t>
	5-  PLUS QUE L’AIR QUE J’INSPIRE PLUS QUE MES CHANTS, SEIGNEUR </a:t>
            </a:r>
          </a:p>
          <a:p>
            <a:r>
              <a:rPr lang="fr-FR" smtClean="0"/>
              <a:t>	More than the air I breath More than the song I sing</a:t>
            </a:r>
            <a:br>
              <a:rPr lang="fr-FR" smtClean="0"/>
            </a:br>
            <a:r>
              <a:rPr lang="fr-FR" smtClean="0"/>
              <a:t>	6-  PLUS QUE MON CŒUR QUI BAT RIEN N'EST PLUS QUE TOI</a:t>
            </a:r>
          </a:p>
          <a:p>
            <a:r>
              <a:rPr lang="fr-FR" smtClean="0"/>
              <a:t>	More than the next heartbeat More than anything </a:t>
            </a:r>
          </a:p>
          <a:p>
            <a:r>
              <a:rPr lang="fr-FR" smtClean="0"/>
              <a:t>	7-  JE VEUX ÊTRE À TES CÔTÉS POUR L'ÉTERNITÉ</a:t>
            </a:r>
          </a:p>
          <a:p>
            <a:r>
              <a:rPr lang="fr-FR" smtClean="0"/>
              <a:t>	and Lord as time goes by I'll be by your side</a:t>
            </a:r>
          </a:p>
          <a:p>
            <a:r>
              <a:rPr lang="fr-FR" smtClean="0"/>
              <a:t>	8-  CAR JE NE VEUX PLUS RETOURNER À MON PASSÉ</a:t>
            </a:r>
          </a:p>
          <a:p>
            <a:r>
              <a:rPr lang="fr-FR" smtClean="0"/>
              <a:t>	Cause I never want to go back to my old life</a:t>
            </a:r>
          </a:p>
          <a:p>
            <a:endParaRPr lang="fr-FR" smtClean="0"/>
          </a:p>
          <a:p>
            <a:r>
              <a:rPr lang="fr-FR" smtClean="0"/>
              <a:t>Couplet 1 et 2</a:t>
            </a:r>
          </a:p>
          <a:p>
            <a:endParaRPr lang="fr-FR" smtClean="0"/>
          </a:p>
          <a:p>
            <a:r>
              <a:rPr lang="fr-FR" smtClean="0"/>
              <a:t>Pont1:</a:t>
            </a:r>
          </a:p>
          <a:p>
            <a:r>
              <a:rPr lang="fr-FR" smtClean="0"/>
              <a:t>9- ICI DANS TA PRÉSENCE C’EST LÀ MA VRAIE PLACE </a:t>
            </a:r>
          </a:p>
          <a:p>
            <a:r>
              <a:rPr lang="fr-FR" smtClean="0"/>
              <a:t>Right here in your presence is where i belong </a:t>
            </a:r>
          </a:p>
          <a:p>
            <a:r>
              <a:rPr lang="fr-FR" smtClean="0"/>
              <a:t>10- CE VIEUX CŒUR BRISÉ A TROUVÉ SA PLACE </a:t>
            </a:r>
          </a:p>
          <a:p>
            <a:r>
              <a:rPr lang="fr-FR" smtClean="0"/>
              <a:t>This old broken heart has finally found a home </a:t>
            </a:r>
          </a:p>
          <a:p>
            <a:r>
              <a:rPr lang="fr-FR" smtClean="0"/>
              <a:t>11- ET JE NE SERAI PLUS SEUL</a:t>
            </a:r>
          </a:p>
          <a:p>
            <a:r>
              <a:rPr lang="fr-FR" smtClean="0"/>
              <a:t>And i’ll never be alone </a:t>
            </a:r>
          </a:p>
          <a:p>
            <a:endParaRPr lang="fr-FR" smtClean="0"/>
          </a:p>
          <a:p>
            <a:r>
              <a:rPr lang="fr-FR" smtClean="0"/>
              <a:t>Pont2: </a:t>
            </a:r>
          </a:p>
          <a:p>
            <a:r>
              <a:rPr lang="fr-FR" smtClean="0"/>
              <a:t>12- JE TE DONNE MES PLUS HAUTES LOUANGES</a:t>
            </a:r>
          </a:p>
          <a:p>
            <a:r>
              <a:rPr lang="fr-FR" smtClean="0"/>
              <a:t>We give You the highest praise    X3</a:t>
            </a:r>
          </a:p>
          <a:p>
            <a:r>
              <a:rPr lang="fr-FR" smtClean="0"/>
              <a:t>13- JESUS</a:t>
            </a:r>
          </a:p>
          <a:p>
            <a:r>
              <a:rPr lang="fr-FR" smtClean="0"/>
              <a:t>Jésus    x4</a:t>
            </a:r>
          </a:p>
          <a:p>
            <a:r>
              <a:rPr lang="fr-FR" smtClean="0"/>
              <a:t>14- PLUS QUE L'AIR QUE J'INSPIRE PLUS QUE CETTE MÉLODIE</a:t>
            </a:r>
          </a:p>
          <a:p>
            <a:r>
              <a:rPr lang="fr-FR" smtClean="0"/>
              <a:t>More than the air I breathe More than the song I sing</a:t>
            </a:r>
          </a:p>
          <a:p>
            <a:r>
              <a:rPr lang="fr-FR" smtClean="0"/>
              <a:t>15- PLUS QUE TOUT ICI JE VEUX PLUS DE TOI</a:t>
            </a:r>
          </a:p>
          <a:p>
            <a:r>
              <a:rPr lang="fr-FR" smtClean="0"/>
              <a:t>More than anything I need You more      x4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17396725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VEUX PLUS DE TOI BEAUCOUP PLUS QU’HIER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yesterday
2-  JE VEUX PLUS DE TOI PLUS QUE J’EN AI L’AIR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words can say
3-  JE VEUX PLUS DE TOI BEAUCOUP PLUS QU’AVANT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than 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J’AI BESOIN DE TOI, BIEN PLUS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Lord, I need you Lord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5-  PLUS QUE L’AIR QUE J’INSPIRE PLUS QUE MES CHANTS,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More than the air I breath More than the song I sing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PLUS QUE MON CŒUR QUI BAT RIEN N'EST PLUS QUE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More than the next heartbeat More than anything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JE VEUX ÊTRE À TES CÔTÉS POUR L'ÉTERNITÉ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Lord as time goes by I'll be by your side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8-  CAR JE NE VEUX PLUS RETOURNER À MON PASSÉ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Cause I never want to go back to my old life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et 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ICI DANS TA PRÉSENCE C’EST LÀ MA VRAIE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 here in your presence is where i belong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CE VIEUX CŒUR BRISÉ A TROUVÉ SA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old broken heart has finally found a home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ET JE NE SERAI PLUS SEUL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i’ll never be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Pont2: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JE TE DONNE MES PLUS HAUTES LOUANGES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give You the highest praise   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JESUS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Jésus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PLUS QUE L'AIR QUE J'INSPIRE PLUS QUE CETTE MÉLODIE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the air I breathe More than the song I sing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PLUS QUE TOUT ICI JE VEUX PLUS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anything I need You more      x4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VEUX PLUS DE TOI BEAUCOUP PLUS QU’HIER </a:t>
            </a:r>
          </a:p>
          <a:p>
            <a:r>
              <a:rPr lang="fr-FR" smtClean="0"/>
              <a:t>I need you more, more than yesterday
2-  JE VEUX PLUS DE TOI PLUS QUE J’EN AI L’AIR </a:t>
            </a:r>
          </a:p>
          <a:p>
            <a:r>
              <a:rPr lang="fr-FR" smtClean="0"/>
              <a:t>I need you more, more than words can say
3-  JE VEUX PLUS DE TOI BEAUCOUP PLUS QU’AVANT </a:t>
            </a:r>
          </a:p>
          <a:p>
            <a:r>
              <a:rPr lang="fr-FR" smtClean="0"/>
              <a:t>I need you more, than ever before</a:t>
            </a:r>
          </a:p>
          <a:p>
            <a:r>
              <a:rPr lang="fr-FR" smtClean="0"/>
              <a:t>4-  J’AI BESOIN DE TOI, BIEN PLUS DE TOI</a:t>
            </a:r>
          </a:p>
          <a:p>
            <a:r>
              <a:rPr lang="fr-FR" smtClean="0"/>
              <a:t>I need you Lord, I need you Lord                                   x2</a:t>
            </a:r>
          </a:p>
          <a:p>
            <a:r>
              <a:rPr lang="fr-FR" smtClean="0"/>
              <a:t>
	5-  PLUS QUE L’AIR QUE J’INSPIRE PLUS QUE MES CHANTS, SEIGNEUR </a:t>
            </a:r>
          </a:p>
          <a:p>
            <a:r>
              <a:rPr lang="fr-FR" smtClean="0"/>
              <a:t>	More than the air I breath More than the song I sing</a:t>
            </a:r>
            <a:br>
              <a:rPr lang="fr-FR" smtClean="0"/>
            </a:br>
            <a:r>
              <a:rPr lang="fr-FR" smtClean="0"/>
              <a:t>	6-  PLUS QUE MON CŒUR QUI BAT RIEN N'EST PLUS QUE TOI</a:t>
            </a:r>
          </a:p>
          <a:p>
            <a:r>
              <a:rPr lang="fr-FR" smtClean="0"/>
              <a:t>	More than the next heartbeat More than anything </a:t>
            </a:r>
          </a:p>
          <a:p>
            <a:r>
              <a:rPr lang="fr-FR" smtClean="0"/>
              <a:t>	7-  JE VEUX ÊTRE À TES CÔTÉS POUR L'ÉTERNITÉ</a:t>
            </a:r>
          </a:p>
          <a:p>
            <a:r>
              <a:rPr lang="fr-FR" smtClean="0"/>
              <a:t>	and Lord as time goes by I'll be by your side</a:t>
            </a:r>
          </a:p>
          <a:p>
            <a:r>
              <a:rPr lang="fr-FR" smtClean="0"/>
              <a:t>	8-  CAR JE NE VEUX PLUS RETOURNER À MON PASSÉ</a:t>
            </a:r>
          </a:p>
          <a:p>
            <a:r>
              <a:rPr lang="fr-FR" smtClean="0"/>
              <a:t>	Cause I never want to go back to my old life</a:t>
            </a:r>
          </a:p>
          <a:p>
            <a:endParaRPr lang="fr-FR" smtClean="0"/>
          </a:p>
          <a:p>
            <a:r>
              <a:rPr lang="fr-FR" smtClean="0"/>
              <a:t>Couplet 1 et 2</a:t>
            </a:r>
          </a:p>
          <a:p>
            <a:endParaRPr lang="fr-FR" smtClean="0"/>
          </a:p>
          <a:p>
            <a:r>
              <a:rPr lang="fr-FR" smtClean="0"/>
              <a:t>Pont1:</a:t>
            </a:r>
          </a:p>
          <a:p>
            <a:r>
              <a:rPr lang="fr-FR" smtClean="0"/>
              <a:t>9- ICI DANS TA PRÉSENCE C’EST LÀ MA VRAIE PLACE </a:t>
            </a:r>
          </a:p>
          <a:p>
            <a:r>
              <a:rPr lang="fr-FR" smtClean="0"/>
              <a:t>Right here in your presence is where i belong </a:t>
            </a:r>
          </a:p>
          <a:p>
            <a:r>
              <a:rPr lang="fr-FR" smtClean="0"/>
              <a:t>10- CE VIEUX CŒUR BRISÉ A TROUVÉ SA PLACE </a:t>
            </a:r>
          </a:p>
          <a:p>
            <a:r>
              <a:rPr lang="fr-FR" smtClean="0"/>
              <a:t>This old broken heart has finally found a home </a:t>
            </a:r>
          </a:p>
          <a:p>
            <a:r>
              <a:rPr lang="fr-FR" smtClean="0"/>
              <a:t>11- ET JE NE SERAI PLUS SEUL</a:t>
            </a:r>
          </a:p>
          <a:p>
            <a:r>
              <a:rPr lang="fr-FR" smtClean="0"/>
              <a:t>And i’ll never be alone </a:t>
            </a:r>
          </a:p>
          <a:p>
            <a:endParaRPr lang="fr-FR" smtClean="0"/>
          </a:p>
          <a:p>
            <a:r>
              <a:rPr lang="fr-FR" smtClean="0"/>
              <a:t>Pont2: </a:t>
            </a:r>
          </a:p>
          <a:p>
            <a:r>
              <a:rPr lang="fr-FR" smtClean="0"/>
              <a:t>12- JE TE DONNE MES PLUS HAUTES LOUANGES</a:t>
            </a:r>
          </a:p>
          <a:p>
            <a:r>
              <a:rPr lang="fr-FR" smtClean="0"/>
              <a:t>We give You the highest praise    X3</a:t>
            </a:r>
          </a:p>
          <a:p>
            <a:r>
              <a:rPr lang="fr-FR" smtClean="0"/>
              <a:t>13- JESUS</a:t>
            </a:r>
          </a:p>
          <a:p>
            <a:r>
              <a:rPr lang="fr-FR" smtClean="0"/>
              <a:t>Jésus    x4</a:t>
            </a:r>
          </a:p>
          <a:p>
            <a:r>
              <a:rPr lang="fr-FR" smtClean="0"/>
              <a:t>14- PLUS QUE L'AIR QUE J'INSPIRE PLUS QUE CETTE MÉLODIE</a:t>
            </a:r>
          </a:p>
          <a:p>
            <a:r>
              <a:rPr lang="fr-FR" smtClean="0"/>
              <a:t>More than the air I breathe More than the song I sing</a:t>
            </a:r>
          </a:p>
          <a:p>
            <a:r>
              <a:rPr lang="fr-FR" smtClean="0"/>
              <a:t>15- PLUS QUE TOUT ICI JE VEUX PLUS DE TOI</a:t>
            </a:r>
          </a:p>
          <a:p>
            <a:r>
              <a:rPr lang="fr-FR" smtClean="0"/>
              <a:t>More than anything I need You more      x4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3057981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VEUX PLUS DE TOI BEAUCOUP PLUS QU’HIER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yesterday
2-  JE VEUX PLUS DE TOI PLUS QUE J’EN AI L’AIR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words can say
3-  JE VEUX PLUS DE TOI BEAUCOUP PLUS QU’AVANT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than 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J’AI BESOIN DE TOI, BIEN PLUS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Lord, I need you Lord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5-  PLUS QUE L’AIR QUE J’INSPIRE PLUS QUE MES CHANTS,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More than the air I breath More than the song I sing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PLUS QUE MON CŒUR QUI BAT RIEN N'EST PLUS QUE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More than the next heartbeat More than anything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JE VEUX ÊTRE À TES CÔTÉS POUR L'ÉTERNITÉ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Lord as time goes by I'll be by your side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8-  CAR JE NE VEUX PLUS RETOURNER À MON PASSÉ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Cause I never want to go back to my old life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et 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ICI DANS TA PRÉSENCE C’EST LÀ MA VRAIE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 here in your presence is where i belong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CE VIEUX CŒUR BRISÉ A TROUVÉ SA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old broken heart has finally found a home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ET JE NE SERAI PLUS SEUL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i’ll never be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Pont2: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JE TE DONNE MES PLUS HAUTES LOUANGES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give You the highest praise   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JESUS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Jésus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PLUS QUE L'AIR QUE J'INSPIRE PLUS QUE CETTE MÉLODIE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the air I breathe More than the song I sing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PLUS QUE TOUT ICI JE VEUX PLUS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anything I need You more      x4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VEUX PLUS DE TOI BEAUCOUP PLUS QU’HIER </a:t>
            </a:r>
          </a:p>
          <a:p>
            <a:r>
              <a:rPr lang="fr-FR" smtClean="0"/>
              <a:t>I need you more, more than yesterday
2-  JE VEUX PLUS DE TOI PLUS QUE J’EN AI L’AIR </a:t>
            </a:r>
          </a:p>
          <a:p>
            <a:r>
              <a:rPr lang="fr-FR" smtClean="0"/>
              <a:t>I need you more, more than words can say
3-  JE VEUX PLUS DE TOI BEAUCOUP PLUS QU’AVANT </a:t>
            </a:r>
          </a:p>
          <a:p>
            <a:r>
              <a:rPr lang="fr-FR" smtClean="0"/>
              <a:t>I need you more, than ever before</a:t>
            </a:r>
          </a:p>
          <a:p>
            <a:r>
              <a:rPr lang="fr-FR" smtClean="0"/>
              <a:t>4-  J’AI BESOIN DE TOI, BIEN PLUS DE TOI</a:t>
            </a:r>
          </a:p>
          <a:p>
            <a:r>
              <a:rPr lang="fr-FR" smtClean="0"/>
              <a:t>I need you Lord, I need you Lord                                   x2</a:t>
            </a:r>
          </a:p>
          <a:p>
            <a:r>
              <a:rPr lang="fr-FR" smtClean="0"/>
              <a:t>
	5-  PLUS QUE L’AIR QUE J’INSPIRE PLUS QUE MES CHANTS, SEIGNEUR </a:t>
            </a:r>
          </a:p>
          <a:p>
            <a:r>
              <a:rPr lang="fr-FR" smtClean="0"/>
              <a:t>	More than the air I breath More than the song I sing</a:t>
            </a:r>
            <a:br>
              <a:rPr lang="fr-FR" smtClean="0"/>
            </a:br>
            <a:r>
              <a:rPr lang="fr-FR" smtClean="0"/>
              <a:t>	6-  PLUS QUE MON CŒUR QUI BAT RIEN N'EST PLUS QUE TOI</a:t>
            </a:r>
          </a:p>
          <a:p>
            <a:r>
              <a:rPr lang="fr-FR" smtClean="0"/>
              <a:t>	More than the next heartbeat More than anything </a:t>
            </a:r>
          </a:p>
          <a:p>
            <a:r>
              <a:rPr lang="fr-FR" smtClean="0"/>
              <a:t>	7-  JE VEUX ÊTRE À TES CÔTÉS POUR L'ÉTERNITÉ</a:t>
            </a:r>
          </a:p>
          <a:p>
            <a:r>
              <a:rPr lang="fr-FR" smtClean="0"/>
              <a:t>	and Lord as time goes by I'll be by your side</a:t>
            </a:r>
          </a:p>
          <a:p>
            <a:r>
              <a:rPr lang="fr-FR" smtClean="0"/>
              <a:t>	8-  CAR JE NE VEUX PLUS RETOURNER À MON PASSÉ</a:t>
            </a:r>
          </a:p>
          <a:p>
            <a:r>
              <a:rPr lang="fr-FR" smtClean="0"/>
              <a:t>	Cause I never want to go back to my old life</a:t>
            </a:r>
          </a:p>
          <a:p>
            <a:endParaRPr lang="fr-FR" smtClean="0"/>
          </a:p>
          <a:p>
            <a:r>
              <a:rPr lang="fr-FR" smtClean="0"/>
              <a:t>Couplet 1 et 2</a:t>
            </a:r>
          </a:p>
          <a:p>
            <a:endParaRPr lang="fr-FR" smtClean="0"/>
          </a:p>
          <a:p>
            <a:r>
              <a:rPr lang="fr-FR" smtClean="0"/>
              <a:t>Pont1:</a:t>
            </a:r>
          </a:p>
          <a:p>
            <a:r>
              <a:rPr lang="fr-FR" smtClean="0"/>
              <a:t>9- ICI DANS TA PRÉSENCE C’EST LÀ MA VRAIE PLACE </a:t>
            </a:r>
          </a:p>
          <a:p>
            <a:r>
              <a:rPr lang="fr-FR" smtClean="0"/>
              <a:t>Right here in your presence is where i belong </a:t>
            </a:r>
          </a:p>
          <a:p>
            <a:r>
              <a:rPr lang="fr-FR" smtClean="0"/>
              <a:t>10- CE VIEUX CŒUR BRISÉ A TROUVÉ SA PLACE </a:t>
            </a:r>
          </a:p>
          <a:p>
            <a:r>
              <a:rPr lang="fr-FR" smtClean="0"/>
              <a:t>This old broken heart has finally found a home </a:t>
            </a:r>
          </a:p>
          <a:p>
            <a:r>
              <a:rPr lang="fr-FR" smtClean="0"/>
              <a:t>11- ET JE NE SERAI PLUS SEUL</a:t>
            </a:r>
          </a:p>
          <a:p>
            <a:r>
              <a:rPr lang="fr-FR" smtClean="0"/>
              <a:t>And i’ll never be alone </a:t>
            </a:r>
          </a:p>
          <a:p>
            <a:endParaRPr lang="fr-FR" smtClean="0"/>
          </a:p>
          <a:p>
            <a:r>
              <a:rPr lang="fr-FR" smtClean="0"/>
              <a:t>Pont2: </a:t>
            </a:r>
          </a:p>
          <a:p>
            <a:r>
              <a:rPr lang="fr-FR" smtClean="0"/>
              <a:t>12- JE TE DONNE MES PLUS HAUTES LOUANGES</a:t>
            </a:r>
          </a:p>
          <a:p>
            <a:r>
              <a:rPr lang="fr-FR" smtClean="0"/>
              <a:t>We give You the highest praise    X3</a:t>
            </a:r>
          </a:p>
          <a:p>
            <a:r>
              <a:rPr lang="fr-FR" smtClean="0"/>
              <a:t>13- JESUS</a:t>
            </a:r>
          </a:p>
          <a:p>
            <a:r>
              <a:rPr lang="fr-FR" smtClean="0"/>
              <a:t>Jésus    x4</a:t>
            </a:r>
          </a:p>
          <a:p>
            <a:r>
              <a:rPr lang="fr-FR" smtClean="0"/>
              <a:t>14- PLUS QUE L'AIR QUE J'INSPIRE PLUS QUE CETTE MÉLODIE</a:t>
            </a:r>
          </a:p>
          <a:p>
            <a:r>
              <a:rPr lang="fr-FR" smtClean="0"/>
              <a:t>More than the air I breathe More than the song I sing</a:t>
            </a:r>
          </a:p>
          <a:p>
            <a:r>
              <a:rPr lang="fr-FR" smtClean="0"/>
              <a:t>15- PLUS QUE TOUT ICI JE VEUX PLUS DE TOI</a:t>
            </a:r>
          </a:p>
          <a:p>
            <a:r>
              <a:rPr lang="fr-FR" smtClean="0"/>
              <a:t>More than anything I need You more      x4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31691611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VEUX PLUS DE TOI BEAUCOUP PLUS QU’HIER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yesterday
2-  JE VEUX PLUS DE TOI PLUS QUE J’EN AI L’AIR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words can say
3-  JE VEUX PLUS DE TOI BEAUCOUP PLUS QU’AVANT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than 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J’AI BESOIN DE TOI, BIEN PLUS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Lord, I need you Lord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5-  PLUS QUE L’AIR QUE J’INSPIRE PLUS QUE MES CHANTS,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More than the air I breath More than the song I sing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PLUS QUE MON CŒUR QUI BAT RIEN N'EST PLUS QUE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More than the next heartbeat More than anything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JE VEUX ÊTRE À TES CÔTÉS POUR L'ÉTERNITÉ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Lord as time goes by I'll be by your side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8-  CAR JE NE VEUX PLUS RETOURNER À MON PASSÉ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Cause I never want to go back to my old life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et 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ICI DANS TA PRÉSENCE C’EST LÀ MA VRAIE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 here in your presence is where i belong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CE VIEUX CŒUR BRISÉ A TROUVÉ SA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old broken heart has finally found a home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ET JE NE SERAI PLUS SEUL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i’ll never be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Pont2: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JE TE DONNE MES PLUS HAUTES LOUANGES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give You the highest praise   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JESUS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Jésus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PLUS QUE L'AIR QUE J'INSPIRE PLUS QUE CETTE MÉLODIE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the air I breathe More than the song I sing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PLUS QUE TOUT ICI JE VEUX PLUS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anything I need You more      x4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VEUX PLUS DE TOI BEAUCOUP PLUS QU’HIER </a:t>
            </a:r>
          </a:p>
          <a:p>
            <a:r>
              <a:rPr lang="fr-FR" smtClean="0"/>
              <a:t>I need you more, more than yesterday
2-  JE VEUX PLUS DE TOI PLUS QUE J’EN AI L’AIR </a:t>
            </a:r>
          </a:p>
          <a:p>
            <a:r>
              <a:rPr lang="fr-FR" smtClean="0"/>
              <a:t>I need you more, more than words can say
3-  JE VEUX PLUS DE TOI BEAUCOUP PLUS QU’AVANT </a:t>
            </a:r>
          </a:p>
          <a:p>
            <a:r>
              <a:rPr lang="fr-FR" smtClean="0"/>
              <a:t>I need you more, than ever before</a:t>
            </a:r>
          </a:p>
          <a:p>
            <a:r>
              <a:rPr lang="fr-FR" smtClean="0"/>
              <a:t>4-  J’AI BESOIN DE TOI, BIEN PLUS DE TOI</a:t>
            </a:r>
          </a:p>
          <a:p>
            <a:r>
              <a:rPr lang="fr-FR" smtClean="0"/>
              <a:t>I need you Lord, I need you Lord                                   x2</a:t>
            </a:r>
          </a:p>
          <a:p>
            <a:r>
              <a:rPr lang="fr-FR" smtClean="0"/>
              <a:t>
	5-  PLUS QUE L’AIR QUE J’INSPIRE PLUS QUE MES CHANTS, SEIGNEUR </a:t>
            </a:r>
          </a:p>
          <a:p>
            <a:r>
              <a:rPr lang="fr-FR" smtClean="0"/>
              <a:t>	More than the air I breath More than the song I sing</a:t>
            </a:r>
            <a:br>
              <a:rPr lang="fr-FR" smtClean="0"/>
            </a:br>
            <a:r>
              <a:rPr lang="fr-FR" smtClean="0"/>
              <a:t>	6-  PLUS QUE MON CŒUR QUI BAT RIEN N'EST PLUS QUE TOI</a:t>
            </a:r>
          </a:p>
          <a:p>
            <a:r>
              <a:rPr lang="fr-FR" smtClean="0"/>
              <a:t>	More than the next heartbeat More than anything </a:t>
            </a:r>
          </a:p>
          <a:p>
            <a:r>
              <a:rPr lang="fr-FR" smtClean="0"/>
              <a:t>	7-  JE VEUX ÊTRE À TES CÔTÉS POUR L'ÉTERNITÉ</a:t>
            </a:r>
          </a:p>
          <a:p>
            <a:r>
              <a:rPr lang="fr-FR" smtClean="0"/>
              <a:t>	and Lord as time goes by I'll be by your side</a:t>
            </a:r>
          </a:p>
          <a:p>
            <a:r>
              <a:rPr lang="fr-FR" smtClean="0"/>
              <a:t>	8-  CAR JE NE VEUX PLUS RETOURNER À MON PASSÉ</a:t>
            </a:r>
          </a:p>
          <a:p>
            <a:r>
              <a:rPr lang="fr-FR" smtClean="0"/>
              <a:t>	Cause I never want to go back to my old life</a:t>
            </a:r>
          </a:p>
          <a:p>
            <a:endParaRPr lang="fr-FR" smtClean="0"/>
          </a:p>
          <a:p>
            <a:r>
              <a:rPr lang="fr-FR" smtClean="0"/>
              <a:t>Couplet 1 et 2</a:t>
            </a:r>
          </a:p>
          <a:p>
            <a:endParaRPr lang="fr-FR" smtClean="0"/>
          </a:p>
          <a:p>
            <a:r>
              <a:rPr lang="fr-FR" smtClean="0"/>
              <a:t>Pont1:</a:t>
            </a:r>
          </a:p>
          <a:p>
            <a:r>
              <a:rPr lang="fr-FR" smtClean="0"/>
              <a:t>9- ICI DANS TA PRÉSENCE C’EST LÀ MA VRAIE PLACE </a:t>
            </a:r>
          </a:p>
          <a:p>
            <a:r>
              <a:rPr lang="fr-FR" smtClean="0"/>
              <a:t>Right here in your presence is where i belong </a:t>
            </a:r>
          </a:p>
          <a:p>
            <a:r>
              <a:rPr lang="fr-FR" smtClean="0"/>
              <a:t>10- CE VIEUX CŒUR BRISÉ A TROUVÉ SA PLACE </a:t>
            </a:r>
          </a:p>
          <a:p>
            <a:r>
              <a:rPr lang="fr-FR" smtClean="0"/>
              <a:t>This old broken heart has finally found a home </a:t>
            </a:r>
          </a:p>
          <a:p>
            <a:r>
              <a:rPr lang="fr-FR" smtClean="0"/>
              <a:t>11- ET JE NE SERAI PLUS SEUL</a:t>
            </a:r>
          </a:p>
          <a:p>
            <a:r>
              <a:rPr lang="fr-FR" smtClean="0"/>
              <a:t>And i’ll never be alone </a:t>
            </a:r>
          </a:p>
          <a:p>
            <a:endParaRPr lang="fr-FR" smtClean="0"/>
          </a:p>
          <a:p>
            <a:r>
              <a:rPr lang="fr-FR" smtClean="0"/>
              <a:t>Pont2: </a:t>
            </a:r>
          </a:p>
          <a:p>
            <a:r>
              <a:rPr lang="fr-FR" smtClean="0"/>
              <a:t>12- JE TE DONNE MES PLUS HAUTES LOUANGES</a:t>
            </a:r>
          </a:p>
          <a:p>
            <a:r>
              <a:rPr lang="fr-FR" smtClean="0"/>
              <a:t>We give You the highest praise    X3</a:t>
            </a:r>
          </a:p>
          <a:p>
            <a:r>
              <a:rPr lang="fr-FR" smtClean="0"/>
              <a:t>13- JESUS</a:t>
            </a:r>
          </a:p>
          <a:p>
            <a:r>
              <a:rPr lang="fr-FR" smtClean="0"/>
              <a:t>Jésus    x4</a:t>
            </a:r>
          </a:p>
          <a:p>
            <a:r>
              <a:rPr lang="fr-FR" smtClean="0"/>
              <a:t>14- PLUS QUE L'AIR QUE J'INSPIRE PLUS QUE CETTE MÉLODIE</a:t>
            </a:r>
          </a:p>
          <a:p>
            <a:r>
              <a:rPr lang="fr-FR" smtClean="0"/>
              <a:t>More than the air I breathe More than the song I sing</a:t>
            </a:r>
          </a:p>
          <a:p>
            <a:r>
              <a:rPr lang="fr-FR" smtClean="0"/>
              <a:t>15- PLUS QUE TOUT ICI JE VEUX PLUS DE TOI</a:t>
            </a:r>
          </a:p>
          <a:p>
            <a:r>
              <a:rPr lang="fr-FR" smtClean="0"/>
              <a:t>More than anything I need You more      x4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37692195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VEUX PLUS DE TOI BEAUCOUP PLUS QU’HIER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yesterday
2-  JE VEUX PLUS DE TOI PLUS QUE J’EN AI L’AIR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words can say
3-  JE VEUX PLUS DE TOI BEAUCOUP PLUS QU’AVANT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than 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J’AI BESOIN DE TOI, BIEN PLUS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Lord, I need you Lord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5-  PLUS QUE L’AIR QUE J’INSPIRE PLUS QUE MES CHANTS,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More than the air I breath More than the song I sing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PLUS QUE MON CŒUR QUI BAT RIEN N'EST PLUS QUE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More than the next heartbeat More than anything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JE VEUX ÊTRE À TES CÔTÉS POUR L'ÉTERNITÉ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Lord as time goes by I'll be by your side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8-  CAR JE NE VEUX PLUS RETOURNER À MON PASSÉ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Cause I never want to go back to my old life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et 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ICI DANS TA PRÉSENCE C’EST LÀ MA VRAIE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 here in your presence is where i belong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CE VIEUX CŒUR BRISÉ A TROUVÉ SA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old broken heart has finally found a home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ET JE NE SERAI PLUS SEUL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i’ll never be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Pont2: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JE TE DONNE MES PLUS HAUTES LOUANGES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give You the highest praise   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JESUS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Jésus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PLUS QUE L'AIR QUE J'INSPIRE PLUS QUE CETTE MÉLODIE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the air I breathe More than the song I sing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PLUS QUE TOUT ICI JE VEUX PLUS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anything I need You more      x4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VEUX PLUS DE TOI BEAUCOUP PLUS QU’HIER </a:t>
            </a:r>
          </a:p>
          <a:p>
            <a:r>
              <a:rPr lang="fr-FR" smtClean="0"/>
              <a:t>I need you more, more than yesterday
2-  JE VEUX PLUS DE TOI PLUS QUE J’EN AI L’AIR </a:t>
            </a:r>
          </a:p>
          <a:p>
            <a:r>
              <a:rPr lang="fr-FR" smtClean="0"/>
              <a:t>I need you more, more than words can say
3-  JE VEUX PLUS DE TOI BEAUCOUP PLUS QU’AVANT </a:t>
            </a:r>
          </a:p>
          <a:p>
            <a:r>
              <a:rPr lang="fr-FR" smtClean="0"/>
              <a:t>I need you more, than ever before</a:t>
            </a:r>
          </a:p>
          <a:p>
            <a:r>
              <a:rPr lang="fr-FR" smtClean="0"/>
              <a:t>4-  J’AI BESOIN DE TOI, BIEN PLUS DE TOI</a:t>
            </a:r>
          </a:p>
          <a:p>
            <a:r>
              <a:rPr lang="fr-FR" smtClean="0"/>
              <a:t>I need you Lord, I need you Lord                                   x2</a:t>
            </a:r>
          </a:p>
          <a:p>
            <a:r>
              <a:rPr lang="fr-FR" smtClean="0"/>
              <a:t>
	5-  PLUS QUE L’AIR QUE J’INSPIRE PLUS QUE MES CHANTS, SEIGNEUR </a:t>
            </a:r>
          </a:p>
          <a:p>
            <a:r>
              <a:rPr lang="fr-FR" smtClean="0"/>
              <a:t>	More than the air I breath More than the song I sing</a:t>
            </a:r>
            <a:br>
              <a:rPr lang="fr-FR" smtClean="0"/>
            </a:br>
            <a:r>
              <a:rPr lang="fr-FR" smtClean="0"/>
              <a:t>	6-  PLUS QUE MON CŒUR QUI BAT RIEN N'EST PLUS QUE TOI</a:t>
            </a:r>
          </a:p>
          <a:p>
            <a:r>
              <a:rPr lang="fr-FR" smtClean="0"/>
              <a:t>	More than the next heartbeat More than anything </a:t>
            </a:r>
          </a:p>
          <a:p>
            <a:r>
              <a:rPr lang="fr-FR" smtClean="0"/>
              <a:t>	7-  JE VEUX ÊTRE À TES CÔTÉS POUR L'ÉTERNITÉ</a:t>
            </a:r>
          </a:p>
          <a:p>
            <a:r>
              <a:rPr lang="fr-FR" smtClean="0"/>
              <a:t>	and Lord as time goes by I'll be by your side</a:t>
            </a:r>
          </a:p>
          <a:p>
            <a:r>
              <a:rPr lang="fr-FR" smtClean="0"/>
              <a:t>	8-  CAR JE NE VEUX PLUS RETOURNER À MON PASSÉ</a:t>
            </a:r>
          </a:p>
          <a:p>
            <a:r>
              <a:rPr lang="fr-FR" smtClean="0"/>
              <a:t>	Cause I never want to go back to my old life</a:t>
            </a:r>
          </a:p>
          <a:p>
            <a:endParaRPr lang="fr-FR" smtClean="0"/>
          </a:p>
          <a:p>
            <a:r>
              <a:rPr lang="fr-FR" smtClean="0"/>
              <a:t>Couplet 1 et 2</a:t>
            </a:r>
          </a:p>
          <a:p>
            <a:endParaRPr lang="fr-FR" smtClean="0"/>
          </a:p>
          <a:p>
            <a:r>
              <a:rPr lang="fr-FR" smtClean="0"/>
              <a:t>Pont1:</a:t>
            </a:r>
          </a:p>
          <a:p>
            <a:r>
              <a:rPr lang="fr-FR" smtClean="0"/>
              <a:t>9- ICI DANS TA PRÉSENCE C’EST LÀ MA VRAIE PLACE </a:t>
            </a:r>
          </a:p>
          <a:p>
            <a:r>
              <a:rPr lang="fr-FR" smtClean="0"/>
              <a:t>Right here in your presence is where i belong </a:t>
            </a:r>
          </a:p>
          <a:p>
            <a:r>
              <a:rPr lang="fr-FR" smtClean="0"/>
              <a:t>10- CE VIEUX CŒUR BRISÉ A TROUVÉ SA PLACE </a:t>
            </a:r>
          </a:p>
          <a:p>
            <a:r>
              <a:rPr lang="fr-FR" smtClean="0"/>
              <a:t>This old broken heart has finally found a home </a:t>
            </a:r>
          </a:p>
          <a:p>
            <a:r>
              <a:rPr lang="fr-FR" smtClean="0"/>
              <a:t>11- ET JE NE SERAI PLUS SEUL</a:t>
            </a:r>
          </a:p>
          <a:p>
            <a:r>
              <a:rPr lang="fr-FR" smtClean="0"/>
              <a:t>And i’ll never be alone </a:t>
            </a:r>
          </a:p>
          <a:p>
            <a:endParaRPr lang="fr-FR" smtClean="0"/>
          </a:p>
          <a:p>
            <a:r>
              <a:rPr lang="fr-FR" smtClean="0"/>
              <a:t>Pont2: </a:t>
            </a:r>
          </a:p>
          <a:p>
            <a:r>
              <a:rPr lang="fr-FR" smtClean="0"/>
              <a:t>12- JE TE DONNE MES PLUS HAUTES LOUANGES</a:t>
            </a:r>
          </a:p>
          <a:p>
            <a:r>
              <a:rPr lang="fr-FR" smtClean="0"/>
              <a:t>We give You the highest praise    X3</a:t>
            </a:r>
          </a:p>
          <a:p>
            <a:r>
              <a:rPr lang="fr-FR" smtClean="0"/>
              <a:t>13- JESUS</a:t>
            </a:r>
          </a:p>
          <a:p>
            <a:r>
              <a:rPr lang="fr-FR" smtClean="0"/>
              <a:t>Jésus    x4</a:t>
            </a:r>
          </a:p>
          <a:p>
            <a:r>
              <a:rPr lang="fr-FR" smtClean="0"/>
              <a:t>14- PLUS QUE L'AIR QUE J'INSPIRE PLUS QUE CETTE MÉLODIE</a:t>
            </a:r>
          </a:p>
          <a:p>
            <a:r>
              <a:rPr lang="fr-FR" smtClean="0"/>
              <a:t>More than the air I breathe More than the song I sing</a:t>
            </a:r>
          </a:p>
          <a:p>
            <a:r>
              <a:rPr lang="fr-FR" smtClean="0"/>
              <a:t>15- PLUS QUE TOUT ICI JE VEUX PLUS DE TOI</a:t>
            </a:r>
          </a:p>
          <a:p>
            <a:r>
              <a:rPr lang="fr-FR" smtClean="0"/>
              <a:t>More than anything I need You more      x4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7142021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VEUX PLUS DE TOI BEAUCOUP PLUS QU’HIER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yesterday
2-  JE VEUX PLUS DE TOI PLUS QUE J’EN AI L’AIR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words can say
3-  JE VEUX PLUS DE TOI BEAUCOUP PLUS QU’AVANT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than 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J’AI BESOIN DE TOI, BIEN PLUS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Lord, I need you Lord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5-  PLUS QUE L’AIR QUE J’INSPIRE PLUS QUE MES CHANTS,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More than the air I breath More than the song I sing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PLUS QUE MON CŒUR QUI BAT RIEN N'EST PLUS QUE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More than the next heartbeat More than anything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JE VEUX ÊTRE À TES CÔTÉS POUR L'ÉTERNITÉ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Lord as time goes by I'll be by your side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8-  CAR JE NE VEUX PLUS RETOURNER À MON PASSÉ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Cause I never want to go back to my old life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et 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ICI DANS TA PRÉSENCE C’EST LÀ MA VRAIE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 here in your presence is where i belong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CE VIEUX CŒUR BRISÉ A TROUVÉ SA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old broken heart has finally found a home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ET JE NE SERAI PLUS SEUL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i’ll never be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Pont2: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JE TE DONNE MES PLUS HAUTES LOUANGES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give You the highest praise   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JESUS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Jésus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PLUS QUE L'AIR QUE J'INSPIRE PLUS QUE CETTE MÉLODIE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the air I breathe More than the song I sing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PLUS QUE TOUT ICI JE VEUX PLUS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anything I need You more      x4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VEUX PLUS DE TOI BEAUCOUP PLUS QU’HIER </a:t>
            </a:r>
          </a:p>
          <a:p>
            <a:r>
              <a:rPr lang="fr-FR" smtClean="0"/>
              <a:t>I need you more, more than yesterday
2-  JE VEUX PLUS DE TOI PLUS QUE J’EN AI L’AIR </a:t>
            </a:r>
          </a:p>
          <a:p>
            <a:r>
              <a:rPr lang="fr-FR" smtClean="0"/>
              <a:t>I need you more, more than words can say
3-  JE VEUX PLUS DE TOI BEAUCOUP PLUS QU’AVANT </a:t>
            </a:r>
          </a:p>
          <a:p>
            <a:r>
              <a:rPr lang="fr-FR" smtClean="0"/>
              <a:t>I need you more, than ever before</a:t>
            </a:r>
          </a:p>
          <a:p>
            <a:r>
              <a:rPr lang="fr-FR" smtClean="0"/>
              <a:t>4-  J’AI BESOIN DE TOI, BIEN PLUS DE TOI</a:t>
            </a:r>
          </a:p>
          <a:p>
            <a:r>
              <a:rPr lang="fr-FR" smtClean="0"/>
              <a:t>I need you Lord, I need you Lord                                   x2</a:t>
            </a:r>
          </a:p>
          <a:p>
            <a:r>
              <a:rPr lang="fr-FR" smtClean="0"/>
              <a:t>
	5-  PLUS QUE L’AIR QUE J’INSPIRE PLUS QUE MES CHANTS, SEIGNEUR </a:t>
            </a:r>
          </a:p>
          <a:p>
            <a:r>
              <a:rPr lang="fr-FR" smtClean="0"/>
              <a:t>	More than the air I breath More than the song I sing</a:t>
            </a:r>
            <a:br>
              <a:rPr lang="fr-FR" smtClean="0"/>
            </a:br>
            <a:r>
              <a:rPr lang="fr-FR" smtClean="0"/>
              <a:t>	6-  PLUS QUE MON CŒUR QUI BAT RIEN N'EST PLUS QUE TOI</a:t>
            </a:r>
          </a:p>
          <a:p>
            <a:r>
              <a:rPr lang="fr-FR" smtClean="0"/>
              <a:t>	More than the next heartbeat More than anything </a:t>
            </a:r>
          </a:p>
          <a:p>
            <a:r>
              <a:rPr lang="fr-FR" smtClean="0"/>
              <a:t>	7-  JE VEUX ÊTRE À TES CÔTÉS POUR L'ÉTERNITÉ</a:t>
            </a:r>
          </a:p>
          <a:p>
            <a:r>
              <a:rPr lang="fr-FR" smtClean="0"/>
              <a:t>	and Lord as time goes by I'll be by your side</a:t>
            </a:r>
          </a:p>
          <a:p>
            <a:r>
              <a:rPr lang="fr-FR" smtClean="0"/>
              <a:t>	8-  CAR JE NE VEUX PLUS RETOURNER À MON PASSÉ</a:t>
            </a:r>
          </a:p>
          <a:p>
            <a:r>
              <a:rPr lang="fr-FR" smtClean="0"/>
              <a:t>	Cause I never want to go back to my old life</a:t>
            </a:r>
          </a:p>
          <a:p>
            <a:endParaRPr lang="fr-FR" smtClean="0"/>
          </a:p>
          <a:p>
            <a:r>
              <a:rPr lang="fr-FR" smtClean="0"/>
              <a:t>Couplet 1 et 2</a:t>
            </a:r>
          </a:p>
          <a:p>
            <a:endParaRPr lang="fr-FR" smtClean="0"/>
          </a:p>
          <a:p>
            <a:r>
              <a:rPr lang="fr-FR" smtClean="0"/>
              <a:t>Pont1:</a:t>
            </a:r>
          </a:p>
          <a:p>
            <a:r>
              <a:rPr lang="fr-FR" smtClean="0"/>
              <a:t>9- ICI DANS TA PRÉSENCE C’EST LÀ MA VRAIE PLACE </a:t>
            </a:r>
          </a:p>
          <a:p>
            <a:r>
              <a:rPr lang="fr-FR" smtClean="0"/>
              <a:t>Right here in your presence is where i belong </a:t>
            </a:r>
          </a:p>
          <a:p>
            <a:r>
              <a:rPr lang="fr-FR" smtClean="0"/>
              <a:t>10- CE VIEUX CŒUR BRISÉ A TROUVÉ SA PLACE </a:t>
            </a:r>
          </a:p>
          <a:p>
            <a:r>
              <a:rPr lang="fr-FR" smtClean="0"/>
              <a:t>This old broken heart has finally found a home </a:t>
            </a:r>
          </a:p>
          <a:p>
            <a:r>
              <a:rPr lang="fr-FR" smtClean="0"/>
              <a:t>11- ET JE NE SERAI PLUS SEUL</a:t>
            </a:r>
          </a:p>
          <a:p>
            <a:r>
              <a:rPr lang="fr-FR" smtClean="0"/>
              <a:t>And i’ll never be alone </a:t>
            </a:r>
          </a:p>
          <a:p>
            <a:endParaRPr lang="fr-FR" smtClean="0"/>
          </a:p>
          <a:p>
            <a:r>
              <a:rPr lang="fr-FR" smtClean="0"/>
              <a:t>Pont2: </a:t>
            </a:r>
          </a:p>
          <a:p>
            <a:r>
              <a:rPr lang="fr-FR" smtClean="0"/>
              <a:t>12- JE TE DONNE MES PLUS HAUTES LOUANGES</a:t>
            </a:r>
          </a:p>
          <a:p>
            <a:r>
              <a:rPr lang="fr-FR" smtClean="0"/>
              <a:t>We give You the highest praise    X3</a:t>
            </a:r>
          </a:p>
          <a:p>
            <a:r>
              <a:rPr lang="fr-FR" smtClean="0"/>
              <a:t>13- JESUS</a:t>
            </a:r>
          </a:p>
          <a:p>
            <a:r>
              <a:rPr lang="fr-FR" smtClean="0"/>
              <a:t>Jésus    x4</a:t>
            </a:r>
          </a:p>
          <a:p>
            <a:r>
              <a:rPr lang="fr-FR" smtClean="0"/>
              <a:t>14- PLUS QUE L'AIR QUE J'INSPIRE PLUS QUE CETTE MÉLODIE</a:t>
            </a:r>
          </a:p>
          <a:p>
            <a:r>
              <a:rPr lang="fr-FR" smtClean="0"/>
              <a:t>More than the air I breathe More than the song I sing</a:t>
            </a:r>
          </a:p>
          <a:p>
            <a:r>
              <a:rPr lang="fr-FR" smtClean="0"/>
              <a:t>15- PLUS QUE TOUT ICI JE VEUX PLUS DE TOI</a:t>
            </a:r>
          </a:p>
          <a:p>
            <a:r>
              <a:rPr lang="fr-FR" smtClean="0"/>
              <a:t>More than anything I need You more      x4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39229537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VEUX PLUS DE TOI BEAUCOUP PLUS QU’HIER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yesterday
2-  JE VEUX PLUS DE TOI PLUS QUE J’EN AI L’AIR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words can say
3-  JE VEUX PLUS DE TOI BEAUCOUP PLUS QU’AVANT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than 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J’AI BESOIN DE TOI, BIEN PLUS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Lord, I need you Lord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5-  PLUS QUE L’AIR QUE J’INSPIRE PLUS QUE MES CHANTS,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More than the air I breath More than the song I sing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PLUS QUE MON CŒUR QUI BAT RIEN N'EST PLUS QUE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More than the next heartbeat More than anything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JE VEUX ÊTRE À TES CÔTÉS POUR L'ÉTERNITÉ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Lord as time goes by I'll be by your side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8-  CAR JE NE VEUX PLUS RETOURNER À MON PASSÉ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Cause I never want to go back to my old life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et 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ICI DANS TA PRÉSENCE C’EST LÀ MA VRAIE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 here in your presence is where i belong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CE VIEUX CŒUR BRISÉ A TROUVÉ SA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old broken heart has finally found a home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ET JE NE SERAI PLUS SEUL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i’ll never be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Pont2: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JE TE DONNE MES PLUS HAUTES LOUANGES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give You the highest praise   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JESUS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Jésus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PLUS QUE L'AIR QUE J'INSPIRE PLUS QUE CETTE MÉLODIE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the air I breathe More than the song I sing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PLUS QUE TOUT ICI JE VEUX PLUS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anything I need You more      x4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VEUX PLUS DE TOI BEAUCOUP PLUS QU’HIER </a:t>
            </a:r>
          </a:p>
          <a:p>
            <a:r>
              <a:rPr lang="fr-FR" smtClean="0"/>
              <a:t>I need you more, more than yesterday
2-  JE VEUX PLUS DE TOI PLUS QUE J’EN AI L’AIR </a:t>
            </a:r>
          </a:p>
          <a:p>
            <a:r>
              <a:rPr lang="fr-FR" smtClean="0"/>
              <a:t>I need you more, more than words can say
3-  JE VEUX PLUS DE TOI BEAUCOUP PLUS QU’AVANT </a:t>
            </a:r>
          </a:p>
          <a:p>
            <a:r>
              <a:rPr lang="fr-FR" smtClean="0"/>
              <a:t>I need you more, than ever before</a:t>
            </a:r>
          </a:p>
          <a:p>
            <a:r>
              <a:rPr lang="fr-FR" smtClean="0"/>
              <a:t>4-  J’AI BESOIN DE TOI, BIEN PLUS DE TOI</a:t>
            </a:r>
          </a:p>
          <a:p>
            <a:r>
              <a:rPr lang="fr-FR" smtClean="0"/>
              <a:t>I need you Lord, I need you Lord                                   x2</a:t>
            </a:r>
          </a:p>
          <a:p>
            <a:r>
              <a:rPr lang="fr-FR" smtClean="0"/>
              <a:t>
	5-  PLUS QUE L’AIR QUE J’INSPIRE PLUS QUE MES CHANTS, SEIGNEUR </a:t>
            </a:r>
          </a:p>
          <a:p>
            <a:r>
              <a:rPr lang="fr-FR" smtClean="0"/>
              <a:t>	More than the air I breath More than the song I sing</a:t>
            </a:r>
            <a:br>
              <a:rPr lang="fr-FR" smtClean="0"/>
            </a:br>
            <a:r>
              <a:rPr lang="fr-FR" smtClean="0"/>
              <a:t>	6-  PLUS QUE MON CŒUR QUI BAT RIEN N'EST PLUS QUE TOI</a:t>
            </a:r>
          </a:p>
          <a:p>
            <a:r>
              <a:rPr lang="fr-FR" smtClean="0"/>
              <a:t>	More than the next heartbeat More than anything </a:t>
            </a:r>
          </a:p>
          <a:p>
            <a:r>
              <a:rPr lang="fr-FR" smtClean="0"/>
              <a:t>	7-  JE VEUX ÊTRE À TES CÔTÉS POUR L'ÉTERNITÉ</a:t>
            </a:r>
          </a:p>
          <a:p>
            <a:r>
              <a:rPr lang="fr-FR" smtClean="0"/>
              <a:t>	and Lord as time goes by I'll be by your side</a:t>
            </a:r>
          </a:p>
          <a:p>
            <a:r>
              <a:rPr lang="fr-FR" smtClean="0"/>
              <a:t>	8-  CAR JE NE VEUX PLUS RETOURNER À MON PASSÉ</a:t>
            </a:r>
          </a:p>
          <a:p>
            <a:r>
              <a:rPr lang="fr-FR" smtClean="0"/>
              <a:t>	Cause I never want to go back to my old life</a:t>
            </a:r>
          </a:p>
          <a:p>
            <a:endParaRPr lang="fr-FR" smtClean="0"/>
          </a:p>
          <a:p>
            <a:r>
              <a:rPr lang="fr-FR" smtClean="0"/>
              <a:t>Couplet 1 et 2</a:t>
            </a:r>
          </a:p>
          <a:p>
            <a:endParaRPr lang="fr-FR" smtClean="0"/>
          </a:p>
          <a:p>
            <a:r>
              <a:rPr lang="fr-FR" smtClean="0"/>
              <a:t>Pont1:</a:t>
            </a:r>
          </a:p>
          <a:p>
            <a:r>
              <a:rPr lang="fr-FR" smtClean="0"/>
              <a:t>9- ICI DANS TA PRÉSENCE C’EST LÀ MA VRAIE PLACE </a:t>
            </a:r>
          </a:p>
          <a:p>
            <a:r>
              <a:rPr lang="fr-FR" smtClean="0"/>
              <a:t>Right here in your presence is where i belong </a:t>
            </a:r>
          </a:p>
          <a:p>
            <a:r>
              <a:rPr lang="fr-FR" smtClean="0"/>
              <a:t>10- CE VIEUX CŒUR BRISÉ A TROUVÉ SA PLACE </a:t>
            </a:r>
          </a:p>
          <a:p>
            <a:r>
              <a:rPr lang="fr-FR" smtClean="0"/>
              <a:t>This old broken heart has finally found a home </a:t>
            </a:r>
          </a:p>
          <a:p>
            <a:r>
              <a:rPr lang="fr-FR" smtClean="0"/>
              <a:t>11- ET JE NE SERAI PLUS SEUL</a:t>
            </a:r>
          </a:p>
          <a:p>
            <a:r>
              <a:rPr lang="fr-FR" smtClean="0"/>
              <a:t>And i’ll never be alone </a:t>
            </a:r>
          </a:p>
          <a:p>
            <a:endParaRPr lang="fr-FR" smtClean="0"/>
          </a:p>
          <a:p>
            <a:r>
              <a:rPr lang="fr-FR" smtClean="0"/>
              <a:t>Pont2: </a:t>
            </a:r>
          </a:p>
          <a:p>
            <a:r>
              <a:rPr lang="fr-FR" smtClean="0"/>
              <a:t>12- JE TE DONNE MES PLUS HAUTES LOUANGES</a:t>
            </a:r>
          </a:p>
          <a:p>
            <a:r>
              <a:rPr lang="fr-FR" smtClean="0"/>
              <a:t>We give You the highest praise    X3</a:t>
            </a:r>
          </a:p>
          <a:p>
            <a:r>
              <a:rPr lang="fr-FR" smtClean="0"/>
              <a:t>13- JESUS</a:t>
            </a:r>
          </a:p>
          <a:p>
            <a:r>
              <a:rPr lang="fr-FR" smtClean="0"/>
              <a:t>Jésus    x4</a:t>
            </a:r>
          </a:p>
          <a:p>
            <a:r>
              <a:rPr lang="fr-FR" smtClean="0"/>
              <a:t>14- PLUS QUE L'AIR QUE J'INSPIRE PLUS QUE CETTE MÉLODIE</a:t>
            </a:r>
          </a:p>
          <a:p>
            <a:r>
              <a:rPr lang="fr-FR" smtClean="0"/>
              <a:t>More than the air I breathe More than the song I sing</a:t>
            </a:r>
          </a:p>
          <a:p>
            <a:r>
              <a:rPr lang="fr-FR" smtClean="0"/>
              <a:t>15- PLUS QUE TOUT ICI JE VEUX PLUS DE TOI</a:t>
            </a:r>
          </a:p>
          <a:p>
            <a:r>
              <a:rPr lang="fr-FR" smtClean="0"/>
              <a:t>More than anything I need You more      x4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8214314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VEUX PLUS DE TOI BEAUCOUP PLUS QU’HIER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yesterday
2-  JE VEUX PLUS DE TOI PLUS QUE J’EN AI L’AIR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words can say
3-  JE VEUX PLUS DE TOI BEAUCOUP PLUS QU’AVANT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than 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J’AI BESOIN DE TOI, BIEN PLUS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Lord, I need you Lord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5-  PLUS QUE L’AIR QUE J’INSPIRE PLUS QUE MES CHANTS,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More than the air I breath More than the song I sing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PLUS QUE MON CŒUR QUI BAT RIEN N'EST PLUS QUE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More than the next heartbeat More than anything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JE VEUX ÊTRE À TES CÔTÉS POUR L'ÉTERNITÉ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Lord as time goes by I'll be by your side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8-  CAR JE NE VEUX PLUS RETOURNER À MON PASSÉ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Cause I never want to go back to my old life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et 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ICI DANS TA PRÉSENCE C’EST LÀ MA VRAIE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 here in your presence is where i belong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CE VIEUX CŒUR BRISÉ A TROUVÉ SA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old broken heart has finally found a home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ET JE NE SERAI PLUS SEUL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i’ll never be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Pont2: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JE TE DONNE MES PLUS HAUTES LOUANGES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give You the highest praise   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JESUS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Jésus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PLUS QUE L'AIR QUE J'INSPIRE PLUS QUE CETTE MÉLODIE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the air I breathe More than the song I sing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PLUS QUE TOUT ICI JE VEUX PLUS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anything I need You more      x4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VEUX PLUS DE TOI BEAUCOUP PLUS QU’HIER </a:t>
            </a:r>
          </a:p>
          <a:p>
            <a:r>
              <a:rPr lang="fr-FR" smtClean="0"/>
              <a:t>I need you more, more than yesterday
2-  JE VEUX PLUS DE TOI PLUS QUE J’EN AI L’AIR </a:t>
            </a:r>
          </a:p>
          <a:p>
            <a:r>
              <a:rPr lang="fr-FR" smtClean="0"/>
              <a:t>I need you more, more than words can say
3-  JE VEUX PLUS DE TOI BEAUCOUP PLUS QU’AVANT </a:t>
            </a:r>
          </a:p>
          <a:p>
            <a:r>
              <a:rPr lang="fr-FR" smtClean="0"/>
              <a:t>I need you more, than ever before</a:t>
            </a:r>
          </a:p>
          <a:p>
            <a:r>
              <a:rPr lang="fr-FR" smtClean="0"/>
              <a:t>4-  J’AI BESOIN DE TOI, BIEN PLUS DE TOI</a:t>
            </a:r>
          </a:p>
          <a:p>
            <a:r>
              <a:rPr lang="fr-FR" smtClean="0"/>
              <a:t>I need you Lord, I need you Lord                                   x2</a:t>
            </a:r>
          </a:p>
          <a:p>
            <a:r>
              <a:rPr lang="fr-FR" smtClean="0"/>
              <a:t>
	5-  PLUS QUE L’AIR QUE J’INSPIRE PLUS QUE MES CHANTS, SEIGNEUR </a:t>
            </a:r>
          </a:p>
          <a:p>
            <a:r>
              <a:rPr lang="fr-FR" smtClean="0"/>
              <a:t>	More than the air I breath More than the song I sing</a:t>
            </a:r>
            <a:br>
              <a:rPr lang="fr-FR" smtClean="0"/>
            </a:br>
            <a:r>
              <a:rPr lang="fr-FR" smtClean="0"/>
              <a:t>	6-  PLUS QUE MON CŒUR QUI BAT RIEN N'EST PLUS QUE TOI</a:t>
            </a:r>
          </a:p>
          <a:p>
            <a:r>
              <a:rPr lang="fr-FR" smtClean="0"/>
              <a:t>	More than the next heartbeat More than anything </a:t>
            </a:r>
          </a:p>
          <a:p>
            <a:r>
              <a:rPr lang="fr-FR" smtClean="0"/>
              <a:t>	7-  JE VEUX ÊTRE À TES CÔTÉS POUR L'ÉTERNITÉ</a:t>
            </a:r>
          </a:p>
          <a:p>
            <a:r>
              <a:rPr lang="fr-FR" smtClean="0"/>
              <a:t>	and Lord as time goes by I'll be by your side</a:t>
            </a:r>
          </a:p>
          <a:p>
            <a:r>
              <a:rPr lang="fr-FR" smtClean="0"/>
              <a:t>	8-  CAR JE NE VEUX PLUS RETOURNER À MON PASSÉ</a:t>
            </a:r>
          </a:p>
          <a:p>
            <a:r>
              <a:rPr lang="fr-FR" smtClean="0"/>
              <a:t>	Cause I never want to go back to my old life</a:t>
            </a:r>
          </a:p>
          <a:p>
            <a:endParaRPr lang="fr-FR" smtClean="0"/>
          </a:p>
          <a:p>
            <a:r>
              <a:rPr lang="fr-FR" smtClean="0"/>
              <a:t>Couplet 1 et 2</a:t>
            </a:r>
          </a:p>
          <a:p>
            <a:endParaRPr lang="fr-FR" smtClean="0"/>
          </a:p>
          <a:p>
            <a:r>
              <a:rPr lang="fr-FR" smtClean="0"/>
              <a:t>Pont1:</a:t>
            </a:r>
          </a:p>
          <a:p>
            <a:r>
              <a:rPr lang="fr-FR" smtClean="0"/>
              <a:t>9- ICI DANS TA PRÉSENCE C’EST LÀ MA VRAIE PLACE </a:t>
            </a:r>
          </a:p>
          <a:p>
            <a:r>
              <a:rPr lang="fr-FR" smtClean="0"/>
              <a:t>Right here in your presence is where i belong </a:t>
            </a:r>
          </a:p>
          <a:p>
            <a:r>
              <a:rPr lang="fr-FR" smtClean="0"/>
              <a:t>10- CE VIEUX CŒUR BRISÉ A TROUVÉ SA PLACE </a:t>
            </a:r>
          </a:p>
          <a:p>
            <a:r>
              <a:rPr lang="fr-FR" smtClean="0"/>
              <a:t>This old broken heart has finally found a home </a:t>
            </a:r>
          </a:p>
          <a:p>
            <a:r>
              <a:rPr lang="fr-FR" smtClean="0"/>
              <a:t>11- ET JE NE SERAI PLUS SEUL</a:t>
            </a:r>
          </a:p>
          <a:p>
            <a:r>
              <a:rPr lang="fr-FR" smtClean="0"/>
              <a:t>And i’ll never be alone </a:t>
            </a:r>
          </a:p>
          <a:p>
            <a:endParaRPr lang="fr-FR" smtClean="0"/>
          </a:p>
          <a:p>
            <a:r>
              <a:rPr lang="fr-FR" smtClean="0"/>
              <a:t>Pont2: </a:t>
            </a:r>
          </a:p>
          <a:p>
            <a:r>
              <a:rPr lang="fr-FR" smtClean="0"/>
              <a:t>12- JE TE DONNE MES PLUS HAUTES LOUANGES</a:t>
            </a:r>
          </a:p>
          <a:p>
            <a:r>
              <a:rPr lang="fr-FR" smtClean="0"/>
              <a:t>We give You the highest praise    X3</a:t>
            </a:r>
          </a:p>
          <a:p>
            <a:r>
              <a:rPr lang="fr-FR" smtClean="0"/>
              <a:t>13- JESUS</a:t>
            </a:r>
          </a:p>
          <a:p>
            <a:r>
              <a:rPr lang="fr-FR" smtClean="0"/>
              <a:t>Jésus    x4</a:t>
            </a:r>
          </a:p>
          <a:p>
            <a:r>
              <a:rPr lang="fr-FR" smtClean="0"/>
              <a:t>14- PLUS QUE L'AIR QUE J'INSPIRE PLUS QUE CETTE MÉLODIE</a:t>
            </a:r>
          </a:p>
          <a:p>
            <a:r>
              <a:rPr lang="fr-FR" smtClean="0"/>
              <a:t>More than the air I breathe More than the song I sing</a:t>
            </a:r>
          </a:p>
          <a:p>
            <a:r>
              <a:rPr lang="fr-FR" smtClean="0"/>
              <a:t>15- PLUS QUE TOUT ICI JE VEUX PLUS DE TOI</a:t>
            </a:r>
          </a:p>
          <a:p>
            <a:r>
              <a:rPr lang="fr-FR" smtClean="0"/>
              <a:t>More than anything I need You more      x4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2300070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VEUX PLUS DE TOI BEAUCOUP PLUS QU’HIER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yesterday
2-  JE VEUX PLUS DE TOI PLUS QUE J’EN AI L’AIR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words can say
3-  JE VEUX PLUS DE TOI BEAUCOUP PLUS QU’AVANT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than 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J’AI BESOIN DE TOI, BIEN PLUS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Lord, I need you Lord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5-  PLUS QUE L’AIR QUE J’INSPIRE PLUS QUE MES CHANTS,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More than the air I breath More than the song I sing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PLUS QUE MON CŒUR QUI BAT RIEN N'EST PLUS QUE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More than the next heartbeat More than anything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JE VEUX ÊTRE À TES CÔTÉS POUR L'ÉTERNITÉ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Lord as time goes by I'll be by your side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8-  CAR JE NE VEUX PLUS RETOURNER À MON PASSÉ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Cause I never want to go back to my old life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et 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ICI DANS TA PRÉSENCE C’EST LÀ MA VRAIE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 here in your presence is where i belong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CE VIEUX CŒUR BRISÉ A TROUVÉ SA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old broken heart has finally found a home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ET JE NE SERAI PLUS SEUL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i’ll never be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Pont2: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JE TE DONNE MES PLUS HAUTES LOUANGES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give You the highest praise   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JESUS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Jésus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PLUS QUE L'AIR QUE J'INSPIRE PLUS QUE CETTE MÉLODIE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the air I breathe More than the song I sing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PLUS QUE TOUT ICI JE VEUX PLUS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anything I need You more      x4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VEUX PLUS DE TOI BEAUCOUP PLUS QU’HIER </a:t>
            </a:r>
          </a:p>
          <a:p>
            <a:r>
              <a:rPr lang="fr-FR" smtClean="0"/>
              <a:t>I need you more, more than yesterday
2-  JE VEUX PLUS DE TOI PLUS QUE J’EN AI L’AIR </a:t>
            </a:r>
          </a:p>
          <a:p>
            <a:r>
              <a:rPr lang="fr-FR" smtClean="0"/>
              <a:t>I need you more, more than words can say
3-  JE VEUX PLUS DE TOI BEAUCOUP PLUS QU’AVANT </a:t>
            </a:r>
          </a:p>
          <a:p>
            <a:r>
              <a:rPr lang="fr-FR" smtClean="0"/>
              <a:t>I need you more, than ever before</a:t>
            </a:r>
          </a:p>
          <a:p>
            <a:r>
              <a:rPr lang="fr-FR" smtClean="0"/>
              <a:t>4-  J’AI BESOIN DE TOI, BIEN PLUS DE TOI</a:t>
            </a:r>
          </a:p>
          <a:p>
            <a:r>
              <a:rPr lang="fr-FR" smtClean="0"/>
              <a:t>I need you Lord, I need you Lord                                   x2</a:t>
            </a:r>
          </a:p>
          <a:p>
            <a:r>
              <a:rPr lang="fr-FR" smtClean="0"/>
              <a:t>
	5-  PLUS QUE L’AIR QUE J’INSPIRE PLUS QUE MES CHANTS, SEIGNEUR </a:t>
            </a:r>
          </a:p>
          <a:p>
            <a:r>
              <a:rPr lang="fr-FR" smtClean="0"/>
              <a:t>	More than the air I breath More than the song I sing</a:t>
            </a:r>
            <a:br>
              <a:rPr lang="fr-FR" smtClean="0"/>
            </a:br>
            <a:r>
              <a:rPr lang="fr-FR" smtClean="0"/>
              <a:t>	6-  PLUS QUE MON CŒUR QUI BAT RIEN N'EST PLUS QUE TOI</a:t>
            </a:r>
          </a:p>
          <a:p>
            <a:r>
              <a:rPr lang="fr-FR" smtClean="0"/>
              <a:t>	More than the next heartbeat More than anything </a:t>
            </a:r>
          </a:p>
          <a:p>
            <a:r>
              <a:rPr lang="fr-FR" smtClean="0"/>
              <a:t>	7-  JE VEUX ÊTRE À TES CÔTÉS POUR L'ÉTERNITÉ</a:t>
            </a:r>
          </a:p>
          <a:p>
            <a:r>
              <a:rPr lang="fr-FR" smtClean="0"/>
              <a:t>	and Lord as time goes by I'll be by your side</a:t>
            </a:r>
          </a:p>
          <a:p>
            <a:r>
              <a:rPr lang="fr-FR" smtClean="0"/>
              <a:t>	8-  CAR JE NE VEUX PLUS RETOURNER À MON PASSÉ</a:t>
            </a:r>
          </a:p>
          <a:p>
            <a:r>
              <a:rPr lang="fr-FR" smtClean="0"/>
              <a:t>	Cause I never want to go back to my old life</a:t>
            </a:r>
          </a:p>
          <a:p>
            <a:endParaRPr lang="fr-FR" smtClean="0"/>
          </a:p>
          <a:p>
            <a:r>
              <a:rPr lang="fr-FR" smtClean="0"/>
              <a:t>Couplet 1 et 2</a:t>
            </a:r>
          </a:p>
          <a:p>
            <a:endParaRPr lang="fr-FR" smtClean="0"/>
          </a:p>
          <a:p>
            <a:r>
              <a:rPr lang="fr-FR" smtClean="0"/>
              <a:t>Pont1:</a:t>
            </a:r>
          </a:p>
          <a:p>
            <a:r>
              <a:rPr lang="fr-FR" smtClean="0"/>
              <a:t>9- ICI DANS TA PRÉSENCE C’EST LÀ MA VRAIE PLACE </a:t>
            </a:r>
          </a:p>
          <a:p>
            <a:r>
              <a:rPr lang="fr-FR" smtClean="0"/>
              <a:t>Right here in your presence is where i belong </a:t>
            </a:r>
          </a:p>
          <a:p>
            <a:r>
              <a:rPr lang="fr-FR" smtClean="0"/>
              <a:t>10- CE VIEUX CŒUR BRISÉ A TROUVÉ SA PLACE </a:t>
            </a:r>
          </a:p>
          <a:p>
            <a:r>
              <a:rPr lang="fr-FR" smtClean="0"/>
              <a:t>This old broken heart has finally found a home </a:t>
            </a:r>
          </a:p>
          <a:p>
            <a:r>
              <a:rPr lang="fr-FR" smtClean="0"/>
              <a:t>11- ET JE NE SERAI PLUS SEUL</a:t>
            </a:r>
          </a:p>
          <a:p>
            <a:r>
              <a:rPr lang="fr-FR" smtClean="0"/>
              <a:t>And i’ll never be alone </a:t>
            </a:r>
          </a:p>
          <a:p>
            <a:endParaRPr lang="fr-FR" smtClean="0"/>
          </a:p>
          <a:p>
            <a:r>
              <a:rPr lang="fr-FR" smtClean="0"/>
              <a:t>Pont2: </a:t>
            </a:r>
          </a:p>
          <a:p>
            <a:r>
              <a:rPr lang="fr-FR" smtClean="0"/>
              <a:t>12- JE TE DONNE MES PLUS HAUTES LOUANGES</a:t>
            </a:r>
          </a:p>
          <a:p>
            <a:r>
              <a:rPr lang="fr-FR" smtClean="0"/>
              <a:t>We give You the highest praise    X3</a:t>
            </a:r>
          </a:p>
          <a:p>
            <a:r>
              <a:rPr lang="fr-FR" smtClean="0"/>
              <a:t>13- JESUS</a:t>
            </a:r>
          </a:p>
          <a:p>
            <a:r>
              <a:rPr lang="fr-FR" smtClean="0"/>
              <a:t>Jésus    x4</a:t>
            </a:r>
          </a:p>
          <a:p>
            <a:r>
              <a:rPr lang="fr-FR" smtClean="0"/>
              <a:t>14- PLUS QUE L'AIR QUE J'INSPIRE PLUS QUE CETTE MÉLODIE</a:t>
            </a:r>
          </a:p>
          <a:p>
            <a:r>
              <a:rPr lang="fr-FR" smtClean="0"/>
              <a:t>More than the air I breathe More than the song I sing</a:t>
            </a:r>
          </a:p>
          <a:p>
            <a:r>
              <a:rPr lang="fr-FR" smtClean="0"/>
              <a:t>15- PLUS QUE TOUT ICI JE VEUX PLUS DE TOI</a:t>
            </a:r>
          </a:p>
          <a:p>
            <a:r>
              <a:rPr lang="fr-FR" smtClean="0"/>
              <a:t>More than anything I need You more      x4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2300070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VEUX PLUS DE TOI BEAUCOUP PLUS QU’HIER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more, more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yesterday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JE VEUX PLUS DE TOI PLUS QUE J’EN AI L’AIR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more, more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words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JE VEUX PLUS DE TOI BEAUCOUP PLUS QU’AVANT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more,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J’AI BESOIN DE TOI, BIEN PLUS DE TOI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Lord,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Lord                                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5-  PLUS QUE L’AIR QUE J’INSPIRE PLUS QUE MES CHANTS, SEIGNEUR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More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air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breath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PLUS QUE MON CŒUR QUI BAT RIEN N'EST PLUS QUE TOI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More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heartbeat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anything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JE VEUX ÊTRE À TES CÔTÉS POUR L'ÉTERNITÉ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Lord as time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side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8-  CAR JE NE VEUX PLUS RETOURNER À MON PASSÉ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Cause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never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want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go back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life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et 2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Pont1: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ICI DANS TA PRÉSENCE C’EST LÀ MA VRAIE PLACE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presence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belong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CE VIEUX CŒUR BRISÉ A TROUVÉ SA PLACE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broken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home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ET JE NE SERAI PLUS SEUL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i’ll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never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alone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Pont2: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JE TE DONNE MES PLUS HAUTES LOUANGES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highest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X3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JESUS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Jésus 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PLUS QUE L'AIR QUE J'INSPIRE PLUS QUE CETTE MÉLODIE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air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breathe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PLUS QUE TOUT ICI JE VEUX PLUS DE TOI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anything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more      x4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VEUX PLUS DE TOI BEAUCOUP PLUS QU’HIER </a:t>
            </a:r>
          </a:p>
          <a:p>
            <a:r>
              <a:rPr lang="fr-FR" smtClean="0"/>
              <a:t>I need you more, more than yesterday
2-  JE VEUX PLUS DE TOI PLUS QUE J’EN AI L’AIR </a:t>
            </a:r>
          </a:p>
          <a:p>
            <a:r>
              <a:rPr lang="fr-FR" smtClean="0"/>
              <a:t>I need you more, more than words can say
3-  JE VEUX PLUS DE TOI BEAUCOUP PLUS QU’AVANT </a:t>
            </a:r>
          </a:p>
          <a:p>
            <a:r>
              <a:rPr lang="fr-FR" smtClean="0"/>
              <a:t>I need you more, than ever before</a:t>
            </a:r>
          </a:p>
          <a:p>
            <a:r>
              <a:rPr lang="fr-FR" smtClean="0"/>
              <a:t>4-  J’AI BESOIN DE TOI, BIEN PLUS DE TOI</a:t>
            </a:r>
          </a:p>
          <a:p>
            <a:r>
              <a:rPr lang="fr-FR" smtClean="0"/>
              <a:t>I need you Lord, I need you Lord                                   x2</a:t>
            </a:r>
          </a:p>
          <a:p>
            <a:r>
              <a:rPr lang="fr-FR" smtClean="0"/>
              <a:t>
	5-  PLUS QUE L’AIR QUE J’INSPIRE PLUS QUE MES CHANTS, SEIGNEUR </a:t>
            </a:r>
          </a:p>
          <a:p>
            <a:r>
              <a:rPr lang="fr-FR" smtClean="0"/>
              <a:t>	More than the air I breath More than the song I sing</a:t>
            </a:r>
            <a:br>
              <a:rPr lang="fr-FR" smtClean="0"/>
            </a:br>
            <a:r>
              <a:rPr lang="fr-FR" smtClean="0"/>
              <a:t>	6-  PLUS QUE MON CŒUR QUI BAT RIEN N'EST PLUS QUE TOI</a:t>
            </a:r>
          </a:p>
          <a:p>
            <a:r>
              <a:rPr lang="fr-FR" smtClean="0"/>
              <a:t>	More than the next heartbeat More than anything </a:t>
            </a:r>
          </a:p>
          <a:p>
            <a:r>
              <a:rPr lang="fr-FR" smtClean="0"/>
              <a:t>	7-  JE VEUX ÊTRE À TES CÔTÉS POUR L'ÉTERNITÉ</a:t>
            </a:r>
          </a:p>
          <a:p>
            <a:r>
              <a:rPr lang="fr-FR" smtClean="0"/>
              <a:t>	and Lord as time goes by I'll be by your side</a:t>
            </a:r>
          </a:p>
          <a:p>
            <a:r>
              <a:rPr lang="fr-FR" smtClean="0"/>
              <a:t>	8-  CAR JE NE VEUX PLUS RETOURNER À MON PASSÉ</a:t>
            </a:r>
          </a:p>
          <a:p>
            <a:r>
              <a:rPr lang="fr-FR" smtClean="0"/>
              <a:t>	Cause I never want to go back to my old life</a:t>
            </a:r>
          </a:p>
          <a:p>
            <a:endParaRPr lang="fr-FR" smtClean="0"/>
          </a:p>
          <a:p>
            <a:r>
              <a:rPr lang="fr-FR" smtClean="0"/>
              <a:t>Couplet 1 et 2</a:t>
            </a:r>
          </a:p>
          <a:p>
            <a:endParaRPr lang="fr-FR" smtClean="0"/>
          </a:p>
          <a:p>
            <a:r>
              <a:rPr lang="fr-FR" smtClean="0"/>
              <a:t>Pont1:</a:t>
            </a:r>
          </a:p>
          <a:p>
            <a:r>
              <a:rPr lang="fr-FR" smtClean="0"/>
              <a:t>9- ICI DANS TA PRÉSENCE C’EST LÀ MA VRAIE PLACE </a:t>
            </a:r>
          </a:p>
          <a:p>
            <a:r>
              <a:rPr lang="fr-FR" smtClean="0"/>
              <a:t>Right here in your presence is where i belong </a:t>
            </a:r>
          </a:p>
          <a:p>
            <a:r>
              <a:rPr lang="fr-FR" smtClean="0"/>
              <a:t>10- CE VIEUX CŒUR BRISÉ A TROUVÉ SA PLACE </a:t>
            </a:r>
          </a:p>
          <a:p>
            <a:r>
              <a:rPr lang="fr-FR" smtClean="0"/>
              <a:t>This old broken heart has finally found a home </a:t>
            </a:r>
          </a:p>
          <a:p>
            <a:r>
              <a:rPr lang="fr-FR" smtClean="0"/>
              <a:t>11- ET JE NE SERAI PLUS SEUL</a:t>
            </a:r>
          </a:p>
          <a:p>
            <a:r>
              <a:rPr lang="fr-FR" smtClean="0"/>
              <a:t>And i’ll never be alone </a:t>
            </a:r>
          </a:p>
          <a:p>
            <a:endParaRPr lang="fr-FR" smtClean="0"/>
          </a:p>
          <a:p>
            <a:r>
              <a:rPr lang="fr-FR" smtClean="0"/>
              <a:t>Pont2: </a:t>
            </a:r>
          </a:p>
          <a:p>
            <a:r>
              <a:rPr lang="fr-FR" smtClean="0"/>
              <a:t>12- JE TE DONNE MES PLUS HAUTES LOUANGES</a:t>
            </a:r>
          </a:p>
          <a:p>
            <a:r>
              <a:rPr lang="fr-FR" smtClean="0"/>
              <a:t>We give You the highest praise    X3</a:t>
            </a:r>
          </a:p>
          <a:p>
            <a:r>
              <a:rPr lang="fr-FR" smtClean="0"/>
              <a:t>13- JESUS</a:t>
            </a:r>
          </a:p>
          <a:p>
            <a:r>
              <a:rPr lang="fr-FR" smtClean="0"/>
              <a:t>Jésus    x4</a:t>
            </a:r>
          </a:p>
          <a:p>
            <a:r>
              <a:rPr lang="fr-FR" smtClean="0"/>
              <a:t>14- PLUS QUE L'AIR QUE J'INSPIRE PLUS QUE CETTE MÉLODIE</a:t>
            </a:r>
          </a:p>
          <a:p>
            <a:r>
              <a:rPr lang="fr-FR" smtClean="0"/>
              <a:t>More than the air I breathe More than the song I sing</a:t>
            </a:r>
          </a:p>
          <a:p>
            <a:r>
              <a:rPr lang="fr-FR" smtClean="0"/>
              <a:t>15- PLUS QUE TOUT ICI JE VEUX PLUS DE TOI</a:t>
            </a:r>
          </a:p>
          <a:p>
            <a:r>
              <a:rPr lang="fr-FR" smtClean="0"/>
              <a:t>More than anything I need You more      x4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2300070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VEUX PLUS DE TOI BEAUCOUP PLUS QU’HIER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yesterday
2-  JE VEUX PLUS DE TOI PLUS QUE J’EN AI L’AIR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words can say
3-  JE VEUX PLUS DE TOI BEAUCOUP PLUS QU’AVANT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than 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J’AI BESOIN DE TOI, BIEN PLUS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Lord, I need you Lord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5-  PLUS QUE L’AIR QUE J’INSPIRE PLUS QUE MES CHANTS,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More than the air I breath More than the song I sing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PLUS QUE MON CŒUR QUI BAT RIEN N'EST PLUS QUE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More than the next heartbeat More than anything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JE VEUX ÊTRE À TES CÔTÉS POUR L'ÉTERNITÉ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Lord as time goes by I'll be by your side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8-  CAR JE NE VEUX PLUS RETOURNER À MON PASSÉ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Cause I never want to go back to my old life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et 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ICI DANS TA PRÉSENCE C’EST LÀ MA VRAIE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 here in your presence is where i belong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CE VIEUX CŒUR BRISÉ A TROUVÉ SA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old broken heart has finally found a home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ET JE NE SERAI PLUS SEUL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i’ll never be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Pont2: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JE TE DONNE MES PLUS HAUTES LOUANGES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give You the highest praise   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JESUS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Jésus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PLUS QUE L'AIR QUE J'INSPIRE PLUS QUE CETTE MÉLODIE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the air I breathe More than the song I sing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PLUS QUE TOUT ICI JE VEUX PLUS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anything I need You more      x4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VEUX PLUS DE TOI BEAUCOUP PLUS QU’HIER </a:t>
            </a:r>
          </a:p>
          <a:p>
            <a:r>
              <a:rPr lang="fr-FR" smtClean="0"/>
              <a:t>I need you more, more than yesterday
2-  JE VEUX PLUS DE TOI PLUS QUE J’EN AI L’AIR </a:t>
            </a:r>
          </a:p>
          <a:p>
            <a:r>
              <a:rPr lang="fr-FR" smtClean="0"/>
              <a:t>I need you more, more than words can say
3-  JE VEUX PLUS DE TOI BEAUCOUP PLUS QU’AVANT </a:t>
            </a:r>
          </a:p>
          <a:p>
            <a:r>
              <a:rPr lang="fr-FR" smtClean="0"/>
              <a:t>I need you more, than ever before</a:t>
            </a:r>
          </a:p>
          <a:p>
            <a:r>
              <a:rPr lang="fr-FR" smtClean="0"/>
              <a:t>4-  J’AI BESOIN DE TOI, BIEN PLUS DE TOI</a:t>
            </a:r>
          </a:p>
          <a:p>
            <a:r>
              <a:rPr lang="fr-FR" smtClean="0"/>
              <a:t>I need you Lord, I need you Lord                                   x2</a:t>
            </a:r>
          </a:p>
          <a:p>
            <a:r>
              <a:rPr lang="fr-FR" smtClean="0"/>
              <a:t>
	5-  PLUS QUE L’AIR QUE J’INSPIRE PLUS QUE MES CHANTS, SEIGNEUR </a:t>
            </a:r>
          </a:p>
          <a:p>
            <a:r>
              <a:rPr lang="fr-FR" smtClean="0"/>
              <a:t>	More than the air I breath More than the song I sing</a:t>
            </a:r>
            <a:br>
              <a:rPr lang="fr-FR" smtClean="0"/>
            </a:br>
            <a:r>
              <a:rPr lang="fr-FR" smtClean="0"/>
              <a:t>	6-  PLUS QUE MON CŒUR QUI BAT RIEN N'EST PLUS QUE TOI</a:t>
            </a:r>
          </a:p>
          <a:p>
            <a:r>
              <a:rPr lang="fr-FR" smtClean="0"/>
              <a:t>	More than the next heartbeat More than anything </a:t>
            </a:r>
          </a:p>
          <a:p>
            <a:r>
              <a:rPr lang="fr-FR" smtClean="0"/>
              <a:t>	7-  JE VEUX ÊTRE À TES CÔTÉS POUR L'ÉTERNITÉ</a:t>
            </a:r>
          </a:p>
          <a:p>
            <a:r>
              <a:rPr lang="fr-FR" smtClean="0"/>
              <a:t>	and Lord as time goes by I'll be by your side</a:t>
            </a:r>
          </a:p>
          <a:p>
            <a:r>
              <a:rPr lang="fr-FR" smtClean="0"/>
              <a:t>	8-  CAR JE NE VEUX PLUS RETOURNER À MON PASSÉ</a:t>
            </a:r>
          </a:p>
          <a:p>
            <a:r>
              <a:rPr lang="fr-FR" smtClean="0"/>
              <a:t>	Cause I never want to go back to my old life</a:t>
            </a:r>
          </a:p>
          <a:p>
            <a:endParaRPr lang="fr-FR" smtClean="0"/>
          </a:p>
          <a:p>
            <a:r>
              <a:rPr lang="fr-FR" smtClean="0"/>
              <a:t>Couplet 1 et 2</a:t>
            </a:r>
          </a:p>
          <a:p>
            <a:endParaRPr lang="fr-FR" smtClean="0"/>
          </a:p>
          <a:p>
            <a:r>
              <a:rPr lang="fr-FR" smtClean="0"/>
              <a:t>Pont1:</a:t>
            </a:r>
          </a:p>
          <a:p>
            <a:r>
              <a:rPr lang="fr-FR" smtClean="0"/>
              <a:t>9- ICI DANS TA PRÉSENCE C’EST LÀ MA VRAIE PLACE </a:t>
            </a:r>
          </a:p>
          <a:p>
            <a:r>
              <a:rPr lang="fr-FR" smtClean="0"/>
              <a:t>Right here in your presence is where i belong </a:t>
            </a:r>
          </a:p>
          <a:p>
            <a:r>
              <a:rPr lang="fr-FR" smtClean="0"/>
              <a:t>10- CE VIEUX CŒUR BRISÉ A TROUVÉ SA PLACE </a:t>
            </a:r>
          </a:p>
          <a:p>
            <a:r>
              <a:rPr lang="fr-FR" smtClean="0"/>
              <a:t>This old broken heart has finally found a home </a:t>
            </a:r>
          </a:p>
          <a:p>
            <a:r>
              <a:rPr lang="fr-FR" smtClean="0"/>
              <a:t>11- ET JE NE SERAI PLUS SEUL</a:t>
            </a:r>
          </a:p>
          <a:p>
            <a:r>
              <a:rPr lang="fr-FR" smtClean="0"/>
              <a:t>And i’ll never be alone </a:t>
            </a:r>
          </a:p>
          <a:p>
            <a:endParaRPr lang="fr-FR" smtClean="0"/>
          </a:p>
          <a:p>
            <a:r>
              <a:rPr lang="fr-FR" smtClean="0"/>
              <a:t>Pont2: </a:t>
            </a:r>
          </a:p>
          <a:p>
            <a:r>
              <a:rPr lang="fr-FR" smtClean="0"/>
              <a:t>12- JE TE DONNE MES PLUS HAUTES LOUANGES</a:t>
            </a:r>
          </a:p>
          <a:p>
            <a:r>
              <a:rPr lang="fr-FR" smtClean="0"/>
              <a:t>We give You the highest praise    X3</a:t>
            </a:r>
          </a:p>
          <a:p>
            <a:r>
              <a:rPr lang="fr-FR" smtClean="0"/>
              <a:t>13- JESUS</a:t>
            </a:r>
          </a:p>
          <a:p>
            <a:r>
              <a:rPr lang="fr-FR" smtClean="0"/>
              <a:t>Jésus    x4</a:t>
            </a:r>
          </a:p>
          <a:p>
            <a:r>
              <a:rPr lang="fr-FR" smtClean="0"/>
              <a:t>14- PLUS QUE L'AIR QUE J'INSPIRE PLUS QUE CETTE MÉLODIE</a:t>
            </a:r>
          </a:p>
          <a:p>
            <a:r>
              <a:rPr lang="fr-FR" smtClean="0"/>
              <a:t>More than the air I breathe More than the song I sing</a:t>
            </a:r>
          </a:p>
          <a:p>
            <a:r>
              <a:rPr lang="fr-FR" smtClean="0"/>
              <a:t>15- PLUS QUE TOUT ICI JE VEUX PLUS DE TOI</a:t>
            </a:r>
          </a:p>
          <a:p>
            <a:r>
              <a:rPr lang="fr-FR" smtClean="0"/>
              <a:t>More than anything I need You more      x4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2300070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JE VEUX PLUS DE TOI BEAUCOUP PLUS QU’HIER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yesterday
2-  JE VEUX PLUS DE TOI PLUS QUE J’EN AI L’AIR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words can say
3-  JE VEUX PLUS DE TOI BEAUCOUP PLUS QU’AVANT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than 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J’AI BESOIN DE TOI, BIEN PLUS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Lord, I need you Lord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5-  PLUS QUE L’AIR QUE J’INSPIRE PLUS QUE MES CHANTS,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More than the air I breath More than the song I sing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PLUS QUE MON CŒUR QUI BAT RIEN N'EST PLUS QUE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More than the next heartbeat More than anything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JE VEUX ÊTRE À TES CÔTÉS POUR L'ÉTERNITÉ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Lord as time goes by I'll be by your side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8-  CAR JE NE VEUX PLUS RETOURNER À MON PASSÉ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Cause I never want to go back to my old life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et 2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ICI DANS TA PRÉSENCE C’EST LÀ MA VRAIE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 here in your presence is where i belong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CE VIEUX CŒUR BRISÉ A TROUVÉ SA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old broken heart has finally found a home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ET JE NE SERAI PLUS SEUL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i’ll never be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Pont2: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JE TE DONNE MES PLUS HAUTES LOUANGES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give You the highest praise   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JESUS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Jésus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PLUS QUE L'AIR QUE J'INSPIRE PLUS QUE CETTE MÉLODIE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the air I breathe More than the song I sing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PLUS QUE TOUT ICI JE VEUX PLUS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anything I need You more      x4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VEUX PLUS DE TOI BEAUCOUP PLUS QU’HIER </a:t>
            </a:r>
          </a:p>
          <a:p>
            <a:r>
              <a:rPr lang="fr-FR" smtClean="0"/>
              <a:t>I need you more, more than yesterday
2-  JE VEUX PLUS DE TOI PLUS QUE J’EN AI L’AIR </a:t>
            </a:r>
          </a:p>
          <a:p>
            <a:r>
              <a:rPr lang="fr-FR" smtClean="0"/>
              <a:t>I need you more, more than words can say
3-  JE VEUX PLUS DE TOI BEAUCOUP PLUS QU’AVANT </a:t>
            </a:r>
          </a:p>
          <a:p>
            <a:r>
              <a:rPr lang="fr-FR" smtClean="0"/>
              <a:t>I need you more, than ever before</a:t>
            </a:r>
          </a:p>
          <a:p>
            <a:r>
              <a:rPr lang="fr-FR" smtClean="0"/>
              <a:t>4-  J’AI BESOIN DE TOI, BIEN PLUS DE TOI</a:t>
            </a:r>
          </a:p>
          <a:p>
            <a:r>
              <a:rPr lang="fr-FR" smtClean="0"/>
              <a:t>I need you Lord, I need you Lord                                   x2</a:t>
            </a:r>
          </a:p>
          <a:p>
            <a:r>
              <a:rPr lang="fr-FR" smtClean="0"/>
              <a:t>
	5-  PLUS QUE L’AIR QUE J’INSPIRE PLUS QUE MES CHANTS, SEIGNEUR </a:t>
            </a:r>
          </a:p>
          <a:p>
            <a:r>
              <a:rPr lang="fr-FR" smtClean="0"/>
              <a:t>	More than the air I breath More than the song I sing</a:t>
            </a:r>
            <a:br>
              <a:rPr lang="fr-FR" smtClean="0"/>
            </a:br>
            <a:r>
              <a:rPr lang="fr-FR" smtClean="0"/>
              <a:t>	6-  PLUS QUE MON CŒUR QUI BAT RIEN N'EST PLUS QUE TOI</a:t>
            </a:r>
          </a:p>
          <a:p>
            <a:r>
              <a:rPr lang="fr-FR" smtClean="0"/>
              <a:t>	More than the next heartbeat More than anything </a:t>
            </a:r>
          </a:p>
          <a:p>
            <a:r>
              <a:rPr lang="fr-FR" smtClean="0"/>
              <a:t>	7-  JE VEUX ÊTRE À TES CÔTÉS POUR L'ÉTERNITÉ</a:t>
            </a:r>
          </a:p>
          <a:p>
            <a:r>
              <a:rPr lang="fr-FR" smtClean="0"/>
              <a:t>	and Lord as time goes by I'll be by your side</a:t>
            </a:r>
          </a:p>
          <a:p>
            <a:r>
              <a:rPr lang="fr-FR" smtClean="0"/>
              <a:t>	8-  CAR JE NE VEUX PLUS RETOURNER À MON PASSÉ</a:t>
            </a:r>
          </a:p>
          <a:p>
            <a:r>
              <a:rPr lang="fr-FR" smtClean="0"/>
              <a:t>	Cause I never want to go back to my old life</a:t>
            </a:r>
          </a:p>
          <a:p>
            <a:endParaRPr lang="fr-FR" smtClean="0"/>
          </a:p>
          <a:p>
            <a:r>
              <a:rPr lang="fr-FR" smtClean="0"/>
              <a:t>Couplet 1 et 2</a:t>
            </a:r>
          </a:p>
          <a:p>
            <a:endParaRPr lang="fr-FR" smtClean="0"/>
          </a:p>
          <a:p>
            <a:r>
              <a:rPr lang="fr-FR" smtClean="0"/>
              <a:t>Pont1:</a:t>
            </a:r>
          </a:p>
          <a:p>
            <a:r>
              <a:rPr lang="fr-FR" smtClean="0"/>
              <a:t>9- ICI DANS TA PRÉSENCE C’EST LÀ MA VRAIE PLACE </a:t>
            </a:r>
          </a:p>
          <a:p>
            <a:r>
              <a:rPr lang="fr-FR" smtClean="0"/>
              <a:t>Right here in your presence is where i belong </a:t>
            </a:r>
          </a:p>
          <a:p>
            <a:r>
              <a:rPr lang="fr-FR" smtClean="0"/>
              <a:t>10- CE VIEUX CŒUR BRISÉ A TROUVÉ SA PLACE </a:t>
            </a:r>
          </a:p>
          <a:p>
            <a:r>
              <a:rPr lang="fr-FR" smtClean="0"/>
              <a:t>This old broken heart has finally found a home </a:t>
            </a:r>
          </a:p>
          <a:p>
            <a:r>
              <a:rPr lang="fr-FR" smtClean="0"/>
              <a:t>11- ET JE NE SERAI PLUS SEUL</a:t>
            </a:r>
          </a:p>
          <a:p>
            <a:r>
              <a:rPr lang="fr-FR" smtClean="0"/>
              <a:t>And i’ll never be alone </a:t>
            </a:r>
          </a:p>
          <a:p>
            <a:endParaRPr lang="fr-FR" smtClean="0"/>
          </a:p>
          <a:p>
            <a:r>
              <a:rPr lang="fr-FR" smtClean="0"/>
              <a:t>Pont2: </a:t>
            </a:r>
          </a:p>
          <a:p>
            <a:r>
              <a:rPr lang="fr-FR" smtClean="0"/>
              <a:t>12- JE TE DONNE MES PLUS HAUTES LOUANGES</a:t>
            </a:r>
          </a:p>
          <a:p>
            <a:r>
              <a:rPr lang="fr-FR" smtClean="0"/>
              <a:t>We give You the highest praise    X3</a:t>
            </a:r>
          </a:p>
          <a:p>
            <a:r>
              <a:rPr lang="fr-FR" smtClean="0"/>
              <a:t>13- JESUS</a:t>
            </a:r>
          </a:p>
          <a:p>
            <a:r>
              <a:rPr lang="fr-FR" smtClean="0"/>
              <a:t>Jésus    x4</a:t>
            </a:r>
          </a:p>
          <a:p>
            <a:r>
              <a:rPr lang="fr-FR" smtClean="0"/>
              <a:t>14- PLUS QUE L'AIR QUE J'INSPIRE PLUS QUE CETTE MÉLODIE</a:t>
            </a:r>
          </a:p>
          <a:p>
            <a:r>
              <a:rPr lang="fr-FR" smtClean="0"/>
              <a:t>More than the air I breathe More than the song I sing</a:t>
            </a:r>
          </a:p>
          <a:p>
            <a:r>
              <a:rPr lang="fr-FR" smtClean="0"/>
              <a:t>15- PLUS QUE TOUT ICI JE VEUX PLUS DE TOI</a:t>
            </a:r>
          </a:p>
          <a:p>
            <a:r>
              <a:rPr lang="fr-FR" smtClean="0"/>
              <a:t>More than anything I need You more      x4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230007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PLUS DE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BEAUCOUP PLUS QU’HIER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PLUS DE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J’EN AI L’AIR</a:t>
            </a:r>
          </a:p>
        </p:txBody>
      </p:sp>
    </p:spTree>
    <p:extLst>
      <p:ext uri="{BB962C8B-B14F-4D97-AF65-F5344CB8AC3E}">
        <p14:creationId xmlns:p14="http://schemas.microsoft.com/office/powerpoint/2010/main" xmlns="" val="824474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PLUS DE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JAMAIS AVANT</a:t>
            </a:r>
          </a:p>
        </p:txBody>
      </p:sp>
    </p:spTree>
    <p:extLst>
      <p:ext uri="{BB962C8B-B14F-4D97-AF65-F5344CB8AC3E}">
        <p14:creationId xmlns:p14="http://schemas.microsoft.com/office/powerpoint/2010/main" xmlns="" val="3533016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PLUS DE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BIEN PLUS DE TOI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56268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QUE L’AIR QUE J’INSPIRE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QUE CETTE MÉLODIE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970682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75432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QUE MON CŒUR QUI BAT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RIEN N'EST PLUS QUE TOI</a:t>
            </a:r>
          </a:p>
          <a:p>
            <a:pPr algn="ctr">
              <a:lnSpc>
                <a:spcPct val="90000"/>
              </a:lnSpc>
              <a:defRPr/>
            </a:pP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4143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ÊTRE À TES CÔTÉS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L'ÉTERNITÉ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73220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JE NE VEUX PLUS RETOURNER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MON PASSÉ</a:t>
            </a:r>
          </a:p>
        </p:txBody>
      </p:sp>
    </p:spTree>
    <p:extLst>
      <p:ext uri="{BB962C8B-B14F-4D97-AF65-F5344CB8AC3E}">
        <p14:creationId xmlns:p14="http://schemas.microsoft.com/office/powerpoint/2010/main" xmlns="" val="4226998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ICI DANS TA PRÉSENCE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LÀ MA VRAIE PLACE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93018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VIEUX CŒUR BRISÉ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 TROUVÉ SA PLACE</a:t>
            </a:r>
          </a:p>
        </p:txBody>
      </p:sp>
    </p:spTree>
    <p:extLst>
      <p:ext uri="{BB962C8B-B14F-4D97-AF65-F5344CB8AC3E}">
        <p14:creationId xmlns:p14="http://schemas.microsoft.com/office/powerpoint/2010/main" xmlns="" val="2958588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 NE SERAI PLUS SEUL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7014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TE DONNE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MES PLUS HAUTES LOUANGES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7014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 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7014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QUE L'AIR QUE J'INSPIRE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QUE CETTE MÉLODIE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7014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QUE TOUT ICI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PLUS DE TOI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7014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1894</TotalTime>
  <Words>614</Words>
  <Application>Microsoft Office PowerPoint</Application>
  <PresentationFormat>Affichage à l'écran (4:3)</PresentationFormat>
  <Paragraphs>1170</Paragraphs>
  <Slides>15</Slides>
  <Notes>15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6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186</cp:revision>
  <dcterms:created xsi:type="dcterms:W3CDTF">2002-08-17T10:50:50Z</dcterms:created>
  <dcterms:modified xsi:type="dcterms:W3CDTF">2019-04-28T07:50:13Z</dcterms:modified>
</cp:coreProperties>
</file>