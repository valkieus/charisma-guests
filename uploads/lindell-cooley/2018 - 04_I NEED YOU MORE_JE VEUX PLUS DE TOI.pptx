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6" r:id="rId2"/>
    <p:sldId id="303" r:id="rId3"/>
    <p:sldId id="302" r:id="rId4"/>
    <p:sldId id="301" r:id="rId5"/>
    <p:sldId id="300" r:id="rId6"/>
    <p:sldId id="299" r:id="rId7"/>
    <p:sldId id="298" r:id="rId8"/>
    <p:sldId id="297" r:id="rId9"/>
    <p:sldId id="304" r:id="rId10"/>
    <p:sldId id="305" r:id="rId11"/>
    <p:sldId id="306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9" autoAdjust="0"/>
    <p:restoredTop sz="28846" autoAdjust="0"/>
  </p:normalViewPr>
  <p:slideViewPr>
    <p:cSldViewPr>
      <p:cViewPr varScale="1">
        <p:scale>
          <a:sx n="19" d="100"/>
          <a:sy n="19" d="100"/>
        </p:scale>
        <p:origin x="88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09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yesterday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J’AI BESOIN DE TOI PLUS QUE J’EN AI L’AIR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J’AI BESOIN DE TOI COMME JAMAIS AVANT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go back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home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01621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85533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39672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579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69161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69219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14202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22953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yesterday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J’AI BESOIN DE TOI PLUS QUE J’EN AI L’AIR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J’AI BESOIN DE TOI COMME JAMAIS AVANT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Lord,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Lord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air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go back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home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21431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J’AI BESOIN DE TOI BEAUCOUP PLUS QU’HIER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yesterday
2-  J’AI BESOIN DE TOI PLUS QUE J’EN AI L’AIR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more than words can say
3-  J’AI BESOIN DE TOI COMME JAMAIS AVANT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more, than ever before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J’AI BESOIN DE TOI, DE TOI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Lord, I need you Lord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PLUS QUE L’AIR QUE J’INSPIRE PLUS QUE MES CHANTS,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air I breath More than the song I sing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PLUS QU’UN BATTEMENT DE CŒUR BEAUCOUP PLUS ENCORE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than the next heartbeat More than anything 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  LE LES SAISONS POURRONT CHANGER, JE SERAIS À TES CÔTÉS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Lord as time goes by I'll be by your side</a:t>
            </a:r>
            <a:b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CAR JE NE VEUX PLUS RETOURNER À MON PASSÉ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Cause I never want to go back to my old life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ICI DANS TA PRÉSENCE C’EST LÀ MA VRAIE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here in your presence is where i belong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CE VIEUX CŒUR BRISÉ A TROUVÉ SA PLACE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old broken heart has finally found a home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ET JE NE SERAI PLUS SEUL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i’ll never be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BESOIN DE TOI BEAUCOUP PLUS QU’HIER </a:t>
            </a:r>
          </a:p>
          <a:p>
            <a:r>
              <a:rPr lang="fr-FR" smtClean="0"/>
              <a:t>I need you more, more than yesterday
2-  J’AI BESOIN DE TOI PLUS QUE J’EN AI L’AIR </a:t>
            </a:r>
          </a:p>
          <a:p>
            <a:r>
              <a:rPr lang="fr-FR" smtClean="0"/>
              <a:t>I need you more, more than words can say
3-  J’AI BESOIN DE TOI COMME JAMAIS AVANT </a:t>
            </a:r>
          </a:p>
          <a:p>
            <a:r>
              <a:rPr lang="fr-FR" smtClean="0"/>
              <a:t>I need you more, than ever before</a:t>
            </a:r>
          </a:p>
          <a:p>
            <a:r>
              <a:rPr lang="fr-FR" smtClean="0"/>
              <a:t>4-  J’AI BESOIN DE TOI, DE TOI SEIGNEUR</a:t>
            </a:r>
          </a:p>
          <a:p>
            <a:r>
              <a:rPr lang="fr-FR" smtClean="0"/>
              <a:t>I need you Lord, I need you Lord                                   x2</a:t>
            </a:r>
          </a:p>
          <a:p>
            <a:r>
              <a:rPr lang="fr-FR" smtClean="0"/>
              <a:t>
5-  PLUS QUE L’AIR QUE J’INSPIRE PLUS QUE MES CHANTS, SEIGNEUR </a:t>
            </a:r>
          </a:p>
          <a:p>
            <a:r>
              <a:rPr lang="fr-FR" smtClean="0"/>
              <a:t>More than the air I breath More than the song I sing</a:t>
            </a:r>
            <a:br>
              <a:rPr lang="fr-FR" smtClean="0"/>
            </a:br>
            <a:r>
              <a:rPr lang="fr-FR" smtClean="0"/>
              <a:t>6-  PLUS QU’UN BATTEMENT DE CŒUR BEAUCOUP PLUS ENCORE </a:t>
            </a:r>
          </a:p>
          <a:p>
            <a:r>
              <a:rPr lang="fr-FR" smtClean="0"/>
              <a:t>More than the next heartbeat More than anything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7-  LE LES SAISONS POURRONT CHANGER, JE SERAIS À TES CÔTÉS </a:t>
            </a:r>
          </a:p>
          <a:p>
            <a:r>
              <a:rPr lang="fr-FR" smtClean="0"/>
              <a:t>and Lord as time goes by I'll be by your side</a:t>
            </a:r>
            <a:br>
              <a:rPr lang="fr-FR" smtClean="0"/>
            </a:br>
            <a:r>
              <a:rPr lang="fr-FR" smtClean="0"/>
              <a:t>8-  CAR JE NE VEUX PLUS RETOURNER À MON PASSÉ</a:t>
            </a:r>
          </a:p>
          <a:p>
            <a:r>
              <a:rPr lang="fr-FR" smtClean="0"/>
              <a:t>Cause I never want to go back to my old life</a:t>
            </a:r>
          </a:p>
          <a:p>
            <a:endParaRPr lang="fr-FR" smtClean="0"/>
          </a:p>
          <a:p>
            <a:r>
              <a:rPr lang="fr-FR" smtClean="0"/>
              <a:t>9- ICI DANS TA PRÉSENCE C’EST LÀ MA VRAIE PLACE </a:t>
            </a:r>
          </a:p>
          <a:p>
            <a:r>
              <a:rPr lang="fr-FR" smtClean="0"/>
              <a:t>Right here in your presence is where i belong </a:t>
            </a:r>
          </a:p>
          <a:p>
            <a:r>
              <a:rPr lang="fr-FR" smtClean="0"/>
              <a:t>10- CE VIEUX CŒUR BRISÉ A TROUVÉ SA PLACE </a:t>
            </a:r>
          </a:p>
          <a:p>
            <a:r>
              <a:rPr lang="fr-FR" smtClean="0"/>
              <a:t>This old broken heart has finally found a home </a:t>
            </a:r>
          </a:p>
          <a:p>
            <a:r>
              <a:rPr lang="fr-FR" smtClean="0"/>
              <a:t>11- ET JE NE SERAI PLUS SEUL</a:t>
            </a:r>
          </a:p>
          <a:p>
            <a:r>
              <a:rPr lang="fr-FR" smtClean="0"/>
              <a:t>And i’ll never be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0007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BESOIN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BEAUCOUP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QU’HIER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BESOIN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J’EN AI L’AIR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447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BESOIN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AVANT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301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BESOIN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TOI, 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626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L’AIR QUE J’INSPIRE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MES CHANTS, SEIGNEUR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0682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QU’UN BATTEMENT DE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BEAUCOUP PLUS ENCORE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14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SAISONS POURRONT CHANGER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À TES CÔTÉS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322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NE VEUX PLUS RETOURNER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MON PASSÉ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699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DANS TA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LÀ MA VRAIE PLACE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30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VIEUX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TROUVÉ SA PLACE</a:t>
            </a:r>
          </a:p>
        </p:txBody>
      </p:sp>
    </p:spTree>
    <p:extLst>
      <p:ext uri="{BB962C8B-B14F-4D97-AF65-F5344CB8AC3E}">
        <p14:creationId xmlns:p14="http://schemas.microsoft.com/office/powerpoint/2010/main" val="295858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NE SERAI PLUS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01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443</Words>
  <Application>Microsoft Office PowerPoint</Application>
  <PresentationFormat>Affichage à l'écran (4:3)</PresentationFormat>
  <Paragraphs>505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174</cp:revision>
  <dcterms:created xsi:type="dcterms:W3CDTF">2002-08-17T10:50:50Z</dcterms:created>
  <dcterms:modified xsi:type="dcterms:W3CDTF">2018-06-24T07:44:10Z</dcterms:modified>
</cp:coreProperties>
</file>