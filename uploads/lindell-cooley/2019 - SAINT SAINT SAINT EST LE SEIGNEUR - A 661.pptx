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8" r:id="rId11"/>
    <p:sldId id="272" r:id="rId12"/>
    <p:sldId id="273" r:id="rId13"/>
    <p:sldId id="274" r:id="rId14"/>
    <p:sldId id="275" r:id="rId15"/>
    <p:sldId id="276" r:id="rId16"/>
    <p:sldId id="277" r:id="rId17"/>
    <p:sldId id="279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37905" autoAdjust="0"/>
  </p:normalViewPr>
  <p:slideViewPr>
    <p:cSldViewPr>
      <p:cViewPr varScale="1">
        <p:scale>
          <a:sx n="28" d="100"/>
          <a:sy n="28" d="100"/>
        </p:scale>
        <p:origin x="-62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CB67DEAC-7384-43F0-A21D-A94517FC0308}" type="datetimeFigureOut">
              <a:rPr lang="fr-FR"/>
              <a:pPr>
                <a:defRPr/>
              </a:pPr>
              <a:t>28/04/2019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10" charset="-128"/>
              </a:defRPr>
            </a:lvl1pPr>
          </a:lstStyle>
          <a:p>
            <a:pPr>
              <a:defRPr/>
            </a:pPr>
            <a:fld id="{31B43F84-C0C3-497E-A39D-F943E7AFE3A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Worthy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Lamb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slain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sits</a:t>
            </a:r>
            <a:r>
              <a:rPr lang="fr-FR" dirty="0" smtClean="0"/>
              <a:t>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seat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Clothed</a:t>
            </a:r>
            <a:r>
              <a:rPr lang="fr-FR" dirty="0" smtClean="0"/>
              <a:t> in </a:t>
            </a:r>
            <a:r>
              <a:rPr lang="fr-FR" dirty="0" err="1" smtClean="0"/>
              <a:t>rainbows</a:t>
            </a:r>
            <a:r>
              <a:rPr lang="fr-FR" dirty="0" smtClean="0"/>
              <a:t> of living </a:t>
            </a:r>
            <a:r>
              <a:rPr lang="fr-FR" dirty="0" err="1" smtClean="0"/>
              <a:t>color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Flashes of </a:t>
            </a:r>
            <a:r>
              <a:rPr lang="fr-FR" dirty="0" err="1" smtClean="0"/>
              <a:t>lighting</a:t>
            </a:r>
            <a:r>
              <a:rPr lang="fr-FR" dirty="0" smtClean="0"/>
              <a:t>, </a:t>
            </a:r>
            <a:r>
              <a:rPr lang="fr-FR" dirty="0" err="1" smtClean="0"/>
              <a:t>rolls</a:t>
            </a:r>
            <a:r>
              <a:rPr lang="fr-FR" dirty="0" smtClean="0"/>
              <a:t> of </a:t>
            </a:r>
            <a:r>
              <a:rPr lang="fr-FR" dirty="0" err="1" smtClean="0"/>
              <a:t>thunder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Blessing and </a:t>
            </a:r>
            <a:r>
              <a:rPr lang="fr-FR" dirty="0" err="1" smtClean="0"/>
              <a:t>honor</a:t>
            </a:r>
            <a:r>
              <a:rPr lang="fr-FR" dirty="0" smtClean="0"/>
              <a:t>, </a:t>
            </a:r>
            <a:r>
              <a:rPr lang="fr-FR" dirty="0" err="1" smtClean="0"/>
              <a:t>strength</a:t>
            </a:r>
            <a:r>
              <a:rPr lang="fr-FR" dirty="0" smtClean="0"/>
              <a:t> and power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To You, the </a:t>
            </a:r>
            <a:r>
              <a:rPr lang="fr-FR" dirty="0" err="1" smtClean="0"/>
              <a:t>only</a:t>
            </a:r>
            <a:r>
              <a:rPr lang="fr-FR" dirty="0" smtClean="0"/>
              <a:t>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Lord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all </a:t>
            </a:r>
            <a:r>
              <a:rPr lang="fr-FR" dirty="0" err="1" smtClean="0"/>
              <a:t>creation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and 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r>
              <a:rPr lang="fr-FR" dirty="0" smtClean="0"/>
              <a:t>, </a:t>
            </a:r>
            <a:r>
              <a:rPr lang="fr-FR" dirty="0" err="1" smtClean="0"/>
              <a:t>awestruck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At</a:t>
            </a:r>
            <a:r>
              <a:rPr lang="fr-FR" dirty="0" smtClean="0"/>
              <a:t> the mention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breath</a:t>
            </a:r>
            <a:r>
              <a:rPr lang="fr-FR" dirty="0" smtClean="0"/>
              <a:t> and living water </a:t>
            </a:r>
            <a:r>
              <a:rPr lang="fr-FR" dirty="0" err="1" smtClean="0"/>
              <a:t>Such</a:t>
            </a:r>
            <a:r>
              <a:rPr lang="fr-FR" dirty="0" smtClean="0"/>
              <a:t> a </a:t>
            </a:r>
            <a:r>
              <a:rPr lang="fr-FR" dirty="0" err="1" smtClean="0"/>
              <a:t>marvelous</a:t>
            </a:r>
            <a:r>
              <a:rPr lang="fr-FR" dirty="0" smtClean="0"/>
              <a:t>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Worthy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Lamb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slain</a:t>
            </a:r>
            <a:r>
              <a:rPr lang="fr-FR" dirty="0" smtClean="0"/>
              <a:t>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sits</a:t>
            </a:r>
            <a:r>
              <a:rPr lang="fr-FR" dirty="0" smtClean="0"/>
              <a:t>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Heaven's</a:t>
            </a:r>
            <a:r>
              <a:rPr lang="fr-FR" dirty="0" smtClean="0"/>
              <a:t> </a:t>
            </a:r>
            <a:r>
              <a:rPr lang="fr-FR" dirty="0" err="1" smtClean="0"/>
              <a:t>mercy</a:t>
            </a:r>
            <a:r>
              <a:rPr lang="fr-FR" dirty="0" smtClean="0"/>
              <a:t> </a:t>
            </a:r>
            <a:r>
              <a:rPr lang="fr-FR" dirty="0" err="1" smtClean="0"/>
              <a:t>seat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Clothed</a:t>
            </a:r>
            <a:r>
              <a:rPr lang="fr-FR" dirty="0" smtClean="0"/>
              <a:t> in </a:t>
            </a:r>
            <a:r>
              <a:rPr lang="fr-FR" dirty="0" err="1" smtClean="0"/>
              <a:t>rainbows</a:t>
            </a:r>
            <a:r>
              <a:rPr lang="fr-FR" dirty="0" smtClean="0"/>
              <a:t> of living </a:t>
            </a:r>
            <a:r>
              <a:rPr lang="fr-FR" dirty="0" err="1" smtClean="0"/>
              <a:t>color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Flashes of </a:t>
            </a:r>
            <a:r>
              <a:rPr lang="fr-FR" dirty="0" err="1" smtClean="0"/>
              <a:t>lighting</a:t>
            </a:r>
            <a:r>
              <a:rPr lang="fr-FR" dirty="0" smtClean="0"/>
              <a:t>, </a:t>
            </a:r>
            <a:r>
              <a:rPr lang="fr-FR" dirty="0" err="1" smtClean="0"/>
              <a:t>rolls</a:t>
            </a:r>
            <a:r>
              <a:rPr lang="fr-FR" dirty="0" smtClean="0"/>
              <a:t> of </a:t>
            </a:r>
            <a:r>
              <a:rPr lang="fr-FR" dirty="0" err="1" smtClean="0"/>
              <a:t>thunder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Blessing and </a:t>
            </a:r>
            <a:r>
              <a:rPr lang="fr-FR" dirty="0" err="1" smtClean="0"/>
              <a:t>honor</a:t>
            </a:r>
            <a:r>
              <a:rPr lang="fr-FR" dirty="0" smtClean="0"/>
              <a:t>, </a:t>
            </a:r>
            <a:r>
              <a:rPr lang="fr-FR" dirty="0" err="1" smtClean="0"/>
              <a:t>strength</a:t>
            </a:r>
            <a:r>
              <a:rPr lang="fr-FR" dirty="0" smtClean="0"/>
              <a:t> and power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To You, the </a:t>
            </a:r>
            <a:r>
              <a:rPr lang="fr-FR" dirty="0" err="1" smtClean="0"/>
              <a:t>only</a:t>
            </a:r>
            <a:r>
              <a:rPr lang="fr-FR" dirty="0" smtClean="0"/>
              <a:t>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, </a:t>
            </a:r>
            <a:r>
              <a:rPr lang="fr-FR" dirty="0" err="1" smtClean="0"/>
              <a:t>holy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Lord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Almighty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and </a:t>
            </a:r>
            <a:r>
              <a:rPr lang="fr-FR" dirty="0" err="1" smtClean="0"/>
              <a:t>is</a:t>
            </a:r>
            <a:r>
              <a:rPr lang="fr-FR" dirty="0" smtClean="0"/>
              <a:t>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all </a:t>
            </a:r>
            <a:r>
              <a:rPr lang="fr-FR" dirty="0" err="1" smtClean="0"/>
              <a:t>creation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and 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Filled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r>
              <a:rPr lang="fr-FR" dirty="0" smtClean="0"/>
              <a:t>, </a:t>
            </a:r>
            <a:r>
              <a:rPr lang="fr-FR" dirty="0" err="1" smtClean="0"/>
              <a:t>awestruck</a:t>
            </a:r>
            <a:r>
              <a:rPr lang="fr-FR" dirty="0" smtClean="0"/>
              <a:t> </a:t>
            </a:r>
            <a:r>
              <a:rPr lang="fr-FR" dirty="0" err="1" smtClean="0"/>
              <a:t>wonder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At</a:t>
            </a:r>
            <a:r>
              <a:rPr lang="fr-FR" dirty="0" smtClean="0"/>
              <a:t> the mention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,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breath</a:t>
            </a:r>
            <a:r>
              <a:rPr lang="fr-FR" dirty="0" smtClean="0"/>
              <a:t> and living water </a:t>
            </a:r>
            <a:r>
              <a:rPr lang="fr-FR" dirty="0" err="1" smtClean="0"/>
              <a:t>Such</a:t>
            </a:r>
            <a:r>
              <a:rPr lang="fr-FR" dirty="0" smtClean="0"/>
              <a:t> a </a:t>
            </a:r>
            <a:r>
              <a:rPr lang="fr-FR" dirty="0" err="1" smtClean="0"/>
              <a:t>marvelous</a:t>
            </a:r>
            <a:r>
              <a:rPr lang="fr-FR" dirty="0" smtClean="0"/>
              <a:t>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adore You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DIGNE EST L’AGNEAU QUI S’EST LIVRÉ SAINT, SAINT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 who was slain Holy, holy is 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CHANTE UN NOUVEAU CHANT À CELUI QUI EST ASSIS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a new song to Him who sits 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SUR LE TRÔNE DE LA GRÂCE ÉTERNELLE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Heaven's mercy seat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REVÊTU D’ARC EN CIEL DE COULEURS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Clothed in rainbows of living color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DE FAISCEAUX D’ÉCLAIRS VOIX DE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Flashes of lighting, rolls of thunder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BÉNÉDICTION ET HONNEUR FORCE ET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Blessing and honor, strength and power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PUISSANCE SOIENT À TOI LE SEUL SAGE ROI…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You, the only Wise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SAINT, SAINT, SAINT EST LE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is the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QUI A ÉTÉ, QUI EST ET QUI SERA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 and is and is to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AVEC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all creation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JE CHANTE MES LOUANGES AU ROI DES ROIS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sing praise to the King of Kings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TU ES MON TOUT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my everything and I will adore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REMPLI D’ADMIRATION ADMIRABLE D’ADMIRATION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Filled with wonder, awestruck wonder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J’ENTENDS LA MENTION DE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At the mention of Your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JÉSUS TON NOM EST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Jesus, Your name is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SOUFFLE ET EAUX VIVANTES QUEL MERVEILLEUX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breath and living water Such a marvelous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JE N’ADORE QUE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adore You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ea typeface="ＭＳ Ｐゴシック" charset="-128"/>
              </a:rPr>
              <a:t>1-  DIGNE EST L’AGNEAU QUI S’EST LIVRÉ SAINT, SAINT IL EST</a:t>
            </a:r>
          </a:p>
          <a:p>
            <a:r>
              <a:rPr lang="fr-FR" smtClean="0">
                <a:ea typeface="ＭＳ Ｐゴシック" charset="-128"/>
              </a:rPr>
              <a:t>Worthy is the Lamb who was slain Holy, holy is He</a:t>
            </a:r>
          </a:p>
          <a:p>
            <a:r>
              <a:rPr lang="fr-FR" smtClean="0">
                <a:ea typeface="ＭＳ Ｐゴシック" charset="-128"/>
              </a:rPr>
              <a:t>2-  CHANTE UN NOUVEAU CHANT À CELUI QUI EST ASSIS</a:t>
            </a:r>
          </a:p>
          <a:p>
            <a:r>
              <a:rPr lang="fr-FR" smtClean="0">
                <a:ea typeface="ＭＳ Ｐゴシック" charset="-128"/>
              </a:rPr>
              <a:t>Sing a new song to Him who sits on </a:t>
            </a:r>
          </a:p>
          <a:p>
            <a:r>
              <a:rPr lang="fr-FR" smtClean="0">
                <a:ea typeface="ＭＳ Ｐゴシック" charset="-128"/>
              </a:rPr>
              <a:t>3-  SUR LE TRÔNE DE LA GRÂCE ÉTERNELLE</a:t>
            </a:r>
          </a:p>
          <a:p>
            <a:r>
              <a:rPr lang="fr-FR" smtClean="0">
                <a:ea typeface="ＭＳ Ｐゴシック" charset="-128"/>
              </a:rPr>
              <a:t>Heaven's mercy seat 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4-  REVÊTU D’ARC EN CIEL DE COULEURS VIVANTES</a:t>
            </a:r>
          </a:p>
          <a:p>
            <a:r>
              <a:rPr lang="fr-FR" smtClean="0">
                <a:ea typeface="ＭＳ Ｐゴシック" charset="-128"/>
              </a:rPr>
              <a:t>Clothed in rainbows of living color </a:t>
            </a:r>
          </a:p>
          <a:p>
            <a:r>
              <a:rPr lang="fr-FR" smtClean="0">
                <a:ea typeface="ＭＳ Ｐゴシック" charset="-128"/>
              </a:rPr>
              <a:t>5-  DE FAISCEAUX D’ÉCLAIRS VOIX DE TONNERRE</a:t>
            </a:r>
          </a:p>
          <a:p>
            <a:r>
              <a:rPr lang="fr-FR" smtClean="0">
                <a:ea typeface="ＭＳ Ｐゴシック" charset="-128"/>
              </a:rPr>
              <a:t>Flashes of lighting, rolls of thunder</a:t>
            </a:r>
          </a:p>
          <a:p>
            <a:r>
              <a:rPr lang="fr-FR" smtClean="0">
                <a:ea typeface="ＭＳ Ｐゴシック" charset="-128"/>
              </a:rPr>
              <a:t>6-  BÉNÉDICTION ET HONNEUR FORCE ET GLOIRE</a:t>
            </a:r>
          </a:p>
          <a:p>
            <a:r>
              <a:rPr lang="fr-FR" smtClean="0">
                <a:ea typeface="ＭＳ Ｐゴシック" charset="-128"/>
              </a:rPr>
              <a:t>Blessing and honor, strength and power be</a:t>
            </a:r>
          </a:p>
          <a:p>
            <a:r>
              <a:rPr lang="fr-FR" smtClean="0">
                <a:ea typeface="ＭＳ Ｐゴシック" charset="-128"/>
              </a:rPr>
              <a:t>7-  ET PUISSANCE SOIENT À TOI LE SEUL SAGE ROI…</a:t>
            </a:r>
          </a:p>
          <a:p>
            <a:r>
              <a:rPr lang="fr-FR" smtClean="0">
                <a:ea typeface="ＭＳ Ｐゴシック" charset="-128"/>
              </a:rPr>
              <a:t>To You, the only Wise King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     	8-  SAINT, SAINT, SAINT EST LE SEIGNEUR DIEU TOUT-PUISSANT</a:t>
            </a:r>
          </a:p>
          <a:p>
            <a:r>
              <a:rPr lang="fr-FR" smtClean="0">
                <a:ea typeface="ＭＳ Ｐゴシック" charset="-128"/>
              </a:rPr>
              <a:t>Holy, holy, holy is the Lord God Almighty</a:t>
            </a:r>
          </a:p>
          <a:p>
            <a:r>
              <a:rPr lang="fr-FR" smtClean="0">
                <a:ea typeface="ＭＳ Ｐゴシック" charset="-128"/>
              </a:rPr>
              <a:t>     	9-  QUI A ÉTÉ, QUI EST ET QUI SERA</a:t>
            </a:r>
          </a:p>
          <a:p>
            <a:r>
              <a:rPr lang="fr-FR" smtClean="0">
                <a:ea typeface="ＭＳ Ｐゴシック" charset="-128"/>
              </a:rPr>
              <a:t>Who was and is and is to come</a:t>
            </a:r>
          </a:p>
          <a:p>
            <a:r>
              <a:rPr lang="fr-FR" smtClean="0">
                <a:ea typeface="ＭＳ Ｐゴシック" charset="-128"/>
              </a:rPr>
              <a:t>     	10-  AVEC TOUTE CRÉATION</a:t>
            </a:r>
          </a:p>
          <a:p>
            <a:r>
              <a:rPr lang="fr-FR" smtClean="0">
                <a:ea typeface="ＭＳ Ｐゴシック" charset="-128"/>
              </a:rPr>
              <a:t>With all creation</a:t>
            </a:r>
          </a:p>
          <a:p>
            <a:r>
              <a:rPr lang="fr-FR" smtClean="0">
                <a:ea typeface="ＭＳ Ｐゴシック" charset="-128"/>
              </a:rPr>
              <a:t>     	11-  JE CHANTE MES LOUANGES AU ROI DES ROIS</a:t>
            </a:r>
          </a:p>
          <a:p>
            <a:r>
              <a:rPr lang="fr-FR" smtClean="0">
                <a:ea typeface="ＭＳ Ｐゴシック" charset="-128"/>
              </a:rPr>
              <a:t>I sing praise to the King of Kings</a:t>
            </a:r>
          </a:p>
          <a:p>
            <a:r>
              <a:rPr lang="fr-FR" smtClean="0">
                <a:ea typeface="ＭＳ Ｐゴシック" charset="-128"/>
              </a:rPr>
              <a:t>     	12-  TU ES MON TOUT JE N’ADORE QUE TOI</a:t>
            </a:r>
          </a:p>
          <a:p>
            <a:r>
              <a:rPr lang="fr-FR" smtClean="0">
                <a:ea typeface="ＭＳ Ｐゴシック" charset="-128"/>
              </a:rPr>
              <a:t>You are my everything and I will adore You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13-  REMPLI D’ADMIRATION ADMIRABLE D’ADMIRATION</a:t>
            </a:r>
          </a:p>
          <a:p>
            <a:r>
              <a:rPr lang="fr-FR" smtClean="0">
                <a:ea typeface="ＭＳ Ｐゴシック" charset="-128"/>
              </a:rPr>
              <a:t>Filled with wonder, awestruck wonder</a:t>
            </a:r>
          </a:p>
          <a:p>
            <a:r>
              <a:rPr lang="fr-FR" smtClean="0">
                <a:ea typeface="ＭＳ Ｐゴシック" charset="-128"/>
              </a:rPr>
              <a:t>14-  QUAND J’ENTENDS LA MENTION DE TON NOM</a:t>
            </a:r>
          </a:p>
          <a:p>
            <a:r>
              <a:rPr lang="fr-FR" smtClean="0">
                <a:ea typeface="ＭＳ Ｐゴシック" charset="-128"/>
              </a:rPr>
              <a:t>At the mention of Your name</a:t>
            </a:r>
          </a:p>
          <a:p>
            <a:r>
              <a:rPr lang="fr-FR" smtClean="0">
                <a:ea typeface="ＭＳ Ｐゴシック" charset="-128"/>
              </a:rPr>
              <a:t>15-  JÉSUS TON NOM EST TOUT-PUISSANT</a:t>
            </a:r>
          </a:p>
          <a:p>
            <a:r>
              <a:rPr lang="fr-FR" smtClean="0">
                <a:ea typeface="ＭＳ Ｐゴシック" charset="-128"/>
              </a:rPr>
              <a:t>Jesus, Your name is power</a:t>
            </a:r>
          </a:p>
          <a:p>
            <a:r>
              <a:rPr lang="fr-FR" smtClean="0">
                <a:ea typeface="ＭＳ Ｐゴシック" charset="-128"/>
              </a:rPr>
              <a:t>16-  SOUFFLE ET EAUX VIVANTES QUEL MERVEILLEUX NOM</a:t>
            </a:r>
          </a:p>
          <a:p>
            <a:r>
              <a:rPr lang="fr-FR" smtClean="0">
                <a:ea typeface="ＭＳ Ｐゴシック" charset="-128"/>
              </a:rPr>
              <a:t>breath and living water Such a marvelous mystery</a:t>
            </a:r>
          </a:p>
          <a:p>
            <a:endParaRPr lang="fr-FR" smtClean="0">
              <a:ea typeface="ＭＳ Ｐゴシック" charset="-128"/>
            </a:endParaRPr>
          </a:p>
          <a:p>
            <a:r>
              <a:rPr lang="fr-FR" smtClean="0">
                <a:ea typeface="ＭＳ Ｐゴシック" charset="-128"/>
              </a:rPr>
              <a:t>17- JE N’ADORE QUE TOI</a:t>
            </a:r>
          </a:p>
          <a:p>
            <a:r>
              <a:rPr lang="fr-FR" smtClean="0">
                <a:ea typeface="ＭＳ Ｐゴシック" charset="-128"/>
              </a:rPr>
              <a:t>I will adore You</a:t>
            </a:r>
            <a:endParaRPr lang="fr-FR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E9416-CE85-4695-95CD-1282459298F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5FCB2-B10B-4C2C-80D8-5D749E7536F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AE372-211E-4677-ADAE-DBDEA34AFEA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5CA99-60D2-4BA6-A4A4-CA81498D3D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E2C685-72AD-472C-BE5B-D47F9B2C17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92B76-1127-42C1-8A5F-13E2267A58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619E9-4AD9-4F6C-9DA2-D319B8AC71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E5635-FCD2-42BE-BE57-F8FEE1DDA8F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21ED9A-2EBA-47B9-B471-A2697C785A8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8345D-D810-42AB-B4A0-4AB0B7D603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EFA80-58BD-4AD2-9300-2776D85C7E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110" charset="-128"/>
              </a:defRPr>
            </a:lvl1pPr>
          </a:lstStyle>
          <a:p>
            <a:pPr>
              <a:defRPr/>
            </a:pPr>
            <a:fld id="{D79B1D5E-CF0C-4B26-947E-84130F82B8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DIGNE EST L’AGNEAU QUI S’EST LIVRÉ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SAINT, SAINT IL EST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CHANTE UN NOUVEAU CHANT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À CELUI QUI EST ASSIS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SUR LE TRÔNE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LA GRÂCE ÉTERNELLE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REVÊTU D’ARC EN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COULEURS VIVANTES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FAISCEAUX D’ÉCLAIRS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VOIX DE TONNERRE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BÉNÉDICTION ET HONNEUR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FORCE ET GLOIRE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ET PUISSANCE SOIENT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LE SEUL SAGE ROI…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SAINT, SAINT, SAINT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EST LE SEIGNEUR DIEU TOUT-PUISSANT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QUI A ÉTÉ, QUI EST ET QUI SERA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AVEC TOUTE CRÉATION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CHANTE MES LOUANGES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AU ROI DES ROIS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TU ES MON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N’ADORE QUE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REMPLI D’ADMIRATION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ADMIRABLE D’ADMIRATION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QUAND J’ENTENDS LA MENTION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DE TON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JÉSUS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TON NOM EST TOUT-PUISSANT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SOUFFLE ET EAUX VIVANTES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QUEL MERVEILLEUX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  <a:t>JE N’ADORE QUE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0" charset="-128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4012</Words>
  <Application>Microsoft PowerPoint</Application>
  <PresentationFormat>Affichage à l'écran (4:3)</PresentationFormat>
  <Paragraphs>1309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DIGNE EST L’AGNEAU QUI S’EST LIVRÉ SAINT, SAINT IL EST</vt:lpstr>
      <vt:lpstr>CHANTE UN NOUVEAU CHANT À CELUI QUI EST ASSIS</vt:lpstr>
      <vt:lpstr>SUR LE TRÔNE DE LA GRÂCE ÉTERNELLE</vt:lpstr>
      <vt:lpstr>REVÊTU D’ARC EN CIEL DE COULEURS VIVANTES</vt:lpstr>
      <vt:lpstr>DE FAISCEAUX D’ÉCLAIRS VOIX DE TONNERRE</vt:lpstr>
      <vt:lpstr>BÉNÉDICTION ET HONNEUR FORCE ET GLOIRE</vt:lpstr>
      <vt:lpstr>ET PUISSANCE SOIENT À TOI LE SEUL SAGE ROI…</vt:lpstr>
      <vt:lpstr>SAINT, SAINT, SAINT EST LE SEIGNEUR DIEU TOUT-PUISSANT</vt:lpstr>
      <vt:lpstr>QUI A ÉTÉ, QUI EST ET QUI SERA</vt:lpstr>
      <vt:lpstr>AVEC TOUTE CRÉATION</vt:lpstr>
      <vt:lpstr>JE CHANTE MES LOUANGES AU ROI DES ROIS</vt:lpstr>
      <vt:lpstr>TU ES MON TOUT JE N’ADORE QUE TOI</vt:lpstr>
      <vt:lpstr>REMPLI D’ADMIRATION ADMIRABLE D’ADMIRATION</vt:lpstr>
      <vt:lpstr>QUAND J’ENTENDS LA MENTION DE TON NOM</vt:lpstr>
      <vt:lpstr>JÉSUS TON NOM EST TOUT-PUISSANT</vt:lpstr>
      <vt:lpstr>SOUFFLE ET EAUX VIVANTES QUEL MERVEILLEUX NOM</vt:lpstr>
      <vt:lpstr>JE N’ADORE QUE TOI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79</cp:revision>
  <dcterms:created xsi:type="dcterms:W3CDTF">2010-04-23T17:18:04Z</dcterms:created>
  <dcterms:modified xsi:type="dcterms:W3CDTF">2019-04-28T07:37:29Z</dcterms:modified>
</cp:coreProperties>
</file>