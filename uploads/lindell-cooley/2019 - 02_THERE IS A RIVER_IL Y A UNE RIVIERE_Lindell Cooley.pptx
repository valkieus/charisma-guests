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81" r:id="rId3"/>
    <p:sldId id="280" r:id="rId4"/>
    <p:sldId id="278" r:id="rId5"/>
    <p:sldId id="277" r:id="rId6"/>
    <p:sldId id="276" r:id="rId7"/>
    <p:sldId id="275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6296" autoAdjust="0"/>
  </p:normalViewPr>
  <p:slideViewPr>
    <p:cSldViewPr>
      <p:cViewPr varScale="1">
        <p:scale>
          <a:sx n="40" d="100"/>
          <a:sy n="40" d="100"/>
        </p:scale>
        <p:origin x="-252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164844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river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City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fountain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Emmanuel's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veins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It came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refreshed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washed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65140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7362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436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34148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67798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604503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Y A UNE RIVIÈRE, ET SES FLOTS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river whose streams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RÉJOUISSENT LA VILLE DE NOTRE DIEU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glad the City of our God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3-  JE ME RÉJOUIRAI, JE ME RÉJOUIRAI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will rejoice, I will rejoice And be glad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IL Y A UNE FONTAINE PLEINE DE GRÂCE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fountain filled with blood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  QUI COULE DES VEINES D’EMMANUEL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flows from Emmanuel's veins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CE FLEUVE M’A GUÉRI CE FLEUVE M’A RAFRAÎCHI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it healed me It came and refreshed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CE FLEUVE A LAVÉ MES PÉCHÉS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came and washed my sins away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 UNE RIVIÈRE, ET SES FLOTS </a:t>
            </a:r>
          </a:p>
          <a:p>
            <a:r>
              <a:rPr lang="fr-FR" smtClean="0"/>
              <a:t>There is a river whose streams</a:t>
            </a:r>
          </a:p>
          <a:p>
            <a:r>
              <a:rPr lang="fr-FR" smtClean="0"/>
              <a:t>2-  RÉJOUISSENT LA VILLE DE NOTRE DIEU</a:t>
            </a:r>
          </a:p>
          <a:p>
            <a:r>
              <a:rPr lang="fr-FR" smtClean="0"/>
              <a:t>Make glad the City of our God</a:t>
            </a:r>
          </a:p>
          <a:p>
            <a:r>
              <a:rPr lang="fr-FR" smtClean="0"/>
              <a:t>                      </a:t>
            </a:r>
          </a:p>
          <a:p>
            <a:r>
              <a:rPr lang="fr-FR" smtClean="0"/>
              <a:t>	REFRAIN
	3-  JE ME RÉJOUIRAI, JE ME RÉJOUIRAI AVEC FOI </a:t>
            </a:r>
          </a:p>
          <a:p>
            <a:r>
              <a:rPr lang="fr-FR" smtClean="0"/>
              <a:t>	I will rejoice, I will rejoice And be glad     </a:t>
            </a:r>
          </a:p>
          <a:p>
            <a:r>
              <a:rPr lang="fr-FR" smtClean="0"/>
              <a:t>
4-  IL Y A UNE FONTAINE PLEINE DE GRÂCE</a:t>
            </a:r>
          </a:p>
          <a:p>
            <a:r>
              <a:rPr lang="fr-FR" smtClean="0"/>
              <a:t>There is a fountain filled with blood</a:t>
            </a:r>
          </a:p>
          <a:p>
            <a:r>
              <a:rPr lang="fr-FR" smtClean="0"/>
              <a:t> 5-  QUI COULE DES VEINES D’EMMANUEL </a:t>
            </a:r>
          </a:p>
          <a:p>
            <a:r>
              <a:rPr lang="fr-FR" smtClean="0"/>
              <a:t>And it flows from Emmanuel's veins</a:t>
            </a:r>
          </a:p>
          <a:p>
            <a:r>
              <a:rPr lang="fr-FR" smtClean="0"/>
              <a:t>6-  CE FLEUVE M’A GUÉRI CE FLEUVE M’A RAFRAÎCHI </a:t>
            </a:r>
          </a:p>
          <a:p>
            <a:r>
              <a:rPr lang="fr-FR" smtClean="0"/>
              <a:t>It came and it healed me It came and refreshed me</a:t>
            </a:r>
          </a:p>
          <a:p>
            <a:r>
              <a:rPr lang="fr-FR" smtClean="0"/>
              <a:t>7-  CE FLEUVE A LAVÉ MES PÉCHÉS</a:t>
            </a:r>
          </a:p>
          <a:p>
            <a:r>
              <a:rPr lang="fr-FR" smtClean="0"/>
              <a:t>It came and washed my sins away</a:t>
            </a:r>
          </a:p>
          <a:p>
            <a:r>
              <a:rPr lang="fr-FR" smtClean="0"/>
              <a:t>
	REFRAIN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9961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RIVIÈRE, ET SES FLOTS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0044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RÉJOUISSENT</a:t>
            </a:r>
          </a:p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VILLE DE NOTRE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1507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RÉJOUIRAI, JE ME RÉJOUIRAI</a:t>
            </a:r>
          </a:p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FOI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6492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FONTAINE</a:t>
            </a:r>
          </a:p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PLEINE DE GRÂCE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062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COULE DES VEINES D’EMMANUEL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2526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FLEUVE M’A GUÉRI</a:t>
            </a:r>
          </a:p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FLEUVE M’A RAFRAÎCHI</a:t>
            </a:r>
          </a:p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652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FLEUVE A LAVÉ MES PÉCHÉS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945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485</Words>
  <Application>Microsoft Office PowerPoint</Application>
  <PresentationFormat>Affichage à l'écran (4:3)</PresentationFormat>
  <Paragraphs>236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2019-04-28T07:52:26Z</dcterms:modified>
</cp:coreProperties>
</file>