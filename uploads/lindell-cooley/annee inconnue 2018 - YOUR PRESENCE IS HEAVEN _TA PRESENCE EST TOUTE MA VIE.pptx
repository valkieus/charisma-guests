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82" r:id="rId9"/>
    <p:sldId id="277" r:id="rId10"/>
    <p:sldId id="278" r:id="rId11"/>
    <p:sldId id="279" r:id="rId12"/>
    <p:sldId id="280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1100" autoAdjust="0"/>
    <p:restoredTop sz="56266" autoAdjust="0"/>
  </p:normalViewPr>
  <p:slideViewPr>
    <p:cSldViewPr>
      <p:cViewPr varScale="1">
        <p:scale>
          <a:sx n="49" d="100"/>
          <a:sy n="49" d="100"/>
        </p:scale>
        <p:origin x="-102" y="-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51EFD9E-8F94-414A-814D-6D93892DBD8C}" type="datetimeFigureOut">
              <a:rPr lang="fr-FR"/>
              <a:pPr>
                <a:defRPr/>
              </a:pPr>
              <a:t>26/04/2019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80ECD8B-72DB-45DC-A184-3014200C1A2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 Lord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Matchless</a:t>
            </a:r>
            <a:r>
              <a:rPr lang="fr-FR" dirty="0" smtClean="0"/>
              <a:t> love and beauty,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Treasure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of </a:t>
            </a:r>
            <a:r>
              <a:rPr lang="fr-FR" dirty="0" err="1" smtClean="0"/>
              <a:t>my</a:t>
            </a:r>
            <a:r>
              <a:rPr lang="fr-FR" dirty="0" smtClean="0"/>
              <a:t> soul In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weakness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Redeemer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and </a:t>
            </a:r>
            <a:r>
              <a:rPr lang="fr-FR" dirty="0" err="1" smtClean="0"/>
              <a:t>present</a:t>
            </a:r>
            <a:r>
              <a:rPr lang="fr-FR" dirty="0" smtClean="0"/>
              <a:t> </a:t>
            </a:r>
            <a:r>
              <a:rPr lang="fr-FR" dirty="0" err="1" smtClean="0"/>
              <a:t>wrongs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And </a:t>
            </a:r>
            <a:r>
              <a:rPr lang="fr-FR" dirty="0" err="1" smtClean="0"/>
              <a:t>holder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future </a:t>
            </a:r>
            <a:r>
              <a:rPr lang="fr-FR" dirty="0" err="1" smtClean="0"/>
              <a:t>days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Jesus</a:t>
            </a:r>
            <a:r>
              <a:rPr lang="fr-FR" dirty="0" smtClean="0"/>
              <a:t>, Oh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await</a:t>
            </a:r>
            <a:r>
              <a:rPr lang="fr-FR" dirty="0" smtClean="0"/>
              <a:t>  The moment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Oh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 Lord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Matchless</a:t>
            </a:r>
            <a:r>
              <a:rPr lang="fr-FR" dirty="0" smtClean="0"/>
              <a:t> love and beauty,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Treasure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of </a:t>
            </a:r>
            <a:r>
              <a:rPr lang="fr-FR" dirty="0" err="1" smtClean="0"/>
              <a:t>my</a:t>
            </a:r>
            <a:r>
              <a:rPr lang="fr-FR" dirty="0" smtClean="0"/>
              <a:t> soul In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weakness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Redeemer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and </a:t>
            </a:r>
            <a:r>
              <a:rPr lang="fr-FR" dirty="0" err="1" smtClean="0"/>
              <a:t>present</a:t>
            </a:r>
            <a:r>
              <a:rPr lang="fr-FR" dirty="0" smtClean="0"/>
              <a:t> </a:t>
            </a:r>
            <a:r>
              <a:rPr lang="fr-FR" dirty="0" err="1" smtClean="0"/>
              <a:t>wrongs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And </a:t>
            </a:r>
            <a:r>
              <a:rPr lang="fr-FR" dirty="0" err="1" smtClean="0"/>
              <a:t>holder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future </a:t>
            </a:r>
            <a:r>
              <a:rPr lang="fr-FR" dirty="0" err="1" smtClean="0"/>
              <a:t>days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Jesus</a:t>
            </a:r>
            <a:r>
              <a:rPr lang="fr-FR" dirty="0" smtClean="0"/>
              <a:t>, Oh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await</a:t>
            </a:r>
            <a:r>
              <a:rPr lang="fr-FR" dirty="0" smtClean="0"/>
              <a:t>  The moment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Oh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 Lord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Matchless</a:t>
            </a:r>
            <a:r>
              <a:rPr lang="fr-FR" dirty="0" smtClean="0"/>
              <a:t> love and beauty,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Treasure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of </a:t>
            </a:r>
            <a:r>
              <a:rPr lang="fr-FR" dirty="0" err="1" smtClean="0"/>
              <a:t>my</a:t>
            </a:r>
            <a:r>
              <a:rPr lang="fr-FR" dirty="0" smtClean="0"/>
              <a:t> soul In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weakness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Redeemer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and </a:t>
            </a:r>
            <a:r>
              <a:rPr lang="fr-FR" dirty="0" err="1" smtClean="0"/>
              <a:t>present</a:t>
            </a:r>
            <a:r>
              <a:rPr lang="fr-FR" dirty="0" smtClean="0"/>
              <a:t> </a:t>
            </a:r>
            <a:r>
              <a:rPr lang="fr-FR" dirty="0" err="1" smtClean="0"/>
              <a:t>wrongs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And </a:t>
            </a:r>
            <a:r>
              <a:rPr lang="fr-FR" dirty="0" err="1" smtClean="0"/>
              <a:t>holder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future </a:t>
            </a:r>
            <a:r>
              <a:rPr lang="fr-FR" dirty="0" err="1" smtClean="0"/>
              <a:t>days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Jesus</a:t>
            </a:r>
            <a:r>
              <a:rPr lang="fr-FR" dirty="0" smtClean="0"/>
              <a:t>, Oh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await</a:t>
            </a:r>
            <a:r>
              <a:rPr lang="fr-FR" dirty="0" smtClean="0"/>
              <a:t>  The moment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Oh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 Lord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Matchless</a:t>
            </a:r>
            <a:r>
              <a:rPr lang="fr-FR" dirty="0" smtClean="0"/>
              <a:t> love and beauty,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smtClean="0"/>
              <a:t>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Treasure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of </a:t>
            </a:r>
            <a:r>
              <a:rPr lang="fr-FR" dirty="0" err="1" smtClean="0"/>
              <a:t>my</a:t>
            </a:r>
            <a:r>
              <a:rPr lang="fr-FR" dirty="0" smtClean="0"/>
              <a:t> soul In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weakness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Redeemer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and </a:t>
            </a:r>
            <a:r>
              <a:rPr lang="fr-FR" dirty="0" err="1" smtClean="0"/>
              <a:t>present</a:t>
            </a:r>
            <a:r>
              <a:rPr lang="fr-FR" dirty="0" smtClean="0"/>
              <a:t> </a:t>
            </a:r>
            <a:r>
              <a:rPr lang="fr-FR" dirty="0" err="1" smtClean="0"/>
              <a:t>wrongs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And </a:t>
            </a:r>
            <a:r>
              <a:rPr lang="fr-FR" dirty="0" err="1" smtClean="0"/>
              <a:t>holder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future </a:t>
            </a:r>
            <a:r>
              <a:rPr lang="fr-FR" dirty="0" err="1" smtClean="0"/>
              <a:t>days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Jesus</a:t>
            </a:r>
            <a:r>
              <a:rPr lang="fr-FR" dirty="0" smtClean="0"/>
              <a:t>, Oh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await</a:t>
            </a:r>
            <a:r>
              <a:rPr lang="fr-FR" dirty="0" smtClean="0"/>
              <a:t>  The moment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Oh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24789-D680-4DAB-8127-15C31669B62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E26ADF-571D-46A4-B7B2-61F3B317431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4772A-688A-49CE-8C76-671C9E01ABE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E065BE-8AE4-44BA-8B4C-7A899A9E9F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A9D73-422B-44AF-A007-AA077A252B7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4BD328-CCAA-4384-8EAB-A03052C2BFB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127E7-CD9C-42ED-8BE5-EB3B36D43B1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607E5-2650-423D-B974-3C5BEF9C2F7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6B214-ED23-49E4-85C4-F42C032AA6E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70CD23-C6E5-4E80-91A8-C68B39395BD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D5AAF-1575-4548-A343-5C850BFFCCA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9295BC2-3090-4A0C-862B-97015744128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TOUTE LA TERRE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COMME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INCOMPARABLE AMOUR ET BEAUTÉ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DANS CE MONDE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PEUT ME COMBLER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JÉSUS, TA COUPE NE TARIT JAMAIS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TOUTE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TOUTE MA 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TRÉSOR DE MON ÂME ET DE MON CŒUR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MA FAIBLESSE TU ES BON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RÉDEMPTEUR DE TOUTES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ERREURS PASSÉES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GARDIEN DE TOUTE MON ÉTERNITÉ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TOUTE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TOUTE MA 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JÉSUS, OH ! JÉSUS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TOUTE MA 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MA VIE SUR TERRE J’ATTENDRAI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OÙ FACE À FACE JE TE VERRAI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DANS CE MONDE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PEUT ME COMBLER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JÉSUS, TA COUPE NE TARIT JAMAIS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JÉSUS, TA COUPE NE TARIT JAMAIS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1549</Words>
  <Application>Microsoft Office PowerPoint</Application>
  <PresentationFormat>Affichage à l'écran (4:3)</PresentationFormat>
  <Paragraphs>708</Paragraphs>
  <Slides>12</Slides>
  <Notes>12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Default Design</vt:lpstr>
      <vt:lpstr>SUR TOUTE LA TERRE QUI EST COMME TOI</vt:lpstr>
      <vt:lpstr>INCOMPARABLE AMOUR ET BEAUTÉ RIEN DANS CE MONDE</vt:lpstr>
      <vt:lpstr>NE PEUT ME COMBLER MAIS JÉSUS, TA COUPE NE TARIT JAMAIS</vt:lpstr>
      <vt:lpstr>TA PRÉSENCE EST TOUTE MA VIE TA PRÉSENCE EST TOUTE MA VIE</vt:lpstr>
      <vt:lpstr>TRÉSOR DE MON ÂME ET DE MON CŒUR DANS MA FAIBLESSE TU ES BON</vt:lpstr>
      <vt:lpstr>SEIGNEUR RÉDEMPTEUR DE TOUTES</vt:lpstr>
      <vt:lpstr>MES ERREURS PASSÉES GARDIEN DE TOUTE MON ÉTERNITÉ</vt:lpstr>
      <vt:lpstr>TA PRÉSENCE EST TOUTE MA VIE TA PRÉSENCE EST TOUTE MA VIE</vt:lpstr>
      <vt:lpstr>OH ! JÉSUS, OH ! JÉSUS TA PRÉSENCE EST TOUTE MA VIE</vt:lpstr>
      <vt:lpstr>TOUTE MA VIE SUR TERRE J’ATTENDRAI LE JOUR OÙ FACE À FACE JE TE VERRAI</vt:lpstr>
      <vt:lpstr>RIEN DANS CE MONDE NE PEUT ME COMBLER</vt:lpstr>
      <vt:lpstr>MAIS JÉSUS, TA COUPE NE TARIT JAMAIS OH ! JÉSUS, TA COUPE NE TARIT JAMAIS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136</cp:revision>
  <dcterms:created xsi:type="dcterms:W3CDTF">2002-08-17T10:50:50Z</dcterms:created>
  <dcterms:modified xsi:type="dcterms:W3CDTF">2019-04-26T19:04:33Z</dcterms:modified>
</cp:coreProperties>
</file>