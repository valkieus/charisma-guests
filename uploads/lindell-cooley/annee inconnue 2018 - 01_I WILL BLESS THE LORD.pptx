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96" r:id="rId2"/>
    <p:sldId id="305" r:id="rId3"/>
    <p:sldId id="304" r:id="rId4"/>
    <p:sldId id="303" r:id="rId5"/>
    <p:sldId id="302" r:id="rId6"/>
    <p:sldId id="308" r:id="rId7"/>
    <p:sldId id="301" r:id="rId8"/>
    <p:sldId id="300" r:id="rId9"/>
    <p:sldId id="299" r:id="rId10"/>
    <p:sldId id="298" r:id="rId11"/>
    <p:sldId id="309" r:id="rId12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55769" autoAdjust="0"/>
  </p:normalViewPr>
  <p:slideViewPr>
    <p:cSldViewPr>
      <p:cViewPr varScale="1">
        <p:scale>
          <a:sx n="48" d="100"/>
          <a:sy n="48" d="100"/>
        </p:scale>
        <p:origin x="-96" y="-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1218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28A9632-4C85-4837-9202-7DE41DA9065D}" type="datetimeFigureOut">
              <a:rPr lang="fr-FR"/>
              <a:pPr>
                <a:defRPr/>
              </a:pPr>
              <a:t>24/06/2018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7DCA80A-8400-4AE9-8C4D-4EA1B13572F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JE BÉNIRAI DIEU EN TOUT TEMPS IL EST BON  × 4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bless the Lord at all times He is good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2-  NE SAIS-TU PAS QU’IL EST BON IL EST BON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(Don't you know) He's good He's good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 (SI BON ) SI BON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good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4-  (SI BON ) SI BON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 good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ET CHAQUE JOUR DE MA VIE JE BÉNIRAI DIEU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everyday of my life I'll bless The Lord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IL EST BON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is good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7-  LE MATIN QUAND JE ME LÈVE  JE DIS : « MERCI »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I woke up this morning, I said thank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TOUTE LA NUIT, TES ANGES GARDENT MA VIE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Coz all night long, Your angels watching over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9-  SI FIDÈLES ENVERS MOI ET SI BON POUR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You’ve been faithful to me, you’ve been good to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 JE BÉNIS TON NOM  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I'll bless Your name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JE BÉNIRAI TON NOM EN TOUT TEMPS CAR TU ES BON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bless the Lord at all times He is good 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BÉNIRAI DIEU EN TOUT TEMPS IL EST BON  × 4 </a:t>
            </a:r>
          </a:p>
          <a:p>
            <a:r>
              <a:rPr lang="fr-FR" smtClean="0"/>
              <a:t>I will bless the Lord at all times He is good </a:t>
            </a:r>
          </a:p>
          <a:p>
            <a:r>
              <a:rPr lang="fr-FR" smtClean="0"/>
              <a:t>
2-  NE SAIS-TU PAS QU’IL EST BON IL EST BON </a:t>
            </a:r>
          </a:p>
          <a:p>
            <a:r>
              <a:rPr lang="fr-FR" smtClean="0"/>
              <a:t>(Don't you know) He's good He's good</a:t>
            </a:r>
          </a:p>
          <a:p>
            <a:r>
              <a:rPr lang="fr-FR" smtClean="0"/>
              <a:t>3-  (SI BON ) SI BON</a:t>
            </a:r>
          </a:p>
          <a:p>
            <a:r>
              <a:rPr lang="fr-FR" smtClean="0"/>
              <a:t>So good </a:t>
            </a:r>
          </a:p>
          <a:p>
            <a:r>
              <a:rPr lang="fr-FR" smtClean="0"/>
              <a:t>4-  (SI BON ) SI BON </a:t>
            </a:r>
          </a:p>
          <a:p>
            <a:r>
              <a:rPr lang="fr-FR" smtClean="0"/>
              <a:t>Real good</a:t>
            </a:r>
          </a:p>
          <a:p>
            <a:r>
              <a:rPr lang="fr-FR" smtClean="0"/>
              <a:t>
5-  ET CHAQUE JOUR DE MA VIE JE BÉNIRAI DIEU </a:t>
            </a:r>
          </a:p>
          <a:p>
            <a:r>
              <a:rPr lang="fr-FR" smtClean="0"/>
              <a:t>And everyday of my life I'll bless The Lord</a:t>
            </a:r>
          </a:p>
          <a:p>
            <a:r>
              <a:rPr lang="fr-FR" smtClean="0"/>
              <a:t>6-  IL EST BON </a:t>
            </a:r>
          </a:p>
          <a:p>
            <a:r>
              <a:rPr lang="fr-FR" smtClean="0"/>
              <a:t>He is good</a:t>
            </a:r>
          </a:p>
          <a:p>
            <a:r>
              <a:rPr lang="fr-FR" smtClean="0"/>
              <a:t>
7-  LE MATIN QUAND JE ME LÈVE  JE DIS : « MERCI » </a:t>
            </a:r>
          </a:p>
          <a:p>
            <a:r>
              <a:rPr lang="fr-FR" smtClean="0"/>
              <a:t>When I woke up this morning, I said thank you</a:t>
            </a:r>
          </a:p>
          <a:p>
            <a:r>
              <a:rPr lang="fr-FR" smtClean="0"/>
              <a:t>8-  TOUTE LA NUIT, TES ANGES GARDENT MA VIE </a:t>
            </a:r>
          </a:p>
          <a:p>
            <a:r>
              <a:rPr lang="fr-FR" smtClean="0"/>
              <a:t>Coz all night long, Your angels watching over me</a:t>
            </a:r>
          </a:p>
          <a:p>
            <a:r>
              <a:rPr lang="fr-FR" smtClean="0"/>
              <a:t>9-  SI FIDÈLES ENVERS MOI ET SI BON POUR MOI </a:t>
            </a:r>
          </a:p>
          <a:p>
            <a:r>
              <a:rPr lang="fr-FR" smtClean="0"/>
              <a:t>You’ve been faithful to me, you’ve been good to me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10-  JE BÉNIS TON NOM    x4</a:t>
            </a:r>
          </a:p>
          <a:p>
            <a:r>
              <a:rPr lang="fr-FR" smtClean="0"/>
              <a:t>I'll bless Your name x4</a:t>
            </a:r>
          </a:p>
          <a:p>
            <a:r>
              <a:rPr lang="fr-FR" smtClean="0"/>
              <a:t>
11-  JE BÉNIRAI TON NOM EN TOUT TEMPS CAR TU ES BON </a:t>
            </a:r>
          </a:p>
          <a:p>
            <a:r>
              <a:rPr lang="fr-FR" smtClean="0"/>
              <a:t>I will bless the Lord at all times He is good 
</a:t>
            </a:r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JE BÉNIRAI DIEU EN TOUT TEMPS IL EST BON  × 4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bless the Lord at all times He is good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2-  NE SAIS-TU PAS QU’IL EST BON IL EST BON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(Don't you know) He's good He's good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 (SI BON ) SI BON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good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4-  (SI BON ) SI BON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 good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ET CHAQUE JOUR DE MA VIE JE BÉNIRAI DIEU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everyday of my life I'll bless The Lord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IL EST BON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is good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7-  LE MATIN QUAND JE ME LÈVE  JE DIS : « MERCI »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I woke up this morning, I said thank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TOUTE LA NUIT, TES ANGES GARDENT MA VIE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Coz all night long, Your angels watching over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9-  SI FIDÈLES ENVERS MOI ET SI BON POUR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You’ve been faithful to me, you’ve been good to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 JE BÉNIS TON NOM  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I'll bless Your name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JE BÉNIRAI TON NOM EN TOUT TEMPS CAR TU ES BON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bless the Lord at all times He is good 
</a:t>
            </a:r>
            <a:endParaRPr lang="fr-F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BÉNIRAI DIEU EN TOUT TEMPS IL EST BON  × 4 </a:t>
            </a:r>
          </a:p>
          <a:p>
            <a:r>
              <a:rPr lang="fr-FR" smtClean="0"/>
              <a:t>I will bless the Lord at all times He is good </a:t>
            </a:r>
          </a:p>
          <a:p>
            <a:r>
              <a:rPr lang="fr-FR" smtClean="0"/>
              <a:t>
2-  NE SAIS-TU PAS QU’IL EST BON IL EST BON </a:t>
            </a:r>
          </a:p>
          <a:p>
            <a:r>
              <a:rPr lang="fr-FR" smtClean="0"/>
              <a:t>(Don't you know) He's good He's good</a:t>
            </a:r>
          </a:p>
          <a:p>
            <a:r>
              <a:rPr lang="fr-FR" smtClean="0"/>
              <a:t>3-  (SI BON ) SI BON</a:t>
            </a:r>
          </a:p>
          <a:p>
            <a:r>
              <a:rPr lang="fr-FR" smtClean="0"/>
              <a:t>So good </a:t>
            </a:r>
          </a:p>
          <a:p>
            <a:r>
              <a:rPr lang="fr-FR" smtClean="0"/>
              <a:t>4-  (SI BON ) SI BON </a:t>
            </a:r>
          </a:p>
          <a:p>
            <a:r>
              <a:rPr lang="fr-FR" smtClean="0"/>
              <a:t>Real good</a:t>
            </a:r>
          </a:p>
          <a:p>
            <a:r>
              <a:rPr lang="fr-FR" smtClean="0"/>
              <a:t>
5-  ET CHAQUE JOUR DE MA VIE JE BÉNIRAI DIEU </a:t>
            </a:r>
          </a:p>
          <a:p>
            <a:r>
              <a:rPr lang="fr-FR" smtClean="0"/>
              <a:t>And everyday of my life I'll bless The Lord</a:t>
            </a:r>
          </a:p>
          <a:p>
            <a:r>
              <a:rPr lang="fr-FR" smtClean="0"/>
              <a:t>6-  IL EST BON </a:t>
            </a:r>
          </a:p>
          <a:p>
            <a:r>
              <a:rPr lang="fr-FR" smtClean="0"/>
              <a:t>He is good</a:t>
            </a:r>
          </a:p>
          <a:p>
            <a:r>
              <a:rPr lang="fr-FR" smtClean="0"/>
              <a:t>
7-  LE MATIN QUAND JE ME LÈVE  JE DIS : « MERCI » </a:t>
            </a:r>
          </a:p>
          <a:p>
            <a:r>
              <a:rPr lang="fr-FR" smtClean="0"/>
              <a:t>When I woke up this morning, I said thank you</a:t>
            </a:r>
          </a:p>
          <a:p>
            <a:r>
              <a:rPr lang="fr-FR" smtClean="0"/>
              <a:t>8-  TOUTE LA NUIT, TES ANGES GARDENT MA VIE </a:t>
            </a:r>
          </a:p>
          <a:p>
            <a:r>
              <a:rPr lang="fr-FR" smtClean="0"/>
              <a:t>Coz all night long, Your angels watching over me</a:t>
            </a:r>
          </a:p>
          <a:p>
            <a:r>
              <a:rPr lang="fr-FR" smtClean="0"/>
              <a:t>9-  SI FIDÈLES ENVERS MOI ET SI BON POUR MOI </a:t>
            </a:r>
          </a:p>
          <a:p>
            <a:r>
              <a:rPr lang="fr-FR" smtClean="0"/>
              <a:t>You’ve been faithful to me, you’ve been good to me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10-  JE BÉNIS TON NOM    x4</a:t>
            </a:r>
          </a:p>
          <a:p>
            <a:r>
              <a:rPr lang="fr-FR" smtClean="0"/>
              <a:t>I'll bless Your name x4</a:t>
            </a:r>
          </a:p>
          <a:p>
            <a:r>
              <a:rPr lang="fr-FR" smtClean="0"/>
              <a:t>
11-  JE BÉNIRAI TON NOM EN TOUT TEMPS CAR TU ES BON </a:t>
            </a:r>
          </a:p>
          <a:p>
            <a:r>
              <a:rPr lang="fr-FR" smtClean="0"/>
              <a:t>I will bless the Lord at all times He is good 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xmlns="" val="42840240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JE BÉNIRAI DIEU EN TOUT TEMPS IL EST BON  × 4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bless the Lord at all times He is good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2-  NE SAIS-TU PAS QU’IL EST BON IL EST BON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(Don't you know) He's good He's good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 (SI BON ) SI BON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good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4-  (SI BON ) SI BON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 good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ET CHAQUE JOUR DE MA VIE JE BÉNIRAI DIEU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everyday of my life I'll bless The Lord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IL EST BON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is good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7-  LE MATIN QUAND JE ME LÈVE  JE DIS : « MERCI »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I woke up this morning, I said thank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TOUTE LA NUIT, TES ANGES GARDENT MA VIE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Coz all night long, Your angels watching over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9-  SI FIDÈLES ENVERS MOI ET SI BON POUR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You’ve been faithful to me, you’ve been good to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 JE BÉNIS TON NOM  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I'll bless Your name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JE BÉNIRAI TON NOM EN TOUT TEMPS CAR TU ES BON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bless the Lord at all times He is good 
</a:t>
            </a:r>
            <a:endParaRPr lang="fr-F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BÉNIRAI DIEU EN TOUT TEMPS IL EST BON  × 4 </a:t>
            </a:r>
          </a:p>
          <a:p>
            <a:r>
              <a:rPr lang="fr-FR" smtClean="0"/>
              <a:t>I will bless the Lord at all times He is good </a:t>
            </a:r>
          </a:p>
          <a:p>
            <a:r>
              <a:rPr lang="fr-FR" smtClean="0"/>
              <a:t>
2-  NE SAIS-TU PAS QU’IL EST BON IL EST BON </a:t>
            </a:r>
          </a:p>
          <a:p>
            <a:r>
              <a:rPr lang="fr-FR" smtClean="0"/>
              <a:t>(Don't you know) He's good He's good</a:t>
            </a:r>
          </a:p>
          <a:p>
            <a:r>
              <a:rPr lang="fr-FR" smtClean="0"/>
              <a:t>3-  (SI BON ) SI BON</a:t>
            </a:r>
          </a:p>
          <a:p>
            <a:r>
              <a:rPr lang="fr-FR" smtClean="0"/>
              <a:t>So good </a:t>
            </a:r>
          </a:p>
          <a:p>
            <a:r>
              <a:rPr lang="fr-FR" smtClean="0"/>
              <a:t>4-  (SI BON ) SI BON </a:t>
            </a:r>
          </a:p>
          <a:p>
            <a:r>
              <a:rPr lang="fr-FR" smtClean="0"/>
              <a:t>Real good</a:t>
            </a:r>
          </a:p>
          <a:p>
            <a:r>
              <a:rPr lang="fr-FR" smtClean="0"/>
              <a:t>
5-  ET CHAQUE JOUR DE MA VIE JE BÉNIRAI DIEU </a:t>
            </a:r>
          </a:p>
          <a:p>
            <a:r>
              <a:rPr lang="fr-FR" smtClean="0"/>
              <a:t>And everyday of my life I'll bless The Lord</a:t>
            </a:r>
          </a:p>
          <a:p>
            <a:r>
              <a:rPr lang="fr-FR" smtClean="0"/>
              <a:t>6-  IL EST BON </a:t>
            </a:r>
          </a:p>
          <a:p>
            <a:r>
              <a:rPr lang="fr-FR" smtClean="0"/>
              <a:t>He is good</a:t>
            </a:r>
          </a:p>
          <a:p>
            <a:r>
              <a:rPr lang="fr-FR" smtClean="0"/>
              <a:t>
7-  LE MATIN QUAND JE ME LÈVE  JE DIS : « MERCI » </a:t>
            </a:r>
          </a:p>
          <a:p>
            <a:r>
              <a:rPr lang="fr-FR" smtClean="0"/>
              <a:t>When I woke up this morning, I said thank you</a:t>
            </a:r>
          </a:p>
          <a:p>
            <a:r>
              <a:rPr lang="fr-FR" smtClean="0"/>
              <a:t>8-  TOUTE LA NUIT, TES ANGES GARDENT MA VIE </a:t>
            </a:r>
          </a:p>
          <a:p>
            <a:r>
              <a:rPr lang="fr-FR" smtClean="0"/>
              <a:t>Coz all night long, Your angels watching over me</a:t>
            </a:r>
          </a:p>
          <a:p>
            <a:r>
              <a:rPr lang="fr-FR" smtClean="0"/>
              <a:t>9-  SI FIDÈLES ENVERS MOI ET SI BON POUR MOI </a:t>
            </a:r>
          </a:p>
          <a:p>
            <a:r>
              <a:rPr lang="fr-FR" smtClean="0"/>
              <a:t>You’ve been faithful to me, you’ve been good to me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10-  JE BÉNIS TON NOM    x4</a:t>
            </a:r>
          </a:p>
          <a:p>
            <a:r>
              <a:rPr lang="fr-FR" smtClean="0"/>
              <a:t>I'll bless Your name x4</a:t>
            </a:r>
          </a:p>
          <a:p>
            <a:r>
              <a:rPr lang="fr-FR" smtClean="0"/>
              <a:t>
11-  JE BÉNIRAI TON NOM EN TOUT TEMPS CAR TU ES BON </a:t>
            </a:r>
          </a:p>
          <a:p>
            <a:r>
              <a:rPr lang="fr-FR" smtClean="0"/>
              <a:t>I will bless the Lord at all times He is good 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xmlns="" val="17638916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JE BÉNIRAI DIEU EN TOUT TEMPS IL EST BON  × 4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bless the Lord at all times He is good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2-  NE SAIS-TU PAS QU’IL EST BON IL EST BON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(Don't you know) He's good He's good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 (SI BON ) SI BON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good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4-  (SI BON ) SI BON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 good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ET CHAQUE JOUR DE MA VIE JE BÉNIRAI DIEU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everyday of my life I'll bless The Lord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IL EST BON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is good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7-  LE MATIN QUAND JE ME LÈVE  JE DIS : « MERCI »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I woke up this morning, I said thank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TOUTE LA NUIT, TES ANGES GARDENT MA VIE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Coz all night long, Your angels watching over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9-  SI FIDÈLES ENVERS MOI ET SI BON POUR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You’ve been faithful to me, you’ve been good to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 JE BÉNIS TON NOM  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I'll bless Your name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JE BÉNIRAI TON NOM EN TOUT TEMPS CAR TU ES BON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bless the Lord at all times He is good 
</a:t>
            </a:r>
            <a:endParaRPr lang="fr-F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BÉNIRAI DIEU EN TOUT TEMPS IL EST BON  × 4 </a:t>
            </a:r>
          </a:p>
          <a:p>
            <a:r>
              <a:rPr lang="fr-FR" smtClean="0"/>
              <a:t>I will bless the Lord at all times He is good </a:t>
            </a:r>
          </a:p>
          <a:p>
            <a:r>
              <a:rPr lang="fr-FR" smtClean="0"/>
              <a:t>
2-  NE SAIS-TU PAS QU’IL EST BON IL EST BON </a:t>
            </a:r>
          </a:p>
          <a:p>
            <a:r>
              <a:rPr lang="fr-FR" smtClean="0"/>
              <a:t>(Don't you know) He's good He's good</a:t>
            </a:r>
          </a:p>
          <a:p>
            <a:r>
              <a:rPr lang="fr-FR" smtClean="0"/>
              <a:t>3-  (SI BON ) SI BON</a:t>
            </a:r>
          </a:p>
          <a:p>
            <a:r>
              <a:rPr lang="fr-FR" smtClean="0"/>
              <a:t>So good </a:t>
            </a:r>
          </a:p>
          <a:p>
            <a:r>
              <a:rPr lang="fr-FR" smtClean="0"/>
              <a:t>4-  (SI BON ) SI BON </a:t>
            </a:r>
          </a:p>
          <a:p>
            <a:r>
              <a:rPr lang="fr-FR" smtClean="0"/>
              <a:t>Real good</a:t>
            </a:r>
          </a:p>
          <a:p>
            <a:r>
              <a:rPr lang="fr-FR" smtClean="0"/>
              <a:t>
5-  ET CHAQUE JOUR DE MA VIE JE BÉNIRAI DIEU </a:t>
            </a:r>
          </a:p>
          <a:p>
            <a:r>
              <a:rPr lang="fr-FR" smtClean="0"/>
              <a:t>And everyday of my life I'll bless The Lord</a:t>
            </a:r>
          </a:p>
          <a:p>
            <a:r>
              <a:rPr lang="fr-FR" smtClean="0"/>
              <a:t>6-  IL EST BON </a:t>
            </a:r>
          </a:p>
          <a:p>
            <a:r>
              <a:rPr lang="fr-FR" smtClean="0"/>
              <a:t>He is good</a:t>
            </a:r>
          </a:p>
          <a:p>
            <a:r>
              <a:rPr lang="fr-FR" smtClean="0"/>
              <a:t>
7-  LE MATIN QUAND JE ME LÈVE  JE DIS : « MERCI » </a:t>
            </a:r>
          </a:p>
          <a:p>
            <a:r>
              <a:rPr lang="fr-FR" smtClean="0"/>
              <a:t>When I woke up this morning, I said thank you</a:t>
            </a:r>
          </a:p>
          <a:p>
            <a:r>
              <a:rPr lang="fr-FR" smtClean="0"/>
              <a:t>8-  TOUTE LA NUIT, TES ANGES GARDENT MA VIE </a:t>
            </a:r>
          </a:p>
          <a:p>
            <a:r>
              <a:rPr lang="fr-FR" smtClean="0"/>
              <a:t>Coz all night long, Your angels watching over me</a:t>
            </a:r>
          </a:p>
          <a:p>
            <a:r>
              <a:rPr lang="fr-FR" smtClean="0"/>
              <a:t>9-  SI FIDÈLES ENVERS MOI ET SI BON POUR MOI </a:t>
            </a:r>
          </a:p>
          <a:p>
            <a:r>
              <a:rPr lang="fr-FR" smtClean="0"/>
              <a:t>You’ve been faithful to me, you’ve been good to me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10-  JE BÉNIS TON NOM    x4</a:t>
            </a:r>
          </a:p>
          <a:p>
            <a:r>
              <a:rPr lang="fr-FR" smtClean="0"/>
              <a:t>I'll bless Your name x4</a:t>
            </a:r>
          </a:p>
          <a:p>
            <a:r>
              <a:rPr lang="fr-FR" smtClean="0"/>
              <a:t>
11-  JE BÉNIRAI TON NOM EN TOUT TEMPS CAR TU ES BON </a:t>
            </a:r>
          </a:p>
          <a:p>
            <a:r>
              <a:rPr lang="fr-FR" smtClean="0"/>
              <a:t>I will bless the Lord at all times He is good 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xmlns="" val="31743986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JE BÉNIRAI DIEU EN TOUT TEMPS IL EST BON  × 4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bless the Lord at all times He is good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2-  NE SAIS-TU PAS QU’IL EST BON IL EST BON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(Don't you know) He's good He's good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 (SI BON ) SI BON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good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4-  (SI BON ) SI BON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 good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ET CHAQUE JOUR DE MA VIE JE BÉNIRAI DIEU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everyday of my life I'll bless The Lord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IL EST BON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is good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7-  LE MATIN QUAND JE ME LÈVE  JE DIS : « MERCI »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I woke up this morning, I said thank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TOUTE LA NUIT, TES ANGES GARDENT MA VIE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Coz all night long, Your angels watching over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9-  SI FIDÈLES ENVERS MOI ET SI BON POUR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You’ve been faithful to me, you’ve been good to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 JE BÉNIS TON NOM  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I'll bless Your name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JE BÉNIRAI TON NOM EN TOUT TEMPS CAR TU ES BON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bless the Lord at all times He is good 
</a:t>
            </a:r>
            <a:endParaRPr lang="fr-F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BÉNIRAI DIEU EN TOUT TEMPS IL EST BON  × 4 </a:t>
            </a:r>
          </a:p>
          <a:p>
            <a:r>
              <a:rPr lang="fr-FR" smtClean="0"/>
              <a:t>I will bless the Lord at all times He is good </a:t>
            </a:r>
          </a:p>
          <a:p>
            <a:r>
              <a:rPr lang="fr-FR" smtClean="0"/>
              <a:t>
2-  NE SAIS-TU PAS QU’IL EST BON IL EST BON </a:t>
            </a:r>
          </a:p>
          <a:p>
            <a:r>
              <a:rPr lang="fr-FR" smtClean="0"/>
              <a:t>(Don't you know) He's good He's good</a:t>
            </a:r>
          </a:p>
          <a:p>
            <a:r>
              <a:rPr lang="fr-FR" smtClean="0"/>
              <a:t>3-  (SI BON ) SI BON</a:t>
            </a:r>
          </a:p>
          <a:p>
            <a:r>
              <a:rPr lang="fr-FR" smtClean="0"/>
              <a:t>So good </a:t>
            </a:r>
          </a:p>
          <a:p>
            <a:r>
              <a:rPr lang="fr-FR" smtClean="0"/>
              <a:t>4-  (SI BON ) SI BON </a:t>
            </a:r>
          </a:p>
          <a:p>
            <a:r>
              <a:rPr lang="fr-FR" smtClean="0"/>
              <a:t>Real good</a:t>
            </a:r>
          </a:p>
          <a:p>
            <a:r>
              <a:rPr lang="fr-FR" smtClean="0"/>
              <a:t>
5-  ET CHAQUE JOUR DE MA VIE JE BÉNIRAI DIEU </a:t>
            </a:r>
          </a:p>
          <a:p>
            <a:r>
              <a:rPr lang="fr-FR" smtClean="0"/>
              <a:t>And everyday of my life I'll bless The Lord</a:t>
            </a:r>
          </a:p>
          <a:p>
            <a:r>
              <a:rPr lang="fr-FR" smtClean="0"/>
              <a:t>6-  IL EST BON </a:t>
            </a:r>
          </a:p>
          <a:p>
            <a:r>
              <a:rPr lang="fr-FR" smtClean="0"/>
              <a:t>He is good</a:t>
            </a:r>
          </a:p>
          <a:p>
            <a:r>
              <a:rPr lang="fr-FR" smtClean="0"/>
              <a:t>
7-  LE MATIN QUAND JE ME LÈVE  JE DIS : « MERCI » </a:t>
            </a:r>
          </a:p>
          <a:p>
            <a:r>
              <a:rPr lang="fr-FR" smtClean="0"/>
              <a:t>When I woke up this morning, I said thank you</a:t>
            </a:r>
          </a:p>
          <a:p>
            <a:r>
              <a:rPr lang="fr-FR" smtClean="0"/>
              <a:t>8-  TOUTE LA NUIT, TES ANGES GARDENT MA VIE </a:t>
            </a:r>
          </a:p>
          <a:p>
            <a:r>
              <a:rPr lang="fr-FR" smtClean="0"/>
              <a:t>Coz all night long, Your angels watching over me</a:t>
            </a:r>
          </a:p>
          <a:p>
            <a:r>
              <a:rPr lang="fr-FR" smtClean="0"/>
              <a:t>9-  SI FIDÈLES ENVERS MOI ET SI BON POUR MOI </a:t>
            </a:r>
          </a:p>
          <a:p>
            <a:r>
              <a:rPr lang="fr-FR" smtClean="0"/>
              <a:t>You’ve been faithful to me, you’ve been good to me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10-  JE BÉNIS TON NOM    x4</a:t>
            </a:r>
          </a:p>
          <a:p>
            <a:r>
              <a:rPr lang="fr-FR" smtClean="0"/>
              <a:t>I'll bless Your name x4</a:t>
            </a:r>
          </a:p>
          <a:p>
            <a:r>
              <a:rPr lang="fr-FR" smtClean="0"/>
              <a:t>
11-  JE BÉNIRAI TON NOM EN TOUT TEMPS CAR TU ES BON </a:t>
            </a:r>
          </a:p>
          <a:p>
            <a:r>
              <a:rPr lang="fr-FR" smtClean="0"/>
              <a:t>I will bless the Lord at all times He is good 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xmlns="" val="32031067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JE BÉNIRAI DIEU EN TOUT TEMPS IL EST BON  × 4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bless the Lord at all times He is good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2-  NE SAIS-TU PAS QU’IL EST BON IL EST BON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(Don't you know) He's good He's good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 (SI BON ) SI BON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good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4-  (SI BON ) SI BON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 good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ET CHAQUE JOUR DE MA VIE JE BÉNIRAI DIEU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everyday of my life I'll bless The Lord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IL EST BON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is good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7-  LE MATIN QUAND JE ME LÈVE  JE DIS : « MERCI »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I woke up this morning, I said thank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TOUTE LA NUIT, TES ANGES GARDENT MA VIE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Coz all night long, Your angels watching over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9-  SI FIDÈLES ENVERS MOI ET SI BON POUR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You’ve been faithful to me, you’ve been good to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 JE BÉNIS TON NOM  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I'll bless Your name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JE BÉNIRAI TON NOM EN TOUT TEMPS CAR TU ES BON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bless the Lord at all times He is good 
</a:t>
            </a:r>
            <a:endParaRPr lang="fr-F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BÉNIRAI DIEU EN TOUT TEMPS IL EST BON  × 4 </a:t>
            </a:r>
          </a:p>
          <a:p>
            <a:r>
              <a:rPr lang="fr-FR" smtClean="0"/>
              <a:t>I will bless the Lord at all times He is good </a:t>
            </a:r>
          </a:p>
          <a:p>
            <a:r>
              <a:rPr lang="fr-FR" smtClean="0"/>
              <a:t>
2-  NE SAIS-TU PAS QU’IL EST BON IL EST BON </a:t>
            </a:r>
          </a:p>
          <a:p>
            <a:r>
              <a:rPr lang="fr-FR" smtClean="0"/>
              <a:t>(Don't you know) He's good He's good</a:t>
            </a:r>
          </a:p>
          <a:p>
            <a:r>
              <a:rPr lang="fr-FR" smtClean="0"/>
              <a:t>3-  (SI BON ) SI BON</a:t>
            </a:r>
          </a:p>
          <a:p>
            <a:r>
              <a:rPr lang="fr-FR" smtClean="0"/>
              <a:t>So good </a:t>
            </a:r>
          </a:p>
          <a:p>
            <a:r>
              <a:rPr lang="fr-FR" smtClean="0"/>
              <a:t>4-  (SI BON ) SI BON </a:t>
            </a:r>
          </a:p>
          <a:p>
            <a:r>
              <a:rPr lang="fr-FR" smtClean="0"/>
              <a:t>Real good</a:t>
            </a:r>
          </a:p>
          <a:p>
            <a:r>
              <a:rPr lang="fr-FR" smtClean="0"/>
              <a:t>
5-  ET CHAQUE JOUR DE MA VIE JE BÉNIRAI DIEU </a:t>
            </a:r>
          </a:p>
          <a:p>
            <a:r>
              <a:rPr lang="fr-FR" smtClean="0"/>
              <a:t>And everyday of my life I'll bless The Lord</a:t>
            </a:r>
          </a:p>
          <a:p>
            <a:r>
              <a:rPr lang="fr-FR" smtClean="0"/>
              <a:t>6-  IL EST BON </a:t>
            </a:r>
          </a:p>
          <a:p>
            <a:r>
              <a:rPr lang="fr-FR" smtClean="0"/>
              <a:t>He is good</a:t>
            </a:r>
          </a:p>
          <a:p>
            <a:r>
              <a:rPr lang="fr-FR" smtClean="0"/>
              <a:t>
7-  LE MATIN QUAND JE ME LÈVE  JE DIS : « MERCI » </a:t>
            </a:r>
          </a:p>
          <a:p>
            <a:r>
              <a:rPr lang="fr-FR" smtClean="0"/>
              <a:t>When I woke up this morning, I said thank you</a:t>
            </a:r>
          </a:p>
          <a:p>
            <a:r>
              <a:rPr lang="fr-FR" smtClean="0"/>
              <a:t>8-  TOUTE LA NUIT, TES ANGES GARDENT MA VIE </a:t>
            </a:r>
          </a:p>
          <a:p>
            <a:r>
              <a:rPr lang="fr-FR" smtClean="0"/>
              <a:t>Coz all night long, Your angels watching over me</a:t>
            </a:r>
          </a:p>
          <a:p>
            <a:r>
              <a:rPr lang="fr-FR" smtClean="0"/>
              <a:t>9-  SI FIDÈLES ENVERS MOI ET SI BON POUR MOI </a:t>
            </a:r>
          </a:p>
          <a:p>
            <a:r>
              <a:rPr lang="fr-FR" smtClean="0"/>
              <a:t>You’ve been faithful to me, you’ve been good to me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10-  JE BÉNIS TON NOM    x4</a:t>
            </a:r>
          </a:p>
          <a:p>
            <a:r>
              <a:rPr lang="fr-FR" smtClean="0"/>
              <a:t>I'll bless Your name x4</a:t>
            </a:r>
          </a:p>
          <a:p>
            <a:r>
              <a:rPr lang="fr-FR" smtClean="0"/>
              <a:t>
11-  JE BÉNIRAI TON NOM EN TOUT TEMPS CAR TU ES BON </a:t>
            </a:r>
          </a:p>
          <a:p>
            <a:r>
              <a:rPr lang="fr-FR" smtClean="0"/>
              <a:t>I will bless the Lord at all times He is good 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xmlns="" val="40198767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JE BÉNIRAI DIEU EN TOUT TEMPS IL EST BON  × 4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bless the Lord at all times He is good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2-  NE SAIS-TU PAS QU’IL EST BON IL EST BON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(Don't you know) He's good He's good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 (SI BON ) SI BON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good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4-  (SI BON ) SI BON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 good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ET CHAQUE JOUR DE MA VIE JE BÉNIRAI DIEU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everyday of my life I'll bless The Lord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IL EST BON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is good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7-  LE MATIN QUAND JE ME LÈVE  JE DIS : « MERCI »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I woke up this morning, I said thank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TOUTE LA NUIT, TES ANGES GARDENT MA VIE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Coz all night long, Your angels watching over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9-  SI FIDÈLES ENVERS MOI ET SI BON POUR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You’ve been faithful to me, you’ve been good to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 JE BÉNIS TON NOM  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I'll bless Your name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JE BÉNIRAI TON NOM EN TOUT TEMPS CAR TU ES BON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bless the Lord at all times He is good 
</a:t>
            </a:r>
            <a:endParaRPr lang="fr-F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BÉNIRAI DIEU EN TOUT TEMPS IL EST BON  × 4 </a:t>
            </a:r>
          </a:p>
          <a:p>
            <a:r>
              <a:rPr lang="fr-FR" smtClean="0"/>
              <a:t>I will bless the Lord at all times He is good </a:t>
            </a:r>
          </a:p>
          <a:p>
            <a:r>
              <a:rPr lang="fr-FR" smtClean="0"/>
              <a:t>
2-  NE SAIS-TU PAS QU’IL EST BON IL EST BON </a:t>
            </a:r>
          </a:p>
          <a:p>
            <a:r>
              <a:rPr lang="fr-FR" smtClean="0"/>
              <a:t>(Don't you know) He's good He's good</a:t>
            </a:r>
          </a:p>
          <a:p>
            <a:r>
              <a:rPr lang="fr-FR" smtClean="0"/>
              <a:t>3-  (SI BON ) SI BON</a:t>
            </a:r>
          </a:p>
          <a:p>
            <a:r>
              <a:rPr lang="fr-FR" smtClean="0"/>
              <a:t>So good </a:t>
            </a:r>
          </a:p>
          <a:p>
            <a:r>
              <a:rPr lang="fr-FR" smtClean="0"/>
              <a:t>4-  (SI BON ) SI BON </a:t>
            </a:r>
          </a:p>
          <a:p>
            <a:r>
              <a:rPr lang="fr-FR" smtClean="0"/>
              <a:t>Real good</a:t>
            </a:r>
          </a:p>
          <a:p>
            <a:r>
              <a:rPr lang="fr-FR" smtClean="0"/>
              <a:t>
5-  ET CHAQUE JOUR DE MA VIE JE BÉNIRAI DIEU </a:t>
            </a:r>
          </a:p>
          <a:p>
            <a:r>
              <a:rPr lang="fr-FR" smtClean="0"/>
              <a:t>And everyday of my life I'll bless The Lord</a:t>
            </a:r>
          </a:p>
          <a:p>
            <a:r>
              <a:rPr lang="fr-FR" smtClean="0"/>
              <a:t>6-  IL EST BON </a:t>
            </a:r>
          </a:p>
          <a:p>
            <a:r>
              <a:rPr lang="fr-FR" smtClean="0"/>
              <a:t>He is good</a:t>
            </a:r>
          </a:p>
          <a:p>
            <a:r>
              <a:rPr lang="fr-FR" smtClean="0"/>
              <a:t>
7-  LE MATIN QUAND JE ME LÈVE  JE DIS : « MERCI » </a:t>
            </a:r>
          </a:p>
          <a:p>
            <a:r>
              <a:rPr lang="fr-FR" smtClean="0"/>
              <a:t>When I woke up this morning, I said thank you</a:t>
            </a:r>
          </a:p>
          <a:p>
            <a:r>
              <a:rPr lang="fr-FR" smtClean="0"/>
              <a:t>8-  TOUTE LA NUIT, TES ANGES GARDENT MA VIE </a:t>
            </a:r>
          </a:p>
          <a:p>
            <a:r>
              <a:rPr lang="fr-FR" smtClean="0"/>
              <a:t>Coz all night long, Your angels watching over me</a:t>
            </a:r>
          </a:p>
          <a:p>
            <a:r>
              <a:rPr lang="fr-FR" smtClean="0"/>
              <a:t>9-  SI FIDÈLES ENVERS MOI ET SI BON POUR MOI </a:t>
            </a:r>
          </a:p>
          <a:p>
            <a:r>
              <a:rPr lang="fr-FR" smtClean="0"/>
              <a:t>You’ve been faithful to me, you’ve been good to me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10-  JE BÉNIS TON NOM    x4</a:t>
            </a:r>
          </a:p>
          <a:p>
            <a:r>
              <a:rPr lang="fr-FR" smtClean="0"/>
              <a:t>I'll bless Your name x4</a:t>
            </a:r>
          </a:p>
          <a:p>
            <a:r>
              <a:rPr lang="fr-FR" smtClean="0"/>
              <a:t>
11-  JE BÉNIRAI TON NOM EN TOUT TEMPS CAR TU ES BON </a:t>
            </a:r>
          </a:p>
          <a:p>
            <a:r>
              <a:rPr lang="fr-FR" smtClean="0"/>
              <a:t>I will bless the Lord at all times He is good 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xmlns="" val="20164054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JE BÉNIRAI DIEU EN TOUT TEMPS IL EST BON  × 4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bless the Lord at all times He is good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2-  NE SAIS-TU PAS QU’IL EST BON IL EST BON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(Don't you know) He's good He's good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 (SI BON ) SI BON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good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4-  (SI BON ) SI BON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 good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ET CHAQUE JOUR DE MA VIE JE BÉNIRAI DIEU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everyday of my life I'll bless The Lord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IL EST BON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is good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7-  LE MATIN QUAND JE ME LÈVE  JE DIS : « MERCI »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I woke up this morning, I said thank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TOUTE LA NUIT, TES ANGES GARDENT MA VIE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Coz all night long, Your angels watching over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9-  SI FIDÈLES ENVERS MOI ET SI BON POUR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You’ve been faithful to me, you’ve been good to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 JE BÉNIS TON NOM  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I'll bless Your name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JE BÉNIRAI TON NOM EN TOUT TEMPS CAR TU ES BON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bless the Lord at all times He is good 
</a:t>
            </a:r>
            <a:endParaRPr lang="fr-F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BÉNIRAI DIEU EN TOUT TEMPS IL EST BON  × 4 </a:t>
            </a:r>
          </a:p>
          <a:p>
            <a:r>
              <a:rPr lang="fr-FR" smtClean="0"/>
              <a:t>I will bless the Lord at all times He is good </a:t>
            </a:r>
          </a:p>
          <a:p>
            <a:r>
              <a:rPr lang="fr-FR" smtClean="0"/>
              <a:t>
2-  NE SAIS-TU PAS QU’IL EST BON IL EST BON </a:t>
            </a:r>
          </a:p>
          <a:p>
            <a:r>
              <a:rPr lang="fr-FR" smtClean="0"/>
              <a:t>(Don't you know) He's good He's good</a:t>
            </a:r>
          </a:p>
          <a:p>
            <a:r>
              <a:rPr lang="fr-FR" smtClean="0"/>
              <a:t>3-  (SI BON ) SI BON</a:t>
            </a:r>
          </a:p>
          <a:p>
            <a:r>
              <a:rPr lang="fr-FR" smtClean="0"/>
              <a:t>So good </a:t>
            </a:r>
          </a:p>
          <a:p>
            <a:r>
              <a:rPr lang="fr-FR" smtClean="0"/>
              <a:t>4-  (SI BON ) SI BON </a:t>
            </a:r>
          </a:p>
          <a:p>
            <a:r>
              <a:rPr lang="fr-FR" smtClean="0"/>
              <a:t>Real good</a:t>
            </a:r>
          </a:p>
          <a:p>
            <a:r>
              <a:rPr lang="fr-FR" smtClean="0"/>
              <a:t>
5-  ET CHAQUE JOUR DE MA VIE JE BÉNIRAI DIEU </a:t>
            </a:r>
          </a:p>
          <a:p>
            <a:r>
              <a:rPr lang="fr-FR" smtClean="0"/>
              <a:t>And everyday of my life I'll bless The Lord</a:t>
            </a:r>
          </a:p>
          <a:p>
            <a:r>
              <a:rPr lang="fr-FR" smtClean="0"/>
              <a:t>6-  IL EST BON </a:t>
            </a:r>
          </a:p>
          <a:p>
            <a:r>
              <a:rPr lang="fr-FR" smtClean="0"/>
              <a:t>He is good</a:t>
            </a:r>
          </a:p>
          <a:p>
            <a:r>
              <a:rPr lang="fr-FR" smtClean="0"/>
              <a:t>
7-  LE MATIN QUAND JE ME LÈVE  JE DIS : « MERCI » </a:t>
            </a:r>
          </a:p>
          <a:p>
            <a:r>
              <a:rPr lang="fr-FR" smtClean="0"/>
              <a:t>When I woke up this morning, I said thank you</a:t>
            </a:r>
          </a:p>
          <a:p>
            <a:r>
              <a:rPr lang="fr-FR" smtClean="0"/>
              <a:t>8-  TOUTE LA NUIT, TES ANGES GARDENT MA VIE </a:t>
            </a:r>
          </a:p>
          <a:p>
            <a:r>
              <a:rPr lang="fr-FR" smtClean="0"/>
              <a:t>Coz all night long, Your angels watching over me</a:t>
            </a:r>
          </a:p>
          <a:p>
            <a:r>
              <a:rPr lang="fr-FR" smtClean="0"/>
              <a:t>9-  SI FIDÈLES ENVERS MOI ET SI BON POUR MOI </a:t>
            </a:r>
          </a:p>
          <a:p>
            <a:r>
              <a:rPr lang="fr-FR" smtClean="0"/>
              <a:t>You’ve been faithful to me, you’ve been good to me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10-  JE BÉNIS TON NOM    x4</a:t>
            </a:r>
          </a:p>
          <a:p>
            <a:r>
              <a:rPr lang="fr-FR" smtClean="0"/>
              <a:t>I'll bless Your name x4</a:t>
            </a:r>
          </a:p>
          <a:p>
            <a:r>
              <a:rPr lang="fr-FR" smtClean="0"/>
              <a:t>
11-  JE BÉNIRAI TON NOM EN TOUT TEMPS CAR TU ES BON </a:t>
            </a:r>
          </a:p>
          <a:p>
            <a:r>
              <a:rPr lang="fr-FR" smtClean="0"/>
              <a:t>I will bless the Lord at all times He is good 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xmlns="" val="26058256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JE BÉNIRAI DIEU EN TOUT TEMPS IL EST BON  × 4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bless the Lord at all times He is good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2-  NE SAIS-TU PAS QU’IL EST BON IL EST BON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(Don't you know) He's good He's good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 (SI BON ) SI BON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good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4-  (SI BON ) SI BON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 good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ET CHAQUE JOUR DE MA VIE JE BÉNIRAI DIEU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everyday of my life I'll bless The Lord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IL EST BON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is good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7-  LE MATIN QUAND JE ME LÈVE  JE DIS : « MERCI »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I woke up this morning, I said thank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TOUTE LA NUIT, TES ANGES GARDENT MA VIE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Coz all night long, Your angels watching over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9-  SI FIDÈLES ENVERS MOI ET SI BON POUR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You’ve been faithful to me, you’ve been good to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 JE BÉNIS TON NOM  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I'll bless Your name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JE BÉNIRAI TON NOM EN TOUT TEMPS CAR TU ES BON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bless the Lord at all times He is good 
</a:t>
            </a:r>
            <a:endParaRPr lang="fr-F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BÉNIRAI DIEU EN TOUT TEMPS IL EST BON  × 4 </a:t>
            </a:r>
          </a:p>
          <a:p>
            <a:r>
              <a:rPr lang="fr-FR" smtClean="0"/>
              <a:t>I will bless the Lord at all times He is good </a:t>
            </a:r>
          </a:p>
          <a:p>
            <a:r>
              <a:rPr lang="fr-FR" smtClean="0"/>
              <a:t>
2-  NE SAIS-TU PAS QU’IL EST BON IL EST BON </a:t>
            </a:r>
          </a:p>
          <a:p>
            <a:r>
              <a:rPr lang="fr-FR" smtClean="0"/>
              <a:t>(Don't you know) He's good He's good</a:t>
            </a:r>
          </a:p>
          <a:p>
            <a:r>
              <a:rPr lang="fr-FR" smtClean="0"/>
              <a:t>3-  (SI BON ) SI BON</a:t>
            </a:r>
          </a:p>
          <a:p>
            <a:r>
              <a:rPr lang="fr-FR" smtClean="0"/>
              <a:t>So good </a:t>
            </a:r>
          </a:p>
          <a:p>
            <a:r>
              <a:rPr lang="fr-FR" smtClean="0"/>
              <a:t>4-  (SI BON ) SI BON </a:t>
            </a:r>
          </a:p>
          <a:p>
            <a:r>
              <a:rPr lang="fr-FR" smtClean="0"/>
              <a:t>Real good</a:t>
            </a:r>
          </a:p>
          <a:p>
            <a:r>
              <a:rPr lang="fr-FR" smtClean="0"/>
              <a:t>
5-  ET CHAQUE JOUR DE MA VIE JE BÉNIRAI DIEU </a:t>
            </a:r>
          </a:p>
          <a:p>
            <a:r>
              <a:rPr lang="fr-FR" smtClean="0"/>
              <a:t>And everyday of my life I'll bless The Lord</a:t>
            </a:r>
          </a:p>
          <a:p>
            <a:r>
              <a:rPr lang="fr-FR" smtClean="0"/>
              <a:t>6-  IL EST BON </a:t>
            </a:r>
          </a:p>
          <a:p>
            <a:r>
              <a:rPr lang="fr-FR" smtClean="0"/>
              <a:t>He is good</a:t>
            </a:r>
          </a:p>
          <a:p>
            <a:r>
              <a:rPr lang="fr-FR" smtClean="0"/>
              <a:t>
7-  LE MATIN QUAND JE ME LÈVE  JE DIS : « MERCI » </a:t>
            </a:r>
          </a:p>
          <a:p>
            <a:r>
              <a:rPr lang="fr-FR" smtClean="0"/>
              <a:t>When I woke up this morning, I said thank you</a:t>
            </a:r>
          </a:p>
          <a:p>
            <a:r>
              <a:rPr lang="fr-FR" smtClean="0"/>
              <a:t>8-  TOUTE LA NUIT, TES ANGES GARDENT MA VIE </a:t>
            </a:r>
          </a:p>
          <a:p>
            <a:r>
              <a:rPr lang="fr-FR" smtClean="0"/>
              <a:t>Coz all night long, Your angels watching over me</a:t>
            </a:r>
          </a:p>
          <a:p>
            <a:r>
              <a:rPr lang="fr-FR" smtClean="0"/>
              <a:t>9-  SI FIDÈLES ENVERS MOI ET SI BON POUR MOI </a:t>
            </a:r>
          </a:p>
          <a:p>
            <a:r>
              <a:rPr lang="fr-FR" smtClean="0"/>
              <a:t>You’ve been faithful to me, you’ve been good to me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10-  JE BÉNIS TON NOM    x4</a:t>
            </a:r>
          </a:p>
          <a:p>
            <a:r>
              <a:rPr lang="fr-FR" smtClean="0"/>
              <a:t>I'll bless Your name x4</a:t>
            </a:r>
          </a:p>
          <a:p>
            <a:r>
              <a:rPr lang="fr-FR" smtClean="0"/>
              <a:t>
11-  JE BÉNIRAI TON NOM EN TOUT TEMPS CAR TU ES BON </a:t>
            </a:r>
          </a:p>
          <a:p>
            <a:r>
              <a:rPr lang="fr-FR" smtClean="0"/>
              <a:t>I will bless the Lord at all times He is good 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xmlns="" val="39201955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JE BÉNIRAI DIEU EN TOUT TEMPS IL EST BON  × 4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bless the Lord at all times He is good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2-  NE SAIS-TU PAS QU’IL EST BON IL EST BON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(Don't you know) He's good He's good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 (SI BON ) SI BON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good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4-  (SI BON ) SI BON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 good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ET CHAQUE JOUR DE MA VIE JE BÉNIRAI DIEU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everyday of my life I'll bless The Lord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IL EST BON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is good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7-  LE MATIN QUAND JE ME LÈVE  JE DIS : « MERCI »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I woke up this morning, I said thank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TOUTE LA NUIT, TES ANGES GARDENT MA VIE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Coz all night long, Your angels watching over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9-  SI FIDÈLES ENVERS MOI ET SI BON POUR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You’ve been faithful to me, you’ve been good to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 JE BÉNIS TON NOM  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I'll bless Your name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JE BÉNIRAI TON NOM EN TOUT TEMPS CAR TU ES BON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bless the Lord at all times He is good 
</a:t>
            </a:r>
            <a:endParaRPr lang="fr-F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BÉNIRAI DIEU EN TOUT TEMPS IL EST BON  × 4 </a:t>
            </a:r>
          </a:p>
          <a:p>
            <a:r>
              <a:rPr lang="fr-FR" smtClean="0"/>
              <a:t>I will bless the Lord at all times He is good </a:t>
            </a:r>
          </a:p>
          <a:p>
            <a:r>
              <a:rPr lang="fr-FR" smtClean="0"/>
              <a:t>
2-  NE SAIS-TU PAS QU’IL EST BON IL EST BON </a:t>
            </a:r>
          </a:p>
          <a:p>
            <a:r>
              <a:rPr lang="fr-FR" smtClean="0"/>
              <a:t>(Don't you know) He's good He's good</a:t>
            </a:r>
          </a:p>
          <a:p>
            <a:r>
              <a:rPr lang="fr-FR" smtClean="0"/>
              <a:t>3-  (SI BON ) SI BON</a:t>
            </a:r>
          </a:p>
          <a:p>
            <a:r>
              <a:rPr lang="fr-FR" smtClean="0"/>
              <a:t>So good </a:t>
            </a:r>
          </a:p>
          <a:p>
            <a:r>
              <a:rPr lang="fr-FR" smtClean="0"/>
              <a:t>4-  (SI BON ) SI BON </a:t>
            </a:r>
          </a:p>
          <a:p>
            <a:r>
              <a:rPr lang="fr-FR" smtClean="0"/>
              <a:t>Real good</a:t>
            </a:r>
          </a:p>
          <a:p>
            <a:r>
              <a:rPr lang="fr-FR" smtClean="0"/>
              <a:t>
5-  ET CHAQUE JOUR DE MA VIE JE BÉNIRAI DIEU </a:t>
            </a:r>
          </a:p>
          <a:p>
            <a:r>
              <a:rPr lang="fr-FR" smtClean="0"/>
              <a:t>And everyday of my life I'll bless The Lord</a:t>
            </a:r>
          </a:p>
          <a:p>
            <a:r>
              <a:rPr lang="fr-FR" smtClean="0"/>
              <a:t>6-  IL EST BON </a:t>
            </a:r>
          </a:p>
          <a:p>
            <a:r>
              <a:rPr lang="fr-FR" smtClean="0"/>
              <a:t>He is good</a:t>
            </a:r>
          </a:p>
          <a:p>
            <a:r>
              <a:rPr lang="fr-FR" smtClean="0"/>
              <a:t>
7-  LE MATIN QUAND JE ME LÈVE  JE DIS : « MERCI » </a:t>
            </a:r>
          </a:p>
          <a:p>
            <a:r>
              <a:rPr lang="fr-FR" smtClean="0"/>
              <a:t>When I woke up this morning, I said thank you</a:t>
            </a:r>
          </a:p>
          <a:p>
            <a:r>
              <a:rPr lang="fr-FR" smtClean="0"/>
              <a:t>8-  TOUTE LA NUIT, TES ANGES GARDENT MA VIE </a:t>
            </a:r>
          </a:p>
          <a:p>
            <a:r>
              <a:rPr lang="fr-FR" smtClean="0"/>
              <a:t>Coz all night long, Your angels watching over me</a:t>
            </a:r>
          </a:p>
          <a:p>
            <a:r>
              <a:rPr lang="fr-FR" smtClean="0"/>
              <a:t>9-  SI FIDÈLES ENVERS MOI ET SI BON POUR MOI </a:t>
            </a:r>
          </a:p>
          <a:p>
            <a:r>
              <a:rPr lang="fr-FR" smtClean="0"/>
              <a:t>You’ve been faithful to me, you’ve been good to me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10-  JE BÉNIS TON NOM    x4</a:t>
            </a:r>
          </a:p>
          <a:p>
            <a:r>
              <a:rPr lang="fr-FR" smtClean="0"/>
              <a:t>I'll bless Your name x4</a:t>
            </a:r>
          </a:p>
          <a:p>
            <a:r>
              <a:rPr lang="fr-FR" smtClean="0"/>
              <a:t>
11-  JE BÉNIRAI TON NOM EN TOUT TEMPS CAR TU ES BON </a:t>
            </a:r>
          </a:p>
          <a:p>
            <a:r>
              <a:rPr lang="fr-FR" smtClean="0"/>
              <a:t>I will bless the Lord at all times He is good 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xmlns="" val="14977010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JE BÉNIRAI DIEU EN TOUT TEMPS IL EST BON  × 4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bless the Lord at all times He is good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2-  NE SAIS-TU PAS QU’IL EST BON IL EST BON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(Don't you know) He's good He's good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 (SI BON ) SI BON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good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4-  (SI BON ) SI BON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 good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ET CHAQUE JOUR DE MA VIE JE BÉNIRAI DIEU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everyday of my life I'll bless The Lord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IL EST BON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is good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7-  LE MATIN QUAND JE ME LÈVE  JE DIS : « MERCI »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I woke up this morning, I said thank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TOUTE LA NUIT, TES ANGES GARDENT MA VIE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Coz all night long, Your angels watching over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9-  SI FIDÈLES ENVERS MOI ET SI BON POUR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You’ve been faithful to me, you’ve been good to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 JE BÉNIS TON NOM  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I'll bless Your name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JE BÉNIRAI TON NOM EN TOUT TEMPS CAR TU ES BON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bless the Lord at all times He is good 
</a:t>
            </a:r>
            <a:endParaRPr lang="fr-F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BÉNIRAI DIEU EN TOUT TEMPS IL EST BON  × 4 </a:t>
            </a:r>
          </a:p>
          <a:p>
            <a:r>
              <a:rPr lang="fr-FR" smtClean="0"/>
              <a:t>I will bless the Lord at all times He is good </a:t>
            </a:r>
          </a:p>
          <a:p>
            <a:r>
              <a:rPr lang="fr-FR" smtClean="0"/>
              <a:t>
2-  NE SAIS-TU PAS QU’IL EST BON IL EST BON </a:t>
            </a:r>
          </a:p>
          <a:p>
            <a:r>
              <a:rPr lang="fr-FR" smtClean="0"/>
              <a:t>(Don't you know) He's good He's good</a:t>
            </a:r>
          </a:p>
          <a:p>
            <a:r>
              <a:rPr lang="fr-FR" smtClean="0"/>
              <a:t>3-  (SI BON ) SI BON</a:t>
            </a:r>
          </a:p>
          <a:p>
            <a:r>
              <a:rPr lang="fr-FR" smtClean="0"/>
              <a:t>So good </a:t>
            </a:r>
          </a:p>
          <a:p>
            <a:r>
              <a:rPr lang="fr-FR" smtClean="0"/>
              <a:t>4-  (SI BON ) SI BON </a:t>
            </a:r>
          </a:p>
          <a:p>
            <a:r>
              <a:rPr lang="fr-FR" smtClean="0"/>
              <a:t>Real good</a:t>
            </a:r>
          </a:p>
          <a:p>
            <a:r>
              <a:rPr lang="fr-FR" smtClean="0"/>
              <a:t>
5-  ET CHAQUE JOUR DE MA VIE JE BÉNIRAI DIEU </a:t>
            </a:r>
          </a:p>
          <a:p>
            <a:r>
              <a:rPr lang="fr-FR" smtClean="0"/>
              <a:t>And everyday of my life I'll bless The Lord</a:t>
            </a:r>
          </a:p>
          <a:p>
            <a:r>
              <a:rPr lang="fr-FR" smtClean="0"/>
              <a:t>6-  IL EST BON </a:t>
            </a:r>
          </a:p>
          <a:p>
            <a:r>
              <a:rPr lang="fr-FR" smtClean="0"/>
              <a:t>He is good</a:t>
            </a:r>
          </a:p>
          <a:p>
            <a:r>
              <a:rPr lang="fr-FR" smtClean="0"/>
              <a:t>
7-  LE MATIN QUAND JE ME LÈVE  JE DIS : « MERCI » </a:t>
            </a:r>
          </a:p>
          <a:p>
            <a:r>
              <a:rPr lang="fr-FR" smtClean="0"/>
              <a:t>When I woke up this morning, I said thank you</a:t>
            </a:r>
          </a:p>
          <a:p>
            <a:r>
              <a:rPr lang="fr-FR" smtClean="0"/>
              <a:t>8-  TOUTE LA NUIT, TES ANGES GARDENT MA VIE </a:t>
            </a:r>
          </a:p>
          <a:p>
            <a:r>
              <a:rPr lang="fr-FR" smtClean="0"/>
              <a:t>Coz all night long, Your angels watching over me</a:t>
            </a:r>
          </a:p>
          <a:p>
            <a:r>
              <a:rPr lang="fr-FR" smtClean="0"/>
              <a:t>9-  SI FIDÈLES ENVERS MOI ET SI BON POUR MOI </a:t>
            </a:r>
          </a:p>
          <a:p>
            <a:r>
              <a:rPr lang="fr-FR" smtClean="0"/>
              <a:t>You’ve been faithful to me, you’ve been good to me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10-  JE BÉNIS TON NOM    x4</a:t>
            </a:r>
          </a:p>
          <a:p>
            <a:r>
              <a:rPr lang="fr-FR" smtClean="0"/>
              <a:t>I'll bless Your name x4</a:t>
            </a:r>
          </a:p>
          <a:p>
            <a:r>
              <a:rPr lang="fr-FR" smtClean="0"/>
              <a:t>
11-  JE BÉNIRAI TON NOM EN TOUT TEMPS CAR TU ES BON </a:t>
            </a:r>
          </a:p>
          <a:p>
            <a:r>
              <a:rPr lang="fr-FR" smtClean="0"/>
              <a:t>I will bless the Lord at all times He is good 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xmlns="" val="29828035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354340-8694-43B1-A8F9-8E748220BC3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543B6D-89BE-450D-8D53-2308253AE27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C3E2F4-B7A3-4813-BE5C-672B7F7D1E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DB8B2E-583A-48DE-BB44-C7FB74698DB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8FD8B5-C06A-440D-B0B5-77ABBB4F4D4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C13DC5-A4A8-43AE-8B11-09841DC1F1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93AA14-3C2E-4463-943D-566FAF1C012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27DA1D-7883-4C0B-AF3B-D788BE7625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ACC378-7A87-4B48-ACEF-BA72740CA7A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DFD0D-0B84-411C-A304-DD06AF36AA3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82FE5-0FCA-4201-B57D-5A728375556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821B596-1B06-490A-A978-F71EF6E2CD7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BÉNIRAI DIEU EN TOUT TEMPS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EST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BON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 SAIS-TU PAS QU’IL EST BON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EST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BON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97014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SI BON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SI BON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86896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SI BON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SI BON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04768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CHAQUE JOUR DE MA VIE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BÉNIRAI DIEU</a:t>
            </a:r>
          </a:p>
        </p:txBody>
      </p:sp>
    </p:spTree>
    <p:extLst>
      <p:ext uri="{BB962C8B-B14F-4D97-AF65-F5344CB8AC3E}">
        <p14:creationId xmlns:p14="http://schemas.microsoft.com/office/powerpoint/2010/main" xmlns="" val="2056157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EST BON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08182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MATIN QUAND JE ME LÈVE 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DIS : « MERCI »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3237969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TOUTE LA NUIT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TES ANGES GARDENT MA VIE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3024334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SI FIDÈLES ENVERS MOI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SI BON POUR MOI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79782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BÉNIS TON NOM</a:t>
            </a:r>
          </a:p>
        </p:txBody>
      </p:sp>
    </p:spTree>
    <p:extLst>
      <p:ext uri="{BB962C8B-B14F-4D97-AF65-F5344CB8AC3E}">
        <p14:creationId xmlns:p14="http://schemas.microsoft.com/office/powerpoint/2010/main" xmlns="" val="2763025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BÉNIRAI TON NOM EN TOUT TEMPS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TU ES BON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5217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1727</TotalTime>
  <Words>582</Words>
  <Application>Microsoft Office PowerPoint</Application>
  <PresentationFormat>Affichage à l'écran (4:3)</PresentationFormat>
  <Paragraphs>526</Paragraphs>
  <Slides>11</Slides>
  <Notes>11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2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Incrustations_NT</cp:lastModifiedBy>
  <cp:revision>161</cp:revision>
  <dcterms:created xsi:type="dcterms:W3CDTF">2002-08-17T10:50:50Z</dcterms:created>
  <dcterms:modified xsi:type="dcterms:W3CDTF">2018-06-24T10:48:42Z</dcterms:modified>
</cp:coreProperties>
</file>