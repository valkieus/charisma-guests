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notesSlides/notesSlide18.xml" ContentType="application/vnd.openxmlformats-officedocument.presentationml.notesSlide+xml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9.xml" ContentType="application/vnd.openxmlformats-officedocument.presentationml.notes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Layouts/slideLayout3.xml" ContentType="application/vnd.openxmlformats-officedocument.presentationml.slideLayout+xml"/>
  <Override PartName="/ppt/notesSlides/notesSlide17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wmf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1"/>
  </p:notesMasterIdLst>
  <p:sldIdLst>
    <p:sldId id="352" r:id="rId2"/>
    <p:sldId id="353" r:id="rId3"/>
    <p:sldId id="354" r:id="rId4"/>
    <p:sldId id="355" r:id="rId5"/>
    <p:sldId id="356" r:id="rId6"/>
    <p:sldId id="357" r:id="rId7"/>
    <p:sldId id="358" r:id="rId8"/>
    <p:sldId id="359" r:id="rId9"/>
    <p:sldId id="360" r:id="rId10"/>
    <p:sldId id="361" r:id="rId11"/>
    <p:sldId id="362" r:id="rId12"/>
    <p:sldId id="363" r:id="rId13"/>
    <p:sldId id="364" r:id="rId14"/>
    <p:sldId id="365" r:id="rId15"/>
    <p:sldId id="366" r:id="rId16"/>
    <p:sldId id="367" r:id="rId17"/>
    <p:sldId id="368" r:id="rId18"/>
    <p:sldId id="369" r:id="rId19"/>
    <p:sldId id="370" r:id="rId20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</p:showPr>
  <p:clrMru>
    <a:srgbClr val="000099"/>
    <a:srgbClr val="B2B2B2"/>
    <a:srgbClr val="DDDDDD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382" autoAdjust="0"/>
    <p:restoredTop sz="50645" autoAdjust="0"/>
  </p:normalViewPr>
  <p:slideViewPr>
    <p:cSldViewPr>
      <p:cViewPr>
        <p:scale>
          <a:sx n="41" d="100"/>
          <a:sy n="41" d="100"/>
        </p:scale>
        <p:origin x="-654" y="-10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8FAC1ABC-2AF1-4F4D-8F0B-02C90A1F2882}" type="datetimeFigureOut">
              <a:rPr lang="fr-FR"/>
              <a:pPr>
                <a:defRPr/>
              </a:pPr>
              <a:t>26/02/2018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 smtClean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7508BFDE-AF70-4388-8CE0-A7F57EA0AFD0}" type="slidenum">
              <a:rPr lang="fr-FR"/>
              <a:pPr>
                <a:defRPr/>
              </a:pPr>
              <a:t>‹#›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1-  QUAND JE ME LÈVE LE MATIN</a:t>
            </a:r>
            <a:br>
              <a:rPr lang="fr-FR" dirty="0" smtClean="0"/>
            </a:br>
            <a:r>
              <a:rPr lang="fr-FR" dirty="0" smtClean="0"/>
              <a:t>     ET LE SOLEIL M’ÉBLOUIT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    </a:t>
            </a:r>
            <a:r>
              <a:rPr lang="fr-FR" dirty="0" err="1" smtClean="0"/>
              <a:t>When</a:t>
            </a:r>
            <a:r>
              <a:rPr lang="fr-FR" dirty="0" smtClean="0"/>
              <a:t> I </a:t>
            </a:r>
            <a:r>
              <a:rPr lang="fr-FR" dirty="0" err="1" smtClean="0"/>
              <a:t>wake</a:t>
            </a:r>
            <a:r>
              <a:rPr lang="fr-FR" dirty="0" smtClean="0"/>
              <a:t> up in the </a:t>
            </a:r>
            <a:r>
              <a:rPr lang="fr-FR" dirty="0" err="1" smtClean="0"/>
              <a:t>mornin</a:t>
            </a:r>
            <a:r>
              <a:rPr lang="fr-FR" dirty="0" smtClean="0"/>
              <a:t>',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    Love And the sunlight </a:t>
            </a:r>
            <a:r>
              <a:rPr lang="fr-FR" dirty="0" err="1" smtClean="0"/>
              <a:t>hurts</a:t>
            </a:r>
            <a:r>
              <a:rPr lang="fr-FR" dirty="0" smtClean="0"/>
              <a:t> </a:t>
            </a:r>
            <a:r>
              <a:rPr lang="fr-FR" dirty="0" err="1" smtClean="0"/>
              <a:t>my</a:t>
            </a:r>
            <a:r>
              <a:rPr lang="fr-FR" dirty="0" smtClean="0"/>
              <a:t> </a:t>
            </a:r>
            <a:r>
              <a:rPr lang="fr-FR" dirty="0" err="1" smtClean="0"/>
              <a:t>eyes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2-  QUELQUE CHOSE SANS ME PRÉVENIR</a:t>
            </a:r>
            <a:br>
              <a:rPr lang="fr-FR" dirty="0" smtClean="0"/>
            </a:br>
            <a:r>
              <a:rPr lang="fr-FR" dirty="0" smtClean="0"/>
              <a:t>     VIENS SUBMERGER MON CŒUR</a:t>
            </a:r>
            <a:br>
              <a:rPr lang="fr-FR" dirty="0" smtClean="0"/>
            </a:br>
            <a:r>
              <a:rPr lang="fr-FR" dirty="0" smtClean="0"/>
              <a:t>     And </a:t>
            </a:r>
            <a:r>
              <a:rPr lang="fr-FR" dirty="0" err="1" smtClean="0"/>
              <a:t>somethin</a:t>
            </a:r>
            <a:r>
              <a:rPr lang="fr-FR" dirty="0" smtClean="0"/>
              <a:t>' </a:t>
            </a:r>
            <a:r>
              <a:rPr lang="fr-FR" dirty="0" err="1" smtClean="0"/>
              <a:t>without</a:t>
            </a:r>
            <a:r>
              <a:rPr lang="fr-FR" dirty="0" smtClean="0"/>
              <a:t> </a:t>
            </a:r>
            <a:r>
              <a:rPr lang="fr-FR" dirty="0" err="1" smtClean="0"/>
              <a:t>warnin</a:t>
            </a:r>
            <a:r>
              <a:rPr lang="fr-FR" dirty="0" smtClean="0"/>
              <a:t>',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    Love </a:t>
            </a:r>
            <a:r>
              <a:rPr lang="fr-FR" dirty="0" err="1" smtClean="0"/>
              <a:t>Bears</a:t>
            </a:r>
            <a:r>
              <a:rPr lang="fr-FR" dirty="0" smtClean="0"/>
              <a:t> </a:t>
            </a:r>
            <a:r>
              <a:rPr lang="fr-FR" dirty="0" err="1" smtClean="0"/>
              <a:t>heavy</a:t>
            </a:r>
            <a:r>
              <a:rPr lang="fr-FR" dirty="0" smtClean="0"/>
              <a:t> on </a:t>
            </a:r>
            <a:r>
              <a:rPr lang="fr-FR" dirty="0" err="1" smtClean="0"/>
              <a:t>my</a:t>
            </a:r>
            <a:r>
              <a:rPr lang="fr-FR" dirty="0" smtClean="0"/>
              <a:t> </a:t>
            </a:r>
            <a:r>
              <a:rPr lang="fr-FR" dirty="0" err="1" smtClean="0"/>
              <a:t>mind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3-  JE REGARDE À TOI</a:t>
            </a:r>
            <a:br>
              <a:rPr lang="fr-FR" dirty="0" smtClean="0"/>
            </a:br>
            <a:r>
              <a:rPr lang="fr-FR" dirty="0" smtClean="0"/>
              <a:t>     ET TOUT REDEVIENT BON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    </a:t>
            </a:r>
            <a:r>
              <a:rPr lang="fr-FR" dirty="0" err="1" smtClean="0"/>
              <a:t>Then</a:t>
            </a:r>
            <a:r>
              <a:rPr lang="fr-FR" dirty="0" smtClean="0"/>
              <a:t> I look </a:t>
            </a:r>
            <a:r>
              <a:rPr lang="fr-FR" dirty="0" err="1" smtClean="0"/>
              <a:t>at</a:t>
            </a:r>
            <a:r>
              <a:rPr lang="fr-FR" dirty="0" smtClean="0"/>
              <a:t> </a:t>
            </a:r>
            <a:r>
              <a:rPr lang="fr-FR" dirty="0" err="1" smtClean="0"/>
              <a:t>you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    And the </a:t>
            </a:r>
            <a:r>
              <a:rPr lang="fr-FR" dirty="0" err="1" smtClean="0"/>
              <a:t>world's</a:t>
            </a:r>
            <a:r>
              <a:rPr lang="fr-FR" dirty="0" smtClean="0"/>
              <a:t> </a:t>
            </a:r>
            <a:r>
              <a:rPr lang="fr-FR" dirty="0" err="1" smtClean="0"/>
              <a:t>alright</a:t>
            </a:r>
            <a:r>
              <a:rPr lang="fr-FR" dirty="0" smtClean="0"/>
              <a:t> </a:t>
            </a:r>
            <a:r>
              <a:rPr lang="fr-FR" dirty="0" err="1" smtClean="0"/>
              <a:t>with</a:t>
            </a:r>
            <a:r>
              <a:rPr lang="fr-FR" dirty="0" smtClean="0"/>
              <a:t> me</a:t>
            </a:r>
            <a:br>
              <a:rPr lang="fr-FR" dirty="0" smtClean="0"/>
            </a:br>
            <a:r>
              <a:rPr lang="fr-FR" dirty="0" smtClean="0"/>
              <a:t>4-  UN REGARD VERS TOI</a:t>
            </a:r>
            <a:br>
              <a:rPr lang="fr-FR" dirty="0" smtClean="0"/>
            </a:br>
            <a:r>
              <a:rPr lang="fr-FR" dirty="0" smtClean="0"/>
              <a:t>     ET JE SAIS QUE JE VAIS PASSER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    Just one look </a:t>
            </a:r>
            <a:r>
              <a:rPr lang="fr-FR" dirty="0" err="1" smtClean="0"/>
              <a:t>at</a:t>
            </a:r>
            <a:r>
              <a:rPr lang="fr-FR" dirty="0" smtClean="0"/>
              <a:t> </a:t>
            </a:r>
            <a:r>
              <a:rPr lang="fr-FR" dirty="0" err="1" smtClean="0"/>
              <a:t>you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    And I know </a:t>
            </a:r>
            <a:r>
              <a:rPr lang="fr-FR" dirty="0" err="1" smtClean="0"/>
              <a:t>it's</a:t>
            </a:r>
            <a:r>
              <a:rPr lang="fr-FR" dirty="0" smtClean="0"/>
              <a:t> </a:t>
            </a:r>
            <a:r>
              <a:rPr lang="fr-FR" dirty="0" err="1" smtClean="0"/>
              <a:t>gonna</a:t>
            </a:r>
            <a:r>
              <a:rPr lang="fr-FR" dirty="0" smtClean="0"/>
              <a:t> </a:t>
            </a:r>
            <a:r>
              <a:rPr lang="fr-FR" dirty="0" err="1" smtClean="0"/>
              <a:t>be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/>
            </a:r>
            <a:br>
              <a:rPr lang="fr-FR" dirty="0" smtClean="0"/>
            </a:b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 	5-  UNE BELLE JOURNÉE</a:t>
            </a:r>
            <a:br>
              <a:rPr lang="fr-FR" dirty="0" smtClean="0"/>
            </a:br>
            <a:r>
              <a:rPr lang="fr-FR" dirty="0" smtClean="0"/>
              <a:t>	     UNE BELLE JOURNÉE…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     A </a:t>
            </a:r>
            <a:r>
              <a:rPr lang="fr-FR" dirty="0" err="1" smtClean="0"/>
              <a:t>lovely</a:t>
            </a:r>
            <a:r>
              <a:rPr lang="fr-FR" dirty="0" smtClean="0"/>
              <a:t> </a:t>
            </a:r>
            <a:r>
              <a:rPr lang="fr-FR" dirty="0" err="1" smtClean="0"/>
              <a:t>day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     A </a:t>
            </a:r>
            <a:r>
              <a:rPr lang="fr-FR" dirty="0" err="1" smtClean="0"/>
              <a:t>lovely</a:t>
            </a:r>
            <a:r>
              <a:rPr lang="fr-FR" dirty="0" smtClean="0"/>
              <a:t> </a:t>
            </a:r>
            <a:r>
              <a:rPr lang="fr-FR" dirty="0" err="1" smtClean="0"/>
              <a:t>day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/>
            </a:r>
            <a:br>
              <a:rPr lang="fr-FR" dirty="0" smtClean="0"/>
            </a:br>
            <a:r>
              <a:rPr lang="fr-FR" dirty="0" smtClean="0"/>
              <a:t/>
            </a:r>
            <a:br>
              <a:rPr lang="fr-FR" dirty="0" smtClean="0"/>
            </a:br>
            <a:r>
              <a:rPr lang="fr-FR" dirty="0" smtClean="0"/>
              <a:t>6-  QUAND LA JOURNÉE QUI SE PRÉSENTE À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    </a:t>
            </a:r>
            <a:r>
              <a:rPr lang="fr-FR" dirty="0" err="1" smtClean="0"/>
              <a:t>When</a:t>
            </a:r>
            <a:r>
              <a:rPr lang="fr-FR" dirty="0" smtClean="0"/>
              <a:t> the </a:t>
            </a:r>
            <a:r>
              <a:rPr lang="fr-FR" dirty="0" err="1" smtClean="0"/>
              <a:t>day</a:t>
            </a:r>
            <a:r>
              <a:rPr lang="fr-FR" dirty="0" smtClean="0"/>
              <a:t> </a:t>
            </a:r>
            <a:r>
              <a:rPr lang="fr-FR" dirty="0" err="1" smtClean="0"/>
              <a:t>that</a:t>
            </a:r>
            <a:r>
              <a:rPr lang="fr-FR" dirty="0" smtClean="0"/>
              <a:t> lies </a:t>
            </a:r>
            <a:r>
              <a:rPr lang="fr-FR" dirty="0" err="1" smtClean="0"/>
              <a:t>ahead</a:t>
            </a:r>
            <a:r>
              <a:rPr lang="fr-FR" dirty="0" smtClean="0"/>
              <a:t> of me</a:t>
            </a:r>
            <a:br>
              <a:rPr lang="fr-FR" dirty="0" smtClean="0"/>
            </a:br>
            <a:r>
              <a:rPr lang="fr-FR" dirty="0" smtClean="0"/>
              <a:t>7-  SEMBLE IMPOSSIBLE À AFFRONTER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    </a:t>
            </a:r>
            <a:r>
              <a:rPr lang="fr-FR" dirty="0" err="1" smtClean="0"/>
              <a:t>Seems</a:t>
            </a:r>
            <a:r>
              <a:rPr lang="fr-FR" dirty="0" smtClean="0"/>
              <a:t> impossible to face</a:t>
            </a:r>
            <a:br>
              <a:rPr lang="fr-FR" dirty="0" smtClean="0"/>
            </a:br>
            <a:r>
              <a:rPr lang="fr-FR" dirty="0" smtClean="0"/>
              <a:t>8-  ET QUAND QUELQU’UN D’AUTRE QUE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    </a:t>
            </a:r>
            <a:r>
              <a:rPr lang="fr-FR" dirty="0" err="1" smtClean="0"/>
              <a:t>When</a:t>
            </a:r>
            <a:r>
              <a:rPr lang="fr-FR" dirty="0" smtClean="0"/>
              <a:t> </a:t>
            </a:r>
            <a:r>
              <a:rPr lang="fr-FR" dirty="0" err="1" smtClean="0"/>
              <a:t>someone</a:t>
            </a:r>
            <a:r>
              <a:rPr lang="fr-FR" dirty="0" smtClean="0"/>
              <a:t> </a:t>
            </a:r>
            <a:r>
              <a:rPr lang="fr-FR" dirty="0" err="1" smtClean="0"/>
              <a:t>else</a:t>
            </a:r>
            <a:r>
              <a:rPr lang="fr-FR" dirty="0" smtClean="0"/>
              <a:t> </a:t>
            </a:r>
            <a:r>
              <a:rPr lang="fr-FR" dirty="0" err="1" smtClean="0"/>
              <a:t>instead</a:t>
            </a:r>
            <a:r>
              <a:rPr lang="fr-FR" dirty="0" smtClean="0"/>
              <a:t> of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9-  RECONNAÎT TOUJOURS LA VOIE</a:t>
            </a:r>
            <a:br>
              <a:rPr lang="fr-FR" dirty="0" smtClean="0"/>
            </a:br>
            <a:r>
              <a:rPr lang="fr-FR" dirty="0" smtClean="0"/>
              <a:t>     </a:t>
            </a:r>
            <a:r>
              <a:rPr lang="fr-FR" dirty="0" err="1" smtClean="0"/>
              <a:t>Always</a:t>
            </a:r>
            <a:r>
              <a:rPr lang="fr-FR" dirty="0" smtClean="0"/>
              <a:t> </a:t>
            </a:r>
            <a:r>
              <a:rPr lang="fr-FR" dirty="0" err="1" smtClean="0"/>
              <a:t>seems</a:t>
            </a:r>
            <a:r>
              <a:rPr lang="fr-FR" dirty="0" smtClean="0"/>
              <a:t> to know the </a:t>
            </a:r>
            <a:r>
              <a:rPr lang="fr-FR" dirty="0" err="1" smtClean="0"/>
              <a:t>way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/>
            </a:r>
            <a:br>
              <a:rPr lang="fr-FR" dirty="0" smtClean="0"/>
            </a:br>
            <a:r>
              <a:rPr lang="fr-FR" dirty="0" smtClean="0"/>
              <a:t>10-  JE REGARDE À TOI</a:t>
            </a:r>
            <a:br>
              <a:rPr lang="fr-FR" dirty="0" smtClean="0"/>
            </a:br>
            <a:r>
              <a:rPr lang="fr-FR" dirty="0" smtClean="0"/>
              <a:t>       ET TOUT REDEVIENT BON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      </a:t>
            </a:r>
            <a:r>
              <a:rPr lang="fr-FR" dirty="0" err="1" smtClean="0"/>
              <a:t>Then</a:t>
            </a:r>
            <a:r>
              <a:rPr lang="fr-FR" dirty="0" smtClean="0"/>
              <a:t> I look </a:t>
            </a:r>
            <a:r>
              <a:rPr lang="fr-FR" dirty="0" err="1" smtClean="0"/>
              <a:t>at</a:t>
            </a:r>
            <a:r>
              <a:rPr lang="fr-FR" dirty="0" smtClean="0"/>
              <a:t> </a:t>
            </a:r>
            <a:r>
              <a:rPr lang="fr-FR" dirty="0" err="1" smtClean="0"/>
              <a:t>you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      And the </a:t>
            </a:r>
            <a:r>
              <a:rPr lang="fr-FR" dirty="0" err="1" smtClean="0"/>
              <a:t>world's</a:t>
            </a:r>
            <a:r>
              <a:rPr lang="fr-FR" dirty="0" smtClean="0"/>
              <a:t> </a:t>
            </a:r>
            <a:r>
              <a:rPr lang="fr-FR" dirty="0" err="1" smtClean="0"/>
              <a:t>alright</a:t>
            </a:r>
            <a:r>
              <a:rPr lang="fr-FR" dirty="0" smtClean="0"/>
              <a:t> </a:t>
            </a:r>
            <a:r>
              <a:rPr lang="fr-FR" dirty="0" err="1" smtClean="0"/>
              <a:t>with</a:t>
            </a:r>
            <a:r>
              <a:rPr lang="fr-FR" dirty="0" smtClean="0"/>
              <a:t> me</a:t>
            </a:r>
            <a:br>
              <a:rPr lang="fr-FR" dirty="0" smtClean="0"/>
            </a:br>
            <a:r>
              <a:rPr lang="fr-FR" dirty="0" smtClean="0"/>
              <a:t>11-  UN REGARD VERS TOI</a:t>
            </a:r>
            <a:br>
              <a:rPr lang="fr-FR" dirty="0" smtClean="0"/>
            </a:br>
            <a:r>
              <a:rPr lang="fr-FR" dirty="0" smtClean="0"/>
              <a:t>       ET SAIS QUE JE VAIS PASSER</a:t>
            </a:r>
            <a:br>
              <a:rPr lang="fr-FR" dirty="0" smtClean="0"/>
            </a:br>
            <a:r>
              <a:rPr lang="fr-FR" dirty="0" smtClean="0"/>
              <a:t>       Just one look </a:t>
            </a:r>
            <a:r>
              <a:rPr lang="fr-FR" dirty="0" err="1" smtClean="0"/>
              <a:t>at</a:t>
            </a:r>
            <a:r>
              <a:rPr lang="fr-FR" dirty="0" smtClean="0"/>
              <a:t> </a:t>
            </a:r>
            <a:r>
              <a:rPr lang="fr-FR" dirty="0" err="1" smtClean="0"/>
              <a:t>you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      And I know </a:t>
            </a:r>
            <a:r>
              <a:rPr lang="fr-FR" dirty="0" err="1" smtClean="0"/>
              <a:t>it's</a:t>
            </a:r>
            <a:r>
              <a:rPr lang="fr-FR" dirty="0" smtClean="0"/>
              <a:t> </a:t>
            </a:r>
            <a:r>
              <a:rPr lang="fr-FR" dirty="0" err="1" smtClean="0"/>
              <a:t>gonna</a:t>
            </a:r>
            <a:r>
              <a:rPr lang="fr-FR" dirty="0" smtClean="0"/>
              <a:t> </a:t>
            </a:r>
            <a:r>
              <a:rPr lang="fr-FR" dirty="0" err="1" smtClean="0"/>
              <a:t>be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12-  UNE BELLE JOURNÉE</a:t>
            </a:r>
            <a:br>
              <a:rPr lang="fr-FR" dirty="0" smtClean="0"/>
            </a:br>
            <a:r>
              <a:rPr lang="fr-FR" dirty="0" smtClean="0"/>
              <a:t>	       UNE BELLE JOURNÉE …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                         A </a:t>
            </a:r>
            <a:r>
              <a:rPr lang="fr-FR" dirty="0" err="1" smtClean="0"/>
              <a:t>lovely</a:t>
            </a:r>
            <a:r>
              <a:rPr lang="fr-FR" dirty="0" smtClean="0"/>
              <a:t> </a:t>
            </a:r>
            <a:r>
              <a:rPr lang="fr-FR" dirty="0" err="1" smtClean="0"/>
              <a:t>day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                         A </a:t>
            </a:r>
            <a:r>
              <a:rPr lang="fr-FR" dirty="0" err="1" smtClean="0"/>
              <a:t>lovely</a:t>
            </a:r>
            <a:r>
              <a:rPr lang="fr-FR" dirty="0" smtClean="0"/>
              <a:t> </a:t>
            </a:r>
            <a:r>
              <a:rPr lang="fr-FR" dirty="0" err="1" smtClean="0"/>
              <a:t>day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/>
            </a:r>
            <a:br>
              <a:rPr lang="fr-FR" dirty="0" smtClean="0"/>
            </a:br>
            <a:r>
              <a:rPr lang="fr-FR" dirty="0" smtClean="0"/>
              <a:t>13-  QUAND LA JOURNÉE QUI SE PRÉSENTE À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      </a:t>
            </a:r>
            <a:r>
              <a:rPr lang="fr-FR" dirty="0" err="1" smtClean="0"/>
              <a:t>When</a:t>
            </a:r>
            <a:r>
              <a:rPr lang="fr-FR" dirty="0" smtClean="0"/>
              <a:t> the </a:t>
            </a:r>
            <a:r>
              <a:rPr lang="fr-FR" dirty="0" err="1" smtClean="0"/>
              <a:t>day</a:t>
            </a:r>
            <a:r>
              <a:rPr lang="fr-FR" dirty="0" smtClean="0"/>
              <a:t> </a:t>
            </a:r>
            <a:r>
              <a:rPr lang="fr-FR" dirty="0" err="1" smtClean="0"/>
              <a:t>that</a:t>
            </a:r>
            <a:r>
              <a:rPr lang="fr-FR" dirty="0" smtClean="0"/>
              <a:t> lies </a:t>
            </a:r>
            <a:r>
              <a:rPr lang="fr-FR" dirty="0" err="1" smtClean="0"/>
              <a:t>ahead</a:t>
            </a:r>
            <a:r>
              <a:rPr lang="fr-FR" dirty="0" smtClean="0"/>
              <a:t> of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14-  SEMBLE IMPOSSIBLE À AFFRONTER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      </a:t>
            </a:r>
            <a:r>
              <a:rPr lang="fr-FR" dirty="0" err="1" smtClean="0"/>
              <a:t>Seems</a:t>
            </a:r>
            <a:r>
              <a:rPr lang="fr-FR" dirty="0" smtClean="0"/>
              <a:t> impossible to face</a:t>
            </a:r>
            <a:br>
              <a:rPr lang="fr-FR" dirty="0" smtClean="0"/>
            </a:br>
            <a:r>
              <a:rPr lang="fr-FR" dirty="0" smtClean="0"/>
              <a:t>15-  ET QUAND QUELQU’UN D’AUTRE QUE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     And </a:t>
            </a:r>
            <a:r>
              <a:rPr lang="fr-FR" dirty="0" err="1" smtClean="0"/>
              <a:t>when</a:t>
            </a:r>
            <a:r>
              <a:rPr lang="fr-FR" dirty="0" smtClean="0"/>
              <a:t> </a:t>
            </a:r>
            <a:r>
              <a:rPr lang="fr-FR" dirty="0" err="1" smtClean="0"/>
              <a:t>someone</a:t>
            </a:r>
            <a:r>
              <a:rPr lang="fr-FR" dirty="0" smtClean="0"/>
              <a:t> </a:t>
            </a:r>
            <a:r>
              <a:rPr lang="fr-FR" dirty="0" err="1" smtClean="0"/>
              <a:t>else</a:t>
            </a:r>
            <a:r>
              <a:rPr lang="fr-FR" dirty="0" smtClean="0"/>
              <a:t> </a:t>
            </a:r>
            <a:r>
              <a:rPr lang="fr-FR" dirty="0" err="1" smtClean="0"/>
              <a:t>instead</a:t>
            </a:r>
            <a:r>
              <a:rPr lang="fr-FR" dirty="0" smtClean="0"/>
              <a:t> of me</a:t>
            </a:r>
            <a:br>
              <a:rPr lang="fr-FR" dirty="0" smtClean="0"/>
            </a:br>
            <a:r>
              <a:rPr lang="fr-FR" dirty="0" smtClean="0"/>
              <a:t>16-  RECONNAÎT TOUJOURS LA VOIE</a:t>
            </a:r>
            <a:br>
              <a:rPr lang="fr-FR" dirty="0" smtClean="0"/>
            </a:br>
            <a:r>
              <a:rPr lang="fr-FR" dirty="0" smtClean="0"/>
              <a:t>       </a:t>
            </a:r>
            <a:r>
              <a:rPr lang="fr-FR" dirty="0" err="1" smtClean="0"/>
              <a:t>Always</a:t>
            </a:r>
            <a:r>
              <a:rPr lang="fr-FR" dirty="0" smtClean="0"/>
              <a:t> </a:t>
            </a:r>
            <a:r>
              <a:rPr lang="fr-FR" dirty="0" err="1" smtClean="0"/>
              <a:t>seems</a:t>
            </a:r>
            <a:r>
              <a:rPr lang="fr-FR" dirty="0" smtClean="0"/>
              <a:t> to know the </a:t>
            </a:r>
            <a:r>
              <a:rPr lang="fr-FR" dirty="0" err="1" smtClean="0"/>
              <a:t>way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/>
            </a:r>
            <a:br>
              <a:rPr lang="fr-FR" dirty="0" smtClean="0"/>
            </a:br>
            <a:r>
              <a:rPr lang="fr-FR" dirty="0" smtClean="0"/>
              <a:t>17-  JE REGARDE À TOI</a:t>
            </a:r>
            <a:br>
              <a:rPr lang="fr-FR" dirty="0" smtClean="0"/>
            </a:br>
            <a:r>
              <a:rPr lang="fr-FR" dirty="0" smtClean="0"/>
              <a:t>      ET TOUT REDEVIENT BON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     </a:t>
            </a:r>
            <a:r>
              <a:rPr lang="fr-FR" dirty="0" err="1" smtClean="0"/>
              <a:t>Then</a:t>
            </a:r>
            <a:r>
              <a:rPr lang="fr-FR" dirty="0" smtClean="0"/>
              <a:t> I look </a:t>
            </a:r>
            <a:r>
              <a:rPr lang="fr-FR" dirty="0" err="1" smtClean="0"/>
              <a:t>at</a:t>
            </a:r>
            <a:r>
              <a:rPr lang="fr-FR" dirty="0" smtClean="0"/>
              <a:t> </a:t>
            </a:r>
            <a:r>
              <a:rPr lang="fr-FR" dirty="0" err="1" smtClean="0"/>
              <a:t>you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     And the </a:t>
            </a:r>
            <a:r>
              <a:rPr lang="fr-FR" dirty="0" err="1" smtClean="0"/>
              <a:t>world's</a:t>
            </a:r>
            <a:r>
              <a:rPr lang="fr-FR" dirty="0" smtClean="0"/>
              <a:t> </a:t>
            </a:r>
            <a:r>
              <a:rPr lang="fr-FR" dirty="0" err="1" smtClean="0"/>
              <a:t>alright</a:t>
            </a:r>
            <a:r>
              <a:rPr lang="fr-FR" dirty="0" smtClean="0"/>
              <a:t> </a:t>
            </a:r>
            <a:r>
              <a:rPr lang="fr-FR" dirty="0" err="1" smtClean="0"/>
              <a:t>with</a:t>
            </a:r>
            <a:r>
              <a:rPr lang="fr-FR" dirty="0" smtClean="0"/>
              <a:t> me</a:t>
            </a:r>
            <a:br>
              <a:rPr lang="fr-FR" dirty="0" smtClean="0"/>
            </a:br>
            <a:r>
              <a:rPr lang="fr-FR" dirty="0" smtClean="0"/>
              <a:t>18-  UN REGARD VERS TOI</a:t>
            </a:r>
            <a:br>
              <a:rPr lang="fr-FR" dirty="0" smtClean="0"/>
            </a:br>
            <a:r>
              <a:rPr lang="fr-FR" dirty="0" smtClean="0"/>
              <a:t>       ET SAIS QUE JE VAIS PASSER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      Just one look </a:t>
            </a:r>
            <a:r>
              <a:rPr lang="fr-FR" dirty="0" err="1" smtClean="0"/>
              <a:t>at</a:t>
            </a:r>
            <a:r>
              <a:rPr lang="fr-FR" dirty="0" smtClean="0"/>
              <a:t> </a:t>
            </a:r>
            <a:r>
              <a:rPr lang="fr-FR" dirty="0" err="1" smtClean="0"/>
              <a:t>you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      And I know </a:t>
            </a:r>
            <a:r>
              <a:rPr lang="fr-FR" dirty="0" err="1" smtClean="0"/>
              <a:t>it's</a:t>
            </a:r>
            <a:r>
              <a:rPr lang="fr-FR" dirty="0" smtClean="0"/>
              <a:t> </a:t>
            </a:r>
            <a:r>
              <a:rPr lang="fr-FR" dirty="0" err="1" smtClean="0"/>
              <a:t>gonna</a:t>
            </a:r>
            <a:r>
              <a:rPr lang="fr-FR" dirty="0" smtClean="0"/>
              <a:t> </a:t>
            </a:r>
            <a:r>
              <a:rPr lang="fr-FR" dirty="0" err="1" smtClean="0"/>
              <a:t>be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/>
            </a:r>
            <a:br>
              <a:rPr lang="fr-FR" dirty="0" smtClean="0"/>
            </a:br>
            <a:r>
              <a:rPr lang="fr-FR" dirty="0" smtClean="0"/>
              <a:t>	19-  UNE BELLE JOURNÉE</a:t>
            </a:r>
            <a:br>
              <a:rPr lang="fr-FR" dirty="0" smtClean="0"/>
            </a:br>
            <a:r>
              <a:rPr lang="fr-FR" dirty="0" smtClean="0"/>
              <a:t>	       UNE BELLE JOURNÉE…</a:t>
            </a:r>
            <a:br>
              <a:rPr lang="fr-FR" dirty="0" smtClean="0"/>
            </a:br>
            <a:r>
              <a:rPr lang="fr-FR" dirty="0" smtClean="0"/>
              <a:t>               	       A </a:t>
            </a:r>
            <a:r>
              <a:rPr lang="fr-FR" dirty="0" err="1" smtClean="0"/>
              <a:t>lovely</a:t>
            </a:r>
            <a:r>
              <a:rPr lang="fr-FR" dirty="0" smtClean="0"/>
              <a:t> </a:t>
            </a:r>
            <a:r>
              <a:rPr lang="fr-FR" dirty="0" err="1" smtClean="0"/>
              <a:t>day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                         A </a:t>
            </a:r>
            <a:r>
              <a:rPr lang="fr-FR" dirty="0" err="1" smtClean="0"/>
              <a:t>lovely</a:t>
            </a:r>
            <a:r>
              <a:rPr lang="fr-FR" dirty="0" smtClean="0"/>
              <a:t> </a:t>
            </a:r>
            <a:r>
              <a:rPr lang="fr-FR" dirty="0" err="1" smtClean="0"/>
              <a:t>day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/>
            </a:r>
            <a:br>
              <a:rPr lang="fr-FR" dirty="0" smtClean="0"/>
            </a:br>
            <a:r>
              <a:rPr lang="fr-FR" dirty="0" smtClean="0"/>
              <a:t/>
            </a:r>
            <a:br>
              <a:rPr lang="fr-FR" dirty="0" smtClean="0"/>
            </a:br>
            <a:r>
              <a:rPr lang="fr-FR" dirty="0" smtClean="0"/>
              <a:t/>
            </a:r>
            <a:br>
              <a:rPr lang="fr-FR" dirty="0" smtClean="0"/>
            </a:br>
            <a:r>
              <a:rPr lang="fr-FR" dirty="0" smtClean="0"/>
              <a:t/>
            </a:r>
            <a:br>
              <a:rPr lang="fr-FR" dirty="0" smtClean="0"/>
            </a:br>
            <a:r>
              <a:rPr lang="fr-FR" dirty="0" smtClean="0"/>
              <a:t/>
            </a:r>
            <a:br>
              <a:rPr lang="fr-FR" dirty="0" smtClean="0"/>
            </a:br>
            <a:r>
              <a:rPr lang="fr-FR" dirty="0" smtClean="0"/>
              <a:t/>
            </a:r>
            <a:br>
              <a:rPr lang="fr-FR" dirty="0" smtClean="0"/>
            </a:br>
            <a:r>
              <a:rPr lang="fr-FR" dirty="0" smtClean="0"/>
              <a:t/>
            </a:r>
            <a:br>
              <a:rPr lang="fr-FR" dirty="0" smtClean="0"/>
            </a:br>
            <a:r>
              <a:rPr lang="fr-FR" dirty="0" smtClean="0"/>
              <a:t/>
            </a:r>
            <a:br>
              <a:rPr lang="fr-FR" dirty="0" smtClean="0"/>
            </a:br>
            <a:r>
              <a:rPr lang="fr-FR" dirty="0" smtClean="0"/>
              <a:t/>
            </a:r>
            <a:br>
              <a:rPr lang="fr-FR" dirty="0" smtClean="0"/>
            </a:br>
            <a:r>
              <a:rPr lang="fr-FR" dirty="0" smtClean="0"/>
              <a:t/>
            </a:r>
            <a:br>
              <a:rPr lang="fr-FR" dirty="0" smtClean="0"/>
            </a:br>
            <a:r>
              <a:rPr lang="fr-FR" dirty="0" smtClean="0"/>
              <a:t/>
            </a:r>
            <a:br>
              <a:rPr lang="fr-FR" dirty="0" smtClean="0"/>
            </a:br>
            <a:r>
              <a:rPr lang="fr-FR" dirty="0" smtClean="0"/>
              <a:t/>
            </a:r>
            <a:br>
              <a:rPr lang="fr-FR" dirty="0" smtClean="0"/>
            </a:br>
            <a:r>
              <a:rPr lang="fr-FR" dirty="0" smtClean="0"/>
              <a:t/>
            </a:r>
            <a:br>
              <a:rPr lang="fr-FR" dirty="0" smtClean="0"/>
            </a:br>
            <a:r>
              <a:rPr lang="fr-FR" dirty="0" smtClean="0"/>
              <a:t/>
            </a:r>
            <a:br>
              <a:rPr lang="fr-FR" dirty="0" smtClean="0"/>
            </a:br>
            <a:r>
              <a:rPr lang="fr-FR" dirty="0" smtClean="0"/>
              <a:t/>
            </a:r>
            <a:br>
              <a:rPr lang="fr-FR" dirty="0" smtClean="0"/>
            </a:br>
            <a:r>
              <a:rPr lang="fr-FR" dirty="0" smtClean="0"/>
              <a:t/>
            </a:r>
            <a:br>
              <a:rPr lang="fr-FR" dirty="0" smtClean="0"/>
            </a:b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2253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QUAND JE ME LÈVE LE MATIN</a:t>
            </a:r>
            <a:br>
              <a:rPr lang="fr-FR" smtClean="0"/>
            </a:br>
            <a:r>
              <a:rPr lang="fr-FR" smtClean="0"/>
              <a:t>     ET LE SOLEIL M’ÉBLOUIT</a:t>
            </a:r>
          </a:p>
          <a:p>
            <a:r>
              <a:rPr lang="fr-FR" smtClean="0"/>
              <a:t>     When I wake up in the mornin', </a:t>
            </a:r>
          </a:p>
          <a:p>
            <a:r>
              <a:rPr lang="fr-FR" smtClean="0"/>
              <a:t>     Love And the sunlight hurts my eyes</a:t>
            </a:r>
          </a:p>
          <a:p>
            <a:r>
              <a:rPr lang="fr-FR" smtClean="0"/>
              <a:t>2-  QUELQUE CHOSE SANS ME PRÉVENIR</a:t>
            </a:r>
            <a:br>
              <a:rPr lang="fr-FR" smtClean="0"/>
            </a:br>
            <a:r>
              <a:rPr lang="fr-FR" smtClean="0"/>
              <a:t>     VIENS SUBMERGER MON CŒUR</a:t>
            </a:r>
            <a:br>
              <a:rPr lang="fr-FR" smtClean="0"/>
            </a:br>
            <a:r>
              <a:rPr lang="fr-FR" smtClean="0"/>
              <a:t>     And somethin' without warnin', </a:t>
            </a:r>
          </a:p>
          <a:p>
            <a:r>
              <a:rPr lang="fr-FR" smtClean="0"/>
              <a:t>     Love Bears heavy on my mind</a:t>
            </a:r>
          </a:p>
          <a:p>
            <a:endParaRPr lang="fr-FR" smtClean="0"/>
          </a:p>
          <a:p>
            <a:r>
              <a:rPr lang="fr-FR" smtClean="0"/>
              <a:t>3-  JE REGARDE À TOI</a:t>
            </a:r>
            <a:br>
              <a:rPr lang="fr-FR" smtClean="0"/>
            </a:br>
            <a:r>
              <a:rPr lang="fr-FR" smtClean="0"/>
              <a:t>     ET TOUT REDEVIENT BON POUR MOI</a:t>
            </a:r>
          </a:p>
          <a:p>
            <a:r>
              <a:rPr lang="fr-FR" smtClean="0"/>
              <a:t>     Then I look at you</a:t>
            </a:r>
          </a:p>
          <a:p>
            <a:r>
              <a:rPr lang="fr-FR" smtClean="0"/>
              <a:t>     And the world's alright with me</a:t>
            </a:r>
            <a:br>
              <a:rPr lang="fr-FR" smtClean="0"/>
            </a:br>
            <a:r>
              <a:rPr lang="fr-FR" smtClean="0"/>
              <a:t>4-  UN REGARD VERS TOI</a:t>
            </a:r>
            <a:br>
              <a:rPr lang="fr-FR" smtClean="0"/>
            </a:br>
            <a:r>
              <a:rPr lang="fr-FR" smtClean="0"/>
              <a:t>     ET JE SAIS QUE JE VAIS PASSER</a:t>
            </a:r>
          </a:p>
          <a:p>
            <a:r>
              <a:rPr lang="fr-FR" smtClean="0"/>
              <a:t>     Just one look at you</a:t>
            </a:r>
          </a:p>
          <a:p>
            <a:r>
              <a:rPr lang="fr-FR" smtClean="0"/>
              <a:t>     And I know it's gonna be</a:t>
            </a:r>
          </a:p>
          <a:p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  	5-  UNE BELLE JOURNÉE</a:t>
            </a:r>
            <a:br>
              <a:rPr lang="fr-FR" smtClean="0"/>
            </a:br>
            <a:r>
              <a:rPr lang="fr-FR" smtClean="0"/>
              <a:t>	     UNE BELLE JOURNÉE…</a:t>
            </a:r>
          </a:p>
          <a:p>
            <a:r>
              <a:rPr lang="fr-FR" smtClean="0"/>
              <a:t>	     A lovely day</a:t>
            </a:r>
          </a:p>
          <a:p>
            <a:r>
              <a:rPr lang="fr-FR" smtClean="0"/>
              <a:t>	     A lovely day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6-  QUAND LA JOURNÉE QUI SE PRÉSENTE À MOI</a:t>
            </a:r>
          </a:p>
          <a:p>
            <a:r>
              <a:rPr lang="fr-FR" smtClean="0"/>
              <a:t>     When the day that lies ahead of me</a:t>
            </a:r>
            <a:br>
              <a:rPr lang="fr-FR" smtClean="0"/>
            </a:br>
            <a:r>
              <a:rPr lang="fr-FR" smtClean="0"/>
              <a:t>7-  SEMBLE IMPOSSIBLE À AFFRONTER</a:t>
            </a:r>
          </a:p>
          <a:p>
            <a:r>
              <a:rPr lang="fr-FR" smtClean="0"/>
              <a:t>     Seems impossible to face</a:t>
            </a:r>
            <a:br>
              <a:rPr lang="fr-FR" smtClean="0"/>
            </a:br>
            <a:r>
              <a:rPr lang="fr-FR" smtClean="0"/>
              <a:t>8-  ET QUAND QUELQU’UN D’AUTRE QUE MOI</a:t>
            </a:r>
          </a:p>
          <a:p>
            <a:r>
              <a:rPr lang="fr-FR" smtClean="0"/>
              <a:t>     When someone else instead of me</a:t>
            </a:r>
          </a:p>
          <a:p>
            <a:r>
              <a:rPr lang="fr-FR" smtClean="0"/>
              <a:t>9-  RECONNAÎT TOUJOURS LA VOIE</a:t>
            </a:r>
            <a:br>
              <a:rPr lang="fr-FR" smtClean="0"/>
            </a:br>
            <a:r>
              <a:rPr lang="fr-FR" smtClean="0"/>
              <a:t>     Always seems to know the way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10-  JE REGARDE À TOI</a:t>
            </a:r>
            <a:br>
              <a:rPr lang="fr-FR" smtClean="0"/>
            </a:br>
            <a:r>
              <a:rPr lang="fr-FR" smtClean="0"/>
              <a:t>       ET TOUT REDEVIENT BON POUR MOI</a:t>
            </a:r>
          </a:p>
          <a:p>
            <a:r>
              <a:rPr lang="fr-FR" smtClean="0"/>
              <a:t>       Then I look at you</a:t>
            </a:r>
          </a:p>
          <a:p>
            <a:r>
              <a:rPr lang="fr-FR" smtClean="0"/>
              <a:t>       And the world's alright with me</a:t>
            </a:r>
            <a:br>
              <a:rPr lang="fr-FR" smtClean="0"/>
            </a:br>
            <a:r>
              <a:rPr lang="fr-FR" smtClean="0"/>
              <a:t>11-  UN REGARD VERS TOI</a:t>
            </a:r>
            <a:br>
              <a:rPr lang="fr-FR" smtClean="0"/>
            </a:br>
            <a:r>
              <a:rPr lang="fr-FR" smtClean="0"/>
              <a:t>       ET SAIS QUE JE VAIS PASSER</a:t>
            </a:r>
            <a:br>
              <a:rPr lang="fr-FR" smtClean="0"/>
            </a:br>
            <a:r>
              <a:rPr lang="fr-FR" smtClean="0"/>
              <a:t>       Just one look at you</a:t>
            </a:r>
          </a:p>
          <a:p>
            <a:r>
              <a:rPr lang="fr-FR" smtClean="0"/>
              <a:t>       And I know it's gonna be</a:t>
            </a:r>
          </a:p>
          <a:p>
            <a:endParaRPr lang="fr-FR" smtClean="0"/>
          </a:p>
          <a:p>
            <a:r>
              <a:rPr lang="fr-FR" smtClean="0"/>
              <a:t>	12-  UNE BELLE JOURNÉE</a:t>
            </a:r>
            <a:br>
              <a:rPr lang="fr-FR" smtClean="0"/>
            </a:br>
            <a:r>
              <a:rPr lang="fr-FR" smtClean="0"/>
              <a:t>	       UNE BELLE JOURNÉE …</a:t>
            </a:r>
          </a:p>
          <a:p>
            <a:r>
              <a:rPr lang="fr-FR" smtClean="0"/>
              <a:t>                          A lovely day</a:t>
            </a:r>
          </a:p>
          <a:p>
            <a:r>
              <a:rPr lang="fr-FR" smtClean="0"/>
              <a:t>                          A lovely day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13-  QUAND LA JOURNÉE QUI SE PRÉSENTE À MOI</a:t>
            </a:r>
          </a:p>
          <a:p>
            <a:r>
              <a:rPr lang="fr-FR" smtClean="0"/>
              <a:t>       When the day that lies ahead of me</a:t>
            </a:r>
          </a:p>
          <a:p>
            <a:r>
              <a:rPr lang="fr-FR" smtClean="0"/>
              <a:t>14-  SEMBLE IMPOSSIBLE À AFFRONTER</a:t>
            </a:r>
          </a:p>
          <a:p>
            <a:r>
              <a:rPr lang="fr-FR" smtClean="0"/>
              <a:t>       Seems impossible to face</a:t>
            </a:r>
            <a:br>
              <a:rPr lang="fr-FR" smtClean="0"/>
            </a:br>
            <a:r>
              <a:rPr lang="fr-FR" smtClean="0"/>
              <a:t>15-  ET QUAND QUELQU’UN D’AUTRE QUE MOI</a:t>
            </a:r>
          </a:p>
          <a:p>
            <a:r>
              <a:rPr lang="fr-FR" smtClean="0"/>
              <a:t>      And when someone else instead of me</a:t>
            </a:r>
            <a:br>
              <a:rPr lang="fr-FR" smtClean="0"/>
            </a:br>
            <a:r>
              <a:rPr lang="fr-FR" smtClean="0"/>
              <a:t>16-  RECONNAÎT TOUJOURS LA VOIE</a:t>
            </a:r>
            <a:br>
              <a:rPr lang="fr-FR" smtClean="0"/>
            </a:br>
            <a:r>
              <a:rPr lang="fr-FR" smtClean="0"/>
              <a:t>       Always seems to know the way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17-  JE REGARDE À TOI</a:t>
            </a:r>
            <a:br>
              <a:rPr lang="fr-FR" smtClean="0"/>
            </a:br>
            <a:r>
              <a:rPr lang="fr-FR" smtClean="0"/>
              <a:t>      ET TOUT REDEVIENT BON POUR MOI</a:t>
            </a:r>
          </a:p>
          <a:p>
            <a:r>
              <a:rPr lang="fr-FR" smtClean="0"/>
              <a:t>      Then I look at you</a:t>
            </a:r>
          </a:p>
          <a:p>
            <a:r>
              <a:rPr lang="fr-FR" smtClean="0"/>
              <a:t>      And the world's alright with me</a:t>
            </a:r>
            <a:br>
              <a:rPr lang="fr-FR" smtClean="0"/>
            </a:br>
            <a:r>
              <a:rPr lang="fr-FR" smtClean="0"/>
              <a:t>18-  UN REGARD VERS TOI</a:t>
            </a:r>
            <a:br>
              <a:rPr lang="fr-FR" smtClean="0"/>
            </a:br>
            <a:r>
              <a:rPr lang="fr-FR" smtClean="0"/>
              <a:t>       ET SAIS QUE JE VAIS PASSER</a:t>
            </a:r>
          </a:p>
          <a:p>
            <a:r>
              <a:rPr lang="fr-FR" smtClean="0"/>
              <a:t>       Just one look at you</a:t>
            </a:r>
          </a:p>
          <a:p>
            <a:r>
              <a:rPr lang="fr-FR" smtClean="0"/>
              <a:t>       And I know it's gonna be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	19-  UNE BELLE JOURNÉE</a:t>
            </a:r>
            <a:br>
              <a:rPr lang="fr-FR" smtClean="0"/>
            </a:br>
            <a:r>
              <a:rPr lang="fr-FR" smtClean="0"/>
              <a:t>	       UNE BELLE JOURNÉE…</a:t>
            </a:r>
            <a:br>
              <a:rPr lang="fr-FR" smtClean="0"/>
            </a:br>
            <a:r>
              <a:rPr lang="fr-FR" smtClean="0"/>
              <a:t>               	       A lovely day</a:t>
            </a:r>
          </a:p>
          <a:p>
            <a:r>
              <a:rPr lang="fr-FR" smtClean="0"/>
              <a:t>                          A lovely day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QUAND JE ME LÈVE LE MATIN</a:t>
            </a:r>
            <a:br>
              <a:rPr lang="fr-FR" smtClean="0"/>
            </a:br>
            <a:r>
              <a:rPr lang="fr-FR" smtClean="0"/>
              <a:t>     ET LE SOLEIL M’ÉBLOUIT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When I wake up in the mornin',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Love And the sunlight hurts my eyes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QUELQUE CHOSE SANS ME PRÉVENIR</a:t>
            </a:r>
            <a:br>
              <a:rPr lang="fr-FR" smtClean="0"/>
            </a:br>
            <a:r>
              <a:rPr lang="fr-FR" smtClean="0"/>
              <a:t>     VIENS SUBMERGER MON CŒUR</a:t>
            </a:r>
            <a:br>
              <a:rPr lang="fr-FR" smtClean="0"/>
            </a:br>
            <a:r>
              <a:rPr lang="fr-FR" smtClean="0"/>
              <a:t>     And somethin' without warnin',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Love Bears heavy on my mind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JE REGARDE À TOI</a:t>
            </a:r>
            <a:br>
              <a:rPr lang="fr-FR" smtClean="0"/>
            </a:br>
            <a:r>
              <a:rPr lang="fr-FR" smtClean="0"/>
              <a:t>     ET TOUT REDEVIENT BON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Then I look at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And the world's alright with me</a:t>
            </a:r>
            <a:br>
              <a:rPr lang="fr-FR" smtClean="0"/>
            </a:br>
            <a:r>
              <a:rPr lang="fr-FR" smtClean="0"/>
              <a:t>4-  UN REGARD VERS TOI</a:t>
            </a:r>
            <a:br>
              <a:rPr lang="fr-FR" smtClean="0"/>
            </a:br>
            <a:r>
              <a:rPr lang="fr-FR" smtClean="0"/>
              <a:t>     ET JE SAIS QUE JE VAIS PASSER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Just one look at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And I know it's gonna be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	5-  UNE BELLE JOURNÉE</a:t>
            </a:r>
            <a:br>
              <a:rPr lang="fr-FR" smtClean="0"/>
            </a:br>
            <a:r>
              <a:rPr lang="fr-FR" smtClean="0"/>
              <a:t>	     UNE BELLE JOURNÉE…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A lovely day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A lovely day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6-  QUAND LA JOURNÉE QUI SE PRÉSENTE À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When the day that lies ahead of me</a:t>
            </a:r>
            <a:br>
              <a:rPr lang="fr-FR" smtClean="0"/>
            </a:br>
            <a:r>
              <a:rPr lang="fr-FR" smtClean="0"/>
              <a:t>7-  SEMBLE IMPOSSIBLE À AFFRONTER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Seems impossible to face</a:t>
            </a:r>
            <a:br>
              <a:rPr lang="fr-FR" smtClean="0"/>
            </a:br>
            <a:r>
              <a:rPr lang="fr-FR" smtClean="0"/>
              <a:t>8-  ET QUAND QUELQU’UN D’AUTRE QUE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When someone else instead of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RECONNAÎT TOUJOURS LA VOIE</a:t>
            </a:r>
            <a:br>
              <a:rPr lang="fr-FR" smtClean="0"/>
            </a:br>
            <a:r>
              <a:rPr lang="fr-FR" smtClean="0"/>
              <a:t>     Always seems to know the way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10-  JE REGARDE À TOI</a:t>
            </a:r>
            <a:br>
              <a:rPr lang="fr-FR" smtClean="0"/>
            </a:br>
            <a:r>
              <a:rPr lang="fr-FR" smtClean="0"/>
              <a:t>       ET TOUT REDEVIENT BON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Then I look at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And the world's alright with me</a:t>
            </a:r>
            <a:br>
              <a:rPr lang="fr-FR" smtClean="0"/>
            </a:br>
            <a:r>
              <a:rPr lang="fr-FR" smtClean="0"/>
              <a:t>11-  UN REGARD VERS TOI</a:t>
            </a:r>
            <a:br>
              <a:rPr lang="fr-FR" smtClean="0"/>
            </a:br>
            <a:r>
              <a:rPr lang="fr-FR" smtClean="0"/>
              <a:t>       ET SAIS QUE JE VAIS PASSER</a:t>
            </a:r>
            <a:br>
              <a:rPr lang="fr-FR" smtClean="0"/>
            </a:br>
            <a:r>
              <a:rPr lang="fr-FR" smtClean="0"/>
              <a:t>       Just one look at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And I know it's gonna be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12-  UNE BELLE JOURNÉE</a:t>
            </a:r>
            <a:br>
              <a:rPr lang="fr-FR" smtClean="0"/>
            </a:br>
            <a:r>
              <a:rPr lang="fr-FR" smtClean="0"/>
              <a:t>	       UNE BELLE JOURNÉE …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 A lovely day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 A lovely day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13-  QUAND LA JOURNÉE QUI SE PRÉSENTE À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When the day that lies ahead of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SEMBLE IMPOSSIBLE À AFFRONTER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Seems impossible to face</a:t>
            </a:r>
            <a:br>
              <a:rPr lang="fr-FR" smtClean="0"/>
            </a:br>
            <a:r>
              <a:rPr lang="fr-FR" smtClean="0"/>
              <a:t>15-  ET QUAND QUELQU’UN D’AUTRE QUE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And when someone else instead of me</a:t>
            </a:r>
            <a:br>
              <a:rPr lang="fr-FR" smtClean="0"/>
            </a:br>
            <a:r>
              <a:rPr lang="fr-FR" smtClean="0"/>
              <a:t>16-  RECONNAÎT TOUJOURS LA VOIE</a:t>
            </a:r>
            <a:br>
              <a:rPr lang="fr-FR" smtClean="0"/>
            </a:br>
            <a:r>
              <a:rPr lang="fr-FR" smtClean="0"/>
              <a:t>       Always seems to know the way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17-  JE REGARDE À TOI</a:t>
            </a:r>
            <a:br>
              <a:rPr lang="fr-FR" smtClean="0"/>
            </a:br>
            <a:r>
              <a:rPr lang="fr-FR" smtClean="0"/>
              <a:t>      ET TOUT REDEVIENT BON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Then I look at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And the world's alright with me</a:t>
            </a:r>
            <a:br>
              <a:rPr lang="fr-FR" smtClean="0"/>
            </a:br>
            <a:r>
              <a:rPr lang="fr-FR" smtClean="0"/>
              <a:t>18-  UN REGARD VERS TOI</a:t>
            </a:r>
            <a:br>
              <a:rPr lang="fr-FR" smtClean="0"/>
            </a:br>
            <a:r>
              <a:rPr lang="fr-FR" smtClean="0"/>
              <a:t>       ET SAIS QUE JE VAIS PASSER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Just one look at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And I know it's gonna be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	19-  UNE BELLE JOURNÉE</a:t>
            </a:r>
            <a:br>
              <a:rPr lang="fr-FR" smtClean="0"/>
            </a:br>
            <a:r>
              <a:rPr lang="fr-FR" smtClean="0"/>
              <a:t>	       UNE BELLE JOURNÉE…</a:t>
            </a:r>
            <a:br>
              <a:rPr lang="fr-FR" smtClean="0"/>
            </a:br>
            <a:r>
              <a:rPr lang="fr-FR" smtClean="0"/>
              <a:t>               	       A lovely day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 A lovely day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2355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QUAND JE ME LÈVE LE MATIN</a:t>
            </a:r>
            <a:br>
              <a:rPr lang="fr-FR" smtClean="0"/>
            </a:br>
            <a:r>
              <a:rPr lang="fr-FR" smtClean="0"/>
              <a:t>     ET LE SOLEIL M’ÉBLOUIT</a:t>
            </a:r>
          </a:p>
          <a:p>
            <a:r>
              <a:rPr lang="fr-FR" smtClean="0"/>
              <a:t>     When I wake up in the mornin', </a:t>
            </a:r>
          </a:p>
          <a:p>
            <a:r>
              <a:rPr lang="fr-FR" smtClean="0"/>
              <a:t>     Love And the sunlight hurts my eyes</a:t>
            </a:r>
          </a:p>
          <a:p>
            <a:r>
              <a:rPr lang="fr-FR" smtClean="0"/>
              <a:t>2-  QUELQUE CHOSE SANS ME PRÉVENIR</a:t>
            </a:r>
            <a:br>
              <a:rPr lang="fr-FR" smtClean="0"/>
            </a:br>
            <a:r>
              <a:rPr lang="fr-FR" smtClean="0"/>
              <a:t>     VIENS SUBMERGER MON CŒUR</a:t>
            </a:r>
            <a:br>
              <a:rPr lang="fr-FR" smtClean="0"/>
            </a:br>
            <a:r>
              <a:rPr lang="fr-FR" smtClean="0"/>
              <a:t>     And somethin' without warnin', </a:t>
            </a:r>
          </a:p>
          <a:p>
            <a:r>
              <a:rPr lang="fr-FR" smtClean="0"/>
              <a:t>     Love Bears heavy on my mind</a:t>
            </a:r>
          </a:p>
          <a:p>
            <a:endParaRPr lang="fr-FR" smtClean="0"/>
          </a:p>
          <a:p>
            <a:r>
              <a:rPr lang="fr-FR" smtClean="0"/>
              <a:t>3-  JE REGARDE À TOI</a:t>
            </a:r>
            <a:br>
              <a:rPr lang="fr-FR" smtClean="0"/>
            </a:br>
            <a:r>
              <a:rPr lang="fr-FR" smtClean="0"/>
              <a:t>     ET TOUT REDEVIENT BON POUR MOI</a:t>
            </a:r>
          </a:p>
          <a:p>
            <a:r>
              <a:rPr lang="fr-FR" smtClean="0"/>
              <a:t>     Then I look at you</a:t>
            </a:r>
          </a:p>
          <a:p>
            <a:r>
              <a:rPr lang="fr-FR" smtClean="0"/>
              <a:t>     And the world's alright with me</a:t>
            </a:r>
            <a:br>
              <a:rPr lang="fr-FR" smtClean="0"/>
            </a:br>
            <a:r>
              <a:rPr lang="fr-FR" smtClean="0"/>
              <a:t>4-  UN REGARD VERS TOI</a:t>
            </a:r>
            <a:br>
              <a:rPr lang="fr-FR" smtClean="0"/>
            </a:br>
            <a:r>
              <a:rPr lang="fr-FR" smtClean="0"/>
              <a:t>     ET JE SAIS QUE JE VAIS PASSER</a:t>
            </a:r>
          </a:p>
          <a:p>
            <a:r>
              <a:rPr lang="fr-FR" smtClean="0"/>
              <a:t>     Just one look at you</a:t>
            </a:r>
          </a:p>
          <a:p>
            <a:r>
              <a:rPr lang="fr-FR" smtClean="0"/>
              <a:t>     And I know it's gonna be</a:t>
            </a:r>
          </a:p>
          <a:p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  	5-  UNE BELLE JOURNÉE</a:t>
            </a:r>
            <a:br>
              <a:rPr lang="fr-FR" smtClean="0"/>
            </a:br>
            <a:r>
              <a:rPr lang="fr-FR" smtClean="0"/>
              <a:t>	     UNE BELLE JOURNÉE…</a:t>
            </a:r>
          </a:p>
          <a:p>
            <a:r>
              <a:rPr lang="fr-FR" smtClean="0"/>
              <a:t>	     A lovely day</a:t>
            </a:r>
          </a:p>
          <a:p>
            <a:r>
              <a:rPr lang="fr-FR" smtClean="0"/>
              <a:t>	     A lovely day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6-  QUAND LA JOURNÉE QUI SE PRÉSENTE À MOI</a:t>
            </a:r>
          </a:p>
          <a:p>
            <a:r>
              <a:rPr lang="fr-FR" smtClean="0"/>
              <a:t>     When the day that lies ahead of me</a:t>
            </a:r>
            <a:br>
              <a:rPr lang="fr-FR" smtClean="0"/>
            </a:br>
            <a:r>
              <a:rPr lang="fr-FR" smtClean="0"/>
              <a:t>7-  SEMBLE IMPOSSIBLE À AFFRONTER</a:t>
            </a:r>
          </a:p>
          <a:p>
            <a:r>
              <a:rPr lang="fr-FR" smtClean="0"/>
              <a:t>     Seems impossible to face</a:t>
            </a:r>
            <a:br>
              <a:rPr lang="fr-FR" smtClean="0"/>
            </a:br>
            <a:r>
              <a:rPr lang="fr-FR" smtClean="0"/>
              <a:t>8-  ET QUAND QUELQU’UN D’AUTRE QUE MOI</a:t>
            </a:r>
          </a:p>
          <a:p>
            <a:r>
              <a:rPr lang="fr-FR" smtClean="0"/>
              <a:t>     When someone else instead of me</a:t>
            </a:r>
          </a:p>
          <a:p>
            <a:r>
              <a:rPr lang="fr-FR" smtClean="0"/>
              <a:t>9-  RECONNAÎT TOUJOURS LA VOIE</a:t>
            </a:r>
            <a:br>
              <a:rPr lang="fr-FR" smtClean="0"/>
            </a:br>
            <a:r>
              <a:rPr lang="fr-FR" smtClean="0"/>
              <a:t>     Always seems to know the way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10-  JE REGARDE À TOI</a:t>
            </a:r>
            <a:br>
              <a:rPr lang="fr-FR" smtClean="0"/>
            </a:br>
            <a:r>
              <a:rPr lang="fr-FR" smtClean="0"/>
              <a:t>       ET TOUT REDEVIENT BON POUR MOI</a:t>
            </a:r>
          </a:p>
          <a:p>
            <a:r>
              <a:rPr lang="fr-FR" smtClean="0"/>
              <a:t>       Then I look at you</a:t>
            </a:r>
          </a:p>
          <a:p>
            <a:r>
              <a:rPr lang="fr-FR" smtClean="0"/>
              <a:t>       And the world's alright with me</a:t>
            </a:r>
            <a:br>
              <a:rPr lang="fr-FR" smtClean="0"/>
            </a:br>
            <a:r>
              <a:rPr lang="fr-FR" smtClean="0"/>
              <a:t>11-  UN REGARD VERS TOI</a:t>
            </a:r>
            <a:br>
              <a:rPr lang="fr-FR" smtClean="0"/>
            </a:br>
            <a:r>
              <a:rPr lang="fr-FR" smtClean="0"/>
              <a:t>       ET SAIS QUE JE VAIS PASSER</a:t>
            </a:r>
            <a:br>
              <a:rPr lang="fr-FR" smtClean="0"/>
            </a:br>
            <a:r>
              <a:rPr lang="fr-FR" smtClean="0"/>
              <a:t>       Just one look at you</a:t>
            </a:r>
          </a:p>
          <a:p>
            <a:r>
              <a:rPr lang="fr-FR" smtClean="0"/>
              <a:t>       And I know it's gonna be</a:t>
            </a:r>
          </a:p>
          <a:p>
            <a:endParaRPr lang="fr-FR" smtClean="0"/>
          </a:p>
          <a:p>
            <a:r>
              <a:rPr lang="fr-FR" smtClean="0"/>
              <a:t>	12-  UNE BELLE JOURNÉE</a:t>
            </a:r>
            <a:br>
              <a:rPr lang="fr-FR" smtClean="0"/>
            </a:br>
            <a:r>
              <a:rPr lang="fr-FR" smtClean="0"/>
              <a:t>	       UNE BELLE JOURNÉE …</a:t>
            </a:r>
          </a:p>
          <a:p>
            <a:r>
              <a:rPr lang="fr-FR" smtClean="0"/>
              <a:t>                          A lovely day</a:t>
            </a:r>
          </a:p>
          <a:p>
            <a:r>
              <a:rPr lang="fr-FR" smtClean="0"/>
              <a:t>                          A lovely day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13-  QUAND LA JOURNÉE QUI SE PRÉSENTE À MOI</a:t>
            </a:r>
          </a:p>
          <a:p>
            <a:r>
              <a:rPr lang="fr-FR" smtClean="0"/>
              <a:t>       When the day that lies ahead of me</a:t>
            </a:r>
          </a:p>
          <a:p>
            <a:r>
              <a:rPr lang="fr-FR" smtClean="0"/>
              <a:t>14-  SEMBLE IMPOSSIBLE À AFFRONTER</a:t>
            </a:r>
          </a:p>
          <a:p>
            <a:r>
              <a:rPr lang="fr-FR" smtClean="0"/>
              <a:t>       Seems impossible to face</a:t>
            </a:r>
            <a:br>
              <a:rPr lang="fr-FR" smtClean="0"/>
            </a:br>
            <a:r>
              <a:rPr lang="fr-FR" smtClean="0"/>
              <a:t>15-  ET QUAND QUELQU’UN D’AUTRE QUE MOI</a:t>
            </a:r>
          </a:p>
          <a:p>
            <a:r>
              <a:rPr lang="fr-FR" smtClean="0"/>
              <a:t>      And when someone else instead of me</a:t>
            </a:r>
            <a:br>
              <a:rPr lang="fr-FR" smtClean="0"/>
            </a:br>
            <a:r>
              <a:rPr lang="fr-FR" smtClean="0"/>
              <a:t>16-  RECONNAÎT TOUJOURS LA VOIE</a:t>
            </a:r>
            <a:br>
              <a:rPr lang="fr-FR" smtClean="0"/>
            </a:br>
            <a:r>
              <a:rPr lang="fr-FR" smtClean="0"/>
              <a:t>       Always seems to know the way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17-  JE REGARDE À TOI</a:t>
            </a:r>
            <a:br>
              <a:rPr lang="fr-FR" smtClean="0"/>
            </a:br>
            <a:r>
              <a:rPr lang="fr-FR" smtClean="0"/>
              <a:t>      ET TOUT REDEVIENT BON POUR MOI</a:t>
            </a:r>
          </a:p>
          <a:p>
            <a:r>
              <a:rPr lang="fr-FR" smtClean="0"/>
              <a:t>      Then I look at you</a:t>
            </a:r>
          </a:p>
          <a:p>
            <a:r>
              <a:rPr lang="fr-FR" smtClean="0"/>
              <a:t>      And the world's alright with me</a:t>
            </a:r>
            <a:br>
              <a:rPr lang="fr-FR" smtClean="0"/>
            </a:br>
            <a:r>
              <a:rPr lang="fr-FR" smtClean="0"/>
              <a:t>18-  UN REGARD VERS TOI</a:t>
            </a:r>
            <a:br>
              <a:rPr lang="fr-FR" smtClean="0"/>
            </a:br>
            <a:r>
              <a:rPr lang="fr-FR" smtClean="0"/>
              <a:t>       ET SAIS QUE JE VAIS PASSER</a:t>
            </a:r>
          </a:p>
          <a:p>
            <a:r>
              <a:rPr lang="fr-FR" smtClean="0"/>
              <a:t>       Just one look at you</a:t>
            </a:r>
          </a:p>
          <a:p>
            <a:r>
              <a:rPr lang="fr-FR" smtClean="0"/>
              <a:t>       And I know it's gonna be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	19-  UNE BELLE JOURNÉE</a:t>
            </a:r>
            <a:br>
              <a:rPr lang="fr-FR" smtClean="0"/>
            </a:br>
            <a:r>
              <a:rPr lang="fr-FR" smtClean="0"/>
              <a:t>	       UNE BELLE JOURNÉE…</a:t>
            </a:r>
            <a:br>
              <a:rPr lang="fr-FR" smtClean="0"/>
            </a:br>
            <a:r>
              <a:rPr lang="fr-FR" smtClean="0"/>
              <a:t>               	       A lovely day</a:t>
            </a:r>
          </a:p>
          <a:p>
            <a:r>
              <a:rPr lang="fr-FR" smtClean="0"/>
              <a:t>                          A lovely day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QUAND JE ME LÈVE LE MATIN</a:t>
            </a:r>
            <a:br>
              <a:rPr lang="fr-FR" smtClean="0"/>
            </a:br>
            <a:r>
              <a:rPr lang="fr-FR" smtClean="0"/>
              <a:t>     ET LE SOLEIL M’ÉBLOUIT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When I wake up in the mornin',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Love And the sunlight hurts my eyes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QUELQUE CHOSE SANS ME PRÉVENIR</a:t>
            </a:r>
            <a:br>
              <a:rPr lang="fr-FR" smtClean="0"/>
            </a:br>
            <a:r>
              <a:rPr lang="fr-FR" smtClean="0"/>
              <a:t>     VIENS SUBMERGER MON CŒUR</a:t>
            </a:r>
            <a:br>
              <a:rPr lang="fr-FR" smtClean="0"/>
            </a:br>
            <a:r>
              <a:rPr lang="fr-FR" smtClean="0"/>
              <a:t>     And somethin' without warnin',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Love Bears heavy on my mind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JE REGARDE À TOI</a:t>
            </a:r>
            <a:br>
              <a:rPr lang="fr-FR" smtClean="0"/>
            </a:br>
            <a:r>
              <a:rPr lang="fr-FR" smtClean="0"/>
              <a:t>     ET TOUT REDEVIENT BON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Then I look at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And the world's alright with me</a:t>
            </a:r>
            <a:br>
              <a:rPr lang="fr-FR" smtClean="0"/>
            </a:br>
            <a:r>
              <a:rPr lang="fr-FR" smtClean="0"/>
              <a:t>4-  UN REGARD VERS TOI</a:t>
            </a:r>
            <a:br>
              <a:rPr lang="fr-FR" smtClean="0"/>
            </a:br>
            <a:r>
              <a:rPr lang="fr-FR" smtClean="0"/>
              <a:t>     ET JE SAIS QUE JE VAIS PASSER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Just one look at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And I know it's gonna be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	5-  UNE BELLE JOURNÉE</a:t>
            </a:r>
            <a:br>
              <a:rPr lang="fr-FR" smtClean="0"/>
            </a:br>
            <a:r>
              <a:rPr lang="fr-FR" smtClean="0"/>
              <a:t>	     UNE BELLE JOURNÉE…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A lovely day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A lovely day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6-  QUAND LA JOURNÉE QUI SE PRÉSENTE À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When the day that lies ahead of me</a:t>
            </a:r>
            <a:br>
              <a:rPr lang="fr-FR" smtClean="0"/>
            </a:br>
            <a:r>
              <a:rPr lang="fr-FR" smtClean="0"/>
              <a:t>7-  SEMBLE IMPOSSIBLE À AFFRONTER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Seems impossible to face</a:t>
            </a:r>
            <a:br>
              <a:rPr lang="fr-FR" smtClean="0"/>
            </a:br>
            <a:r>
              <a:rPr lang="fr-FR" smtClean="0"/>
              <a:t>8-  ET QUAND QUELQU’UN D’AUTRE QUE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When someone else instead of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RECONNAÎT TOUJOURS LA VOIE</a:t>
            </a:r>
            <a:br>
              <a:rPr lang="fr-FR" smtClean="0"/>
            </a:br>
            <a:r>
              <a:rPr lang="fr-FR" smtClean="0"/>
              <a:t>     Always seems to know the way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10-  JE REGARDE À TOI</a:t>
            </a:r>
            <a:br>
              <a:rPr lang="fr-FR" smtClean="0"/>
            </a:br>
            <a:r>
              <a:rPr lang="fr-FR" smtClean="0"/>
              <a:t>       ET TOUT REDEVIENT BON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Then I look at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And the world's alright with me</a:t>
            </a:r>
            <a:br>
              <a:rPr lang="fr-FR" smtClean="0"/>
            </a:br>
            <a:r>
              <a:rPr lang="fr-FR" smtClean="0"/>
              <a:t>11-  UN REGARD VERS TOI</a:t>
            </a:r>
            <a:br>
              <a:rPr lang="fr-FR" smtClean="0"/>
            </a:br>
            <a:r>
              <a:rPr lang="fr-FR" smtClean="0"/>
              <a:t>       ET SAIS QUE JE VAIS PASSER</a:t>
            </a:r>
            <a:br>
              <a:rPr lang="fr-FR" smtClean="0"/>
            </a:br>
            <a:r>
              <a:rPr lang="fr-FR" smtClean="0"/>
              <a:t>       Just one look at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And I know it's gonna be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12-  UNE BELLE JOURNÉE</a:t>
            </a:r>
            <a:br>
              <a:rPr lang="fr-FR" smtClean="0"/>
            </a:br>
            <a:r>
              <a:rPr lang="fr-FR" smtClean="0"/>
              <a:t>	       UNE BELLE JOURNÉE …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 A lovely day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 A lovely day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13-  QUAND LA JOURNÉE QUI SE PRÉSENTE À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When the day that lies ahead of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SEMBLE IMPOSSIBLE À AFFRONTER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Seems impossible to face</a:t>
            </a:r>
            <a:br>
              <a:rPr lang="fr-FR" smtClean="0"/>
            </a:br>
            <a:r>
              <a:rPr lang="fr-FR" smtClean="0"/>
              <a:t>15-  ET QUAND QUELQU’UN D’AUTRE QUE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And when someone else instead of me</a:t>
            </a:r>
            <a:br>
              <a:rPr lang="fr-FR" smtClean="0"/>
            </a:br>
            <a:r>
              <a:rPr lang="fr-FR" smtClean="0"/>
              <a:t>16-  RECONNAÎT TOUJOURS LA VOIE</a:t>
            </a:r>
            <a:br>
              <a:rPr lang="fr-FR" smtClean="0"/>
            </a:br>
            <a:r>
              <a:rPr lang="fr-FR" smtClean="0"/>
              <a:t>       Always seems to know the way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17-  JE REGARDE À TOI</a:t>
            </a:r>
            <a:br>
              <a:rPr lang="fr-FR" smtClean="0"/>
            </a:br>
            <a:r>
              <a:rPr lang="fr-FR" smtClean="0"/>
              <a:t>      ET TOUT REDEVIENT BON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Then I look at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And the world's alright with me</a:t>
            </a:r>
            <a:br>
              <a:rPr lang="fr-FR" smtClean="0"/>
            </a:br>
            <a:r>
              <a:rPr lang="fr-FR" smtClean="0"/>
              <a:t>18-  UN REGARD VERS TOI</a:t>
            </a:r>
            <a:br>
              <a:rPr lang="fr-FR" smtClean="0"/>
            </a:br>
            <a:r>
              <a:rPr lang="fr-FR" smtClean="0"/>
              <a:t>       ET SAIS QUE JE VAIS PASSER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Just one look at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And I know it's gonna be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	19-  UNE BELLE JOURNÉE</a:t>
            </a:r>
            <a:br>
              <a:rPr lang="fr-FR" smtClean="0"/>
            </a:br>
            <a:r>
              <a:rPr lang="fr-FR" smtClean="0"/>
              <a:t>	       UNE BELLE JOURNÉE…</a:t>
            </a:r>
            <a:br>
              <a:rPr lang="fr-FR" smtClean="0"/>
            </a:br>
            <a:r>
              <a:rPr lang="fr-FR" smtClean="0"/>
              <a:t>               	       A lovely day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 A lovely day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2458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QUAND JE ME LÈVE LE MATIN</a:t>
            </a:r>
            <a:br>
              <a:rPr lang="fr-FR" smtClean="0"/>
            </a:br>
            <a:r>
              <a:rPr lang="fr-FR" smtClean="0"/>
              <a:t>     ET LE SOLEIL M’ÉBLOUIT</a:t>
            </a:r>
          </a:p>
          <a:p>
            <a:r>
              <a:rPr lang="fr-FR" smtClean="0"/>
              <a:t>     When I wake up in the mornin', </a:t>
            </a:r>
          </a:p>
          <a:p>
            <a:r>
              <a:rPr lang="fr-FR" smtClean="0"/>
              <a:t>     Love And the sunlight hurts my eyes</a:t>
            </a:r>
          </a:p>
          <a:p>
            <a:r>
              <a:rPr lang="fr-FR" smtClean="0"/>
              <a:t>2-  QUELQUE CHOSE SANS ME PRÉVENIR</a:t>
            </a:r>
            <a:br>
              <a:rPr lang="fr-FR" smtClean="0"/>
            </a:br>
            <a:r>
              <a:rPr lang="fr-FR" smtClean="0"/>
              <a:t>     VIENS SUBMERGER MON CŒUR</a:t>
            </a:r>
            <a:br>
              <a:rPr lang="fr-FR" smtClean="0"/>
            </a:br>
            <a:r>
              <a:rPr lang="fr-FR" smtClean="0"/>
              <a:t>     And somethin' without warnin', </a:t>
            </a:r>
          </a:p>
          <a:p>
            <a:r>
              <a:rPr lang="fr-FR" smtClean="0"/>
              <a:t>     Love Bears heavy on my mind</a:t>
            </a:r>
          </a:p>
          <a:p>
            <a:endParaRPr lang="fr-FR" smtClean="0"/>
          </a:p>
          <a:p>
            <a:r>
              <a:rPr lang="fr-FR" smtClean="0"/>
              <a:t>3-  JE REGARDE À TOI</a:t>
            </a:r>
            <a:br>
              <a:rPr lang="fr-FR" smtClean="0"/>
            </a:br>
            <a:r>
              <a:rPr lang="fr-FR" smtClean="0"/>
              <a:t>     ET TOUT REDEVIENT BON POUR MOI</a:t>
            </a:r>
          </a:p>
          <a:p>
            <a:r>
              <a:rPr lang="fr-FR" smtClean="0"/>
              <a:t>     Then I look at you</a:t>
            </a:r>
          </a:p>
          <a:p>
            <a:r>
              <a:rPr lang="fr-FR" smtClean="0"/>
              <a:t>     And the world's alright with me</a:t>
            </a:r>
            <a:br>
              <a:rPr lang="fr-FR" smtClean="0"/>
            </a:br>
            <a:r>
              <a:rPr lang="fr-FR" smtClean="0"/>
              <a:t>4-  UN REGARD VERS TOI</a:t>
            </a:r>
            <a:br>
              <a:rPr lang="fr-FR" smtClean="0"/>
            </a:br>
            <a:r>
              <a:rPr lang="fr-FR" smtClean="0"/>
              <a:t>     ET JE SAIS QUE JE VAIS PASSER</a:t>
            </a:r>
          </a:p>
          <a:p>
            <a:r>
              <a:rPr lang="fr-FR" smtClean="0"/>
              <a:t>     Just one look at you</a:t>
            </a:r>
          </a:p>
          <a:p>
            <a:r>
              <a:rPr lang="fr-FR" smtClean="0"/>
              <a:t>     And I know it's gonna be</a:t>
            </a:r>
          </a:p>
          <a:p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  	5-  UNE BELLE JOURNÉE</a:t>
            </a:r>
            <a:br>
              <a:rPr lang="fr-FR" smtClean="0"/>
            </a:br>
            <a:r>
              <a:rPr lang="fr-FR" smtClean="0"/>
              <a:t>	     UNE BELLE JOURNÉE…</a:t>
            </a:r>
          </a:p>
          <a:p>
            <a:r>
              <a:rPr lang="fr-FR" smtClean="0"/>
              <a:t>	     A lovely day</a:t>
            </a:r>
          </a:p>
          <a:p>
            <a:r>
              <a:rPr lang="fr-FR" smtClean="0"/>
              <a:t>	     A lovely day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6-  QUAND LA JOURNÉE QUI SE PRÉSENTE À MOI</a:t>
            </a:r>
          </a:p>
          <a:p>
            <a:r>
              <a:rPr lang="fr-FR" smtClean="0"/>
              <a:t>     When the day that lies ahead of me</a:t>
            </a:r>
            <a:br>
              <a:rPr lang="fr-FR" smtClean="0"/>
            </a:br>
            <a:r>
              <a:rPr lang="fr-FR" smtClean="0"/>
              <a:t>7-  SEMBLE IMPOSSIBLE À AFFRONTER</a:t>
            </a:r>
          </a:p>
          <a:p>
            <a:r>
              <a:rPr lang="fr-FR" smtClean="0"/>
              <a:t>     Seems impossible to face</a:t>
            </a:r>
            <a:br>
              <a:rPr lang="fr-FR" smtClean="0"/>
            </a:br>
            <a:r>
              <a:rPr lang="fr-FR" smtClean="0"/>
              <a:t>8-  ET QUAND QUELQU’UN D’AUTRE QUE MOI</a:t>
            </a:r>
          </a:p>
          <a:p>
            <a:r>
              <a:rPr lang="fr-FR" smtClean="0"/>
              <a:t>     When someone else instead of me</a:t>
            </a:r>
          </a:p>
          <a:p>
            <a:r>
              <a:rPr lang="fr-FR" smtClean="0"/>
              <a:t>9-  RECONNAÎT TOUJOURS LA VOIE</a:t>
            </a:r>
            <a:br>
              <a:rPr lang="fr-FR" smtClean="0"/>
            </a:br>
            <a:r>
              <a:rPr lang="fr-FR" smtClean="0"/>
              <a:t>     Always seems to know the way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10-  JE REGARDE À TOI</a:t>
            </a:r>
            <a:br>
              <a:rPr lang="fr-FR" smtClean="0"/>
            </a:br>
            <a:r>
              <a:rPr lang="fr-FR" smtClean="0"/>
              <a:t>       ET TOUT REDEVIENT BON POUR MOI</a:t>
            </a:r>
          </a:p>
          <a:p>
            <a:r>
              <a:rPr lang="fr-FR" smtClean="0"/>
              <a:t>       Then I look at you</a:t>
            </a:r>
          </a:p>
          <a:p>
            <a:r>
              <a:rPr lang="fr-FR" smtClean="0"/>
              <a:t>       And the world's alright with me</a:t>
            </a:r>
            <a:br>
              <a:rPr lang="fr-FR" smtClean="0"/>
            </a:br>
            <a:r>
              <a:rPr lang="fr-FR" smtClean="0"/>
              <a:t>11-  UN REGARD VERS TOI</a:t>
            </a:r>
            <a:br>
              <a:rPr lang="fr-FR" smtClean="0"/>
            </a:br>
            <a:r>
              <a:rPr lang="fr-FR" smtClean="0"/>
              <a:t>       ET SAIS QUE JE VAIS PASSER</a:t>
            </a:r>
            <a:br>
              <a:rPr lang="fr-FR" smtClean="0"/>
            </a:br>
            <a:r>
              <a:rPr lang="fr-FR" smtClean="0"/>
              <a:t>       Just one look at you</a:t>
            </a:r>
          </a:p>
          <a:p>
            <a:r>
              <a:rPr lang="fr-FR" smtClean="0"/>
              <a:t>       And I know it's gonna be</a:t>
            </a:r>
          </a:p>
          <a:p>
            <a:endParaRPr lang="fr-FR" smtClean="0"/>
          </a:p>
          <a:p>
            <a:r>
              <a:rPr lang="fr-FR" smtClean="0"/>
              <a:t>	12-  UNE BELLE JOURNÉE</a:t>
            </a:r>
            <a:br>
              <a:rPr lang="fr-FR" smtClean="0"/>
            </a:br>
            <a:r>
              <a:rPr lang="fr-FR" smtClean="0"/>
              <a:t>	       UNE BELLE JOURNÉE …</a:t>
            </a:r>
          </a:p>
          <a:p>
            <a:r>
              <a:rPr lang="fr-FR" smtClean="0"/>
              <a:t>                          A lovely day</a:t>
            </a:r>
          </a:p>
          <a:p>
            <a:r>
              <a:rPr lang="fr-FR" smtClean="0"/>
              <a:t>                          A lovely day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13-  QUAND LA JOURNÉE QUI SE PRÉSENTE À MOI</a:t>
            </a:r>
          </a:p>
          <a:p>
            <a:r>
              <a:rPr lang="fr-FR" smtClean="0"/>
              <a:t>       When the day that lies ahead of me</a:t>
            </a:r>
          </a:p>
          <a:p>
            <a:r>
              <a:rPr lang="fr-FR" smtClean="0"/>
              <a:t>14-  SEMBLE IMPOSSIBLE À AFFRONTER</a:t>
            </a:r>
          </a:p>
          <a:p>
            <a:r>
              <a:rPr lang="fr-FR" smtClean="0"/>
              <a:t>       Seems impossible to face</a:t>
            </a:r>
            <a:br>
              <a:rPr lang="fr-FR" smtClean="0"/>
            </a:br>
            <a:r>
              <a:rPr lang="fr-FR" smtClean="0"/>
              <a:t>15-  ET QUAND QUELQU’UN D’AUTRE QUE MOI</a:t>
            </a:r>
          </a:p>
          <a:p>
            <a:r>
              <a:rPr lang="fr-FR" smtClean="0"/>
              <a:t>      And when someone else instead of me</a:t>
            </a:r>
            <a:br>
              <a:rPr lang="fr-FR" smtClean="0"/>
            </a:br>
            <a:r>
              <a:rPr lang="fr-FR" smtClean="0"/>
              <a:t>16-  RECONNAÎT TOUJOURS LA VOIE</a:t>
            </a:r>
            <a:br>
              <a:rPr lang="fr-FR" smtClean="0"/>
            </a:br>
            <a:r>
              <a:rPr lang="fr-FR" smtClean="0"/>
              <a:t>       Always seems to know the way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17-  JE REGARDE À TOI</a:t>
            </a:r>
            <a:br>
              <a:rPr lang="fr-FR" smtClean="0"/>
            </a:br>
            <a:r>
              <a:rPr lang="fr-FR" smtClean="0"/>
              <a:t>      ET TOUT REDEVIENT BON POUR MOI</a:t>
            </a:r>
          </a:p>
          <a:p>
            <a:r>
              <a:rPr lang="fr-FR" smtClean="0"/>
              <a:t>      Then I look at you</a:t>
            </a:r>
          </a:p>
          <a:p>
            <a:r>
              <a:rPr lang="fr-FR" smtClean="0"/>
              <a:t>      And the world's alright with me</a:t>
            </a:r>
            <a:br>
              <a:rPr lang="fr-FR" smtClean="0"/>
            </a:br>
            <a:r>
              <a:rPr lang="fr-FR" smtClean="0"/>
              <a:t>18-  UN REGARD VERS TOI</a:t>
            </a:r>
            <a:br>
              <a:rPr lang="fr-FR" smtClean="0"/>
            </a:br>
            <a:r>
              <a:rPr lang="fr-FR" smtClean="0"/>
              <a:t>       ET SAIS QUE JE VAIS PASSER</a:t>
            </a:r>
          </a:p>
          <a:p>
            <a:r>
              <a:rPr lang="fr-FR" smtClean="0"/>
              <a:t>       Just one look at you</a:t>
            </a:r>
          </a:p>
          <a:p>
            <a:r>
              <a:rPr lang="fr-FR" smtClean="0"/>
              <a:t>       And I know it's gonna be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	19-  UNE BELLE JOURNÉE</a:t>
            </a:r>
            <a:br>
              <a:rPr lang="fr-FR" smtClean="0"/>
            </a:br>
            <a:r>
              <a:rPr lang="fr-FR" smtClean="0"/>
              <a:t>	       UNE BELLE JOURNÉE…</a:t>
            </a:r>
            <a:br>
              <a:rPr lang="fr-FR" smtClean="0"/>
            </a:br>
            <a:r>
              <a:rPr lang="fr-FR" smtClean="0"/>
              <a:t>               	       A lovely day</a:t>
            </a:r>
          </a:p>
          <a:p>
            <a:r>
              <a:rPr lang="fr-FR" smtClean="0"/>
              <a:t>                          A lovely day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QUAND JE ME LÈVE LE MATIN</a:t>
            </a:r>
            <a:br>
              <a:rPr lang="fr-FR" smtClean="0"/>
            </a:br>
            <a:r>
              <a:rPr lang="fr-FR" smtClean="0"/>
              <a:t>     ET LE SOLEIL M’ÉBLOUIT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When I wake up in the mornin',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Love And the sunlight hurts my eyes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QUELQUE CHOSE SANS ME PRÉVENIR</a:t>
            </a:r>
            <a:br>
              <a:rPr lang="fr-FR" smtClean="0"/>
            </a:br>
            <a:r>
              <a:rPr lang="fr-FR" smtClean="0"/>
              <a:t>     VIENS SUBMERGER MON CŒUR</a:t>
            </a:r>
            <a:br>
              <a:rPr lang="fr-FR" smtClean="0"/>
            </a:br>
            <a:r>
              <a:rPr lang="fr-FR" smtClean="0"/>
              <a:t>     And somethin' without warnin',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Love Bears heavy on my mind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JE REGARDE À TOI</a:t>
            </a:r>
            <a:br>
              <a:rPr lang="fr-FR" smtClean="0"/>
            </a:br>
            <a:r>
              <a:rPr lang="fr-FR" smtClean="0"/>
              <a:t>     ET TOUT REDEVIENT BON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Then I look at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And the world's alright with me</a:t>
            </a:r>
            <a:br>
              <a:rPr lang="fr-FR" smtClean="0"/>
            </a:br>
            <a:r>
              <a:rPr lang="fr-FR" smtClean="0"/>
              <a:t>4-  UN REGARD VERS TOI</a:t>
            </a:r>
            <a:br>
              <a:rPr lang="fr-FR" smtClean="0"/>
            </a:br>
            <a:r>
              <a:rPr lang="fr-FR" smtClean="0"/>
              <a:t>     ET JE SAIS QUE JE VAIS PASSER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Just one look at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And I know it's gonna be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	5-  UNE BELLE JOURNÉE</a:t>
            </a:r>
            <a:br>
              <a:rPr lang="fr-FR" smtClean="0"/>
            </a:br>
            <a:r>
              <a:rPr lang="fr-FR" smtClean="0"/>
              <a:t>	     UNE BELLE JOURNÉE…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A lovely day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A lovely day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6-  QUAND LA JOURNÉE QUI SE PRÉSENTE À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When the day that lies ahead of me</a:t>
            </a:r>
            <a:br>
              <a:rPr lang="fr-FR" smtClean="0"/>
            </a:br>
            <a:r>
              <a:rPr lang="fr-FR" smtClean="0"/>
              <a:t>7-  SEMBLE IMPOSSIBLE À AFFRONTER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Seems impossible to face</a:t>
            </a:r>
            <a:br>
              <a:rPr lang="fr-FR" smtClean="0"/>
            </a:br>
            <a:r>
              <a:rPr lang="fr-FR" smtClean="0"/>
              <a:t>8-  ET QUAND QUELQU’UN D’AUTRE QUE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When someone else instead of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RECONNAÎT TOUJOURS LA VOIE</a:t>
            </a:r>
            <a:br>
              <a:rPr lang="fr-FR" smtClean="0"/>
            </a:br>
            <a:r>
              <a:rPr lang="fr-FR" smtClean="0"/>
              <a:t>     Always seems to know the way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10-  JE REGARDE À TOI</a:t>
            </a:r>
            <a:br>
              <a:rPr lang="fr-FR" smtClean="0"/>
            </a:br>
            <a:r>
              <a:rPr lang="fr-FR" smtClean="0"/>
              <a:t>       ET TOUT REDEVIENT BON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Then I look at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And the world's alright with me</a:t>
            </a:r>
            <a:br>
              <a:rPr lang="fr-FR" smtClean="0"/>
            </a:br>
            <a:r>
              <a:rPr lang="fr-FR" smtClean="0"/>
              <a:t>11-  UN REGARD VERS TOI</a:t>
            </a:r>
            <a:br>
              <a:rPr lang="fr-FR" smtClean="0"/>
            </a:br>
            <a:r>
              <a:rPr lang="fr-FR" smtClean="0"/>
              <a:t>       ET SAIS QUE JE VAIS PASSER</a:t>
            </a:r>
            <a:br>
              <a:rPr lang="fr-FR" smtClean="0"/>
            </a:br>
            <a:r>
              <a:rPr lang="fr-FR" smtClean="0"/>
              <a:t>       Just one look at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And I know it's gonna be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12-  UNE BELLE JOURNÉE</a:t>
            </a:r>
            <a:br>
              <a:rPr lang="fr-FR" smtClean="0"/>
            </a:br>
            <a:r>
              <a:rPr lang="fr-FR" smtClean="0"/>
              <a:t>	       UNE BELLE JOURNÉE …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 A lovely day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 A lovely day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13-  QUAND LA JOURNÉE QUI SE PRÉSENTE À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When the day that lies ahead of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SEMBLE IMPOSSIBLE À AFFRONTER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Seems impossible to face</a:t>
            </a:r>
            <a:br>
              <a:rPr lang="fr-FR" smtClean="0"/>
            </a:br>
            <a:r>
              <a:rPr lang="fr-FR" smtClean="0"/>
              <a:t>15-  ET QUAND QUELQU’UN D’AUTRE QUE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And when someone else instead of me</a:t>
            </a:r>
            <a:br>
              <a:rPr lang="fr-FR" smtClean="0"/>
            </a:br>
            <a:r>
              <a:rPr lang="fr-FR" smtClean="0"/>
              <a:t>16-  RECONNAÎT TOUJOURS LA VOIE</a:t>
            </a:r>
            <a:br>
              <a:rPr lang="fr-FR" smtClean="0"/>
            </a:br>
            <a:r>
              <a:rPr lang="fr-FR" smtClean="0"/>
              <a:t>       Always seems to know the way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17-  JE REGARDE À TOI</a:t>
            </a:r>
            <a:br>
              <a:rPr lang="fr-FR" smtClean="0"/>
            </a:br>
            <a:r>
              <a:rPr lang="fr-FR" smtClean="0"/>
              <a:t>      ET TOUT REDEVIENT BON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Then I look at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And the world's alright with me</a:t>
            </a:r>
            <a:br>
              <a:rPr lang="fr-FR" smtClean="0"/>
            </a:br>
            <a:r>
              <a:rPr lang="fr-FR" smtClean="0"/>
              <a:t>18-  UN REGARD VERS TOI</a:t>
            </a:r>
            <a:br>
              <a:rPr lang="fr-FR" smtClean="0"/>
            </a:br>
            <a:r>
              <a:rPr lang="fr-FR" smtClean="0"/>
              <a:t>       ET SAIS QUE JE VAIS PASSER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Just one look at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And I know it's gonna be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	19-  UNE BELLE JOURNÉE</a:t>
            </a:r>
            <a:br>
              <a:rPr lang="fr-FR" smtClean="0"/>
            </a:br>
            <a:r>
              <a:rPr lang="fr-FR" smtClean="0"/>
              <a:t>	       UNE BELLE JOURNÉE…</a:t>
            </a:r>
            <a:br>
              <a:rPr lang="fr-FR" smtClean="0"/>
            </a:br>
            <a:r>
              <a:rPr lang="fr-FR" smtClean="0"/>
              <a:t>               	       A lovely day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 A lovely day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QUAND JE ME LÈVE LE MATIN</a:t>
            </a:r>
            <a:br>
              <a:rPr lang="fr-FR" smtClean="0"/>
            </a:br>
            <a:r>
              <a:rPr lang="fr-FR" smtClean="0"/>
              <a:t>     ET LE SOLEIL M’ÉBLOUIT</a:t>
            </a:r>
          </a:p>
          <a:p>
            <a:r>
              <a:rPr lang="fr-FR" smtClean="0"/>
              <a:t>     When I wake up in the mornin', </a:t>
            </a:r>
          </a:p>
          <a:p>
            <a:r>
              <a:rPr lang="fr-FR" smtClean="0"/>
              <a:t>     Love And the sunlight hurts my eyes</a:t>
            </a:r>
          </a:p>
          <a:p>
            <a:r>
              <a:rPr lang="fr-FR" smtClean="0"/>
              <a:t>2-  QUELQUE CHOSE SANS ME PRÉVENIR</a:t>
            </a:r>
            <a:br>
              <a:rPr lang="fr-FR" smtClean="0"/>
            </a:br>
            <a:r>
              <a:rPr lang="fr-FR" smtClean="0"/>
              <a:t>     VIENS SUBMERGER MON CŒUR</a:t>
            </a:r>
            <a:br>
              <a:rPr lang="fr-FR" smtClean="0"/>
            </a:br>
            <a:r>
              <a:rPr lang="fr-FR" smtClean="0"/>
              <a:t>     And somethin' without warnin', </a:t>
            </a:r>
          </a:p>
          <a:p>
            <a:r>
              <a:rPr lang="fr-FR" smtClean="0"/>
              <a:t>     Love Bears heavy on my mind</a:t>
            </a:r>
          </a:p>
          <a:p>
            <a:endParaRPr lang="fr-FR" smtClean="0"/>
          </a:p>
          <a:p>
            <a:r>
              <a:rPr lang="fr-FR" smtClean="0"/>
              <a:t>3-  JE REGARDE À TOI</a:t>
            </a:r>
            <a:br>
              <a:rPr lang="fr-FR" smtClean="0"/>
            </a:br>
            <a:r>
              <a:rPr lang="fr-FR" smtClean="0"/>
              <a:t>     ET TOUT REDEVIENT BON POUR MOI</a:t>
            </a:r>
          </a:p>
          <a:p>
            <a:r>
              <a:rPr lang="fr-FR" smtClean="0"/>
              <a:t>     Then I look at you</a:t>
            </a:r>
          </a:p>
          <a:p>
            <a:r>
              <a:rPr lang="fr-FR" smtClean="0"/>
              <a:t>     And the world's alright with me</a:t>
            </a:r>
            <a:br>
              <a:rPr lang="fr-FR" smtClean="0"/>
            </a:br>
            <a:r>
              <a:rPr lang="fr-FR" smtClean="0"/>
              <a:t>4-  UN REGARD VERS TOI</a:t>
            </a:r>
            <a:br>
              <a:rPr lang="fr-FR" smtClean="0"/>
            </a:br>
            <a:r>
              <a:rPr lang="fr-FR" smtClean="0"/>
              <a:t>     ET JE SAIS QUE JE VAIS PASSER</a:t>
            </a:r>
          </a:p>
          <a:p>
            <a:r>
              <a:rPr lang="fr-FR" smtClean="0"/>
              <a:t>     Just one look at you</a:t>
            </a:r>
          </a:p>
          <a:p>
            <a:r>
              <a:rPr lang="fr-FR" smtClean="0"/>
              <a:t>     And I know it's gonna be</a:t>
            </a:r>
          </a:p>
          <a:p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  	5-  UNE BELLE JOURNÉE</a:t>
            </a:r>
            <a:br>
              <a:rPr lang="fr-FR" smtClean="0"/>
            </a:br>
            <a:r>
              <a:rPr lang="fr-FR" smtClean="0"/>
              <a:t>	     UNE BELLE JOURNÉE…</a:t>
            </a:r>
          </a:p>
          <a:p>
            <a:r>
              <a:rPr lang="fr-FR" smtClean="0"/>
              <a:t>	     A lovely day</a:t>
            </a:r>
          </a:p>
          <a:p>
            <a:r>
              <a:rPr lang="fr-FR" smtClean="0"/>
              <a:t>	     A lovely day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6-  QUAND LA JOURNÉE QUI SE PRÉSENTE À MOI</a:t>
            </a:r>
          </a:p>
          <a:p>
            <a:r>
              <a:rPr lang="fr-FR" smtClean="0"/>
              <a:t>     When the day that lies ahead of me</a:t>
            </a:r>
            <a:br>
              <a:rPr lang="fr-FR" smtClean="0"/>
            </a:br>
            <a:r>
              <a:rPr lang="fr-FR" smtClean="0"/>
              <a:t>7-  SEMBLE IMPOSSIBLE À AFFRONTER</a:t>
            </a:r>
          </a:p>
          <a:p>
            <a:r>
              <a:rPr lang="fr-FR" smtClean="0"/>
              <a:t>     Seems impossible to face</a:t>
            </a:r>
            <a:br>
              <a:rPr lang="fr-FR" smtClean="0"/>
            </a:br>
            <a:r>
              <a:rPr lang="fr-FR" smtClean="0"/>
              <a:t>8-  ET QUAND QUELQU’UN D’AUTRE QUE MOI</a:t>
            </a:r>
          </a:p>
          <a:p>
            <a:r>
              <a:rPr lang="fr-FR" smtClean="0"/>
              <a:t>     When someone else instead of me</a:t>
            </a:r>
          </a:p>
          <a:p>
            <a:r>
              <a:rPr lang="fr-FR" smtClean="0"/>
              <a:t>9-  RECONNAÎT TOUJOURS LA VOIE</a:t>
            </a:r>
            <a:br>
              <a:rPr lang="fr-FR" smtClean="0"/>
            </a:br>
            <a:r>
              <a:rPr lang="fr-FR" smtClean="0"/>
              <a:t>     Always seems to know the way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10-  JE REGARDE À TOI</a:t>
            </a:r>
            <a:br>
              <a:rPr lang="fr-FR" smtClean="0"/>
            </a:br>
            <a:r>
              <a:rPr lang="fr-FR" smtClean="0"/>
              <a:t>       ET TOUT REDEVIENT BON POUR MOI</a:t>
            </a:r>
          </a:p>
          <a:p>
            <a:r>
              <a:rPr lang="fr-FR" smtClean="0"/>
              <a:t>       Then I look at you</a:t>
            </a:r>
          </a:p>
          <a:p>
            <a:r>
              <a:rPr lang="fr-FR" smtClean="0"/>
              <a:t>       And the world's alright with me</a:t>
            </a:r>
            <a:br>
              <a:rPr lang="fr-FR" smtClean="0"/>
            </a:br>
            <a:r>
              <a:rPr lang="fr-FR" smtClean="0"/>
              <a:t>11-  UN REGARD VERS TOI</a:t>
            </a:r>
            <a:br>
              <a:rPr lang="fr-FR" smtClean="0"/>
            </a:br>
            <a:r>
              <a:rPr lang="fr-FR" smtClean="0"/>
              <a:t>       ET SAIS QUE JE VAIS PASSER</a:t>
            </a:r>
            <a:br>
              <a:rPr lang="fr-FR" smtClean="0"/>
            </a:br>
            <a:r>
              <a:rPr lang="fr-FR" smtClean="0"/>
              <a:t>       Just one look at you</a:t>
            </a:r>
          </a:p>
          <a:p>
            <a:r>
              <a:rPr lang="fr-FR" smtClean="0"/>
              <a:t>       And I know it's gonna be</a:t>
            </a:r>
          </a:p>
          <a:p>
            <a:endParaRPr lang="fr-FR" smtClean="0"/>
          </a:p>
          <a:p>
            <a:r>
              <a:rPr lang="fr-FR" smtClean="0"/>
              <a:t>	12-  UNE BELLE JOURNÉE</a:t>
            </a:r>
            <a:br>
              <a:rPr lang="fr-FR" smtClean="0"/>
            </a:br>
            <a:r>
              <a:rPr lang="fr-FR" smtClean="0"/>
              <a:t>	       UNE BELLE JOURNÉE …</a:t>
            </a:r>
          </a:p>
          <a:p>
            <a:r>
              <a:rPr lang="fr-FR" smtClean="0"/>
              <a:t>                          A lovely day</a:t>
            </a:r>
          </a:p>
          <a:p>
            <a:r>
              <a:rPr lang="fr-FR" smtClean="0"/>
              <a:t>                          A lovely day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13-  QUAND LA JOURNÉE QUI SE PRÉSENTE À MOI</a:t>
            </a:r>
          </a:p>
          <a:p>
            <a:r>
              <a:rPr lang="fr-FR" smtClean="0"/>
              <a:t>       When the day that lies ahead of me</a:t>
            </a:r>
          </a:p>
          <a:p>
            <a:r>
              <a:rPr lang="fr-FR" smtClean="0"/>
              <a:t>14-  SEMBLE IMPOSSIBLE À AFFRONTER</a:t>
            </a:r>
          </a:p>
          <a:p>
            <a:r>
              <a:rPr lang="fr-FR" smtClean="0"/>
              <a:t>       Seems impossible to face</a:t>
            </a:r>
            <a:br>
              <a:rPr lang="fr-FR" smtClean="0"/>
            </a:br>
            <a:r>
              <a:rPr lang="fr-FR" smtClean="0"/>
              <a:t>15-  ET QUAND QUELQU’UN D’AUTRE QUE MOI</a:t>
            </a:r>
          </a:p>
          <a:p>
            <a:r>
              <a:rPr lang="fr-FR" smtClean="0"/>
              <a:t>      And when someone else instead of me</a:t>
            </a:r>
            <a:br>
              <a:rPr lang="fr-FR" smtClean="0"/>
            </a:br>
            <a:r>
              <a:rPr lang="fr-FR" smtClean="0"/>
              <a:t>16-  RECONNAÎT TOUJOURS LA VOIE</a:t>
            </a:r>
            <a:br>
              <a:rPr lang="fr-FR" smtClean="0"/>
            </a:br>
            <a:r>
              <a:rPr lang="fr-FR" smtClean="0"/>
              <a:t>       Always seems to know the way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17-  JE REGARDE À TOI</a:t>
            </a:r>
            <a:br>
              <a:rPr lang="fr-FR" smtClean="0"/>
            </a:br>
            <a:r>
              <a:rPr lang="fr-FR" smtClean="0"/>
              <a:t>      ET TOUT REDEVIENT BON POUR MOI</a:t>
            </a:r>
          </a:p>
          <a:p>
            <a:r>
              <a:rPr lang="fr-FR" smtClean="0"/>
              <a:t>      Then I look at you</a:t>
            </a:r>
          </a:p>
          <a:p>
            <a:r>
              <a:rPr lang="fr-FR" smtClean="0"/>
              <a:t>      And the world's alright with me</a:t>
            </a:r>
            <a:br>
              <a:rPr lang="fr-FR" smtClean="0"/>
            </a:br>
            <a:r>
              <a:rPr lang="fr-FR" smtClean="0"/>
              <a:t>18-  UN REGARD VERS TOI</a:t>
            </a:r>
            <a:br>
              <a:rPr lang="fr-FR" smtClean="0"/>
            </a:br>
            <a:r>
              <a:rPr lang="fr-FR" smtClean="0"/>
              <a:t>       ET SAIS QUE JE VAIS PASSER</a:t>
            </a:r>
          </a:p>
          <a:p>
            <a:r>
              <a:rPr lang="fr-FR" smtClean="0"/>
              <a:t>       Just one look at you</a:t>
            </a:r>
          </a:p>
          <a:p>
            <a:r>
              <a:rPr lang="fr-FR" smtClean="0"/>
              <a:t>       And I know it's gonna be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	19-  UNE BELLE JOURNÉE</a:t>
            </a:r>
            <a:br>
              <a:rPr lang="fr-FR" smtClean="0"/>
            </a:br>
            <a:r>
              <a:rPr lang="fr-FR" smtClean="0"/>
              <a:t>	       UNE BELLE JOURNÉE…</a:t>
            </a:r>
            <a:br>
              <a:rPr lang="fr-FR" smtClean="0"/>
            </a:br>
            <a:r>
              <a:rPr lang="fr-FR" smtClean="0"/>
              <a:t>               	       A lovely day</a:t>
            </a:r>
          </a:p>
          <a:p>
            <a:r>
              <a:rPr lang="fr-FR" smtClean="0"/>
              <a:t>                          A lovely day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QUAND JE ME LÈVE LE MATIN</a:t>
            </a:r>
            <a:br>
              <a:rPr lang="fr-FR" smtClean="0"/>
            </a:br>
            <a:r>
              <a:rPr lang="fr-FR" smtClean="0"/>
              <a:t>     ET LE SOLEIL M’ÉBLOUIT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When I wake up in the mornin',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Love And the sunlight hurts my eyes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QUELQUE CHOSE SANS ME PRÉVENIR</a:t>
            </a:r>
            <a:br>
              <a:rPr lang="fr-FR" smtClean="0"/>
            </a:br>
            <a:r>
              <a:rPr lang="fr-FR" smtClean="0"/>
              <a:t>     VIENS SUBMERGER MON CŒUR</a:t>
            </a:r>
            <a:br>
              <a:rPr lang="fr-FR" smtClean="0"/>
            </a:br>
            <a:r>
              <a:rPr lang="fr-FR" smtClean="0"/>
              <a:t>     And somethin' without warnin',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Love Bears heavy on my mind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JE REGARDE À TOI</a:t>
            </a:r>
            <a:br>
              <a:rPr lang="fr-FR" smtClean="0"/>
            </a:br>
            <a:r>
              <a:rPr lang="fr-FR" smtClean="0"/>
              <a:t>     ET TOUT REDEVIENT BON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Then I look at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And the world's alright with me</a:t>
            </a:r>
            <a:br>
              <a:rPr lang="fr-FR" smtClean="0"/>
            </a:br>
            <a:r>
              <a:rPr lang="fr-FR" smtClean="0"/>
              <a:t>4-  UN REGARD VERS TOI</a:t>
            </a:r>
            <a:br>
              <a:rPr lang="fr-FR" smtClean="0"/>
            </a:br>
            <a:r>
              <a:rPr lang="fr-FR" smtClean="0"/>
              <a:t>     ET JE SAIS QUE JE VAIS PASSER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Just one look at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And I know it's gonna be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	5-  UNE BELLE JOURNÉE</a:t>
            </a:r>
            <a:br>
              <a:rPr lang="fr-FR" smtClean="0"/>
            </a:br>
            <a:r>
              <a:rPr lang="fr-FR" smtClean="0"/>
              <a:t>	     UNE BELLE JOURNÉE…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A lovely day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A lovely day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6-  QUAND LA JOURNÉE QUI SE PRÉSENTE À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When the day that lies ahead of me</a:t>
            </a:r>
            <a:br>
              <a:rPr lang="fr-FR" smtClean="0"/>
            </a:br>
            <a:r>
              <a:rPr lang="fr-FR" smtClean="0"/>
              <a:t>7-  SEMBLE IMPOSSIBLE À AFFRONTER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Seems impossible to face</a:t>
            </a:r>
            <a:br>
              <a:rPr lang="fr-FR" smtClean="0"/>
            </a:br>
            <a:r>
              <a:rPr lang="fr-FR" smtClean="0"/>
              <a:t>8-  ET QUAND QUELQU’UN D’AUTRE QUE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When someone else instead of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RECONNAÎT TOUJOURS LA VOIE</a:t>
            </a:r>
            <a:br>
              <a:rPr lang="fr-FR" smtClean="0"/>
            </a:br>
            <a:r>
              <a:rPr lang="fr-FR" smtClean="0"/>
              <a:t>     Always seems to know the way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10-  JE REGARDE À TOI</a:t>
            </a:r>
            <a:br>
              <a:rPr lang="fr-FR" smtClean="0"/>
            </a:br>
            <a:r>
              <a:rPr lang="fr-FR" smtClean="0"/>
              <a:t>       ET TOUT REDEVIENT BON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Then I look at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And the world's alright with me</a:t>
            </a:r>
            <a:br>
              <a:rPr lang="fr-FR" smtClean="0"/>
            </a:br>
            <a:r>
              <a:rPr lang="fr-FR" smtClean="0"/>
              <a:t>11-  UN REGARD VERS TOI</a:t>
            </a:r>
            <a:br>
              <a:rPr lang="fr-FR" smtClean="0"/>
            </a:br>
            <a:r>
              <a:rPr lang="fr-FR" smtClean="0"/>
              <a:t>       ET SAIS QUE JE VAIS PASSER</a:t>
            </a:r>
            <a:br>
              <a:rPr lang="fr-FR" smtClean="0"/>
            </a:br>
            <a:r>
              <a:rPr lang="fr-FR" smtClean="0"/>
              <a:t>       Just one look at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And I know it's gonna be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12-  UNE BELLE JOURNÉE</a:t>
            </a:r>
            <a:br>
              <a:rPr lang="fr-FR" smtClean="0"/>
            </a:br>
            <a:r>
              <a:rPr lang="fr-FR" smtClean="0"/>
              <a:t>	       UNE BELLE JOURNÉE …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 A lovely day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 A lovely day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13-  QUAND LA JOURNÉE QUI SE PRÉSENTE À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When the day that lies ahead of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SEMBLE IMPOSSIBLE À AFFRONTER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Seems impossible to face</a:t>
            </a:r>
            <a:br>
              <a:rPr lang="fr-FR" smtClean="0"/>
            </a:br>
            <a:r>
              <a:rPr lang="fr-FR" smtClean="0"/>
              <a:t>15-  ET QUAND QUELQU’UN D’AUTRE QUE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And when someone else instead of me</a:t>
            </a:r>
            <a:br>
              <a:rPr lang="fr-FR" smtClean="0"/>
            </a:br>
            <a:r>
              <a:rPr lang="fr-FR" smtClean="0"/>
              <a:t>16-  RECONNAÎT TOUJOURS LA VOIE</a:t>
            </a:r>
            <a:br>
              <a:rPr lang="fr-FR" smtClean="0"/>
            </a:br>
            <a:r>
              <a:rPr lang="fr-FR" smtClean="0"/>
              <a:t>       Always seems to know the way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17-  JE REGARDE À TOI</a:t>
            </a:r>
            <a:br>
              <a:rPr lang="fr-FR" smtClean="0"/>
            </a:br>
            <a:r>
              <a:rPr lang="fr-FR" smtClean="0"/>
              <a:t>      ET TOUT REDEVIENT BON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Then I look at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And the world's alright with me</a:t>
            </a:r>
            <a:br>
              <a:rPr lang="fr-FR" smtClean="0"/>
            </a:br>
            <a:r>
              <a:rPr lang="fr-FR" smtClean="0"/>
              <a:t>18-  UN REGARD VERS TOI</a:t>
            </a:r>
            <a:br>
              <a:rPr lang="fr-FR" smtClean="0"/>
            </a:br>
            <a:r>
              <a:rPr lang="fr-FR" smtClean="0"/>
              <a:t>       ET SAIS QUE JE VAIS PASSER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Just one look at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And I know it's gonna be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	19-  UNE BELLE JOURNÉE</a:t>
            </a:r>
            <a:br>
              <a:rPr lang="fr-FR" smtClean="0"/>
            </a:br>
            <a:r>
              <a:rPr lang="fr-FR" smtClean="0"/>
              <a:t>	       UNE BELLE JOURNÉE…</a:t>
            </a:r>
            <a:br>
              <a:rPr lang="fr-FR" smtClean="0"/>
            </a:br>
            <a:r>
              <a:rPr lang="fr-FR" smtClean="0"/>
              <a:t>               	       A lovely day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 A lovely day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QUAND JE ME LÈVE LE MATIN</a:t>
            </a:r>
            <a:br>
              <a:rPr lang="fr-FR" smtClean="0"/>
            </a:br>
            <a:r>
              <a:rPr lang="fr-FR" smtClean="0"/>
              <a:t>     ET LE SOLEIL M’ÉBLOUIT</a:t>
            </a:r>
          </a:p>
          <a:p>
            <a:r>
              <a:rPr lang="fr-FR" smtClean="0"/>
              <a:t>     When I wake up in the mornin', </a:t>
            </a:r>
          </a:p>
          <a:p>
            <a:r>
              <a:rPr lang="fr-FR" smtClean="0"/>
              <a:t>     Love And the sunlight hurts my eyes</a:t>
            </a:r>
          </a:p>
          <a:p>
            <a:r>
              <a:rPr lang="fr-FR" smtClean="0"/>
              <a:t>2-  QUELQUE CHOSE SANS ME PRÉVENIR</a:t>
            </a:r>
            <a:br>
              <a:rPr lang="fr-FR" smtClean="0"/>
            </a:br>
            <a:r>
              <a:rPr lang="fr-FR" smtClean="0"/>
              <a:t>     VIENS SUBMERGER MON CŒUR</a:t>
            </a:r>
            <a:br>
              <a:rPr lang="fr-FR" smtClean="0"/>
            </a:br>
            <a:r>
              <a:rPr lang="fr-FR" smtClean="0"/>
              <a:t>     And somethin' without warnin', </a:t>
            </a:r>
          </a:p>
          <a:p>
            <a:r>
              <a:rPr lang="fr-FR" smtClean="0"/>
              <a:t>     Love Bears heavy on my mind</a:t>
            </a:r>
          </a:p>
          <a:p>
            <a:endParaRPr lang="fr-FR" smtClean="0"/>
          </a:p>
          <a:p>
            <a:r>
              <a:rPr lang="fr-FR" smtClean="0"/>
              <a:t>3-  JE REGARDE À TOI</a:t>
            </a:r>
            <a:br>
              <a:rPr lang="fr-FR" smtClean="0"/>
            </a:br>
            <a:r>
              <a:rPr lang="fr-FR" smtClean="0"/>
              <a:t>     ET TOUT REDEVIENT BON POUR MOI</a:t>
            </a:r>
          </a:p>
          <a:p>
            <a:r>
              <a:rPr lang="fr-FR" smtClean="0"/>
              <a:t>     Then I look at you</a:t>
            </a:r>
          </a:p>
          <a:p>
            <a:r>
              <a:rPr lang="fr-FR" smtClean="0"/>
              <a:t>     And the world's alright with me</a:t>
            </a:r>
            <a:br>
              <a:rPr lang="fr-FR" smtClean="0"/>
            </a:br>
            <a:r>
              <a:rPr lang="fr-FR" smtClean="0"/>
              <a:t>4-  UN REGARD VERS TOI</a:t>
            </a:r>
            <a:br>
              <a:rPr lang="fr-FR" smtClean="0"/>
            </a:br>
            <a:r>
              <a:rPr lang="fr-FR" smtClean="0"/>
              <a:t>     ET JE SAIS QUE JE VAIS PASSER</a:t>
            </a:r>
          </a:p>
          <a:p>
            <a:r>
              <a:rPr lang="fr-FR" smtClean="0"/>
              <a:t>     Just one look at you</a:t>
            </a:r>
          </a:p>
          <a:p>
            <a:r>
              <a:rPr lang="fr-FR" smtClean="0"/>
              <a:t>     And I know it's gonna be</a:t>
            </a:r>
          </a:p>
          <a:p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  	5-  UNE BELLE JOURNÉE</a:t>
            </a:r>
            <a:br>
              <a:rPr lang="fr-FR" smtClean="0"/>
            </a:br>
            <a:r>
              <a:rPr lang="fr-FR" smtClean="0"/>
              <a:t>	     UNE BELLE JOURNÉE…</a:t>
            </a:r>
          </a:p>
          <a:p>
            <a:r>
              <a:rPr lang="fr-FR" smtClean="0"/>
              <a:t>	     A lovely day</a:t>
            </a:r>
          </a:p>
          <a:p>
            <a:r>
              <a:rPr lang="fr-FR" smtClean="0"/>
              <a:t>	     A lovely day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6-  QUAND LA JOURNÉE QUI SE PRÉSENTE À MOI</a:t>
            </a:r>
          </a:p>
          <a:p>
            <a:r>
              <a:rPr lang="fr-FR" smtClean="0"/>
              <a:t>     When the day that lies ahead of me</a:t>
            </a:r>
            <a:br>
              <a:rPr lang="fr-FR" smtClean="0"/>
            </a:br>
            <a:r>
              <a:rPr lang="fr-FR" smtClean="0"/>
              <a:t>7-  SEMBLE IMPOSSIBLE À AFFRONTER</a:t>
            </a:r>
          </a:p>
          <a:p>
            <a:r>
              <a:rPr lang="fr-FR" smtClean="0"/>
              <a:t>     Seems impossible to face</a:t>
            </a:r>
            <a:br>
              <a:rPr lang="fr-FR" smtClean="0"/>
            </a:br>
            <a:r>
              <a:rPr lang="fr-FR" smtClean="0"/>
              <a:t>8-  ET QUAND QUELQU’UN D’AUTRE QUE MOI</a:t>
            </a:r>
          </a:p>
          <a:p>
            <a:r>
              <a:rPr lang="fr-FR" smtClean="0"/>
              <a:t>     When someone else instead of me</a:t>
            </a:r>
          </a:p>
          <a:p>
            <a:r>
              <a:rPr lang="fr-FR" smtClean="0"/>
              <a:t>9-  RECONNAÎT TOUJOURS LA VOIE</a:t>
            </a:r>
            <a:br>
              <a:rPr lang="fr-FR" smtClean="0"/>
            </a:br>
            <a:r>
              <a:rPr lang="fr-FR" smtClean="0"/>
              <a:t>     Always seems to know the way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10-  JE REGARDE À TOI</a:t>
            </a:r>
            <a:br>
              <a:rPr lang="fr-FR" smtClean="0"/>
            </a:br>
            <a:r>
              <a:rPr lang="fr-FR" smtClean="0"/>
              <a:t>       ET TOUT REDEVIENT BON POUR MOI</a:t>
            </a:r>
          </a:p>
          <a:p>
            <a:r>
              <a:rPr lang="fr-FR" smtClean="0"/>
              <a:t>       Then I look at you</a:t>
            </a:r>
          </a:p>
          <a:p>
            <a:r>
              <a:rPr lang="fr-FR" smtClean="0"/>
              <a:t>       And the world's alright with me</a:t>
            </a:r>
            <a:br>
              <a:rPr lang="fr-FR" smtClean="0"/>
            </a:br>
            <a:r>
              <a:rPr lang="fr-FR" smtClean="0"/>
              <a:t>11-  UN REGARD VERS TOI</a:t>
            </a:r>
            <a:br>
              <a:rPr lang="fr-FR" smtClean="0"/>
            </a:br>
            <a:r>
              <a:rPr lang="fr-FR" smtClean="0"/>
              <a:t>       ET SAIS QUE JE VAIS PASSER</a:t>
            </a:r>
            <a:br>
              <a:rPr lang="fr-FR" smtClean="0"/>
            </a:br>
            <a:r>
              <a:rPr lang="fr-FR" smtClean="0"/>
              <a:t>       Just one look at you</a:t>
            </a:r>
          </a:p>
          <a:p>
            <a:r>
              <a:rPr lang="fr-FR" smtClean="0"/>
              <a:t>       And I know it's gonna be</a:t>
            </a:r>
          </a:p>
          <a:p>
            <a:endParaRPr lang="fr-FR" smtClean="0"/>
          </a:p>
          <a:p>
            <a:r>
              <a:rPr lang="fr-FR" smtClean="0"/>
              <a:t>	12-  UNE BELLE JOURNÉE</a:t>
            </a:r>
            <a:br>
              <a:rPr lang="fr-FR" smtClean="0"/>
            </a:br>
            <a:r>
              <a:rPr lang="fr-FR" smtClean="0"/>
              <a:t>	       UNE BELLE JOURNÉE …</a:t>
            </a:r>
          </a:p>
          <a:p>
            <a:r>
              <a:rPr lang="fr-FR" smtClean="0"/>
              <a:t>                          A lovely day</a:t>
            </a:r>
          </a:p>
          <a:p>
            <a:r>
              <a:rPr lang="fr-FR" smtClean="0"/>
              <a:t>                          A lovely day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13-  QUAND LA JOURNÉE QUI SE PRÉSENTE À MOI</a:t>
            </a:r>
          </a:p>
          <a:p>
            <a:r>
              <a:rPr lang="fr-FR" smtClean="0"/>
              <a:t>       When the day that lies ahead of me</a:t>
            </a:r>
          </a:p>
          <a:p>
            <a:r>
              <a:rPr lang="fr-FR" smtClean="0"/>
              <a:t>14-  SEMBLE IMPOSSIBLE À AFFRONTER</a:t>
            </a:r>
          </a:p>
          <a:p>
            <a:r>
              <a:rPr lang="fr-FR" smtClean="0"/>
              <a:t>       Seems impossible to face</a:t>
            </a:r>
            <a:br>
              <a:rPr lang="fr-FR" smtClean="0"/>
            </a:br>
            <a:r>
              <a:rPr lang="fr-FR" smtClean="0"/>
              <a:t>15-  ET QUAND QUELQU’UN D’AUTRE QUE MOI</a:t>
            </a:r>
          </a:p>
          <a:p>
            <a:r>
              <a:rPr lang="fr-FR" smtClean="0"/>
              <a:t>      And when someone else instead of me</a:t>
            </a:r>
            <a:br>
              <a:rPr lang="fr-FR" smtClean="0"/>
            </a:br>
            <a:r>
              <a:rPr lang="fr-FR" smtClean="0"/>
              <a:t>16-  RECONNAÎT TOUJOURS LA VOIE</a:t>
            </a:r>
            <a:br>
              <a:rPr lang="fr-FR" smtClean="0"/>
            </a:br>
            <a:r>
              <a:rPr lang="fr-FR" smtClean="0"/>
              <a:t>       Always seems to know the way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17-  JE REGARDE À TOI</a:t>
            </a:r>
            <a:br>
              <a:rPr lang="fr-FR" smtClean="0"/>
            </a:br>
            <a:r>
              <a:rPr lang="fr-FR" smtClean="0"/>
              <a:t>      ET TOUT REDEVIENT BON POUR MOI</a:t>
            </a:r>
          </a:p>
          <a:p>
            <a:r>
              <a:rPr lang="fr-FR" smtClean="0"/>
              <a:t>      Then I look at you</a:t>
            </a:r>
          </a:p>
          <a:p>
            <a:r>
              <a:rPr lang="fr-FR" smtClean="0"/>
              <a:t>      And the world's alright with me</a:t>
            </a:r>
            <a:br>
              <a:rPr lang="fr-FR" smtClean="0"/>
            </a:br>
            <a:r>
              <a:rPr lang="fr-FR" smtClean="0"/>
              <a:t>18-  UN REGARD VERS TOI</a:t>
            </a:r>
            <a:br>
              <a:rPr lang="fr-FR" smtClean="0"/>
            </a:br>
            <a:r>
              <a:rPr lang="fr-FR" smtClean="0"/>
              <a:t>       ET SAIS QUE JE VAIS PASSER</a:t>
            </a:r>
          </a:p>
          <a:p>
            <a:r>
              <a:rPr lang="fr-FR" smtClean="0"/>
              <a:t>       Just one look at you</a:t>
            </a:r>
          </a:p>
          <a:p>
            <a:r>
              <a:rPr lang="fr-FR" smtClean="0"/>
              <a:t>       And I know it's gonna be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	19-  UNE BELLE JOURNÉE</a:t>
            </a:r>
            <a:br>
              <a:rPr lang="fr-FR" smtClean="0"/>
            </a:br>
            <a:r>
              <a:rPr lang="fr-FR" smtClean="0"/>
              <a:t>	       UNE BELLE JOURNÉE…</a:t>
            </a:r>
            <a:br>
              <a:rPr lang="fr-FR" smtClean="0"/>
            </a:br>
            <a:r>
              <a:rPr lang="fr-FR" smtClean="0"/>
              <a:t>               	       A lovely day</a:t>
            </a:r>
          </a:p>
          <a:p>
            <a:r>
              <a:rPr lang="fr-FR" smtClean="0"/>
              <a:t>                          A lovely day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QUAND JE ME LÈVE LE MATIN</a:t>
            </a:r>
            <a:br>
              <a:rPr lang="fr-FR" smtClean="0"/>
            </a:br>
            <a:r>
              <a:rPr lang="fr-FR" smtClean="0"/>
              <a:t>     ET LE SOLEIL M’ÉBLOUIT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When I wake up in the mornin',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Love And the sunlight hurts my eyes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QUELQUE CHOSE SANS ME PRÉVENIR</a:t>
            </a:r>
            <a:br>
              <a:rPr lang="fr-FR" smtClean="0"/>
            </a:br>
            <a:r>
              <a:rPr lang="fr-FR" smtClean="0"/>
              <a:t>     VIENS SUBMERGER MON CŒUR</a:t>
            </a:r>
            <a:br>
              <a:rPr lang="fr-FR" smtClean="0"/>
            </a:br>
            <a:r>
              <a:rPr lang="fr-FR" smtClean="0"/>
              <a:t>     And somethin' without warnin',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Love Bears heavy on my mind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JE REGARDE À TOI</a:t>
            </a:r>
            <a:br>
              <a:rPr lang="fr-FR" smtClean="0"/>
            </a:br>
            <a:r>
              <a:rPr lang="fr-FR" smtClean="0"/>
              <a:t>     ET TOUT REDEVIENT BON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Then I look at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And the world's alright with me</a:t>
            </a:r>
            <a:br>
              <a:rPr lang="fr-FR" smtClean="0"/>
            </a:br>
            <a:r>
              <a:rPr lang="fr-FR" smtClean="0"/>
              <a:t>4-  UN REGARD VERS TOI</a:t>
            </a:r>
            <a:br>
              <a:rPr lang="fr-FR" smtClean="0"/>
            </a:br>
            <a:r>
              <a:rPr lang="fr-FR" smtClean="0"/>
              <a:t>     ET JE SAIS QUE JE VAIS PASSER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Just one look at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And I know it's gonna be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	5-  UNE BELLE JOURNÉE</a:t>
            </a:r>
            <a:br>
              <a:rPr lang="fr-FR" smtClean="0"/>
            </a:br>
            <a:r>
              <a:rPr lang="fr-FR" smtClean="0"/>
              <a:t>	     UNE BELLE JOURNÉE…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A lovely day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A lovely day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6-  QUAND LA JOURNÉE QUI SE PRÉSENTE À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When the day that lies ahead of me</a:t>
            </a:r>
            <a:br>
              <a:rPr lang="fr-FR" smtClean="0"/>
            </a:br>
            <a:r>
              <a:rPr lang="fr-FR" smtClean="0"/>
              <a:t>7-  SEMBLE IMPOSSIBLE À AFFRONTER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Seems impossible to face</a:t>
            </a:r>
            <a:br>
              <a:rPr lang="fr-FR" smtClean="0"/>
            </a:br>
            <a:r>
              <a:rPr lang="fr-FR" smtClean="0"/>
              <a:t>8-  ET QUAND QUELQU’UN D’AUTRE QUE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When someone else instead of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RECONNAÎT TOUJOURS LA VOIE</a:t>
            </a:r>
            <a:br>
              <a:rPr lang="fr-FR" smtClean="0"/>
            </a:br>
            <a:r>
              <a:rPr lang="fr-FR" smtClean="0"/>
              <a:t>     Always seems to know the way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10-  JE REGARDE À TOI</a:t>
            </a:r>
            <a:br>
              <a:rPr lang="fr-FR" smtClean="0"/>
            </a:br>
            <a:r>
              <a:rPr lang="fr-FR" smtClean="0"/>
              <a:t>       ET TOUT REDEVIENT BON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Then I look at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And the world's alright with me</a:t>
            </a:r>
            <a:br>
              <a:rPr lang="fr-FR" smtClean="0"/>
            </a:br>
            <a:r>
              <a:rPr lang="fr-FR" smtClean="0"/>
              <a:t>11-  UN REGARD VERS TOI</a:t>
            </a:r>
            <a:br>
              <a:rPr lang="fr-FR" smtClean="0"/>
            </a:br>
            <a:r>
              <a:rPr lang="fr-FR" smtClean="0"/>
              <a:t>       ET SAIS QUE JE VAIS PASSER</a:t>
            </a:r>
            <a:br>
              <a:rPr lang="fr-FR" smtClean="0"/>
            </a:br>
            <a:r>
              <a:rPr lang="fr-FR" smtClean="0"/>
              <a:t>       Just one look at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And I know it's gonna be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12-  UNE BELLE JOURNÉE</a:t>
            </a:r>
            <a:br>
              <a:rPr lang="fr-FR" smtClean="0"/>
            </a:br>
            <a:r>
              <a:rPr lang="fr-FR" smtClean="0"/>
              <a:t>	       UNE BELLE JOURNÉE …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 A lovely day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 A lovely day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13-  QUAND LA JOURNÉE QUI SE PRÉSENTE À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When the day that lies ahead of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SEMBLE IMPOSSIBLE À AFFRONTER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Seems impossible to face</a:t>
            </a:r>
            <a:br>
              <a:rPr lang="fr-FR" smtClean="0"/>
            </a:br>
            <a:r>
              <a:rPr lang="fr-FR" smtClean="0"/>
              <a:t>15-  ET QUAND QUELQU’UN D’AUTRE QUE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And when someone else instead of me</a:t>
            </a:r>
            <a:br>
              <a:rPr lang="fr-FR" smtClean="0"/>
            </a:br>
            <a:r>
              <a:rPr lang="fr-FR" smtClean="0"/>
              <a:t>16-  RECONNAÎT TOUJOURS LA VOIE</a:t>
            </a:r>
            <a:br>
              <a:rPr lang="fr-FR" smtClean="0"/>
            </a:br>
            <a:r>
              <a:rPr lang="fr-FR" smtClean="0"/>
              <a:t>       Always seems to know the way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17-  JE REGARDE À TOI</a:t>
            </a:r>
            <a:br>
              <a:rPr lang="fr-FR" smtClean="0"/>
            </a:br>
            <a:r>
              <a:rPr lang="fr-FR" smtClean="0"/>
              <a:t>      ET TOUT REDEVIENT BON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Then I look at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And the world's alright with me</a:t>
            </a:r>
            <a:br>
              <a:rPr lang="fr-FR" smtClean="0"/>
            </a:br>
            <a:r>
              <a:rPr lang="fr-FR" smtClean="0"/>
              <a:t>18-  UN REGARD VERS TOI</a:t>
            </a:r>
            <a:br>
              <a:rPr lang="fr-FR" smtClean="0"/>
            </a:br>
            <a:r>
              <a:rPr lang="fr-FR" smtClean="0"/>
              <a:t>       ET SAIS QUE JE VAIS PASSER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Just one look at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And I know it's gonna be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	19-  UNE BELLE JOURNÉE</a:t>
            </a:r>
            <a:br>
              <a:rPr lang="fr-FR" smtClean="0"/>
            </a:br>
            <a:r>
              <a:rPr lang="fr-FR" smtClean="0"/>
              <a:t>	       UNE BELLE JOURNÉE…</a:t>
            </a:r>
            <a:br>
              <a:rPr lang="fr-FR" smtClean="0"/>
            </a:br>
            <a:r>
              <a:rPr lang="fr-FR" smtClean="0"/>
              <a:t>               	       A lovely day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 A lovely day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2765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QUAND JE ME LÈVE LE MATIN</a:t>
            </a:r>
            <a:br>
              <a:rPr lang="fr-FR" smtClean="0"/>
            </a:br>
            <a:r>
              <a:rPr lang="fr-FR" smtClean="0"/>
              <a:t>     ET LE SOLEIL M’ÉBLOUIT</a:t>
            </a:r>
          </a:p>
          <a:p>
            <a:r>
              <a:rPr lang="fr-FR" smtClean="0"/>
              <a:t>     When I wake up in the mornin', </a:t>
            </a:r>
          </a:p>
          <a:p>
            <a:r>
              <a:rPr lang="fr-FR" smtClean="0"/>
              <a:t>     Love And the sunlight hurts my eyes</a:t>
            </a:r>
          </a:p>
          <a:p>
            <a:r>
              <a:rPr lang="fr-FR" smtClean="0"/>
              <a:t>2-  QUELQUE CHOSE SANS ME PRÉVENIR</a:t>
            </a:r>
            <a:br>
              <a:rPr lang="fr-FR" smtClean="0"/>
            </a:br>
            <a:r>
              <a:rPr lang="fr-FR" smtClean="0"/>
              <a:t>     VIENS SUBMERGER MON CŒUR</a:t>
            </a:r>
            <a:br>
              <a:rPr lang="fr-FR" smtClean="0"/>
            </a:br>
            <a:r>
              <a:rPr lang="fr-FR" smtClean="0"/>
              <a:t>     And somethin' without warnin', </a:t>
            </a:r>
          </a:p>
          <a:p>
            <a:r>
              <a:rPr lang="fr-FR" smtClean="0"/>
              <a:t>     Love Bears heavy on my mind</a:t>
            </a:r>
          </a:p>
          <a:p>
            <a:endParaRPr lang="fr-FR" smtClean="0"/>
          </a:p>
          <a:p>
            <a:r>
              <a:rPr lang="fr-FR" smtClean="0"/>
              <a:t>3-  JE REGARDE À TOI</a:t>
            </a:r>
            <a:br>
              <a:rPr lang="fr-FR" smtClean="0"/>
            </a:br>
            <a:r>
              <a:rPr lang="fr-FR" smtClean="0"/>
              <a:t>     ET TOUT REDEVIENT BON POUR MOI</a:t>
            </a:r>
          </a:p>
          <a:p>
            <a:r>
              <a:rPr lang="fr-FR" smtClean="0"/>
              <a:t>     Then I look at you</a:t>
            </a:r>
          </a:p>
          <a:p>
            <a:r>
              <a:rPr lang="fr-FR" smtClean="0"/>
              <a:t>     And the world's alright with me</a:t>
            </a:r>
            <a:br>
              <a:rPr lang="fr-FR" smtClean="0"/>
            </a:br>
            <a:r>
              <a:rPr lang="fr-FR" smtClean="0"/>
              <a:t>4-  UN REGARD VERS TOI</a:t>
            </a:r>
            <a:br>
              <a:rPr lang="fr-FR" smtClean="0"/>
            </a:br>
            <a:r>
              <a:rPr lang="fr-FR" smtClean="0"/>
              <a:t>     ET JE SAIS QUE JE VAIS PASSER</a:t>
            </a:r>
          </a:p>
          <a:p>
            <a:r>
              <a:rPr lang="fr-FR" smtClean="0"/>
              <a:t>     Just one look at you</a:t>
            </a:r>
          </a:p>
          <a:p>
            <a:r>
              <a:rPr lang="fr-FR" smtClean="0"/>
              <a:t>     And I know it's gonna be</a:t>
            </a:r>
          </a:p>
          <a:p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  	5-  UNE BELLE JOURNÉE</a:t>
            </a:r>
            <a:br>
              <a:rPr lang="fr-FR" smtClean="0"/>
            </a:br>
            <a:r>
              <a:rPr lang="fr-FR" smtClean="0"/>
              <a:t>	     UNE BELLE JOURNÉE…</a:t>
            </a:r>
          </a:p>
          <a:p>
            <a:r>
              <a:rPr lang="fr-FR" smtClean="0"/>
              <a:t>	     A lovely day</a:t>
            </a:r>
          </a:p>
          <a:p>
            <a:r>
              <a:rPr lang="fr-FR" smtClean="0"/>
              <a:t>	     A lovely day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6-  QUAND LA JOURNÉE QUI SE PRÉSENTE À MOI</a:t>
            </a:r>
          </a:p>
          <a:p>
            <a:r>
              <a:rPr lang="fr-FR" smtClean="0"/>
              <a:t>     When the day that lies ahead of me</a:t>
            </a:r>
            <a:br>
              <a:rPr lang="fr-FR" smtClean="0"/>
            </a:br>
            <a:r>
              <a:rPr lang="fr-FR" smtClean="0"/>
              <a:t>7-  SEMBLE IMPOSSIBLE À AFFRONTER</a:t>
            </a:r>
          </a:p>
          <a:p>
            <a:r>
              <a:rPr lang="fr-FR" smtClean="0"/>
              <a:t>     Seems impossible to face</a:t>
            </a:r>
            <a:br>
              <a:rPr lang="fr-FR" smtClean="0"/>
            </a:br>
            <a:r>
              <a:rPr lang="fr-FR" smtClean="0"/>
              <a:t>8-  ET QUAND QUELQU’UN D’AUTRE QUE MOI</a:t>
            </a:r>
          </a:p>
          <a:p>
            <a:r>
              <a:rPr lang="fr-FR" smtClean="0"/>
              <a:t>     When someone else instead of me</a:t>
            </a:r>
          </a:p>
          <a:p>
            <a:r>
              <a:rPr lang="fr-FR" smtClean="0"/>
              <a:t>9-  RECONNAÎT TOUJOURS LA VOIE</a:t>
            </a:r>
            <a:br>
              <a:rPr lang="fr-FR" smtClean="0"/>
            </a:br>
            <a:r>
              <a:rPr lang="fr-FR" smtClean="0"/>
              <a:t>     Always seems to know the way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10-  JE REGARDE À TOI</a:t>
            </a:r>
            <a:br>
              <a:rPr lang="fr-FR" smtClean="0"/>
            </a:br>
            <a:r>
              <a:rPr lang="fr-FR" smtClean="0"/>
              <a:t>       ET TOUT REDEVIENT BON POUR MOI</a:t>
            </a:r>
          </a:p>
          <a:p>
            <a:r>
              <a:rPr lang="fr-FR" smtClean="0"/>
              <a:t>       Then I look at you</a:t>
            </a:r>
          </a:p>
          <a:p>
            <a:r>
              <a:rPr lang="fr-FR" smtClean="0"/>
              <a:t>       And the world's alright with me</a:t>
            </a:r>
            <a:br>
              <a:rPr lang="fr-FR" smtClean="0"/>
            </a:br>
            <a:r>
              <a:rPr lang="fr-FR" smtClean="0"/>
              <a:t>11-  UN REGARD VERS TOI</a:t>
            </a:r>
            <a:br>
              <a:rPr lang="fr-FR" smtClean="0"/>
            </a:br>
            <a:r>
              <a:rPr lang="fr-FR" smtClean="0"/>
              <a:t>       ET SAIS QUE JE VAIS PASSER</a:t>
            </a:r>
            <a:br>
              <a:rPr lang="fr-FR" smtClean="0"/>
            </a:br>
            <a:r>
              <a:rPr lang="fr-FR" smtClean="0"/>
              <a:t>       Just one look at you</a:t>
            </a:r>
          </a:p>
          <a:p>
            <a:r>
              <a:rPr lang="fr-FR" smtClean="0"/>
              <a:t>       And I know it's gonna be</a:t>
            </a:r>
          </a:p>
          <a:p>
            <a:endParaRPr lang="fr-FR" smtClean="0"/>
          </a:p>
          <a:p>
            <a:r>
              <a:rPr lang="fr-FR" smtClean="0"/>
              <a:t>	12-  UNE BELLE JOURNÉE</a:t>
            </a:r>
            <a:br>
              <a:rPr lang="fr-FR" smtClean="0"/>
            </a:br>
            <a:r>
              <a:rPr lang="fr-FR" smtClean="0"/>
              <a:t>	       UNE BELLE JOURNÉE …</a:t>
            </a:r>
          </a:p>
          <a:p>
            <a:r>
              <a:rPr lang="fr-FR" smtClean="0"/>
              <a:t>                          A lovely day</a:t>
            </a:r>
          </a:p>
          <a:p>
            <a:r>
              <a:rPr lang="fr-FR" smtClean="0"/>
              <a:t>                          A lovely day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13-  QUAND LA JOURNÉE QUI SE PRÉSENTE À MOI</a:t>
            </a:r>
          </a:p>
          <a:p>
            <a:r>
              <a:rPr lang="fr-FR" smtClean="0"/>
              <a:t>       When the day that lies ahead of me</a:t>
            </a:r>
          </a:p>
          <a:p>
            <a:r>
              <a:rPr lang="fr-FR" smtClean="0"/>
              <a:t>14-  SEMBLE IMPOSSIBLE À AFFRONTER</a:t>
            </a:r>
          </a:p>
          <a:p>
            <a:r>
              <a:rPr lang="fr-FR" smtClean="0"/>
              <a:t>       Seems impossible to face</a:t>
            </a:r>
            <a:br>
              <a:rPr lang="fr-FR" smtClean="0"/>
            </a:br>
            <a:r>
              <a:rPr lang="fr-FR" smtClean="0"/>
              <a:t>15-  ET QUAND QUELQU’UN D’AUTRE QUE MOI</a:t>
            </a:r>
          </a:p>
          <a:p>
            <a:r>
              <a:rPr lang="fr-FR" smtClean="0"/>
              <a:t>      And when someone else instead of me</a:t>
            </a:r>
            <a:br>
              <a:rPr lang="fr-FR" smtClean="0"/>
            </a:br>
            <a:r>
              <a:rPr lang="fr-FR" smtClean="0"/>
              <a:t>16-  RECONNAÎT TOUJOURS LA VOIE</a:t>
            </a:r>
            <a:br>
              <a:rPr lang="fr-FR" smtClean="0"/>
            </a:br>
            <a:r>
              <a:rPr lang="fr-FR" smtClean="0"/>
              <a:t>       Always seems to know the way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17-  JE REGARDE À TOI</a:t>
            </a:r>
            <a:br>
              <a:rPr lang="fr-FR" smtClean="0"/>
            </a:br>
            <a:r>
              <a:rPr lang="fr-FR" smtClean="0"/>
              <a:t>      ET TOUT REDEVIENT BON POUR MOI</a:t>
            </a:r>
          </a:p>
          <a:p>
            <a:r>
              <a:rPr lang="fr-FR" smtClean="0"/>
              <a:t>      Then I look at you</a:t>
            </a:r>
          </a:p>
          <a:p>
            <a:r>
              <a:rPr lang="fr-FR" smtClean="0"/>
              <a:t>      And the world's alright with me</a:t>
            </a:r>
            <a:br>
              <a:rPr lang="fr-FR" smtClean="0"/>
            </a:br>
            <a:r>
              <a:rPr lang="fr-FR" smtClean="0"/>
              <a:t>18-  UN REGARD VERS TOI</a:t>
            </a:r>
            <a:br>
              <a:rPr lang="fr-FR" smtClean="0"/>
            </a:br>
            <a:r>
              <a:rPr lang="fr-FR" smtClean="0"/>
              <a:t>       ET SAIS QUE JE VAIS PASSER</a:t>
            </a:r>
          </a:p>
          <a:p>
            <a:r>
              <a:rPr lang="fr-FR" smtClean="0"/>
              <a:t>       Just one look at you</a:t>
            </a:r>
          </a:p>
          <a:p>
            <a:r>
              <a:rPr lang="fr-FR" smtClean="0"/>
              <a:t>       And I know it's gonna be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	19-  UNE BELLE JOURNÉE</a:t>
            </a:r>
            <a:br>
              <a:rPr lang="fr-FR" smtClean="0"/>
            </a:br>
            <a:r>
              <a:rPr lang="fr-FR" smtClean="0"/>
              <a:t>	       UNE BELLE JOURNÉE…</a:t>
            </a:r>
            <a:br>
              <a:rPr lang="fr-FR" smtClean="0"/>
            </a:br>
            <a:r>
              <a:rPr lang="fr-FR" smtClean="0"/>
              <a:t>               	       A lovely day</a:t>
            </a:r>
          </a:p>
          <a:p>
            <a:r>
              <a:rPr lang="fr-FR" smtClean="0"/>
              <a:t>                          A lovely day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QUAND JE ME LÈVE LE MATIN</a:t>
            </a:r>
            <a:br>
              <a:rPr lang="fr-FR" smtClean="0"/>
            </a:br>
            <a:r>
              <a:rPr lang="fr-FR" smtClean="0"/>
              <a:t>     ET LE SOLEIL M’ÉBLOUIT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When I wake up in the mornin',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Love And the sunlight hurts my eyes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QUELQUE CHOSE SANS ME PRÉVENIR</a:t>
            </a:r>
            <a:br>
              <a:rPr lang="fr-FR" smtClean="0"/>
            </a:br>
            <a:r>
              <a:rPr lang="fr-FR" smtClean="0"/>
              <a:t>     VIENS SUBMERGER MON CŒUR</a:t>
            </a:r>
            <a:br>
              <a:rPr lang="fr-FR" smtClean="0"/>
            </a:br>
            <a:r>
              <a:rPr lang="fr-FR" smtClean="0"/>
              <a:t>     And somethin' without warnin',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Love Bears heavy on my mind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JE REGARDE À TOI</a:t>
            </a:r>
            <a:br>
              <a:rPr lang="fr-FR" smtClean="0"/>
            </a:br>
            <a:r>
              <a:rPr lang="fr-FR" smtClean="0"/>
              <a:t>     ET TOUT REDEVIENT BON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Then I look at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And the world's alright with me</a:t>
            </a:r>
            <a:br>
              <a:rPr lang="fr-FR" smtClean="0"/>
            </a:br>
            <a:r>
              <a:rPr lang="fr-FR" smtClean="0"/>
              <a:t>4-  UN REGARD VERS TOI</a:t>
            </a:r>
            <a:br>
              <a:rPr lang="fr-FR" smtClean="0"/>
            </a:br>
            <a:r>
              <a:rPr lang="fr-FR" smtClean="0"/>
              <a:t>     ET JE SAIS QUE JE VAIS PASSER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Just one look at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And I know it's gonna be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	5-  UNE BELLE JOURNÉE</a:t>
            </a:r>
            <a:br>
              <a:rPr lang="fr-FR" smtClean="0"/>
            </a:br>
            <a:r>
              <a:rPr lang="fr-FR" smtClean="0"/>
              <a:t>	     UNE BELLE JOURNÉE…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A lovely day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A lovely day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6-  QUAND LA JOURNÉE QUI SE PRÉSENTE À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When the day that lies ahead of me</a:t>
            </a:r>
            <a:br>
              <a:rPr lang="fr-FR" smtClean="0"/>
            </a:br>
            <a:r>
              <a:rPr lang="fr-FR" smtClean="0"/>
              <a:t>7-  SEMBLE IMPOSSIBLE À AFFRONTER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Seems impossible to face</a:t>
            </a:r>
            <a:br>
              <a:rPr lang="fr-FR" smtClean="0"/>
            </a:br>
            <a:r>
              <a:rPr lang="fr-FR" smtClean="0"/>
              <a:t>8-  ET QUAND QUELQU’UN D’AUTRE QUE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When someone else instead of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RECONNAÎT TOUJOURS LA VOIE</a:t>
            </a:r>
            <a:br>
              <a:rPr lang="fr-FR" smtClean="0"/>
            </a:br>
            <a:r>
              <a:rPr lang="fr-FR" smtClean="0"/>
              <a:t>     Always seems to know the way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10-  JE REGARDE À TOI</a:t>
            </a:r>
            <a:br>
              <a:rPr lang="fr-FR" smtClean="0"/>
            </a:br>
            <a:r>
              <a:rPr lang="fr-FR" smtClean="0"/>
              <a:t>       ET TOUT REDEVIENT BON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Then I look at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And the world's alright with me</a:t>
            </a:r>
            <a:br>
              <a:rPr lang="fr-FR" smtClean="0"/>
            </a:br>
            <a:r>
              <a:rPr lang="fr-FR" smtClean="0"/>
              <a:t>11-  UN REGARD VERS TOI</a:t>
            </a:r>
            <a:br>
              <a:rPr lang="fr-FR" smtClean="0"/>
            </a:br>
            <a:r>
              <a:rPr lang="fr-FR" smtClean="0"/>
              <a:t>       ET SAIS QUE JE VAIS PASSER</a:t>
            </a:r>
            <a:br>
              <a:rPr lang="fr-FR" smtClean="0"/>
            </a:br>
            <a:r>
              <a:rPr lang="fr-FR" smtClean="0"/>
              <a:t>       Just one look at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And I know it's gonna be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12-  UNE BELLE JOURNÉE</a:t>
            </a:r>
            <a:br>
              <a:rPr lang="fr-FR" smtClean="0"/>
            </a:br>
            <a:r>
              <a:rPr lang="fr-FR" smtClean="0"/>
              <a:t>	       UNE BELLE JOURNÉE …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 A lovely day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 A lovely day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13-  QUAND LA JOURNÉE QUI SE PRÉSENTE À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When the day that lies ahead of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SEMBLE IMPOSSIBLE À AFFRONTER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Seems impossible to face</a:t>
            </a:r>
            <a:br>
              <a:rPr lang="fr-FR" smtClean="0"/>
            </a:br>
            <a:r>
              <a:rPr lang="fr-FR" smtClean="0"/>
              <a:t>15-  ET QUAND QUELQU’UN D’AUTRE QUE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And when someone else instead of me</a:t>
            </a:r>
            <a:br>
              <a:rPr lang="fr-FR" smtClean="0"/>
            </a:br>
            <a:r>
              <a:rPr lang="fr-FR" smtClean="0"/>
              <a:t>16-  RECONNAÎT TOUJOURS LA VOIE</a:t>
            </a:r>
            <a:br>
              <a:rPr lang="fr-FR" smtClean="0"/>
            </a:br>
            <a:r>
              <a:rPr lang="fr-FR" smtClean="0"/>
              <a:t>       Always seems to know the way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17-  JE REGARDE À TOI</a:t>
            </a:r>
            <a:br>
              <a:rPr lang="fr-FR" smtClean="0"/>
            </a:br>
            <a:r>
              <a:rPr lang="fr-FR" smtClean="0"/>
              <a:t>      ET TOUT REDEVIENT BON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Then I look at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And the world's alright with me</a:t>
            </a:r>
            <a:br>
              <a:rPr lang="fr-FR" smtClean="0"/>
            </a:br>
            <a:r>
              <a:rPr lang="fr-FR" smtClean="0"/>
              <a:t>18-  UN REGARD VERS TOI</a:t>
            </a:r>
            <a:br>
              <a:rPr lang="fr-FR" smtClean="0"/>
            </a:br>
            <a:r>
              <a:rPr lang="fr-FR" smtClean="0"/>
              <a:t>       ET SAIS QUE JE VAIS PASSER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Just one look at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And I know it's gonna be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	19-  UNE BELLE JOURNÉE</a:t>
            </a:r>
            <a:br>
              <a:rPr lang="fr-FR" smtClean="0"/>
            </a:br>
            <a:r>
              <a:rPr lang="fr-FR" smtClean="0"/>
              <a:t>	       UNE BELLE JOURNÉE…</a:t>
            </a:r>
            <a:br>
              <a:rPr lang="fr-FR" smtClean="0"/>
            </a:br>
            <a:r>
              <a:rPr lang="fr-FR" smtClean="0"/>
              <a:t>               	       A lovely day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 A lovely day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2867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QUAND JE ME LÈVE LE MATIN</a:t>
            </a:r>
            <a:br>
              <a:rPr lang="fr-FR" smtClean="0"/>
            </a:br>
            <a:r>
              <a:rPr lang="fr-FR" smtClean="0"/>
              <a:t>     ET LE SOLEIL M’ÉBLOUIT</a:t>
            </a:r>
          </a:p>
          <a:p>
            <a:r>
              <a:rPr lang="fr-FR" smtClean="0"/>
              <a:t>     When I wake up in the mornin', </a:t>
            </a:r>
          </a:p>
          <a:p>
            <a:r>
              <a:rPr lang="fr-FR" smtClean="0"/>
              <a:t>     Love And the sunlight hurts my eyes</a:t>
            </a:r>
          </a:p>
          <a:p>
            <a:r>
              <a:rPr lang="fr-FR" smtClean="0"/>
              <a:t>2-  QUELQUE CHOSE SANS ME PRÉVENIR</a:t>
            </a:r>
            <a:br>
              <a:rPr lang="fr-FR" smtClean="0"/>
            </a:br>
            <a:r>
              <a:rPr lang="fr-FR" smtClean="0"/>
              <a:t>     VIENS SUBMERGER MON CŒUR</a:t>
            </a:r>
            <a:br>
              <a:rPr lang="fr-FR" smtClean="0"/>
            </a:br>
            <a:r>
              <a:rPr lang="fr-FR" smtClean="0"/>
              <a:t>     And somethin' without warnin', </a:t>
            </a:r>
          </a:p>
          <a:p>
            <a:r>
              <a:rPr lang="fr-FR" smtClean="0"/>
              <a:t>     Love Bears heavy on my mind</a:t>
            </a:r>
          </a:p>
          <a:p>
            <a:endParaRPr lang="fr-FR" smtClean="0"/>
          </a:p>
          <a:p>
            <a:r>
              <a:rPr lang="fr-FR" smtClean="0"/>
              <a:t>3-  JE REGARDE À TOI</a:t>
            </a:r>
            <a:br>
              <a:rPr lang="fr-FR" smtClean="0"/>
            </a:br>
            <a:r>
              <a:rPr lang="fr-FR" smtClean="0"/>
              <a:t>     ET TOUT REDEVIENT BON POUR MOI</a:t>
            </a:r>
          </a:p>
          <a:p>
            <a:r>
              <a:rPr lang="fr-FR" smtClean="0"/>
              <a:t>     Then I look at you</a:t>
            </a:r>
          </a:p>
          <a:p>
            <a:r>
              <a:rPr lang="fr-FR" smtClean="0"/>
              <a:t>     And the world's alright with me</a:t>
            </a:r>
            <a:br>
              <a:rPr lang="fr-FR" smtClean="0"/>
            </a:br>
            <a:r>
              <a:rPr lang="fr-FR" smtClean="0"/>
              <a:t>4-  UN REGARD VERS TOI</a:t>
            </a:r>
            <a:br>
              <a:rPr lang="fr-FR" smtClean="0"/>
            </a:br>
            <a:r>
              <a:rPr lang="fr-FR" smtClean="0"/>
              <a:t>     ET JE SAIS QUE JE VAIS PASSER</a:t>
            </a:r>
          </a:p>
          <a:p>
            <a:r>
              <a:rPr lang="fr-FR" smtClean="0"/>
              <a:t>     Just one look at you</a:t>
            </a:r>
          </a:p>
          <a:p>
            <a:r>
              <a:rPr lang="fr-FR" smtClean="0"/>
              <a:t>     And I know it's gonna be</a:t>
            </a:r>
          </a:p>
          <a:p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  	5-  UNE BELLE JOURNÉE</a:t>
            </a:r>
            <a:br>
              <a:rPr lang="fr-FR" smtClean="0"/>
            </a:br>
            <a:r>
              <a:rPr lang="fr-FR" smtClean="0"/>
              <a:t>	     UNE BELLE JOURNÉE…</a:t>
            </a:r>
          </a:p>
          <a:p>
            <a:r>
              <a:rPr lang="fr-FR" smtClean="0"/>
              <a:t>	     A lovely day</a:t>
            </a:r>
          </a:p>
          <a:p>
            <a:r>
              <a:rPr lang="fr-FR" smtClean="0"/>
              <a:t>	     A lovely day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6-  QUAND LA JOURNÉE QUI SE PRÉSENTE À MOI</a:t>
            </a:r>
          </a:p>
          <a:p>
            <a:r>
              <a:rPr lang="fr-FR" smtClean="0"/>
              <a:t>     When the day that lies ahead of me</a:t>
            </a:r>
            <a:br>
              <a:rPr lang="fr-FR" smtClean="0"/>
            </a:br>
            <a:r>
              <a:rPr lang="fr-FR" smtClean="0"/>
              <a:t>7-  SEMBLE IMPOSSIBLE À AFFRONTER</a:t>
            </a:r>
          </a:p>
          <a:p>
            <a:r>
              <a:rPr lang="fr-FR" smtClean="0"/>
              <a:t>     Seems impossible to face</a:t>
            </a:r>
            <a:br>
              <a:rPr lang="fr-FR" smtClean="0"/>
            </a:br>
            <a:r>
              <a:rPr lang="fr-FR" smtClean="0"/>
              <a:t>8-  ET QUAND QUELQU’UN D’AUTRE QUE MOI</a:t>
            </a:r>
          </a:p>
          <a:p>
            <a:r>
              <a:rPr lang="fr-FR" smtClean="0"/>
              <a:t>     When someone else instead of me</a:t>
            </a:r>
          </a:p>
          <a:p>
            <a:r>
              <a:rPr lang="fr-FR" smtClean="0"/>
              <a:t>9-  RECONNAÎT TOUJOURS LA VOIE</a:t>
            </a:r>
            <a:br>
              <a:rPr lang="fr-FR" smtClean="0"/>
            </a:br>
            <a:r>
              <a:rPr lang="fr-FR" smtClean="0"/>
              <a:t>     Always seems to know the way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10-  JE REGARDE À TOI</a:t>
            </a:r>
            <a:br>
              <a:rPr lang="fr-FR" smtClean="0"/>
            </a:br>
            <a:r>
              <a:rPr lang="fr-FR" smtClean="0"/>
              <a:t>       ET TOUT REDEVIENT BON POUR MOI</a:t>
            </a:r>
          </a:p>
          <a:p>
            <a:r>
              <a:rPr lang="fr-FR" smtClean="0"/>
              <a:t>       Then I look at you</a:t>
            </a:r>
          </a:p>
          <a:p>
            <a:r>
              <a:rPr lang="fr-FR" smtClean="0"/>
              <a:t>       And the world's alright with me</a:t>
            </a:r>
            <a:br>
              <a:rPr lang="fr-FR" smtClean="0"/>
            </a:br>
            <a:r>
              <a:rPr lang="fr-FR" smtClean="0"/>
              <a:t>11-  UN REGARD VERS TOI</a:t>
            </a:r>
            <a:br>
              <a:rPr lang="fr-FR" smtClean="0"/>
            </a:br>
            <a:r>
              <a:rPr lang="fr-FR" smtClean="0"/>
              <a:t>       ET SAIS QUE JE VAIS PASSER</a:t>
            </a:r>
            <a:br>
              <a:rPr lang="fr-FR" smtClean="0"/>
            </a:br>
            <a:r>
              <a:rPr lang="fr-FR" smtClean="0"/>
              <a:t>       Just one look at you</a:t>
            </a:r>
          </a:p>
          <a:p>
            <a:r>
              <a:rPr lang="fr-FR" smtClean="0"/>
              <a:t>       And I know it's gonna be</a:t>
            </a:r>
          </a:p>
          <a:p>
            <a:endParaRPr lang="fr-FR" smtClean="0"/>
          </a:p>
          <a:p>
            <a:r>
              <a:rPr lang="fr-FR" smtClean="0"/>
              <a:t>	12-  UNE BELLE JOURNÉE</a:t>
            </a:r>
            <a:br>
              <a:rPr lang="fr-FR" smtClean="0"/>
            </a:br>
            <a:r>
              <a:rPr lang="fr-FR" smtClean="0"/>
              <a:t>	       UNE BELLE JOURNÉE …</a:t>
            </a:r>
          </a:p>
          <a:p>
            <a:r>
              <a:rPr lang="fr-FR" smtClean="0"/>
              <a:t>                          A lovely day</a:t>
            </a:r>
          </a:p>
          <a:p>
            <a:r>
              <a:rPr lang="fr-FR" smtClean="0"/>
              <a:t>                          A lovely day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13-  QUAND LA JOURNÉE QUI SE PRÉSENTE À MOI</a:t>
            </a:r>
          </a:p>
          <a:p>
            <a:r>
              <a:rPr lang="fr-FR" smtClean="0"/>
              <a:t>       When the day that lies ahead of me</a:t>
            </a:r>
          </a:p>
          <a:p>
            <a:r>
              <a:rPr lang="fr-FR" smtClean="0"/>
              <a:t>14-  SEMBLE IMPOSSIBLE À AFFRONTER</a:t>
            </a:r>
          </a:p>
          <a:p>
            <a:r>
              <a:rPr lang="fr-FR" smtClean="0"/>
              <a:t>       Seems impossible to face</a:t>
            </a:r>
            <a:br>
              <a:rPr lang="fr-FR" smtClean="0"/>
            </a:br>
            <a:r>
              <a:rPr lang="fr-FR" smtClean="0"/>
              <a:t>15-  ET QUAND QUELQU’UN D’AUTRE QUE MOI</a:t>
            </a:r>
          </a:p>
          <a:p>
            <a:r>
              <a:rPr lang="fr-FR" smtClean="0"/>
              <a:t>      And when someone else instead of me</a:t>
            </a:r>
            <a:br>
              <a:rPr lang="fr-FR" smtClean="0"/>
            </a:br>
            <a:r>
              <a:rPr lang="fr-FR" smtClean="0"/>
              <a:t>16-  RECONNAÎT TOUJOURS LA VOIE</a:t>
            </a:r>
            <a:br>
              <a:rPr lang="fr-FR" smtClean="0"/>
            </a:br>
            <a:r>
              <a:rPr lang="fr-FR" smtClean="0"/>
              <a:t>       Always seems to know the way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17-  JE REGARDE À TOI</a:t>
            </a:r>
            <a:br>
              <a:rPr lang="fr-FR" smtClean="0"/>
            </a:br>
            <a:r>
              <a:rPr lang="fr-FR" smtClean="0"/>
              <a:t>      ET TOUT REDEVIENT BON POUR MOI</a:t>
            </a:r>
          </a:p>
          <a:p>
            <a:r>
              <a:rPr lang="fr-FR" smtClean="0"/>
              <a:t>      Then I look at you</a:t>
            </a:r>
          </a:p>
          <a:p>
            <a:r>
              <a:rPr lang="fr-FR" smtClean="0"/>
              <a:t>      And the world's alright with me</a:t>
            </a:r>
            <a:br>
              <a:rPr lang="fr-FR" smtClean="0"/>
            </a:br>
            <a:r>
              <a:rPr lang="fr-FR" smtClean="0"/>
              <a:t>18-  UN REGARD VERS TOI</a:t>
            </a:r>
            <a:br>
              <a:rPr lang="fr-FR" smtClean="0"/>
            </a:br>
            <a:r>
              <a:rPr lang="fr-FR" smtClean="0"/>
              <a:t>       ET SAIS QUE JE VAIS PASSER</a:t>
            </a:r>
          </a:p>
          <a:p>
            <a:r>
              <a:rPr lang="fr-FR" smtClean="0"/>
              <a:t>       Just one look at you</a:t>
            </a:r>
          </a:p>
          <a:p>
            <a:r>
              <a:rPr lang="fr-FR" smtClean="0"/>
              <a:t>       And I know it's gonna be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	19-  UNE BELLE JOURNÉE</a:t>
            </a:r>
            <a:br>
              <a:rPr lang="fr-FR" smtClean="0"/>
            </a:br>
            <a:r>
              <a:rPr lang="fr-FR" smtClean="0"/>
              <a:t>	       UNE BELLE JOURNÉE…</a:t>
            </a:r>
            <a:br>
              <a:rPr lang="fr-FR" smtClean="0"/>
            </a:br>
            <a:r>
              <a:rPr lang="fr-FR" smtClean="0"/>
              <a:t>               	       A lovely day</a:t>
            </a:r>
          </a:p>
          <a:p>
            <a:r>
              <a:rPr lang="fr-FR" smtClean="0"/>
              <a:t>                          A lovely day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QUAND JE ME LÈVE LE MATIN</a:t>
            </a:r>
            <a:br>
              <a:rPr lang="fr-FR" smtClean="0"/>
            </a:br>
            <a:r>
              <a:rPr lang="fr-FR" smtClean="0"/>
              <a:t>     ET LE SOLEIL M’ÉBLOUIT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When I wake up in the mornin',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Love And the sunlight hurts my eyes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QUELQUE CHOSE SANS ME PRÉVENIR</a:t>
            </a:r>
            <a:br>
              <a:rPr lang="fr-FR" smtClean="0"/>
            </a:br>
            <a:r>
              <a:rPr lang="fr-FR" smtClean="0"/>
              <a:t>     VIENS SUBMERGER MON CŒUR</a:t>
            </a:r>
            <a:br>
              <a:rPr lang="fr-FR" smtClean="0"/>
            </a:br>
            <a:r>
              <a:rPr lang="fr-FR" smtClean="0"/>
              <a:t>     And somethin' without warnin',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Love Bears heavy on my mind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JE REGARDE À TOI</a:t>
            </a:r>
            <a:br>
              <a:rPr lang="fr-FR" smtClean="0"/>
            </a:br>
            <a:r>
              <a:rPr lang="fr-FR" smtClean="0"/>
              <a:t>     ET TOUT REDEVIENT BON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Then I look at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And the world's alright with me</a:t>
            </a:r>
            <a:br>
              <a:rPr lang="fr-FR" smtClean="0"/>
            </a:br>
            <a:r>
              <a:rPr lang="fr-FR" smtClean="0"/>
              <a:t>4-  UN REGARD VERS TOI</a:t>
            </a:r>
            <a:br>
              <a:rPr lang="fr-FR" smtClean="0"/>
            </a:br>
            <a:r>
              <a:rPr lang="fr-FR" smtClean="0"/>
              <a:t>     ET JE SAIS QUE JE VAIS PASSER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Just one look at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And I know it's gonna be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	5-  UNE BELLE JOURNÉE</a:t>
            </a:r>
            <a:br>
              <a:rPr lang="fr-FR" smtClean="0"/>
            </a:br>
            <a:r>
              <a:rPr lang="fr-FR" smtClean="0"/>
              <a:t>	     UNE BELLE JOURNÉE…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A lovely day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A lovely day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6-  QUAND LA JOURNÉE QUI SE PRÉSENTE À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When the day that lies ahead of me</a:t>
            </a:r>
            <a:br>
              <a:rPr lang="fr-FR" smtClean="0"/>
            </a:br>
            <a:r>
              <a:rPr lang="fr-FR" smtClean="0"/>
              <a:t>7-  SEMBLE IMPOSSIBLE À AFFRONTER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Seems impossible to face</a:t>
            </a:r>
            <a:br>
              <a:rPr lang="fr-FR" smtClean="0"/>
            </a:br>
            <a:r>
              <a:rPr lang="fr-FR" smtClean="0"/>
              <a:t>8-  ET QUAND QUELQU’UN D’AUTRE QUE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When someone else instead of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RECONNAÎT TOUJOURS LA VOIE</a:t>
            </a:r>
            <a:br>
              <a:rPr lang="fr-FR" smtClean="0"/>
            </a:br>
            <a:r>
              <a:rPr lang="fr-FR" smtClean="0"/>
              <a:t>     Always seems to know the way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10-  JE REGARDE À TOI</a:t>
            </a:r>
            <a:br>
              <a:rPr lang="fr-FR" smtClean="0"/>
            </a:br>
            <a:r>
              <a:rPr lang="fr-FR" smtClean="0"/>
              <a:t>       ET TOUT REDEVIENT BON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Then I look at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And the world's alright with me</a:t>
            </a:r>
            <a:br>
              <a:rPr lang="fr-FR" smtClean="0"/>
            </a:br>
            <a:r>
              <a:rPr lang="fr-FR" smtClean="0"/>
              <a:t>11-  UN REGARD VERS TOI</a:t>
            </a:r>
            <a:br>
              <a:rPr lang="fr-FR" smtClean="0"/>
            </a:br>
            <a:r>
              <a:rPr lang="fr-FR" smtClean="0"/>
              <a:t>       ET SAIS QUE JE VAIS PASSER</a:t>
            </a:r>
            <a:br>
              <a:rPr lang="fr-FR" smtClean="0"/>
            </a:br>
            <a:r>
              <a:rPr lang="fr-FR" smtClean="0"/>
              <a:t>       Just one look at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And I know it's gonna be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12-  UNE BELLE JOURNÉE</a:t>
            </a:r>
            <a:br>
              <a:rPr lang="fr-FR" smtClean="0"/>
            </a:br>
            <a:r>
              <a:rPr lang="fr-FR" smtClean="0"/>
              <a:t>	       UNE BELLE JOURNÉE …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 A lovely day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 A lovely day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13-  QUAND LA JOURNÉE QUI SE PRÉSENTE À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When the day that lies ahead of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SEMBLE IMPOSSIBLE À AFFRONTER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Seems impossible to face</a:t>
            </a:r>
            <a:br>
              <a:rPr lang="fr-FR" smtClean="0"/>
            </a:br>
            <a:r>
              <a:rPr lang="fr-FR" smtClean="0"/>
              <a:t>15-  ET QUAND QUELQU’UN D’AUTRE QUE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And when someone else instead of me</a:t>
            </a:r>
            <a:br>
              <a:rPr lang="fr-FR" smtClean="0"/>
            </a:br>
            <a:r>
              <a:rPr lang="fr-FR" smtClean="0"/>
              <a:t>16-  RECONNAÎT TOUJOURS LA VOIE</a:t>
            </a:r>
            <a:br>
              <a:rPr lang="fr-FR" smtClean="0"/>
            </a:br>
            <a:r>
              <a:rPr lang="fr-FR" smtClean="0"/>
              <a:t>       Always seems to know the way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17-  JE REGARDE À TOI</a:t>
            </a:r>
            <a:br>
              <a:rPr lang="fr-FR" smtClean="0"/>
            </a:br>
            <a:r>
              <a:rPr lang="fr-FR" smtClean="0"/>
              <a:t>      ET TOUT REDEVIENT BON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Then I look at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And the world's alright with me</a:t>
            </a:r>
            <a:br>
              <a:rPr lang="fr-FR" smtClean="0"/>
            </a:br>
            <a:r>
              <a:rPr lang="fr-FR" smtClean="0"/>
              <a:t>18-  UN REGARD VERS TOI</a:t>
            </a:r>
            <a:br>
              <a:rPr lang="fr-FR" smtClean="0"/>
            </a:br>
            <a:r>
              <a:rPr lang="fr-FR" smtClean="0"/>
              <a:t>       ET SAIS QUE JE VAIS PASSER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Just one look at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And I know it's gonna be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	19-  UNE BELLE JOURNÉE</a:t>
            </a:r>
            <a:br>
              <a:rPr lang="fr-FR" smtClean="0"/>
            </a:br>
            <a:r>
              <a:rPr lang="fr-FR" smtClean="0"/>
              <a:t>	       UNE BELLE JOURNÉE…</a:t>
            </a:r>
            <a:br>
              <a:rPr lang="fr-FR" smtClean="0"/>
            </a:br>
            <a:r>
              <a:rPr lang="fr-FR" smtClean="0"/>
              <a:t>               	       A lovely day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 A lovely day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297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QUAND JE ME LÈVE LE MATIN</a:t>
            </a:r>
            <a:br>
              <a:rPr lang="fr-FR" smtClean="0"/>
            </a:br>
            <a:r>
              <a:rPr lang="fr-FR" smtClean="0"/>
              <a:t>     ET LE SOLEIL M’ÉBLOUIT</a:t>
            </a:r>
          </a:p>
          <a:p>
            <a:r>
              <a:rPr lang="fr-FR" smtClean="0"/>
              <a:t>     When I wake up in the mornin', </a:t>
            </a:r>
          </a:p>
          <a:p>
            <a:r>
              <a:rPr lang="fr-FR" smtClean="0"/>
              <a:t>     Love And the sunlight hurts my eyes</a:t>
            </a:r>
          </a:p>
          <a:p>
            <a:r>
              <a:rPr lang="fr-FR" smtClean="0"/>
              <a:t>2-  QUELQUE CHOSE SANS ME PRÉVENIR</a:t>
            </a:r>
            <a:br>
              <a:rPr lang="fr-FR" smtClean="0"/>
            </a:br>
            <a:r>
              <a:rPr lang="fr-FR" smtClean="0"/>
              <a:t>     VIENS SUBMERGER MON CŒUR</a:t>
            </a:r>
            <a:br>
              <a:rPr lang="fr-FR" smtClean="0"/>
            </a:br>
            <a:r>
              <a:rPr lang="fr-FR" smtClean="0"/>
              <a:t>     And somethin' without warnin', </a:t>
            </a:r>
          </a:p>
          <a:p>
            <a:r>
              <a:rPr lang="fr-FR" smtClean="0"/>
              <a:t>     Love Bears heavy on my mind</a:t>
            </a:r>
          </a:p>
          <a:p>
            <a:endParaRPr lang="fr-FR" smtClean="0"/>
          </a:p>
          <a:p>
            <a:r>
              <a:rPr lang="fr-FR" smtClean="0"/>
              <a:t>3-  JE REGARDE À TOI</a:t>
            </a:r>
            <a:br>
              <a:rPr lang="fr-FR" smtClean="0"/>
            </a:br>
            <a:r>
              <a:rPr lang="fr-FR" smtClean="0"/>
              <a:t>     ET TOUT REDEVIENT BON POUR MOI</a:t>
            </a:r>
          </a:p>
          <a:p>
            <a:r>
              <a:rPr lang="fr-FR" smtClean="0"/>
              <a:t>     Then I look at you</a:t>
            </a:r>
          </a:p>
          <a:p>
            <a:r>
              <a:rPr lang="fr-FR" smtClean="0"/>
              <a:t>     And the world's alright with me</a:t>
            </a:r>
            <a:br>
              <a:rPr lang="fr-FR" smtClean="0"/>
            </a:br>
            <a:r>
              <a:rPr lang="fr-FR" smtClean="0"/>
              <a:t>4-  UN REGARD VERS TOI</a:t>
            </a:r>
            <a:br>
              <a:rPr lang="fr-FR" smtClean="0"/>
            </a:br>
            <a:r>
              <a:rPr lang="fr-FR" smtClean="0"/>
              <a:t>     ET JE SAIS QUE JE VAIS PASSER</a:t>
            </a:r>
          </a:p>
          <a:p>
            <a:r>
              <a:rPr lang="fr-FR" smtClean="0"/>
              <a:t>     Just one look at you</a:t>
            </a:r>
          </a:p>
          <a:p>
            <a:r>
              <a:rPr lang="fr-FR" smtClean="0"/>
              <a:t>     And I know it's gonna be</a:t>
            </a:r>
          </a:p>
          <a:p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  	5-  UNE BELLE JOURNÉE</a:t>
            </a:r>
            <a:br>
              <a:rPr lang="fr-FR" smtClean="0"/>
            </a:br>
            <a:r>
              <a:rPr lang="fr-FR" smtClean="0"/>
              <a:t>	     UNE BELLE JOURNÉE…</a:t>
            </a:r>
          </a:p>
          <a:p>
            <a:r>
              <a:rPr lang="fr-FR" smtClean="0"/>
              <a:t>	     A lovely day</a:t>
            </a:r>
          </a:p>
          <a:p>
            <a:r>
              <a:rPr lang="fr-FR" smtClean="0"/>
              <a:t>	     A lovely day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6-  QUAND LA JOURNÉE QUI SE PRÉSENTE À MOI</a:t>
            </a:r>
          </a:p>
          <a:p>
            <a:r>
              <a:rPr lang="fr-FR" smtClean="0"/>
              <a:t>     When the day that lies ahead of me</a:t>
            </a:r>
            <a:br>
              <a:rPr lang="fr-FR" smtClean="0"/>
            </a:br>
            <a:r>
              <a:rPr lang="fr-FR" smtClean="0"/>
              <a:t>7-  SEMBLE IMPOSSIBLE À AFFRONTER</a:t>
            </a:r>
          </a:p>
          <a:p>
            <a:r>
              <a:rPr lang="fr-FR" smtClean="0"/>
              <a:t>     Seems impossible to face</a:t>
            </a:r>
            <a:br>
              <a:rPr lang="fr-FR" smtClean="0"/>
            </a:br>
            <a:r>
              <a:rPr lang="fr-FR" smtClean="0"/>
              <a:t>8-  ET QUAND QUELQU’UN D’AUTRE QUE MOI</a:t>
            </a:r>
          </a:p>
          <a:p>
            <a:r>
              <a:rPr lang="fr-FR" smtClean="0"/>
              <a:t>     When someone else instead of me</a:t>
            </a:r>
          </a:p>
          <a:p>
            <a:r>
              <a:rPr lang="fr-FR" smtClean="0"/>
              <a:t>9-  RECONNAÎT TOUJOURS LA VOIE</a:t>
            </a:r>
            <a:br>
              <a:rPr lang="fr-FR" smtClean="0"/>
            </a:br>
            <a:r>
              <a:rPr lang="fr-FR" smtClean="0"/>
              <a:t>     Always seems to know the way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10-  JE REGARDE À TOI</a:t>
            </a:r>
            <a:br>
              <a:rPr lang="fr-FR" smtClean="0"/>
            </a:br>
            <a:r>
              <a:rPr lang="fr-FR" smtClean="0"/>
              <a:t>       ET TOUT REDEVIENT BON POUR MOI</a:t>
            </a:r>
          </a:p>
          <a:p>
            <a:r>
              <a:rPr lang="fr-FR" smtClean="0"/>
              <a:t>       Then I look at you</a:t>
            </a:r>
          </a:p>
          <a:p>
            <a:r>
              <a:rPr lang="fr-FR" smtClean="0"/>
              <a:t>       And the world's alright with me</a:t>
            </a:r>
            <a:br>
              <a:rPr lang="fr-FR" smtClean="0"/>
            </a:br>
            <a:r>
              <a:rPr lang="fr-FR" smtClean="0"/>
              <a:t>11-  UN REGARD VERS TOI</a:t>
            </a:r>
            <a:br>
              <a:rPr lang="fr-FR" smtClean="0"/>
            </a:br>
            <a:r>
              <a:rPr lang="fr-FR" smtClean="0"/>
              <a:t>       ET SAIS QUE JE VAIS PASSER</a:t>
            </a:r>
            <a:br>
              <a:rPr lang="fr-FR" smtClean="0"/>
            </a:br>
            <a:r>
              <a:rPr lang="fr-FR" smtClean="0"/>
              <a:t>       Just one look at you</a:t>
            </a:r>
          </a:p>
          <a:p>
            <a:r>
              <a:rPr lang="fr-FR" smtClean="0"/>
              <a:t>       And I know it's gonna be</a:t>
            </a:r>
          </a:p>
          <a:p>
            <a:endParaRPr lang="fr-FR" smtClean="0"/>
          </a:p>
          <a:p>
            <a:r>
              <a:rPr lang="fr-FR" smtClean="0"/>
              <a:t>	12-  UNE BELLE JOURNÉE</a:t>
            </a:r>
            <a:br>
              <a:rPr lang="fr-FR" smtClean="0"/>
            </a:br>
            <a:r>
              <a:rPr lang="fr-FR" smtClean="0"/>
              <a:t>	       UNE BELLE JOURNÉE …</a:t>
            </a:r>
          </a:p>
          <a:p>
            <a:r>
              <a:rPr lang="fr-FR" smtClean="0"/>
              <a:t>                          A lovely day</a:t>
            </a:r>
          </a:p>
          <a:p>
            <a:r>
              <a:rPr lang="fr-FR" smtClean="0"/>
              <a:t>                          A lovely day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13-  QUAND LA JOURNÉE QUI SE PRÉSENTE À MOI</a:t>
            </a:r>
          </a:p>
          <a:p>
            <a:r>
              <a:rPr lang="fr-FR" smtClean="0"/>
              <a:t>       When the day that lies ahead of me</a:t>
            </a:r>
          </a:p>
          <a:p>
            <a:r>
              <a:rPr lang="fr-FR" smtClean="0"/>
              <a:t>14-  SEMBLE IMPOSSIBLE À AFFRONTER</a:t>
            </a:r>
          </a:p>
          <a:p>
            <a:r>
              <a:rPr lang="fr-FR" smtClean="0"/>
              <a:t>       Seems impossible to face</a:t>
            </a:r>
            <a:br>
              <a:rPr lang="fr-FR" smtClean="0"/>
            </a:br>
            <a:r>
              <a:rPr lang="fr-FR" smtClean="0"/>
              <a:t>15-  ET QUAND QUELQU’UN D’AUTRE QUE MOI</a:t>
            </a:r>
          </a:p>
          <a:p>
            <a:r>
              <a:rPr lang="fr-FR" smtClean="0"/>
              <a:t>      And when someone else instead of me</a:t>
            </a:r>
            <a:br>
              <a:rPr lang="fr-FR" smtClean="0"/>
            </a:br>
            <a:r>
              <a:rPr lang="fr-FR" smtClean="0"/>
              <a:t>16-  RECONNAÎT TOUJOURS LA VOIE</a:t>
            </a:r>
            <a:br>
              <a:rPr lang="fr-FR" smtClean="0"/>
            </a:br>
            <a:r>
              <a:rPr lang="fr-FR" smtClean="0"/>
              <a:t>       Always seems to know the way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17-  JE REGARDE À TOI</a:t>
            </a:r>
            <a:br>
              <a:rPr lang="fr-FR" smtClean="0"/>
            </a:br>
            <a:r>
              <a:rPr lang="fr-FR" smtClean="0"/>
              <a:t>      ET TOUT REDEVIENT BON POUR MOI</a:t>
            </a:r>
          </a:p>
          <a:p>
            <a:r>
              <a:rPr lang="fr-FR" smtClean="0"/>
              <a:t>      Then I look at you</a:t>
            </a:r>
          </a:p>
          <a:p>
            <a:r>
              <a:rPr lang="fr-FR" smtClean="0"/>
              <a:t>      And the world's alright with me</a:t>
            </a:r>
            <a:br>
              <a:rPr lang="fr-FR" smtClean="0"/>
            </a:br>
            <a:r>
              <a:rPr lang="fr-FR" smtClean="0"/>
              <a:t>18-  UN REGARD VERS TOI</a:t>
            </a:r>
            <a:br>
              <a:rPr lang="fr-FR" smtClean="0"/>
            </a:br>
            <a:r>
              <a:rPr lang="fr-FR" smtClean="0"/>
              <a:t>       ET SAIS QUE JE VAIS PASSER</a:t>
            </a:r>
          </a:p>
          <a:p>
            <a:r>
              <a:rPr lang="fr-FR" smtClean="0"/>
              <a:t>       Just one look at you</a:t>
            </a:r>
          </a:p>
          <a:p>
            <a:r>
              <a:rPr lang="fr-FR" smtClean="0"/>
              <a:t>       And I know it's gonna be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	19-  UNE BELLE JOURNÉE</a:t>
            </a:r>
            <a:br>
              <a:rPr lang="fr-FR" smtClean="0"/>
            </a:br>
            <a:r>
              <a:rPr lang="fr-FR" smtClean="0"/>
              <a:t>	       UNE BELLE JOURNÉE…</a:t>
            </a:r>
            <a:br>
              <a:rPr lang="fr-FR" smtClean="0"/>
            </a:br>
            <a:r>
              <a:rPr lang="fr-FR" smtClean="0"/>
              <a:t>               	       A lovely day</a:t>
            </a:r>
          </a:p>
          <a:p>
            <a:r>
              <a:rPr lang="fr-FR" smtClean="0"/>
              <a:t>                          A lovely day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QUAND JE ME LÈVE LE MATIN</a:t>
            </a:r>
            <a:br>
              <a:rPr lang="fr-FR" smtClean="0"/>
            </a:br>
            <a:r>
              <a:rPr lang="fr-FR" smtClean="0"/>
              <a:t>     ET LE SOLEIL M’ÉBLOUIT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When I wake up in the mornin',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Love And the sunlight hurts my eyes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QUELQUE CHOSE SANS ME PRÉVENIR</a:t>
            </a:r>
            <a:br>
              <a:rPr lang="fr-FR" smtClean="0"/>
            </a:br>
            <a:r>
              <a:rPr lang="fr-FR" smtClean="0"/>
              <a:t>     VIENS SUBMERGER MON CŒUR</a:t>
            </a:r>
            <a:br>
              <a:rPr lang="fr-FR" smtClean="0"/>
            </a:br>
            <a:r>
              <a:rPr lang="fr-FR" smtClean="0"/>
              <a:t>     And somethin' without warnin',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Love Bears heavy on my mind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JE REGARDE À TOI</a:t>
            </a:r>
            <a:br>
              <a:rPr lang="fr-FR" smtClean="0"/>
            </a:br>
            <a:r>
              <a:rPr lang="fr-FR" smtClean="0"/>
              <a:t>     ET TOUT REDEVIENT BON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Then I look at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And the world's alright with me</a:t>
            </a:r>
            <a:br>
              <a:rPr lang="fr-FR" smtClean="0"/>
            </a:br>
            <a:r>
              <a:rPr lang="fr-FR" smtClean="0"/>
              <a:t>4-  UN REGARD VERS TOI</a:t>
            </a:r>
            <a:br>
              <a:rPr lang="fr-FR" smtClean="0"/>
            </a:br>
            <a:r>
              <a:rPr lang="fr-FR" smtClean="0"/>
              <a:t>     ET JE SAIS QUE JE VAIS PASSER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Just one look at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And I know it's gonna be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	5-  UNE BELLE JOURNÉE</a:t>
            </a:r>
            <a:br>
              <a:rPr lang="fr-FR" smtClean="0"/>
            </a:br>
            <a:r>
              <a:rPr lang="fr-FR" smtClean="0"/>
              <a:t>	     UNE BELLE JOURNÉE…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A lovely day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A lovely day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6-  QUAND LA JOURNÉE QUI SE PRÉSENTE À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When the day that lies ahead of me</a:t>
            </a:r>
            <a:br>
              <a:rPr lang="fr-FR" smtClean="0"/>
            </a:br>
            <a:r>
              <a:rPr lang="fr-FR" smtClean="0"/>
              <a:t>7-  SEMBLE IMPOSSIBLE À AFFRONTER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Seems impossible to face</a:t>
            </a:r>
            <a:br>
              <a:rPr lang="fr-FR" smtClean="0"/>
            </a:br>
            <a:r>
              <a:rPr lang="fr-FR" smtClean="0"/>
              <a:t>8-  ET QUAND QUELQU’UN D’AUTRE QUE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When someone else instead of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RECONNAÎT TOUJOURS LA VOIE</a:t>
            </a:r>
            <a:br>
              <a:rPr lang="fr-FR" smtClean="0"/>
            </a:br>
            <a:r>
              <a:rPr lang="fr-FR" smtClean="0"/>
              <a:t>     Always seems to know the way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10-  JE REGARDE À TOI</a:t>
            </a:r>
            <a:br>
              <a:rPr lang="fr-FR" smtClean="0"/>
            </a:br>
            <a:r>
              <a:rPr lang="fr-FR" smtClean="0"/>
              <a:t>       ET TOUT REDEVIENT BON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Then I look at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And the world's alright with me</a:t>
            </a:r>
            <a:br>
              <a:rPr lang="fr-FR" smtClean="0"/>
            </a:br>
            <a:r>
              <a:rPr lang="fr-FR" smtClean="0"/>
              <a:t>11-  UN REGARD VERS TOI</a:t>
            </a:r>
            <a:br>
              <a:rPr lang="fr-FR" smtClean="0"/>
            </a:br>
            <a:r>
              <a:rPr lang="fr-FR" smtClean="0"/>
              <a:t>       ET SAIS QUE JE VAIS PASSER</a:t>
            </a:r>
            <a:br>
              <a:rPr lang="fr-FR" smtClean="0"/>
            </a:br>
            <a:r>
              <a:rPr lang="fr-FR" smtClean="0"/>
              <a:t>       Just one look at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And I know it's gonna be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12-  UNE BELLE JOURNÉE</a:t>
            </a:r>
            <a:br>
              <a:rPr lang="fr-FR" smtClean="0"/>
            </a:br>
            <a:r>
              <a:rPr lang="fr-FR" smtClean="0"/>
              <a:t>	       UNE BELLE JOURNÉE …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 A lovely day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 A lovely day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13-  QUAND LA JOURNÉE QUI SE PRÉSENTE À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When the day that lies ahead of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SEMBLE IMPOSSIBLE À AFFRONTER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Seems impossible to face</a:t>
            </a:r>
            <a:br>
              <a:rPr lang="fr-FR" smtClean="0"/>
            </a:br>
            <a:r>
              <a:rPr lang="fr-FR" smtClean="0"/>
              <a:t>15-  ET QUAND QUELQU’UN D’AUTRE QUE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And when someone else instead of me</a:t>
            </a:r>
            <a:br>
              <a:rPr lang="fr-FR" smtClean="0"/>
            </a:br>
            <a:r>
              <a:rPr lang="fr-FR" smtClean="0"/>
              <a:t>16-  RECONNAÎT TOUJOURS LA VOIE</a:t>
            </a:r>
            <a:br>
              <a:rPr lang="fr-FR" smtClean="0"/>
            </a:br>
            <a:r>
              <a:rPr lang="fr-FR" smtClean="0"/>
              <a:t>       Always seems to know the way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17-  JE REGARDE À TOI</a:t>
            </a:r>
            <a:br>
              <a:rPr lang="fr-FR" smtClean="0"/>
            </a:br>
            <a:r>
              <a:rPr lang="fr-FR" smtClean="0"/>
              <a:t>      ET TOUT REDEVIENT BON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Then I look at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And the world's alright with me</a:t>
            </a:r>
            <a:br>
              <a:rPr lang="fr-FR" smtClean="0"/>
            </a:br>
            <a:r>
              <a:rPr lang="fr-FR" smtClean="0"/>
              <a:t>18-  UN REGARD VERS TOI</a:t>
            </a:r>
            <a:br>
              <a:rPr lang="fr-FR" smtClean="0"/>
            </a:br>
            <a:r>
              <a:rPr lang="fr-FR" smtClean="0"/>
              <a:t>       ET SAIS QUE JE VAIS PASSER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Just one look at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And I know it's gonna be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	19-  UNE BELLE JOURNÉE</a:t>
            </a:r>
            <a:br>
              <a:rPr lang="fr-FR" smtClean="0"/>
            </a:br>
            <a:r>
              <a:rPr lang="fr-FR" smtClean="0"/>
              <a:t>	       UNE BELLE JOURNÉE…</a:t>
            </a:r>
            <a:br>
              <a:rPr lang="fr-FR" smtClean="0"/>
            </a:br>
            <a:r>
              <a:rPr lang="fr-FR" smtClean="0"/>
              <a:t>               	       A lovely day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 A lovely day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3072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QUAND JE ME LÈVE LE MATIN</a:t>
            </a:r>
            <a:br>
              <a:rPr lang="fr-FR" smtClean="0"/>
            </a:br>
            <a:r>
              <a:rPr lang="fr-FR" smtClean="0"/>
              <a:t>     ET LE SOLEIL M’ÉBLOUIT</a:t>
            </a:r>
          </a:p>
          <a:p>
            <a:r>
              <a:rPr lang="fr-FR" smtClean="0"/>
              <a:t>     When I wake up in the mornin', </a:t>
            </a:r>
          </a:p>
          <a:p>
            <a:r>
              <a:rPr lang="fr-FR" smtClean="0"/>
              <a:t>     Love And the sunlight hurts my eyes</a:t>
            </a:r>
          </a:p>
          <a:p>
            <a:r>
              <a:rPr lang="fr-FR" smtClean="0"/>
              <a:t>2-  QUELQUE CHOSE SANS ME PRÉVENIR</a:t>
            </a:r>
            <a:br>
              <a:rPr lang="fr-FR" smtClean="0"/>
            </a:br>
            <a:r>
              <a:rPr lang="fr-FR" smtClean="0"/>
              <a:t>     VIENS SUBMERGER MON CŒUR</a:t>
            </a:r>
            <a:br>
              <a:rPr lang="fr-FR" smtClean="0"/>
            </a:br>
            <a:r>
              <a:rPr lang="fr-FR" smtClean="0"/>
              <a:t>     And somethin' without warnin', </a:t>
            </a:r>
          </a:p>
          <a:p>
            <a:r>
              <a:rPr lang="fr-FR" smtClean="0"/>
              <a:t>     Love Bears heavy on my mind</a:t>
            </a:r>
          </a:p>
          <a:p>
            <a:endParaRPr lang="fr-FR" smtClean="0"/>
          </a:p>
          <a:p>
            <a:r>
              <a:rPr lang="fr-FR" smtClean="0"/>
              <a:t>3-  JE REGARDE À TOI</a:t>
            </a:r>
            <a:br>
              <a:rPr lang="fr-FR" smtClean="0"/>
            </a:br>
            <a:r>
              <a:rPr lang="fr-FR" smtClean="0"/>
              <a:t>     ET TOUT REDEVIENT BON POUR MOI</a:t>
            </a:r>
          </a:p>
          <a:p>
            <a:r>
              <a:rPr lang="fr-FR" smtClean="0"/>
              <a:t>     Then I look at you</a:t>
            </a:r>
          </a:p>
          <a:p>
            <a:r>
              <a:rPr lang="fr-FR" smtClean="0"/>
              <a:t>     And the world's alright with me</a:t>
            </a:r>
            <a:br>
              <a:rPr lang="fr-FR" smtClean="0"/>
            </a:br>
            <a:r>
              <a:rPr lang="fr-FR" smtClean="0"/>
              <a:t>4-  UN REGARD VERS TOI</a:t>
            </a:r>
            <a:br>
              <a:rPr lang="fr-FR" smtClean="0"/>
            </a:br>
            <a:r>
              <a:rPr lang="fr-FR" smtClean="0"/>
              <a:t>     ET JE SAIS QUE JE VAIS PASSER</a:t>
            </a:r>
          </a:p>
          <a:p>
            <a:r>
              <a:rPr lang="fr-FR" smtClean="0"/>
              <a:t>     Just one look at you</a:t>
            </a:r>
          </a:p>
          <a:p>
            <a:r>
              <a:rPr lang="fr-FR" smtClean="0"/>
              <a:t>     And I know it's gonna be</a:t>
            </a:r>
          </a:p>
          <a:p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  	5-  UNE BELLE JOURNÉE</a:t>
            </a:r>
            <a:br>
              <a:rPr lang="fr-FR" smtClean="0"/>
            </a:br>
            <a:r>
              <a:rPr lang="fr-FR" smtClean="0"/>
              <a:t>	     UNE BELLE JOURNÉE…</a:t>
            </a:r>
          </a:p>
          <a:p>
            <a:r>
              <a:rPr lang="fr-FR" smtClean="0"/>
              <a:t>	     A lovely day</a:t>
            </a:r>
          </a:p>
          <a:p>
            <a:r>
              <a:rPr lang="fr-FR" smtClean="0"/>
              <a:t>	     A lovely day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6-  QUAND LA JOURNÉE QUI SE PRÉSENTE À MOI</a:t>
            </a:r>
          </a:p>
          <a:p>
            <a:r>
              <a:rPr lang="fr-FR" smtClean="0"/>
              <a:t>     When the day that lies ahead of me</a:t>
            </a:r>
            <a:br>
              <a:rPr lang="fr-FR" smtClean="0"/>
            </a:br>
            <a:r>
              <a:rPr lang="fr-FR" smtClean="0"/>
              <a:t>7-  SEMBLE IMPOSSIBLE À AFFRONTER</a:t>
            </a:r>
          </a:p>
          <a:p>
            <a:r>
              <a:rPr lang="fr-FR" smtClean="0"/>
              <a:t>     Seems impossible to face</a:t>
            </a:r>
            <a:br>
              <a:rPr lang="fr-FR" smtClean="0"/>
            </a:br>
            <a:r>
              <a:rPr lang="fr-FR" smtClean="0"/>
              <a:t>8-  ET QUAND QUELQU’UN D’AUTRE QUE MOI</a:t>
            </a:r>
          </a:p>
          <a:p>
            <a:r>
              <a:rPr lang="fr-FR" smtClean="0"/>
              <a:t>     When someone else instead of me</a:t>
            </a:r>
          </a:p>
          <a:p>
            <a:r>
              <a:rPr lang="fr-FR" smtClean="0"/>
              <a:t>9-  RECONNAÎT TOUJOURS LA VOIE</a:t>
            </a:r>
            <a:br>
              <a:rPr lang="fr-FR" smtClean="0"/>
            </a:br>
            <a:r>
              <a:rPr lang="fr-FR" smtClean="0"/>
              <a:t>     Always seems to know the way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10-  JE REGARDE À TOI</a:t>
            </a:r>
            <a:br>
              <a:rPr lang="fr-FR" smtClean="0"/>
            </a:br>
            <a:r>
              <a:rPr lang="fr-FR" smtClean="0"/>
              <a:t>       ET TOUT REDEVIENT BON POUR MOI</a:t>
            </a:r>
          </a:p>
          <a:p>
            <a:r>
              <a:rPr lang="fr-FR" smtClean="0"/>
              <a:t>       Then I look at you</a:t>
            </a:r>
          </a:p>
          <a:p>
            <a:r>
              <a:rPr lang="fr-FR" smtClean="0"/>
              <a:t>       And the world's alright with me</a:t>
            </a:r>
            <a:br>
              <a:rPr lang="fr-FR" smtClean="0"/>
            </a:br>
            <a:r>
              <a:rPr lang="fr-FR" smtClean="0"/>
              <a:t>11-  UN REGARD VERS TOI</a:t>
            </a:r>
            <a:br>
              <a:rPr lang="fr-FR" smtClean="0"/>
            </a:br>
            <a:r>
              <a:rPr lang="fr-FR" smtClean="0"/>
              <a:t>       ET SAIS QUE JE VAIS PASSER</a:t>
            </a:r>
            <a:br>
              <a:rPr lang="fr-FR" smtClean="0"/>
            </a:br>
            <a:r>
              <a:rPr lang="fr-FR" smtClean="0"/>
              <a:t>       Just one look at you</a:t>
            </a:r>
          </a:p>
          <a:p>
            <a:r>
              <a:rPr lang="fr-FR" smtClean="0"/>
              <a:t>       And I know it's gonna be</a:t>
            </a:r>
          </a:p>
          <a:p>
            <a:endParaRPr lang="fr-FR" smtClean="0"/>
          </a:p>
          <a:p>
            <a:r>
              <a:rPr lang="fr-FR" smtClean="0"/>
              <a:t>	12-  UNE BELLE JOURNÉE</a:t>
            </a:r>
            <a:br>
              <a:rPr lang="fr-FR" smtClean="0"/>
            </a:br>
            <a:r>
              <a:rPr lang="fr-FR" smtClean="0"/>
              <a:t>	       UNE BELLE JOURNÉE …</a:t>
            </a:r>
          </a:p>
          <a:p>
            <a:r>
              <a:rPr lang="fr-FR" smtClean="0"/>
              <a:t>                          A lovely day</a:t>
            </a:r>
          </a:p>
          <a:p>
            <a:r>
              <a:rPr lang="fr-FR" smtClean="0"/>
              <a:t>                          A lovely day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13-  QUAND LA JOURNÉE QUI SE PRÉSENTE À MOI</a:t>
            </a:r>
          </a:p>
          <a:p>
            <a:r>
              <a:rPr lang="fr-FR" smtClean="0"/>
              <a:t>       When the day that lies ahead of me</a:t>
            </a:r>
          </a:p>
          <a:p>
            <a:r>
              <a:rPr lang="fr-FR" smtClean="0"/>
              <a:t>14-  SEMBLE IMPOSSIBLE À AFFRONTER</a:t>
            </a:r>
          </a:p>
          <a:p>
            <a:r>
              <a:rPr lang="fr-FR" smtClean="0"/>
              <a:t>       Seems impossible to face</a:t>
            </a:r>
            <a:br>
              <a:rPr lang="fr-FR" smtClean="0"/>
            </a:br>
            <a:r>
              <a:rPr lang="fr-FR" smtClean="0"/>
              <a:t>15-  ET QUAND QUELQU’UN D’AUTRE QUE MOI</a:t>
            </a:r>
          </a:p>
          <a:p>
            <a:r>
              <a:rPr lang="fr-FR" smtClean="0"/>
              <a:t>      And when someone else instead of me</a:t>
            </a:r>
            <a:br>
              <a:rPr lang="fr-FR" smtClean="0"/>
            </a:br>
            <a:r>
              <a:rPr lang="fr-FR" smtClean="0"/>
              <a:t>16-  RECONNAÎT TOUJOURS LA VOIE</a:t>
            </a:r>
            <a:br>
              <a:rPr lang="fr-FR" smtClean="0"/>
            </a:br>
            <a:r>
              <a:rPr lang="fr-FR" smtClean="0"/>
              <a:t>       Always seems to know the way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17-  JE REGARDE À TOI</a:t>
            </a:r>
            <a:br>
              <a:rPr lang="fr-FR" smtClean="0"/>
            </a:br>
            <a:r>
              <a:rPr lang="fr-FR" smtClean="0"/>
              <a:t>      ET TOUT REDEVIENT BON POUR MOI</a:t>
            </a:r>
          </a:p>
          <a:p>
            <a:r>
              <a:rPr lang="fr-FR" smtClean="0"/>
              <a:t>      Then I look at you</a:t>
            </a:r>
          </a:p>
          <a:p>
            <a:r>
              <a:rPr lang="fr-FR" smtClean="0"/>
              <a:t>      And the world's alright with me</a:t>
            </a:r>
            <a:br>
              <a:rPr lang="fr-FR" smtClean="0"/>
            </a:br>
            <a:r>
              <a:rPr lang="fr-FR" smtClean="0"/>
              <a:t>18-  UN REGARD VERS TOI</a:t>
            </a:r>
            <a:br>
              <a:rPr lang="fr-FR" smtClean="0"/>
            </a:br>
            <a:r>
              <a:rPr lang="fr-FR" smtClean="0"/>
              <a:t>       ET SAIS QUE JE VAIS PASSER</a:t>
            </a:r>
          </a:p>
          <a:p>
            <a:r>
              <a:rPr lang="fr-FR" smtClean="0"/>
              <a:t>       Just one look at you</a:t>
            </a:r>
          </a:p>
          <a:p>
            <a:r>
              <a:rPr lang="fr-FR" smtClean="0"/>
              <a:t>       And I know it's gonna be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	19-  UNE BELLE JOURNÉE</a:t>
            </a:r>
            <a:br>
              <a:rPr lang="fr-FR" smtClean="0"/>
            </a:br>
            <a:r>
              <a:rPr lang="fr-FR" smtClean="0"/>
              <a:t>	       UNE BELLE JOURNÉE…</a:t>
            </a:r>
            <a:br>
              <a:rPr lang="fr-FR" smtClean="0"/>
            </a:br>
            <a:r>
              <a:rPr lang="fr-FR" smtClean="0"/>
              <a:t>               	       A lovely day</a:t>
            </a:r>
          </a:p>
          <a:p>
            <a:r>
              <a:rPr lang="fr-FR" smtClean="0"/>
              <a:t>                          A lovely day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QUAND JE ME LÈVE LE MATIN</a:t>
            </a:r>
            <a:br>
              <a:rPr lang="fr-FR" smtClean="0"/>
            </a:br>
            <a:r>
              <a:rPr lang="fr-FR" smtClean="0"/>
              <a:t>     ET LE SOLEIL M’ÉBLOUIT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When I wake up in the mornin',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Love And the sunlight hurts my eyes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QUELQUE CHOSE SANS ME PRÉVENIR</a:t>
            </a:r>
            <a:br>
              <a:rPr lang="fr-FR" smtClean="0"/>
            </a:br>
            <a:r>
              <a:rPr lang="fr-FR" smtClean="0"/>
              <a:t>     VIENS SUBMERGER MON CŒUR</a:t>
            </a:r>
            <a:br>
              <a:rPr lang="fr-FR" smtClean="0"/>
            </a:br>
            <a:r>
              <a:rPr lang="fr-FR" smtClean="0"/>
              <a:t>     And somethin' without warnin',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Love Bears heavy on my mind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JE REGARDE À TOI</a:t>
            </a:r>
            <a:br>
              <a:rPr lang="fr-FR" smtClean="0"/>
            </a:br>
            <a:r>
              <a:rPr lang="fr-FR" smtClean="0"/>
              <a:t>     ET TOUT REDEVIENT BON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Then I look at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And the world's alright with me</a:t>
            </a:r>
            <a:br>
              <a:rPr lang="fr-FR" smtClean="0"/>
            </a:br>
            <a:r>
              <a:rPr lang="fr-FR" smtClean="0"/>
              <a:t>4-  UN REGARD VERS TOI</a:t>
            </a:r>
            <a:br>
              <a:rPr lang="fr-FR" smtClean="0"/>
            </a:br>
            <a:r>
              <a:rPr lang="fr-FR" smtClean="0"/>
              <a:t>     ET JE SAIS QUE JE VAIS PASSER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Just one look at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And I know it's gonna be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	5-  UNE BELLE JOURNÉE</a:t>
            </a:r>
            <a:br>
              <a:rPr lang="fr-FR" smtClean="0"/>
            </a:br>
            <a:r>
              <a:rPr lang="fr-FR" smtClean="0"/>
              <a:t>	     UNE BELLE JOURNÉE…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A lovely day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A lovely day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6-  QUAND LA JOURNÉE QUI SE PRÉSENTE À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When the day that lies ahead of me</a:t>
            </a:r>
            <a:br>
              <a:rPr lang="fr-FR" smtClean="0"/>
            </a:br>
            <a:r>
              <a:rPr lang="fr-FR" smtClean="0"/>
              <a:t>7-  SEMBLE IMPOSSIBLE À AFFRONTER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Seems impossible to face</a:t>
            </a:r>
            <a:br>
              <a:rPr lang="fr-FR" smtClean="0"/>
            </a:br>
            <a:r>
              <a:rPr lang="fr-FR" smtClean="0"/>
              <a:t>8-  ET QUAND QUELQU’UN D’AUTRE QUE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When someone else instead of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RECONNAÎT TOUJOURS LA VOIE</a:t>
            </a:r>
            <a:br>
              <a:rPr lang="fr-FR" smtClean="0"/>
            </a:br>
            <a:r>
              <a:rPr lang="fr-FR" smtClean="0"/>
              <a:t>     Always seems to know the way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10-  JE REGARDE À TOI</a:t>
            </a:r>
            <a:br>
              <a:rPr lang="fr-FR" smtClean="0"/>
            </a:br>
            <a:r>
              <a:rPr lang="fr-FR" smtClean="0"/>
              <a:t>       ET TOUT REDEVIENT BON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Then I look at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And the world's alright with me</a:t>
            </a:r>
            <a:br>
              <a:rPr lang="fr-FR" smtClean="0"/>
            </a:br>
            <a:r>
              <a:rPr lang="fr-FR" smtClean="0"/>
              <a:t>11-  UN REGARD VERS TOI</a:t>
            </a:r>
            <a:br>
              <a:rPr lang="fr-FR" smtClean="0"/>
            </a:br>
            <a:r>
              <a:rPr lang="fr-FR" smtClean="0"/>
              <a:t>       ET SAIS QUE JE VAIS PASSER</a:t>
            </a:r>
            <a:br>
              <a:rPr lang="fr-FR" smtClean="0"/>
            </a:br>
            <a:r>
              <a:rPr lang="fr-FR" smtClean="0"/>
              <a:t>       Just one look at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And I know it's gonna be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12-  UNE BELLE JOURNÉE</a:t>
            </a:r>
            <a:br>
              <a:rPr lang="fr-FR" smtClean="0"/>
            </a:br>
            <a:r>
              <a:rPr lang="fr-FR" smtClean="0"/>
              <a:t>	       UNE BELLE JOURNÉE …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 A lovely day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 A lovely day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13-  QUAND LA JOURNÉE QUI SE PRÉSENTE À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When the day that lies ahead of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SEMBLE IMPOSSIBLE À AFFRONTER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Seems impossible to face</a:t>
            </a:r>
            <a:br>
              <a:rPr lang="fr-FR" smtClean="0"/>
            </a:br>
            <a:r>
              <a:rPr lang="fr-FR" smtClean="0"/>
              <a:t>15-  ET QUAND QUELQU’UN D’AUTRE QUE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And when someone else instead of me</a:t>
            </a:r>
            <a:br>
              <a:rPr lang="fr-FR" smtClean="0"/>
            </a:br>
            <a:r>
              <a:rPr lang="fr-FR" smtClean="0"/>
              <a:t>16-  RECONNAÎT TOUJOURS LA VOIE</a:t>
            </a:r>
            <a:br>
              <a:rPr lang="fr-FR" smtClean="0"/>
            </a:br>
            <a:r>
              <a:rPr lang="fr-FR" smtClean="0"/>
              <a:t>       Always seems to know the way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17-  JE REGARDE À TOI</a:t>
            </a:r>
            <a:br>
              <a:rPr lang="fr-FR" smtClean="0"/>
            </a:br>
            <a:r>
              <a:rPr lang="fr-FR" smtClean="0"/>
              <a:t>      ET TOUT REDEVIENT BON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Then I look at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And the world's alright with me</a:t>
            </a:r>
            <a:br>
              <a:rPr lang="fr-FR" smtClean="0"/>
            </a:br>
            <a:r>
              <a:rPr lang="fr-FR" smtClean="0"/>
              <a:t>18-  UN REGARD VERS TOI</a:t>
            </a:r>
            <a:br>
              <a:rPr lang="fr-FR" smtClean="0"/>
            </a:br>
            <a:r>
              <a:rPr lang="fr-FR" smtClean="0"/>
              <a:t>       ET SAIS QUE JE VAIS PASSER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Just one look at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And I know it's gonna be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	19-  UNE BELLE JOURNÉE</a:t>
            </a:r>
            <a:br>
              <a:rPr lang="fr-FR" smtClean="0"/>
            </a:br>
            <a:r>
              <a:rPr lang="fr-FR" smtClean="0"/>
              <a:t>	       UNE BELLE JOURNÉE…</a:t>
            </a:r>
            <a:br>
              <a:rPr lang="fr-FR" smtClean="0"/>
            </a:br>
            <a:r>
              <a:rPr lang="fr-FR" smtClean="0"/>
              <a:t>               	       A lovely day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 A lovely day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3174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QUAND JE ME LÈVE LE MATIN</a:t>
            </a:r>
            <a:br>
              <a:rPr lang="fr-FR" smtClean="0"/>
            </a:br>
            <a:r>
              <a:rPr lang="fr-FR" smtClean="0"/>
              <a:t>     ET LE SOLEIL M’ÉBLOUIT</a:t>
            </a:r>
          </a:p>
          <a:p>
            <a:r>
              <a:rPr lang="fr-FR" smtClean="0"/>
              <a:t>     When I wake up in the mornin', </a:t>
            </a:r>
          </a:p>
          <a:p>
            <a:r>
              <a:rPr lang="fr-FR" smtClean="0"/>
              <a:t>     Love And the sunlight hurts my eyes</a:t>
            </a:r>
          </a:p>
          <a:p>
            <a:r>
              <a:rPr lang="fr-FR" smtClean="0"/>
              <a:t>2-  QUELQUE CHOSE SANS ME PRÉVENIR</a:t>
            </a:r>
            <a:br>
              <a:rPr lang="fr-FR" smtClean="0"/>
            </a:br>
            <a:r>
              <a:rPr lang="fr-FR" smtClean="0"/>
              <a:t>     VIENS SUBMERGER MON CŒUR</a:t>
            </a:r>
            <a:br>
              <a:rPr lang="fr-FR" smtClean="0"/>
            </a:br>
            <a:r>
              <a:rPr lang="fr-FR" smtClean="0"/>
              <a:t>     And somethin' without warnin', </a:t>
            </a:r>
          </a:p>
          <a:p>
            <a:r>
              <a:rPr lang="fr-FR" smtClean="0"/>
              <a:t>     Love Bears heavy on my mind</a:t>
            </a:r>
          </a:p>
          <a:p>
            <a:endParaRPr lang="fr-FR" smtClean="0"/>
          </a:p>
          <a:p>
            <a:r>
              <a:rPr lang="fr-FR" smtClean="0"/>
              <a:t>3-  JE REGARDE À TOI</a:t>
            </a:r>
            <a:br>
              <a:rPr lang="fr-FR" smtClean="0"/>
            </a:br>
            <a:r>
              <a:rPr lang="fr-FR" smtClean="0"/>
              <a:t>     ET TOUT REDEVIENT BON POUR MOI</a:t>
            </a:r>
          </a:p>
          <a:p>
            <a:r>
              <a:rPr lang="fr-FR" smtClean="0"/>
              <a:t>     Then I look at you</a:t>
            </a:r>
          </a:p>
          <a:p>
            <a:r>
              <a:rPr lang="fr-FR" smtClean="0"/>
              <a:t>     And the world's alright with me</a:t>
            </a:r>
            <a:br>
              <a:rPr lang="fr-FR" smtClean="0"/>
            </a:br>
            <a:r>
              <a:rPr lang="fr-FR" smtClean="0"/>
              <a:t>4-  UN REGARD VERS TOI</a:t>
            </a:r>
            <a:br>
              <a:rPr lang="fr-FR" smtClean="0"/>
            </a:br>
            <a:r>
              <a:rPr lang="fr-FR" smtClean="0"/>
              <a:t>     ET JE SAIS QUE JE VAIS PASSER</a:t>
            </a:r>
          </a:p>
          <a:p>
            <a:r>
              <a:rPr lang="fr-FR" smtClean="0"/>
              <a:t>     Just one look at you</a:t>
            </a:r>
          </a:p>
          <a:p>
            <a:r>
              <a:rPr lang="fr-FR" smtClean="0"/>
              <a:t>     And I know it's gonna be</a:t>
            </a:r>
          </a:p>
          <a:p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  	5-  UNE BELLE JOURNÉE</a:t>
            </a:r>
            <a:br>
              <a:rPr lang="fr-FR" smtClean="0"/>
            </a:br>
            <a:r>
              <a:rPr lang="fr-FR" smtClean="0"/>
              <a:t>	     UNE BELLE JOURNÉE…</a:t>
            </a:r>
          </a:p>
          <a:p>
            <a:r>
              <a:rPr lang="fr-FR" smtClean="0"/>
              <a:t>	     A lovely day</a:t>
            </a:r>
          </a:p>
          <a:p>
            <a:r>
              <a:rPr lang="fr-FR" smtClean="0"/>
              <a:t>	     A lovely day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6-  QUAND LA JOURNÉE QUI SE PRÉSENTE À MOI</a:t>
            </a:r>
          </a:p>
          <a:p>
            <a:r>
              <a:rPr lang="fr-FR" smtClean="0"/>
              <a:t>     When the day that lies ahead of me</a:t>
            </a:r>
            <a:br>
              <a:rPr lang="fr-FR" smtClean="0"/>
            </a:br>
            <a:r>
              <a:rPr lang="fr-FR" smtClean="0"/>
              <a:t>7-  SEMBLE IMPOSSIBLE À AFFRONTER</a:t>
            </a:r>
          </a:p>
          <a:p>
            <a:r>
              <a:rPr lang="fr-FR" smtClean="0"/>
              <a:t>     Seems impossible to face</a:t>
            </a:r>
            <a:br>
              <a:rPr lang="fr-FR" smtClean="0"/>
            </a:br>
            <a:r>
              <a:rPr lang="fr-FR" smtClean="0"/>
              <a:t>8-  ET QUAND QUELQU’UN D’AUTRE QUE MOI</a:t>
            </a:r>
          </a:p>
          <a:p>
            <a:r>
              <a:rPr lang="fr-FR" smtClean="0"/>
              <a:t>     When someone else instead of me</a:t>
            </a:r>
          </a:p>
          <a:p>
            <a:r>
              <a:rPr lang="fr-FR" smtClean="0"/>
              <a:t>9-  RECONNAÎT TOUJOURS LA VOIE</a:t>
            </a:r>
            <a:br>
              <a:rPr lang="fr-FR" smtClean="0"/>
            </a:br>
            <a:r>
              <a:rPr lang="fr-FR" smtClean="0"/>
              <a:t>     Always seems to know the way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10-  JE REGARDE À TOI</a:t>
            </a:r>
            <a:br>
              <a:rPr lang="fr-FR" smtClean="0"/>
            </a:br>
            <a:r>
              <a:rPr lang="fr-FR" smtClean="0"/>
              <a:t>       ET TOUT REDEVIENT BON POUR MOI</a:t>
            </a:r>
          </a:p>
          <a:p>
            <a:r>
              <a:rPr lang="fr-FR" smtClean="0"/>
              <a:t>       Then I look at you</a:t>
            </a:r>
          </a:p>
          <a:p>
            <a:r>
              <a:rPr lang="fr-FR" smtClean="0"/>
              <a:t>       And the world's alright with me</a:t>
            </a:r>
            <a:br>
              <a:rPr lang="fr-FR" smtClean="0"/>
            </a:br>
            <a:r>
              <a:rPr lang="fr-FR" smtClean="0"/>
              <a:t>11-  UN REGARD VERS TOI</a:t>
            </a:r>
            <a:br>
              <a:rPr lang="fr-FR" smtClean="0"/>
            </a:br>
            <a:r>
              <a:rPr lang="fr-FR" smtClean="0"/>
              <a:t>       ET SAIS QUE JE VAIS PASSER</a:t>
            </a:r>
            <a:br>
              <a:rPr lang="fr-FR" smtClean="0"/>
            </a:br>
            <a:r>
              <a:rPr lang="fr-FR" smtClean="0"/>
              <a:t>       Just one look at you</a:t>
            </a:r>
          </a:p>
          <a:p>
            <a:r>
              <a:rPr lang="fr-FR" smtClean="0"/>
              <a:t>       And I know it's gonna be</a:t>
            </a:r>
          </a:p>
          <a:p>
            <a:endParaRPr lang="fr-FR" smtClean="0"/>
          </a:p>
          <a:p>
            <a:r>
              <a:rPr lang="fr-FR" smtClean="0"/>
              <a:t>	12-  UNE BELLE JOURNÉE</a:t>
            </a:r>
            <a:br>
              <a:rPr lang="fr-FR" smtClean="0"/>
            </a:br>
            <a:r>
              <a:rPr lang="fr-FR" smtClean="0"/>
              <a:t>	       UNE BELLE JOURNÉE …</a:t>
            </a:r>
          </a:p>
          <a:p>
            <a:r>
              <a:rPr lang="fr-FR" smtClean="0"/>
              <a:t>                          A lovely day</a:t>
            </a:r>
          </a:p>
          <a:p>
            <a:r>
              <a:rPr lang="fr-FR" smtClean="0"/>
              <a:t>                          A lovely day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13-  QUAND LA JOURNÉE QUI SE PRÉSENTE À MOI</a:t>
            </a:r>
          </a:p>
          <a:p>
            <a:r>
              <a:rPr lang="fr-FR" smtClean="0"/>
              <a:t>       When the day that lies ahead of me</a:t>
            </a:r>
          </a:p>
          <a:p>
            <a:r>
              <a:rPr lang="fr-FR" smtClean="0"/>
              <a:t>14-  SEMBLE IMPOSSIBLE À AFFRONTER</a:t>
            </a:r>
          </a:p>
          <a:p>
            <a:r>
              <a:rPr lang="fr-FR" smtClean="0"/>
              <a:t>       Seems impossible to face</a:t>
            </a:r>
            <a:br>
              <a:rPr lang="fr-FR" smtClean="0"/>
            </a:br>
            <a:r>
              <a:rPr lang="fr-FR" smtClean="0"/>
              <a:t>15-  ET QUAND QUELQU’UN D’AUTRE QUE MOI</a:t>
            </a:r>
          </a:p>
          <a:p>
            <a:r>
              <a:rPr lang="fr-FR" smtClean="0"/>
              <a:t>      And when someone else instead of me</a:t>
            </a:r>
            <a:br>
              <a:rPr lang="fr-FR" smtClean="0"/>
            </a:br>
            <a:r>
              <a:rPr lang="fr-FR" smtClean="0"/>
              <a:t>16-  RECONNAÎT TOUJOURS LA VOIE</a:t>
            </a:r>
            <a:br>
              <a:rPr lang="fr-FR" smtClean="0"/>
            </a:br>
            <a:r>
              <a:rPr lang="fr-FR" smtClean="0"/>
              <a:t>       Always seems to know the way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17-  JE REGARDE À TOI</a:t>
            </a:r>
            <a:br>
              <a:rPr lang="fr-FR" smtClean="0"/>
            </a:br>
            <a:r>
              <a:rPr lang="fr-FR" smtClean="0"/>
              <a:t>      ET TOUT REDEVIENT BON POUR MOI</a:t>
            </a:r>
          </a:p>
          <a:p>
            <a:r>
              <a:rPr lang="fr-FR" smtClean="0"/>
              <a:t>      Then I look at you</a:t>
            </a:r>
          </a:p>
          <a:p>
            <a:r>
              <a:rPr lang="fr-FR" smtClean="0"/>
              <a:t>      And the world's alright with me</a:t>
            </a:r>
            <a:br>
              <a:rPr lang="fr-FR" smtClean="0"/>
            </a:br>
            <a:r>
              <a:rPr lang="fr-FR" smtClean="0"/>
              <a:t>18-  UN REGARD VERS TOI</a:t>
            </a:r>
            <a:br>
              <a:rPr lang="fr-FR" smtClean="0"/>
            </a:br>
            <a:r>
              <a:rPr lang="fr-FR" smtClean="0"/>
              <a:t>       ET SAIS QUE JE VAIS PASSER</a:t>
            </a:r>
          </a:p>
          <a:p>
            <a:r>
              <a:rPr lang="fr-FR" smtClean="0"/>
              <a:t>       Just one look at you</a:t>
            </a:r>
          </a:p>
          <a:p>
            <a:r>
              <a:rPr lang="fr-FR" smtClean="0"/>
              <a:t>       And I know it's gonna be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	19-  UNE BELLE JOURNÉE</a:t>
            </a:r>
            <a:br>
              <a:rPr lang="fr-FR" smtClean="0"/>
            </a:br>
            <a:r>
              <a:rPr lang="fr-FR" smtClean="0"/>
              <a:t>	       UNE BELLE JOURNÉE…</a:t>
            </a:r>
            <a:br>
              <a:rPr lang="fr-FR" smtClean="0"/>
            </a:br>
            <a:r>
              <a:rPr lang="fr-FR" smtClean="0"/>
              <a:t>               	       A lovely day</a:t>
            </a:r>
          </a:p>
          <a:p>
            <a:r>
              <a:rPr lang="fr-FR" smtClean="0"/>
              <a:t>                          A lovely day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QUAND JE ME LÈVE LE MATIN</a:t>
            </a:r>
            <a:br>
              <a:rPr lang="fr-FR" smtClean="0"/>
            </a:br>
            <a:r>
              <a:rPr lang="fr-FR" smtClean="0"/>
              <a:t>     ET LE SOLEIL M’ÉBLOUIT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When I wake up in the mornin',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Love And the sunlight hurts my eyes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QUELQUE CHOSE SANS ME PRÉVENIR</a:t>
            </a:r>
            <a:br>
              <a:rPr lang="fr-FR" smtClean="0"/>
            </a:br>
            <a:r>
              <a:rPr lang="fr-FR" smtClean="0"/>
              <a:t>     VIENS SUBMERGER MON CŒUR</a:t>
            </a:r>
            <a:br>
              <a:rPr lang="fr-FR" smtClean="0"/>
            </a:br>
            <a:r>
              <a:rPr lang="fr-FR" smtClean="0"/>
              <a:t>     And somethin' without warnin',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Love Bears heavy on my mind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JE REGARDE À TOI</a:t>
            </a:r>
            <a:br>
              <a:rPr lang="fr-FR" smtClean="0"/>
            </a:br>
            <a:r>
              <a:rPr lang="fr-FR" smtClean="0"/>
              <a:t>     ET TOUT REDEVIENT BON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Then I look at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And the world's alright with me</a:t>
            </a:r>
            <a:br>
              <a:rPr lang="fr-FR" smtClean="0"/>
            </a:br>
            <a:r>
              <a:rPr lang="fr-FR" smtClean="0"/>
              <a:t>4-  UN REGARD VERS TOI</a:t>
            </a:r>
            <a:br>
              <a:rPr lang="fr-FR" smtClean="0"/>
            </a:br>
            <a:r>
              <a:rPr lang="fr-FR" smtClean="0"/>
              <a:t>     ET JE SAIS QUE JE VAIS PASSER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Just one look at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And I know it's gonna be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	5-  UNE BELLE JOURNÉE</a:t>
            </a:r>
            <a:br>
              <a:rPr lang="fr-FR" smtClean="0"/>
            </a:br>
            <a:r>
              <a:rPr lang="fr-FR" smtClean="0"/>
              <a:t>	     UNE BELLE JOURNÉE…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A lovely day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A lovely day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6-  QUAND LA JOURNÉE QUI SE PRÉSENTE À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When the day that lies ahead of me</a:t>
            </a:r>
            <a:br>
              <a:rPr lang="fr-FR" smtClean="0"/>
            </a:br>
            <a:r>
              <a:rPr lang="fr-FR" smtClean="0"/>
              <a:t>7-  SEMBLE IMPOSSIBLE À AFFRONTER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Seems impossible to face</a:t>
            </a:r>
            <a:br>
              <a:rPr lang="fr-FR" smtClean="0"/>
            </a:br>
            <a:r>
              <a:rPr lang="fr-FR" smtClean="0"/>
              <a:t>8-  ET QUAND QUELQU’UN D’AUTRE QUE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When someone else instead of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RECONNAÎT TOUJOURS LA VOIE</a:t>
            </a:r>
            <a:br>
              <a:rPr lang="fr-FR" smtClean="0"/>
            </a:br>
            <a:r>
              <a:rPr lang="fr-FR" smtClean="0"/>
              <a:t>     Always seems to know the way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10-  JE REGARDE À TOI</a:t>
            </a:r>
            <a:br>
              <a:rPr lang="fr-FR" smtClean="0"/>
            </a:br>
            <a:r>
              <a:rPr lang="fr-FR" smtClean="0"/>
              <a:t>       ET TOUT REDEVIENT BON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Then I look at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And the world's alright with me</a:t>
            </a:r>
            <a:br>
              <a:rPr lang="fr-FR" smtClean="0"/>
            </a:br>
            <a:r>
              <a:rPr lang="fr-FR" smtClean="0"/>
              <a:t>11-  UN REGARD VERS TOI</a:t>
            </a:r>
            <a:br>
              <a:rPr lang="fr-FR" smtClean="0"/>
            </a:br>
            <a:r>
              <a:rPr lang="fr-FR" smtClean="0"/>
              <a:t>       ET SAIS QUE JE VAIS PASSER</a:t>
            </a:r>
            <a:br>
              <a:rPr lang="fr-FR" smtClean="0"/>
            </a:br>
            <a:r>
              <a:rPr lang="fr-FR" smtClean="0"/>
              <a:t>       Just one look at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And I know it's gonna be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12-  UNE BELLE JOURNÉE</a:t>
            </a:r>
            <a:br>
              <a:rPr lang="fr-FR" smtClean="0"/>
            </a:br>
            <a:r>
              <a:rPr lang="fr-FR" smtClean="0"/>
              <a:t>	       UNE BELLE JOURNÉE …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 A lovely day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 A lovely day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13-  QUAND LA JOURNÉE QUI SE PRÉSENTE À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When the day that lies ahead of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SEMBLE IMPOSSIBLE À AFFRONTER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Seems impossible to face</a:t>
            </a:r>
            <a:br>
              <a:rPr lang="fr-FR" smtClean="0"/>
            </a:br>
            <a:r>
              <a:rPr lang="fr-FR" smtClean="0"/>
              <a:t>15-  ET QUAND QUELQU’UN D’AUTRE QUE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And when someone else instead of me</a:t>
            </a:r>
            <a:br>
              <a:rPr lang="fr-FR" smtClean="0"/>
            </a:br>
            <a:r>
              <a:rPr lang="fr-FR" smtClean="0"/>
              <a:t>16-  RECONNAÎT TOUJOURS LA VOIE</a:t>
            </a:r>
            <a:br>
              <a:rPr lang="fr-FR" smtClean="0"/>
            </a:br>
            <a:r>
              <a:rPr lang="fr-FR" smtClean="0"/>
              <a:t>       Always seems to know the way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17-  JE REGARDE À TOI</a:t>
            </a:r>
            <a:br>
              <a:rPr lang="fr-FR" smtClean="0"/>
            </a:br>
            <a:r>
              <a:rPr lang="fr-FR" smtClean="0"/>
              <a:t>      ET TOUT REDEVIENT BON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Then I look at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And the world's alright with me</a:t>
            </a:r>
            <a:br>
              <a:rPr lang="fr-FR" smtClean="0"/>
            </a:br>
            <a:r>
              <a:rPr lang="fr-FR" smtClean="0"/>
              <a:t>18-  UN REGARD VERS TOI</a:t>
            </a:r>
            <a:br>
              <a:rPr lang="fr-FR" smtClean="0"/>
            </a:br>
            <a:r>
              <a:rPr lang="fr-FR" smtClean="0"/>
              <a:t>       ET SAIS QUE JE VAIS PASSER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Just one look at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And I know it's gonna be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	19-  UNE BELLE JOURNÉE</a:t>
            </a:r>
            <a:br>
              <a:rPr lang="fr-FR" smtClean="0"/>
            </a:br>
            <a:r>
              <a:rPr lang="fr-FR" smtClean="0"/>
              <a:t>	       UNE BELLE JOURNÉE…</a:t>
            </a:r>
            <a:br>
              <a:rPr lang="fr-FR" smtClean="0"/>
            </a:br>
            <a:r>
              <a:rPr lang="fr-FR" smtClean="0"/>
              <a:t>               	       A lovely day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 A lovely day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3277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QUAND JE ME LÈVE LE MATIN</a:t>
            </a:r>
            <a:br>
              <a:rPr lang="fr-FR" smtClean="0"/>
            </a:br>
            <a:r>
              <a:rPr lang="fr-FR" smtClean="0"/>
              <a:t>     ET LE SOLEIL M’ÉBLOUIT</a:t>
            </a:r>
          </a:p>
          <a:p>
            <a:r>
              <a:rPr lang="fr-FR" smtClean="0"/>
              <a:t>     When I wake up in the mornin', </a:t>
            </a:r>
          </a:p>
          <a:p>
            <a:r>
              <a:rPr lang="fr-FR" smtClean="0"/>
              <a:t>     Love And the sunlight hurts my eyes</a:t>
            </a:r>
          </a:p>
          <a:p>
            <a:r>
              <a:rPr lang="fr-FR" smtClean="0"/>
              <a:t>2-  QUELQUE CHOSE SANS ME PRÉVENIR</a:t>
            </a:r>
            <a:br>
              <a:rPr lang="fr-FR" smtClean="0"/>
            </a:br>
            <a:r>
              <a:rPr lang="fr-FR" smtClean="0"/>
              <a:t>     VIENS SUBMERGER MON CŒUR</a:t>
            </a:r>
            <a:br>
              <a:rPr lang="fr-FR" smtClean="0"/>
            </a:br>
            <a:r>
              <a:rPr lang="fr-FR" smtClean="0"/>
              <a:t>     And somethin' without warnin', </a:t>
            </a:r>
          </a:p>
          <a:p>
            <a:r>
              <a:rPr lang="fr-FR" smtClean="0"/>
              <a:t>     Love Bears heavy on my mind</a:t>
            </a:r>
          </a:p>
          <a:p>
            <a:endParaRPr lang="fr-FR" smtClean="0"/>
          </a:p>
          <a:p>
            <a:r>
              <a:rPr lang="fr-FR" smtClean="0"/>
              <a:t>3-  JE REGARDE À TOI</a:t>
            </a:r>
            <a:br>
              <a:rPr lang="fr-FR" smtClean="0"/>
            </a:br>
            <a:r>
              <a:rPr lang="fr-FR" smtClean="0"/>
              <a:t>     ET TOUT REDEVIENT BON POUR MOI</a:t>
            </a:r>
          </a:p>
          <a:p>
            <a:r>
              <a:rPr lang="fr-FR" smtClean="0"/>
              <a:t>     Then I look at you</a:t>
            </a:r>
          </a:p>
          <a:p>
            <a:r>
              <a:rPr lang="fr-FR" smtClean="0"/>
              <a:t>     And the world's alright with me</a:t>
            </a:r>
            <a:br>
              <a:rPr lang="fr-FR" smtClean="0"/>
            </a:br>
            <a:r>
              <a:rPr lang="fr-FR" smtClean="0"/>
              <a:t>4-  UN REGARD VERS TOI</a:t>
            </a:r>
            <a:br>
              <a:rPr lang="fr-FR" smtClean="0"/>
            </a:br>
            <a:r>
              <a:rPr lang="fr-FR" smtClean="0"/>
              <a:t>     ET JE SAIS QUE JE VAIS PASSER</a:t>
            </a:r>
          </a:p>
          <a:p>
            <a:r>
              <a:rPr lang="fr-FR" smtClean="0"/>
              <a:t>     Just one look at you</a:t>
            </a:r>
          </a:p>
          <a:p>
            <a:r>
              <a:rPr lang="fr-FR" smtClean="0"/>
              <a:t>     And I know it's gonna be</a:t>
            </a:r>
          </a:p>
          <a:p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  	5-  UNE BELLE JOURNÉE</a:t>
            </a:r>
            <a:br>
              <a:rPr lang="fr-FR" smtClean="0"/>
            </a:br>
            <a:r>
              <a:rPr lang="fr-FR" smtClean="0"/>
              <a:t>	     UNE BELLE JOURNÉE…</a:t>
            </a:r>
          </a:p>
          <a:p>
            <a:r>
              <a:rPr lang="fr-FR" smtClean="0"/>
              <a:t>	     A lovely day</a:t>
            </a:r>
          </a:p>
          <a:p>
            <a:r>
              <a:rPr lang="fr-FR" smtClean="0"/>
              <a:t>	     A lovely day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6-  QUAND LA JOURNÉE QUI SE PRÉSENTE À MOI</a:t>
            </a:r>
          </a:p>
          <a:p>
            <a:r>
              <a:rPr lang="fr-FR" smtClean="0"/>
              <a:t>     When the day that lies ahead of me</a:t>
            </a:r>
            <a:br>
              <a:rPr lang="fr-FR" smtClean="0"/>
            </a:br>
            <a:r>
              <a:rPr lang="fr-FR" smtClean="0"/>
              <a:t>7-  SEMBLE IMPOSSIBLE À AFFRONTER</a:t>
            </a:r>
          </a:p>
          <a:p>
            <a:r>
              <a:rPr lang="fr-FR" smtClean="0"/>
              <a:t>     Seems impossible to face</a:t>
            </a:r>
            <a:br>
              <a:rPr lang="fr-FR" smtClean="0"/>
            </a:br>
            <a:r>
              <a:rPr lang="fr-FR" smtClean="0"/>
              <a:t>8-  ET QUAND QUELQU’UN D’AUTRE QUE MOI</a:t>
            </a:r>
          </a:p>
          <a:p>
            <a:r>
              <a:rPr lang="fr-FR" smtClean="0"/>
              <a:t>     When someone else instead of me</a:t>
            </a:r>
          </a:p>
          <a:p>
            <a:r>
              <a:rPr lang="fr-FR" smtClean="0"/>
              <a:t>9-  RECONNAÎT TOUJOURS LA VOIE</a:t>
            </a:r>
            <a:br>
              <a:rPr lang="fr-FR" smtClean="0"/>
            </a:br>
            <a:r>
              <a:rPr lang="fr-FR" smtClean="0"/>
              <a:t>     Always seems to know the way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10-  JE REGARDE À TOI</a:t>
            </a:r>
            <a:br>
              <a:rPr lang="fr-FR" smtClean="0"/>
            </a:br>
            <a:r>
              <a:rPr lang="fr-FR" smtClean="0"/>
              <a:t>       ET TOUT REDEVIENT BON POUR MOI</a:t>
            </a:r>
          </a:p>
          <a:p>
            <a:r>
              <a:rPr lang="fr-FR" smtClean="0"/>
              <a:t>       Then I look at you</a:t>
            </a:r>
          </a:p>
          <a:p>
            <a:r>
              <a:rPr lang="fr-FR" smtClean="0"/>
              <a:t>       And the world's alright with me</a:t>
            </a:r>
            <a:br>
              <a:rPr lang="fr-FR" smtClean="0"/>
            </a:br>
            <a:r>
              <a:rPr lang="fr-FR" smtClean="0"/>
              <a:t>11-  UN REGARD VERS TOI</a:t>
            </a:r>
            <a:br>
              <a:rPr lang="fr-FR" smtClean="0"/>
            </a:br>
            <a:r>
              <a:rPr lang="fr-FR" smtClean="0"/>
              <a:t>       ET SAIS QUE JE VAIS PASSER</a:t>
            </a:r>
            <a:br>
              <a:rPr lang="fr-FR" smtClean="0"/>
            </a:br>
            <a:r>
              <a:rPr lang="fr-FR" smtClean="0"/>
              <a:t>       Just one look at you</a:t>
            </a:r>
          </a:p>
          <a:p>
            <a:r>
              <a:rPr lang="fr-FR" smtClean="0"/>
              <a:t>       And I know it's gonna be</a:t>
            </a:r>
          </a:p>
          <a:p>
            <a:endParaRPr lang="fr-FR" smtClean="0"/>
          </a:p>
          <a:p>
            <a:r>
              <a:rPr lang="fr-FR" smtClean="0"/>
              <a:t>	12-  UNE BELLE JOURNÉE</a:t>
            </a:r>
            <a:br>
              <a:rPr lang="fr-FR" smtClean="0"/>
            </a:br>
            <a:r>
              <a:rPr lang="fr-FR" smtClean="0"/>
              <a:t>	       UNE BELLE JOURNÉE …</a:t>
            </a:r>
          </a:p>
          <a:p>
            <a:r>
              <a:rPr lang="fr-FR" smtClean="0"/>
              <a:t>                          A lovely day</a:t>
            </a:r>
          </a:p>
          <a:p>
            <a:r>
              <a:rPr lang="fr-FR" smtClean="0"/>
              <a:t>                          A lovely day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13-  QUAND LA JOURNÉE QUI SE PRÉSENTE À MOI</a:t>
            </a:r>
          </a:p>
          <a:p>
            <a:r>
              <a:rPr lang="fr-FR" smtClean="0"/>
              <a:t>       When the day that lies ahead of me</a:t>
            </a:r>
          </a:p>
          <a:p>
            <a:r>
              <a:rPr lang="fr-FR" smtClean="0"/>
              <a:t>14-  SEMBLE IMPOSSIBLE À AFFRONTER</a:t>
            </a:r>
          </a:p>
          <a:p>
            <a:r>
              <a:rPr lang="fr-FR" smtClean="0"/>
              <a:t>       Seems impossible to face</a:t>
            </a:r>
            <a:br>
              <a:rPr lang="fr-FR" smtClean="0"/>
            </a:br>
            <a:r>
              <a:rPr lang="fr-FR" smtClean="0"/>
              <a:t>15-  ET QUAND QUELQU’UN D’AUTRE QUE MOI</a:t>
            </a:r>
          </a:p>
          <a:p>
            <a:r>
              <a:rPr lang="fr-FR" smtClean="0"/>
              <a:t>      And when someone else instead of me</a:t>
            </a:r>
            <a:br>
              <a:rPr lang="fr-FR" smtClean="0"/>
            </a:br>
            <a:r>
              <a:rPr lang="fr-FR" smtClean="0"/>
              <a:t>16-  RECONNAÎT TOUJOURS LA VOIE</a:t>
            </a:r>
            <a:br>
              <a:rPr lang="fr-FR" smtClean="0"/>
            </a:br>
            <a:r>
              <a:rPr lang="fr-FR" smtClean="0"/>
              <a:t>       Always seems to know the way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17-  JE REGARDE À TOI</a:t>
            </a:r>
            <a:br>
              <a:rPr lang="fr-FR" smtClean="0"/>
            </a:br>
            <a:r>
              <a:rPr lang="fr-FR" smtClean="0"/>
              <a:t>      ET TOUT REDEVIENT BON POUR MOI</a:t>
            </a:r>
          </a:p>
          <a:p>
            <a:r>
              <a:rPr lang="fr-FR" smtClean="0"/>
              <a:t>      Then I look at you</a:t>
            </a:r>
          </a:p>
          <a:p>
            <a:r>
              <a:rPr lang="fr-FR" smtClean="0"/>
              <a:t>      And the world's alright with me</a:t>
            </a:r>
            <a:br>
              <a:rPr lang="fr-FR" smtClean="0"/>
            </a:br>
            <a:r>
              <a:rPr lang="fr-FR" smtClean="0"/>
              <a:t>18-  UN REGARD VERS TOI</a:t>
            </a:r>
            <a:br>
              <a:rPr lang="fr-FR" smtClean="0"/>
            </a:br>
            <a:r>
              <a:rPr lang="fr-FR" smtClean="0"/>
              <a:t>       ET SAIS QUE JE VAIS PASSER</a:t>
            </a:r>
          </a:p>
          <a:p>
            <a:r>
              <a:rPr lang="fr-FR" smtClean="0"/>
              <a:t>       Just one look at you</a:t>
            </a:r>
          </a:p>
          <a:p>
            <a:r>
              <a:rPr lang="fr-FR" smtClean="0"/>
              <a:t>       And I know it's gonna be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	19-  UNE BELLE JOURNÉE</a:t>
            </a:r>
            <a:br>
              <a:rPr lang="fr-FR" smtClean="0"/>
            </a:br>
            <a:r>
              <a:rPr lang="fr-FR" smtClean="0"/>
              <a:t>	       UNE BELLE JOURNÉE…</a:t>
            </a:r>
            <a:br>
              <a:rPr lang="fr-FR" smtClean="0"/>
            </a:br>
            <a:r>
              <a:rPr lang="fr-FR" smtClean="0"/>
              <a:t>               	       A lovely day</a:t>
            </a:r>
          </a:p>
          <a:p>
            <a:r>
              <a:rPr lang="fr-FR" smtClean="0"/>
              <a:t>                          A lovely day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QUAND JE ME LÈVE LE MATIN</a:t>
            </a:r>
            <a:br>
              <a:rPr lang="fr-FR" smtClean="0"/>
            </a:br>
            <a:r>
              <a:rPr lang="fr-FR" smtClean="0"/>
              <a:t>     ET LE SOLEIL M’ÉBLOUIT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When I wake up in the mornin',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Love And the sunlight hurts my eyes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QUELQUE CHOSE SANS ME PRÉVENIR</a:t>
            </a:r>
            <a:br>
              <a:rPr lang="fr-FR" smtClean="0"/>
            </a:br>
            <a:r>
              <a:rPr lang="fr-FR" smtClean="0"/>
              <a:t>     VIENS SUBMERGER MON CŒUR</a:t>
            </a:r>
            <a:br>
              <a:rPr lang="fr-FR" smtClean="0"/>
            </a:br>
            <a:r>
              <a:rPr lang="fr-FR" smtClean="0"/>
              <a:t>     And somethin' without warnin',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Love Bears heavy on my mind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JE REGARDE À TOI</a:t>
            </a:r>
            <a:br>
              <a:rPr lang="fr-FR" smtClean="0"/>
            </a:br>
            <a:r>
              <a:rPr lang="fr-FR" smtClean="0"/>
              <a:t>     ET TOUT REDEVIENT BON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Then I look at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And the world's alright with me</a:t>
            </a:r>
            <a:br>
              <a:rPr lang="fr-FR" smtClean="0"/>
            </a:br>
            <a:r>
              <a:rPr lang="fr-FR" smtClean="0"/>
              <a:t>4-  UN REGARD VERS TOI</a:t>
            </a:r>
            <a:br>
              <a:rPr lang="fr-FR" smtClean="0"/>
            </a:br>
            <a:r>
              <a:rPr lang="fr-FR" smtClean="0"/>
              <a:t>     ET JE SAIS QUE JE VAIS PASSER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Just one look at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And I know it's gonna be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	5-  UNE BELLE JOURNÉE</a:t>
            </a:r>
            <a:br>
              <a:rPr lang="fr-FR" smtClean="0"/>
            </a:br>
            <a:r>
              <a:rPr lang="fr-FR" smtClean="0"/>
              <a:t>	     UNE BELLE JOURNÉE…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A lovely day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A lovely day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6-  QUAND LA JOURNÉE QUI SE PRÉSENTE À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When the day that lies ahead of me</a:t>
            </a:r>
            <a:br>
              <a:rPr lang="fr-FR" smtClean="0"/>
            </a:br>
            <a:r>
              <a:rPr lang="fr-FR" smtClean="0"/>
              <a:t>7-  SEMBLE IMPOSSIBLE À AFFRONTER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Seems impossible to face</a:t>
            </a:r>
            <a:br>
              <a:rPr lang="fr-FR" smtClean="0"/>
            </a:br>
            <a:r>
              <a:rPr lang="fr-FR" smtClean="0"/>
              <a:t>8-  ET QUAND QUELQU’UN D’AUTRE QUE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When someone else instead of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RECONNAÎT TOUJOURS LA VOIE</a:t>
            </a:r>
            <a:br>
              <a:rPr lang="fr-FR" smtClean="0"/>
            </a:br>
            <a:r>
              <a:rPr lang="fr-FR" smtClean="0"/>
              <a:t>     Always seems to know the way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10-  JE REGARDE À TOI</a:t>
            </a:r>
            <a:br>
              <a:rPr lang="fr-FR" smtClean="0"/>
            </a:br>
            <a:r>
              <a:rPr lang="fr-FR" smtClean="0"/>
              <a:t>       ET TOUT REDEVIENT BON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Then I look at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And the world's alright with me</a:t>
            </a:r>
            <a:br>
              <a:rPr lang="fr-FR" smtClean="0"/>
            </a:br>
            <a:r>
              <a:rPr lang="fr-FR" smtClean="0"/>
              <a:t>11-  UN REGARD VERS TOI</a:t>
            </a:r>
            <a:br>
              <a:rPr lang="fr-FR" smtClean="0"/>
            </a:br>
            <a:r>
              <a:rPr lang="fr-FR" smtClean="0"/>
              <a:t>       ET SAIS QUE JE VAIS PASSER</a:t>
            </a:r>
            <a:br>
              <a:rPr lang="fr-FR" smtClean="0"/>
            </a:br>
            <a:r>
              <a:rPr lang="fr-FR" smtClean="0"/>
              <a:t>       Just one look at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And I know it's gonna be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12-  UNE BELLE JOURNÉE</a:t>
            </a:r>
            <a:br>
              <a:rPr lang="fr-FR" smtClean="0"/>
            </a:br>
            <a:r>
              <a:rPr lang="fr-FR" smtClean="0"/>
              <a:t>	       UNE BELLE JOURNÉE …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 A lovely day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 A lovely day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13-  QUAND LA JOURNÉE QUI SE PRÉSENTE À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When the day that lies ahead of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SEMBLE IMPOSSIBLE À AFFRONTER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Seems impossible to face</a:t>
            </a:r>
            <a:br>
              <a:rPr lang="fr-FR" smtClean="0"/>
            </a:br>
            <a:r>
              <a:rPr lang="fr-FR" smtClean="0"/>
              <a:t>15-  ET QUAND QUELQU’UN D’AUTRE QUE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And when someone else instead of me</a:t>
            </a:r>
            <a:br>
              <a:rPr lang="fr-FR" smtClean="0"/>
            </a:br>
            <a:r>
              <a:rPr lang="fr-FR" smtClean="0"/>
              <a:t>16-  RECONNAÎT TOUJOURS LA VOIE</a:t>
            </a:r>
            <a:br>
              <a:rPr lang="fr-FR" smtClean="0"/>
            </a:br>
            <a:r>
              <a:rPr lang="fr-FR" smtClean="0"/>
              <a:t>       Always seems to know the way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17-  JE REGARDE À TOI</a:t>
            </a:r>
            <a:br>
              <a:rPr lang="fr-FR" smtClean="0"/>
            </a:br>
            <a:r>
              <a:rPr lang="fr-FR" smtClean="0"/>
              <a:t>      ET TOUT REDEVIENT BON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Then I look at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And the world's alright with me</a:t>
            </a:r>
            <a:br>
              <a:rPr lang="fr-FR" smtClean="0"/>
            </a:br>
            <a:r>
              <a:rPr lang="fr-FR" smtClean="0"/>
              <a:t>18-  UN REGARD VERS TOI</a:t>
            </a:r>
            <a:br>
              <a:rPr lang="fr-FR" smtClean="0"/>
            </a:br>
            <a:r>
              <a:rPr lang="fr-FR" smtClean="0"/>
              <a:t>       ET SAIS QUE JE VAIS PASSER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Just one look at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And I know it's gonna be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	19-  UNE BELLE JOURNÉE</a:t>
            </a:r>
            <a:br>
              <a:rPr lang="fr-FR" smtClean="0"/>
            </a:br>
            <a:r>
              <a:rPr lang="fr-FR" smtClean="0"/>
              <a:t>	       UNE BELLE JOURNÉE…</a:t>
            </a:r>
            <a:br>
              <a:rPr lang="fr-FR" smtClean="0"/>
            </a:br>
            <a:r>
              <a:rPr lang="fr-FR" smtClean="0"/>
              <a:t>               	       A lovely day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 A lovely day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3379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QUAND JE ME LÈVE LE MATIN</a:t>
            </a:r>
            <a:br>
              <a:rPr lang="fr-FR" smtClean="0"/>
            </a:br>
            <a:r>
              <a:rPr lang="fr-FR" smtClean="0"/>
              <a:t>     ET LE SOLEIL M’ÉBLOUIT</a:t>
            </a:r>
          </a:p>
          <a:p>
            <a:r>
              <a:rPr lang="fr-FR" smtClean="0"/>
              <a:t>     When I wake up in the mornin', </a:t>
            </a:r>
          </a:p>
          <a:p>
            <a:r>
              <a:rPr lang="fr-FR" smtClean="0"/>
              <a:t>     Love And the sunlight hurts my eyes</a:t>
            </a:r>
          </a:p>
          <a:p>
            <a:r>
              <a:rPr lang="fr-FR" smtClean="0"/>
              <a:t>2-  QUELQUE CHOSE SANS ME PRÉVENIR</a:t>
            </a:r>
            <a:br>
              <a:rPr lang="fr-FR" smtClean="0"/>
            </a:br>
            <a:r>
              <a:rPr lang="fr-FR" smtClean="0"/>
              <a:t>     VIENS SUBMERGER MON CŒUR</a:t>
            </a:r>
            <a:br>
              <a:rPr lang="fr-FR" smtClean="0"/>
            </a:br>
            <a:r>
              <a:rPr lang="fr-FR" smtClean="0"/>
              <a:t>     And somethin' without warnin', </a:t>
            </a:r>
          </a:p>
          <a:p>
            <a:r>
              <a:rPr lang="fr-FR" smtClean="0"/>
              <a:t>     Love Bears heavy on my mind</a:t>
            </a:r>
          </a:p>
          <a:p>
            <a:endParaRPr lang="fr-FR" smtClean="0"/>
          </a:p>
          <a:p>
            <a:r>
              <a:rPr lang="fr-FR" smtClean="0"/>
              <a:t>3-  JE REGARDE À TOI</a:t>
            </a:r>
            <a:br>
              <a:rPr lang="fr-FR" smtClean="0"/>
            </a:br>
            <a:r>
              <a:rPr lang="fr-FR" smtClean="0"/>
              <a:t>     ET TOUT REDEVIENT BON POUR MOI</a:t>
            </a:r>
          </a:p>
          <a:p>
            <a:r>
              <a:rPr lang="fr-FR" smtClean="0"/>
              <a:t>     Then I look at you</a:t>
            </a:r>
          </a:p>
          <a:p>
            <a:r>
              <a:rPr lang="fr-FR" smtClean="0"/>
              <a:t>     And the world's alright with me</a:t>
            </a:r>
            <a:br>
              <a:rPr lang="fr-FR" smtClean="0"/>
            </a:br>
            <a:r>
              <a:rPr lang="fr-FR" smtClean="0"/>
              <a:t>4-  UN REGARD VERS TOI</a:t>
            </a:r>
            <a:br>
              <a:rPr lang="fr-FR" smtClean="0"/>
            </a:br>
            <a:r>
              <a:rPr lang="fr-FR" smtClean="0"/>
              <a:t>     ET JE SAIS QUE JE VAIS PASSER</a:t>
            </a:r>
          </a:p>
          <a:p>
            <a:r>
              <a:rPr lang="fr-FR" smtClean="0"/>
              <a:t>     Just one look at you</a:t>
            </a:r>
          </a:p>
          <a:p>
            <a:r>
              <a:rPr lang="fr-FR" smtClean="0"/>
              <a:t>     And I know it's gonna be</a:t>
            </a:r>
          </a:p>
          <a:p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  	5-  UNE BELLE JOURNÉE</a:t>
            </a:r>
            <a:br>
              <a:rPr lang="fr-FR" smtClean="0"/>
            </a:br>
            <a:r>
              <a:rPr lang="fr-FR" smtClean="0"/>
              <a:t>	     UNE BELLE JOURNÉE…</a:t>
            </a:r>
          </a:p>
          <a:p>
            <a:r>
              <a:rPr lang="fr-FR" smtClean="0"/>
              <a:t>	     A lovely day</a:t>
            </a:r>
          </a:p>
          <a:p>
            <a:r>
              <a:rPr lang="fr-FR" smtClean="0"/>
              <a:t>	     A lovely day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6-  QUAND LA JOURNÉE QUI SE PRÉSENTE À MOI</a:t>
            </a:r>
          </a:p>
          <a:p>
            <a:r>
              <a:rPr lang="fr-FR" smtClean="0"/>
              <a:t>     When the day that lies ahead of me</a:t>
            </a:r>
            <a:br>
              <a:rPr lang="fr-FR" smtClean="0"/>
            </a:br>
            <a:r>
              <a:rPr lang="fr-FR" smtClean="0"/>
              <a:t>7-  SEMBLE IMPOSSIBLE À AFFRONTER</a:t>
            </a:r>
          </a:p>
          <a:p>
            <a:r>
              <a:rPr lang="fr-FR" smtClean="0"/>
              <a:t>     Seems impossible to face</a:t>
            </a:r>
            <a:br>
              <a:rPr lang="fr-FR" smtClean="0"/>
            </a:br>
            <a:r>
              <a:rPr lang="fr-FR" smtClean="0"/>
              <a:t>8-  ET QUAND QUELQU’UN D’AUTRE QUE MOI</a:t>
            </a:r>
          </a:p>
          <a:p>
            <a:r>
              <a:rPr lang="fr-FR" smtClean="0"/>
              <a:t>     When someone else instead of me</a:t>
            </a:r>
          </a:p>
          <a:p>
            <a:r>
              <a:rPr lang="fr-FR" smtClean="0"/>
              <a:t>9-  RECONNAÎT TOUJOURS LA VOIE</a:t>
            </a:r>
            <a:br>
              <a:rPr lang="fr-FR" smtClean="0"/>
            </a:br>
            <a:r>
              <a:rPr lang="fr-FR" smtClean="0"/>
              <a:t>     Always seems to know the way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10-  JE REGARDE À TOI</a:t>
            </a:r>
            <a:br>
              <a:rPr lang="fr-FR" smtClean="0"/>
            </a:br>
            <a:r>
              <a:rPr lang="fr-FR" smtClean="0"/>
              <a:t>       ET TOUT REDEVIENT BON POUR MOI</a:t>
            </a:r>
          </a:p>
          <a:p>
            <a:r>
              <a:rPr lang="fr-FR" smtClean="0"/>
              <a:t>       Then I look at you</a:t>
            </a:r>
          </a:p>
          <a:p>
            <a:r>
              <a:rPr lang="fr-FR" smtClean="0"/>
              <a:t>       And the world's alright with me</a:t>
            </a:r>
            <a:br>
              <a:rPr lang="fr-FR" smtClean="0"/>
            </a:br>
            <a:r>
              <a:rPr lang="fr-FR" smtClean="0"/>
              <a:t>11-  UN REGARD VERS TOI</a:t>
            </a:r>
            <a:br>
              <a:rPr lang="fr-FR" smtClean="0"/>
            </a:br>
            <a:r>
              <a:rPr lang="fr-FR" smtClean="0"/>
              <a:t>       ET SAIS QUE JE VAIS PASSER</a:t>
            </a:r>
            <a:br>
              <a:rPr lang="fr-FR" smtClean="0"/>
            </a:br>
            <a:r>
              <a:rPr lang="fr-FR" smtClean="0"/>
              <a:t>       Just one look at you</a:t>
            </a:r>
          </a:p>
          <a:p>
            <a:r>
              <a:rPr lang="fr-FR" smtClean="0"/>
              <a:t>       And I know it's gonna be</a:t>
            </a:r>
          </a:p>
          <a:p>
            <a:endParaRPr lang="fr-FR" smtClean="0"/>
          </a:p>
          <a:p>
            <a:r>
              <a:rPr lang="fr-FR" smtClean="0"/>
              <a:t>	12-  UNE BELLE JOURNÉE</a:t>
            </a:r>
            <a:br>
              <a:rPr lang="fr-FR" smtClean="0"/>
            </a:br>
            <a:r>
              <a:rPr lang="fr-FR" smtClean="0"/>
              <a:t>	       UNE BELLE JOURNÉE …</a:t>
            </a:r>
          </a:p>
          <a:p>
            <a:r>
              <a:rPr lang="fr-FR" smtClean="0"/>
              <a:t>                          A lovely day</a:t>
            </a:r>
          </a:p>
          <a:p>
            <a:r>
              <a:rPr lang="fr-FR" smtClean="0"/>
              <a:t>                          A lovely day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13-  QUAND LA JOURNÉE QUI SE PRÉSENTE À MOI</a:t>
            </a:r>
          </a:p>
          <a:p>
            <a:r>
              <a:rPr lang="fr-FR" smtClean="0"/>
              <a:t>       When the day that lies ahead of me</a:t>
            </a:r>
          </a:p>
          <a:p>
            <a:r>
              <a:rPr lang="fr-FR" smtClean="0"/>
              <a:t>14-  SEMBLE IMPOSSIBLE À AFFRONTER</a:t>
            </a:r>
          </a:p>
          <a:p>
            <a:r>
              <a:rPr lang="fr-FR" smtClean="0"/>
              <a:t>       Seems impossible to face</a:t>
            </a:r>
            <a:br>
              <a:rPr lang="fr-FR" smtClean="0"/>
            </a:br>
            <a:r>
              <a:rPr lang="fr-FR" smtClean="0"/>
              <a:t>15-  ET QUAND QUELQU’UN D’AUTRE QUE MOI</a:t>
            </a:r>
          </a:p>
          <a:p>
            <a:r>
              <a:rPr lang="fr-FR" smtClean="0"/>
              <a:t>      And when someone else instead of me</a:t>
            </a:r>
            <a:br>
              <a:rPr lang="fr-FR" smtClean="0"/>
            </a:br>
            <a:r>
              <a:rPr lang="fr-FR" smtClean="0"/>
              <a:t>16-  RECONNAÎT TOUJOURS LA VOIE</a:t>
            </a:r>
            <a:br>
              <a:rPr lang="fr-FR" smtClean="0"/>
            </a:br>
            <a:r>
              <a:rPr lang="fr-FR" smtClean="0"/>
              <a:t>       Always seems to know the way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17-  JE REGARDE À TOI</a:t>
            </a:r>
            <a:br>
              <a:rPr lang="fr-FR" smtClean="0"/>
            </a:br>
            <a:r>
              <a:rPr lang="fr-FR" smtClean="0"/>
              <a:t>      ET TOUT REDEVIENT BON POUR MOI</a:t>
            </a:r>
          </a:p>
          <a:p>
            <a:r>
              <a:rPr lang="fr-FR" smtClean="0"/>
              <a:t>      Then I look at you</a:t>
            </a:r>
          </a:p>
          <a:p>
            <a:r>
              <a:rPr lang="fr-FR" smtClean="0"/>
              <a:t>      And the world's alright with me</a:t>
            </a:r>
            <a:br>
              <a:rPr lang="fr-FR" smtClean="0"/>
            </a:br>
            <a:r>
              <a:rPr lang="fr-FR" smtClean="0"/>
              <a:t>18-  UN REGARD VERS TOI</a:t>
            </a:r>
            <a:br>
              <a:rPr lang="fr-FR" smtClean="0"/>
            </a:br>
            <a:r>
              <a:rPr lang="fr-FR" smtClean="0"/>
              <a:t>       ET SAIS QUE JE VAIS PASSER</a:t>
            </a:r>
          </a:p>
          <a:p>
            <a:r>
              <a:rPr lang="fr-FR" smtClean="0"/>
              <a:t>       Just one look at you</a:t>
            </a:r>
          </a:p>
          <a:p>
            <a:r>
              <a:rPr lang="fr-FR" smtClean="0"/>
              <a:t>       And I know it's gonna be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	19-  UNE BELLE JOURNÉE</a:t>
            </a:r>
            <a:br>
              <a:rPr lang="fr-FR" smtClean="0"/>
            </a:br>
            <a:r>
              <a:rPr lang="fr-FR" smtClean="0"/>
              <a:t>	       UNE BELLE JOURNÉE…</a:t>
            </a:r>
            <a:br>
              <a:rPr lang="fr-FR" smtClean="0"/>
            </a:br>
            <a:r>
              <a:rPr lang="fr-FR" smtClean="0"/>
              <a:t>               	       A lovely day</a:t>
            </a:r>
          </a:p>
          <a:p>
            <a:r>
              <a:rPr lang="fr-FR" smtClean="0"/>
              <a:t>                          A lovely day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QUAND JE ME LÈVE LE MATIN</a:t>
            </a:r>
            <a:br>
              <a:rPr lang="fr-FR" smtClean="0"/>
            </a:br>
            <a:r>
              <a:rPr lang="fr-FR" smtClean="0"/>
              <a:t>     ET LE SOLEIL M’ÉBLOUIT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When I wake up in the mornin',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Love And the sunlight hurts my eyes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QUELQUE CHOSE SANS ME PRÉVENIR</a:t>
            </a:r>
            <a:br>
              <a:rPr lang="fr-FR" smtClean="0"/>
            </a:br>
            <a:r>
              <a:rPr lang="fr-FR" smtClean="0"/>
              <a:t>     VIENS SUBMERGER MON CŒUR</a:t>
            </a:r>
            <a:br>
              <a:rPr lang="fr-FR" smtClean="0"/>
            </a:br>
            <a:r>
              <a:rPr lang="fr-FR" smtClean="0"/>
              <a:t>     And somethin' without warnin',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Love Bears heavy on my mind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JE REGARDE À TOI</a:t>
            </a:r>
            <a:br>
              <a:rPr lang="fr-FR" smtClean="0"/>
            </a:br>
            <a:r>
              <a:rPr lang="fr-FR" smtClean="0"/>
              <a:t>     ET TOUT REDEVIENT BON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Then I look at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And the world's alright with me</a:t>
            </a:r>
            <a:br>
              <a:rPr lang="fr-FR" smtClean="0"/>
            </a:br>
            <a:r>
              <a:rPr lang="fr-FR" smtClean="0"/>
              <a:t>4-  UN REGARD VERS TOI</a:t>
            </a:r>
            <a:br>
              <a:rPr lang="fr-FR" smtClean="0"/>
            </a:br>
            <a:r>
              <a:rPr lang="fr-FR" smtClean="0"/>
              <a:t>     ET JE SAIS QUE JE VAIS PASSER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Just one look at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And I know it's gonna be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	5-  UNE BELLE JOURNÉE</a:t>
            </a:r>
            <a:br>
              <a:rPr lang="fr-FR" smtClean="0"/>
            </a:br>
            <a:r>
              <a:rPr lang="fr-FR" smtClean="0"/>
              <a:t>	     UNE BELLE JOURNÉE…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A lovely day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A lovely day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6-  QUAND LA JOURNÉE QUI SE PRÉSENTE À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When the day that lies ahead of me</a:t>
            </a:r>
            <a:br>
              <a:rPr lang="fr-FR" smtClean="0"/>
            </a:br>
            <a:r>
              <a:rPr lang="fr-FR" smtClean="0"/>
              <a:t>7-  SEMBLE IMPOSSIBLE À AFFRONTER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Seems impossible to face</a:t>
            </a:r>
            <a:br>
              <a:rPr lang="fr-FR" smtClean="0"/>
            </a:br>
            <a:r>
              <a:rPr lang="fr-FR" smtClean="0"/>
              <a:t>8-  ET QUAND QUELQU’UN D’AUTRE QUE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When someone else instead of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RECONNAÎT TOUJOURS LA VOIE</a:t>
            </a:r>
            <a:br>
              <a:rPr lang="fr-FR" smtClean="0"/>
            </a:br>
            <a:r>
              <a:rPr lang="fr-FR" smtClean="0"/>
              <a:t>     Always seems to know the way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10-  JE REGARDE À TOI</a:t>
            </a:r>
            <a:br>
              <a:rPr lang="fr-FR" smtClean="0"/>
            </a:br>
            <a:r>
              <a:rPr lang="fr-FR" smtClean="0"/>
              <a:t>       ET TOUT REDEVIENT BON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Then I look at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And the world's alright with me</a:t>
            </a:r>
            <a:br>
              <a:rPr lang="fr-FR" smtClean="0"/>
            </a:br>
            <a:r>
              <a:rPr lang="fr-FR" smtClean="0"/>
              <a:t>11-  UN REGARD VERS TOI</a:t>
            </a:r>
            <a:br>
              <a:rPr lang="fr-FR" smtClean="0"/>
            </a:br>
            <a:r>
              <a:rPr lang="fr-FR" smtClean="0"/>
              <a:t>       ET SAIS QUE JE VAIS PASSER</a:t>
            </a:r>
            <a:br>
              <a:rPr lang="fr-FR" smtClean="0"/>
            </a:br>
            <a:r>
              <a:rPr lang="fr-FR" smtClean="0"/>
              <a:t>       Just one look at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And I know it's gonna be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12-  UNE BELLE JOURNÉE</a:t>
            </a:r>
            <a:br>
              <a:rPr lang="fr-FR" smtClean="0"/>
            </a:br>
            <a:r>
              <a:rPr lang="fr-FR" smtClean="0"/>
              <a:t>	       UNE BELLE JOURNÉE …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 A lovely day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 A lovely day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13-  QUAND LA JOURNÉE QUI SE PRÉSENTE À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When the day that lies ahead of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SEMBLE IMPOSSIBLE À AFFRONTER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Seems impossible to face</a:t>
            </a:r>
            <a:br>
              <a:rPr lang="fr-FR" smtClean="0"/>
            </a:br>
            <a:r>
              <a:rPr lang="fr-FR" smtClean="0"/>
              <a:t>15-  ET QUAND QUELQU’UN D’AUTRE QUE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And when someone else instead of me</a:t>
            </a:r>
            <a:br>
              <a:rPr lang="fr-FR" smtClean="0"/>
            </a:br>
            <a:r>
              <a:rPr lang="fr-FR" smtClean="0"/>
              <a:t>16-  RECONNAÎT TOUJOURS LA VOIE</a:t>
            </a:r>
            <a:br>
              <a:rPr lang="fr-FR" smtClean="0"/>
            </a:br>
            <a:r>
              <a:rPr lang="fr-FR" smtClean="0"/>
              <a:t>       Always seems to know the way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17-  JE REGARDE À TOI</a:t>
            </a:r>
            <a:br>
              <a:rPr lang="fr-FR" smtClean="0"/>
            </a:br>
            <a:r>
              <a:rPr lang="fr-FR" smtClean="0"/>
              <a:t>      ET TOUT REDEVIENT BON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Then I look at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And the world's alright with me</a:t>
            </a:r>
            <a:br>
              <a:rPr lang="fr-FR" smtClean="0"/>
            </a:br>
            <a:r>
              <a:rPr lang="fr-FR" smtClean="0"/>
              <a:t>18-  UN REGARD VERS TOI</a:t>
            </a:r>
            <a:br>
              <a:rPr lang="fr-FR" smtClean="0"/>
            </a:br>
            <a:r>
              <a:rPr lang="fr-FR" smtClean="0"/>
              <a:t>       ET SAIS QUE JE VAIS PASSER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Just one look at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And I know it's gonna be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	19-  UNE BELLE JOURNÉE</a:t>
            </a:r>
            <a:br>
              <a:rPr lang="fr-FR" smtClean="0"/>
            </a:br>
            <a:r>
              <a:rPr lang="fr-FR" smtClean="0"/>
              <a:t>	       UNE BELLE JOURNÉE…</a:t>
            </a:r>
            <a:br>
              <a:rPr lang="fr-FR" smtClean="0"/>
            </a:br>
            <a:r>
              <a:rPr lang="fr-FR" smtClean="0"/>
              <a:t>               	       A lovely day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 A lovely day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3482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QUAND JE ME LÈVE LE MATIN</a:t>
            </a:r>
            <a:br>
              <a:rPr lang="fr-FR" smtClean="0"/>
            </a:br>
            <a:r>
              <a:rPr lang="fr-FR" smtClean="0"/>
              <a:t>     ET LE SOLEIL M’ÉBLOUIT</a:t>
            </a:r>
          </a:p>
          <a:p>
            <a:r>
              <a:rPr lang="fr-FR" smtClean="0"/>
              <a:t>     When I wake up in the mornin', </a:t>
            </a:r>
          </a:p>
          <a:p>
            <a:r>
              <a:rPr lang="fr-FR" smtClean="0"/>
              <a:t>     Love And the sunlight hurts my eyes</a:t>
            </a:r>
          </a:p>
          <a:p>
            <a:r>
              <a:rPr lang="fr-FR" smtClean="0"/>
              <a:t>2-  QUELQUE CHOSE SANS ME PRÉVENIR</a:t>
            </a:r>
            <a:br>
              <a:rPr lang="fr-FR" smtClean="0"/>
            </a:br>
            <a:r>
              <a:rPr lang="fr-FR" smtClean="0"/>
              <a:t>     VIENS SUBMERGER MON CŒUR</a:t>
            </a:r>
            <a:br>
              <a:rPr lang="fr-FR" smtClean="0"/>
            </a:br>
            <a:r>
              <a:rPr lang="fr-FR" smtClean="0"/>
              <a:t>     And somethin' without warnin', </a:t>
            </a:r>
          </a:p>
          <a:p>
            <a:r>
              <a:rPr lang="fr-FR" smtClean="0"/>
              <a:t>     Love Bears heavy on my mind</a:t>
            </a:r>
          </a:p>
          <a:p>
            <a:endParaRPr lang="fr-FR" smtClean="0"/>
          </a:p>
          <a:p>
            <a:r>
              <a:rPr lang="fr-FR" smtClean="0"/>
              <a:t>3-  JE REGARDE À TOI</a:t>
            </a:r>
            <a:br>
              <a:rPr lang="fr-FR" smtClean="0"/>
            </a:br>
            <a:r>
              <a:rPr lang="fr-FR" smtClean="0"/>
              <a:t>     ET TOUT REDEVIENT BON POUR MOI</a:t>
            </a:r>
          </a:p>
          <a:p>
            <a:r>
              <a:rPr lang="fr-FR" smtClean="0"/>
              <a:t>     Then I look at you</a:t>
            </a:r>
          </a:p>
          <a:p>
            <a:r>
              <a:rPr lang="fr-FR" smtClean="0"/>
              <a:t>     And the world's alright with me</a:t>
            </a:r>
            <a:br>
              <a:rPr lang="fr-FR" smtClean="0"/>
            </a:br>
            <a:r>
              <a:rPr lang="fr-FR" smtClean="0"/>
              <a:t>4-  UN REGARD VERS TOI</a:t>
            </a:r>
            <a:br>
              <a:rPr lang="fr-FR" smtClean="0"/>
            </a:br>
            <a:r>
              <a:rPr lang="fr-FR" smtClean="0"/>
              <a:t>     ET JE SAIS QUE JE VAIS PASSER</a:t>
            </a:r>
          </a:p>
          <a:p>
            <a:r>
              <a:rPr lang="fr-FR" smtClean="0"/>
              <a:t>     Just one look at you</a:t>
            </a:r>
          </a:p>
          <a:p>
            <a:r>
              <a:rPr lang="fr-FR" smtClean="0"/>
              <a:t>     And I know it's gonna be</a:t>
            </a:r>
          </a:p>
          <a:p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  	5-  UNE BELLE JOURNÉE</a:t>
            </a:r>
            <a:br>
              <a:rPr lang="fr-FR" smtClean="0"/>
            </a:br>
            <a:r>
              <a:rPr lang="fr-FR" smtClean="0"/>
              <a:t>	     UNE BELLE JOURNÉE…</a:t>
            </a:r>
          </a:p>
          <a:p>
            <a:r>
              <a:rPr lang="fr-FR" smtClean="0"/>
              <a:t>	     A lovely day</a:t>
            </a:r>
          </a:p>
          <a:p>
            <a:r>
              <a:rPr lang="fr-FR" smtClean="0"/>
              <a:t>	     A lovely day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6-  QUAND LA JOURNÉE QUI SE PRÉSENTE À MOI</a:t>
            </a:r>
          </a:p>
          <a:p>
            <a:r>
              <a:rPr lang="fr-FR" smtClean="0"/>
              <a:t>     When the day that lies ahead of me</a:t>
            </a:r>
            <a:br>
              <a:rPr lang="fr-FR" smtClean="0"/>
            </a:br>
            <a:r>
              <a:rPr lang="fr-FR" smtClean="0"/>
              <a:t>7-  SEMBLE IMPOSSIBLE À AFFRONTER</a:t>
            </a:r>
          </a:p>
          <a:p>
            <a:r>
              <a:rPr lang="fr-FR" smtClean="0"/>
              <a:t>     Seems impossible to face</a:t>
            </a:r>
            <a:br>
              <a:rPr lang="fr-FR" smtClean="0"/>
            </a:br>
            <a:r>
              <a:rPr lang="fr-FR" smtClean="0"/>
              <a:t>8-  ET QUAND QUELQU’UN D’AUTRE QUE MOI</a:t>
            </a:r>
          </a:p>
          <a:p>
            <a:r>
              <a:rPr lang="fr-FR" smtClean="0"/>
              <a:t>     When someone else instead of me</a:t>
            </a:r>
          </a:p>
          <a:p>
            <a:r>
              <a:rPr lang="fr-FR" smtClean="0"/>
              <a:t>9-  RECONNAÎT TOUJOURS LA VOIE</a:t>
            </a:r>
            <a:br>
              <a:rPr lang="fr-FR" smtClean="0"/>
            </a:br>
            <a:r>
              <a:rPr lang="fr-FR" smtClean="0"/>
              <a:t>     Always seems to know the way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10-  JE REGARDE À TOI</a:t>
            </a:r>
            <a:br>
              <a:rPr lang="fr-FR" smtClean="0"/>
            </a:br>
            <a:r>
              <a:rPr lang="fr-FR" smtClean="0"/>
              <a:t>       ET TOUT REDEVIENT BON POUR MOI</a:t>
            </a:r>
          </a:p>
          <a:p>
            <a:r>
              <a:rPr lang="fr-FR" smtClean="0"/>
              <a:t>       Then I look at you</a:t>
            </a:r>
          </a:p>
          <a:p>
            <a:r>
              <a:rPr lang="fr-FR" smtClean="0"/>
              <a:t>       And the world's alright with me</a:t>
            </a:r>
            <a:br>
              <a:rPr lang="fr-FR" smtClean="0"/>
            </a:br>
            <a:r>
              <a:rPr lang="fr-FR" smtClean="0"/>
              <a:t>11-  UN REGARD VERS TOI</a:t>
            </a:r>
            <a:br>
              <a:rPr lang="fr-FR" smtClean="0"/>
            </a:br>
            <a:r>
              <a:rPr lang="fr-FR" smtClean="0"/>
              <a:t>       ET SAIS QUE JE VAIS PASSER</a:t>
            </a:r>
            <a:br>
              <a:rPr lang="fr-FR" smtClean="0"/>
            </a:br>
            <a:r>
              <a:rPr lang="fr-FR" smtClean="0"/>
              <a:t>       Just one look at you</a:t>
            </a:r>
          </a:p>
          <a:p>
            <a:r>
              <a:rPr lang="fr-FR" smtClean="0"/>
              <a:t>       And I know it's gonna be</a:t>
            </a:r>
          </a:p>
          <a:p>
            <a:endParaRPr lang="fr-FR" smtClean="0"/>
          </a:p>
          <a:p>
            <a:r>
              <a:rPr lang="fr-FR" smtClean="0"/>
              <a:t>	12-  UNE BELLE JOURNÉE</a:t>
            </a:r>
            <a:br>
              <a:rPr lang="fr-FR" smtClean="0"/>
            </a:br>
            <a:r>
              <a:rPr lang="fr-FR" smtClean="0"/>
              <a:t>	       UNE BELLE JOURNÉE …</a:t>
            </a:r>
          </a:p>
          <a:p>
            <a:r>
              <a:rPr lang="fr-FR" smtClean="0"/>
              <a:t>                          A lovely day</a:t>
            </a:r>
          </a:p>
          <a:p>
            <a:r>
              <a:rPr lang="fr-FR" smtClean="0"/>
              <a:t>                          A lovely day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13-  QUAND LA JOURNÉE QUI SE PRÉSENTE À MOI</a:t>
            </a:r>
          </a:p>
          <a:p>
            <a:r>
              <a:rPr lang="fr-FR" smtClean="0"/>
              <a:t>       When the day that lies ahead of me</a:t>
            </a:r>
          </a:p>
          <a:p>
            <a:r>
              <a:rPr lang="fr-FR" smtClean="0"/>
              <a:t>14-  SEMBLE IMPOSSIBLE À AFFRONTER</a:t>
            </a:r>
          </a:p>
          <a:p>
            <a:r>
              <a:rPr lang="fr-FR" smtClean="0"/>
              <a:t>       Seems impossible to face</a:t>
            </a:r>
            <a:br>
              <a:rPr lang="fr-FR" smtClean="0"/>
            </a:br>
            <a:r>
              <a:rPr lang="fr-FR" smtClean="0"/>
              <a:t>15-  ET QUAND QUELQU’UN D’AUTRE QUE MOI</a:t>
            </a:r>
          </a:p>
          <a:p>
            <a:r>
              <a:rPr lang="fr-FR" smtClean="0"/>
              <a:t>      And when someone else instead of me</a:t>
            </a:r>
            <a:br>
              <a:rPr lang="fr-FR" smtClean="0"/>
            </a:br>
            <a:r>
              <a:rPr lang="fr-FR" smtClean="0"/>
              <a:t>16-  RECONNAÎT TOUJOURS LA VOIE</a:t>
            </a:r>
            <a:br>
              <a:rPr lang="fr-FR" smtClean="0"/>
            </a:br>
            <a:r>
              <a:rPr lang="fr-FR" smtClean="0"/>
              <a:t>       Always seems to know the way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17-  JE REGARDE À TOI</a:t>
            </a:r>
            <a:br>
              <a:rPr lang="fr-FR" smtClean="0"/>
            </a:br>
            <a:r>
              <a:rPr lang="fr-FR" smtClean="0"/>
              <a:t>      ET TOUT REDEVIENT BON POUR MOI</a:t>
            </a:r>
          </a:p>
          <a:p>
            <a:r>
              <a:rPr lang="fr-FR" smtClean="0"/>
              <a:t>      Then I look at you</a:t>
            </a:r>
          </a:p>
          <a:p>
            <a:r>
              <a:rPr lang="fr-FR" smtClean="0"/>
              <a:t>      And the world's alright with me</a:t>
            </a:r>
            <a:br>
              <a:rPr lang="fr-FR" smtClean="0"/>
            </a:br>
            <a:r>
              <a:rPr lang="fr-FR" smtClean="0"/>
              <a:t>18-  UN REGARD VERS TOI</a:t>
            </a:r>
            <a:br>
              <a:rPr lang="fr-FR" smtClean="0"/>
            </a:br>
            <a:r>
              <a:rPr lang="fr-FR" smtClean="0"/>
              <a:t>       ET SAIS QUE JE VAIS PASSER</a:t>
            </a:r>
          </a:p>
          <a:p>
            <a:r>
              <a:rPr lang="fr-FR" smtClean="0"/>
              <a:t>       Just one look at you</a:t>
            </a:r>
          </a:p>
          <a:p>
            <a:r>
              <a:rPr lang="fr-FR" smtClean="0"/>
              <a:t>       And I know it's gonna be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	19-  UNE BELLE JOURNÉE</a:t>
            </a:r>
            <a:br>
              <a:rPr lang="fr-FR" smtClean="0"/>
            </a:br>
            <a:r>
              <a:rPr lang="fr-FR" smtClean="0"/>
              <a:t>	       UNE BELLE JOURNÉE…</a:t>
            </a:r>
            <a:br>
              <a:rPr lang="fr-FR" smtClean="0"/>
            </a:br>
            <a:r>
              <a:rPr lang="fr-FR" smtClean="0"/>
              <a:t>               	       A lovely day</a:t>
            </a:r>
          </a:p>
          <a:p>
            <a:r>
              <a:rPr lang="fr-FR" smtClean="0"/>
              <a:t>                          A lovely day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QUAND JE ME LÈVE LE MATIN</a:t>
            </a:r>
            <a:br>
              <a:rPr lang="fr-FR" smtClean="0"/>
            </a:br>
            <a:r>
              <a:rPr lang="fr-FR" smtClean="0"/>
              <a:t>     ET LE SOLEIL M’ÉBLOUIT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When I wake up in the mornin',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Love And the sunlight hurts my eyes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QUELQUE CHOSE SANS ME PRÉVENIR</a:t>
            </a:r>
            <a:br>
              <a:rPr lang="fr-FR" smtClean="0"/>
            </a:br>
            <a:r>
              <a:rPr lang="fr-FR" smtClean="0"/>
              <a:t>     VIENS SUBMERGER MON CŒUR</a:t>
            </a:r>
            <a:br>
              <a:rPr lang="fr-FR" smtClean="0"/>
            </a:br>
            <a:r>
              <a:rPr lang="fr-FR" smtClean="0"/>
              <a:t>     And somethin' without warnin',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Love Bears heavy on my mind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JE REGARDE À TOI</a:t>
            </a:r>
            <a:br>
              <a:rPr lang="fr-FR" smtClean="0"/>
            </a:br>
            <a:r>
              <a:rPr lang="fr-FR" smtClean="0"/>
              <a:t>     ET TOUT REDEVIENT BON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Then I look at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And the world's alright with me</a:t>
            </a:r>
            <a:br>
              <a:rPr lang="fr-FR" smtClean="0"/>
            </a:br>
            <a:r>
              <a:rPr lang="fr-FR" smtClean="0"/>
              <a:t>4-  UN REGARD VERS TOI</a:t>
            </a:r>
            <a:br>
              <a:rPr lang="fr-FR" smtClean="0"/>
            </a:br>
            <a:r>
              <a:rPr lang="fr-FR" smtClean="0"/>
              <a:t>     ET JE SAIS QUE JE VAIS PASSER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Just one look at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And I know it's gonna be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	5-  UNE BELLE JOURNÉE</a:t>
            </a:r>
            <a:br>
              <a:rPr lang="fr-FR" smtClean="0"/>
            </a:br>
            <a:r>
              <a:rPr lang="fr-FR" smtClean="0"/>
              <a:t>	     UNE BELLE JOURNÉE…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A lovely day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A lovely day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6-  QUAND LA JOURNÉE QUI SE PRÉSENTE À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When the day that lies ahead of me</a:t>
            </a:r>
            <a:br>
              <a:rPr lang="fr-FR" smtClean="0"/>
            </a:br>
            <a:r>
              <a:rPr lang="fr-FR" smtClean="0"/>
              <a:t>7-  SEMBLE IMPOSSIBLE À AFFRONTER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Seems impossible to face</a:t>
            </a:r>
            <a:br>
              <a:rPr lang="fr-FR" smtClean="0"/>
            </a:br>
            <a:r>
              <a:rPr lang="fr-FR" smtClean="0"/>
              <a:t>8-  ET QUAND QUELQU’UN D’AUTRE QUE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When someone else instead of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RECONNAÎT TOUJOURS LA VOIE</a:t>
            </a:r>
            <a:br>
              <a:rPr lang="fr-FR" smtClean="0"/>
            </a:br>
            <a:r>
              <a:rPr lang="fr-FR" smtClean="0"/>
              <a:t>     Always seems to know the way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10-  JE REGARDE À TOI</a:t>
            </a:r>
            <a:br>
              <a:rPr lang="fr-FR" smtClean="0"/>
            </a:br>
            <a:r>
              <a:rPr lang="fr-FR" smtClean="0"/>
              <a:t>       ET TOUT REDEVIENT BON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Then I look at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And the world's alright with me</a:t>
            </a:r>
            <a:br>
              <a:rPr lang="fr-FR" smtClean="0"/>
            </a:br>
            <a:r>
              <a:rPr lang="fr-FR" smtClean="0"/>
              <a:t>11-  UN REGARD VERS TOI</a:t>
            </a:r>
            <a:br>
              <a:rPr lang="fr-FR" smtClean="0"/>
            </a:br>
            <a:r>
              <a:rPr lang="fr-FR" smtClean="0"/>
              <a:t>       ET SAIS QUE JE VAIS PASSER</a:t>
            </a:r>
            <a:br>
              <a:rPr lang="fr-FR" smtClean="0"/>
            </a:br>
            <a:r>
              <a:rPr lang="fr-FR" smtClean="0"/>
              <a:t>       Just one look at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And I know it's gonna be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12-  UNE BELLE JOURNÉE</a:t>
            </a:r>
            <a:br>
              <a:rPr lang="fr-FR" smtClean="0"/>
            </a:br>
            <a:r>
              <a:rPr lang="fr-FR" smtClean="0"/>
              <a:t>	       UNE BELLE JOURNÉE …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 A lovely day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 A lovely day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13-  QUAND LA JOURNÉE QUI SE PRÉSENTE À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When the day that lies ahead of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SEMBLE IMPOSSIBLE À AFFRONTER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Seems impossible to face</a:t>
            </a:r>
            <a:br>
              <a:rPr lang="fr-FR" smtClean="0"/>
            </a:br>
            <a:r>
              <a:rPr lang="fr-FR" smtClean="0"/>
              <a:t>15-  ET QUAND QUELQU’UN D’AUTRE QUE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And when someone else instead of me</a:t>
            </a:r>
            <a:br>
              <a:rPr lang="fr-FR" smtClean="0"/>
            </a:br>
            <a:r>
              <a:rPr lang="fr-FR" smtClean="0"/>
              <a:t>16-  RECONNAÎT TOUJOURS LA VOIE</a:t>
            </a:r>
            <a:br>
              <a:rPr lang="fr-FR" smtClean="0"/>
            </a:br>
            <a:r>
              <a:rPr lang="fr-FR" smtClean="0"/>
              <a:t>       Always seems to know the way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17-  JE REGARDE À TOI</a:t>
            </a:r>
            <a:br>
              <a:rPr lang="fr-FR" smtClean="0"/>
            </a:br>
            <a:r>
              <a:rPr lang="fr-FR" smtClean="0"/>
              <a:t>      ET TOUT REDEVIENT BON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Then I look at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And the world's alright with me</a:t>
            </a:r>
            <a:br>
              <a:rPr lang="fr-FR" smtClean="0"/>
            </a:br>
            <a:r>
              <a:rPr lang="fr-FR" smtClean="0"/>
              <a:t>18-  UN REGARD VERS TOI</a:t>
            </a:r>
            <a:br>
              <a:rPr lang="fr-FR" smtClean="0"/>
            </a:br>
            <a:r>
              <a:rPr lang="fr-FR" smtClean="0"/>
              <a:t>       ET SAIS QUE JE VAIS PASSER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Just one look at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And I know it's gonna be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	19-  UNE BELLE JOURNÉE</a:t>
            </a:r>
            <a:br>
              <a:rPr lang="fr-FR" smtClean="0"/>
            </a:br>
            <a:r>
              <a:rPr lang="fr-FR" smtClean="0"/>
              <a:t>	       UNE BELLE JOURNÉE…</a:t>
            </a:r>
            <a:br>
              <a:rPr lang="fr-FR" smtClean="0"/>
            </a:br>
            <a:r>
              <a:rPr lang="fr-FR" smtClean="0"/>
              <a:t>               	       A lovely day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 A lovely day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3584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QUAND JE ME LÈVE LE MATIN</a:t>
            </a:r>
            <a:br>
              <a:rPr lang="fr-FR" smtClean="0"/>
            </a:br>
            <a:r>
              <a:rPr lang="fr-FR" smtClean="0"/>
              <a:t>     ET LE SOLEIL M’ÉBLOUIT</a:t>
            </a:r>
          </a:p>
          <a:p>
            <a:r>
              <a:rPr lang="fr-FR" smtClean="0"/>
              <a:t>     When I wake up in the mornin', </a:t>
            </a:r>
          </a:p>
          <a:p>
            <a:r>
              <a:rPr lang="fr-FR" smtClean="0"/>
              <a:t>     Love And the sunlight hurts my eyes</a:t>
            </a:r>
          </a:p>
          <a:p>
            <a:r>
              <a:rPr lang="fr-FR" smtClean="0"/>
              <a:t>2-  QUELQUE CHOSE SANS ME PRÉVENIR</a:t>
            </a:r>
            <a:br>
              <a:rPr lang="fr-FR" smtClean="0"/>
            </a:br>
            <a:r>
              <a:rPr lang="fr-FR" smtClean="0"/>
              <a:t>     VIENS SUBMERGER MON CŒUR</a:t>
            </a:r>
            <a:br>
              <a:rPr lang="fr-FR" smtClean="0"/>
            </a:br>
            <a:r>
              <a:rPr lang="fr-FR" smtClean="0"/>
              <a:t>     And somethin' without warnin', </a:t>
            </a:r>
          </a:p>
          <a:p>
            <a:r>
              <a:rPr lang="fr-FR" smtClean="0"/>
              <a:t>     Love Bears heavy on my mind</a:t>
            </a:r>
          </a:p>
          <a:p>
            <a:endParaRPr lang="fr-FR" smtClean="0"/>
          </a:p>
          <a:p>
            <a:r>
              <a:rPr lang="fr-FR" smtClean="0"/>
              <a:t>3-  JE REGARDE À TOI</a:t>
            </a:r>
            <a:br>
              <a:rPr lang="fr-FR" smtClean="0"/>
            </a:br>
            <a:r>
              <a:rPr lang="fr-FR" smtClean="0"/>
              <a:t>     ET TOUT REDEVIENT BON POUR MOI</a:t>
            </a:r>
          </a:p>
          <a:p>
            <a:r>
              <a:rPr lang="fr-FR" smtClean="0"/>
              <a:t>     Then I look at you</a:t>
            </a:r>
          </a:p>
          <a:p>
            <a:r>
              <a:rPr lang="fr-FR" smtClean="0"/>
              <a:t>     And the world's alright with me</a:t>
            </a:r>
            <a:br>
              <a:rPr lang="fr-FR" smtClean="0"/>
            </a:br>
            <a:r>
              <a:rPr lang="fr-FR" smtClean="0"/>
              <a:t>4-  UN REGARD VERS TOI</a:t>
            </a:r>
            <a:br>
              <a:rPr lang="fr-FR" smtClean="0"/>
            </a:br>
            <a:r>
              <a:rPr lang="fr-FR" smtClean="0"/>
              <a:t>     ET JE SAIS QUE JE VAIS PASSER</a:t>
            </a:r>
          </a:p>
          <a:p>
            <a:r>
              <a:rPr lang="fr-FR" smtClean="0"/>
              <a:t>     Just one look at you</a:t>
            </a:r>
          </a:p>
          <a:p>
            <a:r>
              <a:rPr lang="fr-FR" smtClean="0"/>
              <a:t>     And I know it's gonna be</a:t>
            </a:r>
          </a:p>
          <a:p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  	5-  UNE BELLE JOURNÉE</a:t>
            </a:r>
            <a:br>
              <a:rPr lang="fr-FR" smtClean="0"/>
            </a:br>
            <a:r>
              <a:rPr lang="fr-FR" smtClean="0"/>
              <a:t>	     UNE BELLE JOURNÉE…</a:t>
            </a:r>
          </a:p>
          <a:p>
            <a:r>
              <a:rPr lang="fr-FR" smtClean="0"/>
              <a:t>	     A lovely day</a:t>
            </a:r>
          </a:p>
          <a:p>
            <a:r>
              <a:rPr lang="fr-FR" smtClean="0"/>
              <a:t>	     A lovely day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6-  QUAND LA JOURNÉE QUI SE PRÉSENTE À MOI</a:t>
            </a:r>
          </a:p>
          <a:p>
            <a:r>
              <a:rPr lang="fr-FR" smtClean="0"/>
              <a:t>     When the day that lies ahead of me</a:t>
            </a:r>
            <a:br>
              <a:rPr lang="fr-FR" smtClean="0"/>
            </a:br>
            <a:r>
              <a:rPr lang="fr-FR" smtClean="0"/>
              <a:t>7-  SEMBLE IMPOSSIBLE À AFFRONTER</a:t>
            </a:r>
          </a:p>
          <a:p>
            <a:r>
              <a:rPr lang="fr-FR" smtClean="0"/>
              <a:t>     Seems impossible to face</a:t>
            </a:r>
            <a:br>
              <a:rPr lang="fr-FR" smtClean="0"/>
            </a:br>
            <a:r>
              <a:rPr lang="fr-FR" smtClean="0"/>
              <a:t>8-  ET QUAND QUELQU’UN D’AUTRE QUE MOI</a:t>
            </a:r>
          </a:p>
          <a:p>
            <a:r>
              <a:rPr lang="fr-FR" smtClean="0"/>
              <a:t>     When someone else instead of me</a:t>
            </a:r>
          </a:p>
          <a:p>
            <a:r>
              <a:rPr lang="fr-FR" smtClean="0"/>
              <a:t>9-  RECONNAÎT TOUJOURS LA VOIE</a:t>
            </a:r>
            <a:br>
              <a:rPr lang="fr-FR" smtClean="0"/>
            </a:br>
            <a:r>
              <a:rPr lang="fr-FR" smtClean="0"/>
              <a:t>     Always seems to know the way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10-  JE REGARDE À TOI</a:t>
            </a:r>
            <a:br>
              <a:rPr lang="fr-FR" smtClean="0"/>
            </a:br>
            <a:r>
              <a:rPr lang="fr-FR" smtClean="0"/>
              <a:t>       ET TOUT REDEVIENT BON POUR MOI</a:t>
            </a:r>
          </a:p>
          <a:p>
            <a:r>
              <a:rPr lang="fr-FR" smtClean="0"/>
              <a:t>       Then I look at you</a:t>
            </a:r>
          </a:p>
          <a:p>
            <a:r>
              <a:rPr lang="fr-FR" smtClean="0"/>
              <a:t>       And the world's alright with me</a:t>
            </a:r>
            <a:br>
              <a:rPr lang="fr-FR" smtClean="0"/>
            </a:br>
            <a:r>
              <a:rPr lang="fr-FR" smtClean="0"/>
              <a:t>11-  UN REGARD VERS TOI</a:t>
            </a:r>
            <a:br>
              <a:rPr lang="fr-FR" smtClean="0"/>
            </a:br>
            <a:r>
              <a:rPr lang="fr-FR" smtClean="0"/>
              <a:t>       ET SAIS QUE JE VAIS PASSER</a:t>
            </a:r>
            <a:br>
              <a:rPr lang="fr-FR" smtClean="0"/>
            </a:br>
            <a:r>
              <a:rPr lang="fr-FR" smtClean="0"/>
              <a:t>       Just one look at you</a:t>
            </a:r>
          </a:p>
          <a:p>
            <a:r>
              <a:rPr lang="fr-FR" smtClean="0"/>
              <a:t>       And I know it's gonna be</a:t>
            </a:r>
          </a:p>
          <a:p>
            <a:endParaRPr lang="fr-FR" smtClean="0"/>
          </a:p>
          <a:p>
            <a:r>
              <a:rPr lang="fr-FR" smtClean="0"/>
              <a:t>	12-  UNE BELLE JOURNÉE</a:t>
            </a:r>
            <a:br>
              <a:rPr lang="fr-FR" smtClean="0"/>
            </a:br>
            <a:r>
              <a:rPr lang="fr-FR" smtClean="0"/>
              <a:t>	       UNE BELLE JOURNÉE …</a:t>
            </a:r>
          </a:p>
          <a:p>
            <a:r>
              <a:rPr lang="fr-FR" smtClean="0"/>
              <a:t>                          A lovely day</a:t>
            </a:r>
          </a:p>
          <a:p>
            <a:r>
              <a:rPr lang="fr-FR" smtClean="0"/>
              <a:t>                          A lovely day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13-  QUAND LA JOURNÉE QUI SE PRÉSENTE À MOI</a:t>
            </a:r>
          </a:p>
          <a:p>
            <a:r>
              <a:rPr lang="fr-FR" smtClean="0"/>
              <a:t>       When the day that lies ahead of me</a:t>
            </a:r>
          </a:p>
          <a:p>
            <a:r>
              <a:rPr lang="fr-FR" smtClean="0"/>
              <a:t>14-  SEMBLE IMPOSSIBLE À AFFRONTER</a:t>
            </a:r>
          </a:p>
          <a:p>
            <a:r>
              <a:rPr lang="fr-FR" smtClean="0"/>
              <a:t>       Seems impossible to face</a:t>
            </a:r>
            <a:br>
              <a:rPr lang="fr-FR" smtClean="0"/>
            </a:br>
            <a:r>
              <a:rPr lang="fr-FR" smtClean="0"/>
              <a:t>15-  ET QUAND QUELQU’UN D’AUTRE QUE MOI</a:t>
            </a:r>
          </a:p>
          <a:p>
            <a:r>
              <a:rPr lang="fr-FR" smtClean="0"/>
              <a:t>      And when someone else instead of me</a:t>
            </a:r>
            <a:br>
              <a:rPr lang="fr-FR" smtClean="0"/>
            </a:br>
            <a:r>
              <a:rPr lang="fr-FR" smtClean="0"/>
              <a:t>16-  RECONNAÎT TOUJOURS LA VOIE</a:t>
            </a:r>
            <a:br>
              <a:rPr lang="fr-FR" smtClean="0"/>
            </a:br>
            <a:r>
              <a:rPr lang="fr-FR" smtClean="0"/>
              <a:t>       Always seems to know the way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17-  JE REGARDE À TOI</a:t>
            </a:r>
            <a:br>
              <a:rPr lang="fr-FR" smtClean="0"/>
            </a:br>
            <a:r>
              <a:rPr lang="fr-FR" smtClean="0"/>
              <a:t>      ET TOUT REDEVIENT BON POUR MOI</a:t>
            </a:r>
          </a:p>
          <a:p>
            <a:r>
              <a:rPr lang="fr-FR" smtClean="0"/>
              <a:t>      Then I look at you</a:t>
            </a:r>
          </a:p>
          <a:p>
            <a:r>
              <a:rPr lang="fr-FR" smtClean="0"/>
              <a:t>      And the world's alright with me</a:t>
            </a:r>
            <a:br>
              <a:rPr lang="fr-FR" smtClean="0"/>
            </a:br>
            <a:r>
              <a:rPr lang="fr-FR" smtClean="0"/>
              <a:t>18-  UN REGARD VERS TOI</a:t>
            </a:r>
            <a:br>
              <a:rPr lang="fr-FR" smtClean="0"/>
            </a:br>
            <a:r>
              <a:rPr lang="fr-FR" smtClean="0"/>
              <a:t>       ET SAIS QUE JE VAIS PASSER</a:t>
            </a:r>
          </a:p>
          <a:p>
            <a:r>
              <a:rPr lang="fr-FR" smtClean="0"/>
              <a:t>       Just one look at you</a:t>
            </a:r>
          </a:p>
          <a:p>
            <a:r>
              <a:rPr lang="fr-FR" smtClean="0"/>
              <a:t>       And I know it's gonna be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	19-  UNE BELLE JOURNÉE</a:t>
            </a:r>
            <a:br>
              <a:rPr lang="fr-FR" smtClean="0"/>
            </a:br>
            <a:r>
              <a:rPr lang="fr-FR" smtClean="0"/>
              <a:t>	       UNE BELLE JOURNÉE…</a:t>
            </a:r>
            <a:br>
              <a:rPr lang="fr-FR" smtClean="0"/>
            </a:br>
            <a:r>
              <a:rPr lang="fr-FR" smtClean="0"/>
              <a:t>               	       A lovely day</a:t>
            </a:r>
          </a:p>
          <a:p>
            <a:r>
              <a:rPr lang="fr-FR" smtClean="0"/>
              <a:t>                          A lovely day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QUAND JE ME LÈVE LE MATIN</a:t>
            </a:r>
            <a:br>
              <a:rPr lang="fr-FR" smtClean="0"/>
            </a:br>
            <a:r>
              <a:rPr lang="fr-FR" smtClean="0"/>
              <a:t>     ET LE SOLEIL M’ÉBLOUIT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When I wake up in the mornin',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Love And the sunlight hurts my eyes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QUELQUE CHOSE SANS ME PRÉVENIR</a:t>
            </a:r>
            <a:br>
              <a:rPr lang="fr-FR" smtClean="0"/>
            </a:br>
            <a:r>
              <a:rPr lang="fr-FR" smtClean="0"/>
              <a:t>     VIENS SUBMERGER MON CŒUR</a:t>
            </a:r>
            <a:br>
              <a:rPr lang="fr-FR" smtClean="0"/>
            </a:br>
            <a:r>
              <a:rPr lang="fr-FR" smtClean="0"/>
              <a:t>     And somethin' without warnin',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Love Bears heavy on my mind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JE REGARDE À TOI</a:t>
            </a:r>
            <a:br>
              <a:rPr lang="fr-FR" smtClean="0"/>
            </a:br>
            <a:r>
              <a:rPr lang="fr-FR" smtClean="0"/>
              <a:t>     ET TOUT REDEVIENT BON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Then I look at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And the world's alright with me</a:t>
            </a:r>
            <a:br>
              <a:rPr lang="fr-FR" smtClean="0"/>
            </a:br>
            <a:r>
              <a:rPr lang="fr-FR" smtClean="0"/>
              <a:t>4-  UN REGARD VERS TOI</a:t>
            </a:r>
            <a:br>
              <a:rPr lang="fr-FR" smtClean="0"/>
            </a:br>
            <a:r>
              <a:rPr lang="fr-FR" smtClean="0"/>
              <a:t>     ET JE SAIS QUE JE VAIS PASSER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Just one look at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And I know it's gonna be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	5-  UNE BELLE JOURNÉE</a:t>
            </a:r>
            <a:br>
              <a:rPr lang="fr-FR" smtClean="0"/>
            </a:br>
            <a:r>
              <a:rPr lang="fr-FR" smtClean="0"/>
              <a:t>	     UNE BELLE JOURNÉE…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A lovely day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A lovely day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6-  QUAND LA JOURNÉE QUI SE PRÉSENTE À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When the day that lies ahead of me</a:t>
            </a:r>
            <a:br>
              <a:rPr lang="fr-FR" smtClean="0"/>
            </a:br>
            <a:r>
              <a:rPr lang="fr-FR" smtClean="0"/>
              <a:t>7-  SEMBLE IMPOSSIBLE À AFFRONTER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Seems impossible to face</a:t>
            </a:r>
            <a:br>
              <a:rPr lang="fr-FR" smtClean="0"/>
            </a:br>
            <a:r>
              <a:rPr lang="fr-FR" smtClean="0"/>
              <a:t>8-  ET QUAND QUELQU’UN D’AUTRE QUE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When someone else instead of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RECONNAÎT TOUJOURS LA VOIE</a:t>
            </a:r>
            <a:br>
              <a:rPr lang="fr-FR" smtClean="0"/>
            </a:br>
            <a:r>
              <a:rPr lang="fr-FR" smtClean="0"/>
              <a:t>     Always seems to know the way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10-  JE REGARDE À TOI</a:t>
            </a:r>
            <a:br>
              <a:rPr lang="fr-FR" smtClean="0"/>
            </a:br>
            <a:r>
              <a:rPr lang="fr-FR" smtClean="0"/>
              <a:t>       ET TOUT REDEVIENT BON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Then I look at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And the world's alright with me</a:t>
            </a:r>
            <a:br>
              <a:rPr lang="fr-FR" smtClean="0"/>
            </a:br>
            <a:r>
              <a:rPr lang="fr-FR" smtClean="0"/>
              <a:t>11-  UN REGARD VERS TOI</a:t>
            </a:r>
            <a:br>
              <a:rPr lang="fr-FR" smtClean="0"/>
            </a:br>
            <a:r>
              <a:rPr lang="fr-FR" smtClean="0"/>
              <a:t>       ET SAIS QUE JE VAIS PASSER</a:t>
            </a:r>
            <a:br>
              <a:rPr lang="fr-FR" smtClean="0"/>
            </a:br>
            <a:r>
              <a:rPr lang="fr-FR" smtClean="0"/>
              <a:t>       Just one look at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And I know it's gonna be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12-  UNE BELLE JOURNÉE</a:t>
            </a:r>
            <a:br>
              <a:rPr lang="fr-FR" smtClean="0"/>
            </a:br>
            <a:r>
              <a:rPr lang="fr-FR" smtClean="0"/>
              <a:t>	       UNE BELLE JOURNÉE …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 A lovely day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 A lovely day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13-  QUAND LA JOURNÉE QUI SE PRÉSENTE À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When the day that lies ahead of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SEMBLE IMPOSSIBLE À AFFRONTER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Seems impossible to face</a:t>
            </a:r>
            <a:br>
              <a:rPr lang="fr-FR" smtClean="0"/>
            </a:br>
            <a:r>
              <a:rPr lang="fr-FR" smtClean="0"/>
              <a:t>15-  ET QUAND QUELQU’UN D’AUTRE QUE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And when someone else instead of me</a:t>
            </a:r>
            <a:br>
              <a:rPr lang="fr-FR" smtClean="0"/>
            </a:br>
            <a:r>
              <a:rPr lang="fr-FR" smtClean="0"/>
              <a:t>16-  RECONNAÎT TOUJOURS LA VOIE</a:t>
            </a:r>
            <a:br>
              <a:rPr lang="fr-FR" smtClean="0"/>
            </a:br>
            <a:r>
              <a:rPr lang="fr-FR" smtClean="0"/>
              <a:t>       Always seems to know the way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17-  JE REGARDE À TOI</a:t>
            </a:r>
            <a:br>
              <a:rPr lang="fr-FR" smtClean="0"/>
            </a:br>
            <a:r>
              <a:rPr lang="fr-FR" smtClean="0"/>
              <a:t>      ET TOUT REDEVIENT BON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Then I look at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And the world's alright with me</a:t>
            </a:r>
            <a:br>
              <a:rPr lang="fr-FR" smtClean="0"/>
            </a:br>
            <a:r>
              <a:rPr lang="fr-FR" smtClean="0"/>
              <a:t>18-  UN REGARD VERS TOI</a:t>
            </a:r>
            <a:br>
              <a:rPr lang="fr-FR" smtClean="0"/>
            </a:br>
            <a:r>
              <a:rPr lang="fr-FR" smtClean="0"/>
              <a:t>       ET SAIS QUE JE VAIS PASSER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Just one look at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And I know it's gonna be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	19-  UNE BELLE JOURNÉE</a:t>
            </a:r>
            <a:br>
              <a:rPr lang="fr-FR" smtClean="0"/>
            </a:br>
            <a:r>
              <a:rPr lang="fr-FR" smtClean="0"/>
              <a:t>	       UNE BELLE JOURNÉE…</a:t>
            </a:r>
            <a:br>
              <a:rPr lang="fr-FR" smtClean="0"/>
            </a:br>
            <a:r>
              <a:rPr lang="fr-FR" smtClean="0"/>
              <a:t>               	       A lovely day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 A lovely day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368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QUAND JE ME LÈVE LE MATIN</a:t>
            </a:r>
            <a:br>
              <a:rPr lang="fr-FR" smtClean="0"/>
            </a:br>
            <a:r>
              <a:rPr lang="fr-FR" smtClean="0"/>
              <a:t>     ET LE SOLEIL M’ÉBLOUIT</a:t>
            </a:r>
          </a:p>
          <a:p>
            <a:r>
              <a:rPr lang="fr-FR" smtClean="0"/>
              <a:t>     When I wake up in the mornin', </a:t>
            </a:r>
          </a:p>
          <a:p>
            <a:r>
              <a:rPr lang="fr-FR" smtClean="0"/>
              <a:t>     Love And the sunlight hurts my eyes</a:t>
            </a:r>
          </a:p>
          <a:p>
            <a:r>
              <a:rPr lang="fr-FR" smtClean="0"/>
              <a:t>2-  QUELQUE CHOSE SANS ME PRÉVENIR</a:t>
            </a:r>
            <a:br>
              <a:rPr lang="fr-FR" smtClean="0"/>
            </a:br>
            <a:r>
              <a:rPr lang="fr-FR" smtClean="0"/>
              <a:t>     VIENS SUBMERGER MON CŒUR</a:t>
            </a:r>
            <a:br>
              <a:rPr lang="fr-FR" smtClean="0"/>
            </a:br>
            <a:r>
              <a:rPr lang="fr-FR" smtClean="0"/>
              <a:t>     And somethin' without warnin', </a:t>
            </a:r>
          </a:p>
          <a:p>
            <a:r>
              <a:rPr lang="fr-FR" smtClean="0"/>
              <a:t>     Love Bears heavy on my mind</a:t>
            </a:r>
          </a:p>
          <a:p>
            <a:endParaRPr lang="fr-FR" smtClean="0"/>
          </a:p>
          <a:p>
            <a:r>
              <a:rPr lang="fr-FR" smtClean="0"/>
              <a:t>3-  JE REGARDE À TOI</a:t>
            </a:r>
            <a:br>
              <a:rPr lang="fr-FR" smtClean="0"/>
            </a:br>
            <a:r>
              <a:rPr lang="fr-FR" smtClean="0"/>
              <a:t>     ET TOUT REDEVIENT BON POUR MOI</a:t>
            </a:r>
          </a:p>
          <a:p>
            <a:r>
              <a:rPr lang="fr-FR" smtClean="0"/>
              <a:t>     Then I look at you</a:t>
            </a:r>
          </a:p>
          <a:p>
            <a:r>
              <a:rPr lang="fr-FR" smtClean="0"/>
              <a:t>     And the world's alright with me</a:t>
            </a:r>
            <a:br>
              <a:rPr lang="fr-FR" smtClean="0"/>
            </a:br>
            <a:r>
              <a:rPr lang="fr-FR" smtClean="0"/>
              <a:t>4-  UN REGARD VERS TOI</a:t>
            </a:r>
            <a:br>
              <a:rPr lang="fr-FR" smtClean="0"/>
            </a:br>
            <a:r>
              <a:rPr lang="fr-FR" smtClean="0"/>
              <a:t>     ET JE SAIS QUE JE VAIS PASSER</a:t>
            </a:r>
          </a:p>
          <a:p>
            <a:r>
              <a:rPr lang="fr-FR" smtClean="0"/>
              <a:t>     Just one look at you</a:t>
            </a:r>
          </a:p>
          <a:p>
            <a:r>
              <a:rPr lang="fr-FR" smtClean="0"/>
              <a:t>     And I know it's gonna be</a:t>
            </a:r>
          </a:p>
          <a:p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  	5-  UNE BELLE JOURNÉE</a:t>
            </a:r>
            <a:br>
              <a:rPr lang="fr-FR" smtClean="0"/>
            </a:br>
            <a:r>
              <a:rPr lang="fr-FR" smtClean="0"/>
              <a:t>	     UNE BELLE JOURNÉE…</a:t>
            </a:r>
          </a:p>
          <a:p>
            <a:r>
              <a:rPr lang="fr-FR" smtClean="0"/>
              <a:t>	     A lovely day</a:t>
            </a:r>
          </a:p>
          <a:p>
            <a:r>
              <a:rPr lang="fr-FR" smtClean="0"/>
              <a:t>	     A lovely day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6-  QUAND LA JOURNÉE QUI SE PRÉSENTE À MOI</a:t>
            </a:r>
          </a:p>
          <a:p>
            <a:r>
              <a:rPr lang="fr-FR" smtClean="0"/>
              <a:t>     When the day that lies ahead of me</a:t>
            </a:r>
            <a:br>
              <a:rPr lang="fr-FR" smtClean="0"/>
            </a:br>
            <a:r>
              <a:rPr lang="fr-FR" smtClean="0"/>
              <a:t>7-  SEMBLE IMPOSSIBLE À AFFRONTER</a:t>
            </a:r>
          </a:p>
          <a:p>
            <a:r>
              <a:rPr lang="fr-FR" smtClean="0"/>
              <a:t>     Seems impossible to face</a:t>
            </a:r>
            <a:br>
              <a:rPr lang="fr-FR" smtClean="0"/>
            </a:br>
            <a:r>
              <a:rPr lang="fr-FR" smtClean="0"/>
              <a:t>8-  ET QUAND QUELQU’UN D’AUTRE QUE MOI</a:t>
            </a:r>
          </a:p>
          <a:p>
            <a:r>
              <a:rPr lang="fr-FR" smtClean="0"/>
              <a:t>     When someone else instead of me</a:t>
            </a:r>
          </a:p>
          <a:p>
            <a:r>
              <a:rPr lang="fr-FR" smtClean="0"/>
              <a:t>9-  RECONNAÎT TOUJOURS LA VOIE</a:t>
            </a:r>
            <a:br>
              <a:rPr lang="fr-FR" smtClean="0"/>
            </a:br>
            <a:r>
              <a:rPr lang="fr-FR" smtClean="0"/>
              <a:t>     Always seems to know the way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10-  JE REGARDE À TOI</a:t>
            </a:r>
            <a:br>
              <a:rPr lang="fr-FR" smtClean="0"/>
            </a:br>
            <a:r>
              <a:rPr lang="fr-FR" smtClean="0"/>
              <a:t>       ET TOUT REDEVIENT BON POUR MOI</a:t>
            </a:r>
          </a:p>
          <a:p>
            <a:r>
              <a:rPr lang="fr-FR" smtClean="0"/>
              <a:t>       Then I look at you</a:t>
            </a:r>
          </a:p>
          <a:p>
            <a:r>
              <a:rPr lang="fr-FR" smtClean="0"/>
              <a:t>       And the world's alright with me</a:t>
            </a:r>
            <a:br>
              <a:rPr lang="fr-FR" smtClean="0"/>
            </a:br>
            <a:r>
              <a:rPr lang="fr-FR" smtClean="0"/>
              <a:t>11-  UN REGARD VERS TOI</a:t>
            </a:r>
            <a:br>
              <a:rPr lang="fr-FR" smtClean="0"/>
            </a:br>
            <a:r>
              <a:rPr lang="fr-FR" smtClean="0"/>
              <a:t>       ET SAIS QUE JE VAIS PASSER</a:t>
            </a:r>
            <a:br>
              <a:rPr lang="fr-FR" smtClean="0"/>
            </a:br>
            <a:r>
              <a:rPr lang="fr-FR" smtClean="0"/>
              <a:t>       Just one look at you</a:t>
            </a:r>
          </a:p>
          <a:p>
            <a:r>
              <a:rPr lang="fr-FR" smtClean="0"/>
              <a:t>       And I know it's gonna be</a:t>
            </a:r>
          </a:p>
          <a:p>
            <a:endParaRPr lang="fr-FR" smtClean="0"/>
          </a:p>
          <a:p>
            <a:r>
              <a:rPr lang="fr-FR" smtClean="0"/>
              <a:t>	12-  UNE BELLE JOURNÉE</a:t>
            </a:r>
            <a:br>
              <a:rPr lang="fr-FR" smtClean="0"/>
            </a:br>
            <a:r>
              <a:rPr lang="fr-FR" smtClean="0"/>
              <a:t>	       UNE BELLE JOURNÉE …</a:t>
            </a:r>
          </a:p>
          <a:p>
            <a:r>
              <a:rPr lang="fr-FR" smtClean="0"/>
              <a:t>                          A lovely day</a:t>
            </a:r>
          </a:p>
          <a:p>
            <a:r>
              <a:rPr lang="fr-FR" smtClean="0"/>
              <a:t>                          A lovely day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13-  QUAND LA JOURNÉE QUI SE PRÉSENTE À MOI</a:t>
            </a:r>
          </a:p>
          <a:p>
            <a:r>
              <a:rPr lang="fr-FR" smtClean="0"/>
              <a:t>       When the day that lies ahead of me</a:t>
            </a:r>
          </a:p>
          <a:p>
            <a:r>
              <a:rPr lang="fr-FR" smtClean="0"/>
              <a:t>14-  SEMBLE IMPOSSIBLE À AFFRONTER</a:t>
            </a:r>
          </a:p>
          <a:p>
            <a:r>
              <a:rPr lang="fr-FR" smtClean="0"/>
              <a:t>       Seems impossible to face</a:t>
            </a:r>
            <a:br>
              <a:rPr lang="fr-FR" smtClean="0"/>
            </a:br>
            <a:r>
              <a:rPr lang="fr-FR" smtClean="0"/>
              <a:t>15-  ET QUAND QUELQU’UN D’AUTRE QUE MOI</a:t>
            </a:r>
          </a:p>
          <a:p>
            <a:r>
              <a:rPr lang="fr-FR" smtClean="0"/>
              <a:t>      And when someone else instead of me</a:t>
            </a:r>
            <a:br>
              <a:rPr lang="fr-FR" smtClean="0"/>
            </a:br>
            <a:r>
              <a:rPr lang="fr-FR" smtClean="0"/>
              <a:t>16-  RECONNAÎT TOUJOURS LA VOIE</a:t>
            </a:r>
            <a:br>
              <a:rPr lang="fr-FR" smtClean="0"/>
            </a:br>
            <a:r>
              <a:rPr lang="fr-FR" smtClean="0"/>
              <a:t>       Always seems to know the way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17-  JE REGARDE À TOI</a:t>
            </a:r>
            <a:br>
              <a:rPr lang="fr-FR" smtClean="0"/>
            </a:br>
            <a:r>
              <a:rPr lang="fr-FR" smtClean="0"/>
              <a:t>      ET TOUT REDEVIENT BON POUR MOI</a:t>
            </a:r>
          </a:p>
          <a:p>
            <a:r>
              <a:rPr lang="fr-FR" smtClean="0"/>
              <a:t>      Then I look at you</a:t>
            </a:r>
          </a:p>
          <a:p>
            <a:r>
              <a:rPr lang="fr-FR" smtClean="0"/>
              <a:t>      And the world's alright with me</a:t>
            </a:r>
            <a:br>
              <a:rPr lang="fr-FR" smtClean="0"/>
            </a:br>
            <a:r>
              <a:rPr lang="fr-FR" smtClean="0"/>
              <a:t>18-  UN REGARD VERS TOI</a:t>
            </a:r>
            <a:br>
              <a:rPr lang="fr-FR" smtClean="0"/>
            </a:br>
            <a:r>
              <a:rPr lang="fr-FR" smtClean="0"/>
              <a:t>       ET SAIS QUE JE VAIS PASSER</a:t>
            </a:r>
          </a:p>
          <a:p>
            <a:r>
              <a:rPr lang="fr-FR" smtClean="0"/>
              <a:t>       Just one look at you</a:t>
            </a:r>
          </a:p>
          <a:p>
            <a:r>
              <a:rPr lang="fr-FR" smtClean="0"/>
              <a:t>       And I know it's gonna be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	19-  UNE BELLE JOURNÉE</a:t>
            </a:r>
            <a:br>
              <a:rPr lang="fr-FR" smtClean="0"/>
            </a:br>
            <a:r>
              <a:rPr lang="fr-FR" smtClean="0"/>
              <a:t>	       UNE BELLE JOURNÉE…</a:t>
            </a:r>
            <a:br>
              <a:rPr lang="fr-FR" smtClean="0"/>
            </a:br>
            <a:r>
              <a:rPr lang="fr-FR" smtClean="0"/>
              <a:t>               	       A lovely day</a:t>
            </a:r>
          </a:p>
          <a:p>
            <a:r>
              <a:rPr lang="fr-FR" smtClean="0"/>
              <a:t>                          A lovely day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QUAND JE ME LÈVE LE MATIN</a:t>
            </a:r>
            <a:br>
              <a:rPr lang="fr-FR" smtClean="0"/>
            </a:br>
            <a:r>
              <a:rPr lang="fr-FR" smtClean="0"/>
              <a:t>     ET LE SOLEIL M’ÉBLOUIT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When I wake up in the mornin',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Love And the sunlight hurts my eyes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QUELQUE CHOSE SANS ME PRÉVENIR</a:t>
            </a:r>
            <a:br>
              <a:rPr lang="fr-FR" smtClean="0"/>
            </a:br>
            <a:r>
              <a:rPr lang="fr-FR" smtClean="0"/>
              <a:t>     VIENS SUBMERGER MON CŒUR</a:t>
            </a:r>
            <a:br>
              <a:rPr lang="fr-FR" smtClean="0"/>
            </a:br>
            <a:r>
              <a:rPr lang="fr-FR" smtClean="0"/>
              <a:t>     And somethin' without warnin',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Love Bears heavy on my mind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JE REGARDE À TOI</a:t>
            </a:r>
            <a:br>
              <a:rPr lang="fr-FR" smtClean="0"/>
            </a:br>
            <a:r>
              <a:rPr lang="fr-FR" smtClean="0"/>
              <a:t>     ET TOUT REDEVIENT BON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Then I look at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And the world's alright with me</a:t>
            </a:r>
            <a:br>
              <a:rPr lang="fr-FR" smtClean="0"/>
            </a:br>
            <a:r>
              <a:rPr lang="fr-FR" smtClean="0"/>
              <a:t>4-  UN REGARD VERS TOI</a:t>
            </a:r>
            <a:br>
              <a:rPr lang="fr-FR" smtClean="0"/>
            </a:br>
            <a:r>
              <a:rPr lang="fr-FR" smtClean="0"/>
              <a:t>     ET JE SAIS QUE JE VAIS PASSER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Just one look at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And I know it's gonna be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	5-  UNE BELLE JOURNÉE</a:t>
            </a:r>
            <a:br>
              <a:rPr lang="fr-FR" smtClean="0"/>
            </a:br>
            <a:r>
              <a:rPr lang="fr-FR" smtClean="0"/>
              <a:t>	     UNE BELLE JOURNÉE…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A lovely day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A lovely day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6-  QUAND LA JOURNÉE QUI SE PRÉSENTE À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When the day that lies ahead of me</a:t>
            </a:r>
            <a:br>
              <a:rPr lang="fr-FR" smtClean="0"/>
            </a:br>
            <a:r>
              <a:rPr lang="fr-FR" smtClean="0"/>
              <a:t>7-  SEMBLE IMPOSSIBLE À AFFRONTER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Seems impossible to face</a:t>
            </a:r>
            <a:br>
              <a:rPr lang="fr-FR" smtClean="0"/>
            </a:br>
            <a:r>
              <a:rPr lang="fr-FR" smtClean="0"/>
              <a:t>8-  ET QUAND QUELQU’UN D’AUTRE QUE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When someone else instead of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RECONNAÎT TOUJOURS LA VOIE</a:t>
            </a:r>
            <a:br>
              <a:rPr lang="fr-FR" smtClean="0"/>
            </a:br>
            <a:r>
              <a:rPr lang="fr-FR" smtClean="0"/>
              <a:t>     Always seems to know the way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10-  JE REGARDE À TOI</a:t>
            </a:r>
            <a:br>
              <a:rPr lang="fr-FR" smtClean="0"/>
            </a:br>
            <a:r>
              <a:rPr lang="fr-FR" smtClean="0"/>
              <a:t>       ET TOUT REDEVIENT BON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Then I look at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And the world's alright with me</a:t>
            </a:r>
            <a:br>
              <a:rPr lang="fr-FR" smtClean="0"/>
            </a:br>
            <a:r>
              <a:rPr lang="fr-FR" smtClean="0"/>
              <a:t>11-  UN REGARD VERS TOI</a:t>
            </a:r>
            <a:br>
              <a:rPr lang="fr-FR" smtClean="0"/>
            </a:br>
            <a:r>
              <a:rPr lang="fr-FR" smtClean="0"/>
              <a:t>       ET SAIS QUE JE VAIS PASSER</a:t>
            </a:r>
            <a:br>
              <a:rPr lang="fr-FR" smtClean="0"/>
            </a:br>
            <a:r>
              <a:rPr lang="fr-FR" smtClean="0"/>
              <a:t>       Just one look at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And I know it's gonna be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12-  UNE BELLE JOURNÉE</a:t>
            </a:r>
            <a:br>
              <a:rPr lang="fr-FR" smtClean="0"/>
            </a:br>
            <a:r>
              <a:rPr lang="fr-FR" smtClean="0"/>
              <a:t>	       UNE BELLE JOURNÉE …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 A lovely day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 A lovely day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13-  QUAND LA JOURNÉE QUI SE PRÉSENTE À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When the day that lies ahead of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SEMBLE IMPOSSIBLE À AFFRONTER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Seems impossible to face</a:t>
            </a:r>
            <a:br>
              <a:rPr lang="fr-FR" smtClean="0"/>
            </a:br>
            <a:r>
              <a:rPr lang="fr-FR" smtClean="0"/>
              <a:t>15-  ET QUAND QUELQU’UN D’AUTRE QUE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And when someone else instead of me</a:t>
            </a:r>
            <a:br>
              <a:rPr lang="fr-FR" smtClean="0"/>
            </a:br>
            <a:r>
              <a:rPr lang="fr-FR" smtClean="0"/>
              <a:t>16-  RECONNAÎT TOUJOURS LA VOIE</a:t>
            </a:r>
            <a:br>
              <a:rPr lang="fr-FR" smtClean="0"/>
            </a:br>
            <a:r>
              <a:rPr lang="fr-FR" smtClean="0"/>
              <a:t>       Always seems to know the way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17-  JE REGARDE À TOI</a:t>
            </a:r>
            <a:br>
              <a:rPr lang="fr-FR" smtClean="0"/>
            </a:br>
            <a:r>
              <a:rPr lang="fr-FR" smtClean="0"/>
              <a:t>      ET TOUT REDEVIENT BON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Then I look at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And the world's alright with me</a:t>
            </a:r>
            <a:br>
              <a:rPr lang="fr-FR" smtClean="0"/>
            </a:br>
            <a:r>
              <a:rPr lang="fr-FR" smtClean="0"/>
              <a:t>18-  UN REGARD VERS TOI</a:t>
            </a:r>
            <a:br>
              <a:rPr lang="fr-FR" smtClean="0"/>
            </a:br>
            <a:r>
              <a:rPr lang="fr-FR" smtClean="0"/>
              <a:t>       ET SAIS QUE JE VAIS PASSER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Just one look at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And I know it's gonna be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	19-  UNE BELLE JOURNÉE</a:t>
            </a:r>
            <a:br>
              <a:rPr lang="fr-FR" smtClean="0"/>
            </a:br>
            <a:r>
              <a:rPr lang="fr-FR" smtClean="0"/>
              <a:t>	       UNE BELLE JOURNÉE…</a:t>
            </a:r>
            <a:br>
              <a:rPr lang="fr-FR" smtClean="0"/>
            </a:br>
            <a:r>
              <a:rPr lang="fr-FR" smtClean="0"/>
              <a:t>               	       A lovely day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 A lovely day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3789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QUAND JE ME LÈVE LE MATIN</a:t>
            </a:r>
            <a:br>
              <a:rPr lang="fr-FR" smtClean="0"/>
            </a:br>
            <a:r>
              <a:rPr lang="fr-FR" smtClean="0"/>
              <a:t>     ET LE SOLEIL M’ÉBLOUIT</a:t>
            </a:r>
          </a:p>
          <a:p>
            <a:r>
              <a:rPr lang="fr-FR" smtClean="0"/>
              <a:t>     When I wake up in the mornin', </a:t>
            </a:r>
          </a:p>
          <a:p>
            <a:r>
              <a:rPr lang="fr-FR" smtClean="0"/>
              <a:t>     Love And the sunlight hurts my eyes</a:t>
            </a:r>
          </a:p>
          <a:p>
            <a:r>
              <a:rPr lang="fr-FR" smtClean="0"/>
              <a:t>2-  QUELQUE CHOSE SANS ME PRÉVENIR</a:t>
            </a:r>
            <a:br>
              <a:rPr lang="fr-FR" smtClean="0"/>
            </a:br>
            <a:r>
              <a:rPr lang="fr-FR" smtClean="0"/>
              <a:t>     VIENS SUBMERGER MON CŒUR</a:t>
            </a:r>
            <a:br>
              <a:rPr lang="fr-FR" smtClean="0"/>
            </a:br>
            <a:r>
              <a:rPr lang="fr-FR" smtClean="0"/>
              <a:t>     And somethin' without warnin', </a:t>
            </a:r>
          </a:p>
          <a:p>
            <a:r>
              <a:rPr lang="fr-FR" smtClean="0"/>
              <a:t>     Love Bears heavy on my mind</a:t>
            </a:r>
          </a:p>
          <a:p>
            <a:endParaRPr lang="fr-FR" smtClean="0"/>
          </a:p>
          <a:p>
            <a:r>
              <a:rPr lang="fr-FR" smtClean="0"/>
              <a:t>3-  JE REGARDE À TOI</a:t>
            </a:r>
            <a:br>
              <a:rPr lang="fr-FR" smtClean="0"/>
            </a:br>
            <a:r>
              <a:rPr lang="fr-FR" smtClean="0"/>
              <a:t>     ET TOUT REDEVIENT BON POUR MOI</a:t>
            </a:r>
          </a:p>
          <a:p>
            <a:r>
              <a:rPr lang="fr-FR" smtClean="0"/>
              <a:t>     Then I look at you</a:t>
            </a:r>
          </a:p>
          <a:p>
            <a:r>
              <a:rPr lang="fr-FR" smtClean="0"/>
              <a:t>     And the world's alright with me</a:t>
            </a:r>
            <a:br>
              <a:rPr lang="fr-FR" smtClean="0"/>
            </a:br>
            <a:r>
              <a:rPr lang="fr-FR" smtClean="0"/>
              <a:t>4-  UN REGARD VERS TOI</a:t>
            </a:r>
            <a:br>
              <a:rPr lang="fr-FR" smtClean="0"/>
            </a:br>
            <a:r>
              <a:rPr lang="fr-FR" smtClean="0"/>
              <a:t>     ET JE SAIS QUE JE VAIS PASSER</a:t>
            </a:r>
          </a:p>
          <a:p>
            <a:r>
              <a:rPr lang="fr-FR" smtClean="0"/>
              <a:t>     Just one look at you</a:t>
            </a:r>
          </a:p>
          <a:p>
            <a:r>
              <a:rPr lang="fr-FR" smtClean="0"/>
              <a:t>     And I know it's gonna be</a:t>
            </a:r>
          </a:p>
          <a:p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  	5-  UNE BELLE JOURNÉE</a:t>
            </a:r>
            <a:br>
              <a:rPr lang="fr-FR" smtClean="0"/>
            </a:br>
            <a:r>
              <a:rPr lang="fr-FR" smtClean="0"/>
              <a:t>	     UNE BELLE JOURNÉE…</a:t>
            </a:r>
          </a:p>
          <a:p>
            <a:r>
              <a:rPr lang="fr-FR" smtClean="0"/>
              <a:t>	     A lovely day</a:t>
            </a:r>
          </a:p>
          <a:p>
            <a:r>
              <a:rPr lang="fr-FR" smtClean="0"/>
              <a:t>	     A lovely day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6-  QUAND LA JOURNÉE QUI SE PRÉSENTE À MOI</a:t>
            </a:r>
          </a:p>
          <a:p>
            <a:r>
              <a:rPr lang="fr-FR" smtClean="0"/>
              <a:t>     When the day that lies ahead of me</a:t>
            </a:r>
            <a:br>
              <a:rPr lang="fr-FR" smtClean="0"/>
            </a:br>
            <a:r>
              <a:rPr lang="fr-FR" smtClean="0"/>
              <a:t>7-  SEMBLE IMPOSSIBLE À AFFRONTER</a:t>
            </a:r>
          </a:p>
          <a:p>
            <a:r>
              <a:rPr lang="fr-FR" smtClean="0"/>
              <a:t>     Seems impossible to face</a:t>
            </a:r>
            <a:br>
              <a:rPr lang="fr-FR" smtClean="0"/>
            </a:br>
            <a:r>
              <a:rPr lang="fr-FR" smtClean="0"/>
              <a:t>8-  ET QUAND QUELQU’UN D’AUTRE QUE MOI</a:t>
            </a:r>
          </a:p>
          <a:p>
            <a:r>
              <a:rPr lang="fr-FR" smtClean="0"/>
              <a:t>     When someone else instead of me</a:t>
            </a:r>
          </a:p>
          <a:p>
            <a:r>
              <a:rPr lang="fr-FR" smtClean="0"/>
              <a:t>9-  RECONNAÎT TOUJOURS LA VOIE</a:t>
            </a:r>
            <a:br>
              <a:rPr lang="fr-FR" smtClean="0"/>
            </a:br>
            <a:r>
              <a:rPr lang="fr-FR" smtClean="0"/>
              <a:t>     Always seems to know the way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10-  JE REGARDE À TOI</a:t>
            </a:r>
            <a:br>
              <a:rPr lang="fr-FR" smtClean="0"/>
            </a:br>
            <a:r>
              <a:rPr lang="fr-FR" smtClean="0"/>
              <a:t>       ET TOUT REDEVIENT BON POUR MOI</a:t>
            </a:r>
          </a:p>
          <a:p>
            <a:r>
              <a:rPr lang="fr-FR" smtClean="0"/>
              <a:t>       Then I look at you</a:t>
            </a:r>
          </a:p>
          <a:p>
            <a:r>
              <a:rPr lang="fr-FR" smtClean="0"/>
              <a:t>       And the world's alright with me</a:t>
            </a:r>
            <a:br>
              <a:rPr lang="fr-FR" smtClean="0"/>
            </a:br>
            <a:r>
              <a:rPr lang="fr-FR" smtClean="0"/>
              <a:t>11-  UN REGARD VERS TOI</a:t>
            </a:r>
            <a:br>
              <a:rPr lang="fr-FR" smtClean="0"/>
            </a:br>
            <a:r>
              <a:rPr lang="fr-FR" smtClean="0"/>
              <a:t>       ET SAIS QUE JE VAIS PASSER</a:t>
            </a:r>
            <a:br>
              <a:rPr lang="fr-FR" smtClean="0"/>
            </a:br>
            <a:r>
              <a:rPr lang="fr-FR" smtClean="0"/>
              <a:t>       Just one look at you</a:t>
            </a:r>
          </a:p>
          <a:p>
            <a:r>
              <a:rPr lang="fr-FR" smtClean="0"/>
              <a:t>       And I know it's gonna be</a:t>
            </a:r>
          </a:p>
          <a:p>
            <a:endParaRPr lang="fr-FR" smtClean="0"/>
          </a:p>
          <a:p>
            <a:r>
              <a:rPr lang="fr-FR" smtClean="0"/>
              <a:t>	12-  UNE BELLE JOURNÉE</a:t>
            </a:r>
            <a:br>
              <a:rPr lang="fr-FR" smtClean="0"/>
            </a:br>
            <a:r>
              <a:rPr lang="fr-FR" smtClean="0"/>
              <a:t>	       UNE BELLE JOURNÉE …</a:t>
            </a:r>
          </a:p>
          <a:p>
            <a:r>
              <a:rPr lang="fr-FR" smtClean="0"/>
              <a:t>                          A lovely day</a:t>
            </a:r>
          </a:p>
          <a:p>
            <a:r>
              <a:rPr lang="fr-FR" smtClean="0"/>
              <a:t>                          A lovely day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13-  QUAND LA JOURNÉE QUI SE PRÉSENTE À MOI</a:t>
            </a:r>
          </a:p>
          <a:p>
            <a:r>
              <a:rPr lang="fr-FR" smtClean="0"/>
              <a:t>       When the day that lies ahead of me</a:t>
            </a:r>
          </a:p>
          <a:p>
            <a:r>
              <a:rPr lang="fr-FR" smtClean="0"/>
              <a:t>14-  SEMBLE IMPOSSIBLE À AFFRONTER</a:t>
            </a:r>
          </a:p>
          <a:p>
            <a:r>
              <a:rPr lang="fr-FR" smtClean="0"/>
              <a:t>       Seems impossible to face</a:t>
            </a:r>
            <a:br>
              <a:rPr lang="fr-FR" smtClean="0"/>
            </a:br>
            <a:r>
              <a:rPr lang="fr-FR" smtClean="0"/>
              <a:t>15-  ET QUAND QUELQU’UN D’AUTRE QUE MOI</a:t>
            </a:r>
          </a:p>
          <a:p>
            <a:r>
              <a:rPr lang="fr-FR" smtClean="0"/>
              <a:t>      And when someone else instead of me</a:t>
            </a:r>
            <a:br>
              <a:rPr lang="fr-FR" smtClean="0"/>
            </a:br>
            <a:r>
              <a:rPr lang="fr-FR" smtClean="0"/>
              <a:t>16-  RECONNAÎT TOUJOURS LA VOIE</a:t>
            </a:r>
            <a:br>
              <a:rPr lang="fr-FR" smtClean="0"/>
            </a:br>
            <a:r>
              <a:rPr lang="fr-FR" smtClean="0"/>
              <a:t>       Always seems to know the way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17-  JE REGARDE À TOI</a:t>
            </a:r>
            <a:br>
              <a:rPr lang="fr-FR" smtClean="0"/>
            </a:br>
            <a:r>
              <a:rPr lang="fr-FR" smtClean="0"/>
              <a:t>      ET TOUT REDEVIENT BON POUR MOI</a:t>
            </a:r>
          </a:p>
          <a:p>
            <a:r>
              <a:rPr lang="fr-FR" smtClean="0"/>
              <a:t>      Then I look at you</a:t>
            </a:r>
          </a:p>
          <a:p>
            <a:r>
              <a:rPr lang="fr-FR" smtClean="0"/>
              <a:t>      And the world's alright with me</a:t>
            </a:r>
            <a:br>
              <a:rPr lang="fr-FR" smtClean="0"/>
            </a:br>
            <a:r>
              <a:rPr lang="fr-FR" smtClean="0"/>
              <a:t>18-  UN REGARD VERS TOI</a:t>
            </a:r>
            <a:br>
              <a:rPr lang="fr-FR" smtClean="0"/>
            </a:br>
            <a:r>
              <a:rPr lang="fr-FR" smtClean="0"/>
              <a:t>       ET SAIS QUE JE VAIS PASSER</a:t>
            </a:r>
          </a:p>
          <a:p>
            <a:r>
              <a:rPr lang="fr-FR" smtClean="0"/>
              <a:t>       Just one look at you</a:t>
            </a:r>
          </a:p>
          <a:p>
            <a:r>
              <a:rPr lang="fr-FR" smtClean="0"/>
              <a:t>       And I know it's gonna be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	19-  UNE BELLE JOURNÉE</a:t>
            </a:r>
            <a:br>
              <a:rPr lang="fr-FR" smtClean="0"/>
            </a:br>
            <a:r>
              <a:rPr lang="fr-FR" smtClean="0"/>
              <a:t>	       UNE BELLE JOURNÉE…</a:t>
            </a:r>
            <a:br>
              <a:rPr lang="fr-FR" smtClean="0"/>
            </a:br>
            <a:r>
              <a:rPr lang="fr-FR" smtClean="0"/>
              <a:t>               	       A lovely day</a:t>
            </a:r>
          </a:p>
          <a:p>
            <a:r>
              <a:rPr lang="fr-FR" smtClean="0"/>
              <a:t>                          A lovely day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QUAND JE ME LÈVE LE MATIN</a:t>
            </a:r>
            <a:br>
              <a:rPr lang="fr-FR" smtClean="0"/>
            </a:br>
            <a:r>
              <a:rPr lang="fr-FR" smtClean="0"/>
              <a:t>     ET LE SOLEIL M’ÉBLOUIT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When I wake up in the mornin',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Love And the sunlight hurts my eyes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QUELQUE CHOSE SANS ME PRÉVENIR</a:t>
            </a:r>
            <a:br>
              <a:rPr lang="fr-FR" smtClean="0"/>
            </a:br>
            <a:r>
              <a:rPr lang="fr-FR" smtClean="0"/>
              <a:t>     VIENS SUBMERGER MON CŒUR</a:t>
            </a:r>
            <a:br>
              <a:rPr lang="fr-FR" smtClean="0"/>
            </a:br>
            <a:r>
              <a:rPr lang="fr-FR" smtClean="0"/>
              <a:t>     And somethin' without warnin',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Love Bears heavy on my mind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JE REGARDE À TOI</a:t>
            </a:r>
            <a:br>
              <a:rPr lang="fr-FR" smtClean="0"/>
            </a:br>
            <a:r>
              <a:rPr lang="fr-FR" smtClean="0"/>
              <a:t>     ET TOUT REDEVIENT BON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Then I look at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And the world's alright with me</a:t>
            </a:r>
            <a:br>
              <a:rPr lang="fr-FR" smtClean="0"/>
            </a:br>
            <a:r>
              <a:rPr lang="fr-FR" smtClean="0"/>
              <a:t>4-  UN REGARD VERS TOI</a:t>
            </a:r>
            <a:br>
              <a:rPr lang="fr-FR" smtClean="0"/>
            </a:br>
            <a:r>
              <a:rPr lang="fr-FR" smtClean="0"/>
              <a:t>     ET JE SAIS QUE JE VAIS PASSER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Just one look at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And I know it's gonna be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	5-  UNE BELLE JOURNÉE</a:t>
            </a:r>
            <a:br>
              <a:rPr lang="fr-FR" smtClean="0"/>
            </a:br>
            <a:r>
              <a:rPr lang="fr-FR" smtClean="0"/>
              <a:t>	     UNE BELLE JOURNÉE…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A lovely day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A lovely day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6-  QUAND LA JOURNÉE QUI SE PRÉSENTE À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When the day that lies ahead of me</a:t>
            </a:r>
            <a:br>
              <a:rPr lang="fr-FR" smtClean="0"/>
            </a:br>
            <a:r>
              <a:rPr lang="fr-FR" smtClean="0"/>
              <a:t>7-  SEMBLE IMPOSSIBLE À AFFRONTER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Seems impossible to face</a:t>
            </a:r>
            <a:br>
              <a:rPr lang="fr-FR" smtClean="0"/>
            </a:br>
            <a:r>
              <a:rPr lang="fr-FR" smtClean="0"/>
              <a:t>8-  ET QUAND QUELQU’UN D’AUTRE QUE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When someone else instead of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RECONNAÎT TOUJOURS LA VOIE</a:t>
            </a:r>
            <a:br>
              <a:rPr lang="fr-FR" smtClean="0"/>
            </a:br>
            <a:r>
              <a:rPr lang="fr-FR" smtClean="0"/>
              <a:t>     Always seems to know the way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10-  JE REGARDE À TOI</a:t>
            </a:r>
            <a:br>
              <a:rPr lang="fr-FR" smtClean="0"/>
            </a:br>
            <a:r>
              <a:rPr lang="fr-FR" smtClean="0"/>
              <a:t>       ET TOUT REDEVIENT BON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Then I look at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And the world's alright with me</a:t>
            </a:r>
            <a:br>
              <a:rPr lang="fr-FR" smtClean="0"/>
            </a:br>
            <a:r>
              <a:rPr lang="fr-FR" smtClean="0"/>
              <a:t>11-  UN REGARD VERS TOI</a:t>
            </a:r>
            <a:br>
              <a:rPr lang="fr-FR" smtClean="0"/>
            </a:br>
            <a:r>
              <a:rPr lang="fr-FR" smtClean="0"/>
              <a:t>       ET SAIS QUE JE VAIS PASSER</a:t>
            </a:r>
            <a:br>
              <a:rPr lang="fr-FR" smtClean="0"/>
            </a:br>
            <a:r>
              <a:rPr lang="fr-FR" smtClean="0"/>
              <a:t>       Just one look at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And I know it's gonna be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12-  UNE BELLE JOURNÉE</a:t>
            </a:r>
            <a:br>
              <a:rPr lang="fr-FR" smtClean="0"/>
            </a:br>
            <a:r>
              <a:rPr lang="fr-FR" smtClean="0"/>
              <a:t>	       UNE BELLE JOURNÉE …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 A lovely day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 A lovely day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13-  QUAND LA JOURNÉE QUI SE PRÉSENTE À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When the day that lies ahead of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SEMBLE IMPOSSIBLE À AFFRONTER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Seems impossible to face</a:t>
            </a:r>
            <a:br>
              <a:rPr lang="fr-FR" smtClean="0"/>
            </a:br>
            <a:r>
              <a:rPr lang="fr-FR" smtClean="0"/>
              <a:t>15-  ET QUAND QUELQU’UN D’AUTRE QUE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And when someone else instead of me</a:t>
            </a:r>
            <a:br>
              <a:rPr lang="fr-FR" smtClean="0"/>
            </a:br>
            <a:r>
              <a:rPr lang="fr-FR" smtClean="0"/>
              <a:t>16-  RECONNAÎT TOUJOURS LA VOIE</a:t>
            </a:r>
            <a:br>
              <a:rPr lang="fr-FR" smtClean="0"/>
            </a:br>
            <a:r>
              <a:rPr lang="fr-FR" smtClean="0"/>
              <a:t>       Always seems to know the way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17-  JE REGARDE À TOI</a:t>
            </a:r>
            <a:br>
              <a:rPr lang="fr-FR" smtClean="0"/>
            </a:br>
            <a:r>
              <a:rPr lang="fr-FR" smtClean="0"/>
              <a:t>      ET TOUT REDEVIENT BON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Then I look at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And the world's alright with me</a:t>
            </a:r>
            <a:br>
              <a:rPr lang="fr-FR" smtClean="0"/>
            </a:br>
            <a:r>
              <a:rPr lang="fr-FR" smtClean="0"/>
              <a:t>18-  UN REGARD VERS TOI</a:t>
            </a:r>
            <a:br>
              <a:rPr lang="fr-FR" smtClean="0"/>
            </a:br>
            <a:r>
              <a:rPr lang="fr-FR" smtClean="0"/>
              <a:t>       ET SAIS QUE JE VAIS PASSER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Just one look at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And I know it's gonna be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	19-  UNE BELLE JOURNÉE</a:t>
            </a:r>
            <a:br>
              <a:rPr lang="fr-FR" smtClean="0"/>
            </a:br>
            <a:r>
              <a:rPr lang="fr-FR" smtClean="0"/>
              <a:t>	       UNE BELLE JOURNÉE…</a:t>
            </a:r>
            <a:br>
              <a:rPr lang="fr-FR" smtClean="0"/>
            </a:br>
            <a:r>
              <a:rPr lang="fr-FR" smtClean="0"/>
              <a:t>               	       A lovely day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 A lovely day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3891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QUAND JE ME LÈVE LE MATIN</a:t>
            </a:r>
            <a:br>
              <a:rPr lang="fr-FR" smtClean="0"/>
            </a:br>
            <a:r>
              <a:rPr lang="fr-FR" smtClean="0"/>
              <a:t>     ET LE SOLEIL M’ÉBLOUIT</a:t>
            </a:r>
          </a:p>
          <a:p>
            <a:r>
              <a:rPr lang="fr-FR" smtClean="0"/>
              <a:t>     When I wake up in the mornin', </a:t>
            </a:r>
          </a:p>
          <a:p>
            <a:r>
              <a:rPr lang="fr-FR" smtClean="0"/>
              <a:t>     Love And the sunlight hurts my eyes</a:t>
            </a:r>
          </a:p>
          <a:p>
            <a:r>
              <a:rPr lang="fr-FR" smtClean="0"/>
              <a:t>2-  QUELQUE CHOSE SANS ME PRÉVENIR</a:t>
            </a:r>
            <a:br>
              <a:rPr lang="fr-FR" smtClean="0"/>
            </a:br>
            <a:r>
              <a:rPr lang="fr-FR" smtClean="0"/>
              <a:t>     VIENS SUBMERGER MON CŒUR</a:t>
            </a:r>
            <a:br>
              <a:rPr lang="fr-FR" smtClean="0"/>
            </a:br>
            <a:r>
              <a:rPr lang="fr-FR" smtClean="0"/>
              <a:t>     And somethin' without warnin', </a:t>
            </a:r>
          </a:p>
          <a:p>
            <a:r>
              <a:rPr lang="fr-FR" smtClean="0"/>
              <a:t>     Love Bears heavy on my mind</a:t>
            </a:r>
          </a:p>
          <a:p>
            <a:endParaRPr lang="fr-FR" smtClean="0"/>
          </a:p>
          <a:p>
            <a:r>
              <a:rPr lang="fr-FR" smtClean="0"/>
              <a:t>3-  JE REGARDE À TOI</a:t>
            </a:r>
            <a:br>
              <a:rPr lang="fr-FR" smtClean="0"/>
            </a:br>
            <a:r>
              <a:rPr lang="fr-FR" smtClean="0"/>
              <a:t>     ET TOUT REDEVIENT BON POUR MOI</a:t>
            </a:r>
          </a:p>
          <a:p>
            <a:r>
              <a:rPr lang="fr-FR" smtClean="0"/>
              <a:t>     Then I look at you</a:t>
            </a:r>
          </a:p>
          <a:p>
            <a:r>
              <a:rPr lang="fr-FR" smtClean="0"/>
              <a:t>     And the world's alright with me</a:t>
            </a:r>
            <a:br>
              <a:rPr lang="fr-FR" smtClean="0"/>
            </a:br>
            <a:r>
              <a:rPr lang="fr-FR" smtClean="0"/>
              <a:t>4-  UN REGARD VERS TOI</a:t>
            </a:r>
            <a:br>
              <a:rPr lang="fr-FR" smtClean="0"/>
            </a:br>
            <a:r>
              <a:rPr lang="fr-FR" smtClean="0"/>
              <a:t>     ET JE SAIS QUE JE VAIS PASSER</a:t>
            </a:r>
          </a:p>
          <a:p>
            <a:r>
              <a:rPr lang="fr-FR" smtClean="0"/>
              <a:t>     Just one look at you</a:t>
            </a:r>
          </a:p>
          <a:p>
            <a:r>
              <a:rPr lang="fr-FR" smtClean="0"/>
              <a:t>     And I know it's gonna be</a:t>
            </a:r>
          </a:p>
          <a:p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  	5-  UNE BELLE JOURNÉE</a:t>
            </a:r>
            <a:br>
              <a:rPr lang="fr-FR" smtClean="0"/>
            </a:br>
            <a:r>
              <a:rPr lang="fr-FR" smtClean="0"/>
              <a:t>	     UNE BELLE JOURNÉE…</a:t>
            </a:r>
          </a:p>
          <a:p>
            <a:r>
              <a:rPr lang="fr-FR" smtClean="0"/>
              <a:t>	     A lovely day</a:t>
            </a:r>
          </a:p>
          <a:p>
            <a:r>
              <a:rPr lang="fr-FR" smtClean="0"/>
              <a:t>	     A lovely day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6-  QUAND LA JOURNÉE QUI SE PRÉSENTE À MOI</a:t>
            </a:r>
          </a:p>
          <a:p>
            <a:r>
              <a:rPr lang="fr-FR" smtClean="0"/>
              <a:t>     When the day that lies ahead of me</a:t>
            </a:r>
            <a:br>
              <a:rPr lang="fr-FR" smtClean="0"/>
            </a:br>
            <a:r>
              <a:rPr lang="fr-FR" smtClean="0"/>
              <a:t>7-  SEMBLE IMPOSSIBLE À AFFRONTER</a:t>
            </a:r>
          </a:p>
          <a:p>
            <a:r>
              <a:rPr lang="fr-FR" smtClean="0"/>
              <a:t>     Seems impossible to face</a:t>
            </a:r>
            <a:br>
              <a:rPr lang="fr-FR" smtClean="0"/>
            </a:br>
            <a:r>
              <a:rPr lang="fr-FR" smtClean="0"/>
              <a:t>8-  ET QUAND QUELQU’UN D’AUTRE QUE MOI</a:t>
            </a:r>
          </a:p>
          <a:p>
            <a:r>
              <a:rPr lang="fr-FR" smtClean="0"/>
              <a:t>     When someone else instead of me</a:t>
            </a:r>
          </a:p>
          <a:p>
            <a:r>
              <a:rPr lang="fr-FR" smtClean="0"/>
              <a:t>9-  RECONNAÎT TOUJOURS LA VOIE</a:t>
            </a:r>
            <a:br>
              <a:rPr lang="fr-FR" smtClean="0"/>
            </a:br>
            <a:r>
              <a:rPr lang="fr-FR" smtClean="0"/>
              <a:t>     Always seems to know the way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10-  JE REGARDE À TOI</a:t>
            </a:r>
            <a:br>
              <a:rPr lang="fr-FR" smtClean="0"/>
            </a:br>
            <a:r>
              <a:rPr lang="fr-FR" smtClean="0"/>
              <a:t>       ET TOUT REDEVIENT BON POUR MOI</a:t>
            </a:r>
          </a:p>
          <a:p>
            <a:r>
              <a:rPr lang="fr-FR" smtClean="0"/>
              <a:t>       Then I look at you</a:t>
            </a:r>
          </a:p>
          <a:p>
            <a:r>
              <a:rPr lang="fr-FR" smtClean="0"/>
              <a:t>       And the world's alright with me</a:t>
            </a:r>
            <a:br>
              <a:rPr lang="fr-FR" smtClean="0"/>
            </a:br>
            <a:r>
              <a:rPr lang="fr-FR" smtClean="0"/>
              <a:t>11-  UN REGARD VERS TOI</a:t>
            </a:r>
            <a:br>
              <a:rPr lang="fr-FR" smtClean="0"/>
            </a:br>
            <a:r>
              <a:rPr lang="fr-FR" smtClean="0"/>
              <a:t>       ET SAIS QUE JE VAIS PASSER</a:t>
            </a:r>
            <a:br>
              <a:rPr lang="fr-FR" smtClean="0"/>
            </a:br>
            <a:r>
              <a:rPr lang="fr-FR" smtClean="0"/>
              <a:t>       Just one look at you</a:t>
            </a:r>
          </a:p>
          <a:p>
            <a:r>
              <a:rPr lang="fr-FR" smtClean="0"/>
              <a:t>       And I know it's gonna be</a:t>
            </a:r>
          </a:p>
          <a:p>
            <a:endParaRPr lang="fr-FR" smtClean="0"/>
          </a:p>
          <a:p>
            <a:r>
              <a:rPr lang="fr-FR" smtClean="0"/>
              <a:t>	12-  UNE BELLE JOURNÉE</a:t>
            </a:r>
            <a:br>
              <a:rPr lang="fr-FR" smtClean="0"/>
            </a:br>
            <a:r>
              <a:rPr lang="fr-FR" smtClean="0"/>
              <a:t>	       UNE BELLE JOURNÉE …</a:t>
            </a:r>
          </a:p>
          <a:p>
            <a:r>
              <a:rPr lang="fr-FR" smtClean="0"/>
              <a:t>                          A lovely day</a:t>
            </a:r>
          </a:p>
          <a:p>
            <a:r>
              <a:rPr lang="fr-FR" smtClean="0"/>
              <a:t>                          A lovely day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13-  QUAND LA JOURNÉE QUI SE PRÉSENTE À MOI</a:t>
            </a:r>
          </a:p>
          <a:p>
            <a:r>
              <a:rPr lang="fr-FR" smtClean="0"/>
              <a:t>       When the day that lies ahead of me</a:t>
            </a:r>
          </a:p>
          <a:p>
            <a:r>
              <a:rPr lang="fr-FR" smtClean="0"/>
              <a:t>14-  SEMBLE IMPOSSIBLE À AFFRONTER</a:t>
            </a:r>
          </a:p>
          <a:p>
            <a:r>
              <a:rPr lang="fr-FR" smtClean="0"/>
              <a:t>       Seems impossible to face</a:t>
            </a:r>
            <a:br>
              <a:rPr lang="fr-FR" smtClean="0"/>
            </a:br>
            <a:r>
              <a:rPr lang="fr-FR" smtClean="0"/>
              <a:t>15-  ET QUAND QUELQU’UN D’AUTRE QUE MOI</a:t>
            </a:r>
          </a:p>
          <a:p>
            <a:r>
              <a:rPr lang="fr-FR" smtClean="0"/>
              <a:t>      And when someone else instead of me</a:t>
            </a:r>
            <a:br>
              <a:rPr lang="fr-FR" smtClean="0"/>
            </a:br>
            <a:r>
              <a:rPr lang="fr-FR" smtClean="0"/>
              <a:t>16-  RECONNAÎT TOUJOURS LA VOIE</a:t>
            </a:r>
            <a:br>
              <a:rPr lang="fr-FR" smtClean="0"/>
            </a:br>
            <a:r>
              <a:rPr lang="fr-FR" smtClean="0"/>
              <a:t>       Always seems to know the way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17-  JE REGARDE À TOI</a:t>
            </a:r>
            <a:br>
              <a:rPr lang="fr-FR" smtClean="0"/>
            </a:br>
            <a:r>
              <a:rPr lang="fr-FR" smtClean="0"/>
              <a:t>      ET TOUT REDEVIENT BON POUR MOI</a:t>
            </a:r>
          </a:p>
          <a:p>
            <a:r>
              <a:rPr lang="fr-FR" smtClean="0"/>
              <a:t>      Then I look at you</a:t>
            </a:r>
          </a:p>
          <a:p>
            <a:r>
              <a:rPr lang="fr-FR" smtClean="0"/>
              <a:t>      And the world's alright with me</a:t>
            </a:r>
            <a:br>
              <a:rPr lang="fr-FR" smtClean="0"/>
            </a:br>
            <a:r>
              <a:rPr lang="fr-FR" smtClean="0"/>
              <a:t>18-  UN REGARD VERS TOI</a:t>
            </a:r>
            <a:br>
              <a:rPr lang="fr-FR" smtClean="0"/>
            </a:br>
            <a:r>
              <a:rPr lang="fr-FR" smtClean="0"/>
              <a:t>       ET SAIS QUE JE VAIS PASSER</a:t>
            </a:r>
          </a:p>
          <a:p>
            <a:r>
              <a:rPr lang="fr-FR" smtClean="0"/>
              <a:t>       Just one look at you</a:t>
            </a:r>
          </a:p>
          <a:p>
            <a:r>
              <a:rPr lang="fr-FR" smtClean="0"/>
              <a:t>       And I know it's gonna be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	19-  UNE BELLE JOURNÉE</a:t>
            </a:r>
            <a:br>
              <a:rPr lang="fr-FR" smtClean="0"/>
            </a:br>
            <a:r>
              <a:rPr lang="fr-FR" smtClean="0"/>
              <a:t>	       UNE BELLE JOURNÉE…</a:t>
            </a:r>
            <a:br>
              <a:rPr lang="fr-FR" smtClean="0"/>
            </a:br>
            <a:r>
              <a:rPr lang="fr-FR" smtClean="0"/>
              <a:t>               	       A lovely day</a:t>
            </a:r>
          </a:p>
          <a:p>
            <a:r>
              <a:rPr lang="fr-FR" smtClean="0"/>
              <a:t>                          A lovely day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QUAND JE ME LÈVE LE MATIN</a:t>
            </a:r>
            <a:br>
              <a:rPr lang="fr-FR" smtClean="0"/>
            </a:br>
            <a:r>
              <a:rPr lang="fr-FR" smtClean="0"/>
              <a:t>     ET LE SOLEIL M’ÉBLOUIT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When I wake up in the mornin',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Love And the sunlight hurts my eyes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QUELQUE CHOSE SANS ME PRÉVENIR</a:t>
            </a:r>
            <a:br>
              <a:rPr lang="fr-FR" smtClean="0"/>
            </a:br>
            <a:r>
              <a:rPr lang="fr-FR" smtClean="0"/>
              <a:t>     VIENS SUBMERGER MON CŒUR</a:t>
            </a:r>
            <a:br>
              <a:rPr lang="fr-FR" smtClean="0"/>
            </a:br>
            <a:r>
              <a:rPr lang="fr-FR" smtClean="0"/>
              <a:t>     And somethin' without warnin',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Love Bears heavy on my mind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JE REGARDE À TOI</a:t>
            </a:r>
            <a:br>
              <a:rPr lang="fr-FR" smtClean="0"/>
            </a:br>
            <a:r>
              <a:rPr lang="fr-FR" smtClean="0"/>
              <a:t>     ET TOUT REDEVIENT BON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Then I look at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And the world's alright with me</a:t>
            </a:r>
            <a:br>
              <a:rPr lang="fr-FR" smtClean="0"/>
            </a:br>
            <a:r>
              <a:rPr lang="fr-FR" smtClean="0"/>
              <a:t>4-  UN REGARD VERS TOI</a:t>
            </a:r>
            <a:br>
              <a:rPr lang="fr-FR" smtClean="0"/>
            </a:br>
            <a:r>
              <a:rPr lang="fr-FR" smtClean="0"/>
              <a:t>     ET JE SAIS QUE JE VAIS PASSER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Just one look at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And I know it's gonna be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	5-  UNE BELLE JOURNÉE</a:t>
            </a:r>
            <a:br>
              <a:rPr lang="fr-FR" smtClean="0"/>
            </a:br>
            <a:r>
              <a:rPr lang="fr-FR" smtClean="0"/>
              <a:t>	     UNE BELLE JOURNÉE…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A lovely day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A lovely day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6-  QUAND LA JOURNÉE QUI SE PRÉSENTE À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When the day that lies ahead of me</a:t>
            </a:r>
            <a:br>
              <a:rPr lang="fr-FR" smtClean="0"/>
            </a:br>
            <a:r>
              <a:rPr lang="fr-FR" smtClean="0"/>
              <a:t>7-  SEMBLE IMPOSSIBLE À AFFRONTER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Seems impossible to face</a:t>
            </a:r>
            <a:br>
              <a:rPr lang="fr-FR" smtClean="0"/>
            </a:br>
            <a:r>
              <a:rPr lang="fr-FR" smtClean="0"/>
              <a:t>8-  ET QUAND QUELQU’UN D’AUTRE QUE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When someone else instead of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RECONNAÎT TOUJOURS LA VOIE</a:t>
            </a:r>
            <a:br>
              <a:rPr lang="fr-FR" smtClean="0"/>
            </a:br>
            <a:r>
              <a:rPr lang="fr-FR" smtClean="0"/>
              <a:t>     Always seems to know the way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10-  JE REGARDE À TOI</a:t>
            </a:r>
            <a:br>
              <a:rPr lang="fr-FR" smtClean="0"/>
            </a:br>
            <a:r>
              <a:rPr lang="fr-FR" smtClean="0"/>
              <a:t>       ET TOUT REDEVIENT BON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Then I look at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And the world's alright with me</a:t>
            </a:r>
            <a:br>
              <a:rPr lang="fr-FR" smtClean="0"/>
            </a:br>
            <a:r>
              <a:rPr lang="fr-FR" smtClean="0"/>
              <a:t>11-  UN REGARD VERS TOI</a:t>
            </a:r>
            <a:br>
              <a:rPr lang="fr-FR" smtClean="0"/>
            </a:br>
            <a:r>
              <a:rPr lang="fr-FR" smtClean="0"/>
              <a:t>       ET SAIS QUE JE VAIS PASSER</a:t>
            </a:r>
            <a:br>
              <a:rPr lang="fr-FR" smtClean="0"/>
            </a:br>
            <a:r>
              <a:rPr lang="fr-FR" smtClean="0"/>
              <a:t>       Just one look at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And I know it's gonna be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12-  UNE BELLE JOURNÉE</a:t>
            </a:r>
            <a:br>
              <a:rPr lang="fr-FR" smtClean="0"/>
            </a:br>
            <a:r>
              <a:rPr lang="fr-FR" smtClean="0"/>
              <a:t>	       UNE BELLE JOURNÉE …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 A lovely day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 A lovely day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13-  QUAND LA JOURNÉE QUI SE PRÉSENTE À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When the day that lies ahead of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SEMBLE IMPOSSIBLE À AFFRONTER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Seems impossible to face</a:t>
            </a:r>
            <a:br>
              <a:rPr lang="fr-FR" smtClean="0"/>
            </a:br>
            <a:r>
              <a:rPr lang="fr-FR" smtClean="0"/>
              <a:t>15-  ET QUAND QUELQU’UN D’AUTRE QUE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And when someone else instead of me</a:t>
            </a:r>
            <a:br>
              <a:rPr lang="fr-FR" smtClean="0"/>
            </a:br>
            <a:r>
              <a:rPr lang="fr-FR" smtClean="0"/>
              <a:t>16-  RECONNAÎT TOUJOURS LA VOIE</a:t>
            </a:r>
            <a:br>
              <a:rPr lang="fr-FR" smtClean="0"/>
            </a:br>
            <a:r>
              <a:rPr lang="fr-FR" smtClean="0"/>
              <a:t>       Always seems to know the way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17-  JE REGARDE À TOI</a:t>
            </a:r>
            <a:br>
              <a:rPr lang="fr-FR" smtClean="0"/>
            </a:br>
            <a:r>
              <a:rPr lang="fr-FR" smtClean="0"/>
              <a:t>      ET TOUT REDEVIENT BON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Then I look at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And the world's alright with me</a:t>
            </a:r>
            <a:br>
              <a:rPr lang="fr-FR" smtClean="0"/>
            </a:br>
            <a:r>
              <a:rPr lang="fr-FR" smtClean="0"/>
              <a:t>18-  UN REGARD VERS TOI</a:t>
            </a:r>
            <a:br>
              <a:rPr lang="fr-FR" smtClean="0"/>
            </a:br>
            <a:r>
              <a:rPr lang="fr-FR" smtClean="0"/>
              <a:t>       ET SAIS QUE JE VAIS PASSER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Just one look at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And I know it's gonna be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	19-  UNE BELLE JOURNÉE</a:t>
            </a:r>
            <a:br>
              <a:rPr lang="fr-FR" smtClean="0"/>
            </a:br>
            <a:r>
              <a:rPr lang="fr-FR" smtClean="0"/>
              <a:t>	       UNE BELLE JOURNÉE…</a:t>
            </a:r>
            <a:br>
              <a:rPr lang="fr-FR" smtClean="0"/>
            </a:br>
            <a:r>
              <a:rPr lang="fr-FR" smtClean="0"/>
              <a:t>               	       A lovely day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 A lovely day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3994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QUAND JE ME LÈVE LE MATIN</a:t>
            </a:r>
            <a:br>
              <a:rPr lang="fr-FR" smtClean="0"/>
            </a:br>
            <a:r>
              <a:rPr lang="fr-FR" smtClean="0"/>
              <a:t>     ET LE SOLEIL M’ÉBLOUIT</a:t>
            </a:r>
          </a:p>
          <a:p>
            <a:r>
              <a:rPr lang="fr-FR" smtClean="0"/>
              <a:t>     When I wake up in the mornin', </a:t>
            </a:r>
          </a:p>
          <a:p>
            <a:r>
              <a:rPr lang="fr-FR" smtClean="0"/>
              <a:t>     Love And the sunlight hurts my eyes</a:t>
            </a:r>
          </a:p>
          <a:p>
            <a:r>
              <a:rPr lang="fr-FR" smtClean="0"/>
              <a:t>2-  QUELQUE CHOSE SANS ME PRÉVENIR</a:t>
            </a:r>
            <a:br>
              <a:rPr lang="fr-FR" smtClean="0"/>
            </a:br>
            <a:r>
              <a:rPr lang="fr-FR" smtClean="0"/>
              <a:t>     VIENS SUBMERGER MON CŒUR</a:t>
            </a:r>
            <a:br>
              <a:rPr lang="fr-FR" smtClean="0"/>
            </a:br>
            <a:r>
              <a:rPr lang="fr-FR" smtClean="0"/>
              <a:t>     And somethin' without warnin', </a:t>
            </a:r>
          </a:p>
          <a:p>
            <a:r>
              <a:rPr lang="fr-FR" smtClean="0"/>
              <a:t>     Love Bears heavy on my mind</a:t>
            </a:r>
          </a:p>
          <a:p>
            <a:endParaRPr lang="fr-FR" smtClean="0"/>
          </a:p>
          <a:p>
            <a:r>
              <a:rPr lang="fr-FR" smtClean="0"/>
              <a:t>3-  JE REGARDE À TOI</a:t>
            </a:r>
            <a:br>
              <a:rPr lang="fr-FR" smtClean="0"/>
            </a:br>
            <a:r>
              <a:rPr lang="fr-FR" smtClean="0"/>
              <a:t>     ET TOUT REDEVIENT BON POUR MOI</a:t>
            </a:r>
          </a:p>
          <a:p>
            <a:r>
              <a:rPr lang="fr-FR" smtClean="0"/>
              <a:t>     Then I look at you</a:t>
            </a:r>
          </a:p>
          <a:p>
            <a:r>
              <a:rPr lang="fr-FR" smtClean="0"/>
              <a:t>     And the world's alright with me</a:t>
            </a:r>
            <a:br>
              <a:rPr lang="fr-FR" smtClean="0"/>
            </a:br>
            <a:r>
              <a:rPr lang="fr-FR" smtClean="0"/>
              <a:t>4-  UN REGARD VERS TOI</a:t>
            </a:r>
            <a:br>
              <a:rPr lang="fr-FR" smtClean="0"/>
            </a:br>
            <a:r>
              <a:rPr lang="fr-FR" smtClean="0"/>
              <a:t>     ET JE SAIS QUE JE VAIS PASSER</a:t>
            </a:r>
          </a:p>
          <a:p>
            <a:r>
              <a:rPr lang="fr-FR" smtClean="0"/>
              <a:t>     Just one look at you</a:t>
            </a:r>
          </a:p>
          <a:p>
            <a:r>
              <a:rPr lang="fr-FR" smtClean="0"/>
              <a:t>     And I know it's gonna be</a:t>
            </a:r>
          </a:p>
          <a:p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  	5-  UNE BELLE JOURNÉE</a:t>
            </a:r>
            <a:br>
              <a:rPr lang="fr-FR" smtClean="0"/>
            </a:br>
            <a:r>
              <a:rPr lang="fr-FR" smtClean="0"/>
              <a:t>	     UNE BELLE JOURNÉE…</a:t>
            </a:r>
          </a:p>
          <a:p>
            <a:r>
              <a:rPr lang="fr-FR" smtClean="0"/>
              <a:t>	     A lovely day</a:t>
            </a:r>
          </a:p>
          <a:p>
            <a:r>
              <a:rPr lang="fr-FR" smtClean="0"/>
              <a:t>	     A lovely day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6-  QUAND LA JOURNÉE QUI SE PRÉSENTE À MOI</a:t>
            </a:r>
          </a:p>
          <a:p>
            <a:r>
              <a:rPr lang="fr-FR" smtClean="0"/>
              <a:t>     When the day that lies ahead of me</a:t>
            </a:r>
            <a:br>
              <a:rPr lang="fr-FR" smtClean="0"/>
            </a:br>
            <a:r>
              <a:rPr lang="fr-FR" smtClean="0"/>
              <a:t>7-  SEMBLE IMPOSSIBLE À AFFRONTER</a:t>
            </a:r>
          </a:p>
          <a:p>
            <a:r>
              <a:rPr lang="fr-FR" smtClean="0"/>
              <a:t>     Seems impossible to face</a:t>
            </a:r>
            <a:br>
              <a:rPr lang="fr-FR" smtClean="0"/>
            </a:br>
            <a:r>
              <a:rPr lang="fr-FR" smtClean="0"/>
              <a:t>8-  ET QUAND QUELQU’UN D’AUTRE QUE MOI</a:t>
            </a:r>
          </a:p>
          <a:p>
            <a:r>
              <a:rPr lang="fr-FR" smtClean="0"/>
              <a:t>     When someone else instead of me</a:t>
            </a:r>
          </a:p>
          <a:p>
            <a:r>
              <a:rPr lang="fr-FR" smtClean="0"/>
              <a:t>9-  RECONNAÎT TOUJOURS LA VOIE</a:t>
            </a:r>
            <a:br>
              <a:rPr lang="fr-FR" smtClean="0"/>
            </a:br>
            <a:r>
              <a:rPr lang="fr-FR" smtClean="0"/>
              <a:t>     Always seems to know the way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10-  JE REGARDE À TOI</a:t>
            </a:r>
            <a:br>
              <a:rPr lang="fr-FR" smtClean="0"/>
            </a:br>
            <a:r>
              <a:rPr lang="fr-FR" smtClean="0"/>
              <a:t>       ET TOUT REDEVIENT BON POUR MOI</a:t>
            </a:r>
          </a:p>
          <a:p>
            <a:r>
              <a:rPr lang="fr-FR" smtClean="0"/>
              <a:t>       Then I look at you</a:t>
            </a:r>
          </a:p>
          <a:p>
            <a:r>
              <a:rPr lang="fr-FR" smtClean="0"/>
              <a:t>       And the world's alright with me</a:t>
            </a:r>
            <a:br>
              <a:rPr lang="fr-FR" smtClean="0"/>
            </a:br>
            <a:r>
              <a:rPr lang="fr-FR" smtClean="0"/>
              <a:t>11-  UN REGARD VERS TOI</a:t>
            </a:r>
            <a:br>
              <a:rPr lang="fr-FR" smtClean="0"/>
            </a:br>
            <a:r>
              <a:rPr lang="fr-FR" smtClean="0"/>
              <a:t>       ET SAIS QUE JE VAIS PASSER</a:t>
            </a:r>
            <a:br>
              <a:rPr lang="fr-FR" smtClean="0"/>
            </a:br>
            <a:r>
              <a:rPr lang="fr-FR" smtClean="0"/>
              <a:t>       Just one look at you</a:t>
            </a:r>
          </a:p>
          <a:p>
            <a:r>
              <a:rPr lang="fr-FR" smtClean="0"/>
              <a:t>       And I know it's gonna be</a:t>
            </a:r>
          </a:p>
          <a:p>
            <a:endParaRPr lang="fr-FR" smtClean="0"/>
          </a:p>
          <a:p>
            <a:r>
              <a:rPr lang="fr-FR" smtClean="0"/>
              <a:t>	12-  UNE BELLE JOURNÉE</a:t>
            </a:r>
            <a:br>
              <a:rPr lang="fr-FR" smtClean="0"/>
            </a:br>
            <a:r>
              <a:rPr lang="fr-FR" smtClean="0"/>
              <a:t>	       UNE BELLE JOURNÉE …</a:t>
            </a:r>
          </a:p>
          <a:p>
            <a:r>
              <a:rPr lang="fr-FR" smtClean="0"/>
              <a:t>                          A lovely day</a:t>
            </a:r>
          </a:p>
          <a:p>
            <a:r>
              <a:rPr lang="fr-FR" smtClean="0"/>
              <a:t>                          A lovely day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13-  QUAND LA JOURNÉE QUI SE PRÉSENTE À MOI</a:t>
            </a:r>
          </a:p>
          <a:p>
            <a:r>
              <a:rPr lang="fr-FR" smtClean="0"/>
              <a:t>       When the day that lies ahead of me</a:t>
            </a:r>
          </a:p>
          <a:p>
            <a:r>
              <a:rPr lang="fr-FR" smtClean="0"/>
              <a:t>14-  SEMBLE IMPOSSIBLE À AFFRONTER</a:t>
            </a:r>
          </a:p>
          <a:p>
            <a:r>
              <a:rPr lang="fr-FR" smtClean="0"/>
              <a:t>       Seems impossible to face</a:t>
            </a:r>
            <a:br>
              <a:rPr lang="fr-FR" smtClean="0"/>
            </a:br>
            <a:r>
              <a:rPr lang="fr-FR" smtClean="0"/>
              <a:t>15-  ET QUAND QUELQU’UN D’AUTRE QUE MOI</a:t>
            </a:r>
          </a:p>
          <a:p>
            <a:r>
              <a:rPr lang="fr-FR" smtClean="0"/>
              <a:t>      And when someone else instead of me</a:t>
            </a:r>
            <a:br>
              <a:rPr lang="fr-FR" smtClean="0"/>
            </a:br>
            <a:r>
              <a:rPr lang="fr-FR" smtClean="0"/>
              <a:t>16-  RECONNAÎT TOUJOURS LA VOIE</a:t>
            </a:r>
            <a:br>
              <a:rPr lang="fr-FR" smtClean="0"/>
            </a:br>
            <a:r>
              <a:rPr lang="fr-FR" smtClean="0"/>
              <a:t>       Always seems to know the way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17-  JE REGARDE À TOI</a:t>
            </a:r>
            <a:br>
              <a:rPr lang="fr-FR" smtClean="0"/>
            </a:br>
            <a:r>
              <a:rPr lang="fr-FR" smtClean="0"/>
              <a:t>      ET TOUT REDEVIENT BON POUR MOI</a:t>
            </a:r>
          </a:p>
          <a:p>
            <a:r>
              <a:rPr lang="fr-FR" smtClean="0"/>
              <a:t>      Then I look at you</a:t>
            </a:r>
          </a:p>
          <a:p>
            <a:r>
              <a:rPr lang="fr-FR" smtClean="0"/>
              <a:t>      And the world's alright with me</a:t>
            </a:r>
            <a:br>
              <a:rPr lang="fr-FR" smtClean="0"/>
            </a:br>
            <a:r>
              <a:rPr lang="fr-FR" smtClean="0"/>
              <a:t>18-  UN REGARD VERS TOI</a:t>
            </a:r>
            <a:br>
              <a:rPr lang="fr-FR" smtClean="0"/>
            </a:br>
            <a:r>
              <a:rPr lang="fr-FR" smtClean="0"/>
              <a:t>       ET SAIS QUE JE VAIS PASSER</a:t>
            </a:r>
          </a:p>
          <a:p>
            <a:r>
              <a:rPr lang="fr-FR" smtClean="0"/>
              <a:t>       Just one look at you</a:t>
            </a:r>
          </a:p>
          <a:p>
            <a:r>
              <a:rPr lang="fr-FR" smtClean="0"/>
              <a:t>       And I know it's gonna be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	19-  UNE BELLE JOURNÉE</a:t>
            </a:r>
            <a:br>
              <a:rPr lang="fr-FR" smtClean="0"/>
            </a:br>
            <a:r>
              <a:rPr lang="fr-FR" smtClean="0"/>
              <a:t>	       UNE BELLE JOURNÉE…</a:t>
            </a:r>
            <a:br>
              <a:rPr lang="fr-FR" smtClean="0"/>
            </a:br>
            <a:r>
              <a:rPr lang="fr-FR" smtClean="0"/>
              <a:t>               	       A lovely day</a:t>
            </a:r>
          </a:p>
          <a:p>
            <a:r>
              <a:rPr lang="fr-FR" smtClean="0"/>
              <a:t>                          A lovely day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QUAND JE ME LÈVE LE MATIN</a:t>
            </a:r>
            <a:br>
              <a:rPr lang="fr-FR" smtClean="0"/>
            </a:br>
            <a:r>
              <a:rPr lang="fr-FR" smtClean="0"/>
              <a:t>     ET LE SOLEIL M’ÉBLOUIT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When I wake up in the mornin',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Love And the sunlight hurts my eyes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QUELQUE CHOSE SANS ME PRÉVENIR</a:t>
            </a:r>
            <a:br>
              <a:rPr lang="fr-FR" smtClean="0"/>
            </a:br>
            <a:r>
              <a:rPr lang="fr-FR" smtClean="0"/>
              <a:t>     VIENS SUBMERGER MON CŒUR</a:t>
            </a:r>
            <a:br>
              <a:rPr lang="fr-FR" smtClean="0"/>
            </a:br>
            <a:r>
              <a:rPr lang="fr-FR" smtClean="0"/>
              <a:t>     And somethin' without warnin',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Love Bears heavy on my mind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JE REGARDE À TOI</a:t>
            </a:r>
            <a:br>
              <a:rPr lang="fr-FR" smtClean="0"/>
            </a:br>
            <a:r>
              <a:rPr lang="fr-FR" smtClean="0"/>
              <a:t>     ET TOUT REDEVIENT BON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Then I look at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And the world's alright with me</a:t>
            </a:r>
            <a:br>
              <a:rPr lang="fr-FR" smtClean="0"/>
            </a:br>
            <a:r>
              <a:rPr lang="fr-FR" smtClean="0"/>
              <a:t>4-  UN REGARD VERS TOI</a:t>
            </a:r>
            <a:br>
              <a:rPr lang="fr-FR" smtClean="0"/>
            </a:br>
            <a:r>
              <a:rPr lang="fr-FR" smtClean="0"/>
              <a:t>     ET JE SAIS QUE JE VAIS PASSER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Just one look at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And I know it's gonna be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	5-  UNE BELLE JOURNÉE</a:t>
            </a:r>
            <a:br>
              <a:rPr lang="fr-FR" smtClean="0"/>
            </a:br>
            <a:r>
              <a:rPr lang="fr-FR" smtClean="0"/>
              <a:t>	     UNE BELLE JOURNÉE…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A lovely day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A lovely day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6-  QUAND LA JOURNÉE QUI SE PRÉSENTE À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When the day that lies ahead of me</a:t>
            </a:r>
            <a:br>
              <a:rPr lang="fr-FR" smtClean="0"/>
            </a:br>
            <a:r>
              <a:rPr lang="fr-FR" smtClean="0"/>
              <a:t>7-  SEMBLE IMPOSSIBLE À AFFRONTER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Seems impossible to face</a:t>
            </a:r>
            <a:br>
              <a:rPr lang="fr-FR" smtClean="0"/>
            </a:br>
            <a:r>
              <a:rPr lang="fr-FR" smtClean="0"/>
              <a:t>8-  ET QUAND QUELQU’UN D’AUTRE QUE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When someone else instead of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RECONNAÎT TOUJOURS LA VOIE</a:t>
            </a:r>
            <a:br>
              <a:rPr lang="fr-FR" smtClean="0"/>
            </a:br>
            <a:r>
              <a:rPr lang="fr-FR" smtClean="0"/>
              <a:t>     Always seems to know the way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10-  JE REGARDE À TOI</a:t>
            </a:r>
            <a:br>
              <a:rPr lang="fr-FR" smtClean="0"/>
            </a:br>
            <a:r>
              <a:rPr lang="fr-FR" smtClean="0"/>
              <a:t>       ET TOUT REDEVIENT BON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Then I look at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And the world's alright with me</a:t>
            </a:r>
            <a:br>
              <a:rPr lang="fr-FR" smtClean="0"/>
            </a:br>
            <a:r>
              <a:rPr lang="fr-FR" smtClean="0"/>
              <a:t>11-  UN REGARD VERS TOI</a:t>
            </a:r>
            <a:br>
              <a:rPr lang="fr-FR" smtClean="0"/>
            </a:br>
            <a:r>
              <a:rPr lang="fr-FR" smtClean="0"/>
              <a:t>       ET SAIS QUE JE VAIS PASSER</a:t>
            </a:r>
            <a:br>
              <a:rPr lang="fr-FR" smtClean="0"/>
            </a:br>
            <a:r>
              <a:rPr lang="fr-FR" smtClean="0"/>
              <a:t>       Just one look at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And I know it's gonna be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12-  UNE BELLE JOURNÉE</a:t>
            </a:r>
            <a:br>
              <a:rPr lang="fr-FR" smtClean="0"/>
            </a:br>
            <a:r>
              <a:rPr lang="fr-FR" smtClean="0"/>
              <a:t>	       UNE BELLE JOURNÉE …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 A lovely day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 A lovely day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13-  QUAND LA JOURNÉE QUI SE PRÉSENTE À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When the day that lies ahead of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SEMBLE IMPOSSIBLE À AFFRONTER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Seems impossible to face</a:t>
            </a:r>
            <a:br>
              <a:rPr lang="fr-FR" smtClean="0"/>
            </a:br>
            <a:r>
              <a:rPr lang="fr-FR" smtClean="0"/>
              <a:t>15-  ET QUAND QUELQU’UN D’AUTRE QUE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And when someone else instead of me</a:t>
            </a:r>
            <a:br>
              <a:rPr lang="fr-FR" smtClean="0"/>
            </a:br>
            <a:r>
              <a:rPr lang="fr-FR" smtClean="0"/>
              <a:t>16-  RECONNAÎT TOUJOURS LA VOIE</a:t>
            </a:r>
            <a:br>
              <a:rPr lang="fr-FR" smtClean="0"/>
            </a:br>
            <a:r>
              <a:rPr lang="fr-FR" smtClean="0"/>
              <a:t>       Always seems to know the way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17-  JE REGARDE À TOI</a:t>
            </a:r>
            <a:br>
              <a:rPr lang="fr-FR" smtClean="0"/>
            </a:br>
            <a:r>
              <a:rPr lang="fr-FR" smtClean="0"/>
              <a:t>      ET TOUT REDEVIENT BON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Then I look at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And the world's alright with me</a:t>
            </a:r>
            <a:br>
              <a:rPr lang="fr-FR" smtClean="0"/>
            </a:br>
            <a:r>
              <a:rPr lang="fr-FR" smtClean="0"/>
              <a:t>18-  UN REGARD VERS TOI</a:t>
            </a:r>
            <a:br>
              <a:rPr lang="fr-FR" smtClean="0"/>
            </a:br>
            <a:r>
              <a:rPr lang="fr-FR" smtClean="0"/>
              <a:t>       ET SAIS QUE JE VAIS PASSER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Just one look at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And I know it's gonna be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	19-  UNE BELLE JOURNÉE</a:t>
            </a:r>
            <a:br>
              <a:rPr lang="fr-FR" smtClean="0"/>
            </a:br>
            <a:r>
              <a:rPr lang="fr-FR" smtClean="0"/>
              <a:t>	       UNE BELLE JOURNÉE…</a:t>
            </a:r>
            <a:br>
              <a:rPr lang="fr-FR" smtClean="0"/>
            </a:br>
            <a:r>
              <a:rPr lang="fr-FR" smtClean="0"/>
              <a:t>               	       A lovely day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 A lovely day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4096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QUAND JE ME LÈVE LE MATIN</a:t>
            </a:r>
            <a:br>
              <a:rPr lang="fr-FR" smtClean="0"/>
            </a:br>
            <a:r>
              <a:rPr lang="fr-FR" smtClean="0"/>
              <a:t>     ET LE SOLEIL M’ÉBLOUIT</a:t>
            </a:r>
          </a:p>
          <a:p>
            <a:r>
              <a:rPr lang="fr-FR" smtClean="0"/>
              <a:t>     When I wake up in the mornin', </a:t>
            </a:r>
          </a:p>
          <a:p>
            <a:r>
              <a:rPr lang="fr-FR" smtClean="0"/>
              <a:t>     Love And the sunlight hurts my eyes</a:t>
            </a:r>
          </a:p>
          <a:p>
            <a:r>
              <a:rPr lang="fr-FR" smtClean="0"/>
              <a:t>2-  QUELQUE CHOSE SANS ME PRÉVENIR</a:t>
            </a:r>
            <a:br>
              <a:rPr lang="fr-FR" smtClean="0"/>
            </a:br>
            <a:r>
              <a:rPr lang="fr-FR" smtClean="0"/>
              <a:t>     VIENS SUBMERGER MON CŒUR</a:t>
            </a:r>
            <a:br>
              <a:rPr lang="fr-FR" smtClean="0"/>
            </a:br>
            <a:r>
              <a:rPr lang="fr-FR" smtClean="0"/>
              <a:t>     And somethin' without warnin', </a:t>
            </a:r>
          </a:p>
          <a:p>
            <a:r>
              <a:rPr lang="fr-FR" smtClean="0"/>
              <a:t>     Love Bears heavy on my mind</a:t>
            </a:r>
          </a:p>
          <a:p>
            <a:endParaRPr lang="fr-FR" smtClean="0"/>
          </a:p>
          <a:p>
            <a:r>
              <a:rPr lang="fr-FR" smtClean="0"/>
              <a:t>3-  JE REGARDE À TOI</a:t>
            </a:r>
            <a:br>
              <a:rPr lang="fr-FR" smtClean="0"/>
            </a:br>
            <a:r>
              <a:rPr lang="fr-FR" smtClean="0"/>
              <a:t>     ET TOUT REDEVIENT BON POUR MOI</a:t>
            </a:r>
          </a:p>
          <a:p>
            <a:r>
              <a:rPr lang="fr-FR" smtClean="0"/>
              <a:t>     Then I look at you</a:t>
            </a:r>
          </a:p>
          <a:p>
            <a:r>
              <a:rPr lang="fr-FR" smtClean="0"/>
              <a:t>     And the world's alright with me</a:t>
            </a:r>
            <a:br>
              <a:rPr lang="fr-FR" smtClean="0"/>
            </a:br>
            <a:r>
              <a:rPr lang="fr-FR" smtClean="0"/>
              <a:t>4-  UN REGARD VERS TOI</a:t>
            </a:r>
            <a:br>
              <a:rPr lang="fr-FR" smtClean="0"/>
            </a:br>
            <a:r>
              <a:rPr lang="fr-FR" smtClean="0"/>
              <a:t>     ET JE SAIS QUE JE VAIS PASSER</a:t>
            </a:r>
          </a:p>
          <a:p>
            <a:r>
              <a:rPr lang="fr-FR" smtClean="0"/>
              <a:t>     Just one look at you</a:t>
            </a:r>
          </a:p>
          <a:p>
            <a:r>
              <a:rPr lang="fr-FR" smtClean="0"/>
              <a:t>     And I know it's gonna be</a:t>
            </a:r>
          </a:p>
          <a:p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  	5-  UNE BELLE JOURNÉE</a:t>
            </a:r>
            <a:br>
              <a:rPr lang="fr-FR" smtClean="0"/>
            </a:br>
            <a:r>
              <a:rPr lang="fr-FR" smtClean="0"/>
              <a:t>	     UNE BELLE JOURNÉE…</a:t>
            </a:r>
          </a:p>
          <a:p>
            <a:r>
              <a:rPr lang="fr-FR" smtClean="0"/>
              <a:t>	     A lovely day</a:t>
            </a:r>
          </a:p>
          <a:p>
            <a:r>
              <a:rPr lang="fr-FR" smtClean="0"/>
              <a:t>	     A lovely day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6-  QUAND LA JOURNÉE QUI SE PRÉSENTE À MOI</a:t>
            </a:r>
          </a:p>
          <a:p>
            <a:r>
              <a:rPr lang="fr-FR" smtClean="0"/>
              <a:t>     When the day that lies ahead of me</a:t>
            </a:r>
            <a:br>
              <a:rPr lang="fr-FR" smtClean="0"/>
            </a:br>
            <a:r>
              <a:rPr lang="fr-FR" smtClean="0"/>
              <a:t>7-  SEMBLE IMPOSSIBLE À AFFRONTER</a:t>
            </a:r>
          </a:p>
          <a:p>
            <a:r>
              <a:rPr lang="fr-FR" smtClean="0"/>
              <a:t>     Seems impossible to face</a:t>
            </a:r>
            <a:br>
              <a:rPr lang="fr-FR" smtClean="0"/>
            </a:br>
            <a:r>
              <a:rPr lang="fr-FR" smtClean="0"/>
              <a:t>8-  ET QUAND QUELQU’UN D’AUTRE QUE MOI</a:t>
            </a:r>
          </a:p>
          <a:p>
            <a:r>
              <a:rPr lang="fr-FR" smtClean="0"/>
              <a:t>     When someone else instead of me</a:t>
            </a:r>
          </a:p>
          <a:p>
            <a:r>
              <a:rPr lang="fr-FR" smtClean="0"/>
              <a:t>9-  RECONNAÎT TOUJOURS LA VOIE</a:t>
            </a:r>
            <a:br>
              <a:rPr lang="fr-FR" smtClean="0"/>
            </a:br>
            <a:r>
              <a:rPr lang="fr-FR" smtClean="0"/>
              <a:t>     Always seems to know the way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10-  JE REGARDE À TOI</a:t>
            </a:r>
            <a:br>
              <a:rPr lang="fr-FR" smtClean="0"/>
            </a:br>
            <a:r>
              <a:rPr lang="fr-FR" smtClean="0"/>
              <a:t>       ET TOUT REDEVIENT BON POUR MOI</a:t>
            </a:r>
          </a:p>
          <a:p>
            <a:r>
              <a:rPr lang="fr-FR" smtClean="0"/>
              <a:t>       Then I look at you</a:t>
            </a:r>
          </a:p>
          <a:p>
            <a:r>
              <a:rPr lang="fr-FR" smtClean="0"/>
              <a:t>       And the world's alright with me</a:t>
            </a:r>
            <a:br>
              <a:rPr lang="fr-FR" smtClean="0"/>
            </a:br>
            <a:r>
              <a:rPr lang="fr-FR" smtClean="0"/>
              <a:t>11-  UN REGARD VERS TOI</a:t>
            </a:r>
            <a:br>
              <a:rPr lang="fr-FR" smtClean="0"/>
            </a:br>
            <a:r>
              <a:rPr lang="fr-FR" smtClean="0"/>
              <a:t>       ET SAIS QUE JE VAIS PASSER</a:t>
            </a:r>
            <a:br>
              <a:rPr lang="fr-FR" smtClean="0"/>
            </a:br>
            <a:r>
              <a:rPr lang="fr-FR" smtClean="0"/>
              <a:t>       Just one look at you</a:t>
            </a:r>
          </a:p>
          <a:p>
            <a:r>
              <a:rPr lang="fr-FR" smtClean="0"/>
              <a:t>       And I know it's gonna be</a:t>
            </a:r>
          </a:p>
          <a:p>
            <a:endParaRPr lang="fr-FR" smtClean="0"/>
          </a:p>
          <a:p>
            <a:r>
              <a:rPr lang="fr-FR" smtClean="0"/>
              <a:t>	12-  UNE BELLE JOURNÉE</a:t>
            </a:r>
            <a:br>
              <a:rPr lang="fr-FR" smtClean="0"/>
            </a:br>
            <a:r>
              <a:rPr lang="fr-FR" smtClean="0"/>
              <a:t>	       UNE BELLE JOURNÉE …</a:t>
            </a:r>
          </a:p>
          <a:p>
            <a:r>
              <a:rPr lang="fr-FR" smtClean="0"/>
              <a:t>                          A lovely day</a:t>
            </a:r>
          </a:p>
          <a:p>
            <a:r>
              <a:rPr lang="fr-FR" smtClean="0"/>
              <a:t>                          A lovely day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13-  QUAND LA JOURNÉE QUI SE PRÉSENTE À MOI</a:t>
            </a:r>
          </a:p>
          <a:p>
            <a:r>
              <a:rPr lang="fr-FR" smtClean="0"/>
              <a:t>       When the day that lies ahead of me</a:t>
            </a:r>
          </a:p>
          <a:p>
            <a:r>
              <a:rPr lang="fr-FR" smtClean="0"/>
              <a:t>14-  SEMBLE IMPOSSIBLE À AFFRONTER</a:t>
            </a:r>
          </a:p>
          <a:p>
            <a:r>
              <a:rPr lang="fr-FR" smtClean="0"/>
              <a:t>       Seems impossible to face</a:t>
            </a:r>
            <a:br>
              <a:rPr lang="fr-FR" smtClean="0"/>
            </a:br>
            <a:r>
              <a:rPr lang="fr-FR" smtClean="0"/>
              <a:t>15-  ET QUAND QUELQU’UN D’AUTRE QUE MOI</a:t>
            </a:r>
          </a:p>
          <a:p>
            <a:r>
              <a:rPr lang="fr-FR" smtClean="0"/>
              <a:t>      And when someone else instead of me</a:t>
            </a:r>
            <a:br>
              <a:rPr lang="fr-FR" smtClean="0"/>
            </a:br>
            <a:r>
              <a:rPr lang="fr-FR" smtClean="0"/>
              <a:t>16-  RECONNAÎT TOUJOURS LA VOIE</a:t>
            </a:r>
            <a:br>
              <a:rPr lang="fr-FR" smtClean="0"/>
            </a:br>
            <a:r>
              <a:rPr lang="fr-FR" smtClean="0"/>
              <a:t>       Always seems to know the way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17-  JE REGARDE À TOI</a:t>
            </a:r>
            <a:br>
              <a:rPr lang="fr-FR" smtClean="0"/>
            </a:br>
            <a:r>
              <a:rPr lang="fr-FR" smtClean="0"/>
              <a:t>      ET TOUT REDEVIENT BON POUR MOI</a:t>
            </a:r>
          </a:p>
          <a:p>
            <a:r>
              <a:rPr lang="fr-FR" smtClean="0"/>
              <a:t>      Then I look at you</a:t>
            </a:r>
          </a:p>
          <a:p>
            <a:r>
              <a:rPr lang="fr-FR" smtClean="0"/>
              <a:t>      And the world's alright with me</a:t>
            </a:r>
            <a:br>
              <a:rPr lang="fr-FR" smtClean="0"/>
            </a:br>
            <a:r>
              <a:rPr lang="fr-FR" smtClean="0"/>
              <a:t>18-  UN REGARD VERS TOI</a:t>
            </a:r>
            <a:br>
              <a:rPr lang="fr-FR" smtClean="0"/>
            </a:br>
            <a:r>
              <a:rPr lang="fr-FR" smtClean="0"/>
              <a:t>       ET SAIS QUE JE VAIS PASSER</a:t>
            </a:r>
          </a:p>
          <a:p>
            <a:r>
              <a:rPr lang="fr-FR" smtClean="0"/>
              <a:t>       Just one look at you</a:t>
            </a:r>
          </a:p>
          <a:p>
            <a:r>
              <a:rPr lang="fr-FR" smtClean="0"/>
              <a:t>       And I know it's gonna be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	19-  UNE BELLE JOURNÉE</a:t>
            </a:r>
            <a:br>
              <a:rPr lang="fr-FR" smtClean="0"/>
            </a:br>
            <a:r>
              <a:rPr lang="fr-FR" smtClean="0"/>
              <a:t>	       UNE BELLE JOURNÉE…</a:t>
            </a:r>
            <a:br>
              <a:rPr lang="fr-FR" smtClean="0"/>
            </a:br>
            <a:r>
              <a:rPr lang="fr-FR" smtClean="0"/>
              <a:t>               	       A lovely day</a:t>
            </a:r>
          </a:p>
          <a:p>
            <a:r>
              <a:rPr lang="fr-FR" smtClean="0"/>
              <a:t>                          A lovely day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91BF7B6-2637-47CB-A367-BC8BEF8DBC2C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C26E902-195D-4816-A787-05062D5CCEB3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528EB3-55F7-4029-9E84-E51CF7C30564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2F6E5F2-A7A2-4DE4-A1BC-B383B19D0FA6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9ABA060-0705-4287-B495-237F43BB02B8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68C8B20-927B-448D-BD25-7F70E9DD4AE4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BDACF8E-CEBD-4147-AD95-42482A0F018D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D35C0F2-3A22-435B-BE46-7F3BE86A0855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8E031BA-661C-4DFB-80A5-59E06372A65D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FE5516C-7BE1-4926-99BE-BEF99DFB26DA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D27E6B9-2CEB-481E-B384-D38D2E820118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90D3805D-4D9B-4408-8FE7-7285B7FD9F8C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QUAND JE ME LÈVE LE MATIN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ET LE SOLEIL M’ÉBLOUIT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QUELQUE CHOSE SANS ME PRÉVENIR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VIENT SUBMERGER MON CŒUR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JE REGARDE À TOI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ET TOUT REDEVIENT BON POUR MOI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UN REGARD VERS TOI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ET JE SAIS QUE JE VAIS PASSER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UNE BELLE JOURNÉE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UNE BELLE JOURNÉE…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QUAND LA JOURNÉE QUI SE PRÉSENTE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À MOI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SEMBLE IMPOSSIBLE À AFFRONTER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ET QUAND QUELQU’UN D’AUTRE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QUE MOI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RECONNAÎT TOUJOURS LA VOIE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JE REGARDE À TOI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ET TOUT REDEVIENT BON POUR MOI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UN REGARD VERS TOI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ET JE SAIS QUE JE VAIS PASSER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UNE BELLE JOURNÉE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UNE BELLE JOURNÉE …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QUAND LA JOURNÉE QUI SE PRÉSENTE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À MOI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SEMBLE IMPOSSIBLE À AFFRONTER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ET QUAND QUELQU’UN D’AUTRE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QUE MOI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RECONNAÎT TOUJOURS LA VOIE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JE REGARDE À TOI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ET TOUT REDEVIENT BON POUR MOI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UN REGARD VERS TOI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ET JE SAIS QUE JE VAIS PASSER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UNE BELLE JOURNÉE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UNE BELLE JOURNÉE…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3126</TotalTime>
  <Words>346</Words>
  <Application>Microsoft Office PowerPoint</Application>
  <PresentationFormat>On-screen Show (4:3)</PresentationFormat>
  <Paragraphs>1577</Paragraphs>
  <Slides>19</Slides>
  <Notes>19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19</vt:i4>
      </vt:variant>
    </vt:vector>
  </HeadingPairs>
  <TitlesOfParts>
    <vt:vector size="23" baseType="lpstr">
      <vt:lpstr>Franklin Gothic Medium</vt:lpstr>
      <vt:lpstr>Arial</vt:lpstr>
      <vt:lpstr>Calibri</vt:lpstr>
      <vt:lpstr>Default Design</vt:lpstr>
      <vt:lpstr>QUAND JE ME LÈVE LE MATIN ET LE SOLEIL M’ÉBLOUIT   </vt:lpstr>
      <vt:lpstr>QUELQUE CHOSE SANS ME PRÉVENIR VIENT SUBMERGER MON CŒUR    </vt:lpstr>
      <vt:lpstr>JE REGARDE À TOI ET TOUT REDEVIENT BON POUR MOI     </vt:lpstr>
      <vt:lpstr>UN REGARD VERS TOI ET JE SAIS QUE JE VAIS PASSER      </vt:lpstr>
      <vt:lpstr>UNE BELLE JOURNÉE UNE BELLE JOURNÉE…       </vt:lpstr>
      <vt:lpstr>QUAND LA JOURNÉE QUI SE PRÉSENTE À MOI       </vt:lpstr>
      <vt:lpstr>SEMBLE IMPOSSIBLE À AFFRONTER        </vt:lpstr>
      <vt:lpstr>ET QUAND QUELQU’UN D’AUTRE QUE MOI        </vt:lpstr>
      <vt:lpstr>RECONNAÎT TOUJOURS LA VOIE         </vt:lpstr>
      <vt:lpstr>JE REGARDE À TOI ET TOUT REDEVIENT BON POUR MOI          </vt:lpstr>
      <vt:lpstr>UN REGARD VERS TOI ET JE SAIS QUE JE VAIS PASSER           </vt:lpstr>
      <vt:lpstr>UNE BELLE JOURNÉE UNE BELLE JOURNÉE …            </vt:lpstr>
      <vt:lpstr>QUAND LA JOURNÉE QUI SE PRÉSENTE À MOI            </vt:lpstr>
      <vt:lpstr>SEMBLE IMPOSSIBLE À AFFRONTER             </vt:lpstr>
      <vt:lpstr>ET QUAND QUELQU’UN D’AUTRE QUE MOI             </vt:lpstr>
      <vt:lpstr>RECONNAÎT TOUJOURS LA VOIE              </vt:lpstr>
      <vt:lpstr>JE REGARDE À TOI ET TOUT REDEVIENT BON POUR MOI               </vt:lpstr>
      <vt:lpstr>UN REGARD VERS TOI ET JE SAIS QUE JE VAIS PASSER                </vt:lpstr>
      <vt:lpstr>UNE BELLE JOURNÉE UNE BELLE JOURNÉE…                 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Admin</cp:lastModifiedBy>
  <cp:revision>152</cp:revision>
  <dcterms:created xsi:type="dcterms:W3CDTF">2002-08-17T10:50:50Z</dcterms:created>
  <dcterms:modified xsi:type="dcterms:W3CDTF">2014-11-28T13:47:25Z</dcterms:modified>
</cp:coreProperties>
</file>