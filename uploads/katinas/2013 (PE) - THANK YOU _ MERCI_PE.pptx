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102" y="-6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4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fld id="{20F0000F-C710-4A01-8FF2-E4DCE8F3252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ABC9E9-2D16-4776-A778-0D008DCE7DF9}" type="slidenum">
              <a:rPr lang="fr-FR" smtClean="0">
                <a:ea typeface="MS PGothic" pitchFamily="34" charset="-128"/>
              </a:rPr>
              <a:pPr/>
              <a:t>1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1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5C0CB53-DCA3-4D9E-ADBD-A6D5E6EEE568}" type="slidenum">
              <a:rPr lang="fr-FR" smtClean="0">
                <a:ea typeface="MS PGothic" pitchFamily="34" charset="-128"/>
              </a:rPr>
              <a:pPr/>
              <a:t>2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8BEE6-2DC9-433D-BAD0-4163D1FF27B2}" type="slidenum">
              <a:rPr lang="fr-FR" smtClean="0">
                <a:ea typeface="MS PGothic" pitchFamily="34" charset="-128"/>
              </a:rPr>
              <a:pPr/>
              <a:t>3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01B28A-BE61-4B1E-85B5-8EB2D60A59F8}" type="slidenum">
              <a:rPr lang="fr-FR" smtClean="0">
                <a:ea typeface="MS PGothic" pitchFamily="34" charset="-128"/>
              </a:rPr>
              <a:pPr/>
              <a:t>4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7AE83E-F6DF-4106-B2F4-5202286AB0F9}" type="slidenum">
              <a:rPr lang="fr-FR" smtClean="0">
                <a:ea typeface="MS PGothic" pitchFamily="34" charset="-128"/>
              </a:rPr>
              <a:pPr/>
              <a:t>5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A9F0E6-9541-41FE-9A11-0AA4A14E7FA8}" type="slidenum">
              <a:rPr lang="fr-FR" smtClean="0">
                <a:ea typeface="MS PGothic" pitchFamily="34" charset="-128"/>
              </a:rPr>
              <a:pPr/>
              <a:t>6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89A86E-D15A-4CAA-AB32-4D3D5204AF29}" type="slidenum">
              <a:rPr lang="fr-FR" smtClean="0">
                <a:ea typeface="MS PGothic" pitchFamily="34" charset="-128"/>
              </a:rPr>
              <a:pPr/>
              <a:t>7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6A2638-33F3-47A3-B8C3-EBEF684CE708}" type="slidenum">
              <a:rPr lang="fr-FR" smtClean="0">
                <a:ea typeface="MS PGothic" pitchFamily="34" charset="-128"/>
              </a:rPr>
              <a:pPr/>
              <a:t>8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226A2-407A-4990-81C1-6B7F16CB4C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DB5888-5158-445B-A11A-6727C533C3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C96F50-65FA-4EA4-B298-AD9791DB79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384D40-86DD-46C7-B31C-E8C406EBCB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9C7D1F-F7B3-46A4-BE96-32BC46BE7E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110E4-73A8-44FF-886C-556A0E21E5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7C3EB4-E19F-4D40-BB33-B6C8E760DA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19BB5-73DA-48CA-8FA1-D03C595D2B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F8F01C-9170-4FA0-8065-A42A9413A5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8B51E5-2856-42A8-B604-FE190E601F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3487D-F0CE-4E32-A783-1ED34FCC0F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34" charset="-128"/>
              </a:defRPr>
            </a:lvl1pPr>
          </a:lstStyle>
          <a:p>
            <a:pPr>
              <a:defRPr/>
            </a:pPr>
            <a:fld id="{A90CB929-DBA5-4871-892F-1BDFB93154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ENCORE UN INSTANT DE PLUS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JE VEUX PRIER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TU REMPLIS MES PENSÉES 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JE VEUX PROCLAMER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MERCI SEIGNEUR DE M’AIMER AUTANT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TANT DE FOIS J’AI OUBLIÉ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LES BESOINS QUE TU AS COMBLÉS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OH, MERCI SEIGNEUR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JE SAIS, TU VEUX ME MONTRER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TU ES LÀ QUAND JE NE SUIS PAS BIEN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TU ME SOUTIENS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TON AMOUR SI ÉPATANT OUI, M’A CHANGÉ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ME VOICI AVEC CE QUE J’AI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LES MAINS LEVÉES POUR T’ADORER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JE VEUX TE DIRE MERCI, OUI MERCI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VRAIMENT POUR TOUT, POUR QUI TU ES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TU M’AS COUVERT, TU M’AS TOUCHÉ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JE VEUX TE DIRE MERCI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J’AURAIS PU MOURIR DANS MON PÉCHÉ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MAIS TU M’AS SAUVÉ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ANÉANTI, DÉSESPÉRÉ TU ME REMPLIS DE PAIX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DE FORCE POUR AVANCER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C’EST MOI QUI AURAIS DÛ PAYER 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MAIS C’EST TOI QUI AS PAYÉ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“AMAZING GRACE”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EST BIEN PLUS QU’UNE CHANSON</a:t>
            </a:r>
          </a:p>
          <a:p>
            <a:pPr algn="ctr">
              <a:lnSpc>
                <a:spcPct val="110000"/>
              </a:lnSpc>
            </a:pPr>
            <a:r>
              <a:rPr lang="fr-FR" sz="900">
                <a:solidFill>
                  <a:schemeClr val="bg1"/>
                </a:solidFill>
                <a:latin typeface="Arial Black" pitchFamily="34" charset="0"/>
              </a:rPr>
              <a:t> </a:t>
            </a: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MÊME SI JE NE MÉRITE PAS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TON AMOUR POUR MOI 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TU N’AS PAS REGARDÉ MA FAUTE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TU AS MANIFESTÉ TA GRÂCE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ME VOICI AVEC CE QUE J’AI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LES MAINS LEVÉES POUR T’ADORER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JE VEUX TE DIRE MERCI, OUI MERCI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VRAIMENT POUR TOUT, POUR QUI TU ES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TU M’AS COUVERT, TU M’AS TOUCHÉ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JE VEUX TE REMERCIER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JE VEUX TE REMERCIER POUR LE SOLEIL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SEIGNEUR, MERCI POUR LA PLUIE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MERCI, JE VEUX TE REMERCIER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MERCI POUR L’AMOUR DONNÉ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ME VOICI AVEC CE QUE J’AI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LES MAINS LEVÉES POUR T’ADORER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JE VEUX TE DIRE MERCI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OUI MERCI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VRAIMENT POUR TOUT, POUR QUI TU ES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TU M’AS COUVERT, TU M’AS TOUCHÉ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JE VEUX TE REMERCIER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JE VEUX TE DIRE…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MERCI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JUST A LITTLE WHILE LONGER I WANNA PRAY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CAN'T GET YOU OFF MY MIND  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SO, I CAME TO SAY 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THANK YOU, LORD JUST FOR LOVIN' ME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MANY TIMES I DO FORGET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EVERY NEED THAT YOU HAVE MET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OH THANK YOU, LORD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KNOW YOU'RE SHOWING ME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YOU ARE THERE WHEN I AM DOWN AND OUT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YOU'RE HOLDING ME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YOUR LOVE IS SO AMAZING OH, IT CHANGED ME</a:t>
            </a:r>
          </a:p>
          <a:p>
            <a:pPr algn="ctr">
              <a:lnSpc>
                <a:spcPct val="110000"/>
              </a:lnSpc>
            </a:pPr>
            <a:endParaRPr lang="en-US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HERE I AM WITH ALL I HAVE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RAISE MY HANDS TO WORSHIP YOU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WANNA SAY, THANK YOU OH, THANK YOU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FOR EVERYTHING, FOR WHO YOU ARE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YOU COVERED ME AND TOUCHED MY HEART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WANNA SAY THANK YOU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COULD HAVE DIED IN MY SIN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BUT YOU SAVED ME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DIDN'T HAVE ANY HOPE AT ALL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YOU GAVE ME PEACE DIVINE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STRENGTH TO CARRY ON</a:t>
            </a:r>
          </a:p>
          <a:p>
            <a:pPr algn="ctr">
              <a:lnSpc>
                <a:spcPct val="110000"/>
              </a:lnSpc>
            </a:pPr>
            <a:endParaRPr lang="en-US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SHOULD HAVE BEEN THE ONE TO PAY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BUT INSTEAD YOU TOOK MY PLACE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AMAZING GRACE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IT'S MORE THAN JUST A SONG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EVEN THOUGH I DON'T DESERVE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YOUR LOVE FOR ME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YOU LOOKED BEYOND MY FAULT 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AND YOU SHOWED ME MERCY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HERE I AM WITH ALL I HAVE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RAISE MY HANDS TO WORSHIP YOU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WANNA SAY, THANK YOU, OH, THANK YOU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FOR EVERYTHING, FOR WHO YOU ARE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YOU COVERED ME AND TOUCHED MY HEART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WANNA SAY THANK YOU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WANNA SAY, THANK YOU FOR THE SUN</a:t>
            </a: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LORD, WE THANK YOU FOR THE RAIN</a:t>
            </a:r>
          </a:p>
          <a:p>
            <a:pPr algn="ctr">
              <a:lnSpc>
                <a:spcPct val="110000"/>
              </a:lnSpc>
            </a:pPr>
            <a:r>
              <a:rPr lang="en-US" sz="5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THANK YOU, IT'S ALL THAT I CAN SAY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THANK YOU FOR THE LOVE YOU GAVE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HERE I AM WITH ALL I HAVE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RAISE MY HANDS TO WORSHIP YOU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WANNA SAY, THANK YOU OH, THANK YOU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FOR EVERYTHING, FOR WHO YOU ARE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YOU COVERED ME AND TOUCHED MY HEART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WANNA SAY THANK YOU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WANNA SAY...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THANK YOU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1870</TotalTime>
  <Words>16</Words>
  <Application>Microsoft Office PowerPoint</Application>
  <PresentationFormat>On-screen Show (4:3)</PresentationFormat>
  <Paragraphs>258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Franklin Gothic Medium</vt:lpstr>
      <vt:lpstr>MS PGothic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SANDRA TAHIRO-APERANO (X114353)</cp:lastModifiedBy>
  <cp:revision>65</cp:revision>
  <dcterms:created xsi:type="dcterms:W3CDTF">2002-08-17T10:50:50Z</dcterms:created>
  <dcterms:modified xsi:type="dcterms:W3CDTF">2014-11-28T15:33:02Z</dcterms:modified>
</cp:coreProperties>
</file>