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8"/>
  </p:notesMasterIdLst>
  <p:sldIdLst>
    <p:sldId id="259" r:id="rId2"/>
    <p:sldId id="275" r:id="rId3"/>
    <p:sldId id="260" r:id="rId4"/>
    <p:sldId id="276" r:id="rId5"/>
    <p:sldId id="261" r:id="rId6"/>
    <p:sldId id="277" r:id="rId7"/>
    <p:sldId id="262" r:id="rId8"/>
    <p:sldId id="278" r:id="rId9"/>
    <p:sldId id="263" r:id="rId10"/>
    <p:sldId id="264" r:id="rId11"/>
    <p:sldId id="279" r:id="rId12"/>
    <p:sldId id="265" r:id="rId13"/>
    <p:sldId id="266" r:id="rId14"/>
    <p:sldId id="280" r:id="rId15"/>
    <p:sldId id="267" r:id="rId16"/>
    <p:sldId id="268" r:id="rId17"/>
    <p:sldId id="281" r:id="rId18"/>
    <p:sldId id="269" r:id="rId19"/>
    <p:sldId id="282" r:id="rId20"/>
    <p:sldId id="270" r:id="rId21"/>
    <p:sldId id="283" r:id="rId22"/>
    <p:sldId id="271" r:id="rId23"/>
    <p:sldId id="284" r:id="rId24"/>
    <p:sldId id="272" r:id="rId25"/>
    <p:sldId id="273" r:id="rId26"/>
    <p:sldId id="274" r:id="rId27"/>
  </p:sldIdLst>
  <p:sldSz cx="12192000" cy="6858000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643" autoAdjust="0"/>
    <p:restoredTop sz="29978" autoAdjust="0"/>
  </p:normalViewPr>
  <p:slideViewPr>
    <p:cSldViewPr>
      <p:cViewPr varScale="1">
        <p:scale>
          <a:sx n="29" d="100"/>
          <a:sy n="29" d="100"/>
        </p:scale>
        <p:origin x="792" y="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fld id="{44F3788D-452C-40A0-81E7-399DA342C293}" type="datetimeFigureOut">
              <a:rPr lang="fr-FR"/>
              <a:pPr>
                <a:defRPr/>
              </a:pPr>
              <a:t>23/03/2025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fld id="{FCEE1332-E515-426F-80E1-80FD162FFEC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1-  I RAISE A HALLELUJAH [</a:t>
            </a:r>
            <a:r>
              <a:rPr lang="en-US" dirty="0" err="1"/>
              <a:t>J'élève</a:t>
            </a:r>
            <a:r>
              <a:rPr lang="en-US" dirty="0"/>
              <a:t> un </a:t>
            </a:r>
            <a:r>
              <a:rPr lang="en-US" dirty="0" err="1"/>
              <a:t>alléluia</a:t>
            </a:r>
            <a:r>
              <a:rPr lang="en-US" dirty="0"/>
              <a:t>] 
2-  IN THE PRESENCE OF MY ENEMIES [En </a:t>
            </a:r>
            <a:r>
              <a:rPr lang="en-US" dirty="0" err="1"/>
              <a:t>présence</a:t>
            </a:r>
            <a:r>
              <a:rPr lang="en-US" dirty="0"/>
              <a:t> de </a:t>
            </a:r>
            <a:r>
              <a:rPr lang="en-US" dirty="0" err="1"/>
              <a:t>mes</a:t>
            </a:r>
            <a:r>
              <a:rPr lang="en-US" dirty="0"/>
              <a:t> </a:t>
            </a:r>
            <a:r>
              <a:rPr lang="en-US" dirty="0" err="1"/>
              <a:t>ennemis</a:t>
            </a:r>
            <a:r>
              <a:rPr lang="en-US" dirty="0"/>
              <a:t>] 
3-  I RAISE A HALLELUJAH [</a:t>
            </a:r>
            <a:r>
              <a:rPr lang="en-US" dirty="0" err="1"/>
              <a:t>J'élève</a:t>
            </a:r>
            <a:r>
              <a:rPr lang="en-US" dirty="0"/>
              <a:t> un </a:t>
            </a:r>
            <a:r>
              <a:rPr lang="en-US" dirty="0" err="1"/>
              <a:t>alléluia</a:t>
            </a:r>
            <a:r>
              <a:rPr lang="en-US" dirty="0"/>
              <a:t>] 
4-  LOUDER THAN THE UNBELIEF [Plus fort que le manque de </a:t>
            </a:r>
            <a:r>
              <a:rPr lang="en-US" dirty="0" err="1"/>
              <a:t>foi</a:t>
            </a:r>
            <a:r>
              <a:rPr lang="en-US" dirty="0"/>
              <a:t>] 
5-  I RAISE A HALLELUJAH [</a:t>
            </a:r>
            <a:r>
              <a:rPr lang="en-US" dirty="0" err="1"/>
              <a:t>J'élève</a:t>
            </a:r>
            <a:r>
              <a:rPr lang="en-US" dirty="0"/>
              <a:t> un </a:t>
            </a:r>
            <a:r>
              <a:rPr lang="en-US" dirty="0" err="1"/>
              <a:t>alléluia</a:t>
            </a:r>
            <a:r>
              <a:rPr lang="en-US" dirty="0"/>
              <a:t>] 
6-   MY WEAPON IS A MELODY [Mon arme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mélodie</a:t>
            </a:r>
            <a:r>
              <a:rPr lang="en-US" dirty="0"/>
              <a:t>] 
7-  I RAISE A HALLELUJAH [</a:t>
            </a:r>
            <a:r>
              <a:rPr lang="en-US" dirty="0" err="1"/>
              <a:t>J'élève</a:t>
            </a:r>
            <a:r>
              <a:rPr lang="en-US" dirty="0"/>
              <a:t> un </a:t>
            </a:r>
            <a:r>
              <a:rPr lang="en-US" dirty="0" err="1"/>
              <a:t>alléluia</a:t>
            </a:r>
            <a:r>
              <a:rPr lang="en-US" dirty="0"/>
              <a:t>] 
8-  HEAVEN COMES TO FIGHT FOR ME [Et les </a:t>
            </a:r>
            <a:r>
              <a:rPr lang="en-US" dirty="0" err="1"/>
              <a:t>cieux</a:t>
            </a:r>
            <a:r>
              <a:rPr lang="en-US" dirty="0"/>
              <a:t> </a:t>
            </a:r>
            <a:r>
              <a:rPr lang="en-US" dirty="0" err="1"/>
              <a:t>combattront</a:t>
            </a:r>
            <a:r>
              <a:rPr lang="en-US" dirty="0"/>
              <a:t> pour </a:t>
            </a:r>
            <a:r>
              <a:rPr lang="en-US" dirty="0" err="1"/>
              <a:t>moi</a:t>
            </a:r>
            <a:r>
              <a:rPr lang="en-US" dirty="0"/>
              <a:t>] </a:t>
            </a:r>
          </a:p>
          <a:p>
            <a:r>
              <a:rPr lang="en-US" dirty="0"/>
              <a:t>
9-  I'M GONNA SING, IN THE MIDDLE OF THE STORM [Je </a:t>
            </a:r>
            <a:r>
              <a:rPr lang="en-US" dirty="0" err="1"/>
              <a:t>chanterai</a:t>
            </a:r>
            <a:r>
              <a:rPr lang="en-US" dirty="0"/>
              <a:t> au milieu des </a:t>
            </a:r>
            <a:r>
              <a:rPr lang="en-US" dirty="0" err="1"/>
              <a:t>tempêtes</a:t>
            </a:r>
            <a:r>
              <a:rPr lang="en-US" dirty="0"/>
              <a:t>] 
10-  LOUDER AND LOUDER [De plus </a:t>
            </a:r>
            <a:r>
              <a:rPr lang="en-US" dirty="0" err="1"/>
              <a:t>en</a:t>
            </a:r>
            <a:r>
              <a:rPr lang="en-US" dirty="0"/>
              <a:t> plus fort] 
11-  YOU'RE GONNA HEAR MY PRAISES ROAR [Ma </a:t>
            </a:r>
            <a:r>
              <a:rPr lang="en-US" dirty="0" err="1"/>
              <a:t>louange</a:t>
            </a:r>
            <a:r>
              <a:rPr lang="en-US" dirty="0"/>
              <a:t> </a:t>
            </a:r>
            <a:r>
              <a:rPr lang="en-US" dirty="0" err="1"/>
              <a:t>rugira</a:t>
            </a:r>
            <a:r>
              <a:rPr lang="en-US" dirty="0"/>
              <a:t>] 
12-  UP FROM THE ASHES, HOPE WILL ARISE [Et de </a:t>
            </a:r>
            <a:r>
              <a:rPr lang="en-US" dirty="0" err="1"/>
              <a:t>ces</a:t>
            </a:r>
            <a:r>
              <a:rPr lang="en-US" dirty="0"/>
              <a:t> </a:t>
            </a:r>
            <a:r>
              <a:rPr lang="en-US" dirty="0" err="1"/>
              <a:t>cendres</a:t>
            </a:r>
            <a:r>
              <a:rPr lang="en-US" dirty="0"/>
              <a:t> </a:t>
            </a:r>
            <a:r>
              <a:rPr lang="en-US" dirty="0" err="1"/>
              <a:t>l’espoir</a:t>
            </a:r>
            <a:r>
              <a:rPr lang="en-US" dirty="0"/>
              <a:t> </a:t>
            </a:r>
            <a:r>
              <a:rPr lang="en-US" dirty="0" err="1"/>
              <a:t>renaîtra</a:t>
            </a:r>
            <a:r>
              <a:rPr lang="en-US" dirty="0"/>
              <a:t>] 
13-  DEATH IS DEFEATED, THE KING IS ALIVE! [La mort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vaincue</a:t>
            </a:r>
            <a:r>
              <a:rPr lang="en-US" dirty="0"/>
              <a:t>, le </a:t>
            </a:r>
            <a:r>
              <a:rPr lang="en-US" dirty="0" err="1"/>
              <a:t>roi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vivant] </a:t>
            </a:r>
          </a:p>
          <a:p>
            <a:r>
              <a:rPr lang="en-US" dirty="0"/>
              <a:t>
14-  I RAISE A HALLELUJAH  [</a:t>
            </a:r>
            <a:r>
              <a:rPr lang="en-US" dirty="0" err="1"/>
              <a:t>J'élève</a:t>
            </a:r>
            <a:r>
              <a:rPr lang="en-US" dirty="0"/>
              <a:t> un </a:t>
            </a:r>
            <a:r>
              <a:rPr lang="en-US" dirty="0" err="1"/>
              <a:t>alléluia</a:t>
            </a:r>
            <a:r>
              <a:rPr lang="en-US" dirty="0"/>
              <a:t>] 
15-  WITH EVERYTHING INSIDE OF ME [Avec tout </a:t>
            </a:r>
            <a:r>
              <a:rPr lang="en-US" dirty="0" err="1"/>
              <a:t>ce</a:t>
            </a:r>
            <a:r>
              <a:rPr lang="en-US" dirty="0"/>
              <a:t> qui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moi</a:t>
            </a:r>
            <a:r>
              <a:rPr lang="en-US" dirty="0"/>
              <a:t>] 
16-  I RAISE A HALLELUJAH [</a:t>
            </a:r>
            <a:r>
              <a:rPr lang="en-US" dirty="0" err="1"/>
              <a:t>J'élève</a:t>
            </a:r>
            <a:r>
              <a:rPr lang="en-US" dirty="0"/>
              <a:t> un </a:t>
            </a:r>
            <a:r>
              <a:rPr lang="en-US" dirty="0" err="1"/>
              <a:t>alléluia</a:t>
            </a:r>
            <a:r>
              <a:rPr lang="en-US" dirty="0"/>
              <a:t>] 
17-  I WILL WATCH THE DARKNESS FLEE [Je </a:t>
            </a:r>
            <a:r>
              <a:rPr lang="en-US" dirty="0" err="1"/>
              <a:t>verrai</a:t>
            </a:r>
            <a:r>
              <a:rPr lang="en-US" dirty="0"/>
              <a:t> les </a:t>
            </a:r>
            <a:r>
              <a:rPr lang="en-US" dirty="0" err="1"/>
              <a:t>ténèbres</a:t>
            </a:r>
            <a:r>
              <a:rPr lang="en-US" dirty="0"/>
              <a:t> </a:t>
            </a:r>
            <a:r>
              <a:rPr lang="en-US" dirty="0" err="1"/>
              <a:t>s’enfuir</a:t>
            </a:r>
            <a:r>
              <a:rPr lang="en-US" dirty="0"/>
              <a:t>] 
18-  I RAISE A HALLELUJAH [Je </a:t>
            </a:r>
            <a:r>
              <a:rPr lang="en-US" dirty="0" err="1"/>
              <a:t>chante</a:t>
            </a:r>
            <a:r>
              <a:rPr lang="en-US" dirty="0"/>
              <a:t> un </a:t>
            </a:r>
            <a:r>
              <a:rPr lang="en-US" dirty="0" err="1"/>
              <a:t>alléluia</a:t>
            </a:r>
            <a:r>
              <a:rPr lang="en-US" dirty="0"/>
              <a:t>] 
19-  IN THE MIDDLE OF THE MYSTERY [</a:t>
            </a:r>
            <a:r>
              <a:rPr lang="en-US" dirty="0" err="1"/>
              <a:t>Même</a:t>
            </a:r>
            <a:r>
              <a:rPr lang="en-US" dirty="0"/>
              <a:t> au milieu du </a:t>
            </a:r>
            <a:r>
              <a:rPr lang="en-US" dirty="0" err="1"/>
              <a:t>mystère</a:t>
            </a:r>
            <a:r>
              <a:rPr lang="en-US" dirty="0"/>
              <a:t>] 
20-  I RAISE A HALLELUJAH  [Je </a:t>
            </a:r>
            <a:r>
              <a:rPr lang="en-US" dirty="0" err="1"/>
              <a:t>chante</a:t>
            </a:r>
            <a:r>
              <a:rPr lang="en-US" dirty="0"/>
              <a:t> un </a:t>
            </a:r>
            <a:r>
              <a:rPr lang="en-US" dirty="0" err="1"/>
              <a:t>alléluia</a:t>
            </a:r>
            <a:r>
              <a:rPr lang="en-US" dirty="0"/>
              <a:t>] 
21-  FEAR YOU LOST YOUR HOLD ON ME! [La </a:t>
            </a:r>
            <a:r>
              <a:rPr lang="en-US" dirty="0" err="1"/>
              <a:t>peur</a:t>
            </a:r>
            <a:r>
              <a:rPr lang="en-US" dirty="0"/>
              <a:t> </a:t>
            </a:r>
            <a:r>
              <a:rPr lang="en-US" dirty="0" err="1"/>
              <a:t>n’a</a:t>
            </a:r>
            <a:r>
              <a:rPr lang="en-US" dirty="0"/>
              <a:t> plus </a:t>
            </a:r>
            <a:r>
              <a:rPr lang="en-US" dirty="0" err="1"/>
              <a:t>d’emprise</a:t>
            </a:r>
            <a:r>
              <a:rPr lang="en-US" dirty="0"/>
              <a:t> sur </a:t>
            </a:r>
            <a:r>
              <a:rPr lang="en-US" dirty="0" err="1"/>
              <a:t>moi</a:t>
            </a:r>
            <a:r>
              <a:rPr lang="en-US" dirty="0"/>
              <a:t>] </a:t>
            </a:r>
          </a:p>
          <a:p>
            <a:r>
              <a:rPr lang="en-US" dirty="0"/>
              <a:t>
22-  SING A LITTLE LOUDER  [Chante un peu plus fort] 
23-  IN THE PRESENCE OF MY ENEMIES [ En </a:t>
            </a:r>
            <a:r>
              <a:rPr lang="en-US" dirty="0" err="1"/>
              <a:t>présence</a:t>
            </a:r>
            <a:r>
              <a:rPr lang="en-US" dirty="0"/>
              <a:t> de </a:t>
            </a:r>
            <a:r>
              <a:rPr lang="en-US" dirty="0" err="1"/>
              <a:t>mes</a:t>
            </a:r>
            <a:r>
              <a:rPr lang="en-US" dirty="0"/>
              <a:t> </a:t>
            </a:r>
            <a:r>
              <a:rPr lang="en-US" dirty="0" err="1"/>
              <a:t>ennemis</a:t>
            </a:r>
            <a:r>
              <a:rPr lang="en-US" dirty="0"/>
              <a:t>] 
24-  LOUDER THAN THE UNBELIEF [Plus fort que le manque de </a:t>
            </a:r>
            <a:r>
              <a:rPr lang="en-US" dirty="0" err="1"/>
              <a:t>foi</a:t>
            </a:r>
            <a:r>
              <a:rPr lang="en-US" dirty="0"/>
              <a:t>] 
25-  MY WEAPON IS A MELODY [Mon arme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mélodie</a:t>
            </a:r>
            <a:r>
              <a:rPr lang="en-US" dirty="0"/>
              <a:t>] 
26-  HEAVEN COMES TO FIGHT FOR ME [Les </a:t>
            </a:r>
            <a:r>
              <a:rPr lang="en-US" dirty="0" err="1"/>
              <a:t>cieux</a:t>
            </a:r>
            <a:r>
              <a:rPr lang="en-US" dirty="0"/>
              <a:t> </a:t>
            </a:r>
            <a:r>
              <a:rPr lang="en-US" dirty="0" err="1"/>
              <a:t>combattront</a:t>
            </a:r>
            <a:r>
              <a:rPr lang="en-US" dirty="0"/>
              <a:t> pour </a:t>
            </a:r>
            <a:r>
              <a:rPr lang="en-US" dirty="0" err="1"/>
              <a:t>moi</a:t>
            </a:r>
            <a:r>
              <a:rPr lang="en-US" dirty="0"/>
              <a:t>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I RAISE A HALLELUJAH [J'élève un alléluia] 
2-  IN THE PRESENCE OF MY ENEMIES [En présence de mes ennemis] 
3-  I RAISE A HALLELUJAH [J'élève un alléluia] 
4-  LOUDER THAN THE UNBELIEF [Plus fort que le manque de foi] 
5-  I RAISE A HALLELUJAH [J'élève un alléluia] 
6-   MY WEAPON IS A MELODY [Mon arme est une mélodie] 
7-  I RAISE A HALLELUJAH [J'élève un alléluia] 
8-  HEAVEN COMES TO FIGHT FOR ME [Et les cieux combattront pour moi] </a:t>
            </a:r>
          </a:p>
          <a:p>
            <a:pPr>
              <a:defRPr/>
            </a:pPr>
            <a:r>
              <a:rPr lang="fr-FR"/>
              <a:t>
9-  I'M GONNA SING, IN THE MIDDLE OF THE STORM [Je chanterai au milieu des tempêtes] 
10-  LOUDER AND LOUDER [De plus en plus fort] 
11-  YOU'RE GONNA HEAR MY PRAISES ROAR [Ma louange rugira] 
12-  UP FROM THE ASHES, HOPE WILL ARISE [Et de ces cendres l’espoir renaîtra] 
13-  DEATH IS DEFEATED, THE KING IS ALIVE! [La mort est vaincue, le roi est vivant] </a:t>
            </a:r>
          </a:p>
          <a:p>
            <a:pPr>
              <a:defRPr/>
            </a:pPr>
            <a:r>
              <a:rPr lang="fr-FR"/>
              <a:t>
14-  I RAISE A HALLELUJAH  [J'élève un alléluia] 
15-  WITH EVERYTHING INSIDE OF ME [Avec tout ce qui est en moi] 
16-  I RAISE A HALLELUJAH [J'élève un alléluia] 
17-  I WILL WATCH THE DARKNESS FLEE [Je verrai les ténèbres s’enfuir] 
18-  I RAISE A HALLELUJAH [Je chante un alléluia] 
19-  IN THE MIDDLE OF THE MYSTERY [Même au milieu du mystère] 
20-  I RAISE A HALLELUJAH  [Je chante un alléluia] 
21-  FEAR YOU LOST YOUR HOLD ON ME! [La peur n’a plus d’emprise sur moi] </a:t>
            </a:r>
          </a:p>
          <a:p>
            <a:pPr>
              <a:defRPr/>
            </a:pPr>
            <a:r>
              <a:rPr lang="fr-FR"/>
              <a:t>
22-  SING A LITTLE LOUDER  [Chante un peu plus fort] 
23-  IN THE PRESENCE OF MY ENEMIES [ En présence de mes ennemis] 
24-  LOUDER THAN THE UNBELIEF [Plus fort que le manque de foi] 
25-  MY WEAPON IS A MELODY [Mon arme est une mélodie] 
26-  HEAVEN COMES TO FIGHT FOR ME [Les cieux combattront pour moi] 
</a:t>
            </a:r>
          </a:p>
        </p:txBody>
      </p:sp>
    </p:spTree>
    <p:extLst>
      <p:ext uri="{BB962C8B-B14F-4D97-AF65-F5344CB8AC3E}">
        <p14:creationId xmlns:p14="http://schemas.microsoft.com/office/powerpoint/2010/main" val="6114272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I RAISE A HALLELUJAH [J'élève un alléluia] 
2-  IN THE PRESENCE OF MY ENEMIES [En présence de mes ennemis] 
3-  I RAISE A HALLELUJAH [J'élève un alléluia] 
4-  LOUDER THAN THE UNBELIEF [Plus fort que le manque de foi] 
5-  I RAISE A HALLELUJAH [J'élève un alléluia] 
6-   MY WEAPON IS A MELODY [Mon arme est une mélodie] 
7-  I RAISE A HALLELUJAH [J'élève un alléluia] 
8-  HEAVEN COMES TO FIGHT FOR ME [Et les cieux combattront pour moi] </a:t>
            </a:r>
          </a:p>
          <a:p>
            <a:r>
              <a:rPr lang="en-US"/>
              <a:t>
9-  I'M GONNA SING, IN THE MIDDLE OF THE STORM [Je chanterai au milieu des tempêtes] 
10-  LOUDER AND LOUDER [De plus en plus fort] 
11-  YOU'RE GONNA HEAR MY PRAISES ROAR [Ma louange rugira] 
12-  UP FROM THE ASHES, HOPE WILL ARISE [Et de ces cendres l’espoir renaîtra] 
13-  DEATH IS DEFEATED, THE KING IS ALIVE! [La mort est vaincue, le roi est vivant] </a:t>
            </a:r>
          </a:p>
          <a:p>
            <a:r>
              <a:rPr lang="en-US"/>
              <a:t>
14-  I RAISE A HALLELUJAH  [J'élève un alléluia] 
15-  WITH EVERYTHING INSIDE OF ME [Avec tout ce qui est en moi] 
16-  I RAISE A HALLELUJAH [J'élève un alléluia] 
17-  I WILL WATCH THE DARKNESS FLEE [Je verrai les ténèbres s’enfuir] 
18-  I RAISE A HALLELUJAH [Je chante un alléluia] 
19-  IN THE MIDDLE OF THE MYSTERY [Même au milieu du mystère] 
20-  I RAISE A HALLELUJAH  [Je chante un alléluia] 
21-  FEAR YOU LOST YOUR HOLD ON ME! [La peur n’a plus d’emprise sur moi] </a:t>
            </a:r>
          </a:p>
          <a:p>
            <a:r>
              <a:rPr lang="en-US"/>
              <a:t>
22-  SING A LITTLE LOUDER  [Chante un peu plus fort] 
23-  IN THE PRESENCE OF MY ENEMIES [ En présence de mes ennemis] 
24-  LOUDER THAN THE UNBELIEF [Plus fort que le manque de foi] 
25-  MY WEAPON IS A MELODY [Mon arme est une mélodie] 
26-  HEAVEN COMES TO FIGHT FOR ME [Les cieux combattront pour moi] 
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I RAISE A HALLELUJAH [J'élève un alléluia] 
2-  IN THE PRESENCE OF MY ENEMIES [En présence de mes ennemis] 
3-  I RAISE A HALLELUJAH [J'élève un alléluia] 
4-  LOUDER THAN THE UNBELIEF [Plus fort que le manque de foi] 
5-  I RAISE A HALLELUJAH [J'élève un alléluia] 
6-   MY WEAPON IS A MELODY [Mon arme est une mélodie] 
7-  I RAISE A HALLELUJAH [J'élève un alléluia] 
8-  HEAVEN COMES TO FIGHT FOR ME [Et les cieux combattront pour moi] </a:t>
            </a:r>
          </a:p>
          <a:p>
            <a:pPr>
              <a:defRPr/>
            </a:pPr>
            <a:r>
              <a:rPr lang="fr-FR"/>
              <a:t>
9-  I'M GONNA SING, IN THE MIDDLE OF THE STORM [Je chanterai au milieu des tempêtes] 
10-  LOUDER AND LOUDER [De plus en plus fort] 
11-  YOU'RE GONNA HEAR MY PRAISES ROAR [Ma louange rugira] 
12-  UP FROM THE ASHES, HOPE WILL ARISE [Et de ces cendres l’espoir renaîtra] 
13-  DEATH IS DEFEATED, THE KING IS ALIVE! [La mort est vaincue, le roi est vivant] </a:t>
            </a:r>
          </a:p>
          <a:p>
            <a:pPr>
              <a:defRPr/>
            </a:pPr>
            <a:r>
              <a:rPr lang="fr-FR"/>
              <a:t>
14-  I RAISE A HALLELUJAH  [J'élève un alléluia] 
15-  WITH EVERYTHING INSIDE OF ME [Avec tout ce qui est en moi] 
16-  I RAISE A HALLELUJAH [J'élève un alléluia] 
17-  I WILL WATCH THE DARKNESS FLEE [Je verrai les ténèbres s’enfuir] 
18-  I RAISE A HALLELUJAH [Je chante un alléluia] 
19-  IN THE MIDDLE OF THE MYSTERY [Même au milieu du mystère] 
20-  I RAISE A HALLELUJAH  [Je chante un alléluia] 
21-  FEAR YOU LOST YOUR HOLD ON ME! [La peur n’a plus d’emprise sur moi] </a:t>
            </a:r>
          </a:p>
          <a:p>
            <a:pPr>
              <a:defRPr/>
            </a:pPr>
            <a:r>
              <a:rPr lang="fr-FR"/>
              <a:t>
22-  SING A LITTLE LOUDER  [Chante un peu plus fort] 
23-  IN THE PRESENCE OF MY ENEMIES [ En présence de mes ennemis] 
24-  LOUDER THAN THE UNBELIEF [Plus fort que le manque de foi] 
25-  MY WEAPON IS A MELODY [Mon arme est une mélodie] 
26-  HEAVEN COMES TO FIGHT FOR ME [Les cieux combattront pour moi] 
</a:t>
            </a:r>
          </a:p>
        </p:txBody>
      </p:sp>
    </p:spTree>
    <p:extLst>
      <p:ext uri="{BB962C8B-B14F-4D97-AF65-F5344CB8AC3E}">
        <p14:creationId xmlns:p14="http://schemas.microsoft.com/office/powerpoint/2010/main" val="5571489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I RAISE A HALLELUJAH [J'élève un alléluia] 
2-  IN THE PRESENCE OF MY ENEMIES [En présence de mes ennemis] 
3-  I RAISE A HALLELUJAH [J'élève un alléluia] 
4-  LOUDER THAN THE UNBELIEF [Plus fort que le manque de foi] 
5-  I RAISE A HALLELUJAH [J'élève un alléluia] 
6-   MY WEAPON IS A MELODY [Mon arme est une mélodie] 
7-  I RAISE A HALLELUJAH [J'élève un alléluia] 
8-  HEAVEN COMES TO FIGHT FOR ME [Et les cieux combattront pour moi] </a:t>
            </a:r>
          </a:p>
          <a:p>
            <a:r>
              <a:rPr lang="en-US"/>
              <a:t>
9-  I'M GONNA SING, IN THE MIDDLE OF THE STORM [Je chanterai au milieu des tempêtes] 
10-  LOUDER AND LOUDER [De plus en plus fort] 
11-  YOU'RE GONNA HEAR MY PRAISES ROAR [Ma louange rugira] 
12-  UP FROM THE ASHES, HOPE WILL ARISE [Et de ces cendres l’espoir renaîtra] 
13-  DEATH IS DEFEATED, THE KING IS ALIVE! [La mort est vaincue, le roi est vivant] </a:t>
            </a:r>
          </a:p>
          <a:p>
            <a:r>
              <a:rPr lang="en-US"/>
              <a:t>
14-  I RAISE A HALLELUJAH  [J'élève un alléluia] 
15-  WITH EVERYTHING INSIDE OF ME [Avec tout ce qui est en moi] 
16-  I RAISE A HALLELUJAH [J'élève un alléluia] 
17-  I WILL WATCH THE DARKNESS FLEE [Je verrai les ténèbres s’enfuir] 
18-  I RAISE A HALLELUJAH [Je chante un alléluia] 
19-  IN THE MIDDLE OF THE MYSTERY [Même au milieu du mystère] 
20-  I RAISE A HALLELUJAH  [Je chante un alléluia] 
21-  FEAR YOU LOST YOUR HOLD ON ME! [La peur n’a plus d’emprise sur moi] </a:t>
            </a:r>
          </a:p>
          <a:p>
            <a:r>
              <a:rPr lang="en-US"/>
              <a:t>
22-  SING A LITTLE LOUDER  [Chante un peu plus fort] 
23-  IN THE PRESENCE OF MY ENEMIES [ En présence de mes ennemis] 
24-  LOUDER THAN THE UNBELIEF [Plus fort que le manque de foi] 
25-  MY WEAPON IS A MELODY [Mon arme est une mélodie] 
26-  HEAVEN COMES TO FIGHT FOR ME [Les cieux combattront pour moi]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I RAISE A HALLELUJAH [J'élève un alléluia] 
2-  IN THE PRESENCE OF MY ENEMIES [En présence de mes ennemis] 
3-  I RAISE A HALLELUJAH [J'élève un alléluia] 
4-  LOUDER THAN THE UNBELIEF [Plus fort que le manque de foi] 
5-  I RAISE A HALLELUJAH [J'élève un alléluia] 
6-   MY WEAPON IS A MELODY [Mon arme est une mélodie] 
7-  I RAISE A HALLELUJAH [J'élève un alléluia] 
8-  HEAVEN COMES TO FIGHT FOR ME [Et les cieux combattront pour moi] </a:t>
            </a:r>
          </a:p>
          <a:p>
            <a:pPr>
              <a:defRPr/>
            </a:pPr>
            <a:r>
              <a:rPr lang="fr-FR"/>
              <a:t>
9-  I'M GONNA SING, IN THE MIDDLE OF THE STORM [Je chanterai au milieu des tempêtes] 
10-  LOUDER AND LOUDER [De plus en plus fort] 
11-  YOU'RE GONNA HEAR MY PRAISES ROAR [Ma louange rugira] 
12-  UP FROM THE ASHES, HOPE WILL ARISE [Et de ces cendres l’espoir renaîtra] 
13-  DEATH IS DEFEATED, THE KING IS ALIVE! [La mort est vaincue, le roi est vivant] </a:t>
            </a:r>
          </a:p>
          <a:p>
            <a:pPr>
              <a:defRPr/>
            </a:pPr>
            <a:r>
              <a:rPr lang="fr-FR"/>
              <a:t>
14-  I RAISE A HALLELUJAH  [J'élève un alléluia] 
15-  WITH EVERYTHING INSIDE OF ME [Avec tout ce qui est en moi] 
16-  I RAISE A HALLELUJAH [J'élève un alléluia] 
17-  I WILL WATCH THE DARKNESS FLEE [Je verrai les ténèbres s’enfuir] 
18-  I RAISE A HALLELUJAH [Je chante un alléluia] 
19-  IN THE MIDDLE OF THE MYSTERY [Même au milieu du mystère] 
20-  I RAISE A HALLELUJAH  [Je chante un alléluia] 
21-  FEAR YOU LOST YOUR HOLD ON ME! [La peur n’a plus d’emprise sur moi] </a:t>
            </a:r>
          </a:p>
          <a:p>
            <a:pPr>
              <a:defRPr/>
            </a:pPr>
            <a:r>
              <a:rPr lang="fr-FR"/>
              <a:t>
22-  SING A LITTLE LOUDER  [Chante un peu plus fort] 
23-  IN THE PRESENCE OF MY ENEMIES [ En présence de mes ennemis] 
24-  LOUDER THAN THE UNBELIEF [Plus fort que le manque de foi] 
25-  MY WEAPON IS A MELODY [Mon arme est une mélodie] 
26-  HEAVEN COMES TO FIGHT FOR ME [Les cieux combattront pour moi] 
</a:t>
            </a:r>
          </a:p>
        </p:txBody>
      </p:sp>
    </p:spTree>
    <p:extLst>
      <p:ext uri="{BB962C8B-B14F-4D97-AF65-F5344CB8AC3E}">
        <p14:creationId xmlns:p14="http://schemas.microsoft.com/office/powerpoint/2010/main" val="2441768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I RAISE A HALLELUJAH [J'élève un alléluia] 
2-  IN THE PRESENCE OF MY ENEMIES [En présence de mes ennemis] 
3-  I RAISE A HALLELUJAH [J'élève un alléluia] 
4-  LOUDER THAN THE UNBELIEF [Plus fort que le manque de foi] 
5-  I RAISE A HALLELUJAH [J'élève un alléluia] 
6-   MY WEAPON IS A MELODY [Mon arme est une mélodie] 
7-  I RAISE A HALLELUJAH [J'élève un alléluia] 
8-  HEAVEN COMES TO FIGHT FOR ME [Et les cieux combattront pour moi] </a:t>
            </a:r>
          </a:p>
          <a:p>
            <a:r>
              <a:rPr lang="en-US"/>
              <a:t>
9-  I'M GONNA SING, IN THE MIDDLE OF THE STORM [Je chanterai au milieu des tempêtes] 
10-  LOUDER AND LOUDER [De plus en plus fort] 
11-  YOU'RE GONNA HEAR MY PRAISES ROAR [Ma louange rugira] 
12-  UP FROM THE ASHES, HOPE WILL ARISE [Et de ces cendres l’espoir renaîtra] 
13-  DEATH IS DEFEATED, THE KING IS ALIVE! [La mort est vaincue, le roi est vivant] </a:t>
            </a:r>
          </a:p>
          <a:p>
            <a:r>
              <a:rPr lang="en-US"/>
              <a:t>
14-  I RAISE A HALLELUJAH  [J'élève un alléluia] 
15-  WITH EVERYTHING INSIDE OF ME [Avec tout ce qui est en moi] 
16-  I RAISE A HALLELUJAH [J'élève un alléluia] 
17-  I WILL WATCH THE DARKNESS FLEE [Je verrai les ténèbres s’enfuir] 
18-  I RAISE A HALLELUJAH [Je chante un alléluia] 
19-  IN THE MIDDLE OF THE MYSTERY [Même au milieu du mystère] 
20-  I RAISE A HALLELUJAH  [Je chante un alléluia] 
21-  FEAR YOU LOST YOUR HOLD ON ME! [La peur n’a plus d’emprise sur moi] </a:t>
            </a:r>
          </a:p>
          <a:p>
            <a:r>
              <a:rPr lang="en-US"/>
              <a:t>
22-  SING A LITTLE LOUDER  [Chante un peu plus fort] 
23-  IN THE PRESENCE OF MY ENEMIES [ En présence de mes ennemis] 
24-  LOUDER THAN THE UNBELIEF [Plus fort que le manque de foi] 
25-  MY WEAPON IS A MELODY [Mon arme est une mélodie] 
26-  HEAVEN COMES TO FIGHT FOR ME [Les cieux combattront pour moi]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I RAISE A HALLELUJAH [J'élève un alléluia] 
2-  IN THE PRESENCE OF MY ENEMIES [En présence de mes ennemis] 
3-  I RAISE A HALLELUJAH [J'élève un alléluia] 
4-  LOUDER THAN THE UNBELIEF [Plus fort que le manque de foi] 
5-  I RAISE A HALLELUJAH [J'élève un alléluia] 
6-   MY WEAPON IS A MELODY [Mon arme est une mélodie] 
7-  I RAISE A HALLELUJAH [J'élève un alléluia] 
8-  HEAVEN COMES TO FIGHT FOR ME [Et les cieux combattront pour moi] </a:t>
            </a:r>
          </a:p>
          <a:p>
            <a:pPr>
              <a:defRPr/>
            </a:pPr>
            <a:r>
              <a:rPr lang="fr-FR"/>
              <a:t>
9-  I'M GONNA SING, IN THE MIDDLE OF THE STORM [Je chanterai au milieu des tempêtes] 
10-  LOUDER AND LOUDER [De plus en plus fort] 
11-  YOU'RE GONNA HEAR MY PRAISES ROAR [Ma louange rugira] 
12-  UP FROM THE ASHES, HOPE WILL ARISE [Et de ces cendres l’espoir renaîtra] 
13-  DEATH IS DEFEATED, THE KING IS ALIVE! [La mort est vaincue, le roi est vivant] </a:t>
            </a:r>
          </a:p>
          <a:p>
            <a:pPr>
              <a:defRPr/>
            </a:pPr>
            <a:r>
              <a:rPr lang="fr-FR"/>
              <a:t>
14-  I RAISE A HALLELUJAH  [J'élève un alléluia] 
15-  WITH EVERYTHING INSIDE OF ME [Avec tout ce qui est en moi] 
16-  I RAISE A HALLELUJAH [J'élève un alléluia] 
17-  I WILL WATCH THE DARKNESS FLEE [Je verrai les ténèbres s’enfuir] 
18-  I RAISE A HALLELUJAH [Je chante un alléluia] 
19-  IN THE MIDDLE OF THE MYSTERY [Même au milieu du mystère] 
20-  I RAISE A HALLELUJAH  [Je chante un alléluia] 
21-  FEAR YOU LOST YOUR HOLD ON ME! [La peur n’a plus d’emprise sur moi] </a:t>
            </a:r>
          </a:p>
          <a:p>
            <a:pPr>
              <a:defRPr/>
            </a:pPr>
            <a:r>
              <a:rPr lang="fr-FR"/>
              <a:t>
22-  SING A LITTLE LOUDER  [Chante un peu plus fort] 
23-  IN THE PRESENCE OF MY ENEMIES [ En présence de mes ennemis] 
24-  LOUDER THAN THE UNBELIEF [Plus fort que le manque de foi] 
25-  MY WEAPON IS A MELODY [Mon arme est une mélodie] 
26-  HEAVEN COMES TO FIGHT FOR ME [Les cieux combattront pour moi] 
</a:t>
            </a:r>
          </a:p>
        </p:txBody>
      </p:sp>
    </p:spTree>
    <p:extLst>
      <p:ext uri="{BB962C8B-B14F-4D97-AF65-F5344CB8AC3E}">
        <p14:creationId xmlns:p14="http://schemas.microsoft.com/office/powerpoint/2010/main" val="42031052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I RAISE A HALLELUJAH [J'élève un alléluia] 
2-  IN THE PRESENCE OF MY ENEMIES [En présence de mes ennemis] 
3-  I RAISE A HALLELUJAH [J'élève un alléluia] 
4-  LOUDER THAN THE UNBELIEF [Plus fort que le manque de foi] 
5-  I RAISE A HALLELUJAH [J'élève un alléluia] 
6-   MY WEAPON IS A MELODY [Mon arme est une mélodie] 
7-  I RAISE A HALLELUJAH [J'élève un alléluia] 
8-  HEAVEN COMES TO FIGHT FOR ME [Et les cieux combattront pour moi] </a:t>
            </a:r>
          </a:p>
          <a:p>
            <a:r>
              <a:rPr lang="en-US"/>
              <a:t>
9-  I'M GONNA SING, IN THE MIDDLE OF THE STORM [Je chanterai au milieu des tempêtes] 
10-  LOUDER AND LOUDER [De plus en plus fort] 
11-  YOU'RE GONNA HEAR MY PRAISES ROAR [Ma louange rugira] 
12-  UP FROM THE ASHES, HOPE WILL ARISE [Et de ces cendres l’espoir renaîtra] 
13-  DEATH IS DEFEATED, THE KING IS ALIVE! [La mort est vaincue, le roi est vivant] </a:t>
            </a:r>
          </a:p>
          <a:p>
            <a:r>
              <a:rPr lang="en-US"/>
              <a:t>
14-  I RAISE A HALLELUJAH  [J'élève un alléluia] 
15-  WITH EVERYTHING INSIDE OF ME [Avec tout ce qui est en moi] 
16-  I RAISE A HALLELUJAH [J'élève un alléluia] 
17-  I WILL WATCH THE DARKNESS FLEE [Je verrai les ténèbres s’enfuir] 
18-  I RAISE A HALLELUJAH [Je chante un alléluia] 
19-  IN THE MIDDLE OF THE MYSTERY [Même au milieu du mystère] 
20-  I RAISE A HALLELUJAH  [Je chante un alléluia] 
21-  FEAR YOU LOST YOUR HOLD ON ME! [La peur n’a plus d’emprise sur moi] </a:t>
            </a:r>
          </a:p>
          <a:p>
            <a:r>
              <a:rPr lang="en-US"/>
              <a:t>
22-  SING A LITTLE LOUDER  [Chante un peu plus fort] 
23-  IN THE PRESENCE OF MY ENEMIES [ En présence de mes ennemis] 
24-  LOUDER THAN THE UNBELIEF [Plus fort que le manque de foi] 
25-  MY WEAPON IS A MELODY [Mon arme est une mélodie] 
26-  HEAVEN COMES TO FIGHT FOR ME [Les cieux combattront pour moi]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I RAISE A HALLELUJAH [J'élève un alléluia] 
2-  IN THE PRESENCE OF MY ENEMIES [En présence de mes ennemis] 
3-  I RAISE A HALLELUJAH [J'élève un alléluia] 
4-  LOUDER THAN THE UNBELIEF [Plus fort que le manque de foi] 
5-  I RAISE A HALLELUJAH [J'élève un alléluia] 
6-   MY WEAPON IS A MELODY [Mon arme est une mélodie] 
7-  I RAISE A HALLELUJAH [J'élève un alléluia] 
8-  HEAVEN COMES TO FIGHT FOR ME [Et les cieux combattront pour moi] </a:t>
            </a:r>
          </a:p>
          <a:p>
            <a:pPr>
              <a:defRPr/>
            </a:pPr>
            <a:r>
              <a:rPr lang="fr-FR"/>
              <a:t>
9-  I'M GONNA SING, IN THE MIDDLE OF THE STORM [Je chanterai au milieu des tempêtes] 
10-  LOUDER AND LOUDER [De plus en plus fort] 
11-  YOU'RE GONNA HEAR MY PRAISES ROAR [Ma louange rugira] 
12-  UP FROM THE ASHES, HOPE WILL ARISE [Et de ces cendres l’espoir renaîtra] 
13-  DEATH IS DEFEATED, THE KING IS ALIVE! [La mort est vaincue, le roi est vivant] </a:t>
            </a:r>
          </a:p>
          <a:p>
            <a:pPr>
              <a:defRPr/>
            </a:pPr>
            <a:r>
              <a:rPr lang="fr-FR"/>
              <a:t>
14-  I RAISE A HALLELUJAH  [J'élève un alléluia] 
15-  WITH EVERYTHING INSIDE OF ME [Avec tout ce qui est en moi] 
16-  I RAISE A HALLELUJAH [J'élève un alléluia] 
17-  I WILL WATCH THE DARKNESS FLEE [Je verrai les ténèbres s’enfuir] 
18-  I RAISE A HALLELUJAH [Je chante un alléluia] 
19-  IN THE MIDDLE OF THE MYSTERY [Même au milieu du mystère] 
20-  I RAISE A HALLELUJAH  [Je chante un alléluia] 
21-  FEAR YOU LOST YOUR HOLD ON ME! [La peur n’a plus d’emprise sur moi] </a:t>
            </a:r>
          </a:p>
          <a:p>
            <a:pPr>
              <a:defRPr/>
            </a:pPr>
            <a:r>
              <a:rPr lang="fr-FR"/>
              <a:t>
22-  SING A LITTLE LOUDER  [Chante un peu plus fort] 
23-  IN THE PRESENCE OF MY ENEMIES [ En présence de mes ennemis] 
24-  LOUDER THAN THE UNBELIEF [Plus fort que le manque de foi] 
25-  MY WEAPON IS A MELODY [Mon arme est une mélodie] 
26-  HEAVEN COMES TO FIGHT FOR ME [Les cieux combattront pour moi] 
</a:t>
            </a:r>
          </a:p>
        </p:txBody>
      </p:sp>
    </p:spTree>
    <p:extLst>
      <p:ext uri="{BB962C8B-B14F-4D97-AF65-F5344CB8AC3E}">
        <p14:creationId xmlns:p14="http://schemas.microsoft.com/office/powerpoint/2010/main" val="18753304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I RAISE A HALLELUJAH [J'élève un alléluia] 
2-  IN THE PRESENCE OF MY ENEMIES [En présence de mes ennemis] 
3-  I RAISE A HALLELUJAH [J'élève un alléluia] 
4-  LOUDER THAN THE UNBELIEF [Plus fort que le manque de foi] 
5-  I RAISE A HALLELUJAH [J'élève un alléluia] 
6-   MY WEAPON IS A MELODY [Mon arme est une mélodie] 
7-  I RAISE A HALLELUJAH [J'élève un alléluia] 
8-  HEAVEN COMES TO FIGHT FOR ME [Et les cieux combattront pour moi] </a:t>
            </a:r>
          </a:p>
          <a:p>
            <a:r>
              <a:rPr lang="en-US"/>
              <a:t>
9-  I'M GONNA SING, IN THE MIDDLE OF THE STORM [Je chanterai au milieu des tempêtes] 
10-  LOUDER AND LOUDER [De plus en plus fort] 
11-  YOU'RE GONNA HEAR MY PRAISES ROAR [Ma louange rugira] 
12-  UP FROM THE ASHES, HOPE WILL ARISE [Et de ces cendres l’espoir renaîtra] 
13-  DEATH IS DEFEATED, THE KING IS ALIVE! [La mort est vaincue, le roi est vivant] </a:t>
            </a:r>
          </a:p>
          <a:p>
            <a:r>
              <a:rPr lang="en-US"/>
              <a:t>
14-  I RAISE A HALLELUJAH  [J'élève un alléluia] 
15-  WITH EVERYTHING INSIDE OF ME [Avec tout ce qui est en moi] 
16-  I RAISE A HALLELUJAH [J'élève un alléluia] 
17-  I WILL WATCH THE DARKNESS FLEE [Je verrai les ténèbres s’enfuir] 
18-  I RAISE A HALLELUJAH [Je chante un alléluia] 
19-  IN THE MIDDLE OF THE MYSTERY [Même au milieu du mystère] 
20-  I RAISE A HALLELUJAH  [Je chante un alléluia] 
21-  FEAR YOU LOST YOUR HOLD ON ME! [La peur n’a plus d’emprise sur moi] </a:t>
            </a:r>
          </a:p>
          <a:p>
            <a:r>
              <a:rPr lang="en-US"/>
              <a:t>
22-  SING A LITTLE LOUDER  [Chante un peu plus fort] 
23-  IN THE PRESENCE OF MY ENEMIES [ En présence de mes ennemis] 
24-  LOUDER THAN THE UNBELIEF [Plus fort que le manque de foi] 
25-  MY WEAPON IS A MELODY [Mon arme est une mélodie] 
26-  HEAVEN COMES TO FIGHT FOR ME [Les cieux combattront pour moi]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I RAISE A HALLELUJAH [J'élève un alléluia] 
2-  IN THE PRESENCE OF MY ENEMIES [En présence de mes ennemis] 
3-  I RAISE A HALLELUJAH [J'élève un alléluia] 
4-  LOUDER THAN THE UNBELIEF [Plus fort que le manque de foi] 
5-  I RAISE A HALLELUJAH [J'élève un alléluia] 
6-   MY WEAPON IS A MELODY [Mon arme est une mélodie] 
7-  I RAISE A HALLELUJAH [J'élève un alléluia] 
8-  HEAVEN COMES TO FIGHT FOR ME [Et les cieux combattront pour moi] </a:t>
            </a:r>
          </a:p>
          <a:p>
            <a:pPr>
              <a:defRPr/>
            </a:pPr>
            <a:r>
              <a:rPr lang="fr-FR"/>
              <a:t>
9-  I'M GONNA SING, IN THE MIDDLE OF THE STORM [Je chanterai au milieu des tempêtes] 
10-  LOUDER AND LOUDER [De plus en plus fort] 
11-  YOU'RE GONNA HEAR MY PRAISES ROAR [Ma louange rugira] 
12-  UP FROM THE ASHES, HOPE WILL ARISE [Et de ces cendres l’espoir renaîtra] 
13-  DEATH IS DEFEATED, THE KING IS ALIVE! [La mort est vaincue, le roi est vivant] </a:t>
            </a:r>
          </a:p>
          <a:p>
            <a:pPr>
              <a:defRPr/>
            </a:pPr>
            <a:r>
              <a:rPr lang="fr-FR"/>
              <a:t>
14-  I RAISE A HALLELUJAH  [J'élève un alléluia] 
15-  WITH EVERYTHING INSIDE OF ME [Avec tout ce qui est en moi] 
16-  I RAISE A HALLELUJAH [J'élève un alléluia] 
17-  I WILL WATCH THE DARKNESS FLEE [Je verrai les ténèbres s’enfuir] 
18-  I RAISE A HALLELUJAH [Je chante un alléluia] 
19-  IN THE MIDDLE OF THE MYSTERY [Même au milieu du mystère] 
20-  I RAISE A HALLELUJAH  [Je chante un alléluia] 
21-  FEAR YOU LOST YOUR HOLD ON ME! [La peur n’a plus d’emprise sur moi] </a:t>
            </a:r>
          </a:p>
          <a:p>
            <a:pPr>
              <a:defRPr/>
            </a:pPr>
            <a:r>
              <a:rPr lang="fr-FR"/>
              <a:t>
22-  SING A LITTLE LOUDER  [Chante un peu plus fort] 
23-  IN THE PRESENCE OF MY ENEMIES [ En présence de mes ennemis] 
24-  LOUDER THAN THE UNBELIEF [Plus fort que le manque de foi] 
25-  MY WEAPON IS A MELODY [Mon arme est une mélodie] 
26-  HEAVEN COMES TO FIGHT FOR ME [Les cieux combattront pour moi] 
</a:t>
            </a:r>
          </a:p>
        </p:txBody>
      </p:sp>
    </p:spTree>
    <p:extLst>
      <p:ext uri="{BB962C8B-B14F-4D97-AF65-F5344CB8AC3E}">
        <p14:creationId xmlns:p14="http://schemas.microsoft.com/office/powerpoint/2010/main" val="31380029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I RAISE A HALLELUJAH [J'élève un alléluia] 
2-  IN THE PRESENCE OF MY ENEMIES [En présence de mes ennemis] 
3-  I RAISE A HALLELUJAH [J'élève un alléluia] 
4-  LOUDER THAN THE UNBELIEF [Plus fort que le manque de foi] 
5-  I RAISE A HALLELUJAH [J'élève un alléluia] 
6-   MY WEAPON IS A MELODY [Mon arme est une mélodie] 
7-  I RAISE A HALLELUJAH [J'élève un alléluia] 
8-  HEAVEN COMES TO FIGHT FOR ME [Et les cieux combattront pour moi] </a:t>
            </a:r>
          </a:p>
          <a:p>
            <a:r>
              <a:rPr lang="en-US"/>
              <a:t>
9-  I'M GONNA SING, IN THE MIDDLE OF THE STORM [Je chanterai au milieu des tempêtes] 
10-  LOUDER AND LOUDER [De plus en plus fort] 
11-  YOU'RE GONNA HEAR MY PRAISES ROAR [Ma louange rugira] 
12-  UP FROM THE ASHES, HOPE WILL ARISE [Et de ces cendres l’espoir renaîtra] 
13-  DEATH IS DEFEATED, THE KING IS ALIVE! [La mort est vaincue, le roi est vivant] </a:t>
            </a:r>
          </a:p>
          <a:p>
            <a:r>
              <a:rPr lang="en-US"/>
              <a:t>
14-  I RAISE A HALLELUJAH  [J'élève un alléluia] 
15-  WITH EVERYTHING INSIDE OF ME [Avec tout ce qui est en moi] 
16-  I RAISE A HALLELUJAH [J'élève un alléluia] 
17-  I WILL WATCH THE DARKNESS FLEE [Je verrai les ténèbres s’enfuir] 
18-  I RAISE A HALLELUJAH [Je chante un alléluia] 
19-  IN THE MIDDLE OF THE MYSTERY [Même au milieu du mystère] 
20-  I RAISE A HALLELUJAH  [Je chante un alléluia] 
21-  FEAR YOU LOST YOUR HOLD ON ME! [La peur n’a plus d’emprise sur moi] </a:t>
            </a:r>
          </a:p>
          <a:p>
            <a:r>
              <a:rPr lang="en-US"/>
              <a:t>
22-  SING A LITTLE LOUDER  [Chante un peu plus fort] 
23-  IN THE PRESENCE OF MY ENEMIES [ En présence de mes ennemis] 
24-  LOUDER THAN THE UNBELIEF [Plus fort que le manque de foi] 
25-  MY WEAPON IS A MELODY [Mon arme est une mélodie] 
26-  HEAVEN COMES TO FIGHT FOR ME [Les cieux combattront pour moi]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I RAISE A HALLELUJAH [J'élève un alléluia] 
2-  IN THE PRESENCE OF MY ENEMIES [En présence de mes ennemis] 
3-  I RAISE A HALLELUJAH [J'élève un alléluia] 
4-  LOUDER THAN THE UNBELIEF [Plus fort que le manque de foi] 
5-  I RAISE A HALLELUJAH [J'élève un alléluia] 
6-   MY WEAPON IS A MELODY [Mon arme est une mélodie] 
7-  I RAISE A HALLELUJAH [J'élève un alléluia] 
8-  HEAVEN COMES TO FIGHT FOR ME [Et les cieux combattront pour moi] </a:t>
            </a:r>
          </a:p>
          <a:p>
            <a:pPr>
              <a:defRPr/>
            </a:pPr>
            <a:r>
              <a:rPr lang="fr-FR"/>
              <a:t>
9-  I'M GONNA SING, IN THE MIDDLE OF THE STORM [Je chanterai au milieu des tempêtes] 
10-  LOUDER AND LOUDER [De plus en plus fort] 
11-  YOU'RE GONNA HEAR MY PRAISES ROAR [Ma louange rugira] 
12-  UP FROM THE ASHES, HOPE WILL ARISE [Et de ces cendres l’espoir renaîtra] 
13-  DEATH IS DEFEATED, THE KING IS ALIVE! [La mort est vaincue, le roi est vivant] </a:t>
            </a:r>
          </a:p>
          <a:p>
            <a:pPr>
              <a:defRPr/>
            </a:pPr>
            <a:r>
              <a:rPr lang="fr-FR"/>
              <a:t>
14-  I RAISE A HALLELUJAH  [J'élève un alléluia] 
15-  WITH EVERYTHING INSIDE OF ME [Avec tout ce qui est en moi] 
16-  I RAISE A HALLELUJAH [J'élève un alléluia] 
17-  I WILL WATCH THE DARKNESS FLEE [Je verrai les ténèbres s’enfuir] 
18-  I RAISE A HALLELUJAH [Je chante un alléluia] 
19-  IN THE MIDDLE OF THE MYSTERY [Même au milieu du mystère] 
20-  I RAISE A HALLELUJAH  [Je chante un alléluia] 
21-  FEAR YOU LOST YOUR HOLD ON ME! [La peur n’a plus d’emprise sur moi] </a:t>
            </a:r>
          </a:p>
          <a:p>
            <a:pPr>
              <a:defRPr/>
            </a:pPr>
            <a:r>
              <a:rPr lang="fr-FR"/>
              <a:t>
22-  SING A LITTLE LOUDER  [Chante un peu plus fort] 
23-  IN THE PRESENCE OF MY ENEMIES [ En présence de mes ennemis] 
24-  LOUDER THAN THE UNBELIEF [Plus fort que le manque de foi] 
25-  MY WEAPON IS A MELODY [Mon arme est une mélodie] 
26-  HEAVEN COMES TO FIGHT FOR ME [Les cieux combattront pour moi] 
</a:t>
            </a:r>
          </a:p>
        </p:txBody>
      </p:sp>
    </p:spTree>
    <p:extLst>
      <p:ext uri="{BB962C8B-B14F-4D97-AF65-F5344CB8AC3E}">
        <p14:creationId xmlns:p14="http://schemas.microsoft.com/office/powerpoint/2010/main" val="34978511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I RAISE A HALLELUJAH [J'élève un alléluia] 
2-  IN THE PRESENCE OF MY ENEMIES [En présence de mes ennemis] 
3-  I RAISE A HALLELUJAH [J'élève un alléluia] 
4-  LOUDER THAN THE UNBELIEF [Plus fort que le manque de foi] 
5-  I RAISE A HALLELUJAH [J'élève un alléluia] 
6-   MY WEAPON IS A MELODY [Mon arme est une mélodie] 
7-  I RAISE A HALLELUJAH [J'élève un alléluia] 
8-  HEAVEN COMES TO FIGHT FOR ME [Et les cieux combattront pour moi] </a:t>
            </a:r>
          </a:p>
          <a:p>
            <a:r>
              <a:rPr lang="en-US"/>
              <a:t>
9-  I'M GONNA SING, IN THE MIDDLE OF THE STORM [Je chanterai au milieu des tempêtes] 
10-  LOUDER AND LOUDER [De plus en plus fort] 
11-  YOU'RE GONNA HEAR MY PRAISES ROAR [Ma louange rugira] 
12-  UP FROM THE ASHES, HOPE WILL ARISE [Et de ces cendres l’espoir renaîtra] 
13-  DEATH IS DEFEATED, THE KING IS ALIVE! [La mort est vaincue, le roi est vivant] </a:t>
            </a:r>
          </a:p>
          <a:p>
            <a:r>
              <a:rPr lang="en-US"/>
              <a:t>
14-  I RAISE A HALLELUJAH  [J'élève un alléluia] 
15-  WITH EVERYTHING INSIDE OF ME [Avec tout ce qui est en moi] 
16-  I RAISE A HALLELUJAH [J'élève un alléluia] 
17-  I WILL WATCH THE DARKNESS FLEE [Je verrai les ténèbres s’enfuir] 
18-  I RAISE A HALLELUJAH [Je chante un alléluia] 
19-  IN THE MIDDLE OF THE MYSTERY [Même au milieu du mystère] 
20-  I RAISE A HALLELUJAH  [Je chante un alléluia] 
21-  FEAR YOU LOST YOUR HOLD ON ME! [La peur n’a plus d’emprise sur moi] </a:t>
            </a:r>
          </a:p>
          <a:p>
            <a:r>
              <a:rPr lang="en-US"/>
              <a:t>
22-  SING A LITTLE LOUDER  [Chante un peu plus fort] 
23-  IN THE PRESENCE OF MY ENEMIES [ En présence de mes ennemis] 
24-  LOUDER THAN THE UNBELIEF [Plus fort que le manque de foi] 
25-  MY WEAPON IS A MELODY [Mon arme est une mélodie] 
26-  HEAVEN COMES TO FIGHT FOR ME [Les cieux combattront pour moi]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I RAISE A HALLELUJAH [J'élève un alléluia] 
2-  IN THE PRESENCE OF MY ENEMIES [En présence de mes ennemis] 
3-  I RAISE A HALLELUJAH [J'élève un alléluia] 
4-  LOUDER THAN THE UNBELIEF [Plus fort que le manque de foi] 
5-  I RAISE A HALLELUJAH [J'élève un alléluia] 
6-   MY WEAPON IS A MELODY [Mon arme est une mélodie] 
7-  I RAISE A HALLELUJAH [J'élève un alléluia] 
8-  HEAVEN COMES TO FIGHT FOR ME [Et les cieux combattront pour moi] </a:t>
            </a:r>
          </a:p>
          <a:p>
            <a:pPr>
              <a:defRPr/>
            </a:pPr>
            <a:r>
              <a:rPr lang="fr-FR"/>
              <a:t>
9-  I'M GONNA SING, IN THE MIDDLE OF THE STORM [Je chanterai au milieu des tempêtes] 
10-  LOUDER AND LOUDER [De plus en plus fort] 
11-  YOU'RE GONNA HEAR MY PRAISES ROAR [Ma louange rugira] 
12-  UP FROM THE ASHES, HOPE WILL ARISE [Et de ces cendres l’espoir renaîtra] 
13-  DEATH IS DEFEATED, THE KING IS ALIVE! [La mort est vaincue, le roi est vivant] </a:t>
            </a:r>
          </a:p>
          <a:p>
            <a:pPr>
              <a:defRPr/>
            </a:pPr>
            <a:r>
              <a:rPr lang="fr-FR"/>
              <a:t>
14-  I RAISE A HALLELUJAH  [J'élève un alléluia] 
15-  WITH EVERYTHING INSIDE OF ME [Avec tout ce qui est en moi] 
16-  I RAISE A HALLELUJAH [J'élève un alléluia] 
17-  I WILL WATCH THE DARKNESS FLEE [Je verrai les ténèbres s’enfuir] 
18-  I RAISE A HALLELUJAH [Je chante un alléluia] 
19-  IN THE MIDDLE OF THE MYSTERY [Même au milieu du mystère] 
20-  I RAISE A HALLELUJAH  [Je chante un alléluia] 
21-  FEAR YOU LOST YOUR HOLD ON ME! [La peur n’a plus d’emprise sur moi] </a:t>
            </a:r>
          </a:p>
          <a:p>
            <a:pPr>
              <a:defRPr/>
            </a:pPr>
            <a:r>
              <a:rPr lang="fr-FR"/>
              <a:t>
22-  SING A LITTLE LOUDER  [Chante un peu plus fort] 
23-  IN THE PRESENCE OF MY ENEMIES [ En présence de mes ennemis] 
24-  LOUDER THAN THE UNBELIEF [Plus fort que le manque de foi] 
25-  MY WEAPON IS A MELODY [Mon arme est une mélodie] 
26-  HEAVEN COMES TO FIGHT FOR ME [Les cieux combattront pour moi] 
</a:t>
            </a:r>
          </a:p>
        </p:txBody>
      </p:sp>
    </p:spTree>
    <p:extLst>
      <p:ext uri="{BB962C8B-B14F-4D97-AF65-F5344CB8AC3E}">
        <p14:creationId xmlns:p14="http://schemas.microsoft.com/office/powerpoint/2010/main" val="32713422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I RAISE A HALLELUJAH [J'élève un alléluia] 
2-  IN THE PRESENCE OF MY ENEMIES [En présence de mes ennemis] 
3-  I RAISE A HALLELUJAH [J'élève un alléluia] 
4-  LOUDER THAN THE UNBELIEF [Plus fort que le manque de foi] 
5-  I RAISE A HALLELUJAH [J'élève un alléluia] 
6-   MY WEAPON IS A MELODY [Mon arme est une mélodie] 
7-  I RAISE A HALLELUJAH [J'élève un alléluia] 
8-  HEAVEN COMES TO FIGHT FOR ME [Et les cieux combattront pour moi] </a:t>
            </a:r>
          </a:p>
          <a:p>
            <a:r>
              <a:rPr lang="en-US"/>
              <a:t>
9-  I'M GONNA SING, IN THE MIDDLE OF THE STORM [Je chanterai au milieu des tempêtes] 
10-  LOUDER AND LOUDER [De plus en plus fort] 
11-  YOU'RE GONNA HEAR MY PRAISES ROAR [Ma louange rugira] 
12-  UP FROM THE ASHES, HOPE WILL ARISE [Et de ces cendres l’espoir renaîtra] 
13-  DEATH IS DEFEATED, THE KING IS ALIVE! [La mort est vaincue, le roi est vivant] </a:t>
            </a:r>
          </a:p>
          <a:p>
            <a:r>
              <a:rPr lang="en-US"/>
              <a:t>
14-  I RAISE A HALLELUJAH  [J'élève un alléluia] 
15-  WITH EVERYTHING INSIDE OF ME [Avec tout ce qui est en moi] 
16-  I RAISE A HALLELUJAH [J'élève un alléluia] 
17-  I WILL WATCH THE DARKNESS FLEE [Je verrai les ténèbres s’enfuir] 
18-  I RAISE A HALLELUJAH [Je chante un alléluia] 
19-  IN THE MIDDLE OF THE MYSTERY [Même au milieu du mystère] 
20-  I RAISE A HALLELUJAH  [Je chante un alléluia] 
21-  FEAR YOU LOST YOUR HOLD ON ME! [La peur n’a plus d’emprise sur moi] </a:t>
            </a:r>
          </a:p>
          <a:p>
            <a:r>
              <a:rPr lang="en-US"/>
              <a:t>
22-  SING A LITTLE LOUDER  [Chante un peu plus fort] 
23-  IN THE PRESENCE OF MY ENEMIES [ En présence de mes ennemis] 
24-  LOUDER THAN THE UNBELIEF [Plus fort que le manque de foi] 
25-  MY WEAPON IS A MELODY [Mon arme est une mélodie] 
26-  HEAVEN COMES TO FIGHT FOR ME [Les cieux combattront pour moi]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I RAISE A HALLELUJAH [J'élève un alléluia] 
2-  IN THE PRESENCE OF MY ENEMIES [En présence de mes ennemis] 
3-  I RAISE A HALLELUJAH [J'élève un alléluia] 
4-  LOUDER THAN THE UNBELIEF [Plus fort que le manque de foi] 
5-  I RAISE A HALLELUJAH [J'élève un alléluia] 
6-   MY WEAPON IS A MELODY [Mon arme est une mélodie] 
7-  I RAISE A HALLELUJAH [J'élève un alléluia] 
8-  HEAVEN COMES TO FIGHT FOR ME [Et les cieux combattront pour moi] </a:t>
            </a:r>
          </a:p>
          <a:p>
            <a:pPr>
              <a:defRPr/>
            </a:pPr>
            <a:r>
              <a:rPr lang="fr-FR"/>
              <a:t>
9-  I'M GONNA SING, IN THE MIDDLE OF THE STORM [Je chanterai au milieu des tempêtes] 
10-  LOUDER AND LOUDER [De plus en plus fort] 
11-  YOU'RE GONNA HEAR MY PRAISES ROAR [Ma louange rugira] 
12-  UP FROM THE ASHES, HOPE WILL ARISE [Et de ces cendres l’espoir renaîtra] 
13-  DEATH IS DEFEATED, THE KING IS ALIVE! [La mort est vaincue, le roi est vivant] </a:t>
            </a:r>
          </a:p>
          <a:p>
            <a:pPr>
              <a:defRPr/>
            </a:pPr>
            <a:r>
              <a:rPr lang="fr-FR"/>
              <a:t>
14-  I RAISE A HALLELUJAH  [J'élève un alléluia] 
15-  WITH EVERYTHING INSIDE OF ME [Avec tout ce qui est en moi] 
16-  I RAISE A HALLELUJAH [J'élève un alléluia] 
17-  I WILL WATCH THE DARKNESS FLEE [Je verrai les ténèbres s’enfuir] 
18-  I RAISE A HALLELUJAH [Je chante un alléluia] 
19-  IN THE MIDDLE OF THE MYSTERY [Même au milieu du mystère] 
20-  I RAISE A HALLELUJAH  [Je chante un alléluia] 
21-  FEAR YOU LOST YOUR HOLD ON ME! [La peur n’a plus d’emprise sur moi] </a:t>
            </a:r>
          </a:p>
          <a:p>
            <a:pPr>
              <a:defRPr/>
            </a:pPr>
            <a:r>
              <a:rPr lang="fr-FR"/>
              <a:t>
22-  SING A LITTLE LOUDER  [Chante un peu plus fort] 
23-  IN THE PRESENCE OF MY ENEMIES [ En présence de mes ennemis] 
24-  LOUDER THAN THE UNBELIEF [Plus fort que le manque de foi] 
25-  MY WEAPON IS A MELODY [Mon arme est une mélodie] 
26-  HEAVEN COMES TO FIGHT FOR ME [Les cieux combattront pour moi] 
</a:t>
            </a:r>
          </a:p>
        </p:txBody>
      </p:sp>
    </p:spTree>
    <p:extLst>
      <p:ext uri="{BB962C8B-B14F-4D97-AF65-F5344CB8AC3E}">
        <p14:creationId xmlns:p14="http://schemas.microsoft.com/office/powerpoint/2010/main" val="12243743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I RAISE A HALLELUJAH [J'élève un alléluia] 
2-  IN THE PRESENCE OF MY ENEMIES [En présence de mes ennemis] 
3-  I RAISE A HALLELUJAH [J'élève un alléluia] 
4-  LOUDER THAN THE UNBELIEF [Plus fort que le manque de foi] 
5-  I RAISE A HALLELUJAH [J'élève un alléluia] 
6-   MY WEAPON IS A MELODY [Mon arme est une mélodie] 
7-  I RAISE A HALLELUJAH [J'élève un alléluia] 
8-  HEAVEN COMES TO FIGHT FOR ME [Et les cieux combattront pour moi] </a:t>
            </a:r>
          </a:p>
          <a:p>
            <a:r>
              <a:rPr lang="en-US"/>
              <a:t>
9-  I'M GONNA SING, IN THE MIDDLE OF THE STORM [Je chanterai au milieu des tempêtes] 
10-  LOUDER AND LOUDER [De plus en plus fort] 
11-  YOU'RE GONNA HEAR MY PRAISES ROAR [Ma louange rugira] 
12-  UP FROM THE ASHES, HOPE WILL ARISE [Et de ces cendres l’espoir renaîtra] 
13-  DEATH IS DEFEATED, THE KING IS ALIVE! [La mort est vaincue, le roi est vivant] </a:t>
            </a:r>
          </a:p>
          <a:p>
            <a:r>
              <a:rPr lang="en-US"/>
              <a:t>
14-  I RAISE A HALLELUJAH  [J'élève un alléluia] 
15-  WITH EVERYTHING INSIDE OF ME [Avec tout ce qui est en moi] 
16-  I RAISE A HALLELUJAH [J'élève un alléluia] 
17-  I WILL WATCH THE DARKNESS FLEE [Je verrai les ténèbres s’enfuir] 
18-  I RAISE A HALLELUJAH [Je chante un alléluia] 
19-  IN THE MIDDLE OF THE MYSTERY [Même au milieu du mystère] 
20-  I RAISE A HALLELUJAH  [Je chante un alléluia] 
21-  FEAR YOU LOST YOUR HOLD ON ME! [La peur n’a plus d’emprise sur moi] </a:t>
            </a:r>
          </a:p>
          <a:p>
            <a:r>
              <a:rPr lang="en-US"/>
              <a:t>
22-  SING A LITTLE LOUDER  [Chante un peu plus fort] 
23-  IN THE PRESENCE OF MY ENEMIES [ En présence de mes ennemis] 
24-  LOUDER THAN THE UNBELIEF [Plus fort que le manque de foi] 
25-  MY WEAPON IS A MELODY [Mon arme est une mélodie] 
26-  HEAVEN COMES TO FIGHT FOR ME [Les cieux combattront pour moi]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I RAISE A HALLELUJAH [J'élève un alléluia] 
2-  IN THE PRESENCE OF MY ENEMIES [En présence de mes ennemis] 
3-  I RAISE A HALLELUJAH [J'élève un alléluia] 
4-  LOUDER THAN THE UNBELIEF [Plus fort que le manque de foi] 
5-  I RAISE A HALLELUJAH [J'élève un alléluia] 
6-   MY WEAPON IS A MELODY [Mon arme est une mélodie] 
7-  I RAISE A HALLELUJAH [J'élève un alléluia] 
8-  HEAVEN COMES TO FIGHT FOR ME [Et les cieux combattront pour moi] </a:t>
            </a:r>
          </a:p>
          <a:p>
            <a:pPr>
              <a:defRPr/>
            </a:pPr>
            <a:r>
              <a:rPr lang="fr-FR"/>
              <a:t>
9-  I'M GONNA SING, IN THE MIDDLE OF THE STORM [Je chanterai au milieu des tempêtes] 
10-  LOUDER AND LOUDER [De plus en plus fort] 
11-  YOU'RE GONNA HEAR MY PRAISES ROAR [Ma louange rugira] 
12-  UP FROM THE ASHES, HOPE WILL ARISE [Et de ces cendres l’espoir renaîtra] 
13-  DEATH IS DEFEATED, THE KING IS ALIVE! [La mort est vaincue, le roi est vivant] </a:t>
            </a:r>
          </a:p>
          <a:p>
            <a:pPr>
              <a:defRPr/>
            </a:pPr>
            <a:r>
              <a:rPr lang="fr-FR"/>
              <a:t>
14-  I RAISE A HALLELUJAH  [J'élève un alléluia] 
15-  WITH EVERYTHING INSIDE OF ME [Avec tout ce qui est en moi] 
16-  I RAISE A HALLELUJAH [J'élève un alléluia] 
17-  I WILL WATCH THE DARKNESS FLEE [Je verrai les ténèbres s’enfuir] 
18-  I RAISE A HALLELUJAH [Je chante un alléluia] 
19-  IN THE MIDDLE OF THE MYSTERY [Même au milieu du mystère] 
20-  I RAISE A HALLELUJAH  [Je chante un alléluia] 
21-  FEAR YOU LOST YOUR HOLD ON ME! [La peur n’a plus d’emprise sur moi] </a:t>
            </a:r>
          </a:p>
          <a:p>
            <a:pPr>
              <a:defRPr/>
            </a:pPr>
            <a:r>
              <a:rPr lang="fr-FR"/>
              <a:t>
22-  SING A LITTLE LOUDER  [Chante un peu plus fort] 
23-  IN THE PRESENCE OF MY ENEMIES [ En présence de mes ennemis] 
24-  LOUDER THAN THE UNBELIEF [Plus fort que le manque de foi] 
25-  MY WEAPON IS A MELODY [Mon arme est une mélodie] 
26-  HEAVEN COMES TO FIGHT FOR ME [Les cieux combattront pour moi] 
</a:t>
            </a:r>
          </a:p>
        </p:txBody>
      </p:sp>
    </p:spTree>
    <p:extLst>
      <p:ext uri="{BB962C8B-B14F-4D97-AF65-F5344CB8AC3E}">
        <p14:creationId xmlns:p14="http://schemas.microsoft.com/office/powerpoint/2010/main" val="20452524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I RAISE A HALLELUJAH [J'élève un alléluia] 
2-  IN THE PRESENCE OF MY ENEMIES [En présence de mes ennemis] 
3-  I RAISE A HALLELUJAH [J'élève un alléluia] 
4-  LOUDER THAN THE UNBELIEF [Plus fort que le manque de foi] 
5-  I RAISE A HALLELUJAH [J'élève un alléluia] 
6-   MY WEAPON IS A MELODY [Mon arme est une mélodie] 
7-  I RAISE A HALLELUJAH [J'élève un alléluia] 
8-  HEAVEN COMES TO FIGHT FOR ME [Et les cieux combattront pour moi] </a:t>
            </a:r>
          </a:p>
          <a:p>
            <a:r>
              <a:rPr lang="en-US"/>
              <a:t>
9-  I'M GONNA SING, IN THE MIDDLE OF THE STORM [Je chanterai au milieu des tempêtes] 
10-  LOUDER AND LOUDER [De plus en plus fort] 
11-  YOU'RE GONNA HEAR MY PRAISES ROAR [Ma louange rugira] 
12-  UP FROM THE ASHES, HOPE WILL ARISE [Et de ces cendres l’espoir renaîtra] 
13-  DEATH IS DEFEATED, THE KING IS ALIVE! [La mort est vaincue, le roi est vivant] </a:t>
            </a:r>
          </a:p>
          <a:p>
            <a:r>
              <a:rPr lang="en-US"/>
              <a:t>
14-  I RAISE A HALLELUJAH  [J'élève un alléluia] 
15-  WITH EVERYTHING INSIDE OF ME [Avec tout ce qui est en moi] 
16-  I RAISE A HALLELUJAH [J'élève un alléluia] 
17-  I WILL WATCH THE DARKNESS FLEE [Je verrai les ténèbres s’enfuir] 
18-  I RAISE A HALLELUJAH [Je chante un alléluia] 
19-  IN THE MIDDLE OF THE MYSTERY [Même au milieu du mystère] 
20-  I RAISE A HALLELUJAH  [Je chante un alléluia] 
21-  FEAR YOU LOST YOUR HOLD ON ME! [La peur n’a plus d’emprise sur moi] </a:t>
            </a:r>
          </a:p>
          <a:p>
            <a:r>
              <a:rPr lang="en-US"/>
              <a:t>
22-  SING A LITTLE LOUDER  [Chante un peu plus fort] 
23-  IN THE PRESENCE OF MY ENEMIES [ En présence de mes ennemis] 
24-  LOUDER THAN THE UNBELIEF [Plus fort que le manque de foi] 
25-  MY WEAPON IS A MELODY [Mon arme est une mélodie] 
26-  HEAVEN COMES TO FIGHT FOR ME [Les cieux combattront pour moi]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I RAISE A HALLELUJAH [J'élève un alléluia] 
2-  IN THE PRESENCE OF MY ENEMIES [En présence de mes ennemis] 
3-  I RAISE A HALLELUJAH [J'élève un alléluia] 
4-  LOUDER THAN THE UNBELIEF [Plus fort que le manque de foi] 
5-  I RAISE A HALLELUJAH [J'élève un alléluia] 
6-   MY WEAPON IS A MELODY [Mon arme est une mélodie] 
7-  I RAISE A HALLELUJAH [J'élève un alléluia] 
8-  HEAVEN COMES TO FIGHT FOR ME [Et les cieux combattront pour moi] </a:t>
            </a:r>
          </a:p>
          <a:p>
            <a:pPr>
              <a:defRPr/>
            </a:pPr>
            <a:r>
              <a:rPr lang="fr-FR"/>
              <a:t>
9-  I'M GONNA SING, IN THE MIDDLE OF THE STORM [Je chanterai au milieu des tempêtes] 
10-  LOUDER AND LOUDER [De plus en plus fort] 
11-  YOU'RE GONNA HEAR MY PRAISES ROAR [Ma louange rugira] 
12-  UP FROM THE ASHES, HOPE WILL ARISE [Et de ces cendres l’espoir renaîtra] 
13-  DEATH IS DEFEATED, THE KING IS ALIVE! [La mort est vaincue, le roi est vivant] </a:t>
            </a:r>
          </a:p>
          <a:p>
            <a:pPr>
              <a:defRPr/>
            </a:pPr>
            <a:r>
              <a:rPr lang="fr-FR"/>
              <a:t>
14-  I RAISE A HALLELUJAH  [J'élève un alléluia] 
15-  WITH EVERYTHING INSIDE OF ME [Avec tout ce qui est en moi] 
16-  I RAISE A HALLELUJAH [J'élève un alléluia] 
17-  I WILL WATCH THE DARKNESS FLEE [Je verrai les ténèbres s’enfuir] 
18-  I RAISE A HALLELUJAH [Je chante un alléluia] 
19-  IN THE MIDDLE OF THE MYSTERY [Même au milieu du mystère] 
20-  I RAISE A HALLELUJAH  [Je chante un alléluia] 
21-  FEAR YOU LOST YOUR HOLD ON ME! [La peur n’a plus d’emprise sur moi] </a:t>
            </a:r>
          </a:p>
          <a:p>
            <a:pPr>
              <a:defRPr/>
            </a:pPr>
            <a:r>
              <a:rPr lang="fr-FR"/>
              <a:t>
22-  SING A LITTLE LOUDER  [Chante un peu plus fort] 
23-  IN THE PRESENCE OF MY ENEMIES [ En présence de mes ennemis] 
24-  LOUDER THAN THE UNBELIEF [Plus fort que le manque de foi] 
25-  MY WEAPON IS A MELODY [Mon arme est une mélodie] 
26-  HEAVEN COMES TO FIGHT FOR ME [Les cieux combattront pour moi] 
</a:t>
            </a:r>
          </a:p>
        </p:txBody>
      </p:sp>
    </p:spTree>
    <p:extLst>
      <p:ext uri="{BB962C8B-B14F-4D97-AF65-F5344CB8AC3E}">
        <p14:creationId xmlns:p14="http://schemas.microsoft.com/office/powerpoint/2010/main" val="22471516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I RAISE A HALLELUJAH [J'élève un alléluia] 
2-  IN THE PRESENCE OF MY ENEMIES [En présence de mes ennemis] 
3-  I RAISE A HALLELUJAH [J'élève un alléluia] 
4-  LOUDER THAN THE UNBELIEF [Plus fort que le manque de foi] 
5-  I RAISE A HALLELUJAH [J'élève un alléluia] 
6-   MY WEAPON IS A MELODY [Mon arme est une mélodie] 
7-  I RAISE A HALLELUJAH [J'élève un alléluia] 
8-  HEAVEN COMES TO FIGHT FOR ME [Et les cieux combattront pour moi] </a:t>
            </a:r>
          </a:p>
          <a:p>
            <a:r>
              <a:rPr lang="en-US"/>
              <a:t>
9-  I'M GONNA SING, IN THE MIDDLE OF THE STORM [Je chanterai au milieu des tempêtes] 
10-  LOUDER AND LOUDER [De plus en plus fort] 
11-  YOU'RE GONNA HEAR MY PRAISES ROAR [Ma louange rugira] 
12-  UP FROM THE ASHES, HOPE WILL ARISE [Et de ces cendres l’espoir renaîtra] 
13-  DEATH IS DEFEATED, THE KING IS ALIVE! [La mort est vaincue, le roi est vivant] </a:t>
            </a:r>
          </a:p>
          <a:p>
            <a:r>
              <a:rPr lang="en-US"/>
              <a:t>
14-  I RAISE A HALLELUJAH  [J'élève un alléluia] 
15-  WITH EVERYTHING INSIDE OF ME [Avec tout ce qui est en moi] 
16-  I RAISE A HALLELUJAH [J'élève un alléluia] 
17-  I WILL WATCH THE DARKNESS FLEE [Je verrai les ténèbres s’enfuir] 
18-  I RAISE A HALLELUJAH [Je chante un alléluia] 
19-  IN THE MIDDLE OF THE MYSTERY [Même au milieu du mystère] 
20-  I RAISE A HALLELUJAH  [Je chante un alléluia] 
21-  FEAR YOU LOST YOUR HOLD ON ME! [La peur n’a plus d’emprise sur moi] </a:t>
            </a:r>
          </a:p>
          <a:p>
            <a:r>
              <a:rPr lang="en-US"/>
              <a:t>
22-  SING A LITTLE LOUDER  [Chante un peu plus fort] 
23-  IN THE PRESENCE OF MY ENEMIES [ En présence de mes ennemis] 
24-  LOUDER THAN THE UNBELIEF [Plus fort que le manque de foi] 
25-  MY WEAPON IS A MELODY [Mon arme est une mélodie] 
26-  HEAVEN COMES TO FIGHT FOR ME [Les cieux combattront pour moi]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I RAISE A HALLELUJAH [J'élève un alléluia] 
2-  IN THE PRESENCE OF MY ENEMIES [En présence de mes ennemis] 
3-  I RAISE A HALLELUJAH [J'élève un alléluia] 
4-  LOUDER THAN THE UNBELIEF [Plus fort que le manque de foi] 
5-  I RAISE A HALLELUJAH [J'élève un alléluia] 
6-   MY WEAPON IS A MELODY [Mon arme est une mélodie] 
7-  I RAISE A HALLELUJAH [J'élève un alléluia] 
8-  HEAVEN COMES TO FIGHT FOR ME [Et les cieux combattront pour moi] </a:t>
            </a:r>
          </a:p>
          <a:p>
            <a:pPr>
              <a:defRPr/>
            </a:pPr>
            <a:r>
              <a:rPr lang="fr-FR"/>
              <a:t>
9-  I'M GONNA SING, IN THE MIDDLE OF THE STORM [Je chanterai au milieu des tempêtes] 
10-  LOUDER AND LOUDER [De plus en plus fort] 
11-  YOU'RE GONNA HEAR MY PRAISES ROAR [Ma louange rugira] 
12-  UP FROM THE ASHES, HOPE WILL ARISE [Et de ces cendres l’espoir renaîtra] 
13-  DEATH IS DEFEATED, THE KING IS ALIVE! [La mort est vaincue, le roi est vivant] </a:t>
            </a:r>
          </a:p>
          <a:p>
            <a:pPr>
              <a:defRPr/>
            </a:pPr>
            <a:r>
              <a:rPr lang="fr-FR"/>
              <a:t>
14-  I RAISE A HALLELUJAH  [J'élève un alléluia] 
15-  WITH EVERYTHING INSIDE OF ME [Avec tout ce qui est en moi] 
16-  I RAISE A HALLELUJAH [J'élève un alléluia] 
17-  I WILL WATCH THE DARKNESS FLEE [Je verrai les ténèbres s’enfuir] 
18-  I RAISE A HALLELUJAH [Je chante un alléluia] 
19-  IN THE MIDDLE OF THE MYSTERY [Même au milieu du mystère] 
20-  I RAISE A HALLELUJAH  [Je chante un alléluia] 
21-  FEAR YOU LOST YOUR HOLD ON ME! [La peur n’a plus d’emprise sur moi] </a:t>
            </a:r>
          </a:p>
          <a:p>
            <a:pPr>
              <a:defRPr/>
            </a:pPr>
            <a:r>
              <a:rPr lang="fr-FR"/>
              <a:t>
22-  SING A LITTLE LOUDER  [Chante un peu plus fort] 
23-  IN THE PRESENCE OF MY ENEMIES [ En présence de mes ennemis] 
24-  LOUDER THAN THE UNBELIEF [Plus fort que le manque de foi] 
25-  MY WEAPON IS A MELODY [Mon arme est une mélodie] 
26-  HEAVEN COMES TO FIGHT FOR ME [Les cieux combattront pour moi] 
</a:t>
            </a:r>
          </a:p>
        </p:txBody>
      </p:sp>
    </p:spTree>
    <p:extLst>
      <p:ext uri="{BB962C8B-B14F-4D97-AF65-F5344CB8AC3E}">
        <p14:creationId xmlns:p14="http://schemas.microsoft.com/office/powerpoint/2010/main" val="13973254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I RAISE A HALLELUJAH [J'élève un alléluia] 
2-  IN THE PRESENCE OF MY ENEMIES [En présence de mes ennemis] 
3-  I RAISE A HALLELUJAH [J'élève un alléluia] 
4-  LOUDER THAN THE UNBELIEF [Plus fort que le manque de foi] 
5-  I RAISE A HALLELUJAH [J'élève un alléluia] 
6-   MY WEAPON IS A MELODY [Mon arme est une mélodie] 
7-  I RAISE A HALLELUJAH [J'élève un alléluia] 
8-  HEAVEN COMES TO FIGHT FOR ME [Et les cieux combattront pour moi] </a:t>
            </a:r>
          </a:p>
          <a:p>
            <a:r>
              <a:rPr lang="en-US"/>
              <a:t>
9-  I'M GONNA SING, IN THE MIDDLE OF THE STORM [Je chanterai au milieu des tempêtes] 
10-  LOUDER AND LOUDER [De plus en plus fort] 
11-  YOU'RE GONNA HEAR MY PRAISES ROAR [Ma louange rugira] 
12-  UP FROM THE ASHES, HOPE WILL ARISE [Et de ces cendres l’espoir renaîtra] 
13-  DEATH IS DEFEATED, THE KING IS ALIVE! [La mort est vaincue, le roi est vivant] </a:t>
            </a:r>
          </a:p>
          <a:p>
            <a:r>
              <a:rPr lang="en-US"/>
              <a:t>
14-  I RAISE A HALLELUJAH  [J'élève un alléluia] 
15-  WITH EVERYTHING INSIDE OF ME [Avec tout ce qui est en moi] 
16-  I RAISE A HALLELUJAH [J'élève un alléluia] 
17-  I WILL WATCH THE DARKNESS FLEE [Je verrai les ténèbres s’enfuir] 
18-  I RAISE A HALLELUJAH [Je chante un alléluia] 
19-  IN THE MIDDLE OF THE MYSTERY [Même au milieu du mystère] 
20-  I RAISE A HALLELUJAH  [Je chante un alléluia] 
21-  FEAR YOU LOST YOUR HOLD ON ME! [La peur n’a plus d’emprise sur moi] </a:t>
            </a:r>
          </a:p>
          <a:p>
            <a:r>
              <a:rPr lang="en-US"/>
              <a:t>
22-  SING A LITTLE LOUDER  [Chante un peu plus fort] 
23-  IN THE PRESENCE OF MY ENEMIES [ En présence de mes ennemis] 
24-  LOUDER THAN THE UNBELIEF [Plus fort que le manque de foi] 
25-  MY WEAPON IS A MELODY [Mon arme est une mélodie] 
26-  HEAVEN COMES TO FIGHT FOR ME [Les cieux combattront pour moi]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I RAISE A HALLELUJAH [J'élève un alléluia] 
2-  IN THE PRESENCE OF MY ENEMIES [En présence de mes ennemis] 
3-  I RAISE A HALLELUJAH [J'élève un alléluia] 
4-  LOUDER THAN THE UNBELIEF [Plus fort que le manque de foi] 
5-  I RAISE A HALLELUJAH [J'élève un alléluia] 
6-   MY WEAPON IS A MELODY [Mon arme est une mélodie] 
7-  I RAISE A HALLELUJAH [J'élève un alléluia] 
8-  HEAVEN COMES TO FIGHT FOR ME [Et les cieux combattront pour moi] </a:t>
            </a:r>
          </a:p>
          <a:p>
            <a:pPr>
              <a:defRPr/>
            </a:pPr>
            <a:r>
              <a:rPr lang="fr-FR"/>
              <a:t>
9-  I'M GONNA SING, IN THE MIDDLE OF THE STORM [Je chanterai au milieu des tempêtes] 
10-  LOUDER AND LOUDER [De plus en plus fort] 
11-  YOU'RE GONNA HEAR MY PRAISES ROAR [Ma louange rugira] 
12-  UP FROM THE ASHES, HOPE WILL ARISE [Et de ces cendres l’espoir renaîtra] 
13-  DEATH IS DEFEATED, THE KING IS ALIVE! [La mort est vaincue, le roi est vivant] </a:t>
            </a:r>
          </a:p>
          <a:p>
            <a:pPr>
              <a:defRPr/>
            </a:pPr>
            <a:r>
              <a:rPr lang="fr-FR"/>
              <a:t>
14-  I RAISE A HALLELUJAH  [J'élève un alléluia] 
15-  WITH EVERYTHING INSIDE OF ME [Avec tout ce qui est en moi] 
16-  I RAISE A HALLELUJAH [J'élève un alléluia] 
17-  I WILL WATCH THE DARKNESS FLEE [Je verrai les ténèbres s’enfuir] 
18-  I RAISE A HALLELUJAH [Je chante un alléluia] 
19-  IN THE MIDDLE OF THE MYSTERY [Même au milieu du mystère] 
20-  I RAISE A HALLELUJAH  [Je chante un alléluia] 
21-  FEAR YOU LOST YOUR HOLD ON ME! [La peur n’a plus d’emprise sur moi] </a:t>
            </a:r>
          </a:p>
          <a:p>
            <a:pPr>
              <a:defRPr/>
            </a:pPr>
            <a:r>
              <a:rPr lang="fr-FR"/>
              <a:t>
22-  SING A LITTLE LOUDER  [Chante un peu plus fort] 
23-  IN THE PRESENCE OF MY ENEMIES [ En présence de mes ennemis] 
24-  LOUDER THAN THE UNBELIEF [Plus fort que le manque de foi] 
25-  MY WEAPON IS A MELODY [Mon arme est une mélodie] 
26-  HEAVEN COMES TO FIGHT FOR ME [Les cieux combattront pour moi] 
</a:t>
            </a:r>
          </a:p>
        </p:txBody>
      </p:sp>
    </p:spTree>
    <p:extLst>
      <p:ext uri="{BB962C8B-B14F-4D97-AF65-F5344CB8AC3E}">
        <p14:creationId xmlns:p14="http://schemas.microsoft.com/office/powerpoint/2010/main" val="20583166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I RAISE A HALLELUJAH [J'élève un alléluia] 
2-  IN THE PRESENCE OF MY ENEMIES [En présence de mes ennemis] 
3-  I RAISE A HALLELUJAH [J'élève un alléluia] 
4-  LOUDER THAN THE UNBELIEF [Plus fort que le manque de foi] 
5-  I RAISE A HALLELUJAH [J'élève un alléluia] 
6-   MY WEAPON IS A MELODY [Mon arme est une mélodie] 
7-  I RAISE A HALLELUJAH [J'élève un alléluia] 
8-  HEAVEN COMES TO FIGHT FOR ME [Et les cieux combattront pour moi] </a:t>
            </a:r>
          </a:p>
          <a:p>
            <a:r>
              <a:rPr lang="en-US"/>
              <a:t>
9-  I'M GONNA SING, IN THE MIDDLE OF THE STORM [Je chanterai au milieu des tempêtes] 
10-  LOUDER AND LOUDER [De plus en plus fort] 
11-  YOU'RE GONNA HEAR MY PRAISES ROAR [Ma louange rugira] 
12-  UP FROM THE ASHES, HOPE WILL ARISE [Et de ces cendres l’espoir renaîtra] 
13-  DEATH IS DEFEATED, THE KING IS ALIVE! [La mort est vaincue, le roi est vivant] </a:t>
            </a:r>
          </a:p>
          <a:p>
            <a:r>
              <a:rPr lang="en-US"/>
              <a:t>
14-  I RAISE A HALLELUJAH  [J'élève un alléluia] 
15-  WITH EVERYTHING INSIDE OF ME [Avec tout ce qui est en moi] 
16-  I RAISE A HALLELUJAH [J'élève un alléluia] 
17-  I WILL WATCH THE DARKNESS FLEE [Je verrai les ténèbres s’enfuir] 
18-  I RAISE A HALLELUJAH [Je chante un alléluia] 
19-  IN THE MIDDLE OF THE MYSTERY [Même au milieu du mystère] 
20-  I RAISE A HALLELUJAH  [Je chante un alléluia] 
21-  FEAR YOU LOST YOUR HOLD ON ME! [La peur n’a plus d’emprise sur moi] </a:t>
            </a:r>
          </a:p>
          <a:p>
            <a:r>
              <a:rPr lang="en-US"/>
              <a:t>
22-  SING A LITTLE LOUDER  [Chante un peu plus fort] 
23-  IN THE PRESENCE OF MY ENEMIES [ En présence de mes ennemis] 
24-  LOUDER THAN THE UNBELIEF [Plus fort que le manque de foi] 
25-  MY WEAPON IS A MELODY [Mon arme est une mélodie] 
26-  HEAVEN COMES TO FIGHT FOR ME [Les cieux combattront pour moi]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I RAISE A HALLELUJAH [J'élève un alléluia] 
2-  IN THE PRESENCE OF MY ENEMIES [En présence de mes ennemis] 
3-  I RAISE A HALLELUJAH [J'élève un alléluia] 
4-  LOUDER THAN THE UNBELIEF [Plus fort que le manque de foi] 
5-  I RAISE A HALLELUJAH [J'élève un alléluia] 
6-   MY WEAPON IS A MELODY [Mon arme est une mélodie] 
7-  I RAISE A HALLELUJAH [J'élève un alléluia] 
8-  HEAVEN COMES TO FIGHT FOR ME [Et les cieux combattront pour moi] </a:t>
            </a:r>
          </a:p>
          <a:p>
            <a:pPr>
              <a:defRPr/>
            </a:pPr>
            <a:r>
              <a:rPr lang="fr-FR"/>
              <a:t>
9-  I'M GONNA SING, IN THE MIDDLE OF THE STORM [Je chanterai au milieu des tempêtes] 
10-  LOUDER AND LOUDER [De plus en plus fort] 
11-  YOU'RE GONNA HEAR MY PRAISES ROAR [Ma louange rugira] 
12-  UP FROM THE ASHES, HOPE WILL ARISE [Et de ces cendres l’espoir renaîtra] 
13-  DEATH IS DEFEATED, THE KING IS ALIVE! [La mort est vaincue, le roi est vivant] </a:t>
            </a:r>
          </a:p>
          <a:p>
            <a:pPr>
              <a:defRPr/>
            </a:pPr>
            <a:r>
              <a:rPr lang="fr-FR"/>
              <a:t>
14-  I RAISE A HALLELUJAH  [J'élève un alléluia] 
15-  WITH EVERYTHING INSIDE OF ME [Avec tout ce qui est en moi] 
16-  I RAISE A HALLELUJAH [J'élève un alléluia] 
17-  I WILL WATCH THE DARKNESS FLEE [Je verrai les ténèbres s’enfuir] 
18-  I RAISE A HALLELUJAH [Je chante un alléluia] 
19-  IN THE MIDDLE OF THE MYSTERY [Même au milieu du mystère] 
20-  I RAISE A HALLELUJAH  [Je chante un alléluia] 
21-  FEAR YOU LOST YOUR HOLD ON ME! [La peur n’a plus d’emprise sur moi] </a:t>
            </a:r>
          </a:p>
          <a:p>
            <a:pPr>
              <a:defRPr/>
            </a:pPr>
            <a:r>
              <a:rPr lang="fr-FR"/>
              <a:t>
22-  SING A LITTLE LOUDER  [Chante un peu plus fort] 
23-  IN THE PRESENCE OF MY ENEMIES [ En présence de mes ennemis] 
24-  LOUDER THAN THE UNBELIEF [Plus fort que le manque de foi] 
25-  MY WEAPON IS A MELODY [Mon arme est une mélodie] 
26-  HEAVEN COMES TO FIGHT FOR ME [Les cieux combattront pour moi] 
</a:t>
            </a:r>
          </a:p>
        </p:txBody>
      </p:sp>
    </p:spTree>
    <p:extLst>
      <p:ext uri="{BB962C8B-B14F-4D97-AF65-F5344CB8AC3E}">
        <p14:creationId xmlns:p14="http://schemas.microsoft.com/office/powerpoint/2010/main" val="20357611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I RAISE A HALLELUJAH [J'élève un alléluia] 
2-  IN THE PRESENCE OF MY ENEMIES [En présence de mes ennemis] 
3-  I RAISE A HALLELUJAH [J'élève un alléluia] 
4-  LOUDER THAN THE UNBELIEF [Plus fort que le manque de foi] 
5-  I RAISE A HALLELUJAH [J'élève un alléluia] 
6-   MY WEAPON IS A MELODY [Mon arme est une mélodie] 
7-  I RAISE A HALLELUJAH [J'élève un alléluia] 
8-  HEAVEN COMES TO FIGHT FOR ME [Et les cieux combattront pour moi] </a:t>
            </a:r>
          </a:p>
          <a:p>
            <a:r>
              <a:rPr lang="en-US"/>
              <a:t>
9-  I'M GONNA SING, IN THE MIDDLE OF THE STORM [Je chanterai au milieu des tempêtes] 
10-  LOUDER AND LOUDER [De plus en plus fort] 
11-  YOU'RE GONNA HEAR MY PRAISES ROAR [Ma louange rugira] 
12-  UP FROM THE ASHES, HOPE WILL ARISE [Et de ces cendres l’espoir renaîtra] 
13-  DEATH IS DEFEATED, THE KING IS ALIVE! [La mort est vaincue, le roi est vivant] </a:t>
            </a:r>
          </a:p>
          <a:p>
            <a:r>
              <a:rPr lang="en-US"/>
              <a:t>
14-  I RAISE A HALLELUJAH  [J'élève un alléluia] 
15-  WITH EVERYTHING INSIDE OF ME [Avec tout ce qui est en moi] 
16-  I RAISE A HALLELUJAH [J'élève un alléluia] 
17-  I WILL WATCH THE DARKNESS FLEE [Je verrai les ténèbres s’enfuir] 
18-  I RAISE A HALLELUJAH [Je chante un alléluia] 
19-  IN THE MIDDLE OF THE MYSTERY [Même au milieu du mystère] 
20-  I RAISE A HALLELUJAH  [Je chante un alléluia] 
21-  FEAR YOU LOST YOUR HOLD ON ME! [La peur n’a plus d’emprise sur moi] </a:t>
            </a:r>
          </a:p>
          <a:p>
            <a:r>
              <a:rPr lang="en-US"/>
              <a:t>
22-  SING A LITTLE LOUDER  [Chante un peu plus fort] 
23-  IN THE PRESENCE OF MY ENEMIES [ En présence de mes ennemis] 
24-  LOUDER THAN THE UNBELIEF [Plus fort que le manque de foi] 
25-  MY WEAPON IS A MELODY [Mon arme est une mélodie] 
26-  HEAVEN COMES TO FIGHT FOR ME [Les cieux combattront pour moi]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I RAISE A HALLELUJAH [J'élève un alléluia] 
2-  IN THE PRESENCE OF MY ENEMIES [En présence de mes ennemis] 
3-  I RAISE A HALLELUJAH [J'élève un alléluia] 
4-  LOUDER THAN THE UNBELIEF [Plus fort que le manque de foi] 
5-  I RAISE A HALLELUJAH [J'élève un alléluia] 
6-   MY WEAPON IS A MELODY [Mon arme est une mélodie] 
7-  I RAISE A HALLELUJAH [J'élève un alléluia] 
8-  HEAVEN COMES TO FIGHT FOR ME [Et les cieux combattront pour moi] </a:t>
            </a:r>
          </a:p>
          <a:p>
            <a:pPr>
              <a:defRPr/>
            </a:pPr>
            <a:r>
              <a:rPr lang="fr-FR"/>
              <a:t>
9-  I'M GONNA SING, IN THE MIDDLE OF THE STORM [Je chanterai au milieu des tempêtes] 
10-  LOUDER AND LOUDER [De plus en plus fort] 
11-  YOU'RE GONNA HEAR MY PRAISES ROAR [Ma louange rugira] 
12-  UP FROM THE ASHES, HOPE WILL ARISE [Et de ces cendres l’espoir renaîtra] 
13-  DEATH IS DEFEATED, THE KING IS ALIVE! [La mort est vaincue, le roi est vivant] </a:t>
            </a:r>
          </a:p>
          <a:p>
            <a:pPr>
              <a:defRPr/>
            </a:pPr>
            <a:r>
              <a:rPr lang="fr-FR"/>
              <a:t>
14-  I RAISE A HALLELUJAH  [J'élève un alléluia] 
15-  WITH EVERYTHING INSIDE OF ME [Avec tout ce qui est en moi] 
16-  I RAISE A HALLELUJAH [J'élève un alléluia] 
17-  I WILL WATCH THE DARKNESS FLEE [Je verrai les ténèbres s’enfuir] 
18-  I RAISE A HALLELUJAH [Je chante un alléluia] 
19-  IN THE MIDDLE OF THE MYSTERY [Même au milieu du mystère] 
20-  I RAISE A HALLELUJAH  [Je chante un alléluia] 
21-  FEAR YOU LOST YOUR HOLD ON ME! [La peur n’a plus d’emprise sur moi] </a:t>
            </a:r>
          </a:p>
          <a:p>
            <a:pPr>
              <a:defRPr/>
            </a:pPr>
            <a:r>
              <a:rPr lang="fr-FR"/>
              <a:t>
22-  SING A LITTLE LOUDER  [Chante un peu plus fort] 
23-  IN THE PRESENCE OF MY ENEMIES [ En présence de mes ennemis] 
24-  LOUDER THAN THE UNBELIEF [Plus fort que le manque de foi] 
25-  MY WEAPON IS A MELODY [Mon arme est une mélodie] 
26-  HEAVEN COMES TO FIGHT FOR ME [Les cieux combattront pour moi] 
</a:t>
            </a:r>
          </a:p>
        </p:txBody>
      </p:sp>
    </p:spTree>
    <p:extLst>
      <p:ext uri="{BB962C8B-B14F-4D97-AF65-F5344CB8AC3E}">
        <p14:creationId xmlns:p14="http://schemas.microsoft.com/office/powerpoint/2010/main" val="23803603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I RAISE A HALLELUJAH [J'élève un alléluia] 
2-  IN THE PRESENCE OF MY ENEMIES [En présence de mes ennemis] 
3-  I RAISE A HALLELUJAH [J'élève un alléluia] 
4-  LOUDER THAN THE UNBELIEF [Plus fort que le manque de foi] 
5-  I RAISE A HALLELUJAH [J'élève un alléluia] 
6-   MY WEAPON IS A MELODY [Mon arme est une mélodie] 
7-  I RAISE A HALLELUJAH [J'élève un alléluia] 
8-  HEAVEN COMES TO FIGHT FOR ME [Et les cieux combattront pour moi] </a:t>
            </a:r>
          </a:p>
          <a:p>
            <a:r>
              <a:rPr lang="en-US"/>
              <a:t>
9-  I'M GONNA SING, IN THE MIDDLE OF THE STORM [Je chanterai au milieu des tempêtes] 
10-  LOUDER AND LOUDER [De plus en plus fort] 
11-  YOU'RE GONNA HEAR MY PRAISES ROAR [Ma louange rugira] 
12-  UP FROM THE ASHES, HOPE WILL ARISE [Et de ces cendres l’espoir renaîtra] 
13-  DEATH IS DEFEATED, THE KING IS ALIVE! [La mort est vaincue, le roi est vivant] </a:t>
            </a:r>
          </a:p>
          <a:p>
            <a:r>
              <a:rPr lang="en-US"/>
              <a:t>
14-  I RAISE A HALLELUJAH  [J'élève un alléluia] 
15-  WITH EVERYTHING INSIDE OF ME [Avec tout ce qui est en moi] 
16-  I RAISE A HALLELUJAH [J'élève un alléluia] 
17-  I WILL WATCH THE DARKNESS FLEE [Je verrai les ténèbres s’enfuir] 
18-  I RAISE A HALLELUJAH [Je chante un alléluia] 
19-  IN THE MIDDLE OF THE MYSTERY [Même au milieu du mystère] 
20-  I RAISE A HALLELUJAH  [Je chante un alléluia] 
21-  FEAR YOU LOST YOUR HOLD ON ME! [La peur n’a plus d’emprise sur moi] </a:t>
            </a:r>
          </a:p>
          <a:p>
            <a:r>
              <a:rPr lang="en-US"/>
              <a:t>
22-  SING A LITTLE LOUDER  [Chante un peu plus fort] 
23-  IN THE PRESENCE OF MY ENEMIES [ En présence de mes ennemis] 
24-  LOUDER THAN THE UNBELIEF [Plus fort que le manque de foi] 
25-  MY WEAPON IS A MELODY [Mon arme est une mélodie] 
26-  HEAVEN COMES TO FIGHT FOR ME [Les cieux combattront pour moi]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I RAISE A HALLELUJAH [J'élève un alléluia] 
2-  IN THE PRESENCE OF MY ENEMIES [En présence de mes ennemis] 
3-  I RAISE A HALLELUJAH [J'élève un alléluia] 
4-  LOUDER THAN THE UNBELIEF [Plus fort que le manque de foi] 
5-  I RAISE A HALLELUJAH [J'élève un alléluia] 
6-   MY WEAPON IS A MELODY [Mon arme est une mélodie] 
7-  I RAISE A HALLELUJAH [J'élève un alléluia] 
8-  HEAVEN COMES TO FIGHT FOR ME [Et les cieux combattront pour moi] </a:t>
            </a:r>
          </a:p>
          <a:p>
            <a:pPr>
              <a:defRPr/>
            </a:pPr>
            <a:r>
              <a:rPr lang="fr-FR"/>
              <a:t>
9-  I'M GONNA SING, IN THE MIDDLE OF THE STORM [Je chanterai au milieu des tempêtes] 
10-  LOUDER AND LOUDER [De plus en plus fort] 
11-  YOU'RE GONNA HEAR MY PRAISES ROAR [Ma louange rugira] 
12-  UP FROM THE ASHES, HOPE WILL ARISE [Et de ces cendres l’espoir renaîtra] 
13-  DEATH IS DEFEATED, THE KING IS ALIVE! [La mort est vaincue, le roi est vivant] </a:t>
            </a:r>
          </a:p>
          <a:p>
            <a:pPr>
              <a:defRPr/>
            </a:pPr>
            <a:r>
              <a:rPr lang="fr-FR"/>
              <a:t>
14-  I RAISE A HALLELUJAH  [J'élève un alléluia] 
15-  WITH EVERYTHING INSIDE OF ME [Avec tout ce qui est en moi] 
16-  I RAISE A HALLELUJAH [J'élève un alléluia] 
17-  I WILL WATCH THE DARKNESS FLEE [Je verrai les ténèbres s’enfuir] 
18-  I RAISE A HALLELUJAH [Je chante un alléluia] 
19-  IN THE MIDDLE OF THE MYSTERY [Même au milieu du mystère] 
20-  I RAISE A HALLELUJAH  [Je chante un alléluia] 
21-  FEAR YOU LOST YOUR HOLD ON ME! [La peur n’a plus d’emprise sur moi] </a:t>
            </a:r>
          </a:p>
          <a:p>
            <a:pPr>
              <a:defRPr/>
            </a:pPr>
            <a:r>
              <a:rPr lang="fr-FR"/>
              <a:t>
22-  SING A LITTLE LOUDER  [Chante un peu plus fort] 
23-  IN THE PRESENCE OF MY ENEMIES [ En présence de mes ennemis] 
24-  LOUDER THAN THE UNBELIEF [Plus fort que le manque de foi] 
25-  MY WEAPON IS A MELODY [Mon arme est une mélodie] 
26-  HEAVEN COMES TO FIGHT FOR ME [Les cieux combattront pour moi] 
</a:t>
            </a:r>
          </a:p>
        </p:txBody>
      </p:sp>
    </p:spTree>
    <p:extLst>
      <p:ext uri="{BB962C8B-B14F-4D97-AF65-F5344CB8AC3E}">
        <p14:creationId xmlns:p14="http://schemas.microsoft.com/office/powerpoint/2010/main" val="7253112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I RAISE A HALLELUJAH [J'élève un alléluia] 
2-  IN THE PRESENCE OF MY ENEMIES [En présence de mes ennemis] 
3-  I RAISE A HALLELUJAH [J'élève un alléluia] 
4-  LOUDER THAN THE UNBELIEF [Plus fort que le manque de foi] 
5-  I RAISE A HALLELUJAH [J'élève un alléluia] 
6-   MY WEAPON IS A MELODY [Mon arme est une mélodie] 
7-  I RAISE A HALLELUJAH [J'élève un alléluia] 
8-  HEAVEN COMES TO FIGHT FOR ME [Et les cieux combattront pour moi] </a:t>
            </a:r>
          </a:p>
          <a:p>
            <a:r>
              <a:rPr lang="en-US"/>
              <a:t>
9-  I'M GONNA SING, IN THE MIDDLE OF THE STORM [Je chanterai au milieu des tempêtes] 
10-  LOUDER AND LOUDER [De plus en plus fort] 
11-  YOU'RE GONNA HEAR MY PRAISES ROAR [Ma louange rugira] 
12-  UP FROM THE ASHES, HOPE WILL ARISE [Et de ces cendres l’espoir renaîtra] 
13-  DEATH IS DEFEATED, THE KING IS ALIVE! [La mort est vaincue, le roi est vivant] </a:t>
            </a:r>
          </a:p>
          <a:p>
            <a:r>
              <a:rPr lang="en-US"/>
              <a:t>
14-  I RAISE A HALLELUJAH  [J'élève un alléluia] 
15-  WITH EVERYTHING INSIDE OF ME [Avec tout ce qui est en moi] 
16-  I RAISE A HALLELUJAH [J'élève un alléluia] 
17-  I WILL WATCH THE DARKNESS FLEE [Je verrai les ténèbres s’enfuir] 
18-  I RAISE A HALLELUJAH [Je chante un alléluia] 
19-  IN THE MIDDLE OF THE MYSTERY [Même au milieu du mystère] 
20-  I RAISE A HALLELUJAH  [Je chante un alléluia] 
21-  FEAR YOU LOST YOUR HOLD ON ME! [La peur n’a plus d’emprise sur moi] </a:t>
            </a:r>
          </a:p>
          <a:p>
            <a:r>
              <a:rPr lang="en-US"/>
              <a:t>
22-  SING A LITTLE LOUDER  [Chante un peu plus fort] 
23-  IN THE PRESENCE OF MY ENEMIES [ En présence de mes ennemis] 
24-  LOUDER THAN THE UNBELIEF [Plus fort que le manque de foi] 
25-  MY WEAPON IS A MELODY [Mon arme est une mélodie] 
26-  HEAVEN COMES TO FIGHT FOR ME [Les cieux combattront pour moi]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I RAISE A HALLELUJAH [J'élève un alléluia] 
2-  IN THE PRESENCE OF MY ENEMIES [En présence de mes ennemis] 
3-  I RAISE A HALLELUJAH [J'élève un alléluia] 
4-  LOUDER THAN THE UNBELIEF [Plus fort que le manque de foi] 
5-  I RAISE A HALLELUJAH [J'élève un alléluia] 
6-   MY WEAPON IS A MELODY [Mon arme est une mélodie] 
7-  I RAISE A HALLELUJAH [J'élève un alléluia] 
8-  HEAVEN COMES TO FIGHT FOR ME [Et les cieux combattront pour moi] </a:t>
            </a:r>
          </a:p>
          <a:p>
            <a:pPr>
              <a:defRPr/>
            </a:pPr>
            <a:r>
              <a:rPr lang="fr-FR"/>
              <a:t>
9-  I'M GONNA SING, IN THE MIDDLE OF THE STORM [Je chanterai au milieu des tempêtes] 
10-  LOUDER AND LOUDER [De plus en plus fort] 
11-  YOU'RE GONNA HEAR MY PRAISES ROAR [Ma louange rugira] 
12-  UP FROM THE ASHES, HOPE WILL ARISE [Et de ces cendres l’espoir renaîtra] 
13-  DEATH IS DEFEATED, THE KING IS ALIVE! [La mort est vaincue, le roi est vivant] </a:t>
            </a:r>
          </a:p>
          <a:p>
            <a:pPr>
              <a:defRPr/>
            </a:pPr>
            <a:r>
              <a:rPr lang="fr-FR"/>
              <a:t>
14-  I RAISE A HALLELUJAH  [J'élève un alléluia] 
15-  WITH EVERYTHING INSIDE OF ME [Avec tout ce qui est en moi] 
16-  I RAISE A HALLELUJAH [J'élève un alléluia] 
17-  I WILL WATCH THE DARKNESS FLEE [Je verrai les ténèbres s’enfuir] 
18-  I RAISE A HALLELUJAH [Je chante un alléluia] 
19-  IN THE MIDDLE OF THE MYSTERY [Même au milieu du mystère] 
20-  I RAISE A HALLELUJAH  [Je chante un alléluia] 
21-  FEAR YOU LOST YOUR HOLD ON ME! [La peur n’a plus d’emprise sur moi] </a:t>
            </a:r>
          </a:p>
          <a:p>
            <a:pPr>
              <a:defRPr/>
            </a:pPr>
            <a:r>
              <a:rPr lang="fr-FR"/>
              <a:t>
22-  SING A LITTLE LOUDER  [Chante un peu plus fort] 
23-  IN THE PRESENCE OF MY ENEMIES [ En présence de mes ennemis] 
24-  LOUDER THAN THE UNBELIEF [Plus fort que le manque de foi] 
25-  MY WEAPON IS A MELODY [Mon arme est une mélodie] 
26-  HEAVEN COMES TO FIGHT FOR ME [Les cieux combattront pour moi] 
</a:t>
            </a:r>
          </a:p>
        </p:txBody>
      </p:sp>
    </p:spTree>
    <p:extLst>
      <p:ext uri="{BB962C8B-B14F-4D97-AF65-F5344CB8AC3E}">
        <p14:creationId xmlns:p14="http://schemas.microsoft.com/office/powerpoint/2010/main" val="36539248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I RAISE A HALLELUJAH [J'élève un alléluia] 
2-  IN THE PRESENCE OF MY ENEMIES [En présence de mes ennemis] 
3-  I RAISE A HALLELUJAH [J'élève un alléluia] 
4-  LOUDER THAN THE UNBELIEF [Plus fort que le manque de foi] 
5-  I RAISE A HALLELUJAH [J'élève un alléluia] 
6-   MY WEAPON IS A MELODY [Mon arme est une mélodie] 
7-  I RAISE A HALLELUJAH [J'élève un alléluia] 
8-  HEAVEN COMES TO FIGHT FOR ME [Et les cieux combattront pour moi] </a:t>
            </a:r>
          </a:p>
          <a:p>
            <a:r>
              <a:rPr lang="en-US"/>
              <a:t>
9-  I'M GONNA SING, IN THE MIDDLE OF THE STORM [Je chanterai au milieu des tempêtes] 
10-  LOUDER AND LOUDER [De plus en plus fort] 
11-  YOU'RE GONNA HEAR MY PRAISES ROAR [Ma louange rugira] 
12-  UP FROM THE ASHES, HOPE WILL ARISE [Et de ces cendres l’espoir renaîtra] 
13-  DEATH IS DEFEATED, THE KING IS ALIVE! [La mort est vaincue, le roi est vivant] </a:t>
            </a:r>
          </a:p>
          <a:p>
            <a:r>
              <a:rPr lang="en-US"/>
              <a:t>
14-  I RAISE A HALLELUJAH  [J'élève un alléluia] 
15-  WITH EVERYTHING INSIDE OF ME [Avec tout ce qui est en moi] 
16-  I RAISE A HALLELUJAH [J'élève un alléluia] 
17-  I WILL WATCH THE DARKNESS FLEE [Je verrai les ténèbres s’enfuir] 
18-  I RAISE A HALLELUJAH [Je chante un alléluia] 
19-  IN THE MIDDLE OF THE MYSTERY [Même au milieu du mystère] 
20-  I RAISE A HALLELUJAH  [Je chante un alléluia] 
21-  FEAR YOU LOST YOUR HOLD ON ME! [La peur n’a plus d’emprise sur moi] </a:t>
            </a:r>
          </a:p>
          <a:p>
            <a:r>
              <a:rPr lang="en-US"/>
              <a:t>
22-  SING A LITTLE LOUDER  [Chante un peu plus fort] 
23-  IN THE PRESENCE OF MY ENEMIES [ En présence de mes ennemis] 
24-  LOUDER THAN THE UNBELIEF [Plus fort que le manque de foi] 
25-  MY WEAPON IS A MELODY [Mon arme est une mélodie] 
26-  HEAVEN COMES TO FIGHT FOR ME [Les cieux combattront pour moi]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I RAISE A HALLELUJAH [J'élève un alléluia] 
2-  IN THE PRESENCE OF MY ENEMIES [En présence de mes ennemis] 
3-  I RAISE A HALLELUJAH [J'élève un alléluia] 
4-  LOUDER THAN THE UNBELIEF [Plus fort que le manque de foi] 
5-  I RAISE A HALLELUJAH [J'élève un alléluia] 
6-   MY WEAPON IS A MELODY [Mon arme est une mélodie] 
7-  I RAISE A HALLELUJAH [J'élève un alléluia] 
8-  HEAVEN COMES TO FIGHT FOR ME [Et les cieux combattront pour moi] </a:t>
            </a:r>
          </a:p>
          <a:p>
            <a:pPr>
              <a:defRPr/>
            </a:pPr>
            <a:r>
              <a:rPr lang="fr-FR"/>
              <a:t>
9-  I'M GONNA SING, IN THE MIDDLE OF THE STORM [Je chanterai au milieu des tempêtes] 
10-  LOUDER AND LOUDER [De plus en plus fort] 
11-  YOU'RE GONNA HEAR MY PRAISES ROAR [Ma louange rugira] 
12-  UP FROM THE ASHES, HOPE WILL ARISE [Et de ces cendres l’espoir renaîtra] 
13-  DEATH IS DEFEATED, THE KING IS ALIVE! [La mort est vaincue, le roi est vivant] </a:t>
            </a:r>
          </a:p>
          <a:p>
            <a:pPr>
              <a:defRPr/>
            </a:pPr>
            <a:r>
              <a:rPr lang="fr-FR"/>
              <a:t>
14-  I RAISE A HALLELUJAH  [J'élève un alléluia] 
15-  WITH EVERYTHING INSIDE OF ME [Avec tout ce qui est en moi] 
16-  I RAISE A HALLELUJAH [J'élève un alléluia] 
17-  I WILL WATCH THE DARKNESS FLEE [Je verrai les ténèbres s’enfuir] 
18-  I RAISE A HALLELUJAH [Je chante un alléluia] 
19-  IN THE MIDDLE OF THE MYSTERY [Même au milieu du mystère] 
20-  I RAISE A HALLELUJAH  [Je chante un alléluia] 
21-  FEAR YOU LOST YOUR HOLD ON ME! [La peur n’a plus d’emprise sur moi] </a:t>
            </a:r>
          </a:p>
          <a:p>
            <a:pPr>
              <a:defRPr/>
            </a:pPr>
            <a:r>
              <a:rPr lang="fr-FR"/>
              <a:t>
22-  SING A LITTLE LOUDER  [Chante un peu plus fort] 
23-  IN THE PRESENCE OF MY ENEMIES [ En présence de mes ennemis] 
24-  LOUDER THAN THE UNBELIEF [Plus fort que le manque de foi] 
25-  MY WEAPON IS A MELODY [Mon arme est une mélodie] 
26-  HEAVEN COMES TO FIGHT FOR ME [Les cieux combattront pour moi] 
</a:t>
            </a:r>
          </a:p>
        </p:txBody>
      </p:sp>
    </p:spTree>
    <p:extLst>
      <p:ext uri="{BB962C8B-B14F-4D97-AF65-F5344CB8AC3E}">
        <p14:creationId xmlns:p14="http://schemas.microsoft.com/office/powerpoint/2010/main" val="33672873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I RAISE A HALLELUJAH [J'élève un alléluia] 
2-  IN THE PRESENCE OF MY ENEMIES [En présence de mes ennemis] 
3-  I RAISE A HALLELUJAH [J'élève un alléluia] 
4-  LOUDER THAN THE UNBELIEF [Plus fort que le manque de foi] 
5-  I RAISE A HALLELUJAH [J'élève un alléluia] 
6-   MY WEAPON IS A MELODY [Mon arme est une mélodie] 
7-  I RAISE A HALLELUJAH [J'élève un alléluia] 
8-  HEAVEN COMES TO FIGHT FOR ME [Et les cieux combattront pour moi] </a:t>
            </a:r>
          </a:p>
          <a:p>
            <a:r>
              <a:rPr lang="en-US"/>
              <a:t>
9-  I'M GONNA SING, IN THE MIDDLE OF THE STORM [Je chanterai au milieu des tempêtes] 
10-  LOUDER AND LOUDER [De plus en plus fort] 
11-  YOU'RE GONNA HEAR MY PRAISES ROAR [Ma louange rugira] 
12-  UP FROM THE ASHES, HOPE WILL ARISE [Et de ces cendres l’espoir renaîtra] 
13-  DEATH IS DEFEATED, THE KING IS ALIVE! [La mort est vaincue, le roi est vivant] </a:t>
            </a:r>
          </a:p>
          <a:p>
            <a:r>
              <a:rPr lang="en-US"/>
              <a:t>
14-  I RAISE A HALLELUJAH  [J'élève un alléluia] 
15-  WITH EVERYTHING INSIDE OF ME [Avec tout ce qui est en moi] 
16-  I RAISE A HALLELUJAH [J'élève un alléluia] 
17-  I WILL WATCH THE DARKNESS FLEE [Je verrai les ténèbres s’enfuir] 
18-  I RAISE A HALLELUJAH [Je chante un alléluia] 
19-  IN THE MIDDLE OF THE MYSTERY [Même au milieu du mystère] 
20-  I RAISE A HALLELUJAH  [Je chante un alléluia] 
21-  FEAR YOU LOST YOUR HOLD ON ME! [La peur n’a plus d’emprise sur moi] </a:t>
            </a:r>
          </a:p>
          <a:p>
            <a:r>
              <a:rPr lang="en-US"/>
              <a:t>
22-  SING A LITTLE LOUDER  [Chante un peu plus fort] 
23-  IN THE PRESENCE OF MY ENEMIES [ En présence de mes ennemis] 
24-  LOUDER THAN THE UNBELIEF [Plus fort que le manque de foi] 
25-  MY WEAPON IS A MELODY [Mon arme est une mélodie] 
26-  HEAVEN COMES TO FIGHT FOR ME [Les cieux combattront pour moi]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I RAISE A HALLELUJAH [J'élève un alléluia] 
2-  IN THE PRESENCE OF MY ENEMIES [En présence de mes ennemis] 
3-  I RAISE A HALLELUJAH [J'élève un alléluia] 
4-  LOUDER THAN THE UNBELIEF [Plus fort que le manque de foi] 
5-  I RAISE A HALLELUJAH [J'élève un alléluia] 
6-   MY WEAPON IS A MELODY [Mon arme est une mélodie] 
7-  I RAISE A HALLELUJAH [J'élève un alléluia] 
8-  HEAVEN COMES TO FIGHT FOR ME [Et les cieux combattront pour moi] </a:t>
            </a:r>
          </a:p>
          <a:p>
            <a:pPr>
              <a:defRPr/>
            </a:pPr>
            <a:r>
              <a:rPr lang="fr-FR"/>
              <a:t>
9-  I'M GONNA SING, IN THE MIDDLE OF THE STORM [Je chanterai au milieu des tempêtes] 
10-  LOUDER AND LOUDER [De plus en plus fort] 
11-  YOU'RE GONNA HEAR MY PRAISES ROAR [Ma louange rugira] 
12-  UP FROM THE ASHES, HOPE WILL ARISE [Et de ces cendres l’espoir renaîtra] 
13-  DEATH IS DEFEATED, THE KING IS ALIVE! [La mort est vaincue, le roi est vivant] </a:t>
            </a:r>
          </a:p>
          <a:p>
            <a:pPr>
              <a:defRPr/>
            </a:pPr>
            <a:r>
              <a:rPr lang="fr-FR"/>
              <a:t>
14-  I RAISE A HALLELUJAH  [J'élève un alléluia] 
15-  WITH EVERYTHING INSIDE OF ME [Avec tout ce qui est en moi] 
16-  I RAISE A HALLELUJAH [J'élève un alléluia] 
17-  I WILL WATCH THE DARKNESS FLEE [Je verrai les ténèbres s’enfuir] 
18-  I RAISE A HALLELUJAH [Je chante un alléluia] 
19-  IN THE MIDDLE OF THE MYSTERY [Même au milieu du mystère] 
20-  I RAISE A HALLELUJAH  [Je chante un alléluia] 
21-  FEAR YOU LOST YOUR HOLD ON ME! [La peur n’a plus d’emprise sur moi] </a:t>
            </a:r>
          </a:p>
          <a:p>
            <a:pPr>
              <a:defRPr/>
            </a:pPr>
            <a:r>
              <a:rPr lang="fr-FR"/>
              <a:t>
22-  SING A LITTLE LOUDER  [Chante un peu plus fort] 
23-  IN THE PRESENCE OF MY ENEMIES [ En présence de mes ennemis] 
24-  LOUDER THAN THE UNBELIEF [Plus fort que le manque de foi] 
25-  MY WEAPON IS A MELODY [Mon arme est une mélodie] 
26-  HEAVEN COMES TO FIGHT FOR ME [Les cieux combattront pour moi] 
</a:t>
            </a:r>
          </a:p>
        </p:txBody>
      </p:sp>
    </p:spTree>
    <p:extLst>
      <p:ext uri="{BB962C8B-B14F-4D97-AF65-F5344CB8AC3E}">
        <p14:creationId xmlns:p14="http://schemas.microsoft.com/office/powerpoint/2010/main" val="22201523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I RAISE A HALLELUJAH [J'élève un alléluia] 
2-  IN THE PRESENCE OF MY ENEMIES [En présence de mes ennemis] 
3-  I RAISE A HALLELUJAH [J'élève un alléluia] 
4-  LOUDER THAN THE UNBELIEF [Plus fort que le manque de foi] 
5-  I RAISE A HALLELUJAH [J'élève un alléluia] 
6-   MY WEAPON IS A MELODY [Mon arme est une mélodie] 
7-  I RAISE A HALLELUJAH [J'élève un alléluia] 
8-  HEAVEN COMES TO FIGHT FOR ME [Et les cieux combattront pour moi] </a:t>
            </a:r>
          </a:p>
          <a:p>
            <a:r>
              <a:rPr lang="en-US"/>
              <a:t>
9-  I'M GONNA SING, IN THE MIDDLE OF THE STORM [Je chanterai au milieu des tempêtes] 
10-  LOUDER AND LOUDER [De plus en plus fort] 
11-  YOU'RE GONNA HEAR MY PRAISES ROAR [Ma louange rugira] 
12-  UP FROM THE ASHES, HOPE WILL ARISE [Et de ces cendres l’espoir renaîtra] 
13-  DEATH IS DEFEATED, THE KING IS ALIVE! [La mort est vaincue, le roi est vivant] </a:t>
            </a:r>
          </a:p>
          <a:p>
            <a:r>
              <a:rPr lang="en-US"/>
              <a:t>
14-  I RAISE A HALLELUJAH  [J'élève un alléluia] 
15-  WITH EVERYTHING INSIDE OF ME [Avec tout ce qui est en moi] 
16-  I RAISE A HALLELUJAH [J'élève un alléluia] 
17-  I WILL WATCH THE DARKNESS FLEE [Je verrai les ténèbres s’enfuir] 
18-  I RAISE A HALLELUJAH [Je chante un alléluia] 
19-  IN THE MIDDLE OF THE MYSTERY [Même au milieu du mystère] 
20-  I RAISE A HALLELUJAH  [Je chante un alléluia] 
21-  FEAR YOU LOST YOUR HOLD ON ME! [La peur n’a plus d’emprise sur moi] </a:t>
            </a:r>
          </a:p>
          <a:p>
            <a:r>
              <a:rPr lang="en-US"/>
              <a:t>
22-  SING A LITTLE LOUDER  [Chante un peu plus fort] 
23-  IN THE PRESENCE OF MY ENEMIES [ En présence de mes ennemis] 
24-  LOUDER THAN THE UNBELIEF [Plus fort que le manque de foi] 
25-  MY WEAPON IS A MELODY [Mon arme est une mélodie] 
26-  HEAVEN COMES TO FIGHT FOR ME [Les cieux combattront pour moi]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I RAISE A HALLELUJAH [J'élève un alléluia] 
2-  IN THE PRESENCE OF MY ENEMIES [En présence de mes ennemis] 
3-  I RAISE A HALLELUJAH [J'élève un alléluia] 
4-  LOUDER THAN THE UNBELIEF [Plus fort que le manque de foi] 
5-  I RAISE A HALLELUJAH [J'élève un alléluia] 
6-   MY WEAPON IS A MELODY [Mon arme est une mélodie] 
7-  I RAISE A HALLELUJAH [J'élève un alléluia] 
8-  HEAVEN COMES TO FIGHT FOR ME [Et les cieux combattront pour moi] </a:t>
            </a:r>
          </a:p>
          <a:p>
            <a:pPr>
              <a:defRPr/>
            </a:pPr>
            <a:r>
              <a:rPr lang="fr-FR"/>
              <a:t>
9-  I'M GONNA SING, IN THE MIDDLE OF THE STORM [Je chanterai au milieu des tempêtes] 
10-  LOUDER AND LOUDER [De plus en plus fort] 
11-  YOU'RE GONNA HEAR MY PRAISES ROAR [Ma louange rugira] 
12-  UP FROM THE ASHES, HOPE WILL ARISE [Et de ces cendres l’espoir renaîtra] 
13-  DEATH IS DEFEATED, THE KING IS ALIVE! [La mort est vaincue, le roi est vivant] </a:t>
            </a:r>
          </a:p>
          <a:p>
            <a:pPr>
              <a:defRPr/>
            </a:pPr>
            <a:r>
              <a:rPr lang="fr-FR"/>
              <a:t>
14-  I RAISE A HALLELUJAH  [J'élève un alléluia] 
15-  WITH EVERYTHING INSIDE OF ME [Avec tout ce qui est en moi] 
16-  I RAISE A HALLELUJAH [J'élève un alléluia] 
17-  I WILL WATCH THE DARKNESS FLEE [Je verrai les ténèbres s’enfuir] 
18-  I RAISE A HALLELUJAH [Je chante un alléluia] 
19-  IN THE MIDDLE OF THE MYSTERY [Même au milieu du mystère] 
20-  I RAISE A HALLELUJAH  [Je chante un alléluia] 
21-  FEAR YOU LOST YOUR HOLD ON ME! [La peur n’a plus d’emprise sur moi] </a:t>
            </a:r>
          </a:p>
          <a:p>
            <a:pPr>
              <a:defRPr/>
            </a:pPr>
            <a:r>
              <a:rPr lang="fr-FR"/>
              <a:t>
22-  SING A LITTLE LOUDER  [Chante un peu plus fort] 
23-  IN THE PRESENCE OF MY ENEMIES [ En présence de mes ennemis] 
24-  LOUDER THAN THE UNBELIEF [Plus fort que le manque de foi] 
25-  MY WEAPON IS A MELODY [Mon arme est une mélodie] 
26-  HEAVEN COMES TO FIGHT FOR ME [Les cieux combattront pour moi] 
</a:t>
            </a:r>
          </a:p>
        </p:txBody>
      </p:sp>
    </p:spTree>
    <p:extLst>
      <p:ext uri="{BB962C8B-B14F-4D97-AF65-F5344CB8AC3E}">
        <p14:creationId xmlns:p14="http://schemas.microsoft.com/office/powerpoint/2010/main" val="18711756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I RAISE A HALLELUJAH [J'élève un alléluia] 
2-  IN THE PRESENCE OF MY ENEMIES [En présence de mes ennemis] 
3-  I RAISE A HALLELUJAH [J'élève un alléluia] 
4-  LOUDER THAN THE UNBELIEF [Plus fort que le manque de foi] 
5-  I RAISE A HALLELUJAH [J'élève un alléluia] 
6-   MY WEAPON IS A MELODY [Mon arme est une mélodie] 
7-  I RAISE A HALLELUJAH [J'élève un alléluia] 
8-  HEAVEN COMES TO FIGHT FOR ME [Et les cieux combattront pour moi] </a:t>
            </a:r>
          </a:p>
          <a:p>
            <a:r>
              <a:rPr lang="en-US"/>
              <a:t>
9-  I'M GONNA SING, IN THE MIDDLE OF THE STORM [Je chanterai au milieu des tempêtes] 
10-  LOUDER AND LOUDER [De plus en plus fort] 
11-  YOU'RE GONNA HEAR MY PRAISES ROAR [Ma louange rugira] 
12-  UP FROM THE ASHES, HOPE WILL ARISE [Et de ces cendres l’espoir renaîtra] 
13-  DEATH IS DEFEATED, THE KING IS ALIVE! [La mort est vaincue, le roi est vivant] </a:t>
            </a:r>
          </a:p>
          <a:p>
            <a:r>
              <a:rPr lang="en-US"/>
              <a:t>
14-  I RAISE A HALLELUJAH  [J'élève un alléluia] 
15-  WITH EVERYTHING INSIDE OF ME [Avec tout ce qui est en moi] 
16-  I RAISE A HALLELUJAH [J'élève un alléluia] 
17-  I WILL WATCH THE DARKNESS FLEE [Je verrai les ténèbres s’enfuir] 
18-  I RAISE A HALLELUJAH [Je chante un alléluia] 
19-  IN THE MIDDLE OF THE MYSTERY [Même au milieu du mystère] 
20-  I RAISE A HALLELUJAH  [Je chante un alléluia] 
21-  FEAR YOU LOST YOUR HOLD ON ME! [La peur n’a plus d’emprise sur moi] </a:t>
            </a:r>
          </a:p>
          <a:p>
            <a:r>
              <a:rPr lang="en-US"/>
              <a:t>
22-  SING A LITTLE LOUDER  [Chante un peu plus fort] 
23-  IN THE PRESENCE OF MY ENEMIES [ En présence de mes ennemis] 
24-  LOUDER THAN THE UNBELIEF [Plus fort que le manque de foi] 
25-  MY WEAPON IS A MELODY [Mon arme est une mélodie] 
26-  HEAVEN COMES TO FIGHT FOR ME [Les cieux combattront pour moi]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I RAISE A HALLELUJAH [J'élève un alléluia] 
2-  IN THE PRESENCE OF MY ENEMIES [En présence de mes ennemis] 
3-  I RAISE A HALLELUJAH [J'élève un alléluia] 
4-  LOUDER THAN THE UNBELIEF [Plus fort que le manque de foi] 
5-  I RAISE A HALLELUJAH [J'élève un alléluia] 
6-   MY WEAPON IS A MELODY [Mon arme est une mélodie] 
7-  I RAISE A HALLELUJAH [J'élève un alléluia] 
8-  HEAVEN COMES TO FIGHT FOR ME [Et les cieux combattront pour moi] </a:t>
            </a:r>
          </a:p>
          <a:p>
            <a:pPr>
              <a:defRPr/>
            </a:pPr>
            <a:r>
              <a:rPr lang="fr-FR"/>
              <a:t>
9-  I'M GONNA SING, IN THE MIDDLE OF THE STORM [Je chanterai au milieu des tempêtes] 
10-  LOUDER AND LOUDER [De plus en plus fort] 
11-  YOU'RE GONNA HEAR MY PRAISES ROAR [Ma louange rugira] 
12-  UP FROM THE ASHES, HOPE WILL ARISE [Et de ces cendres l’espoir renaîtra] 
13-  DEATH IS DEFEATED, THE KING IS ALIVE! [La mort est vaincue, le roi est vivant] </a:t>
            </a:r>
          </a:p>
          <a:p>
            <a:pPr>
              <a:defRPr/>
            </a:pPr>
            <a:r>
              <a:rPr lang="fr-FR"/>
              <a:t>
14-  I RAISE A HALLELUJAH  [J'élève un alléluia] 
15-  WITH EVERYTHING INSIDE OF ME [Avec tout ce qui est en moi] 
16-  I RAISE A HALLELUJAH [J'élève un alléluia] 
17-  I WILL WATCH THE DARKNESS FLEE [Je verrai les ténèbres s’enfuir] 
18-  I RAISE A HALLELUJAH [Je chante un alléluia] 
19-  IN THE MIDDLE OF THE MYSTERY [Même au milieu du mystère] 
20-  I RAISE A HALLELUJAH  [Je chante un alléluia] 
21-  FEAR YOU LOST YOUR HOLD ON ME! [La peur n’a plus d’emprise sur moi] </a:t>
            </a:r>
          </a:p>
          <a:p>
            <a:pPr>
              <a:defRPr/>
            </a:pPr>
            <a:r>
              <a:rPr lang="fr-FR"/>
              <a:t>
22-  SING A LITTLE LOUDER  [Chante un peu plus fort] 
23-  IN THE PRESENCE OF MY ENEMIES [ En présence de mes ennemis] 
24-  LOUDER THAN THE UNBELIEF [Plus fort que le manque de foi] 
25-  MY WEAPON IS A MELODY [Mon arme est une mélodie] 
26-  HEAVEN COMES TO FIGHT FOR ME [Les cieux combattront pour moi] 
</a:t>
            </a:r>
          </a:p>
        </p:txBody>
      </p:sp>
    </p:spTree>
    <p:extLst>
      <p:ext uri="{BB962C8B-B14F-4D97-AF65-F5344CB8AC3E}">
        <p14:creationId xmlns:p14="http://schemas.microsoft.com/office/powerpoint/2010/main" val="14451922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I RAISE A HALLELUJAH [J'élève un alléluia] 
2-  IN THE PRESENCE OF MY ENEMIES [En présence de mes ennemis] 
3-  I RAISE A HALLELUJAH [J'élève un alléluia] 
4-  LOUDER THAN THE UNBELIEF [Plus fort que le manque de foi] 
5-  I RAISE A HALLELUJAH [J'élève un alléluia] 
6-   MY WEAPON IS A MELODY [Mon arme est une mélodie] 
7-  I RAISE A HALLELUJAH [J'élève un alléluia] 
8-  HEAVEN COMES TO FIGHT FOR ME [Et les cieux combattront pour moi] </a:t>
            </a:r>
          </a:p>
          <a:p>
            <a:r>
              <a:rPr lang="en-US"/>
              <a:t>
9-  I'M GONNA SING, IN THE MIDDLE OF THE STORM [Je chanterai au milieu des tempêtes] 
10-  LOUDER AND LOUDER [De plus en plus fort] 
11-  YOU'RE GONNA HEAR MY PRAISES ROAR [Ma louange rugira] 
12-  UP FROM THE ASHES, HOPE WILL ARISE [Et de ces cendres l’espoir renaîtra] 
13-  DEATH IS DEFEATED, THE KING IS ALIVE! [La mort est vaincue, le roi est vivant] </a:t>
            </a:r>
          </a:p>
          <a:p>
            <a:r>
              <a:rPr lang="en-US"/>
              <a:t>
14-  I RAISE A HALLELUJAH  [J'élève un alléluia] 
15-  WITH EVERYTHING INSIDE OF ME [Avec tout ce qui est en moi] 
16-  I RAISE A HALLELUJAH [J'élève un alléluia] 
17-  I WILL WATCH THE DARKNESS FLEE [Je verrai les ténèbres s’enfuir] 
18-  I RAISE A HALLELUJAH [Je chante un alléluia] 
19-  IN THE MIDDLE OF THE MYSTERY [Même au milieu du mystère] 
20-  I RAISE A HALLELUJAH  [Je chante un alléluia] 
21-  FEAR YOU LOST YOUR HOLD ON ME! [La peur n’a plus d’emprise sur moi] </a:t>
            </a:r>
          </a:p>
          <a:p>
            <a:r>
              <a:rPr lang="en-US"/>
              <a:t>
22-  SING A LITTLE LOUDER  [Chante un peu plus fort] 
23-  IN THE PRESENCE OF MY ENEMIES [ En présence de mes ennemis] 
24-  LOUDER THAN THE UNBELIEF [Plus fort que le manque de foi] 
25-  MY WEAPON IS A MELODY [Mon arme est une mélodie] 
26-  HEAVEN COMES TO FIGHT FOR ME [Les cieux combattront pour moi]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I RAISE A HALLELUJAH [J'élève un alléluia] 
2-  IN THE PRESENCE OF MY ENEMIES [En présence de mes ennemis] 
3-  I RAISE A HALLELUJAH [J'élève un alléluia] 
4-  LOUDER THAN THE UNBELIEF [Plus fort que le manque de foi] 
5-  I RAISE A HALLELUJAH [J'élève un alléluia] 
6-   MY WEAPON IS A MELODY [Mon arme est une mélodie] 
7-  I RAISE A HALLELUJAH [J'élève un alléluia] 
8-  HEAVEN COMES TO FIGHT FOR ME [Et les cieux combattront pour moi] </a:t>
            </a:r>
          </a:p>
          <a:p>
            <a:pPr>
              <a:defRPr/>
            </a:pPr>
            <a:r>
              <a:rPr lang="fr-FR"/>
              <a:t>
9-  I'M GONNA SING, IN THE MIDDLE OF THE STORM [Je chanterai au milieu des tempêtes] 
10-  LOUDER AND LOUDER [De plus en plus fort] 
11-  YOU'RE GONNA HEAR MY PRAISES ROAR [Ma louange rugira] 
12-  UP FROM THE ASHES, HOPE WILL ARISE [Et de ces cendres l’espoir renaîtra] 
13-  DEATH IS DEFEATED, THE KING IS ALIVE! [La mort est vaincue, le roi est vivant] </a:t>
            </a:r>
          </a:p>
          <a:p>
            <a:pPr>
              <a:defRPr/>
            </a:pPr>
            <a:r>
              <a:rPr lang="fr-FR"/>
              <a:t>
14-  I RAISE A HALLELUJAH  [J'élève un alléluia] 
15-  WITH EVERYTHING INSIDE OF ME [Avec tout ce qui est en moi] 
16-  I RAISE A HALLELUJAH [J'élève un alléluia] 
17-  I WILL WATCH THE DARKNESS FLEE [Je verrai les ténèbres s’enfuir] 
18-  I RAISE A HALLELUJAH [Je chante un alléluia] 
19-  IN THE MIDDLE OF THE MYSTERY [Même au milieu du mystère] 
20-  I RAISE A HALLELUJAH  [Je chante un alléluia] 
21-  FEAR YOU LOST YOUR HOLD ON ME! [La peur n’a plus d’emprise sur moi] </a:t>
            </a:r>
          </a:p>
          <a:p>
            <a:pPr>
              <a:defRPr/>
            </a:pPr>
            <a:r>
              <a:rPr lang="fr-FR"/>
              <a:t>
22-  SING A LITTLE LOUDER  [Chante un peu plus fort] 
23-  IN THE PRESENCE OF MY ENEMIES [ En présence de mes ennemis] 
24-  LOUDER THAN THE UNBELIEF [Plus fort que le manque de foi] 
25-  MY WEAPON IS A MELODY [Mon arme est une mélodie] 
26-  HEAVEN COMES TO FIGHT FOR ME [Les cieux combattront pour moi] 
</a:t>
            </a:r>
          </a:p>
        </p:txBody>
      </p:sp>
    </p:spTree>
    <p:extLst>
      <p:ext uri="{BB962C8B-B14F-4D97-AF65-F5344CB8AC3E}">
        <p14:creationId xmlns:p14="http://schemas.microsoft.com/office/powerpoint/2010/main" val="41033212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I RAISE A HALLELUJAH [J'élève un alléluia] 
2-  IN THE PRESENCE OF MY ENEMIES [En présence de mes ennemis] 
3-  I RAISE A HALLELUJAH [J'élève un alléluia] 
4-  LOUDER THAN THE UNBELIEF [Plus fort que le manque de foi] 
5-  I RAISE A HALLELUJAH [J'élève un alléluia] 
6-   MY WEAPON IS A MELODY [Mon arme est une mélodie] 
7-  I RAISE A HALLELUJAH [J'élève un alléluia] 
8-  HEAVEN COMES TO FIGHT FOR ME [Et les cieux combattront pour moi] </a:t>
            </a:r>
          </a:p>
          <a:p>
            <a:r>
              <a:rPr lang="en-US"/>
              <a:t>
9-  I'M GONNA SING, IN THE MIDDLE OF THE STORM [Je chanterai au milieu des tempêtes] 
10-  LOUDER AND LOUDER [De plus en plus fort] 
11-  YOU'RE GONNA HEAR MY PRAISES ROAR [Ma louange rugira] 
12-  UP FROM THE ASHES, HOPE WILL ARISE [Et de ces cendres l’espoir renaîtra] 
13-  DEATH IS DEFEATED, THE KING IS ALIVE! [La mort est vaincue, le roi est vivant] </a:t>
            </a:r>
          </a:p>
          <a:p>
            <a:r>
              <a:rPr lang="en-US"/>
              <a:t>
14-  I RAISE A HALLELUJAH  [J'élève un alléluia] 
15-  WITH EVERYTHING INSIDE OF ME [Avec tout ce qui est en moi] 
16-  I RAISE A HALLELUJAH [J'élève un alléluia] 
17-  I WILL WATCH THE DARKNESS FLEE [Je verrai les ténèbres s’enfuir] 
18-  I RAISE A HALLELUJAH [Je chante un alléluia] 
19-  IN THE MIDDLE OF THE MYSTERY [Même au milieu du mystère] 
20-  I RAISE A HALLELUJAH  [Je chante un alléluia] 
21-  FEAR YOU LOST YOUR HOLD ON ME! [La peur n’a plus d’emprise sur moi] </a:t>
            </a:r>
          </a:p>
          <a:p>
            <a:r>
              <a:rPr lang="en-US"/>
              <a:t>
22-  SING A LITTLE LOUDER  [Chante un peu plus fort] 
23-  IN THE PRESENCE OF MY ENEMIES [ En présence de mes ennemis] 
24-  LOUDER THAN THE UNBELIEF [Plus fort que le manque de foi] 
25-  MY WEAPON IS A MELODY [Mon arme est une mélodie] 
26-  HEAVEN COMES TO FIGHT FOR ME [Les cieux combattront pour moi]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I RAISE A HALLELUJAH [J'élève un alléluia] 
2-  IN THE PRESENCE OF MY ENEMIES [En présence de mes ennemis] 
3-  I RAISE A HALLELUJAH [J'élève un alléluia] 
4-  LOUDER THAN THE UNBELIEF [Plus fort que le manque de foi] 
5-  I RAISE A HALLELUJAH [J'élève un alléluia] 
6-   MY WEAPON IS A MELODY [Mon arme est une mélodie] 
7-  I RAISE A HALLELUJAH [J'élève un alléluia] 
8-  HEAVEN COMES TO FIGHT FOR ME [Et les cieux combattront pour moi] </a:t>
            </a:r>
          </a:p>
          <a:p>
            <a:pPr>
              <a:defRPr/>
            </a:pPr>
            <a:r>
              <a:rPr lang="fr-FR"/>
              <a:t>
9-  I'M GONNA SING, IN THE MIDDLE OF THE STORM [Je chanterai au milieu des tempêtes] 
10-  LOUDER AND LOUDER [De plus en plus fort] 
11-  YOU'RE GONNA HEAR MY PRAISES ROAR [Ma louange rugira] 
12-  UP FROM THE ASHES, HOPE WILL ARISE [Et de ces cendres l’espoir renaîtra] 
13-  DEATH IS DEFEATED, THE KING IS ALIVE! [La mort est vaincue, le roi est vivant] </a:t>
            </a:r>
          </a:p>
          <a:p>
            <a:pPr>
              <a:defRPr/>
            </a:pPr>
            <a:r>
              <a:rPr lang="fr-FR"/>
              <a:t>
14-  I RAISE A HALLELUJAH  [J'élève un alléluia] 
15-  WITH EVERYTHING INSIDE OF ME [Avec tout ce qui est en moi] 
16-  I RAISE A HALLELUJAH [J'élève un alléluia] 
17-  I WILL WATCH THE DARKNESS FLEE [Je verrai les ténèbres s’enfuir] 
18-  I RAISE A HALLELUJAH [Je chante un alléluia] 
19-  IN THE MIDDLE OF THE MYSTERY [Même au milieu du mystère] 
20-  I RAISE A HALLELUJAH  [Je chante un alléluia] 
21-  FEAR YOU LOST YOUR HOLD ON ME! [La peur n’a plus d’emprise sur moi] </a:t>
            </a:r>
          </a:p>
          <a:p>
            <a:pPr>
              <a:defRPr/>
            </a:pPr>
            <a:r>
              <a:rPr lang="fr-FR"/>
              <a:t>
22-  SING A LITTLE LOUDER  [Chante un peu plus fort] 
23-  IN THE PRESENCE OF MY ENEMIES [ En présence de mes ennemis] 
24-  LOUDER THAN THE UNBELIEF [Plus fort que le manque de foi] 
25-  MY WEAPON IS A MELODY [Mon arme est une mélodie] 
26-  HEAVEN COMES TO FIGHT FOR ME [Les cieux combattront pour moi] 
</a:t>
            </a:r>
          </a:p>
        </p:txBody>
      </p:sp>
    </p:spTree>
    <p:extLst>
      <p:ext uri="{BB962C8B-B14F-4D97-AF65-F5344CB8AC3E}">
        <p14:creationId xmlns:p14="http://schemas.microsoft.com/office/powerpoint/2010/main" val="5718937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I RAISE A HALLELUJAH [J'élève un alléluia] 
2-  IN THE PRESENCE OF MY ENEMIES [En présence de mes ennemis] 
3-  I RAISE A HALLELUJAH [J'élève un alléluia] 
4-  LOUDER THAN THE UNBELIEF [Plus fort que le manque de foi] 
5-  I RAISE A HALLELUJAH [J'élève un alléluia] 
6-   MY WEAPON IS A MELODY [Mon arme est une mélodie] 
7-  I RAISE A HALLELUJAH [J'élève un alléluia] 
8-  HEAVEN COMES TO FIGHT FOR ME [Et les cieux combattront pour moi] </a:t>
            </a:r>
          </a:p>
          <a:p>
            <a:r>
              <a:rPr lang="en-US"/>
              <a:t>
9-  I'M GONNA SING, IN THE MIDDLE OF THE STORM [Je chanterai au milieu des tempêtes] 
10-  LOUDER AND LOUDER [De plus en plus fort] 
11-  YOU'RE GONNA HEAR MY PRAISES ROAR [Ma louange rugira] 
12-  UP FROM THE ASHES, HOPE WILL ARISE [Et de ces cendres l’espoir renaîtra] 
13-  DEATH IS DEFEATED, THE KING IS ALIVE! [La mort est vaincue, le roi est vivant] </a:t>
            </a:r>
          </a:p>
          <a:p>
            <a:r>
              <a:rPr lang="en-US"/>
              <a:t>
14-  I RAISE A HALLELUJAH  [J'élève un alléluia] 
15-  WITH EVERYTHING INSIDE OF ME [Avec tout ce qui est en moi] 
16-  I RAISE A HALLELUJAH [J'élève un alléluia] 
17-  I WILL WATCH THE DARKNESS FLEE [Je verrai les ténèbres s’enfuir] 
18-  I RAISE A HALLELUJAH [Je chante un alléluia] 
19-  IN THE MIDDLE OF THE MYSTERY [Même au milieu du mystère] 
20-  I RAISE A HALLELUJAH  [Je chante un alléluia] 
21-  FEAR YOU LOST YOUR HOLD ON ME! [La peur n’a plus d’emprise sur moi] </a:t>
            </a:r>
          </a:p>
          <a:p>
            <a:r>
              <a:rPr lang="en-US"/>
              <a:t>
22-  SING A LITTLE LOUDER  [Chante un peu plus fort] 
23-  IN THE PRESENCE OF MY ENEMIES [ En présence de mes ennemis] 
24-  LOUDER THAN THE UNBELIEF [Plus fort que le manque de foi] 
25-  MY WEAPON IS A MELODY [Mon arme est une mélodie] 
26-  HEAVEN COMES TO FIGHT FOR ME [Les cieux combattront pour moi]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I RAISE A HALLELUJAH [J'élève un alléluia] 
2-  IN THE PRESENCE OF MY ENEMIES [En présence de mes ennemis] 
3-  I RAISE A HALLELUJAH [J'élève un alléluia] 
4-  LOUDER THAN THE UNBELIEF [Plus fort que le manque de foi] 
5-  I RAISE A HALLELUJAH [J'élève un alléluia] 
6-   MY WEAPON IS A MELODY [Mon arme est une mélodie] 
7-  I RAISE A HALLELUJAH [J'élève un alléluia] 
8-  HEAVEN COMES TO FIGHT FOR ME [Et les cieux combattront pour moi] </a:t>
            </a:r>
          </a:p>
          <a:p>
            <a:pPr>
              <a:defRPr/>
            </a:pPr>
            <a:r>
              <a:rPr lang="fr-FR"/>
              <a:t>
9-  I'M GONNA SING, IN THE MIDDLE OF THE STORM [Je chanterai au milieu des tempêtes] 
10-  LOUDER AND LOUDER [De plus en plus fort] 
11-  YOU'RE GONNA HEAR MY PRAISES ROAR [Ma louange rugira] 
12-  UP FROM THE ASHES, HOPE WILL ARISE [Et de ces cendres l’espoir renaîtra] 
13-  DEATH IS DEFEATED, THE KING IS ALIVE! [La mort est vaincue, le roi est vivant] </a:t>
            </a:r>
          </a:p>
          <a:p>
            <a:pPr>
              <a:defRPr/>
            </a:pPr>
            <a:r>
              <a:rPr lang="fr-FR"/>
              <a:t>
14-  I RAISE A HALLELUJAH  [J'élève un alléluia] 
15-  WITH EVERYTHING INSIDE OF ME [Avec tout ce qui est en moi] 
16-  I RAISE A HALLELUJAH [J'élève un alléluia] 
17-  I WILL WATCH THE DARKNESS FLEE [Je verrai les ténèbres s’enfuir] 
18-  I RAISE A HALLELUJAH [Je chante un alléluia] 
19-  IN THE MIDDLE OF THE MYSTERY [Même au milieu du mystère] 
20-  I RAISE A HALLELUJAH  [Je chante un alléluia] 
21-  FEAR YOU LOST YOUR HOLD ON ME! [La peur n’a plus d’emprise sur moi] </a:t>
            </a:r>
          </a:p>
          <a:p>
            <a:pPr>
              <a:defRPr/>
            </a:pPr>
            <a:r>
              <a:rPr lang="fr-FR"/>
              <a:t>
22-  SING A LITTLE LOUDER  [Chante un peu plus fort] 
23-  IN THE PRESENCE OF MY ENEMIES [ En présence de mes ennemis] 
24-  LOUDER THAN THE UNBELIEF [Plus fort que le manque de foi] 
25-  MY WEAPON IS A MELODY [Mon arme est une mélodie] 
26-  HEAVEN COMES TO FIGHT FOR ME [Les cieux combattront pour moi] 
</a:t>
            </a:r>
          </a:p>
        </p:txBody>
      </p:sp>
    </p:spTree>
    <p:extLst>
      <p:ext uri="{BB962C8B-B14F-4D97-AF65-F5344CB8AC3E}">
        <p14:creationId xmlns:p14="http://schemas.microsoft.com/office/powerpoint/2010/main" val="365091632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I RAISE A HALLELUJAH [J'élève un alléluia] 
2-  IN THE PRESENCE OF MY ENEMIES [En présence de mes ennemis] 
3-  I RAISE A HALLELUJAH [J'élève un alléluia] 
4-  LOUDER THAN THE UNBELIEF [Plus fort que le manque de foi] 
5-  I RAISE A HALLELUJAH [J'élève un alléluia] 
6-   MY WEAPON IS A MELODY [Mon arme est une mélodie] 
7-  I RAISE A HALLELUJAH [J'élève un alléluia] 
8-  HEAVEN COMES TO FIGHT FOR ME [Et les cieux combattront pour moi] </a:t>
            </a:r>
          </a:p>
          <a:p>
            <a:r>
              <a:rPr lang="en-US"/>
              <a:t>
9-  I'M GONNA SING, IN THE MIDDLE OF THE STORM [Je chanterai au milieu des tempêtes] 
10-  LOUDER AND LOUDER [De plus en plus fort] 
11-  YOU'RE GONNA HEAR MY PRAISES ROAR [Ma louange rugira] 
12-  UP FROM THE ASHES, HOPE WILL ARISE [Et de ces cendres l’espoir renaîtra] 
13-  DEATH IS DEFEATED, THE KING IS ALIVE! [La mort est vaincue, le roi est vivant] </a:t>
            </a:r>
          </a:p>
          <a:p>
            <a:r>
              <a:rPr lang="en-US"/>
              <a:t>
14-  I RAISE A HALLELUJAH  [J'élève un alléluia] 
15-  WITH EVERYTHING INSIDE OF ME [Avec tout ce qui est en moi] 
16-  I RAISE A HALLELUJAH [J'élève un alléluia] 
17-  I WILL WATCH THE DARKNESS FLEE [Je verrai les ténèbres s’enfuir] 
18-  I RAISE A HALLELUJAH [Je chante un alléluia] 
19-  IN THE MIDDLE OF THE MYSTERY [Même au milieu du mystère] 
20-  I RAISE A HALLELUJAH  [Je chante un alléluia] 
21-  FEAR YOU LOST YOUR HOLD ON ME! [La peur n’a plus d’emprise sur moi] </a:t>
            </a:r>
          </a:p>
          <a:p>
            <a:r>
              <a:rPr lang="en-US"/>
              <a:t>
22-  SING A LITTLE LOUDER  [Chante un peu plus fort] 
23-  IN THE PRESENCE OF MY ENEMIES [ En présence de mes ennemis] 
24-  LOUDER THAN THE UNBELIEF [Plus fort que le manque de foi] 
25-  MY WEAPON IS A MELODY [Mon arme est une mélodie] 
26-  HEAVEN COMES TO FIGHT FOR ME [Les cieux combattront pour moi]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I RAISE A HALLELUJAH [J'élève un alléluia] 
2-  IN THE PRESENCE OF MY ENEMIES [En présence de mes ennemis] 
3-  I RAISE A HALLELUJAH [J'élève un alléluia] 
4-  LOUDER THAN THE UNBELIEF [Plus fort que le manque de foi] 
5-  I RAISE A HALLELUJAH [J'élève un alléluia] 
6-   MY WEAPON IS A MELODY [Mon arme est une mélodie] 
7-  I RAISE A HALLELUJAH [J'élève un alléluia] 
8-  HEAVEN COMES TO FIGHT FOR ME [Et les cieux combattront pour moi] </a:t>
            </a:r>
          </a:p>
          <a:p>
            <a:pPr>
              <a:defRPr/>
            </a:pPr>
            <a:r>
              <a:rPr lang="fr-FR"/>
              <a:t>
9-  I'M GONNA SING, IN THE MIDDLE OF THE STORM [Je chanterai au milieu des tempêtes] 
10-  LOUDER AND LOUDER [De plus en plus fort] 
11-  YOU'RE GONNA HEAR MY PRAISES ROAR [Ma louange rugira] 
12-  UP FROM THE ASHES, HOPE WILL ARISE [Et de ces cendres l’espoir renaîtra] 
13-  DEATH IS DEFEATED, THE KING IS ALIVE! [La mort est vaincue, le roi est vivant] </a:t>
            </a:r>
          </a:p>
          <a:p>
            <a:pPr>
              <a:defRPr/>
            </a:pPr>
            <a:r>
              <a:rPr lang="fr-FR"/>
              <a:t>
14-  I RAISE A HALLELUJAH  [J'élève un alléluia] 
15-  WITH EVERYTHING INSIDE OF ME [Avec tout ce qui est en moi] 
16-  I RAISE A HALLELUJAH [J'élève un alléluia] 
17-  I WILL WATCH THE DARKNESS FLEE [Je verrai les ténèbres s’enfuir] 
18-  I RAISE A HALLELUJAH [Je chante un alléluia] 
19-  IN THE MIDDLE OF THE MYSTERY [Même au milieu du mystère] 
20-  I RAISE A HALLELUJAH  [Je chante un alléluia] 
21-  FEAR YOU LOST YOUR HOLD ON ME! [La peur n’a plus d’emprise sur moi] </a:t>
            </a:r>
          </a:p>
          <a:p>
            <a:pPr>
              <a:defRPr/>
            </a:pPr>
            <a:r>
              <a:rPr lang="fr-FR"/>
              <a:t>
22-  SING A LITTLE LOUDER  [Chante un peu plus fort] 
23-  IN THE PRESENCE OF MY ENEMIES [ En présence de mes ennemis] 
24-  LOUDER THAN THE UNBELIEF [Plus fort que le manque de foi] 
25-  MY WEAPON IS A MELODY [Mon arme est une mélodie] 
26-  HEAVEN COMES TO FIGHT FOR ME [Les cieux combattront pour moi] 
</a:t>
            </a:r>
          </a:p>
        </p:txBody>
      </p:sp>
    </p:spTree>
    <p:extLst>
      <p:ext uri="{BB962C8B-B14F-4D97-AF65-F5344CB8AC3E}">
        <p14:creationId xmlns:p14="http://schemas.microsoft.com/office/powerpoint/2010/main" val="286204575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I RAISE A HALLELUJAH [J'élève un alléluia] 
2-  IN THE PRESENCE OF MY ENEMIES [En présence de mes ennemis] 
3-  I RAISE A HALLELUJAH [J'élève un alléluia] 
4-  LOUDER THAN THE UNBELIEF [Plus fort que le manque de foi] 
5-  I RAISE A HALLELUJAH [J'élève un alléluia] 
6-   MY WEAPON IS A MELODY [Mon arme est une mélodie] 
7-  I RAISE A HALLELUJAH [J'élève un alléluia] 
8-  HEAVEN COMES TO FIGHT FOR ME [Et les cieux combattront pour moi] </a:t>
            </a:r>
          </a:p>
          <a:p>
            <a:r>
              <a:rPr lang="en-US"/>
              <a:t>
9-  I'M GONNA SING, IN THE MIDDLE OF THE STORM [Je chanterai au milieu des tempêtes] 
10-  LOUDER AND LOUDER [De plus en plus fort] 
11-  YOU'RE GONNA HEAR MY PRAISES ROAR [Ma louange rugira] 
12-  UP FROM THE ASHES, HOPE WILL ARISE [Et de ces cendres l’espoir renaîtra] 
13-  DEATH IS DEFEATED, THE KING IS ALIVE! [La mort est vaincue, le roi est vivant] </a:t>
            </a:r>
          </a:p>
          <a:p>
            <a:r>
              <a:rPr lang="en-US"/>
              <a:t>
14-  I RAISE A HALLELUJAH  [J'élève un alléluia] 
15-  WITH EVERYTHING INSIDE OF ME [Avec tout ce qui est en moi] 
16-  I RAISE A HALLELUJAH [J'élève un alléluia] 
17-  I WILL WATCH THE DARKNESS FLEE [Je verrai les ténèbres s’enfuir] 
18-  I RAISE A HALLELUJAH [Je chante un alléluia] 
19-  IN THE MIDDLE OF THE MYSTERY [Même au milieu du mystère] 
20-  I RAISE A HALLELUJAH  [Je chante un alléluia] 
21-  FEAR YOU LOST YOUR HOLD ON ME! [La peur n’a plus d’emprise sur moi] </a:t>
            </a:r>
          </a:p>
          <a:p>
            <a:r>
              <a:rPr lang="en-US"/>
              <a:t>
22-  SING A LITTLE LOUDER  [Chante un peu plus fort] 
23-  IN THE PRESENCE OF MY ENEMIES [ En présence de mes ennemis] 
24-  LOUDER THAN THE UNBELIEF [Plus fort que le manque de foi] 
25-  MY WEAPON IS A MELODY [Mon arme est une mélodie] 
26-  HEAVEN COMES TO FIGHT FOR ME [Les cieux combattront pour moi]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I RAISE A HALLELUJAH [J'élève un alléluia] 
2-  IN THE PRESENCE OF MY ENEMIES [En présence de mes ennemis] 
3-  I RAISE A HALLELUJAH [J'élève un alléluia] 
4-  LOUDER THAN THE UNBELIEF [Plus fort que le manque de foi] 
5-  I RAISE A HALLELUJAH [J'élève un alléluia] 
6-   MY WEAPON IS A MELODY [Mon arme est une mélodie] 
7-  I RAISE A HALLELUJAH [J'élève un alléluia] 
8-  HEAVEN COMES TO FIGHT FOR ME [Et les cieux combattront pour moi] </a:t>
            </a:r>
          </a:p>
          <a:p>
            <a:pPr>
              <a:defRPr/>
            </a:pPr>
            <a:r>
              <a:rPr lang="fr-FR"/>
              <a:t>
9-  I'M GONNA SING, IN THE MIDDLE OF THE STORM [Je chanterai au milieu des tempêtes] 
10-  LOUDER AND LOUDER [De plus en plus fort] 
11-  YOU'RE GONNA HEAR MY PRAISES ROAR [Ma louange rugira] 
12-  UP FROM THE ASHES, HOPE WILL ARISE [Et de ces cendres l’espoir renaîtra] 
13-  DEATH IS DEFEATED, THE KING IS ALIVE! [La mort est vaincue, le roi est vivant] </a:t>
            </a:r>
          </a:p>
          <a:p>
            <a:pPr>
              <a:defRPr/>
            </a:pPr>
            <a:r>
              <a:rPr lang="fr-FR"/>
              <a:t>
14-  I RAISE A HALLELUJAH  [J'élève un alléluia] 
15-  WITH EVERYTHING INSIDE OF ME [Avec tout ce qui est en moi] 
16-  I RAISE A HALLELUJAH [J'élève un alléluia] 
17-  I WILL WATCH THE DARKNESS FLEE [Je verrai les ténèbres s’enfuir] 
18-  I RAISE A HALLELUJAH [Je chante un alléluia] 
19-  IN THE MIDDLE OF THE MYSTERY [Même au milieu du mystère] 
20-  I RAISE A HALLELUJAH  [Je chante un alléluia] 
21-  FEAR YOU LOST YOUR HOLD ON ME! [La peur n’a plus d’emprise sur moi] </a:t>
            </a:r>
          </a:p>
          <a:p>
            <a:pPr>
              <a:defRPr/>
            </a:pPr>
            <a:r>
              <a:rPr lang="fr-FR"/>
              <a:t>
22-  SING A LITTLE LOUDER  [Chante un peu plus fort] 
23-  IN THE PRESENCE OF MY ENEMIES [ En présence de mes ennemis] 
24-  LOUDER THAN THE UNBELIEF [Plus fort que le manque de foi] 
25-  MY WEAPON IS A MELODY [Mon arme est une mélodie] 
26-  HEAVEN COMES TO FIGHT FOR ME [Les cieux combattront pour moi] 
</a:t>
            </a:r>
          </a:p>
        </p:txBody>
      </p:sp>
    </p:spTree>
    <p:extLst>
      <p:ext uri="{BB962C8B-B14F-4D97-AF65-F5344CB8AC3E}">
        <p14:creationId xmlns:p14="http://schemas.microsoft.com/office/powerpoint/2010/main" val="9426828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1A9E07-2C3F-4B5C-9797-D716FF940E7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5317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C84E8D-F4BD-40C7-BD3B-E48B13115C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112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6C8222-253B-47B7-8E08-1B702005A8C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7313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EE137B-5001-4A99-89B4-C65538301D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9602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D933B9-58D4-4DA8-AF1B-F126506F5EF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2981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EE73B9-393F-4264-9D44-AFC2C4BE603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3127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7D0926-EBA5-4376-A6C4-CAEC83312F6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1139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B51574-9C12-47E3-B746-B2ADA2D9C0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1023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685CB8-8926-46CB-A875-366C1D7FBC3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855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6EAC86-1969-4BDB-8DA6-85EE5EDD7C4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7504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645AF8-B4E8-4E36-9BBF-0E4F7EED320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1455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fld id="{F6C9FEC3-8A03-4EEE-8C4C-027D40843B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1672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 panose="00000700000000000000"/>
              </a:rPr>
              <a:t>I RAISE A HALLELUJAH</a:t>
            </a:r>
          </a:p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 panose="00000700000000000000"/>
              </a:rPr>
              <a:t>[J'élève un alléluia]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B3205-11B3-2F70-1A3E-C87216CB8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151C8F-8430-5D73-446A-4D724934005A}"/>
              </a:ext>
            </a:extLst>
          </p:cNvPr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 panose="00000700000000000000"/>
              </a:rPr>
              <a:t>IN THE PRESENCE OF MY ENEMIES</a:t>
            </a:r>
          </a:p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 panose="00000700000000000000"/>
              </a:rPr>
              <a:t>[En présence de mes ennemis]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3806988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 panose="00000700000000000000"/>
              </a:rPr>
              <a:t>I RAISE A HALLELUJAH</a:t>
            </a:r>
          </a:p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 panose="00000700000000000000"/>
              </a:rPr>
              <a:t>[J'élève un alléluia]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1607A-567F-78BF-3A35-354671AD1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57DE0D-C618-8981-437A-3695D126A93D}"/>
              </a:ext>
            </a:extLst>
          </p:cNvPr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 panose="00000700000000000000"/>
              </a:rPr>
              <a:t>LOUDER THAN THE UNBELIEF</a:t>
            </a:r>
          </a:p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 panose="00000700000000000000"/>
              </a:rPr>
              <a:t>[Plus fort que le manque de foi]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2652758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 panose="00000700000000000000"/>
              </a:rPr>
              <a:t>I RAISE A HALLELUJAH</a:t>
            </a:r>
          </a:p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 panose="00000700000000000000"/>
              </a:rPr>
              <a:t>[J'élève un alléluia]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03818-2298-A092-7D7A-2DFBF8B46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A805C7-8599-15FA-BB00-7453D6B50C05}"/>
              </a:ext>
            </a:extLst>
          </p:cNvPr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 panose="00000700000000000000"/>
              </a:rPr>
              <a:t> MY WEAPON IS A MELODY</a:t>
            </a:r>
          </a:p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 panose="00000700000000000000"/>
              </a:rPr>
              <a:t>[Mon arme est une mélodie]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3374982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 panose="00000700000000000000"/>
              </a:rPr>
              <a:t>I RAISE A HALLELUJAH</a:t>
            </a:r>
          </a:p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 panose="00000700000000000000"/>
              </a:rPr>
              <a:t>[J'élève un alléluia]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BBA74-EFCA-9D5A-96FD-62CF1249F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6F811C-7959-E5A8-E23C-F94D8C297A22}"/>
              </a:ext>
            </a:extLst>
          </p:cNvPr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 panose="00000700000000000000"/>
              </a:rPr>
              <a:t>HEAVEN COMES TO FIGHT FOR ME</a:t>
            </a:r>
          </a:p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 panose="00000700000000000000"/>
              </a:rPr>
              <a:t>[Et les cieux combattront pour moi]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2752304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1"/>
            <a:ext cx="12192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I'M GONNA SING, IN THE MIDDLE OF THE STORM</a:t>
            </a:r>
          </a:p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[Je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chanterai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au milieu des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tempêtes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7408" y="5461000"/>
            <a:ext cx="108012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LOUDER AND LOUDER</a:t>
            </a:r>
          </a:p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[De plus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en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plus fort]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7A81B-0264-3E3F-E7DA-958F86A8F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DF00E5-0439-7A01-23C9-1E626E3C0946}"/>
              </a:ext>
            </a:extLst>
          </p:cNvPr>
          <p:cNvSpPr txBox="1"/>
          <p:nvPr/>
        </p:nvSpPr>
        <p:spPr>
          <a:xfrm>
            <a:off x="767408" y="5461000"/>
            <a:ext cx="108012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YOU'RE GONNA HEAR MY PRAISES ROAR</a:t>
            </a:r>
          </a:p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[Ma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louange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rugira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3232064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200">
                <a:solidFill>
                  <a:srgbClr val="FFFFFF"/>
                </a:solidFill>
                <a:latin typeface="Metropolis Semi Bold" panose="00000700000000000000"/>
              </a:rPr>
              <a:t>UP FROM THE ASHES, HOPE WILL ARISE</a:t>
            </a:r>
          </a:p>
          <a:p>
            <a:pPr algn="ctr">
              <a:lnSpc>
                <a:spcPct val="90000"/>
              </a:lnSpc>
            </a:pPr>
            <a:r>
              <a:rPr lang="fr-FR" sz="3200">
                <a:solidFill>
                  <a:srgbClr val="FFFFFF"/>
                </a:solidFill>
                <a:latin typeface="Metropolis Semi Bold" panose="00000700000000000000"/>
              </a:rPr>
              <a:t>[Et de ces cendres l’espoir renaîtra]</a:t>
            </a:r>
            <a:endParaRPr sz="320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DEATH IS DEFEATED, THE KING IS ALIVE!</a:t>
            </a:r>
          </a:p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[La mort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est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vaincue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, le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roi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est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vivant]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C5488-F79F-F0D1-74EE-E852C8332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790848-59F1-BDCD-2251-B0B386145092}"/>
              </a:ext>
            </a:extLst>
          </p:cNvPr>
          <p:cNvSpPr txBox="1"/>
          <p:nvPr/>
        </p:nvSpPr>
        <p:spPr>
          <a:xfrm>
            <a:off x="1524000" y="5461000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 panose="00000700000000000000"/>
              </a:rPr>
              <a:t>I RAISE A HALLELUJAH </a:t>
            </a:r>
          </a:p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 panose="00000700000000000000"/>
              </a:rPr>
              <a:t>[J'élève un alléluia]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2256330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 panose="00000700000000000000"/>
              </a:rPr>
              <a:t>WITH EVERYTHING INSIDE OF ME</a:t>
            </a:r>
          </a:p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 panose="00000700000000000000"/>
              </a:rPr>
              <a:t>[Avec tout ce qui est en moi]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I RAISE A HALLELUJAH</a:t>
            </a:r>
          </a:p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[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J'élève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un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alléluia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99479-815C-00DA-3252-23624CFE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35475D-D433-20BB-8B65-CD84A6324171}"/>
              </a:ext>
            </a:extLst>
          </p:cNvPr>
          <p:cNvSpPr txBox="1"/>
          <p:nvPr/>
        </p:nvSpPr>
        <p:spPr>
          <a:xfrm>
            <a:off x="1524000" y="5461000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I WILL WATCH THE DARKNESS FLEE</a:t>
            </a:r>
          </a:p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[Je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verrai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les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ténèbres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s’enfuir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2210356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 panose="00000700000000000000"/>
              </a:rPr>
              <a:t>I RAISE A HALLELUJAH</a:t>
            </a:r>
          </a:p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 panose="00000700000000000000"/>
              </a:rPr>
              <a:t>[Je chante un alléluia]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5D1BE-B0B7-9316-16C1-D54BD6DC2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4F562F-D125-D28E-7FE7-96B027D6061D}"/>
              </a:ext>
            </a:extLst>
          </p:cNvPr>
          <p:cNvSpPr txBox="1"/>
          <p:nvPr/>
        </p:nvSpPr>
        <p:spPr>
          <a:xfrm>
            <a:off x="1524000" y="5461000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 panose="00000700000000000000"/>
              </a:rPr>
              <a:t>IN THE MIDDLE OF THE MYSTERY</a:t>
            </a:r>
          </a:p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 panose="00000700000000000000"/>
              </a:rPr>
              <a:t>[Même au milieu du mystère]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1327297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 panose="00000700000000000000"/>
              </a:rPr>
              <a:t>I RAISE A HALLELUJAH </a:t>
            </a:r>
          </a:p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 panose="00000700000000000000"/>
              </a:rPr>
              <a:t>[Je chante un alléluia]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CE2BB-DAFA-A9C0-9E62-8E9B90579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C51DEA-B2A2-7B52-F196-183071F64AE8}"/>
              </a:ext>
            </a:extLst>
          </p:cNvPr>
          <p:cNvSpPr txBox="1"/>
          <p:nvPr/>
        </p:nvSpPr>
        <p:spPr>
          <a:xfrm>
            <a:off x="1524000" y="5461000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 panose="00000700000000000000"/>
              </a:rPr>
              <a:t>FEAR YOU LOST YOUR HOLD ON ME!</a:t>
            </a:r>
          </a:p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 panose="00000700000000000000"/>
              </a:rPr>
              <a:t>[La peur n’a plus d’emprise sur moi]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270471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 panose="00000700000000000000"/>
              </a:rPr>
              <a:t>SING A LITTLE LOUDER </a:t>
            </a:r>
          </a:p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 panose="00000700000000000000"/>
              </a:rPr>
              <a:t>[Chante un peu plus fort]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47024-F60C-5642-0BA4-A7DE16EBA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A10EB3-4029-5CE6-BFEB-14B7D9484A58}"/>
              </a:ext>
            </a:extLst>
          </p:cNvPr>
          <p:cNvSpPr txBox="1"/>
          <p:nvPr/>
        </p:nvSpPr>
        <p:spPr>
          <a:xfrm>
            <a:off x="1524000" y="5461000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 panose="00000700000000000000"/>
              </a:rPr>
              <a:t>IN THE PRESENCE OF MY ENEMIES</a:t>
            </a:r>
          </a:p>
          <a:p>
            <a:pPr algn="ctr">
              <a:lnSpc>
                <a:spcPct val="90000"/>
              </a:lnSpc>
            </a:pPr>
            <a:r>
              <a:rPr lang="fr-FR" sz="3200" dirty="0" smtClean="0">
                <a:solidFill>
                  <a:srgbClr val="FFFFFF"/>
                </a:solidFill>
                <a:latin typeface="Metropolis Semi Bold" panose="00000700000000000000"/>
              </a:rPr>
              <a:t>[En </a:t>
            </a:r>
            <a:r>
              <a:rPr lang="fr-FR" sz="3200" dirty="0">
                <a:solidFill>
                  <a:srgbClr val="FFFFFF"/>
                </a:solidFill>
                <a:latin typeface="Metropolis Semi Bold" panose="00000700000000000000"/>
              </a:rPr>
              <a:t>présence de mes ennemis]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1326751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 panose="00000700000000000000"/>
              </a:rPr>
              <a:t>LOUDER THAN THE UNBELIEF</a:t>
            </a:r>
          </a:p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 panose="00000700000000000000"/>
              </a:rPr>
              <a:t>[Plus fort que le manque de foi]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 panose="00000700000000000000"/>
              </a:rPr>
              <a:t>MY WEAPON IS A MELODY</a:t>
            </a:r>
          </a:p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 panose="00000700000000000000"/>
              </a:rPr>
              <a:t>[Mon arme est une mélodie]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 panose="00000700000000000000"/>
              </a:rPr>
              <a:t>HEAVEN COMES TO FIGHT FOR ME</a:t>
            </a:r>
          </a:p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 panose="00000700000000000000"/>
              </a:rPr>
              <a:t>[Les cieux combattront pour moi]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1300</TotalTime>
  <Words>841</Words>
  <Application>Microsoft Office PowerPoint</Application>
  <PresentationFormat>Grand écran</PresentationFormat>
  <Paragraphs>260</Paragraphs>
  <Slides>26</Slides>
  <Notes>26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31" baseType="lpstr">
      <vt:lpstr>ＭＳ Ｐゴシック</vt:lpstr>
      <vt:lpstr>Calibri</vt:lpstr>
      <vt:lpstr>Franklin Gothic Medium</vt:lpstr>
      <vt:lpstr>Metropolis Semi Bold</vt:lpstr>
      <vt:lpstr>1_Default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98</cp:revision>
  <dcterms:created xsi:type="dcterms:W3CDTF">2011-01-30T10:04:33Z</dcterms:created>
  <dcterms:modified xsi:type="dcterms:W3CDTF">2025-03-23T07:22:54Z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0979fc8-5559-4f19-93ee-e28ca03d7638_Enabled">
    <vt:lpwstr>true</vt:lpwstr>
  </property>
  <property fmtid="{D5CDD505-2E9C-101B-9397-08002B2CF9AE}" pid="3" name="MSIP_Label_d0979fc8-5559-4f19-93ee-e28ca03d7638_SetDate">
    <vt:lpwstr>2025-03-22T23:02:05Z</vt:lpwstr>
  </property>
  <property fmtid="{D5CDD505-2E9C-101B-9397-08002B2CF9AE}" pid="4" name="MSIP_Label_d0979fc8-5559-4f19-93ee-e28ca03d7638_Method">
    <vt:lpwstr>Privileged</vt:lpwstr>
  </property>
  <property fmtid="{D5CDD505-2E9C-101B-9397-08002B2CF9AE}" pid="5" name="MSIP_Label_d0979fc8-5559-4f19-93ee-e28ca03d7638_Name">
    <vt:lpwstr>General Business Information (G)</vt:lpwstr>
  </property>
  <property fmtid="{D5CDD505-2E9C-101B-9397-08002B2CF9AE}" pid="6" name="MSIP_Label_d0979fc8-5559-4f19-93ee-e28ca03d7638_SiteId">
    <vt:lpwstr>906aefe9-76a7-4f65-b82d-5ec20775d5aa</vt:lpwstr>
  </property>
  <property fmtid="{D5CDD505-2E9C-101B-9397-08002B2CF9AE}" pid="7" name="MSIP_Label_d0979fc8-5559-4f19-93ee-e28ca03d7638_ActionId">
    <vt:lpwstr>734ab0c8-eae5-43ab-9f5c-29ab0d79ef98</vt:lpwstr>
  </property>
  <property fmtid="{D5CDD505-2E9C-101B-9397-08002B2CF9AE}" pid="8" name="MSIP_Label_d0979fc8-5559-4f19-93ee-e28ca03d7638_ContentBits">
    <vt:lpwstr>0</vt:lpwstr>
  </property>
  <property fmtid="{D5CDD505-2E9C-101B-9397-08002B2CF9AE}" pid="9" name="MSIP_Label_d0979fc8-5559-4f19-93ee-e28ca03d7638_Tag">
    <vt:lpwstr>10, 0, 1, 1</vt:lpwstr>
  </property>
</Properties>
</file>