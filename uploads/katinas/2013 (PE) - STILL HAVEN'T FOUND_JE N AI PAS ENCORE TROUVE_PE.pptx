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52" autoAdjust="0"/>
    <p:restoredTop sz="90929"/>
  </p:normalViewPr>
  <p:slideViewPr>
    <p:cSldViewPr>
      <p:cViewPr varScale="1">
        <p:scale>
          <a:sx n="46" d="100"/>
          <a:sy n="46" d="100"/>
        </p:scale>
        <p:origin x="-90" y="-6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196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C06DD4C-0308-494C-A017-98A0A771E0CC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41267B6-36D8-4E2C-A0BF-3BDD572E05E9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921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44FBD7C-FD90-4CB6-B4C7-5EBAD1295FD3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102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CCF4E6F-3353-4B81-9388-BD794A8E3F88}" type="slidenum">
              <a:rPr lang="fr-FR" smtClean="0"/>
              <a:pPr/>
              <a:t>3</a:t>
            </a:fld>
            <a:endParaRPr lang="fr-FR" smtClean="0"/>
          </a:p>
        </p:txBody>
      </p:sp>
      <p:sp>
        <p:nvSpPr>
          <p:cNvPr id="1126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1597442-D593-4F68-AEDA-ECB6A716C1C5}" type="slidenum">
              <a:rPr lang="fr-FR" smtClean="0"/>
              <a:pPr/>
              <a:t>4</a:t>
            </a:fld>
            <a:endParaRPr lang="fr-FR" smtClean="0"/>
          </a:p>
        </p:txBody>
      </p:sp>
      <p:sp>
        <p:nvSpPr>
          <p:cNvPr id="122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AFFF1B-C546-4B8D-867A-206BCE2288CF}" type="slidenum">
              <a:rPr lang="fr-FR" smtClean="0"/>
              <a:pPr/>
              <a:t>5</a:t>
            </a:fld>
            <a:endParaRPr lang="fr-FR" smtClean="0"/>
          </a:p>
        </p:txBody>
      </p:sp>
      <p:sp>
        <p:nvSpPr>
          <p:cNvPr id="133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9D009E0-0843-4445-9DF9-3C579B5E5A6E}" type="slidenum">
              <a:rPr lang="fr-FR" smtClean="0"/>
              <a:pPr/>
              <a:t>6</a:t>
            </a:fld>
            <a:endParaRPr lang="fr-FR" smtClean="0"/>
          </a:p>
        </p:txBody>
      </p:sp>
      <p:sp>
        <p:nvSpPr>
          <p:cNvPr id="143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D70188-2CAD-4341-8855-0BBCA11D9AF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BA9DF3-E5B1-442C-9C49-EFD20250E8D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7DA588-318C-41CF-8758-1789C0F913E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DEE9BE-787F-42FE-A5F1-1D6DECCAACC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6776F6-97D4-4E48-A579-E89EE772136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0D4E14-AA3A-4857-9964-BBC69FCCE2C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6E92AB-18FD-4236-B683-95E207644BF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D77302-C1E7-44E2-B64F-826E6A83FA3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733712-35E6-4A69-A27B-E7C60C98D0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7C6FB9-FBEE-452B-8BF1-488A09DF184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651C67-18A7-4E27-A696-D4DC1C32EF7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20EAA2B-B83F-4A2F-82F7-E812A28C10A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JE SUIS MONTÉ 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SUR LA PLUS HAUTE MONTAGNE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J’AI PARCOURU LES CHAMPS</a:t>
            </a:r>
          </a:p>
          <a:p>
            <a:pPr algn="ctr">
              <a:lnSpc>
                <a:spcPct val="110000"/>
              </a:lnSpc>
            </a:pPr>
            <a:endParaRPr lang="fr-FR" sz="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JUSTE POUR ÊTRE AVEC TOI   x2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 J’AI COURU, J’AI RAMPÉ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JE SUIS MONTÉ SUR LES MURAILLES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LES MURS DE LA VILLE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 JUSTE POUR ÊTRE AVEC TOI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MAIS JE N’AI PAS TROUVÉ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CE QUE JE CHERCHAIS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 JE SUIS MONTÉ 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SUR LA PLUS HAUTE MONTAGNE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J’AI PARCOURU LES CHAMPS</a:t>
            </a:r>
          </a:p>
          <a:p>
            <a:pPr algn="ctr">
              <a:lnSpc>
                <a:spcPct val="110000"/>
              </a:lnSpc>
            </a:pPr>
            <a:endParaRPr lang="fr-FR" sz="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 JUSTE POUR ÊTRE AVEC TOI   X2</a:t>
            </a: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J’AI COURU, J’AI RAMPÉ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JE SUIS MONTÉ SUR LES MURAILLES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LES MURS DE LA VILLE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JUSTE POUR ÊTRE AVEC TOI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MAIS JE N’AI PAS TROUVÉ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CE QUE JE CHERCHAIS</a:t>
            </a:r>
          </a:p>
          <a:p>
            <a:pPr algn="ctr">
              <a:lnSpc>
                <a:spcPct val="110000"/>
              </a:lnSpc>
            </a:pP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TON RÈGNE VIENT, JE LE CROIS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QUAND TOUTES LES COULEURS 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S’UNIRONT EN TOI</a:t>
            </a:r>
          </a:p>
          <a:p>
            <a:pPr algn="ctr">
              <a:lnSpc>
                <a:spcPct val="110000"/>
              </a:lnSpc>
            </a:pP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     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OUI, JE COURS ENCORE</a:t>
            </a: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TU BRISAS LES JOUGS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TU BRISAS LES CHAÎNES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PORTAS LA CROIX DE TOUTE MA HONTE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DE TOUTE MA HONTE, SEIGNEUR JE LE CROIS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ET FINALEMENT, J’AI TROUVÉ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CE QUE JE CHERCHAIS</a:t>
            </a:r>
          </a:p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OUVRE LES YEUX DE MON CŒUR, SEIGNEUR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OUVRE LES YEUX DE MON CŒUR 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JE VEUX TE VOIR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JE VEUX TE VOIR</a:t>
            </a:r>
          </a:p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ET FINALEMENT, J’AI TROUVÉ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CE QUE JE CHERCHAIS</a:t>
            </a: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I HAVE CLIMBED THE HIGHEST MOUNTAIN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I HAVE RUN THROUGH THE FIELDS</a:t>
            </a:r>
          </a:p>
          <a:p>
            <a:pPr algn="ctr"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ONLY TO BE WITH YOU</a:t>
            </a:r>
          </a:p>
          <a:p>
            <a:pPr algn="ctr"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I HAVE RUN, I HAVE CRAWLED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I HAVE SCALED THESE CITY WALLS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THESE CITY WALLS</a:t>
            </a:r>
          </a:p>
          <a:p>
            <a:pPr algn="ctr"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ONLY TO BE WITH YOU</a:t>
            </a:r>
          </a:p>
          <a:p>
            <a:pPr algn="ctr"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BUT I STILL HAVEN'T FOUND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WHAT I'M LOOKING FOR</a:t>
            </a:r>
          </a:p>
          <a:p>
            <a:pPr algn="ctr"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I HAVE CLIMBED THE HIGHEST MOUNTAIN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I HAVE RUN THROUGH THE FIELDS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ONLY TO BE WITH YOU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ONLY TO BE WITH YOU</a:t>
            </a:r>
          </a:p>
          <a:p>
            <a:pPr algn="ctr"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I HAVE RUN, I HAVE CRAWLED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I HAVE SCALED THESE CITY WALLS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 </a:t>
            </a:r>
            <a:endParaRPr lang="en-US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THESE CITY WALLS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ONLY TO BE WITH YOU</a:t>
            </a:r>
          </a:p>
          <a:p>
            <a:pPr algn="ctr"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BUT I STILL HAVEN'T FOUND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WHAT I'M LOOKING FOR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 </a:t>
            </a:r>
            <a:endParaRPr lang="en-US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I BELIEVE IN THE KINGDOM COME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WHEN ALL THE COLORS WILL BLEED INTO ONE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BLEED INTO ONE</a:t>
            </a:r>
          </a:p>
          <a:p>
            <a:pPr algn="ctr"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YES, I'M STILL RUNNING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YES, I'M STILL RUNNING</a:t>
            </a:r>
          </a:p>
          <a:p>
            <a:pPr algn="ctr"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YOU BROKE THE BONDS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AND YOU LOOSED THE CHAINS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CARRIED THE CROSS OF ALL MY SHAME</a:t>
            </a:r>
          </a:p>
          <a:p>
            <a:pPr algn="ctr">
              <a:lnSpc>
                <a:spcPct val="110000"/>
              </a:lnSpc>
            </a:pPr>
            <a:endParaRPr lang="en-US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OF ALL MY SHAME, LORD I BELIEVE IT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AND NOW I'VE FINALLY FOUND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WHAT I'M LOOKING FOR</a:t>
            </a:r>
          </a:p>
          <a:p>
            <a:pPr algn="ctr"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OPEN THE EYES OF MY HEART, LORD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OPEN THE EYES OF MY HEART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I WANT TO SEE YOU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I WANT TO SEE YOU</a:t>
            </a:r>
          </a:p>
          <a:p>
            <a:pPr algn="ctr"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AND NOW I'VE FINALLY FOUND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WHAT I'M LOOKING FOR</a:t>
            </a: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114</Words>
  <Application>Microsoft Office PowerPoint</Application>
  <PresentationFormat>On-screen Show (4:3)</PresentationFormat>
  <Paragraphs>109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Times New Roman</vt:lpstr>
      <vt:lpstr>Arial</vt:lpstr>
      <vt:lpstr>Arial Black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SANDRA TAHIRO-APERANO (X114353)</cp:lastModifiedBy>
  <cp:revision>34</cp:revision>
  <dcterms:created xsi:type="dcterms:W3CDTF">2002-08-17T11:34:49Z</dcterms:created>
  <dcterms:modified xsi:type="dcterms:W3CDTF">2014-11-28T15:36:45Z</dcterms:modified>
</cp:coreProperties>
</file>