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15" r:id="rId12"/>
    <p:sldId id="317" r:id="rId13"/>
    <p:sldId id="318" r:id="rId14"/>
    <p:sldId id="319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2174" autoAdjust="0"/>
  </p:normalViewPr>
  <p:slideViewPr>
    <p:cSldViewPr>
      <p:cViewPr>
        <p:scale>
          <a:sx n="40" d="100"/>
          <a:sy n="40" d="100"/>
        </p:scale>
        <p:origin x="-16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EBE9B0C-5EB9-49AB-9192-50B9C70F584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1A8596-0AD7-4AEC-BF9C-06AFE1ADBED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	x2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27657-9490-42A2-949F-391335C8A5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96B-DC22-4411-9D3E-11064A2D50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FCA64-6134-416D-B055-08F93B1A68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B3EB6-C22D-4EC1-A214-DBF28DEF1A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F6474-0F22-440A-A3B8-85CD2AFF9F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64BC5-5799-4836-B587-813625969D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FEE95-8245-4396-A1B5-5A6E581A00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9ED3C-6596-40E4-81EC-DEB097358A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5C157-E743-4CCC-8EBA-424175BF08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04DCE-4BA7-44EA-B1C6-EA430B5AD9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808E1-FC5E-4399-BDE3-EC9E98F99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CB623B9-A850-4849-B638-4AC6405929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POIDS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TOUT À COUP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GLOIRE PARAÎT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EFFACE TOUTES AFFLICTIONS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RÉALISE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BEAUTÉ ET TON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GRANDEUR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COMME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TOUT À COUP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GLOIRE PARAÎT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EFFACE TOUTES AFFLICTIONS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RÉALISE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BEAUTÉ ET TON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GRANDEUR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COMME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SON PARTAGE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NOTRE PRIX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RACHETÉS PAR LA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SA GRÂCE EST UN OCÉAN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NOYONS DEDANS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CIEL EMBRASSE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ÉLAN SPONTANÉ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MES BATTEMENTS DE COEUR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SEMBLENT S’ACCÉLÉRER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LE TEMPS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GARDER MES REGRETS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COMMENCE À PENSER…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POIDS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3100</TotalTime>
  <Words>19937</Words>
  <Application>Microsoft Office PowerPoint</Application>
  <PresentationFormat>On-screen Show (4:3)</PresentationFormat>
  <Paragraphs>4978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IL EST UN DIEU JALOUX</vt:lpstr>
      <vt:lpstr>SON AMOUR, UN OURAGAN JE SUIS UN ARBRE</vt:lpstr>
      <vt:lpstr>PLIANT SOUS LE POIDS LE POIDS DE SA GRÂCE ENVERS MOI</vt:lpstr>
      <vt:lpstr>ET QUAND TOUT À COUP</vt:lpstr>
      <vt:lpstr>SA GLOIRE PARAÎT ET EFFACE TOUTES AFFLICTIONS </vt:lpstr>
      <vt:lpstr>JE RÉALISE  TA BEAUTÉ ET TON ÉCLAT</vt:lpstr>
      <vt:lpstr>ET LA GRANDEUR  DE TON AMOUR POUR MOI</vt:lpstr>
      <vt:lpstr>OH, COMME IL NOUS AIME TANT</vt:lpstr>
      <vt:lpstr>OUI, IL NOUS AIME  IL NOUS AIME TANT</vt:lpstr>
      <vt:lpstr>IL EST UN DIEU JALOUX</vt:lpstr>
      <vt:lpstr>SON AMOUR, UN OURAGAN JE SUIS UN ARBRE</vt:lpstr>
      <vt:lpstr>PLIANT SOUS LE  POIDS DE SA GRÂCE ENVERS MOI</vt:lpstr>
      <vt:lpstr>ET QUAND TOUT À COUP</vt:lpstr>
      <vt:lpstr>SA GLOIRE PARAÎT ET EFFACE TOUTES AFFLICTIONS</vt:lpstr>
      <vt:lpstr>JE RÉALISE  TA BEAUTÉ ET TON ÉCLAT</vt:lpstr>
      <vt:lpstr>ET LA GRANDEUR  DE TON AMOUR POUR MOI</vt:lpstr>
      <vt:lpstr>OH, COMME IL NOUS AIME TANT</vt:lpstr>
      <vt:lpstr>OUI, IL NOUS AIME  IL NOUS AIME TANT</vt:lpstr>
      <vt:lpstr>IL NOUS AIME TANT OUI, IL NOUS AIME TANT</vt:lpstr>
      <vt:lpstr>OUI, IL NOUS AIME TANT IL NOUS AIME </vt:lpstr>
      <vt:lpstr>NOUS SOMMES SON PARTAGE IL EST NOTRE PRIX</vt:lpstr>
      <vt:lpstr>RACHETÉS PAR LA GRÂCE QUI VIENT DE LUI</vt:lpstr>
      <vt:lpstr>SI SA GRÂCE EST UN OCÉAN NOUS NOUS NOYONS DEDANS</vt:lpstr>
      <vt:lpstr>ET LE CIEL EMBRASSE LA TERRE DANS UN ÉLAN SPONTANÉ</vt:lpstr>
      <vt:lpstr>ET MES BATTEMENTS DE COEUR SEMBLENT S’ACCÉLÉRER</vt:lpstr>
      <vt:lpstr>JE N’AI PAS LE TEMPS  DE GARDER MES REGRETS </vt:lpstr>
      <vt:lpstr>QUAND JE COMMENCE À PENSER…</vt:lpstr>
      <vt:lpstr>QU’IL NOUS AIME TANT OUI, IL NOUS AIME TANT</vt:lpstr>
      <vt:lpstr>OUI, IL NOUS AIME TANT IL NOUS AIME </vt:lpstr>
      <vt:lpstr>IL EST UN DIEU JALOUX</vt:lpstr>
      <vt:lpstr>SON AMOUR, UN OURAGAN JE SUIS UN ARBRE</vt:lpstr>
      <vt:lpstr>PLIANT SOUS LE POIDS LE POIDS DE SA GRÂCE ENVERS MOI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2014-04-13T08:34:38Z</dcterms:modified>
</cp:coreProperties>
</file>