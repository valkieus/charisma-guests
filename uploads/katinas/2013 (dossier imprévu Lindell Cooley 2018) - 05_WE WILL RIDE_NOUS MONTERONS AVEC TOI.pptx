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6" r:id="rId2"/>
    <p:sldId id="315" r:id="rId3"/>
    <p:sldId id="313" r:id="rId4"/>
    <p:sldId id="316" r:id="rId5"/>
    <p:sldId id="309" r:id="rId6"/>
    <p:sldId id="307" r:id="rId7"/>
    <p:sldId id="306" r:id="rId8"/>
    <p:sldId id="305" r:id="rId9"/>
    <p:sldId id="304" r:id="rId10"/>
    <p:sldId id="303" r:id="rId11"/>
    <p:sldId id="302" r:id="rId12"/>
    <p:sldId id="301" r:id="rId13"/>
    <p:sldId id="319" r:id="rId14"/>
    <p:sldId id="300" r:id="rId15"/>
    <p:sldId id="299" r:id="rId16"/>
    <p:sldId id="317" r:id="rId17"/>
    <p:sldId id="318" r:id="rId18"/>
    <p:sldId id="29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27287" autoAdjust="0"/>
  </p:normalViewPr>
  <p:slideViewPr>
    <p:cSldViewPr>
      <p:cViewPr varScale="1">
        <p:scale>
          <a:sx n="18" d="100"/>
          <a:sy n="18" d="100"/>
        </p:scale>
        <p:origin x="275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55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2-  IL MONTE UN CHEVAL BLANC  DANS CE PAYS                           x2
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white horse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 up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Heaven 
	8-  TOUT VÊTUS DE BLANC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dressed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white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scepter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11-  IL DIRIGE LES ARMÉES DANS CE PAYS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ET IL NOUS APPELLE, TOI ET MOI MONTERAS-TU AVEC MOI 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us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565850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604979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2-  IL MONTE UN CHEVAL BLANC  DANS CE PAYS                           x2
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white horse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 up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Heaven 
	8-  TOUT VÊTUS DE BLANC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dressed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white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scepter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11-  IL DIRIGE LES ARMÉES DANS CE PAYS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ET IL NOUS APPELLE, TOI ET MOI MONTERAS-TU AVEC MOI 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us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4293044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1029195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02809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970453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346007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sword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2-  IL MONTE UN CHEVAL BLANC  DANS CE PAYS                           x2
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white horse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 up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Heaven 
	8-  TOUT VÊTUS DE BLANC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dressed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white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scepter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
11-  IL DIRIGE LES ARMÉES DANS CE PAYS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land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me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ET IL NOUS APPELLE, TOI ET MOI MONTERAS-TU AVEC MOI ?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to us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2477534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246498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251912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2906764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1435176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606716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1935430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710852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3883260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A DU FEU DANS SES YEUX ET UNE ÉPÉE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fire in His eyes And a sword in His hand
2-  IL MONTE UN CHEVAL BLANC  DANS CE PAYS                           x2
And He's riding a white horse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 
	4-  ET IL NOUS APPELLE, TOI ET MOI MONTERAS-TU AVEC MOI 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He's calling out to you and me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DISONS : OUI, SEIGNEUR !  NOUS MONTERONS AVEC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We'll ride with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6-  NOUS DISONS : OUI SEIGNEUR !  NOUS COMBATTRONS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stand up and fight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NOUS MONTERONS  (AVEC L’ARMÉE DES CIEUX)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will ride With the armies of Heaven 
	8-  TOUT VÊTUS DE BLANC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We're gonna be dressed in white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NOUS DISONS : OUI SEIGNEUR !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say yes Lord We will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10-  IL A UNE COURONNE SUR SA TÊTE  IL TIENT UN SCEPTRE DANS SA MAIN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has a crown on His head And He's carrying a scepter In His hand
11-  IL DIRIGE LES ARMÉES DANS CE PAYS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leading the armies All across this land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ET IL NOUS APPELLE, TOI ET MOI MONTERAS-TU AVEC MOI ?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you and me Will you ride with Me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DISONS : OUI, SEIGNEUR !  NOUS MONTERONS AVEC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say yes Lord We'll ride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14-  CE FEU-LÀ DANS SES YEUX C’EST L’AMOUR POUR L’ÉPOUSE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love for His bride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 ET IL VEUT TANT LA RETROUVER  L’AVOIR À SES CÔTÉS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longing that she will be with Him Right by His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CE FEU-LÀ DANS SES YEUX  C’EST UN DÉSIR DÉVORANT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fire in His eyes Is His burning desire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 CAR IL VEUT LA RETROUVER  L’AVOIR À SES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His bride be with Him Right by His side
18-  ET IL NOUS APPELLE, TOI ET MOI MONTERAS-TU AVEC MOI ?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He's calling out to us right now Will you ride with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Refrain: 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IL A DU FEU DANS SES YEUX ET UNE ÉPÉE DANS SA MAIN </a:t>
            </a:r>
          </a:p>
          <a:p>
            <a:r>
              <a:rPr lang="fr-FR" smtClean="0"/>
              <a:t>He has fire in His eyes And a sword in His hand
2-  IL MONTE UN CHEVAL BLANC  DANS CE PAYS                           x2
And He's riding a white horse Across this land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3-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	Pré refrain: 
	4-  ET IL NOUS APPELLE, TOI ET MOI MONTERAS-TU AVEC MOI ? </a:t>
            </a:r>
          </a:p>
          <a:p>
            <a:r>
              <a:rPr lang="fr-FR" smtClean="0"/>
              <a:t>	And He's calling out to you and me Will you ride with me</a:t>
            </a:r>
          </a:p>
          <a:p>
            <a:r>
              <a:rPr lang="fr-FR" smtClean="0"/>
              <a:t>	5-  DISONS : OUI, SEIGNEUR !  NOUS MONTERONS AVEC TOI</a:t>
            </a:r>
          </a:p>
          <a:p>
            <a:r>
              <a:rPr lang="fr-FR" smtClean="0"/>
              <a:t>	We'll ride with you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6-  NOUS DISONS : OUI SEIGNEUR !  NOUS COMBATTRONS POUR TOI </a:t>
            </a:r>
          </a:p>
          <a:p>
            <a:r>
              <a:rPr lang="fr-FR" smtClean="0"/>
              <a:t>	We say yes Lord We will stand up and fight</a:t>
            </a:r>
            <a:br>
              <a:rPr lang="fr-FR" smtClean="0"/>
            </a:br>
            <a:r>
              <a:rPr lang="fr-FR" smtClean="0"/>
              <a:t>	7-  NOUS MONTERONS  (AVEC L’ARMÉE DES CIEUX)</a:t>
            </a:r>
          </a:p>
          <a:p>
            <a:r>
              <a:rPr lang="fr-FR" smtClean="0"/>
              <a:t>	We will ride With the armies of Heaven 
	8-  TOUT VÊTUS DE BLANC  </a:t>
            </a:r>
          </a:p>
          <a:p>
            <a:r>
              <a:rPr lang="fr-FR" smtClean="0"/>
              <a:t>	We're gonna be dressed in white</a:t>
            </a:r>
            <a:br>
              <a:rPr lang="fr-FR" smtClean="0"/>
            </a:br>
            <a:r>
              <a:rPr lang="fr-FR" smtClean="0"/>
              <a:t>	9- NOUS DISONS : OUI SEIGNEUR ! NOUS MONTERONS AVEC TOI </a:t>
            </a:r>
          </a:p>
          <a:p>
            <a:r>
              <a:rPr lang="fr-FR" smtClean="0"/>
              <a:t>	We say yes Lord We will ride</a:t>
            </a:r>
          </a:p>
          <a:p>
            <a:endParaRPr lang="fr-FR" smtClean="0"/>
          </a:p>
          <a:p>
            <a:r>
              <a:rPr lang="fr-FR" smtClean="0"/>
              <a:t>Couplet 2:
10-  IL A UNE COURONNE SUR SA TÊTE  IL TIENT UN SCEPTRE DANS SA MAIN </a:t>
            </a:r>
          </a:p>
          <a:p>
            <a:r>
              <a:rPr lang="fr-FR" smtClean="0"/>
              <a:t>He has a crown on His head And He's carrying a scepter In His hand
11-  IL DIRIGE LES ARMÉES DANS CE PAYS</a:t>
            </a:r>
          </a:p>
          <a:p>
            <a:r>
              <a:rPr lang="fr-FR" smtClean="0"/>
              <a:t>And He's leading the armies All across this land</a:t>
            </a:r>
            <a:br>
              <a:rPr lang="fr-FR" smtClean="0"/>
            </a:br>
            <a:r>
              <a:rPr lang="fr-FR" smtClean="0"/>
              <a:t>12-  ET IL NOUS APPELLE, TOI ET MOI MONTERAS-TU AVEC MOI ?  </a:t>
            </a:r>
          </a:p>
          <a:p>
            <a:r>
              <a:rPr lang="fr-FR" smtClean="0"/>
              <a:t>And He's calling out to you and me Will you ride with Me</a:t>
            </a:r>
            <a:br>
              <a:rPr lang="fr-FR" smtClean="0"/>
            </a:br>
            <a:r>
              <a:rPr lang="fr-FR" smtClean="0"/>
              <a:t>13-  DISONS : OUI, SEIGNEUR !  NOUS MONTERONS AVEC TOI </a:t>
            </a:r>
          </a:p>
          <a:p>
            <a:r>
              <a:rPr lang="fr-FR" smtClean="0"/>
              <a:t>We say yes Lord We'll ride</a:t>
            </a:r>
          </a:p>
          <a:p>
            <a:endParaRPr lang="fr-FR" smtClean="0"/>
          </a:p>
          <a:p>
            <a:r>
              <a:rPr lang="fr-FR" smtClean="0"/>
              <a:t>Pont:
14-  CE FEU-LÀ DANS SES YEUX C’EST L’AMOUR POUR L’ÉPOUSE </a:t>
            </a:r>
          </a:p>
          <a:p>
            <a:r>
              <a:rPr lang="fr-FR" smtClean="0"/>
              <a:t>That fire in His eyes Is His love for His bride</a:t>
            </a:r>
            <a:br>
              <a:rPr lang="fr-FR" smtClean="0"/>
            </a:br>
            <a:r>
              <a:rPr lang="fr-FR" smtClean="0"/>
              <a:t>15-  ET IL VEUT TANT LA RETROUVER  L’AVOIR À SES CÔTÉS</a:t>
            </a:r>
          </a:p>
          <a:p>
            <a:r>
              <a:rPr lang="fr-FR" smtClean="0"/>
              <a:t>And He's longing that she will be with Him Right by His side</a:t>
            </a:r>
            <a:br>
              <a:rPr lang="fr-FR" smtClean="0"/>
            </a:br>
            <a:r>
              <a:rPr lang="fr-FR" smtClean="0"/>
              <a:t>16-  CE FEU-LÀ DANS SES YEUX  C’EST UN DÉSIR DÉVORANT </a:t>
            </a:r>
          </a:p>
          <a:p>
            <a:r>
              <a:rPr lang="fr-FR" smtClean="0"/>
              <a:t>That fire in His eyes Is His burning desire</a:t>
            </a:r>
            <a:br>
              <a:rPr lang="fr-FR" smtClean="0"/>
            </a:br>
            <a:r>
              <a:rPr lang="fr-FR" smtClean="0"/>
              <a:t>17-  CAR IL VEUT LA RETROUVER  L’AVOIR À SES CÔTÉS </a:t>
            </a:r>
          </a:p>
          <a:p>
            <a:r>
              <a:rPr lang="fr-FR" smtClean="0"/>
              <a:t>That His bride be with Him Right by His side
18-  ET IL NOUS APPELLE, TOI ET MOI MONTERAS-TU AVEC MOI ? </a:t>
            </a:r>
          </a:p>
          <a:p>
            <a:r>
              <a:rPr lang="fr-FR" smtClean="0"/>
              <a:t>And He's calling out to us right now Will you ride with Me</a:t>
            </a:r>
          </a:p>
          <a:p>
            <a:r>
              <a:rPr lang="fr-FR" smtClean="0"/>
              <a:t>
Refrain: </a:t>
            </a:r>
          </a:p>
        </p:txBody>
      </p:sp>
    </p:spTree>
    <p:extLst>
      <p:ext uri="{BB962C8B-B14F-4D97-AF65-F5344CB8AC3E}">
        <p14:creationId xmlns:p14="http://schemas.microsoft.com/office/powerpoint/2010/main" val="181954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DU FEU DANS SES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UNE ÉPÉE DANS SA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MONTE UN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CHEVAL BLANC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PAYS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36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NOUS APPELLE, TOI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MOI MONTERAS-TU AVEC MOI 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?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977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NOUS APPELLE, TOI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MOI MONTERAS-TU AVEC MOI 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?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896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DISONS : OUI, SEIGNEUR !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MONTERONS AVEC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152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DISONS : OUI SEIGNEUR !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COMBATTRONS POUR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539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MONTERONS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L’ARMÉE DES CIEUX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430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VÊTUS DE BLANC</a:t>
            </a:r>
          </a:p>
        </p:txBody>
      </p:sp>
    </p:spTree>
    <p:extLst>
      <p:ext uri="{BB962C8B-B14F-4D97-AF65-F5344CB8AC3E}">
        <p14:creationId xmlns:p14="http://schemas.microsoft.com/office/powerpoint/2010/main" val="316990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DISONS : OUI SEIGNEUR ! 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MONTERONS AVEC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702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UNE COURONNE SUR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TÊTE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TIENT UN SCEPTRE DANS SA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953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DIRIGE LES ARMÉES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CE PAYS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17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NOUS APPELLE, TOI ET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MONTERAS-TU AVEC MOI ?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470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DISONS : OUI, SEIGNEUR !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MONTERONS AVEC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752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FEU-LÀ DANS SES 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L’AMOUR POUR L’ÉPOUSE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900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VEUT TANT LA RETROUVER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L’AVOIR À SES CÔTÉS</a:t>
            </a:r>
          </a:p>
        </p:txBody>
      </p:sp>
    </p:spTree>
    <p:extLst>
      <p:ext uri="{BB962C8B-B14F-4D97-AF65-F5344CB8AC3E}">
        <p14:creationId xmlns:p14="http://schemas.microsoft.com/office/powerpoint/2010/main" val="200548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FEU-LÀ DANS SES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 DÉSIR DÉVORANT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041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VEUT LA RETROUVER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L’AVOIR À SES CÔTÉS</a:t>
            </a:r>
          </a:p>
        </p:txBody>
      </p:sp>
    </p:spTree>
    <p:extLst>
      <p:ext uri="{BB962C8B-B14F-4D97-AF65-F5344CB8AC3E}">
        <p14:creationId xmlns:p14="http://schemas.microsoft.com/office/powerpoint/2010/main" val="242399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NOUS APPELLE, TOI ET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MONTERAS-TU AVEC MOI ?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574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1187</Words>
  <Application>Microsoft Office PowerPoint</Application>
  <PresentationFormat>Affichage à l'écran (4:3)</PresentationFormat>
  <Paragraphs>1221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171</cp:revision>
  <dcterms:created xsi:type="dcterms:W3CDTF">2002-08-17T10:50:50Z</dcterms:created>
  <dcterms:modified xsi:type="dcterms:W3CDTF">2018-06-24T07:50:36Z</dcterms:modified>
</cp:coreProperties>
</file>