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0" r:id="rId2"/>
    <p:sldId id="271" r:id="rId3"/>
    <p:sldId id="272" r:id="rId4"/>
    <p:sldId id="273" r:id="rId5"/>
    <p:sldId id="274" r:id="rId6"/>
    <p:sldId id="275" r:id="rId7"/>
    <p:sldId id="294" r:id="rId8"/>
    <p:sldId id="295" r:id="rId9"/>
    <p:sldId id="296" r:id="rId10"/>
    <p:sldId id="297" r:id="rId11"/>
    <p:sldId id="285" r:id="rId12"/>
    <p:sldId id="299" r:id="rId13"/>
    <p:sldId id="300" r:id="rId14"/>
    <p:sldId id="301" r:id="rId15"/>
    <p:sldId id="302" r:id="rId16"/>
    <p:sldId id="304" r:id="rId17"/>
    <p:sldId id="284" r:id="rId18"/>
    <p:sldId id="303" r:id="rId19"/>
    <p:sldId id="288" r:id="rId20"/>
    <p:sldId id="306" r:id="rId21"/>
    <p:sldId id="289" r:id="rId22"/>
    <p:sldId id="290" r:id="rId23"/>
    <p:sldId id="292" r:id="rId24"/>
    <p:sldId id="291" r:id="rId25"/>
    <p:sldId id="307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72336" autoAdjust="0"/>
  </p:normalViewPr>
  <p:slideViewPr>
    <p:cSldViewPr>
      <p:cViewPr varScale="1">
        <p:scale>
          <a:sx n="43" d="100"/>
          <a:sy n="43" d="100"/>
        </p:scale>
        <p:origin x="-120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6F47047-99FC-46FB-9C00-A15449CCE436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FDB8FC4-0D39-4EDA-9F65-4EA45D3A6BE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MAIS JE N’AI PAS TROUVÉ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But I still haven't found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	7-  MAIS JE N’AI PAS TROUVÉ </a:t>
            </a:r>
          </a:p>
          <a:p>
            <a:r>
              <a:rPr lang="fr-FR" smtClean="0"/>
              <a:t>	CE QUE JE CHERCHAIS</a:t>
            </a:r>
          </a:p>
          <a:p>
            <a:r>
              <a:rPr lang="fr-FR" smtClean="0"/>
              <a:t>	    But I still haven't found  </a:t>
            </a:r>
          </a:p>
          <a:p>
            <a:r>
              <a:rPr lang="fr-FR" smtClean="0"/>
              <a:t>	    What I'm looking for	x2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	13-  MAIS JE N’AI PAS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But I still haven't found</a:t>
            </a:r>
          </a:p>
          <a:p>
            <a:r>
              <a:rPr lang="fr-FR" smtClean="0"/>
              <a:t>	      What I'm looking for	x2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endParaRPr lang="fr-FR" smtClean="0"/>
          </a:p>
          <a:p>
            <a:r>
              <a:rPr lang="fr-FR" smtClean="0"/>
              <a:t>	21-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		x2</a:t>
            </a:r>
          </a:p>
          <a:p>
            <a:endParaRPr lang="fr-FR" smtClean="0"/>
          </a:p>
          <a:p>
            <a:r>
              <a:rPr lang="fr-FR" smtClean="0"/>
              <a:t>	24-  ET FINALEMENT, J’AI TROUVÉ</a:t>
            </a:r>
            <a:br>
              <a:rPr lang="fr-FR" smtClean="0"/>
            </a:br>
            <a:r>
              <a:rPr lang="fr-FR" smtClean="0"/>
              <a:t>	      CE QUE JE CHERCHAIS</a:t>
            </a:r>
          </a:p>
          <a:p>
            <a:r>
              <a:rPr lang="fr-FR" smtClean="0"/>
              <a:t>	      And now I've finally found</a:t>
            </a:r>
          </a:p>
          <a:p>
            <a:r>
              <a:rPr lang="fr-FR" smtClean="0"/>
              <a:t>	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89F1A-886A-4530-A87B-8CDA845432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C94B48-AD00-4120-B89C-16D9ACB209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7E212D-C188-4EA9-BC6C-A2F904E601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A1BAF-2EAA-4BD1-BC04-29A3079A17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E1049D-62C5-4471-8082-B9BD5E2D57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FD18CB-6FB3-4DCB-AD1C-37C9AEB2C3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E6B53-FF23-4EA6-BFFB-2698241ECA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74BEA-1F47-432B-8FBD-70AA2FAE5D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854F2-A03D-4E42-A55B-3DA154125D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3ACB87-CA56-4221-A3C3-7D92275BA6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A69C4-77D3-4218-B029-12DBDAB959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8847EDAC-7256-47CB-8B4B-853057669F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MONTÉ SUR LA PLUS HAUTE MONTAGNE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PARCOURU TOUS LES CHAMPS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COURU, J’AI RAMPÉ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MONTÉ SUR CES MURAILLES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CES MURAILLES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N’AI PAS TROUVÉ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JE CHERCHAIS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MONTÉ SUR LA PLUS HAUTE MONTAGNE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PARCOURU TOUS LES CHAMPS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COURU, J’AI RAMPÉ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MONTÉ SUR CES MURAILLES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CES MURAILLES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N’AI PAS TROUVÉ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JE CHERCHAIS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RÈGNE VIENT, JE LE CROIS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TOUTES LES COULEURS S’UNIRONT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S’UNIRONT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JE COURS ENCORE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BRISAS LES JOUGS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BRISAS LES CHAÎNES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PORTAS LA CROIX DE TOUTE MA HONTE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 MA HONTE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JE LE CROIS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FINALEMENT, J’AI TROUVÉ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JE CHERCHAIS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YEUX DE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YEUX DE MON CŒUR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VOIR,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VOIR,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FINALEMENT, J’AI TROUVÉ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JE CHERCHAIS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1820</Words>
  <Application>Microsoft Office PowerPoint</Application>
  <PresentationFormat>On-screen Show (4:3)</PresentationFormat>
  <Paragraphs>3466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Franklin Gothic Medium</vt:lpstr>
      <vt:lpstr>Arial</vt:lpstr>
      <vt:lpstr>Calibri</vt:lpstr>
      <vt:lpstr>Default Design</vt:lpstr>
      <vt:lpstr>JE SUIS MONTÉ SUR LA PLUS HAUTE MONTAGNE  </vt:lpstr>
      <vt:lpstr>J’AI PARCOURU TOUS LES CHAMPS</vt:lpstr>
      <vt:lpstr>JUSTE POUR ÊTRE AVEC TOI JUSTE POUR ÊTRE AVEC TOI</vt:lpstr>
      <vt:lpstr>J’AI COURU, J’AI RAMPÉ JE SUIS MONTÉ SUR CES MURAILLES</vt:lpstr>
      <vt:lpstr>SUR CES MURAILLES</vt:lpstr>
      <vt:lpstr>JUSTE POUR ÊTRE AVEC TOI</vt:lpstr>
      <vt:lpstr>MAIS JE N’AI PAS TROUVÉ CE QUE JE CHERCHAIS</vt:lpstr>
      <vt:lpstr>JE SUIS MONTÉ SUR LA PLUS HAUTE MONTAGNE  </vt:lpstr>
      <vt:lpstr>J’AI PARCOURU TOUS LES CHAMPS</vt:lpstr>
      <vt:lpstr>JUSTE POUR ÊTRE AVEC TOI JUSTE POUR ÊTRE AVEC TOI</vt:lpstr>
      <vt:lpstr>J’AI COURU, J’AI RAMPÉ JE SUIS MONTÉ SUR CES MURAILLES</vt:lpstr>
      <vt:lpstr>SUR CES MURAILLES JUSTE POUR ÊTRE AVEC TOI   </vt:lpstr>
      <vt:lpstr>MAIS JE N’AI PAS TROUVÉ CE QUE JE CHERCHAIS</vt:lpstr>
      <vt:lpstr>TON RÈGNE VIENT, JE LE CROIS  </vt:lpstr>
      <vt:lpstr>QUAND TOUTES LES COULEURS S’UNIRONT EN TOI</vt:lpstr>
      <vt:lpstr>S’UNIRONT EN TOI</vt:lpstr>
      <vt:lpstr>OUI, JE COURS ENCORE</vt:lpstr>
      <vt:lpstr>TU BRISAS LES JOUGS TU BRISAS LES CHAÎNES</vt:lpstr>
      <vt:lpstr>PORTAS LA CROIX DE TOUTE MA HONTE</vt:lpstr>
      <vt:lpstr>DE TOUTE MA HONTE SEIGNEUR, JE LE CROIS</vt:lpstr>
      <vt:lpstr>ET FINALEMENT, J’AI TROUVÉ CE QUE JE CHERCHAIS</vt:lpstr>
      <vt:lpstr>OUVRE LES YEUX DE MON CŒUR OUVRE LES YEUX DE MON CŒUR </vt:lpstr>
      <vt:lpstr>JE VEUX TE VOIR, SEIGNEUR JE VEUX TE VOIR, SEIGNEUR</vt:lpstr>
      <vt:lpstr>ET FINALEMENT, J’AI TROUVÉ CE QUE JE CHERCHAIS</vt:lpstr>
      <vt:lpstr>Diapositive 25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95</cp:revision>
  <dcterms:created xsi:type="dcterms:W3CDTF">2002-08-17T10:50:50Z</dcterms:created>
  <dcterms:modified xsi:type="dcterms:W3CDTF">2014-04-13T08:33:41Z</dcterms:modified>
</cp:coreProperties>
</file>