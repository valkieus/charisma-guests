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352" r:id="rId2"/>
    <p:sldId id="353" r:id="rId3"/>
    <p:sldId id="354" r:id="rId4"/>
    <p:sldId id="355" r:id="rId5"/>
    <p:sldId id="356" r:id="rId6"/>
    <p:sldId id="357" r:id="rId7"/>
    <p:sldId id="359" r:id="rId8"/>
    <p:sldId id="360" r:id="rId9"/>
    <p:sldId id="361" r:id="rId10"/>
    <p:sldId id="362" r:id="rId11"/>
    <p:sldId id="363" r:id="rId12"/>
    <p:sldId id="364" r:id="rId13"/>
    <p:sldId id="365" r:id="rId14"/>
    <p:sldId id="366" r:id="rId15"/>
    <p:sldId id="367" r:id="rId16"/>
    <p:sldId id="368" r:id="rId17"/>
    <p:sldId id="369" r:id="rId18"/>
    <p:sldId id="370" r:id="rId19"/>
    <p:sldId id="371" r:id="rId20"/>
    <p:sldId id="372" r:id="rId21"/>
    <p:sldId id="373" r:id="rId22"/>
    <p:sldId id="374" r:id="rId23"/>
    <p:sldId id="375" r:id="rId24"/>
    <p:sldId id="376" r:id="rId25"/>
    <p:sldId id="377" r:id="rId2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82" autoAdjust="0"/>
    <p:restoredTop sz="47782" autoAdjust="0"/>
  </p:normalViewPr>
  <p:slideViewPr>
    <p:cSldViewPr>
      <p:cViewPr>
        <p:scale>
          <a:sx n="54" d="100"/>
          <a:sy n="54" d="100"/>
        </p:scale>
        <p:origin x="-72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62935782-D320-4EC0-BF05-3D1119283076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6BEC6BE4-8ACB-4F48-A553-33EF06393E2B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Highest science, lofty philosophy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Little children, beckon to come receive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C’EST SI BON DE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It’s so good Just to know</a:t>
            </a:r>
            <a:br>
              <a:rPr lang="fr-FR" smtClean="0"/>
            </a:br>
            <a:r>
              <a:rPr lang="fr-FR" smtClean="0"/>
              <a:t>	8-  MON AMOUR EST SI BON ET DISPONIBLE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My love is soo good It’s available</a:t>
            </a:r>
            <a:br>
              <a:rPr lang="fr-FR" smtClean="0"/>
            </a:br>
            <a:r>
              <a:rPr lang="fr-FR" smtClean="0"/>
              <a:t>	9-  N’ATTENDS PAS TROP LONGTEMPS POUR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Won’t you take time To get to know</a:t>
            </a:r>
            <a:br>
              <a:rPr lang="fr-FR" smtClean="0"/>
            </a:br>
            <a:r>
              <a:rPr lang="fr-FR" smtClean="0"/>
              <a:t>	10-  MON AMOUR EST SI BON TU PEUX ME PARLER</a:t>
            </a:r>
            <a:br>
              <a:rPr lang="fr-FR" smtClean="0"/>
            </a:br>
            <a:r>
              <a:rPr lang="fr-FR" smtClean="0"/>
              <a:t>	       My love is so fine You can talk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???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C’EST EXTRAORDINAIRE COMME 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(He’s mighty good to me)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Put your hands together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BON BON BON BON BON BON….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Good good good good good good good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r>
              <a:rPr lang="fr-FR" smtClean="0"/>
              <a:t>     Highest science, lofty philosophy</a:t>
            </a:r>
          </a:p>
          <a:p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endParaRPr lang="fr-FR" smtClean="0"/>
          </a:p>
          <a:p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r>
              <a:rPr lang="fr-FR" smtClean="0"/>
              <a:t>     Little children, beckon to come receive</a:t>
            </a:r>
          </a:p>
          <a:p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endParaRPr lang="fr-FR" smtClean="0"/>
          </a:p>
          <a:p>
            <a:r>
              <a:rPr lang="fr-FR" smtClean="0"/>
              <a:t>	7-  C’EST SI BON DE LE CONNAÎTRE</a:t>
            </a:r>
          </a:p>
          <a:p>
            <a:r>
              <a:rPr lang="fr-FR" smtClean="0"/>
              <a:t>	     It’s so good Just to know</a:t>
            </a:r>
            <a:br>
              <a:rPr lang="fr-FR" smtClean="0"/>
            </a:br>
            <a:r>
              <a:rPr lang="fr-FR" smtClean="0"/>
              <a:t>	8-  MON AMOUR EST SI BON ET DISPONIBLE</a:t>
            </a:r>
          </a:p>
          <a:p>
            <a:r>
              <a:rPr lang="fr-FR" smtClean="0"/>
              <a:t>	     My love is soo good It’s available</a:t>
            </a:r>
            <a:br>
              <a:rPr lang="fr-FR" smtClean="0"/>
            </a:br>
            <a:r>
              <a:rPr lang="fr-FR" smtClean="0"/>
              <a:t>	9-  N’ATTENDS PAS TROP LONGTEMPS POUR LE CONNAÎTRE</a:t>
            </a:r>
          </a:p>
          <a:p>
            <a:r>
              <a:rPr lang="fr-FR" smtClean="0"/>
              <a:t>	     Won’t you take time To get to know</a:t>
            </a:r>
            <a:br>
              <a:rPr lang="fr-FR" smtClean="0"/>
            </a:br>
            <a:r>
              <a:rPr lang="fr-FR" smtClean="0"/>
              <a:t>	10-  MON AMOUR EST SI BON TU PEUX ME PARLER</a:t>
            </a:r>
            <a:br>
              <a:rPr lang="fr-FR" smtClean="0"/>
            </a:br>
            <a:r>
              <a:rPr lang="fr-FR" smtClean="0"/>
              <a:t>	       My love is so fine You can talk to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???</a:t>
            </a:r>
          </a:p>
          <a:p>
            <a:endParaRPr lang="fr-FR" smtClean="0"/>
          </a:p>
          <a:p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endParaRPr lang="fr-FR" smtClean="0"/>
          </a:p>
          <a:p>
            <a:r>
              <a:rPr lang="fr-FR" smtClean="0"/>
              <a:t>14-  C’EST EXTRAORDINAIRE COMME EN UN INSTANT</a:t>
            </a:r>
          </a:p>
          <a:p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r>
              <a:rPr lang="fr-FR" smtClean="0"/>
              <a:t>       (He’s mighty good to me)</a:t>
            </a:r>
          </a:p>
          <a:p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r>
              <a:rPr lang="fr-FR" smtClean="0"/>
              <a:t>      Put your hands together</a:t>
            </a:r>
          </a:p>
          <a:p>
            <a:endParaRPr lang="fr-FR" smtClean="0"/>
          </a:p>
          <a:p>
            <a:r>
              <a:rPr lang="fr-FR" smtClean="0"/>
              <a:t>21-  BON BON BON BON BON BON….</a:t>
            </a:r>
          </a:p>
          <a:p>
            <a:r>
              <a:rPr lang="fr-FR" smtClean="0"/>
              <a:t>      Good good good good good good good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Highest science, lofty philosophy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Little children, beckon to come receive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C’EST SI BON DE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It’s so good Just to know</a:t>
            </a:r>
            <a:br>
              <a:rPr lang="fr-FR" smtClean="0"/>
            </a:br>
            <a:r>
              <a:rPr lang="fr-FR" smtClean="0"/>
              <a:t>	8-  MON AMOUR EST SI BON ET DISPONIBLE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My love is soo good It’s available</a:t>
            </a:r>
            <a:br>
              <a:rPr lang="fr-FR" smtClean="0"/>
            </a:br>
            <a:r>
              <a:rPr lang="fr-FR" smtClean="0"/>
              <a:t>	9-  N’ATTENDS PAS TROP LONGTEMPS POUR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Won’t you take time To get to know</a:t>
            </a:r>
            <a:br>
              <a:rPr lang="fr-FR" smtClean="0"/>
            </a:br>
            <a:r>
              <a:rPr lang="fr-FR" smtClean="0"/>
              <a:t>	10-  MON AMOUR EST SI BON TU PEUX ME PARLER</a:t>
            </a:r>
            <a:br>
              <a:rPr lang="fr-FR" smtClean="0"/>
            </a:br>
            <a:r>
              <a:rPr lang="fr-FR" smtClean="0"/>
              <a:t>	       My love is so fine You can talk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???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C’EST EXTRAORDINAIRE COMME 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(He’s mighty good to me)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Put your hands together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BON BON BON BON BON BON….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Good good good good good good good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r>
              <a:rPr lang="fr-FR" smtClean="0"/>
              <a:t>     Highest science, lofty philosophy</a:t>
            </a:r>
          </a:p>
          <a:p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endParaRPr lang="fr-FR" smtClean="0"/>
          </a:p>
          <a:p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r>
              <a:rPr lang="fr-FR" smtClean="0"/>
              <a:t>     Little children, beckon to come receive</a:t>
            </a:r>
          </a:p>
          <a:p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endParaRPr lang="fr-FR" smtClean="0"/>
          </a:p>
          <a:p>
            <a:r>
              <a:rPr lang="fr-FR" smtClean="0"/>
              <a:t>	7-  C’EST SI BON DE LE CONNAÎTRE</a:t>
            </a:r>
          </a:p>
          <a:p>
            <a:r>
              <a:rPr lang="fr-FR" smtClean="0"/>
              <a:t>	     It’s so good Just to know</a:t>
            </a:r>
            <a:br>
              <a:rPr lang="fr-FR" smtClean="0"/>
            </a:br>
            <a:r>
              <a:rPr lang="fr-FR" smtClean="0"/>
              <a:t>	8-  MON AMOUR EST SI BON ET DISPONIBLE</a:t>
            </a:r>
          </a:p>
          <a:p>
            <a:r>
              <a:rPr lang="fr-FR" smtClean="0"/>
              <a:t>	     My love is soo good It’s available</a:t>
            </a:r>
            <a:br>
              <a:rPr lang="fr-FR" smtClean="0"/>
            </a:br>
            <a:r>
              <a:rPr lang="fr-FR" smtClean="0"/>
              <a:t>	9-  N’ATTENDS PAS TROP LONGTEMPS POUR LE CONNAÎTRE</a:t>
            </a:r>
          </a:p>
          <a:p>
            <a:r>
              <a:rPr lang="fr-FR" smtClean="0"/>
              <a:t>	     Won’t you take time To get to know</a:t>
            </a:r>
            <a:br>
              <a:rPr lang="fr-FR" smtClean="0"/>
            </a:br>
            <a:r>
              <a:rPr lang="fr-FR" smtClean="0"/>
              <a:t>	10-  MON AMOUR EST SI BON TU PEUX ME PARLER</a:t>
            </a:r>
            <a:br>
              <a:rPr lang="fr-FR" smtClean="0"/>
            </a:br>
            <a:r>
              <a:rPr lang="fr-FR" smtClean="0"/>
              <a:t>	       My love is so fine You can talk to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???</a:t>
            </a:r>
          </a:p>
          <a:p>
            <a:endParaRPr lang="fr-FR" smtClean="0"/>
          </a:p>
          <a:p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endParaRPr lang="fr-FR" smtClean="0"/>
          </a:p>
          <a:p>
            <a:r>
              <a:rPr lang="fr-FR" smtClean="0"/>
              <a:t>14-  C’EST EXTRAORDINAIRE COMME EN UN INSTANT</a:t>
            </a:r>
          </a:p>
          <a:p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r>
              <a:rPr lang="fr-FR" smtClean="0"/>
              <a:t>       (He’s mighty good to me)</a:t>
            </a:r>
          </a:p>
          <a:p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r>
              <a:rPr lang="fr-FR" smtClean="0"/>
              <a:t>      Put your hands together</a:t>
            </a:r>
          </a:p>
          <a:p>
            <a:endParaRPr lang="fr-FR" smtClean="0"/>
          </a:p>
          <a:p>
            <a:r>
              <a:rPr lang="fr-FR" smtClean="0"/>
              <a:t>21-  BON BON BON BON BON BON….</a:t>
            </a:r>
          </a:p>
          <a:p>
            <a:r>
              <a:rPr lang="fr-FR" smtClean="0"/>
              <a:t>      Good good good good good good good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Highest science, lofty philosophy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Little children, beckon to come receive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C’EST SI BON DE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It’s so good Just to know</a:t>
            </a:r>
            <a:br>
              <a:rPr lang="fr-FR" smtClean="0"/>
            </a:br>
            <a:r>
              <a:rPr lang="fr-FR" smtClean="0"/>
              <a:t>	8-  MON AMOUR EST SI BON ET DISPONIBLE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My love is soo good It’s available</a:t>
            </a:r>
            <a:br>
              <a:rPr lang="fr-FR" smtClean="0"/>
            </a:br>
            <a:r>
              <a:rPr lang="fr-FR" smtClean="0"/>
              <a:t>	9-  N’ATTENDS PAS TROP LONGTEMPS POUR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Won’t you take time To get to know</a:t>
            </a:r>
            <a:br>
              <a:rPr lang="fr-FR" smtClean="0"/>
            </a:br>
            <a:r>
              <a:rPr lang="fr-FR" smtClean="0"/>
              <a:t>	10-  MON AMOUR EST SI BON TU PEUX ME PARLER</a:t>
            </a:r>
            <a:br>
              <a:rPr lang="fr-FR" smtClean="0"/>
            </a:br>
            <a:r>
              <a:rPr lang="fr-FR" smtClean="0"/>
              <a:t>	       My love is so fine You can talk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???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C’EST EXTRAORDINAIRE COMME 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(He’s mighty good to me)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Put your hands together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BON BON BON BON BON BON….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Good good good good good good good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r>
              <a:rPr lang="fr-FR" smtClean="0"/>
              <a:t>     Highest science, lofty philosophy</a:t>
            </a:r>
          </a:p>
          <a:p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endParaRPr lang="fr-FR" smtClean="0"/>
          </a:p>
          <a:p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r>
              <a:rPr lang="fr-FR" smtClean="0"/>
              <a:t>     Little children, beckon to come receive</a:t>
            </a:r>
          </a:p>
          <a:p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endParaRPr lang="fr-FR" smtClean="0"/>
          </a:p>
          <a:p>
            <a:r>
              <a:rPr lang="fr-FR" smtClean="0"/>
              <a:t>	7-  C’EST SI BON DE LE CONNAÎTRE</a:t>
            </a:r>
          </a:p>
          <a:p>
            <a:r>
              <a:rPr lang="fr-FR" smtClean="0"/>
              <a:t>	     It’s so good Just to know</a:t>
            </a:r>
            <a:br>
              <a:rPr lang="fr-FR" smtClean="0"/>
            </a:br>
            <a:r>
              <a:rPr lang="fr-FR" smtClean="0"/>
              <a:t>	8-  MON AMOUR EST SI BON ET DISPONIBLE</a:t>
            </a:r>
          </a:p>
          <a:p>
            <a:r>
              <a:rPr lang="fr-FR" smtClean="0"/>
              <a:t>	     My love is soo good It’s available</a:t>
            </a:r>
            <a:br>
              <a:rPr lang="fr-FR" smtClean="0"/>
            </a:br>
            <a:r>
              <a:rPr lang="fr-FR" smtClean="0"/>
              <a:t>	9-  N’ATTENDS PAS TROP LONGTEMPS POUR LE CONNAÎTRE</a:t>
            </a:r>
          </a:p>
          <a:p>
            <a:r>
              <a:rPr lang="fr-FR" smtClean="0"/>
              <a:t>	     Won’t you take time To get to know</a:t>
            </a:r>
            <a:br>
              <a:rPr lang="fr-FR" smtClean="0"/>
            </a:br>
            <a:r>
              <a:rPr lang="fr-FR" smtClean="0"/>
              <a:t>	10-  MON AMOUR EST SI BON TU PEUX ME PARLER</a:t>
            </a:r>
            <a:br>
              <a:rPr lang="fr-FR" smtClean="0"/>
            </a:br>
            <a:r>
              <a:rPr lang="fr-FR" smtClean="0"/>
              <a:t>	       My love is so fine You can talk to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???</a:t>
            </a:r>
          </a:p>
          <a:p>
            <a:endParaRPr lang="fr-FR" smtClean="0"/>
          </a:p>
          <a:p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endParaRPr lang="fr-FR" smtClean="0"/>
          </a:p>
          <a:p>
            <a:r>
              <a:rPr lang="fr-FR" smtClean="0"/>
              <a:t>14-  C’EST EXTRAORDINAIRE COMME EN UN INSTANT</a:t>
            </a:r>
          </a:p>
          <a:p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r>
              <a:rPr lang="fr-FR" smtClean="0"/>
              <a:t>       (He’s mighty good to me)</a:t>
            </a:r>
          </a:p>
          <a:p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r>
              <a:rPr lang="fr-FR" smtClean="0"/>
              <a:t>      Put your hands together</a:t>
            </a:r>
          </a:p>
          <a:p>
            <a:endParaRPr lang="fr-FR" smtClean="0"/>
          </a:p>
          <a:p>
            <a:r>
              <a:rPr lang="fr-FR" smtClean="0"/>
              <a:t>21-  BON BON BON BON BON BON….</a:t>
            </a:r>
          </a:p>
          <a:p>
            <a:r>
              <a:rPr lang="fr-FR" smtClean="0"/>
              <a:t>      Good good good good good good good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Highest science, lofty philosophy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Little children, beckon to come receive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C’EST SI BON DE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It’s so good Just to know</a:t>
            </a:r>
            <a:br>
              <a:rPr lang="fr-FR" smtClean="0"/>
            </a:br>
            <a:r>
              <a:rPr lang="fr-FR" smtClean="0"/>
              <a:t>	8-  MON AMOUR EST SI BON ET DISPONIBLE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My love is soo good It’s available</a:t>
            </a:r>
            <a:br>
              <a:rPr lang="fr-FR" smtClean="0"/>
            </a:br>
            <a:r>
              <a:rPr lang="fr-FR" smtClean="0"/>
              <a:t>	9-  N’ATTENDS PAS TROP LONGTEMPS POUR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Won’t you take time To get to know</a:t>
            </a:r>
            <a:br>
              <a:rPr lang="fr-FR" smtClean="0"/>
            </a:br>
            <a:r>
              <a:rPr lang="fr-FR" smtClean="0"/>
              <a:t>	10-  MON AMOUR EST SI BON TU PEUX ME PARLER</a:t>
            </a:r>
            <a:br>
              <a:rPr lang="fr-FR" smtClean="0"/>
            </a:br>
            <a:r>
              <a:rPr lang="fr-FR" smtClean="0"/>
              <a:t>	       My love is so fine You can talk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???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C’EST EXTRAORDINAIRE COMME 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(He’s mighty good to me)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Put your hands together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BON BON BON BON BON BON….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Good good good good good good good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r>
              <a:rPr lang="fr-FR" smtClean="0"/>
              <a:t>     Highest science, lofty philosophy</a:t>
            </a:r>
          </a:p>
          <a:p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endParaRPr lang="fr-FR" smtClean="0"/>
          </a:p>
          <a:p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r>
              <a:rPr lang="fr-FR" smtClean="0"/>
              <a:t>     Little children, beckon to come receive</a:t>
            </a:r>
          </a:p>
          <a:p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endParaRPr lang="fr-FR" smtClean="0"/>
          </a:p>
          <a:p>
            <a:r>
              <a:rPr lang="fr-FR" smtClean="0"/>
              <a:t>	7-  C’EST SI BON DE LE CONNAÎTRE</a:t>
            </a:r>
          </a:p>
          <a:p>
            <a:r>
              <a:rPr lang="fr-FR" smtClean="0"/>
              <a:t>	     It’s so good Just to know</a:t>
            </a:r>
            <a:br>
              <a:rPr lang="fr-FR" smtClean="0"/>
            </a:br>
            <a:r>
              <a:rPr lang="fr-FR" smtClean="0"/>
              <a:t>	8-  MON AMOUR EST SI BON ET DISPONIBLE</a:t>
            </a:r>
          </a:p>
          <a:p>
            <a:r>
              <a:rPr lang="fr-FR" smtClean="0"/>
              <a:t>	     My love is soo good It’s available</a:t>
            </a:r>
            <a:br>
              <a:rPr lang="fr-FR" smtClean="0"/>
            </a:br>
            <a:r>
              <a:rPr lang="fr-FR" smtClean="0"/>
              <a:t>	9-  N’ATTENDS PAS TROP LONGTEMPS POUR LE CONNAÎTRE</a:t>
            </a:r>
          </a:p>
          <a:p>
            <a:r>
              <a:rPr lang="fr-FR" smtClean="0"/>
              <a:t>	     Won’t you take time To get to know</a:t>
            </a:r>
            <a:br>
              <a:rPr lang="fr-FR" smtClean="0"/>
            </a:br>
            <a:r>
              <a:rPr lang="fr-FR" smtClean="0"/>
              <a:t>	10-  MON AMOUR EST SI BON TU PEUX ME PARLER</a:t>
            </a:r>
            <a:br>
              <a:rPr lang="fr-FR" smtClean="0"/>
            </a:br>
            <a:r>
              <a:rPr lang="fr-FR" smtClean="0"/>
              <a:t>	       My love is so fine You can talk to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???</a:t>
            </a:r>
          </a:p>
          <a:p>
            <a:endParaRPr lang="fr-FR" smtClean="0"/>
          </a:p>
          <a:p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endParaRPr lang="fr-FR" smtClean="0"/>
          </a:p>
          <a:p>
            <a:r>
              <a:rPr lang="fr-FR" smtClean="0"/>
              <a:t>14-  C’EST EXTRAORDINAIRE COMME EN UN INSTANT</a:t>
            </a:r>
          </a:p>
          <a:p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r>
              <a:rPr lang="fr-FR" smtClean="0"/>
              <a:t>       (He’s mighty good to me)</a:t>
            </a:r>
          </a:p>
          <a:p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r>
              <a:rPr lang="fr-FR" smtClean="0"/>
              <a:t>      Put your hands together</a:t>
            </a:r>
          </a:p>
          <a:p>
            <a:endParaRPr lang="fr-FR" smtClean="0"/>
          </a:p>
          <a:p>
            <a:r>
              <a:rPr lang="fr-FR" smtClean="0"/>
              <a:t>21-  BON BON BON BON BON BON….</a:t>
            </a:r>
          </a:p>
          <a:p>
            <a:r>
              <a:rPr lang="fr-FR" smtClean="0"/>
              <a:t>      Good good good good good good good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Highest science, lofty philosophy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Little children, beckon to come receive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C’EST SI BON DE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It’s so good Just to know</a:t>
            </a:r>
            <a:br>
              <a:rPr lang="fr-FR" smtClean="0"/>
            </a:br>
            <a:r>
              <a:rPr lang="fr-FR" smtClean="0"/>
              <a:t>	8-  MON AMOUR EST SI BON ET DISPONIBLE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My love is soo good It’s available</a:t>
            </a:r>
            <a:br>
              <a:rPr lang="fr-FR" smtClean="0"/>
            </a:br>
            <a:r>
              <a:rPr lang="fr-FR" smtClean="0"/>
              <a:t>	9-  N’ATTENDS PAS TROP LONGTEMPS POUR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Won’t you take time To get to know</a:t>
            </a:r>
            <a:br>
              <a:rPr lang="fr-FR" smtClean="0"/>
            </a:br>
            <a:r>
              <a:rPr lang="fr-FR" smtClean="0"/>
              <a:t>	10-  MON AMOUR EST SI BON TU PEUX ME PARLER</a:t>
            </a:r>
            <a:br>
              <a:rPr lang="fr-FR" smtClean="0"/>
            </a:br>
            <a:r>
              <a:rPr lang="fr-FR" smtClean="0"/>
              <a:t>	       My love is so fine You can talk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???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C’EST EXTRAORDINAIRE COMME 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(He’s mighty good to me)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Put your hands together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BON BON BON BON BON BON….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Good good good good good good good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r>
              <a:rPr lang="fr-FR" smtClean="0"/>
              <a:t>     Highest science, lofty philosophy</a:t>
            </a:r>
          </a:p>
          <a:p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endParaRPr lang="fr-FR" smtClean="0"/>
          </a:p>
          <a:p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r>
              <a:rPr lang="fr-FR" smtClean="0"/>
              <a:t>     Little children, beckon to come receive</a:t>
            </a:r>
          </a:p>
          <a:p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endParaRPr lang="fr-FR" smtClean="0"/>
          </a:p>
          <a:p>
            <a:r>
              <a:rPr lang="fr-FR" smtClean="0"/>
              <a:t>	7-  C’EST SI BON DE LE CONNAÎTRE</a:t>
            </a:r>
          </a:p>
          <a:p>
            <a:r>
              <a:rPr lang="fr-FR" smtClean="0"/>
              <a:t>	     It’s so good Just to know</a:t>
            </a:r>
            <a:br>
              <a:rPr lang="fr-FR" smtClean="0"/>
            </a:br>
            <a:r>
              <a:rPr lang="fr-FR" smtClean="0"/>
              <a:t>	8-  MON AMOUR EST SI BON ET DISPONIBLE</a:t>
            </a:r>
          </a:p>
          <a:p>
            <a:r>
              <a:rPr lang="fr-FR" smtClean="0"/>
              <a:t>	     My love is soo good It’s available</a:t>
            </a:r>
            <a:br>
              <a:rPr lang="fr-FR" smtClean="0"/>
            </a:br>
            <a:r>
              <a:rPr lang="fr-FR" smtClean="0"/>
              <a:t>	9-  N’ATTENDS PAS TROP LONGTEMPS POUR LE CONNAÎTRE</a:t>
            </a:r>
          </a:p>
          <a:p>
            <a:r>
              <a:rPr lang="fr-FR" smtClean="0"/>
              <a:t>	     Won’t you take time To get to know</a:t>
            </a:r>
            <a:br>
              <a:rPr lang="fr-FR" smtClean="0"/>
            </a:br>
            <a:r>
              <a:rPr lang="fr-FR" smtClean="0"/>
              <a:t>	10-  MON AMOUR EST SI BON TU PEUX ME PARLER</a:t>
            </a:r>
            <a:br>
              <a:rPr lang="fr-FR" smtClean="0"/>
            </a:br>
            <a:r>
              <a:rPr lang="fr-FR" smtClean="0"/>
              <a:t>	       My love is so fine You can talk to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???</a:t>
            </a:r>
          </a:p>
          <a:p>
            <a:endParaRPr lang="fr-FR" smtClean="0"/>
          </a:p>
          <a:p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endParaRPr lang="fr-FR" smtClean="0"/>
          </a:p>
          <a:p>
            <a:r>
              <a:rPr lang="fr-FR" smtClean="0"/>
              <a:t>14-  C’EST EXTRAORDINAIRE COMME EN UN INSTANT</a:t>
            </a:r>
          </a:p>
          <a:p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r>
              <a:rPr lang="fr-FR" smtClean="0"/>
              <a:t>       (He’s mighty good to me)</a:t>
            </a:r>
          </a:p>
          <a:p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r>
              <a:rPr lang="fr-FR" smtClean="0"/>
              <a:t>      Put your hands together</a:t>
            </a:r>
          </a:p>
          <a:p>
            <a:endParaRPr lang="fr-FR" smtClean="0"/>
          </a:p>
          <a:p>
            <a:r>
              <a:rPr lang="fr-FR" smtClean="0"/>
              <a:t>21-  BON BON BON BON BON BON….</a:t>
            </a:r>
          </a:p>
          <a:p>
            <a:r>
              <a:rPr lang="fr-FR" smtClean="0"/>
              <a:t>      Good good good good good good good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Highest science, lofty philosophy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Little children, beckon to come receive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C’EST SI BON DE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It’s so good Just to know</a:t>
            </a:r>
            <a:br>
              <a:rPr lang="fr-FR" smtClean="0"/>
            </a:br>
            <a:r>
              <a:rPr lang="fr-FR" smtClean="0"/>
              <a:t>	8-  MON AMOUR EST SI BON ET DISPONIBLE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My love is soo good It’s available</a:t>
            </a:r>
            <a:br>
              <a:rPr lang="fr-FR" smtClean="0"/>
            </a:br>
            <a:r>
              <a:rPr lang="fr-FR" smtClean="0"/>
              <a:t>	9-  N’ATTENDS PAS TROP LONGTEMPS POUR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Won’t you take time To get to know</a:t>
            </a:r>
            <a:br>
              <a:rPr lang="fr-FR" smtClean="0"/>
            </a:br>
            <a:r>
              <a:rPr lang="fr-FR" smtClean="0"/>
              <a:t>	10-  MON AMOUR EST SI BON TU PEUX ME PARLER</a:t>
            </a:r>
            <a:br>
              <a:rPr lang="fr-FR" smtClean="0"/>
            </a:br>
            <a:r>
              <a:rPr lang="fr-FR" smtClean="0"/>
              <a:t>	       My love is so fine You can talk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???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C’EST EXTRAORDINAIRE COMME 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(He’s mighty good to me)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Put your hands together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BON BON BON BON BON BON….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Good good good good good good good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r>
              <a:rPr lang="fr-FR" smtClean="0"/>
              <a:t>     Highest science, lofty philosophy</a:t>
            </a:r>
          </a:p>
          <a:p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endParaRPr lang="fr-FR" smtClean="0"/>
          </a:p>
          <a:p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r>
              <a:rPr lang="fr-FR" smtClean="0"/>
              <a:t>     Little children, beckon to come receive</a:t>
            </a:r>
          </a:p>
          <a:p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endParaRPr lang="fr-FR" smtClean="0"/>
          </a:p>
          <a:p>
            <a:r>
              <a:rPr lang="fr-FR" smtClean="0"/>
              <a:t>	7-  C’EST SI BON DE LE CONNAÎTRE</a:t>
            </a:r>
          </a:p>
          <a:p>
            <a:r>
              <a:rPr lang="fr-FR" smtClean="0"/>
              <a:t>	     It’s so good Just to know</a:t>
            </a:r>
            <a:br>
              <a:rPr lang="fr-FR" smtClean="0"/>
            </a:br>
            <a:r>
              <a:rPr lang="fr-FR" smtClean="0"/>
              <a:t>	8-  MON AMOUR EST SI BON ET DISPONIBLE</a:t>
            </a:r>
          </a:p>
          <a:p>
            <a:r>
              <a:rPr lang="fr-FR" smtClean="0"/>
              <a:t>	     My love is soo good It’s available</a:t>
            </a:r>
            <a:br>
              <a:rPr lang="fr-FR" smtClean="0"/>
            </a:br>
            <a:r>
              <a:rPr lang="fr-FR" smtClean="0"/>
              <a:t>	9-  N’ATTENDS PAS TROP LONGTEMPS POUR LE CONNAÎTRE</a:t>
            </a:r>
          </a:p>
          <a:p>
            <a:r>
              <a:rPr lang="fr-FR" smtClean="0"/>
              <a:t>	     Won’t you take time To get to know</a:t>
            </a:r>
            <a:br>
              <a:rPr lang="fr-FR" smtClean="0"/>
            </a:br>
            <a:r>
              <a:rPr lang="fr-FR" smtClean="0"/>
              <a:t>	10-  MON AMOUR EST SI BON TU PEUX ME PARLER</a:t>
            </a:r>
            <a:br>
              <a:rPr lang="fr-FR" smtClean="0"/>
            </a:br>
            <a:r>
              <a:rPr lang="fr-FR" smtClean="0"/>
              <a:t>	       My love is so fine You can talk to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???</a:t>
            </a:r>
          </a:p>
          <a:p>
            <a:endParaRPr lang="fr-FR" smtClean="0"/>
          </a:p>
          <a:p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endParaRPr lang="fr-FR" smtClean="0"/>
          </a:p>
          <a:p>
            <a:r>
              <a:rPr lang="fr-FR" smtClean="0"/>
              <a:t>14-  C’EST EXTRAORDINAIRE COMME EN UN INSTANT</a:t>
            </a:r>
          </a:p>
          <a:p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r>
              <a:rPr lang="fr-FR" smtClean="0"/>
              <a:t>       (He’s mighty good to me)</a:t>
            </a:r>
          </a:p>
          <a:p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r>
              <a:rPr lang="fr-FR" smtClean="0"/>
              <a:t>      Put your hands together</a:t>
            </a:r>
          </a:p>
          <a:p>
            <a:endParaRPr lang="fr-FR" smtClean="0"/>
          </a:p>
          <a:p>
            <a:r>
              <a:rPr lang="fr-FR" smtClean="0"/>
              <a:t>21-  BON BON BON BON BON BON….</a:t>
            </a:r>
          </a:p>
          <a:p>
            <a:r>
              <a:rPr lang="fr-FR" smtClean="0"/>
              <a:t>      Good good good good good good good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Highest science, lofty philosophy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Little children, beckon to come receive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C’EST SI BON DE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It’s so good Just to know</a:t>
            </a:r>
            <a:br>
              <a:rPr lang="fr-FR" smtClean="0"/>
            </a:br>
            <a:r>
              <a:rPr lang="fr-FR" smtClean="0"/>
              <a:t>	8-  MON AMOUR EST SI BON ET DISPONIBLE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My love is soo good It’s available</a:t>
            </a:r>
            <a:br>
              <a:rPr lang="fr-FR" smtClean="0"/>
            </a:br>
            <a:r>
              <a:rPr lang="fr-FR" smtClean="0"/>
              <a:t>	9-  N’ATTENDS PAS TROP LONGTEMPS POUR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Won’t you take time To get to know</a:t>
            </a:r>
            <a:br>
              <a:rPr lang="fr-FR" smtClean="0"/>
            </a:br>
            <a:r>
              <a:rPr lang="fr-FR" smtClean="0"/>
              <a:t>	10-  MON AMOUR EST SI BON TU PEUX ME PARLER</a:t>
            </a:r>
            <a:br>
              <a:rPr lang="fr-FR" smtClean="0"/>
            </a:br>
            <a:r>
              <a:rPr lang="fr-FR" smtClean="0"/>
              <a:t>	       My love is so fine You can talk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???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C’EST EXTRAORDINAIRE COMME 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(He’s mighty good to me)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Put your hands together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BON BON BON BON BON BON….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Good good good good good good good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r>
              <a:rPr lang="fr-FR" smtClean="0"/>
              <a:t>     Highest science, lofty philosophy</a:t>
            </a:r>
          </a:p>
          <a:p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endParaRPr lang="fr-FR" smtClean="0"/>
          </a:p>
          <a:p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r>
              <a:rPr lang="fr-FR" smtClean="0"/>
              <a:t>     Little children, beckon to come receive</a:t>
            </a:r>
          </a:p>
          <a:p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endParaRPr lang="fr-FR" smtClean="0"/>
          </a:p>
          <a:p>
            <a:r>
              <a:rPr lang="fr-FR" smtClean="0"/>
              <a:t>	7-  C’EST SI BON DE LE CONNAÎTRE</a:t>
            </a:r>
          </a:p>
          <a:p>
            <a:r>
              <a:rPr lang="fr-FR" smtClean="0"/>
              <a:t>	     It’s so good Just to know</a:t>
            </a:r>
            <a:br>
              <a:rPr lang="fr-FR" smtClean="0"/>
            </a:br>
            <a:r>
              <a:rPr lang="fr-FR" smtClean="0"/>
              <a:t>	8-  MON AMOUR EST SI BON ET DISPONIBLE</a:t>
            </a:r>
          </a:p>
          <a:p>
            <a:r>
              <a:rPr lang="fr-FR" smtClean="0"/>
              <a:t>	     My love is soo good It’s available</a:t>
            </a:r>
            <a:br>
              <a:rPr lang="fr-FR" smtClean="0"/>
            </a:br>
            <a:r>
              <a:rPr lang="fr-FR" smtClean="0"/>
              <a:t>	9-  N’ATTENDS PAS TROP LONGTEMPS POUR LE CONNAÎTRE</a:t>
            </a:r>
          </a:p>
          <a:p>
            <a:r>
              <a:rPr lang="fr-FR" smtClean="0"/>
              <a:t>	     Won’t you take time To get to know</a:t>
            </a:r>
            <a:br>
              <a:rPr lang="fr-FR" smtClean="0"/>
            </a:br>
            <a:r>
              <a:rPr lang="fr-FR" smtClean="0"/>
              <a:t>	10-  MON AMOUR EST SI BON TU PEUX ME PARLER</a:t>
            </a:r>
            <a:br>
              <a:rPr lang="fr-FR" smtClean="0"/>
            </a:br>
            <a:r>
              <a:rPr lang="fr-FR" smtClean="0"/>
              <a:t>	       My love is so fine You can talk to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???</a:t>
            </a:r>
          </a:p>
          <a:p>
            <a:endParaRPr lang="fr-FR" smtClean="0"/>
          </a:p>
          <a:p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endParaRPr lang="fr-FR" smtClean="0"/>
          </a:p>
          <a:p>
            <a:r>
              <a:rPr lang="fr-FR" smtClean="0"/>
              <a:t>14-  C’EST EXTRAORDINAIRE COMME EN UN INSTANT</a:t>
            </a:r>
          </a:p>
          <a:p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r>
              <a:rPr lang="fr-FR" smtClean="0"/>
              <a:t>       (He’s mighty good to me)</a:t>
            </a:r>
          </a:p>
          <a:p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r>
              <a:rPr lang="fr-FR" smtClean="0"/>
              <a:t>      Put your hands together</a:t>
            </a:r>
          </a:p>
          <a:p>
            <a:endParaRPr lang="fr-FR" smtClean="0"/>
          </a:p>
          <a:p>
            <a:r>
              <a:rPr lang="fr-FR" smtClean="0"/>
              <a:t>21-  BON BON BON BON BON BON….</a:t>
            </a:r>
          </a:p>
          <a:p>
            <a:r>
              <a:rPr lang="fr-FR" smtClean="0"/>
              <a:t>      Good good good good good good good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Highest science, lofty philosophy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Little children, beckon to come receive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C’EST SI BON DE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It’s so good Just to know</a:t>
            </a:r>
            <a:br>
              <a:rPr lang="fr-FR" smtClean="0"/>
            </a:br>
            <a:r>
              <a:rPr lang="fr-FR" smtClean="0"/>
              <a:t>	8-  MON AMOUR EST SI BON ET DISPONIBLE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My love is soo good It’s available</a:t>
            </a:r>
            <a:br>
              <a:rPr lang="fr-FR" smtClean="0"/>
            </a:br>
            <a:r>
              <a:rPr lang="fr-FR" smtClean="0"/>
              <a:t>	9-  N’ATTENDS PAS TROP LONGTEMPS POUR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Won’t you take time To get to know</a:t>
            </a:r>
            <a:br>
              <a:rPr lang="fr-FR" smtClean="0"/>
            </a:br>
            <a:r>
              <a:rPr lang="fr-FR" smtClean="0"/>
              <a:t>	10-  MON AMOUR EST SI BON TU PEUX ME PARLER</a:t>
            </a:r>
            <a:br>
              <a:rPr lang="fr-FR" smtClean="0"/>
            </a:br>
            <a:r>
              <a:rPr lang="fr-FR" smtClean="0"/>
              <a:t>	       My love is so fine You can talk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???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C’EST EXTRAORDINAIRE COMME 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(He’s mighty good to me)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Put your hands together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BON BON BON BON BON BON….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Good good good good good good good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r>
              <a:rPr lang="fr-FR" smtClean="0"/>
              <a:t>     Highest science, lofty philosophy</a:t>
            </a:r>
          </a:p>
          <a:p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endParaRPr lang="fr-FR" smtClean="0"/>
          </a:p>
          <a:p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r>
              <a:rPr lang="fr-FR" smtClean="0"/>
              <a:t>     Little children, beckon to come receive</a:t>
            </a:r>
          </a:p>
          <a:p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endParaRPr lang="fr-FR" smtClean="0"/>
          </a:p>
          <a:p>
            <a:r>
              <a:rPr lang="fr-FR" smtClean="0"/>
              <a:t>	7-  C’EST SI BON DE LE CONNAÎTRE</a:t>
            </a:r>
          </a:p>
          <a:p>
            <a:r>
              <a:rPr lang="fr-FR" smtClean="0"/>
              <a:t>	     It’s so good Just to know</a:t>
            </a:r>
            <a:br>
              <a:rPr lang="fr-FR" smtClean="0"/>
            </a:br>
            <a:r>
              <a:rPr lang="fr-FR" smtClean="0"/>
              <a:t>	8-  MON AMOUR EST SI BON ET DISPONIBLE</a:t>
            </a:r>
          </a:p>
          <a:p>
            <a:r>
              <a:rPr lang="fr-FR" smtClean="0"/>
              <a:t>	     My love is soo good It’s available</a:t>
            </a:r>
            <a:br>
              <a:rPr lang="fr-FR" smtClean="0"/>
            </a:br>
            <a:r>
              <a:rPr lang="fr-FR" smtClean="0"/>
              <a:t>	9-  N’ATTENDS PAS TROP LONGTEMPS POUR LE CONNAÎTRE</a:t>
            </a:r>
          </a:p>
          <a:p>
            <a:r>
              <a:rPr lang="fr-FR" smtClean="0"/>
              <a:t>	     Won’t you take time To get to know</a:t>
            </a:r>
            <a:br>
              <a:rPr lang="fr-FR" smtClean="0"/>
            </a:br>
            <a:r>
              <a:rPr lang="fr-FR" smtClean="0"/>
              <a:t>	10-  MON AMOUR EST SI BON TU PEUX ME PARLER</a:t>
            </a:r>
            <a:br>
              <a:rPr lang="fr-FR" smtClean="0"/>
            </a:br>
            <a:r>
              <a:rPr lang="fr-FR" smtClean="0"/>
              <a:t>	       My love is so fine You can talk to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???</a:t>
            </a:r>
          </a:p>
          <a:p>
            <a:endParaRPr lang="fr-FR" smtClean="0"/>
          </a:p>
          <a:p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endParaRPr lang="fr-FR" smtClean="0"/>
          </a:p>
          <a:p>
            <a:r>
              <a:rPr lang="fr-FR" smtClean="0"/>
              <a:t>14-  C’EST EXTRAORDINAIRE COMME EN UN INSTANT</a:t>
            </a:r>
          </a:p>
          <a:p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r>
              <a:rPr lang="fr-FR" smtClean="0"/>
              <a:t>       (He’s mighty good to me)</a:t>
            </a:r>
          </a:p>
          <a:p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r>
              <a:rPr lang="fr-FR" smtClean="0"/>
              <a:t>      Put your hands together</a:t>
            </a:r>
          </a:p>
          <a:p>
            <a:endParaRPr lang="fr-FR" smtClean="0"/>
          </a:p>
          <a:p>
            <a:r>
              <a:rPr lang="fr-FR" smtClean="0"/>
              <a:t>21-  BON BON BON BON BON BON….</a:t>
            </a:r>
          </a:p>
          <a:p>
            <a:r>
              <a:rPr lang="fr-FR" smtClean="0"/>
              <a:t>      Good good good good good good good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Highest science, lofty philosophy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Little children, beckon to come receive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C’EST SI BON DE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It’s so good Just to know</a:t>
            </a:r>
            <a:br>
              <a:rPr lang="fr-FR" smtClean="0"/>
            </a:br>
            <a:r>
              <a:rPr lang="fr-FR" smtClean="0"/>
              <a:t>	8-  MON AMOUR EST SI BON ET DISPONIBLE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My love is soo good It’s available</a:t>
            </a:r>
            <a:br>
              <a:rPr lang="fr-FR" smtClean="0"/>
            </a:br>
            <a:r>
              <a:rPr lang="fr-FR" smtClean="0"/>
              <a:t>	9-  N’ATTENDS PAS TROP LONGTEMPS POUR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Won’t you take time To get to know</a:t>
            </a:r>
            <a:br>
              <a:rPr lang="fr-FR" smtClean="0"/>
            </a:br>
            <a:r>
              <a:rPr lang="fr-FR" smtClean="0"/>
              <a:t>	10-  MON AMOUR EST SI BON TU PEUX ME PARLER</a:t>
            </a:r>
            <a:br>
              <a:rPr lang="fr-FR" smtClean="0"/>
            </a:br>
            <a:r>
              <a:rPr lang="fr-FR" smtClean="0"/>
              <a:t>	       My love is so fine You can talk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???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C’EST EXTRAORDINAIRE COMME 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(He’s mighty good to me)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Put your hands together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BON BON BON BON BON BON….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Good good good good good good good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r>
              <a:rPr lang="fr-FR" smtClean="0"/>
              <a:t>     Highest science, lofty philosophy</a:t>
            </a:r>
          </a:p>
          <a:p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endParaRPr lang="fr-FR" smtClean="0"/>
          </a:p>
          <a:p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r>
              <a:rPr lang="fr-FR" smtClean="0"/>
              <a:t>     Little children, beckon to come receive</a:t>
            </a:r>
          </a:p>
          <a:p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endParaRPr lang="fr-FR" smtClean="0"/>
          </a:p>
          <a:p>
            <a:r>
              <a:rPr lang="fr-FR" smtClean="0"/>
              <a:t>	7-  C’EST SI BON DE LE CONNAÎTRE</a:t>
            </a:r>
          </a:p>
          <a:p>
            <a:r>
              <a:rPr lang="fr-FR" smtClean="0"/>
              <a:t>	     It’s so good Just to know</a:t>
            </a:r>
            <a:br>
              <a:rPr lang="fr-FR" smtClean="0"/>
            </a:br>
            <a:r>
              <a:rPr lang="fr-FR" smtClean="0"/>
              <a:t>	8-  MON AMOUR EST SI BON ET DISPONIBLE</a:t>
            </a:r>
          </a:p>
          <a:p>
            <a:r>
              <a:rPr lang="fr-FR" smtClean="0"/>
              <a:t>	     My love is soo good It’s available</a:t>
            </a:r>
            <a:br>
              <a:rPr lang="fr-FR" smtClean="0"/>
            </a:br>
            <a:r>
              <a:rPr lang="fr-FR" smtClean="0"/>
              <a:t>	9-  N’ATTENDS PAS TROP LONGTEMPS POUR LE CONNAÎTRE</a:t>
            </a:r>
          </a:p>
          <a:p>
            <a:r>
              <a:rPr lang="fr-FR" smtClean="0"/>
              <a:t>	     Won’t you take time To get to know</a:t>
            </a:r>
            <a:br>
              <a:rPr lang="fr-FR" smtClean="0"/>
            </a:br>
            <a:r>
              <a:rPr lang="fr-FR" smtClean="0"/>
              <a:t>	10-  MON AMOUR EST SI BON TU PEUX ME PARLER</a:t>
            </a:r>
            <a:br>
              <a:rPr lang="fr-FR" smtClean="0"/>
            </a:br>
            <a:r>
              <a:rPr lang="fr-FR" smtClean="0"/>
              <a:t>	       My love is so fine You can talk to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???</a:t>
            </a:r>
          </a:p>
          <a:p>
            <a:endParaRPr lang="fr-FR" smtClean="0"/>
          </a:p>
          <a:p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endParaRPr lang="fr-FR" smtClean="0"/>
          </a:p>
          <a:p>
            <a:r>
              <a:rPr lang="fr-FR" smtClean="0"/>
              <a:t>14-  C’EST EXTRAORDINAIRE COMME EN UN INSTANT</a:t>
            </a:r>
          </a:p>
          <a:p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r>
              <a:rPr lang="fr-FR" smtClean="0"/>
              <a:t>       (He’s mighty good to me)</a:t>
            </a:r>
          </a:p>
          <a:p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r>
              <a:rPr lang="fr-FR" smtClean="0"/>
              <a:t>      Put your hands together</a:t>
            </a:r>
          </a:p>
          <a:p>
            <a:endParaRPr lang="fr-FR" smtClean="0"/>
          </a:p>
          <a:p>
            <a:r>
              <a:rPr lang="fr-FR" smtClean="0"/>
              <a:t>21-  BON BON BON BON BON BON….</a:t>
            </a:r>
          </a:p>
          <a:p>
            <a:r>
              <a:rPr lang="fr-FR" smtClean="0"/>
              <a:t>      Good good good good good good good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Highest science, lofty philosophy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Little children, beckon to come receive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C’EST SI BON DE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It’s so good Just to know</a:t>
            </a:r>
            <a:br>
              <a:rPr lang="fr-FR" smtClean="0"/>
            </a:br>
            <a:r>
              <a:rPr lang="fr-FR" smtClean="0"/>
              <a:t>	8-  MON AMOUR EST SI BON ET DISPONIBLE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My love is soo good It’s available</a:t>
            </a:r>
            <a:br>
              <a:rPr lang="fr-FR" smtClean="0"/>
            </a:br>
            <a:r>
              <a:rPr lang="fr-FR" smtClean="0"/>
              <a:t>	9-  N’ATTENDS PAS TROP LONGTEMPS POUR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Won’t you take time To get to know</a:t>
            </a:r>
            <a:br>
              <a:rPr lang="fr-FR" smtClean="0"/>
            </a:br>
            <a:r>
              <a:rPr lang="fr-FR" smtClean="0"/>
              <a:t>	10-  MON AMOUR EST SI BON TU PEUX ME PARLER</a:t>
            </a:r>
            <a:br>
              <a:rPr lang="fr-FR" smtClean="0"/>
            </a:br>
            <a:r>
              <a:rPr lang="fr-FR" smtClean="0"/>
              <a:t>	       My love is so fine You can talk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???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C’EST EXTRAORDINAIRE COMME 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(He’s mighty good to me)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Put your hands together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BON BON BON BON BON BON….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Good good good good good good good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r>
              <a:rPr lang="fr-FR" smtClean="0"/>
              <a:t>     Highest science, lofty philosophy</a:t>
            </a:r>
          </a:p>
          <a:p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endParaRPr lang="fr-FR" smtClean="0"/>
          </a:p>
          <a:p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r>
              <a:rPr lang="fr-FR" smtClean="0"/>
              <a:t>     Little children, beckon to come receive</a:t>
            </a:r>
          </a:p>
          <a:p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endParaRPr lang="fr-FR" smtClean="0"/>
          </a:p>
          <a:p>
            <a:r>
              <a:rPr lang="fr-FR" smtClean="0"/>
              <a:t>	7-  C’EST SI BON DE LE CONNAÎTRE</a:t>
            </a:r>
          </a:p>
          <a:p>
            <a:r>
              <a:rPr lang="fr-FR" smtClean="0"/>
              <a:t>	     It’s so good Just to know</a:t>
            </a:r>
            <a:br>
              <a:rPr lang="fr-FR" smtClean="0"/>
            </a:br>
            <a:r>
              <a:rPr lang="fr-FR" smtClean="0"/>
              <a:t>	8-  MON AMOUR EST SI BON ET DISPONIBLE</a:t>
            </a:r>
          </a:p>
          <a:p>
            <a:r>
              <a:rPr lang="fr-FR" smtClean="0"/>
              <a:t>	     My love is soo good It’s available</a:t>
            </a:r>
            <a:br>
              <a:rPr lang="fr-FR" smtClean="0"/>
            </a:br>
            <a:r>
              <a:rPr lang="fr-FR" smtClean="0"/>
              <a:t>	9-  N’ATTENDS PAS TROP LONGTEMPS POUR LE CONNAÎTRE</a:t>
            </a:r>
          </a:p>
          <a:p>
            <a:r>
              <a:rPr lang="fr-FR" smtClean="0"/>
              <a:t>	     Won’t you take time To get to know</a:t>
            </a:r>
            <a:br>
              <a:rPr lang="fr-FR" smtClean="0"/>
            </a:br>
            <a:r>
              <a:rPr lang="fr-FR" smtClean="0"/>
              <a:t>	10-  MON AMOUR EST SI BON TU PEUX ME PARLER</a:t>
            </a:r>
            <a:br>
              <a:rPr lang="fr-FR" smtClean="0"/>
            </a:br>
            <a:r>
              <a:rPr lang="fr-FR" smtClean="0"/>
              <a:t>	       My love is so fine You can talk to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???</a:t>
            </a:r>
          </a:p>
          <a:p>
            <a:endParaRPr lang="fr-FR" smtClean="0"/>
          </a:p>
          <a:p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endParaRPr lang="fr-FR" smtClean="0"/>
          </a:p>
          <a:p>
            <a:r>
              <a:rPr lang="fr-FR" smtClean="0"/>
              <a:t>14-  C’EST EXTRAORDINAIRE COMME EN UN INSTANT</a:t>
            </a:r>
          </a:p>
          <a:p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r>
              <a:rPr lang="fr-FR" smtClean="0"/>
              <a:t>       (He’s mighty good to me)</a:t>
            </a:r>
          </a:p>
          <a:p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r>
              <a:rPr lang="fr-FR" smtClean="0"/>
              <a:t>      Put your hands together</a:t>
            </a:r>
          </a:p>
          <a:p>
            <a:endParaRPr lang="fr-FR" smtClean="0"/>
          </a:p>
          <a:p>
            <a:r>
              <a:rPr lang="fr-FR" smtClean="0"/>
              <a:t>21-  BON BON BON BON BON BON….</a:t>
            </a:r>
          </a:p>
          <a:p>
            <a:r>
              <a:rPr lang="fr-FR" smtClean="0"/>
              <a:t>      Good good good good good good good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Highest science, lofty philosophy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Little children, beckon to come receive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C’EST SI BON DE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It’s so good Just to know</a:t>
            </a:r>
            <a:br>
              <a:rPr lang="fr-FR" smtClean="0"/>
            </a:br>
            <a:r>
              <a:rPr lang="fr-FR" smtClean="0"/>
              <a:t>	8-  MON AMOUR EST SI BON ET DISPONIBLE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My love is soo good It’s available</a:t>
            </a:r>
            <a:br>
              <a:rPr lang="fr-FR" smtClean="0"/>
            </a:br>
            <a:r>
              <a:rPr lang="fr-FR" smtClean="0"/>
              <a:t>	9-  N’ATTENDS PAS TROP LONGTEMPS POUR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Won’t you take time To get to know</a:t>
            </a:r>
            <a:br>
              <a:rPr lang="fr-FR" smtClean="0"/>
            </a:br>
            <a:r>
              <a:rPr lang="fr-FR" smtClean="0"/>
              <a:t>	10-  MON AMOUR EST SI BON TU PEUX ME PARLER</a:t>
            </a:r>
            <a:br>
              <a:rPr lang="fr-FR" smtClean="0"/>
            </a:br>
            <a:r>
              <a:rPr lang="fr-FR" smtClean="0"/>
              <a:t>	       My love is so fine You can talk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???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C’EST EXTRAORDINAIRE COMME 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(He’s mighty good to me)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Put your hands together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BON BON BON BON BON BON….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Good good good good good good good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r>
              <a:rPr lang="fr-FR" smtClean="0"/>
              <a:t>     Highest science, lofty philosophy</a:t>
            </a:r>
          </a:p>
          <a:p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endParaRPr lang="fr-FR" smtClean="0"/>
          </a:p>
          <a:p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r>
              <a:rPr lang="fr-FR" smtClean="0"/>
              <a:t>     Little children, beckon to come receive</a:t>
            </a:r>
          </a:p>
          <a:p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endParaRPr lang="fr-FR" smtClean="0"/>
          </a:p>
          <a:p>
            <a:r>
              <a:rPr lang="fr-FR" smtClean="0"/>
              <a:t>	7-  C’EST SI BON DE LE CONNAÎTRE</a:t>
            </a:r>
          </a:p>
          <a:p>
            <a:r>
              <a:rPr lang="fr-FR" smtClean="0"/>
              <a:t>	     It’s so good Just to know</a:t>
            </a:r>
            <a:br>
              <a:rPr lang="fr-FR" smtClean="0"/>
            </a:br>
            <a:r>
              <a:rPr lang="fr-FR" smtClean="0"/>
              <a:t>	8-  MON AMOUR EST SI BON ET DISPONIBLE</a:t>
            </a:r>
          </a:p>
          <a:p>
            <a:r>
              <a:rPr lang="fr-FR" smtClean="0"/>
              <a:t>	     My love is soo good It’s available</a:t>
            </a:r>
            <a:br>
              <a:rPr lang="fr-FR" smtClean="0"/>
            </a:br>
            <a:r>
              <a:rPr lang="fr-FR" smtClean="0"/>
              <a:t>	9-  N’ATTENDS PAS TROP LONGTEMPS POUR LE CONNAÎTRE</a:t>
            </a:r>
          </a:p>
          <a:p>
            <a:r>
              <a:rPr lang="fr-FR" smtClean="0"/>
              <a:t>	     Won’t you take time To get to know</a:t>
            </a:r>
            <a:br>
              <a:rPr lang="fr-FR" smtClean="0"/>
            </a:br>
            <a:r>
              <a:rPr lang="fr-FR" smtClean="0"/>
              <a:t>	10-  MON AMOUR EST SI BON TU PEUX ME PARLER</a:t>
            </a:r>
            <a:br>
              <a:rPr lang="fr-FR" smtClean="0"/>
            </a:br>
            <a:r>
              <a:rPr lang="fr-FR" smtClean="0"/>
              <a:t>	       My love is so fine You can talk to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???</a:t>
            </a:r>
          </a:p>
          <a:p>
            <a:endParaRPr lang="fr-FR" smtClean="0"/>
          </a:p>
          <a:p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endParaRPr lang="fr-FR" smtClean="0"/>
          </a:p>
          <a:p>
            <a:r>
              <a:rPr lang="fr-FR" smtClean="0"/>
              <a:t>14-  C’EST EXTRAORDINAIRE COMME EN UN INSTANT</a:t>
            </a:r>
          </a:p>
          <a:p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r>
              <a:rPr lang="fr-FR" smtClean="0"/>
              <a:t>       (He’s mighty good to me)</a:t>
            </a:r>
          </a:p>
          <a:p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r>
              <a:rPr lang="fr-FR" smtClean="0"/>
              <a:t>      Put your hands together</a:t>
            </a:r>
          </a:p>
          <a:p>
            <a:endParaRPr lang="fr-FR" smtClean="0"/>
          </a:p>
          <a:p>
            <a:r>
              <a:rPr lang="fr-FR" smtClean="0"/>
              <a:t>21-  BON BON BON BON BON BON….</a:t>
            </a:r>
          </a:p>
          <a:p>
            <a:r>
              <a:rPr lang="fr-FR" smtClean="0"/>
              <a:t>      Good good good good good good good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Highest science, lofty philosophy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Little children, beckon to come receive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C’EST SI BON DE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It’s so good Just to know</a:t>
            </a:r>
            <a:br>
              <a:rPr lang="fr-FR" smtClean="0"/>
            </a:br>
            <a:r>
              <a:rPr lang="fr-FR" smtClean="0"/>
              <a:t>	8-  MON AMOUR EST SI BON ET DISPONIBLE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My love is soo good It’s available</a:t>
            </a:r>
            <a:br>
              <a:rPr lang="fr-FR" smtClean="0"/>
            </a:br>
            <a:r>
              <a:rPr lang="fr-FR" smtClean="0"/>
              <a:t>	9-  N’ATTENDS PAS TROP LONGTEMPS POUR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Won’t you take time To get to know</a:t>
            </a:r>
            <a:br>
              <a:rPr lang="fr-FR" smtClean="0"/>
            </a:br>
            <a:r>
              <a:rPr lang="fr-FR" smtClean="0"/>
              <a:t>	10-  MON AMOUR EST SI BON TU PEUX ME PARLER</a:t>
            </a:r>
            <a:br>
              <a:rPr lang="fr-FR" smtClean="0"/>
            </a:br>
            <a:r>
              <a:rPr lang="fr-FR" smtClean="0"/>
              <a:t>	       My love is so fine You can talk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???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C’EST EXTRAORDINAIRE COMME 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(He’s mighty good to me)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Put your hands together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BON BON BON BON BON BON….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Good good good good good good good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r>
              <a:rPr lang="fr-FR" smtClean="0"/>
              <a:t>     Highest science, lofty philosophy</a:t>
            </a:r>
          </a:p>
          <a:p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endParaRPr lang="fr-FR" smtClean="0"/>
          </a:p>
          <a:p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r>
              <a:rPr lang="fr-FR" smtClean="0"/>
              <a:t>     Little children, beckon to come receive</a:t>
            </a:r>
          </a:p>
          <a:p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endParaRPr lang="fr-FR" smtClean="0"/>
          </a:p>
          <a:p>
            <a:r>
              <a:rPr lang="fr-FR" smtClean="0"/>
              <a:t>	7-  C’EST SI BON DE LE CONNAÎTRE</a:t>
            </a:r>
          </a:p>
          <a:p>
            <a:r>
              <a:rPr lang="fr-FR" smtClean="0"/>
              <a:t>	     It’s so good Just to know</a:t>
            </a:r>
            <a:br>
              <a:rPr lang="fr-FR" smtClean="0"/>
            </a:br>
            <a:r>
              <a:rPr lang="fr-FR" smtClean="0"/>
              <a:t>	8-  MON AMOUR EST SI BON ET DISPONIBLE</a:t>
            </a:r>
          </a:p>
          <a:p>
            <a:r>
              <a:rPr lang="fr-FR" smtClean="0"/>
              <a:t>	     My love is soo good It’s available</a:t>
            </a:r>
            <a:br>
              <a:rPr lang="fr-FR" smtClean="0"/>
            </a:br>
            <a:r>
              <a:rPr lang="fr-FR" smtClean="0"/>
              <a:t>	9-  N’ATTENDS PAS TROP LONGTEMPS POUR LE CONNAÎTRE</a:t>
            </a:r>
          </a:p>
          <a:p>
            <a:r>
              <a:rPr lang="fr-FR" smtClean="0"/>
              <a:t>	     Won’t you take time To get to know</a:t>
            </a:r>
            <a:br>
              <a:rPr lang="fr-FR" smtClean="0"/>
            </a:br>
            <a:r>
              <a:rPr lang="fr-FR" smtClean="0"/>
              <a:t>	10-  MON AMOUR EST SI BON TU PEUX ME PARLER</a:t>
            </a:r>
            <a:br>
              <a:rPr lang="fr-FR" smtClean="0"/>
            </a:br>
            <a:r>
              <a:rPr lang="fr-FR" smtClean="0"/>
              <a:t>	       My love is so fine You can talk to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???</a:t>
            </a:r>
          </a:p>
          <a:p>
            <a:endParaRPr lang="fr-FR" smtClean="0"/>
          </a:p>
          <a:p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endParaRPr lang="fr-FR" smtClean="0"/>
          </a:p>
          <a:p>
            <a:r>
              <a:rPr lang="fr-FR" smtClean="0"/>
              <a:t>14-  C’EST EXTRAORDINAIRE COMME EN UN INSTANT</a:t>
            </a:r>
          </a:p>
          <a:p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r>
              <a:rPr lang="fr-FR" smtClean="0"/>
              <a:t>       (He’s mighty good to me)</a:t>
            </a:r>
          </a:p>
          <a:p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r>
              <a:rPr lang="fr-FR" smtClean="0"/>
              <a:t>      Put your hands together</a:t>
            </a:r>
          </a:p>
          <a:p>
            <a:endParaRPr lang="fr-FR" smtClean="0"/>
          </a:p>
          <a:p>
            <a:r>
              <a:rPr lang="fr-FR" smtClean="0"/>
              <a:t>21-  BON BON BON BON BON BON….</a:t>
            </a:r>
          </a:p>
          <a:p>
            <a:r>
              <a:rPr lang="fr-FR" smtClean="0"/>
              <a:t>      Good good good good good good good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Highest science, lofty philosophy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Little children, beckon to come receive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C’EST SI BON DE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It’s so good Just to know</a:t>
            </a:r>
            <a:br>
              <a:rPr lang="fr-FR" smtClean="0"/>
            </a:br>
            <a:r>
              <a:rPr lang="fr-FR" smtClean="0"/>
              <a:t>	8-  MON AMOUR EST SI BON ET DISPONIBLE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My love is soo good It’s available</a:t>
            </a:r>
            <a:br>
              <a:rPr lang="fr-FR" smtClean="0"/>
            </a:br>
            <a:r>
              <a:rPr lang="fr-FR" smtClean="0"/>
              <a:t>	9-  N’ATTENDS PAS TROP LONGTEMPS POUR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Won’t you take time To get to know</a:t>
            </a:r>
            <a:br>
              <a:rPr lang="fr-FR" smtClean="0"/>
            </a:br>
            <a:r>
              <a:rPr lang="fr-FR" smtClean="0"/>
              <a:t>	10-  MON AMOUR EST SI BON TU PEUX ME PARLER</a:t>
            </a:r>
            <a:br>
              <a:rPr lang="fr-FR" smtClean="0"/>
            </a:br>
            <a:r>
              <a:rPr lang="fr-FR" smtClean="0"/>
              <a:t>	       My love is so fine You can talk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???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C’EST EXTRAORDINAIRE COMME 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(He’s mighty good to me)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Put your hands together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BON BON BON BON BON BON….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Good good good good good good good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r>
              <a:rPr lang="fr-FR" smtClean="0"/>
              <a:t>     Highest science, lofty philosophy</a:t>
            </a:r>
          </a:p>
          <a:p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endParaRPr lang="fr-FR" smtClean="0"/>
          </a:p>
          <a:p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r>
              <a:rPr lang="fr-FR" smtClean="0"/>
              <a:t>     Little children, beckon to come receive</a:t>
            </a:r>
          </a:p>
          <a:p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endParaRPr lang="fr-FR" smtClean="0"/>
          </a:p>
          <a:p>
            <a:r>
              <a:rPr lang="fr-FR" smtClean="0"/>
              <a:t>	7-  C’EST SI BON DE LE CONNAÎTRE</a:t>
            </a:r>
          </a:p>
          <a:p>
            <a:r>
              <a:rPr lang="fr-FR" smtClean="0"/>
              <a:t>	     It’s so good Just to know</a:t>
            </a:r>
            <a:br>
              <a:rPr lang="fr-FR" smtClean="0"/>
            </a:br>
            <a:r>
              <a:rPr lang="fr-FR" smtClean="0"/>
              <a:t>	8-  MON AMOUR EST SI BON ET DISPONIBLE</a:t>
            </a:r>
          </a:p>
          <a:p>
            <a:r>
              <a:rPr lang="fr-FR" smtClean="0"/>
              <a:t>	     My love is soo good It’s available</a:t>
            </a:r>
            <a:br>
              <a:rPr lang="fr-FR" smtClean="0"/>
            </a:br>
            <a:r>
              <a:rPr lang="fr-FR" smtClean="0"/>
              <a:t>	9-  N’ATTENDS PAS TROP LONGTEMPS POUR LE CONNAÎTRE</a:t>
            </a:r>
          </a:p>
          <a:p>
            <a:r>
              <a:rPr lang="fr-FR" smtClean="0"/>
              <a:t>	     Won’t you take time To get to know</a:t>
            </a:r>
            <a:br>
              <a:rPr lang="fr-FR" smtClean="0"/>
            </a:br>
            <a:r>
              <a:rPr lang="fr-FR" smtClean="0"/>
              <a:t>	10-  MON AMOUR EST SI BON TU PEUX ME PARLER</a:t>
            </a:r>
            <a:br>
              <a:rPr lang="fr-FR" smtClean="0"/>
            </a:br>
            <a:r>
              <a:rPr lang="fr-FR" smtClean="0"/>
              <a:t>	       My love is so fine You can talk to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???</a:t>
            </a:r>
          </a:p>
          <a:p>
            <a:endParaRPr lang="fr-FR" smtClean="0"/>
          </a:p>
          <a:p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endParaRPr lang="fr-FR" smtClean="0"/>
          </a:p>
          <a:p>
            <a:r>
              <a:rPr lang="fr-FR" smtClean="0"/>
              <a:t>14-  C’EST EXTRAORDINAIRE COMME EN UN INSTANT</a:t>
            </a:r>
          </a:p>
          <a:p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r>
              <a:rPr lang="fr-FR" smtClean="0"/>
              <a:t>       (He’s mighty good to me)</a:t>
            </a:r>
          </a:p>
          <a:p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r>
              <a:rPr lang="fr-FR" smtClean="0"/>
              <a:t>      Put your hands together</a:t>
            </a:r>
          </a:p>
          <a:p>
            <a:endParaRPr lang="fr-FR" smtClean="0"/>
          </a:p>
          <a:p>
            <a:r>
              <a:rPr lang="fr-FR" smtClean="0"/>
              <a:t>21-  BON BON BON BON BON BON….</a:t>
            </a:r>
          </a:p>
          <a:p>
            <a:r>
              <a:rPr lang="fr-FR" smtClean="0"/>
              <a:t>      Good good good good good good good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Highest science, lofty philosophy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Little children, beckon to come receive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C’EST SI BON DE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It’s so good Just to know</a:t>
            </a:r>
            <a:br>
              <a:rPr lang="fr-FR" smtClean="0"/>
            </a:br>
            <a:r>
              <a:rPr lang="fr-FR" smtClean="0"/>
              <a:t>	8-  MON AMOUR EST SI BON ET DISPONIBLE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My love is soo good It’s available</a:t>
            </a:r>
            <a:br>
              <a:rPr lang="fr-FR" smtClean="0"/>
            </a:br>
            <a:r>
              <a:rPr lang="fr-FR" smtClean="0"/>
              <a:t>	9-  N’ATTENDS PAS TROP LONGTEMPS POUR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Won’t you take time To get to know</a:t>
            </a:r>
            <a:br>
              <a:rPr lang="fr-FR" smtClean="0"/>
            </a:br>
            <a:r>
              <a:rPr lang="fr-FR" smtClean="0"/>
              <a:t>	10-  MON AMOUR EST SI BON TU PEUX ME PARLER</a:t>
            </a:r>
            <a:br>
              <a:rPr lang="fr-FR" smtClean="0"/>
            </a:br>
            <a:r>
              <a:rPr lang="fr-FR" smtClean="0"/>
              <a:t>	       My love is so fine You can talk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???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C’EST EXTRAORDINAIRE COMME 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(He’s mighty good to me)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Put your hands together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BON BON BON BON BON BON….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Good good good good good good good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r>
              <a:rPr lang="fr-FR" smtClean="0"/>
              <a:t>     Highest science, lofty philosophy</a:t>
            </a:r>
          </a:p>
          <a:p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endParaRPr lang="fr-FR" smtClean="0"/>
          </a:p>
          <a:p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r>
              <a:rPr lang="fr-FR" smtClean="0"/>
              <a:t>     Little children, beckon to come receive</a:t>
            </a:r>
          </a:p>
          <a:p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endParaRPr lang="fr-FR" smtClean="0"/>
          </a:p>
          <a:p>
            <a:r>
              <a:rPr lang="fr-FR" smtClean="0"/>
              <a:t>	7-  C’EST SI BON DE LE CONNAÎTRE</a:t>
            </a:r>
          </a:p>
          <a:p>
            <a:r>
              <a:rPr lang="fr-FR" smtClean="0"/>
              <a:t>	     It’s so good Just to know</a:t>
            </a:r>
            <a:br>
              <a:rPr lang="fr-FR" smtClean="0"/>
            </a:br>
            <a:r>
              <a:rPr lang="fr-FR" smtClean="0"/>
              <a:t>	8-  MON AMOUR EST SI BON ET DISPONIBLE</a:t>
            </a:r>
          </a:p>
          <a:p>
            <a:r>
              <a:rPr lang="fr-FR" smtClean="0"/>
              <a:t>	     My love is soo good It’s available</a:t>
            </a:r>
            <a:br>
              <a:rPr lang="fr-FR" smtClean="0"/>
            </a:br>
            <a:r>
              <a:rPr lang="fr-FR" smtClean="0"/>
              <a:t>	9-  N’ATTENDS PAS TROP LONGTEMPS POUR LE CONNAÎTRE</a:t>
            </a:r>
          </a:p>
          <a:p>
            <a:r>
              <a:rPr lang="fr-FR" smtClean="0"/>
              <a:t>	     Won’t you take time To get to know</a:t>
            </a:r>
            <a:br>
              <a:rPr lang="fr-FR" smtClean="0"/>
            </a:br>
            <a:r>
              <a:rPr lang="fr-FR" smtClean="0"/>
              <a:t>	10-  MON AMOUR EST SI BON TU PEUX ME PARLER</a:t>
            </a:r>
            <a:br>
              <a:rPr lang="fr-FR" smtClean="0"/>
            </a:br>
            <a:r>
              <a:rPr lang="fr-FR" smtClean="0"/>
              <a:t>	       My love is so fine You can talk to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???</a:t>
            </a:r>
          </a:p>
          <a:p>
            <a:endParaRPr lang="fr-FR" smtClean="0"/>
          </a:p>
          <a:p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endParaRPr lang="fr-FR" smtClean="0"/>
          </a:p>
          <a:p>
            <a:r>
              <a:rPr lang="fr-FR" smtClean="0"/>
              <a:t>14-  C’EST EXTRAORDINAIRE COMME EN UN INSTANT</a:t>
            </a:r>
          </a:p>
          <a:p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r>
              <a:rPr lang="fr-FR" smtClean="0"/>
              <a:t>       (He’s mighty good to me)</a:t>
            </a:r>
          </a:p>
          <a:p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r>
              <a:rPr lang="fr-FR" smtClean="0"/>
              <a:t>      Put your hands together</a:t>
            </a:r>
          </a:p>
          <a:p>
            <a:endParaRPr lang="fr-FR" smtClean="0"/>
          </a:p>
          <a:p>
            <a:r>
              <a:rPr lang="fr-FR" smtClean="0"/>
              <a:t>21-  BON BON BON BON BON BON….</a:t>
            </a:r>
          </a:p>
          <a:p>
            <a:r>
              <a:rPr lang="fr-FR" smtClean="0"/>
              <a:t>      Good good good good good good good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Highest science, lofty philosophy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Little children, beckon to come receive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C’EST SI BON DE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It’s so good Just to know</a:t>
            </a:r>
            <a:br>
              <a:rPr lang="fr-FR" smtClean="0"/>
            </a:br>
            <a:r>
              <a:rPr lang="fr-FR" smtClean="0"/>
              <a:t>	8-  MON AMOUR EST SI BON ET DISPONIBLE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My love is soo good It’s available</a:t>
            </a:r>
            <a:br>
              <a:rPr lang="fr-FR" smtClean="0"/>
            </a:br>
            <a:r>
              <a:rPr lang="fr-FR" smtClean="0"/>
              <a:t>	9-  N’ATTENDS PAS TROP LONGTEMPS POUR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Won’t you take time To get to know</a:t>
            </a:r>
            <a:br>
              <a:rPr lang="fr-FR" smtClean="0"/>
            </a:br>
            <a:r>
              <a:rPr lang="fr-FR" smtClean="0"/>
              <a:t>	10-  MON AMOUR EST SI BON TU PEUX ME PARLER</a:t>
            </a:r>
            <a:br>
              <a:rPr lang="fr-FR" smtClean="0"/>
            </a:br>
            <a:r>
              <a:rPr lang="fr-FR" smtClean="0"/>
              <a:t>	       My love is so fine You can talk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???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C’EST EXTRAORDINAIRE COMME 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(He’s mighty good to me)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Put your hands together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BON BON BON BON BON BON….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Good good good good good good good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r>
              <a:rPr lang="fr-FR" smtClean="0"/>
              <a:t>     Highest science, lofty philosophy</a:t>
            </a:r>
          </a:p>
          <a:p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endParaRPr lang="fr-FR" smtClean="0"/>
          </a:p>
          <a:p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r>
              <a:rPr lang="fr-FR" smtClean="0"/>
              <a:t>     Little children, beckon to come receive</a:t>
            </a:r>
          </a:p>
          <a:p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endParaRPr lang="fr-FR" smtClean="0"/>
          </a:p>
          <a:p>
            <a:r>
              <a:rPr lang="fr-FR" smtClean="0"/>
              <a:t>	7-  C’EST SI BON DE LE CONNAÎTRE</a:t>
            </a:r>
          </a:p>
          <a:p>
            <a:r>
              <a:rPr lang="fr-FR" smtClean="0"/>
              <a:t>	     It’s so good Just to know</a:t>
            </a:r>
            <a:br>
              <a:rPr lang="fr-FR" smtClean="0"/>
            </a:br>
            <a:r>
              <a:rPr lang="fr-FR" smtClean="0"/>
              <a:t>	8-  MON AMOUR EST SI BON ET DISPONIBLE</a:t>
            </a:r>
          </a:p>
          <a:p>
            <a:r>
              <a:rPr lang="fr-FR" smtClean="0"/>
              <a:t>	     My love is soo good It’s available</a:t>
            </a:r>
            <a:br>
              <a:rPr lang="fr-FR" smtClean="0"/>
            </a:br>
            <a:r>
              <a:rPr lang="fr-FR" smtClean="0"/>
              <a:t>	9-  N’ATTENDS PAS TROP LONGTEMPS POUR LE CONNAÎTRE</a:t>
            </a:r>
          </a:p>
          <a:p>
            <a:r>
              <a:rPr lang="fr-FR" smtClean="0"/>
              <a:t>	     Won’t you take time To get to know</a:t>
            </a:r>
            <a:br>
              <a:rPr lang="fr-FR" smtClean="0"/>
            </a:br>
            <a:r>
              <a:rPr lang="fr-FR" smtClean="0"/>
              <a:t>	10-  MON AMOUR EST SI BON TU PEUX ME PARLER</a:t>
            </a:r>
            <a:br>
              <a:rPr lang="fr-FR" smtClean="0"/>
            </a:br>
            <a:r>
              <a:rPr lang="fr-FR" smtClean="0"/>
              <a:t>	       My love is so fine You can talk to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???</a:t>
            </a:r>
          </a:p>
          <a:p>
            <a:endParaRPr lang="fr-FR" smtClean="0"/>
          </a:p>
          <a:p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endParaRPr lang="fr-FR" smtClean="0"/>
          </a:p>
          <a:p>
            <a:r>
              <a:rPr lang="fr-FR" smtClean="0"/>
              <a:t>14-  C’EST EXTRAORDINAIRE COMME EN UN INSTANT</a:t>
            </a:r>
          </a:p>
          <a:p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r>
              <a:rPr lang="fr-FR" smtClean="0"/>
              <a:t>       (He’s mighty good to me)</a:t>
            </a:r>
          </a:p>
          <a:p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r>
              <a:rPr lang="fr-FR" smtClean="0"/>
              <a:t>      Put your hands together</a:t>
            </a:r>
          </a:p>
          <a:p>
            <a:endParaRPr lang="fr-FR" smtClean="0"/>
          </a:p>
          <a:p>
            <a:r>
              <a:rPr lang="fr-FR" smtClean="0"/>
              <a:t>21-  BON BON BON BON BON BON….</a:t>
            </a:r>
          </a:p>
          <a:p>
            <a:r>
              <a:rPr lang="fr-FR" smtClean="0"/>
              <a:t>      Good good good good good good good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Highest science, lofty philosophy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Little children, beckon to come receive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C’EST SI BON DE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It’s so good Just to know</a:t>
            </a:r>
            <a:br>
              <a:rPr lang="fr-FR" smtClean="0"/>
            </a:br>
            <a:r>
              <a:rPr lang="fr-FR" smtClean="0"/>
              <a:t>	8-  MON AMOUR EST SI BON ET DISPONIBLE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My love is soo good It’s available</a:t>
            </a:r>
            <a:br>
              <a:rPr lang="fr-FR" smtClean="0"/>
            </a:br>
            <a:r>
              <a:rPr lang="fr-FR" smtClean="0"/>
              <a:t>	9-  N’ATTENDS PAS TROP LONGTEMPS POUR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Won’t you take time To get to know</a:t>
            </a:r>
            <a:br>
              <a:rPr lang="fr-FR" smtClean="0"/>
            </a:br>
            <a:r>
              <a:rPr lang="fr-FR" smtClean="0"/>
              <a:t>	10-  MON AMOUR EST SI BON TU PEUX ME PARLER</a:t>
            </a:r>
            <a:br>
              <a:rPr lang="fr-FR" smtClean="0"/>
            </a:br>
            <a:r>
              <a:rPr lang="fr-FR" smtClean="0"/>
              <a:t>	       My love is so fine You can talk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???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C’EST EXTRAORDINAIRE COMME 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(He’s mighty good to me)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Put your hands together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BON BON BON BON BON BON….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Good good good good good good good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r>
              <a:rPr lang="fr-FR" smtClean="0"/>
              <a:t>     Highest science, lofty philosophy</a:t>
            </a:r>
          </a:p>
          <a:p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endParaRPr lang="fr-FR" smtClean="0"/>
          </a:p>
          <a:p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r>
              <a:rPr lang="fr-FR" smtClean="0"/>
              <a:t>     Little children, beckon to come receive</a:t>
            </a:r>
          </a:p>
          <a:p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endParaRPr lang="fr-FR" smtClean="0"/>
          </a:p>
          <a:p>
            <a:r>
              <a:rPr lang="fr-FR" smtClean="0"/>
              <a:t>	7-  C’EST SI BON DE LE CONNAÎTRE</a:t>
            </a:r>
          </a:p>
          <a:p>
            <a:r>
              <a:rPr lang="fr-FR" smtClean="0"/>
              <a:t>	     It’s so good Just to know</a:t>
            </a:r>
            <a:br>
              <a:rPr lang="fr-FR" smtClean="0"/>
            </a:br>
            <a:r>
              <a:rPr lang="fr-FR" smtClean="0"/>
              <a:t>	8-  MON AMOUR EST SI BON ET DISPONIBLE</a:t>
            </a:r>
          </a:p>
          <a:p>
            <a:r>
              <a:rPr lang="fr-FR" smtClean="0"/>
              <a:t>	     My love is soo good It’s available</a:t>
            </a:r>
            <a:br>
              <a:rPr lang="fr-FR" smtClean="0"/>
            </a:br>
            <a:r>
              <a:rPr lang="fr-FR" smtClean="0"/>
              <a:t>	9-  N’ATTENDS PAS TROP LONGTEMPS POUR LE CONNAÎTRE</a:t>
            </a:r>
          </a:p>
          <a:p>
            <a:r>
              <a:rPr lang="fr-FR" smtClean="0"/>
              <a:t>	     Won’t you take time To get to know</a:t>
            </a:r>
            <a:br>
              <a:rPr lang="fr-FR" smtClean="0"/>
            </a:br>
            <a:r>
              <a:rPr lang="fr-FR" smtClean="0"/>
              <a:t>	10-  MON AMOUR EST SI BON TU PEUX ME PARLER</a:t>
            </a:r>
            <a:br>
              <a:rPr lang="fr-FR" smtClean="0"/>
            </a:br>
            <a:r>
              <a:rPr lang="fr-FR" smtClean="0"/>
              <a:t>	       My love is so fine You can talk to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???</a:t>
            </a:r>
          </a:p>
          <a:p>
            <a:endParaRPr lang="fr-FR" smtClean="0"/>
          </a:p>
          <a:p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endParaRPr lang="fr-FR" smtClean="0"/>
          </a:p>
          <a:p>
            <a:r>
              <a:rPr lang="fr-FR" smtClean="0"/>
              <a:t>14-  C’EST EXTRAORDINAIRE COMME EN UN INSTANT</a:t>
            </a:r>
          </a:p>
          <a:p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r>
              <a:rPr lang="fr-FR" smtClean="0"/>
              <a:t>       (He’s mighty good to me)</a:t>
            </a:r>
          </a:p>
          <a:p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r>
              <a:rPr lang="fr-FR" smtClean="0"/>
              <a:t>      Put your hands together</a:t>
            </a:r>
          </a:p>
          <a:p>
            <a:endParaRPr lang="fr-FR" smtClean="0"/>
          </a:p>
          <a:p>
            <a:r>
              <a:rPr lang="fr-FR" smtClean="0"/>
              <a:t>21-  BON BON BON BON BON BON….</a:t>
            </a:r>
          </a:p>
          <a:p>
            <a:r>
              <a:rPr lang="fr-FR" smtClean="0"/>
              <a:t>      Good good good good good good good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Highest science, lofty philosophy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Little children, beckon to come receive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C’EST SI BON DE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It’s so good Just to know</a:t>
            </a:r>
            <a:br>
              <a:rPr lang="fr-FR" smtClean="0"/>
            </a:br>
            <a:r>
              <a:rPr lang="fr-FR" smtClean="0"/>
              <a:t>	8-  MON AMOUR EST SI BON ET DISPONIBLE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My love is soo good It’s available</a:t>
            </a:r>
            <a:br>
              <a:rPr lang="fr-FR" smtClean="0"/>
            </a:br>
            <a:r>
              <a:rPr lang="fr-FR" smtClean="0"/>
              <a:t>	9-  N’ATTENDS PAS TROP LONGTEMPS POUR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Won’t you take time To get to know</a:t>
            </a:r>
            <a:br>
              <a:rPr lang="fr-FR" smtClean="0"/>
            </a:br>
            <a:r>
              <a:rPr lang="fr-FR" smtClean="0"/>
              <a:t>	10-  MON AMOUR EST SI BON TU PEUX ME PARLER</a:t>
            </a:r>
            <a:br>
              <a:rPr lang="fr-FR" smtClean="0"/>
            </a:br>
            <a:r>
              <a:rPr lang="fr-FR" smtClean="0"/>
              <a:t>	       My love is so fine You can talk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???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C’EST EXTRAORDINAIRE COMME 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(He’s mighty good to me)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Put your hands together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BON BON BON BON BON BON….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Good good good good good good good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r>
              <a:rPr lang="fr-FR" smtClean="0"/>
              <a:t>     Highest science, lofty philosophy</a:t>
            </a:r>
          </a:p>
          <a:p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endParaRPr lang="fr-FR" smtClean="0"/>
          </a:p>
          <a:p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r>
              <a:rPr lang="fr-FR" smtClean="0"/>
              <a:t>     Little children, beckon to come receive</a:t>
            </a:r>
          </a:p>
          <a:p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endParaRPr lang="fr-FR" smtClean="0"/>
          </a:p>
          <a:p>
            <a:r>
              <a:rPr lang="fr-FR" smtClean="0"/>
              <a:t>	7-  C’EST SI BON DE LE CONNAÎTRE</a:t>
            </a:r>
          </a:p>
          <a:p>
            <a:r>
              <a:rPr lang="fr-FR" smtClean="0"/>
              <a:t>	     It’s so good Just to know</a:t>
            </a:r>
            <a:br>
              <a:rPr lang="fr-FR" smtClean="0"/>
            </a:br>
            <a:r>
              <a:rPr lang="fr-FR" smtClean="0"/>
              <a:t>	8-  MON AMOUR EST SI BON ET DISPONIBLE</a:t>
            </a:r>
          </a:p>
          <a:p>
            <a:r>
              <a:rPr lang="fr-FR" smtClean="0"/>
              <a:t>	     My love is soo good It’s available</a:t>
            </a:r>
            <a:br>
              <a:rPr lang="fr-FR" smtClean="0"/>
            </a:br>
            <a:r>
              <a:rPr lang="fr-FR" smtClean="0"/>
              <a:t>	9-  N’ATTENDS PAS TROP LONGTEMPS POUR LE CONNAÎTRE</a:t>
            </a:r>
          </a:p>
          <a:p>
            <a:r>
              <a:rPr lang="fr-FR" smtClean="0"/>
              <a:t>	     Won’t you take time To get to know</a:t>
            </a:r>
            <a:br>
              <a:rPr lang="fr-FR" smtClean="0"/>
            </a:br>
            <a:r>
              <a:rPr lang="fr-FR" smtClean="0"/>
              <a:t>	10-  MON AMOUR EST SI BON TU PEUX ME PARLER</a:t>
            </a:r>
            <a:br>
              <a:rPr lang="fr-FR" smtClean="0"/>
            </a:br>
            <a:r>
              <a:rPr lang="fr-FR" smtClean="0"/>
              <a:t>	       My love is so fine You can talk to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???</a:t>
            </a:r>
          </a:p>
          <a:p>
            <a:endParaRPr lang="fr-FR" smtClean="0"/>
          </a:p>
          <a:p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endParaRPr lang="fr-FR" smtClean="0"/>
          </a:p>
          <a:p>
            <a:r>
              <a:rPr lang="fr-FR" smtClean="0"/>
              <a:t>14-  C’EST EXTRAORDINAIRE COMME EN UN INSTANT</a:t>
            </a:r>
          </a:p>
          <a:p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r>
              <a:rPr lang="fr-FR" smtClean="0"/>
              <a:t>       (He’s mighty good to me)</a:t>
            </a:r>
          </a:p>
          <a:p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r>
              <a:rPr lang="fr-FR" smtClean="0"/>
              <a:t>      Put your hands together</a:t>
            </a:r>
          </a:p>
          <a:p>
            <a:endParaRPr lang="fr-FR" smtClean="0"/>
          </a:p>
          <a:p>
            <a:r>
              <a:rPr lang="fr-FR" smtClean="0"/>
              <a:t>21-  BON BON BON BON BON BON….</a:t>
            </a:r>
          </a:p>
          <a:p>
            <a:r>
              <a:rPr lang="fr-FR" smtClean="0"/>
              <a:t>      Good good good good good good good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Highest science, lofty philosophy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Little children, beckon to come receive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C’EST SI BON DE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It’s so good Just to know</a:t>
            </a:r>
            <a:br>
              <a:rPr lang="fr-FR" smtClean="0"/>
            </a:br>
            <a:r>
              <a:rPr lang="fr-FR" smtClean="0"/>
              <a:t>	8-  MON AMOUR EST SI BON ET DISPONIBLE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My love is soo good It’s available</a:t>
            </a:r>
            <a:br>
              <a:rPr lang="fr-FR" smtClean="0"/>
            </a:br>
            <a:r>
              <a:rPr lang="fr-FR" smtClean="0"/>
              <a:t>	9-  N’ATTENDS PAS TROP LONGTEMPS POUR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Won’t you take time To get to know</a:t>
            </a:r>
            <a:br>
              <a:rPr lang="fr-FR" smtClean="0"/>
            </a:br>
            <a:r>
              <a:rPr lang="fr-FR" smtClean="0"/>
              <a:t>	10-  MON AMOUR EST SI BON TU PEUX ME PARLER</a:t>
            </a:r>
            <a:br>
              <a:rPr lang="fr-FR" smtClean="0"/>
            </a:br>
            <a:r>
              <a:rPr lang="fr-FR" smtClean="0"/>
              <a:t>	       My love is so fine You can talk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???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C’EST EXTRAORDINAIRE COMME 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(He’s mighty good to me)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Put your hands together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BON BON BON BON BON BON….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Good good good good good good good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r>
              <a:rPr lang="fr-FR" smtClean="0"/>
              <a:t>     Highest science, lofty philosophy</a:t>
            </a:r>
          </a:p>
          <a:p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endParaRPr lang="fr-FR" smtClean="0"/>
          </a:p>
          <a:p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r>
              <a:rPr lang="fr-FR" smtClean="0"/>
              <a:t>     Little children, beckon to come receive</a:t>
            </a:r>
          </a:p>
          <a:p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endParaRPr lang="fr-FR" smtClean="0"/>
          </a:p>
          <a:p>
            <a:r>
              <a:rPr lang="fr-FR" smtClean="0"/>
              <a:t>	7-  C’EST SI BON DE LE CONNAÎTRE</a:t>
            </a:r>
          </a:p>
          <a:p>
            <a:r>
              <a:rPr lang="fr-FR" smtClean="0"/>
              <a:t>	     It’s so good Just to know</a:t>
            </a:r>
            <a:br>
              <a:rPr lang="fr-FR" smtClean="0"/>
            </a:br>
            <a:r>
              <a:rPr lang="fr-FR" smtClean="0"/>
              <a:t>	8-  MON AMOUR EST SI BON ET DISPONIBLE</a:t>
            </a:r>
          </a:p>
          <a:p>
            <a:r>
              <a:rPr lang="fr-FR" smtClean="0"/>
              <a:t>	     My love is soo good It’s available</a:t>
            </a:r>
            <a:br>
              <a:rPr lang="fr-FR" smtClean="0"/>
            </a:br>
            <a:r>
              <a:rPr lang="fr-FR" smtClean="0"/>
              <a:t>	9-  N’ATTENDS PAS TROP LONGTEMPS POUR LE CONNAÎTRE</a:t>
            </a:r>
          </a:p>
          <a:p>
            <a:r>
              <a:rPr lang="fr-FR" smtClean="0"/>
              <a:t>	     Won’t you take time To get to know</a:t>
            </a:r>
            <a:br>
              <a:rPr lang="fr-FR" smtClean="0"/>
            </a:br>
            <a:r>
              <a:rPr lang="fr-FR" smtClean="0"/>
              <a:t>	10-  MON AMOUR EST SI BON TU PEUX ME PARLER</a:t>
            </a:r>
            <a:br>
              <a:rPr lang="fr-FR" smtClean="0"/>
            </a:br>
            <a:r>
              <a:rPr lang="fr-FR" smtClean="0"/>
              <a:t>	       My love is so fine You can talk to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???</a:t>
            </a:r>
          </a:p>
          <a:p>
            <a:endParaRPr lang="fr-FR" smtClean="0"/>
          </a:p>
          <a:p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endParaRPr lang="fr-FR" smtClean="0"/>
          </a:p>
          <a:p>
            <a:r>
              <a:rPr lang="fr-FR" smtClean="0"/>
              <a:t>14-  C’EST EXTRAORDINAIRE COMME EN UN INSTANT</a:t>
            </a:r>
          </a:p>
          <a:p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r>
              <a:rPr lang="fr-FR" smtClean="0"/>
              <a:t>       (He’s mighty good to me)</a:t>
            </a:r>
          </a:p>
          <a:p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r>
              <a:rPr lang="fr-FR" smtClean="0"/>
              <a:t>      Put your hands together</a:t>
            </a:r>
          </a:p>
          <a:p>
            <a:endParaRPr lang="fr-FR" smtClean="0"/>
          </a:p>
          <a:p>
            <a:r>
              <a:rPr lang="fr-FR" smtClean="0"/>
              <a:t>21-  BON BON BON BON BON BON….</a:t>
            </a:r>
          </a:p>
          <a:p>
            <a:r>
              <a:rPr lang="fr-FR" smtClean="0"/>
              <a:t>      Good good good good good good good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Highest science, lofty philosophy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Little children, beckon to come receive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C’EST SI BON DE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It’s so good Just to know</a:t>
            </a:r>
            <a:br>
              <a:rPr lang="fr-FR" smtClean="0"/>
            </a:br>
            <a:r>
              <a:rPr lang="fr-FR" smtClean="0"/>
              <a:t>	8-  MON AMOUR EST SI BON ET DISPONIBLE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My love is soo good It’s available</a:t>
            </a:r>
            <a:br>
              <a:rPr lang="fr-FR" smtClean="0"/>
            </a:br>
            <a:r>
              <a:rPr lang="fr-FR" smtClean="0"/>
              <a:t>	9-  N’ATTENDS PAS TROP LONGTEMPS POUR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Won’t you take time To get to know</a:t>
            </a:r>
            <a:br>
              <a:rPr lang="fr-FR" smtClean="0"/>
            </a:br>
            <a:r>
              <a:rPr lang="fr-FR" smtClean="0"/>
              <a:t>	10-  MON AMOUR EST SI BON TU PEUX ME PARLER</a:t>
            </a:r>
            <a:br>
              <a:rPr lang="fr-FR" smtClean="0"/>
            </a:br>
            <a:r>
              <a:rPr lang="fr-FR" smtClean="0"/>
              <a:t>	       My love is so fine You can talk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???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C’EST EXTRAORDINAIRE COMME 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(He’s mighty good to me)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Put your hands together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BON BON BON BON BON BON….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Good good good good good good good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r>
              <a:rPr lang="fr-FR" smtClean="0"/>
              <a:t>     Highest science, lofty philosophy</a:t>
            </a:r>
          </a:p>
          <a:p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endParaRPr lang="fr-FR" smtClean="0"/>
          </a:p>
          <a:p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r>
              <a:rPr lang="fr-FR" smtClean="0"/>
              <a:t>     Little children, beckon to come receive</a:t>
            </a:r>
          </a:p>
          <a:p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endParaRPr lang="fr-FR" smtClean="0"/>
          </a:p>
          <a:p>
            <a:r>
              <a:rPr lang="fr-FR" smtClean="0"/>
              <a:t>	7-  C’EST SI BON DE LE CONNAÎTRE</a:t>
            </a:r>
          </a:p>
          <a:p>
            <a:r>
              <a:rPr lang="fr-FR" smtClean="0"/>
              <a:t>	     It’s so good Just to know</a:t>
            </a:r>
            <a:br>
              <a:rPr lang="fr-FR" smtClean="0"/>
            </a:br>
            <a:r>
              <a:rPr lang="fr-FR" smtClean="0"/>
              <a:t>	8-  MON AMOUR EST SI BON ET DISPONIBLE</a:t>
            </a:r>
          </a:p>
          <a:p>
            <a:r>
              <a:rPr lang="fr-FR" smtClean="0"/>
              <a:t>	     My love is soo good It’s available</a:t>
            </a:r>
            <a:br>
              <a:rPr lang="fr-FR" smtClean="0"/>
            </a:br>
            <a:r>
              <a:rPr lang="fr-FR" smtClean="0"/>
              <a:t>	9-  N’ATTENDS PAS TROP LONGTEMPS POUR LE CONNAÎTRE</a:t>
            </a:r>
          </a:p>
          <a:p>
            <a:r>
              <a:rPr lang="fr-FR" smtClean="0"/>
              <a:t>	     Won’t you take time To get to know</a:t>
            </a:r>
            <a:br>
              <a:rPr lang="fr-FR" smtClean="0"/>
            </a:br>
            <a:r>
              <a:rPr lang="fr-FR" smtClean="0"/>
              <a:t>	10-  MON AMOUR EST SI BON TU PEUX ME PARLER</a:t>
            </a:r>
            <a:br>
              <a:rPr lang="fr-FR" smtClean="0"/>
            </a:br>
            <a:r>
              <a:rPr lang="fr-FR" smtClean="0"/>
              <a:t>	       My love is so fine You can talk to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???</a:t>
            </a:r>
          </a:p>
          <a:p>
            <a:endParaRPr lang="fr-FR" smtClean="0"/>
          </a:p>
          <a:p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endParaRPr lang="fr-FR" smtClean="0"/>
          </a:p>
          <a:p>
            <a:r>
              <a:rPr lang="fr-FR" smtClean="0"/>
              <a:t>14-  C’EST EXTRAORDINAIRE COMME EN UN INSTANT</a:t>
            </a:r>
          </a:p>
          <a:p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r>
              <a:rPr lang="fr-FR" smtClean="0"/>
              <a:t>       (He’s mighty good to me)</a:t>
            </a:r>
          </a:p>
          <a:p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r>
              <a:rPr lang="fr-FR" smtClean="0"/>
              <a:t>      Put your hands together</a:t>
            </a:r>
          </a:p>
          <a:p>
            <a:endParaRPr lang="fr-FR" smtClean="0"/>
          </a:p>
          <a:p>
            <a:r>
              <a:rPr lang="fr-FR" smtClean="0"/>
              <a:t>21-  BON BON BON BON BON BON….</a:t>
            </a:r>
          </a:p>
          <a:p>
            <a:r>
              <a:rPr lang="fr-FR" smtClean="0"/>
              <a:t>      Good good good good good good good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Highest science, lofty philosophy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Little children, beckon to come receive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C’EST SI BON DE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It’s so good Just to know</a:t>
            </a:r>
            <a:br>
              <a:rPr lang="fr-FR" smtClean="0"/>
            </a:br>
            <a:r>
              <a:rPr lang="fr-FR" smtClean="0"/>
              <a:t>	8-  MON AMOUR EST SI BON ET DISPONIBLE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My love is soo good It’s available</a:t>
            </a:r>
            <a:br>
              <a:rPr lang="fr-FR" smtClean="0"/>
            </a:br>
            <a:r>
              <a:rPr lang="fr-FR" smtClean="0"/>
              <a:t>	9-  N’ATTENDS PAS TROP LONGTEMPS POUR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Won’t you take time To get to know</a:t>
            </a:r>
            <a:br>
              <a:rPr lang="fr-FR" smtClean="0"/>
            </a:br>
            <a:r>
              <a:rPr lang="fr-FR" smtClean="0"/>
              <a:t>	10-  MON AMOUR EST SI BON TU PEUX ME PARLER</a:t>
            </a:r>
            <a:br>
              <a:rPr lang="fr-FR" smtClean="0"/>
            </a:br>
            <a:r>
              <a:rPr lang="fr-FR" smtClean="0"/>
              <a:t>	       My love is so fine You can talk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???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C’EST EXTRAORDINAIRE COMME 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(He’s mighty good to me)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Put your hands together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BON BON BON BON BON BON….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Good good good good good good good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r>
              <a:rPr lang="fr-FR" smtClean="0"/>
              <a:t>     Highest science, lofty philosophy</a:t>
            </a:r>
          </a:p>
          <a:p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endParaRPr lang="fr-FR" smtClean="0"/>
          </a:p>
          <a:p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r>
              <a:rPr lang="fr-FR" smtClean="0"/>
              <a:t>     Little children, beckon to come receive</a:t>
            </a:r>
          </a:p>
          <a:p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endParaRPr lang="fr-FR" smtClean="0"/>
          </a:p>
          <a:p>
            <a:r>
              <a:rPr lang="fr-FR" smtClean="0"/>
              <a:t>	7-  C’EST SI BON DE LE CONNAÎTRE</a:t>
            </a:r>
          </a:p>
          <a:p>
            <a:r>
              <a:rPr lang="fr-FR" smtClean="0"/>
              <a:t>	     It’s so good Just to know</a:t>
            </a:r>
            <a:br>
              <a:rPr lang="fr-FR" smtClean="0"/>
            </a:br>
            <a:r>
              <a:rPr lang="fr-FR" smtClean="0"/>
              <a:t>	8-  MON AMOUR EST SI BON ET DISPONIBLE</a:t>
            </a:r>
          </a:p>
          <a:p>
            <a:r>
              <a:rPr lang="fr-FR" smtClean="0"/>
              <a:t>	     My love is soo good It’s available</a:t>
            </a:r>
            <a:br>
              <a:rPr lang="fr-FR" smtClean="0"/>
            </a:br>
            <a:r>
              <a:rPr lang="fr-FR" smtClean="0"/>
              <a:t>	9-  N’ATTENDS PAS TROP LONGTEMPS POUR LE CONNAÎTRE</a:t>
            </a:r>
          </a:p>
          <a:p>
            <a:r>
              <a:rPr lang="fr-FR" smtClean="0"/>
              <a:t>	     Won’t you take time To get to know</a:t>
            </a:r>
            <a:br>
              <a:rPr lang="fr-FR" smtClean="0"/>
            </a:br>
            <a:r>
              <a:rPr lang="fr-FR" smtClean="0"/>
              <a:t>	10-  MON AMOUR EST SI BON TU PEUX ME PARLER</a:t>
            </a:r>
            <a:br>
              <a:rPr lang="fr-FR" smtClean="0"/>
            </a:br>
            <a:r>
              <a:rPr lang="fr-FR" smtClean="0"/>
              <a:t>	       My love is so fine You can talk to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???</a:t>
            </a:r>
          </a:p>
          <a:p>
            <a:endParaRPr lang="fr-FR" smtClean="0"/>
          </a:p>
          <a:p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endParaRPr lang="fr-FR" smtClean="0"/>
          </a:p>
          <a:p>
            <a:r>
              <a:rPr lang="fr-FR" smtClean="0"/>
              <a:t>14-  C’EST EXTRAORDINAIRE COMME EN UN INSTANT</a:t>
            </a:r>
          </a:p>
          <a:p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r>
              <a:rPr lang="fr-FR" smtClean="0"/>
              <a:t>       (He’s mighty good to me)</a:t>
            </a:r>
          </a:p>
          <a:p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r>
              <a:rPr lang="fr-FR" smtClean="0"/>
              <a:t>      Put your hands together</a:t>
            </a:r>
          </a:p>
          <a:p>
            <a:endParaRPr lang="fr-FR" smtClean="0"/>
          </a:p>
          <a:p>
            <a:r>
              <a:rPr lang="fr-FR" smtClean="0"/>
              <a:t>21-  BON BON BON BON BON BON….</a:t>
            </a:r>
          </a:p>
          <a:p>
            <a:r>
              <a:rPr lang="fr-FR" smtClean="0"/>
              <a:t>      Good good good good good good good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Highest science, lofty philosophy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Little children, beckon to come receive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C’EST SI BON DE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It’s so good Just to know</a:t>
            </a:r>
            <a:br>
              <a:rPr lang="fr-FR" smtClean="0"/>
            </a:br>
            <a:r>
              <a:rPr lang="fr-FR" smtClean="0"/>
              <a:t>	8-  MON AMOUR EST SI BON ET DISPONIBLE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My love is soo good It’s available</a:t>
            </a:r>
            <a:br>
              <a:rPr lang="fr-FR" smtClean="0"/>
            </a:br>
            <a:r>
              <a:rPr lang="fr-FR" smtClean="0"/>
              <a:t>	9-  N’ATTENDS PAS TROP LONGTEMPS POUR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Won’t you take time To get to know</a:t>
            </a:r>
            <a:br>
              <a:rPr lang="fr-FR" smtClean="0"/>
            </a:br>
            <a:r>
              <a:rPr lang="fr-FR" smtClean="0"/>
              <a:t>	10-  MON AMOUR EST SI BON TU PEUX ME PARLER</a:t>
            </a:r>
            <a:br>
              <a:rPr lang="fr-FR" smtClean="0"/>
            </a:br>
            <a:r>
              <a:rPr lang="fr-FR" smtClean="0"/>
              <a:t>	       My love is so fine You can talk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???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C’EST EXTRAORDINAIRE COMME 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(He’s mighty good to me)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Put your hands together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BON BON BON BON BON BON….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Good good good good good good good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r>
              <a:rPr lang="fr-FR" smtClean="0"/>
              <a:t>     Highest science, lofty philosophy</a:t>
            </a:r>
          </a:p>
          <a:p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endParaRPr lang="fr-FR" smtClean="0"/>
          </a:p>
          <a:p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r>
              <a:rPr lang="fr-FR" smtClean="0"/>
              <a:t>     Little children, beckon to come receive</a:t>
            </a:r>
          </a:p>
          <a:p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endParaRPr lang="fr-FR" smtClean="0"/>
          </a:p>
          <a:p>
            <a:r>
              <a:rPr lang="fr-FR" smtClean="0"/>
              <a:t>	7-  C’EST SI BON DE LE CONNAÎTRE</a:t>
            </a:r>
          </a:p>
          <a:p>
            <a:r>
              <a:rPr lang="fr-FR" smtClean="0"/>
              <a:t>	     It’s so good Just to know</a:t>
            </a:r>
            <a:br>
              <a:rPr lang="fr-FR" smtClean="0"/>
            </a:br>
            <a:r>
              <a:rPr lang="fr-FR" smtClean="0"/>
              <a:t>	8-  MON AMOUR EST SI BON ET DISPONIBLE</a:t>
            </a:r>
          </a:p>
          <a:p>
            <a:r>
              <a:rPr lang="fr-FR" smtClean="0"/>
              <a:t>	     My love is soo good It’s available</a:t>
            </a:r>
            <a:br>
              <a:rPr lang="fr-FR" smtClean="0"/>
            </a:br>
            <a:r>
              <a:rPr lang="fr-FR" smtClean="0"/>
              <a:t>	9-  N’ATTENDS PAS TROP LONGTEMPS POUR LE CONNAÎTRE</a:t>
            </a:r>
          </a:p>
          <a:p>
            <a:r>
              <a:rPr lang="fr-FR" smtClean="0"/>
              <a:t>	     Won’t you take time To get to know</a:t>
            </a:r>
            <a:br>
              <a:rPr lang="fr-FR" smtClean="0"/>
            </a:br>
            <a:r>
              <a:rPr lang="fr-FR" smtClean="0"/>
              <a:t>	10-  MON AMOUR EST SI BON TU PEUX ME PARLER</a:t>
            </a:r>
            <a:br>
              <a:rPr lang="fr-FR" smtClean="0"/>
            </a:br>
            <a:r>
              <a:rPr lang="fr-FR" smtClean="0"/>
              <a:t>	       My love is so fine You can talk to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???</a:t>
            </a:r>
          </a:p>
          <a:p>
            <a:endParaRPr lang="fr-FR" smtClean="0"/>
          </a:p>
          <a:p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endParaRPr lang="fr-FR" smtClean="0"/>
          </a:p>
          <a:p>
            <a:r>
              <a:rPr lang="fr-FR" smtClean="0"/>
              <a:t>14-  C’EST EXTRAORDINAIRE COMME EN UN INSTANT</a:t>
            </a:r>
          </a:p>
          <a:p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r>
              <a:rPr lang="fr-FR" smtClean="0"/>
              <a:t>       (He’s mighty good to me)</a:t>
            </a:r>
          </a:p>
          <a:p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r>
              <a:rPr lang="fr-FR" smtClean="0"/>
              <a:t>      Put your hands together</a:t>
            </a:r>
          </a:p>
          <a:p>
            <a:endParaRPr lang="fr-FR" smtClean="0"/>
          </a:p>
          <a:p>
            <a:r>
              <a:rPr lang="fr-FR" smtClean="0"/>
              <a:t>21-  BON BON BON BON BON BON….</a:t>
            </a:r>
          </a:p>
          <a:p>
            <a:r>
              <a:rPr lang="fr-FR" smtClean="0"/>
              <a:t>      Good good good good good good good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Highest science, lofty philosophy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Little children, beckon to come receive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C’EST SI BON DE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It’s so good Just to know</a:t>
            </a:r>
            <a:br>
              <a:rPr lang="fr-FR" smtClean="0"/>
            </a:br>
            <a:r>
              <a:rPr lang="fr-FR" smtClean="0"/>
              <a:t>	8-  MON AMOUR EST SI BON ET DISPONIBLE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My love is soo good It’s available</a:t>
            </a:r>
            <a:br>
              <a:rPr lang="fr-FR" smtClean="0"/>
            </a:br>
            <a:r>
              <a:rPr lang="fr-FR" smtClean="0"/>
              <a:t>	9-  N’ATTENDS PAS TROP LONGTEMPS POUR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Won’t you take time To get to know</a:t>
            </a:r>
            <a:br>
              <a:rPr lang="fr-FR" smtClean="0"/>
            </a:br>
            <a:r>
              <a:rPr lang="fr-FR" smtClean="0"/>
              <a:t>	10-  MON AMOUR EST SI BON TU PEUX ME PARLER</a:t>
            </a:r>
            <a:br>
              <a:rPr lang="fr-FR" smtClean="0"/>
            </a:br>
            <a:r>
              <a:rPr lang="fr-FR" smtClean="0"/>
              <a:t>	       My love is so fine You can talk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???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C’EST EXTRAORDINAIRE COMME 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(He’s mighty good to me)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Put your hands together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BON BON BON BON BON BON….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Good good good good good good good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r>
              <a:rPr lang="fr-FR" smtClean="0"/>
              <a:t>     Highest science, lofty philosophy</a:t>
            </a:r>
          </a:p>
          <a:p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endParaRPr lang="fr-FR" smtClean="0"/>
          </a:p>
          <a:p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r>
              <a:rPr lang="fr-FR" smtClean="0"/>
              <a:t>     Little children, beckon to come receive</a:t>
            </a:r>
          </a:p>
          <a:p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endParaRPr lang="fr-FR" smtClean="0"/>
          </a:p>
          <a:p>
            <a:r>
              <a:rPr lang="fr-FR" smtClean="0"/>
              <a:t>	7-  C’EST SI BON DE LE CONNAÎTRE</a:t>
            </a:r>
          </a:p>
          <a:p>
            <a:r>
              <a:rPr lang="fr-FR" smtClean="0"/>
              <a:t>	     It’s so good Just to know</a:t>
            </a:r>
            <a:br>
              <a:rPr lang="fr-FR" smtClean="0"/>
            </a:br>
            <a:r>
              <a:rPr lang="fr-FR" smtClean="0"/>
              <a:t>	8-  MON AMOUR EST SI BON ET DISPONIBLE</a:t>
            </a:r>
          </a:p>
          <a:p>
            <a:r>
              <a:rPr lang="fr-FR" smtClean="0"/>
              <a:t>	     My love is soo good It’s available</a:t>
            </a:r>
            <a:br>
              <a:rPr lang="fr-FR" smtClean="0"/>
            </a:br>
            <a:r>
              <a:rPr lang="fr-FR" smtClean="0"/>
              <a:t>	9-  N’ATTENDS PAS TROP LONGTEMPS POUR LE CONNAÎTRE</a:t>
            </a:r>
          </a:p>
          <a:p>
            <a:r>
              <a:rPr lang="fr-FR" smtClean="0"/>
              <a:t>	     Won’t you take time To get to know</a:t>
            </a:r>
            <a:br>
              <a:rPr lang="fr-FR" smtClean="0"/>
            </a:br>
            <a:r>
              <a:rPr lang="fr-FR" smtClean="0"/>
              <a:t>	10-  MON AMOUR EST SI BON TU PEUX ME PARLER</a:t>
            </a:r>
            <a:br>
              <a:rPr lang="fr-FR" smtClean="0"/>
            </a:br>
            <a:r>
              <a:rPr lang="fr-FR" smtClean="0"/>
              <a:t>	       My love is so fine You can talk to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???</a:t>
            </a:r>
          </a:p>
          <a:p>
            <a:endParaRPr lang="fr-FR" smtClean="0"/>
          </a:p>
          <a:p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endParaRPr lang="fr-FR" smtClean="0"/>
          </a:p>
          <a:p>
            <a:r>
              <a:rPr lang="fr-FR" smtClean="0"/>
              <a:t>14-  C’EST EXTRAORDINAIRE COMME EN UN INSTANT</a:t>
            </a:r>
          </a:p>
          <a:p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r>
              <a:rPr lang="fr-FR" smtClean="0"/>
              <a:t>       (He’s mighty good to me)</a:t>
            </a:r>
          </a:p>
          <a:p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r>
              <a:rPr lang="fr-FR" smtClean="0"/>
              <a:t>      Put your hands together</a:t>
            </a:r>
          </a:p>
          <a:p>
            <a:endParaRPr lang="fr-FR" smtClean="0"/>
          </a:p>
          <a:p>
            <a:r>
              <a:rPr lang="fr-FR" smtClean="0"/>
              <a:t>21-  BON BON BON BON BON BON….</a:t>
            </a:r>
          </a:p>
          <a:p>
            <a:r>
              <a:rPr lang="fr-FR" smtClean="0"/>
              <a:t>      Good good good good good good good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Highest science, lofty philosophy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Little children, beckon to come receive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C’EST SI BON DE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It’s so good Just to know</a:t>
            </a:r>
            <a:br>
              <a:rPr lang="fr-FR" smtClean="0"/>
            </a:br>
            <a:r>
              <a:rPr lang="fr-FR" smtClean="0"/>
              <a:t>	8-  MON AMOUR EST SI BON ET DISPONIBLE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My love is soo good It’s available</a:t>
            </a:r>
            <a:br>
              <a:rPr lang="fr-FR" smtClean="0"/>
            </a:br>
            <a:r>
              <a:rPr lang="fr-FR" smtClean="0"/>
              <a:t>	9-  N’ATTENDS PAS TROP LONGTEMPS POUR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Won’t you take time To get to know</a:t>
            </a:r>
            <a:br>
              <a:rPr lang="fr-FR" smtClean="0"/>
            </a:br>
            <a:r>
              <a:rPr lang="fr-FR" smtClean="0"/>
              <a:t>	10-  MON AMOUR EST SI BON TU PEUX ME PARLER</a:t>
            </a:r>
            <a:br>
              <a:rPr lang="fr-FR" smtClean="0"/>
            </a:br>
            <a:r>
              <a:rPr lang="fr-FR" smtClean="0"/>
              <a:t>	       My love is so fine You can talk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???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C’EST EXTRAORDINAIRE COMME 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(He’s mighty good to me)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Put your hands together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BON BON BON BON BON BON….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Good good good good good good good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r>
              <a:rPr lang="fr-FR" smtClean="0"/>
              <a:t>     Highest science, lofty philosophy</a:t>
            </a:r>
          </a:p>
          <a:p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endParaRPr lang="fr-FR" smtClean="0"/>
          </a:p>
          <a:p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r>
              <a:rPr lang="fr-FR" smtClean="0"/>
              <a:t>     Little children, beckon to come receive</a:t>
            </a:r>
          </a:p>
          <a:p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endParaRPr lang="fr-FR" smtClean="0"/>
          </a:p>
          <a:p>
            <a:r>
              <a:rPr lang="fr-FR" smtClean="0"/>
              <a:t>	7-  C’EST SI BON DE LE CONNAÎTRE</a:t>
            </a:r>
          </a:p>
          <a:p>
            <a:r>
              <a:rPr lang="fr-FR" smtClean="0"/>
              <a:t>	     It’s so good Just to know</a:t>
            </a:r>
            <a:br>
              <a:rPr lang="fr-FR" smtClean="0"/>
            </a:br>
            <a:r>
              <a:rPr lang="fr-FR" smtClean="0"/>
              <a:t>	8-  MON AMOUR EST SI BON ET DISPONIBLE</a:t>
            </a:r>
          </a:p>
          <a:p>
            <a:r>
              <a:rPr lang="fr-FR" smtClean="0"/>
              <a:t>	     My love is soo good It’s available</a:t>
            </a:r>
            <a:br>
              <a:rPr lang="fr-FR" smtClean="0"/>
            </a:br>
            <a:r>
              <a:rPr lang="fr-FR" smtClean="0"/>
              <a:t>	9-  N’ATTENDS PAS TROP LONGTEMPS POUR LE CONNAÎTRE</a:t>
            </a:r>
          </a:p>
          <a:p>
            <a:r>
              <a:rPr lang="fr-FR" smtClean="0"/>
              <a:t>	     Won’t you take time To get to know</a:t>
            </a:r>
            <a:br>
              <a:rPr lang="fr-FR" smtClean="0"/>
            </a:br>
            <a:r>
              <a:rPr lang="fr-FR" smtClean="0"/>
              <a:t>	10-  MON AMOUR EST SI BON TU PEUX ME PARLER</a:t>
            </a:r>
            <a:br>
              <a:rPr lang="fr-FR" smtClean="0"/>
            </a:br>
            <a:r>
              <a:rPr lang="fr-FR" smtClean="0"/>
              <a:t>	       My love is so fine You can talk to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???</a:t>
            </a:r>
          </a:p>
          <a:p>
            <a:endParaRPr lang="fr-FR" smtClean="0"/>
          </a:p>
          <a:p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endParaRPr lang="fr-FR" smtClean="0"/>
          </a:p>
          <a:p>
            <a:r>
              <a:rPr lang="fr-FR" smtClean="0"/>
              <a:t>14-  C’EST EXTRAORDINAIRE COMME EN UN INSTANT</a:t>
            </a:r>
          </a:p>
          <a:p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r>
              <a:rPr lang="fr-FR" smtClean="0"/>
              <a:t>       (He’s mighty good to me)</a:t>
            </a:r>
          </a:p>
          <a:p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r>
              <a:rPr lang="fr-FR" smtClean="0"/>
              <a:t>      Put your hands together</a:t>
            </a:r>
          </a:p>
          <a:p>
            <a:endParaRPr lang="fr-FR" smtClean="0"/>
          </a:p>
          <a:p>
            <a:r>
              <a:rPr lang="fr-FR" smtClean="0"/>
              <a:t>21-  BON BON BON BON BON BON….</a:t>
            </a:r>
          </a:p>
          <a:p>
            <a:r>
              <a:rPr lang="fr-FR" smtClean="0"/>
              <a:t>      Good good good good good good good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Highest science, lofty philosophy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Little children, beckon to come receive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C’EST SI BON DE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It’s so good Just to know</a:t>
            </a:r>
            <a:br>
              <a:rPr lang="fr-FR" smtClean="0"/>
            </a:br>
            <a:r>
              <a:rPr lang="fr-FR" smtClean="0"/>
              <a:t>	8-  MON AMOUR EST SI BON ET DISPONIBLE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My love is soo good It’s available</a:t>
            </a:r>
            <a:br>
              <a:rPr lang="fr-FR" smtClean="0"/>
            </a:br>
            <a:r>
              <a:rPr lang="fr-FR" smtClean="0"/>
              <a:t>	9-  N’ATTENDS PAS TROP LONGTEMPS POUR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Won’t you take time To get to know</a:t>
            </a:r>
            <a:br>
              <a:rPr lang="fr-FR" smtClean="0"/>
            </a:br>
            <a:r>
              <a:rPr lang="fr-FR" smtClean="0"/>
              <a:t>	10-  MON AMOUR EST SI BON TU PEUX ME PARLER</a:t>
            </a:r>
            <a:br>
              <a:rPr lang="fr-FR" smtClean="0"/>
            </a:br>
            <a:r>
              <a:rPr lang="fr-FR" smtClean="0"/>
              <a:t>	       My love is so fine You can talk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???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C’EST EXTRAORDINAIRE COMME 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(He’s mighty good to me)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Put your hands together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BON BON BON BON BON BON….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Good good good good good good good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r>
              <a:rPr lang="fr-FR" smtClean="0"/>
              <a:t>     Highest science, lofty philosophy</a:t>
            </a:r>
          </a:p>
          <a:p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endParaRPr lang="fr-FR" smtClean="0"/>
          </a:p>
          <a:p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r>
              <a:rPr lang="fr-FR" smtClean="0"/>
              <a:t>     Little children, beckon to come receive</a:t>
            </a:r>
          </a:p>
          <a:p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endParaRPr lang="fr-FR" smtClean="0"/>
          </a:p>
          <a:p>
            <a:r>
              <a:rPr lang="fr-FR" smtClean="0"/>
              <a:t>	7-  C’EST SI BON DE LE CONNAÎTRE</a:t>
            </a:r>
          </a:p>
          <a:p>
            <a:r>
              <a:rPr lang="fr-FR" smtClean="0"/>
              <a:t>	     It’s so good Just to know</a:t>
            </a:r>
            <a:br>
              <a:rPr lang="fr-FR" smtClean="0"/>
            </a:br>
            <a:r>
              <a:rPr lang="fr-FR" smtClean="0"/>
              <a:t>	8-  MON AMOUR EST SI BON ET DISPONIBLE</a:t>
            </a:r>
          </a:p>
          <a:p>
            <a:r>
              <a:rPr lang="fr-FR" smtClean="0"/>
              <a:t>	     My love is soo good It’s available</a:t>
            </a:r>
            <a:br>
              <a:rPr lang="fr-FR" smtClean="0"/>
            </a:br>
            <a:r>
              <a:rPr lang="fr-FR" smtClean="0"/>
              <a:t>	9-  N’ATTENDS PAS TROP LONGTEMPS POUR LE CONNAÎTRE</a:t>
            </a:r>
          </a:p>
          <a:p>
            <a:r>
              <a:rPr lang="fr-FR" smtClean="0"/>
              <a:t>	     Won’t you take time To get to know</a:t>
            </a:r>
            <a:br>
              <a:rPr lang="fr-FR" smtClean="0"/>
            </a:br>
            <a:r>
              <a:rPr lang="fr-FR" smtClean="0"/>
              <a:t>	10-  MON AMOUR EST SI BON TU PEUX ME PARLER</a:t>
            </a:r>
            <a:br>
              <a:rPr lang="fr-FR" smtClean="0"/>
            </a:br>
            <a:r>
              <a:rPr lang="fr-FR" smtClean="0"/>
              <a:t>	       My love is so fine You can talk to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???</a:t>
            </a:r>
          </a:p>
          <a:p>
            <a:endParaRPr lang="fr-FR" smtClean="0"/>
          </a:p>
          <a:p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endParaRPr lang="fr-FR" smtClean="0"/>
          </a:p>
          <a:p>
            <a:r>
              <a:rPr lang="fr-FR" smtClean="0"/>
              <a:t>14-  C’EST EXTRAORDINAIRE COMME EN UN INSTANT</a:t>
            </a:r>
          </a:p>
          <a:p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Refrain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r>
              <a:rPr lang="fr-FR" smtClean="0"/>
              <a:t>       (He’s mighty good to me)</a:t>
            </a:r>
          </a:p>
          <a:p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r>
              <a:rPr lang="fr-FR" smtClean="0"/>
              <a:t>      Put your hands together</a:t>
            </a:r>
          </a:p>
          <a:p>
            <a:endParaRPr lang="fr-FR" smtClean="0"/>
          </a:p>
          <a:p>
            <a:r>
              <a:rPr lang="fr-FR" smtClean="0"/>
              <a:t>21-  BON BON BON BON BON BON….</a:t>
            </a:r>
          </a:p>
          <a:p>
            <a:r>
              <a:rPr lang="fr-FR" smtClean="0"/>
              <a:t>      Good good good good good good good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wake up in the mornin',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And the sunlight hurts my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Bears heavy on my mind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someone else instead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the day that lies ahead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r>
              <a:rPr lang="fr-FR" smtClean="0"/>
              <a:t>     When I wake up in the mornin', </a:t>
            </a:r>
          </a:p>
          <a:p>
            <a:r>
              <a:rPr lang="fr-FR" smtClean="0"/>
              <a:t>     Love And the sunlight hurts my eyes</a:t>
            </a:r>
          </a:p>
          <a:p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r>
              <a:rPr lang="fr-FR" smtClean="0"/>
              <a:t>     Love Bears heavy on my mind</a:t>
            </a:r>
          </a:p>
          <a:p>
            <a:endParaRPr lang="fr-FR" smtClean="0"/>
          </a:p>
          <a:p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r>
              <a:rPr lang="fr-FR" smtClean="0"/>
              <a:t>     Then I look at you</a:t>
            </a:r>
          </a:p>
          <a:p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r>
              <a:rPr lang="fr-FR" smtClean="0"/>
              <a:t>     Just one look at you</a:t>
            </a:r>
          </a:p>
          <a:p>
            <a:r>
              <a:rPr lang="fr-FR" smtClean="0"/>
              <a:t>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r>
              <a:rPr lang="fr-FR" smtClean="0"/>
              <a:t>     When someone else instead of me</a:t>
            </a:r>
          </a:p>
          <a:p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r>
              <a:rPr lang="fr-FR" smtClean="0"/>
              <a:t>       Then I look at you</a:t>
            </a:r>
          </a:p>
          <a:p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endParaRPr lang="fr-FR" smtClean="0"/>
          </a:p>
          <a:p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r>
              <a:rPr lang="fr-FR" smtClean="0"/>
              <a:t>       When the day that lies ahead of me</a:t>
            </a:r>
          </a:p>
          <a:p>
            <a:r>
              <a:rPr lang="fr-FR" smtClean="0"/>
              <a:t>14-  SEMBLE IMPOSSIBLE À AFFRONTER</a:t>
            </a:r>
          </a:p>
          <a:p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r>
              <a:rPr lang="fr-FR" smtClean="0"/>
              <a:t>      Then I look at you</a:t>
            </a:r>
          </a:p>
          <a:p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4AC5E8-AB74-4604-A7E8-474661EF6B7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B22E6A-9EF9-4856-9F75-BC947CC248E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59D662-47C4-4662-9BC0-1A984DA0D11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B3C399-0E98-44AA-B479-ED4BC7994A1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DB7F46-D50F-4273-BA98-E1E904DE315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D64F0B-76E9-486D-83A6-00E6819816B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FE74FD-6AD5-4EAE-9AA3-67BCF07333C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C1C82C-0A9D-4689-8F91-53D6C2C9015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43AA2B-D79B-4F76-855B-7DBA8E8786A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7157A3-A9AA-47FB-8548-9D80DD1D7C7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9E6850-2AB5-4359-92D2-C0F8D25A9D1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B8E5891E-4C8B-4568-8629-182F853F061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LE GROOVE, DANS LE GROOVE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UN PUISSANT GROOVE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LE GROOVE, DANS LE GROOVE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UN PUISSANT GROOVE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PLUS HAUTE SCIENCE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UNE PHILOSOPHIE ÉLEVÉE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SI GRANDE INTÉGRITÉ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PETITS ENFANTS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VIENNENT POUR RECEVOIR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MYSTÈRE SIMPLE POURTANT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SI BON DE LE CONNAÎTRE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 AMOUR EST SI BON ET DISPONIBLE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N’ATTENDS PAS TROP LONGTEMPS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LE CONNAÎTRE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 AMOUR EST SI BON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PEUX ME PARLER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LE GROOVE, DANS LE GROOVE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UN PUISSANT GROOVE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LE GROOVE, DANS LE GROOVE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UN PUISSANT GROOVE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CALCULANT SANS FIN, L’INIQUITÉ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MISÈRE DES ÊTRES HUMAINS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EXTRAORDINAIRE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COMME EN UN INSTANT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CHANGERAI TON DESTIN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LE GROOVE, DANS LE GROOVE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UN PUISSANT GROOVE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LE GROOVE, DANS LE GROOVE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UN PUISSANT GROOVE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HEUREUX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JÉSUS EST SI BON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EST SI BON POUR MOI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DOIS SAVOIR QU’IL EST SI WOUAH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FRAPPE TES MAINS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BON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BON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BON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BON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BON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BON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….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LE GROOVE, DANS LE GROOVE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UN PUISSANT GROOVE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LE GROOVE, DANS LE GROOVE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UN PUISSANT GROOVE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TRÈS BIEN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3150</TotalTime>
  <Words>522</Words>
  <Application>Microsoft Office PowerPoint</Application>
  <PresentationFormat>On-screen Show (4:3)</PresentationFormat>
  <Paragraphs>2170</Paragraphs>
  <Slides>25</Slides>
  <Notes>25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29" baseType="lpstr">
      <vt:lpstr>Franklin Gothic Medium</vt:lpstr>
      <vt:lpstr>Arial</vt:lpstr>
      <vt:lpstr>Calibri</vt:lpstr>
      <vt:lpstr>Default Design</vt:lpstr>
      <vt:lpstr>DANS LE GROOVE, DANS LE GROOVE DANS UN PUISSANT GROOVE   </vt:lpstr>
      <vt:lpstr>DANS LE GROOVE, DANS LE GROOVE  DANS UN PUISSANT GROOVE    </vt:lpstr>
      <vt:lpstr>LA PLUS HAUTE SCIENCE UNE PHILOSOPHIE ÉLEVÉE     </vt:lpstr>
      <vt:lpstr>SI GRANDE INTÉGRITÉ      </vt:lpstr>
      <vt:lpstr>LES PETITS ENFANTS VIENNENT POUR RECEVOIR       </vt:lpstr>
      <vt:lpstr>UN MYSTÈRE SIMPLE POURTANT        </vt:lpstr>
      <vt:lpstr>C’EST SI BON DE LE CONNAÎTRE          </vt:lpstr>
      <vt:lpstr>MON AMOUR EST SI BON ET DISPONIBLE          </vt:lpstr>
      <vt:lpstr>N’ATTENDS PAS TROP LONGTEMPS POUR LE CONNAÎTRE           </vt:lpstr>
      <vt:lpstr>MON AMOUR EST SI BON TU PEUX ME PARLER            </vt:lpstr>
      <vt:lpstr>DANS LE GROOVE, DANS LE GROOVE DANS UN PUISSANT GROOVE             </vt:lpstr>
      <vt:lpstr>DANS LE GROOVE, DANS LE GROOVE  DANS UN PUISSANT GROOVE              </vt:lpstr>
      <vt:lpstr>CALCULANT SANS FIN, L’INIQUITÉ LA MISÈRE DES ÊTRES HUMAINS               </vt:lpstr>
      <vt:lpstr>C’EST EXTRAORDINAIRE COMME EN UN INSTANT                </vt:lpstr>
      <vt:lpstr>JE CHANGERAI TON DESTIN                 </vt:lpstr>
      <vt:lpstr>DANS LE GROOVE, DANS LE GROOVE DANS UN PUISSANT GROOVE                  </vt:lpstr>
      <vt:lpstr>DANS LE GROOVE, DANS LE GROOVE  DANS UN PUISSANT GROOVE                   </vt:lpstr>
      <vt:lpstr>JE SUIS HEUREUX JÉSUS EST SI BON                    </vt:lpstr>
      <vt:lpstr>IL EST SI BON POUR MOI TU DOIS SAVOIR QU’IL EST SI WOUAH                     </vt:lpstr>
      <vt:lpstr>FRAPPE TES MAINS                      </vt:lpstr>
      <vt:lpstr>BON BON BON BON BON BON….                      </vt:lpstr>
      <vt:lpstr>DANS LE GROOVE, DANS LE GROOVE DANS UN PUISSANT GROOVE                       </vt:lpstr>
      <vt:lpstr>DANS LE GROOVE, DANS LE GROOVE  DANS UN PUISSANT GROOVE                        </vt:lpstr>
      <vt:lpstr>TRÈS BIEN                         </vt:lpstr>
      <vt:lpstr>Diapositive 25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155</cp:revision>
  <dcterms:created xsi:type="dcterms:W3CDTF">2002-08-17T10:50:50Z</dcterms:created>
  <dcterms:modified xsi:type="dcterms:W3CDTF">2014-04-13T08:31:55Z</dcterms:modified>
</cp:coreProperties>
</file>