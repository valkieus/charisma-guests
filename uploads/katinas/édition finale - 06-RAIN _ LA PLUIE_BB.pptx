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6" r:id="rId2"/>
    <p:sldId id="307" r:id="rId3"/>
    <p:sldId id="308" r:id="rId4"/>
    <p:sldId id="309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16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81102B3-8949-4369-8F4F-A4A2E9969CA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C6CC9EB-254D-44AB-B587-42608038235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Rain, rain on me Open the windows of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 we need refreshing, till it overflows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QUE TA PLUIE VIENNE OUVRE LES ÉCLUSES DES CIEUX</a:t>
            </a:r>
          </a:p>
          <a:p>
            <a:r>
              <a:rPr lang="fr-FR" smtClean="0"/>
              <a:t>                        Rain, rain on me Open the windows of Heaven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endParaRPr lang="fr-FR" smtClean="0"/>
          </a:p>
          <a:p>
            <a:r>
              <a:rPr lang="fr-FR" smtClean="0"/>
              <a:t>3-  SEIGNEUR, UNE FRAÎCHE ONCTION UNE COUPE DÉBORDANTE</a:t>
            </a:r>
          </a:p>
          <a:p>
            <a:r>
              <a:rPr lang="fr-FR" smtClean="0"/>
              <a:t>     Lord we need refreshing, till it overflows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Rain, rain on me Open the windows of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 we need refreshing, till it overflows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QUE TA PLUIE VIENNE OUVRE LES ÉCLUSES DES CIEUX</a:t>
            </a:r>
          </a:p>
          <a:p>
            <a:r>
              <a:rPr lang="fr-FR" smtClean="0"/>
              <a:t>                        Rain, rain on me Open the windows of Heaven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endParaRPr lang="fr-FR" smtClean="0"/>
          </a:p>
          <a:p>
            <a:r>
              <a:rPr lang="fr-FR" smtClean="0"/>
              <a:t>3-  SEIGNEUR, UNE FRAÎCHE ONCTION UNE COUPE DÉBORDANTE</a:t>
            </a:r>
          </a:p>
          <a:p>
            <a:r>
              <a:rPr lang="fr-FR" smtClean="0"/>
              <a:t>     Lord we need refreshing, till it overflows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</a:t>
            </a:r>
            <a:r>
              <a:rPr lang="fr-FR" dirty="0" err="1" smtClean="0"/>
              <a:t>Rain</a:t>
            </a:r>
            <a:r>
              <a:rPr lang="fr-FR" dirty="0" smtClean="0"/>
              <a:t>, </a:t>
            </a:r>
            <a:r>
              <a:rPr lang="fr-FR" dirty="0" err="1" smtClean="0"/>
              <a:t>rain</a:t>
            </a:r>
            <a:r>
              <a:rPr lang="fr-FR" dirty="0" smtClean="0"/>
              <a:t> on me Open the </a:t>
            </a:r>
            <a:r>
              <a:rPr lang="fr-FR" dirty="0" err="1" smtClean="0"/>
              <a:t>windows</a:t>
            </a:r>
            <a:r>
              <a:rPr lang="fr-FR" dirty="0" smtClean="0"/>
              <a:t> of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 2-  OUVRE NOUS LES CIEUX VERSE UNE BÉNÉDICTION</a:t>
            </a:r>
            <a:br>
              <a:rPr lang="fr-FR" dirty="0" smtClean="0"/>
            </a:br>
            <a:r>
              <a:rPr lang="fr-FR" dirty="0" smtClean="0"/>
              <a:t>     Open up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  <a:r>
              <a:rPr lang="fr-FR" dirty="0" err="1" smtClean="0"/>
              <a:t>Pouring</a:t>
            </a:r>
            <a:r>
              <a:rPr lang="fr-FR" dirty="0" smtClean="0"/>
              <a:t>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Lord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refreshing</a:t>
            </a:r>
            <a:r>
              <a:rPr lang="fr-FR" dirty="0" smtClean="0"/>
              <a:t>, till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overflows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QUE TA PLUIE VIENNE OUVRE LES ÉCLUSES DES CIEUX</a:t>
            </a:r>
          </a:p>
          <a:p>
            <a:r>
              <a:rPr lang="fr-FR" smtClean="0"/>
              <a:t>                        Rain, rain on me Open the windows of Heaven</a:t>
            </a:r>
          </a:p>
          <a:p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 2-  OUVRE NOUS LES CIEUX VERSE UNE BÉNÉDICTION</a:t>
            </a:r>
            <a:br>
              <a:rPr lang="fr-FR" smtClean="0"/>
            </a:br>
            <a:r>
              <a:rPr lang="fr-FR" smtClean="0"/>
              <a:t>     Open up the heavens Pouring out a blessing</a:t>
            </a:r>
          </a:p>
          <a:p>
            <a:endParaRPr lang="fr-FR" smtClean="0"/>
          </a:p>
          <a:p>
            <a:r>
              <a:rPr lang="fr-FR" smtClean="0"/>
              <a:t>3-  SEIGNEUR, UNE FRAÎCHE ONCTION UNE COUPE DÉBORDANTE</a:t>
            </a:r>
          </a:p>
          <a:p>
            <a:r>
              <a:rPr lang="fr-FR" smtClean="0"/>
              <a:t>     Lord we need refreshing, till it overflows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77E80-4AD6-45C5-9C2E-089B5FBBA1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00AE9-6CC7-451B-A8B3-8BE073B501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9DA16-7D61-44D8-891A-5ABC8B4896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8AFE3-8217-48D4-BCC7-B6584E11E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72BC3-2F5E-4456-8C76-54FE86ED07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771E8-2775-4DF8-AD67-DE9AD2D832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76605-3715-4504-B900-6E05337F1E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7DA66-6FE5-4900-8884-7222DD55D4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829226-25B4-4B8C-BAD1-A2903CF75A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C728D-794B-4074-BB65-9E070C5CCE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ECEA8-46D1-45C1-9311-58849B74B7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4A7F354-1218-4B78-88F4-B7CF170C50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PLUIE VIENNE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ÉCLUSES DES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NOUS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VERSE UNE BÉNÉDICTION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UNE FRAÎCHE ONCTION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COUPE DÉBORDANTE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27</Words>
  <Application>Microsoft Office PowerPoint</Application>
  <PresentationFormat>On-screen Show (4:3)</PresentationFormat>
  <Paragraphs>127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QUE TA PLUIE VIENNE OUVRE LES ÉCLUSES DES CIEUX     </vt:lpstr>
      <vt:lpstr>OUVRE NOUS LES CIEUX VERSE UNE BÉNÉDICTION    </vt:lpstr>
      <vt:lpstr>SEIGNEUR, UNE FRAÎCHE ONCTION UNE COUPE DÉBORDANTE    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2014-04-13T08:33:25Z</dcterms:modified>
</cp:coreProperties>
</file>