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21" r:id="rId9"/>
    <p:sldId id="322" r:id="rId10"/>
    <p:sldId id="323" r:id="rId11"/>
    <p:sldId id="313" r:id="rId12"/>
    <p:sldId id="314" r:id="rId13"/>
    <p:sldId id="315" r:id="rId14"/>
    <p:sldId id="333" r:id="rId15"/>
    <p:sldId id="316" r:id="rId16"/>
    <p:sldId id="317" r:id="rId17"/>
    <p:sldId id="318" r:id="rId18"/>
    <p:sldId id="319" r:id="rId19"/>
    <p:sldId id="320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68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F2C24E2-CEEF-45B2-8478-7419811CC49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B601F1C-E3A4-4668-A7D7-915692403FD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racing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Bound</a:t>
            </a:r>
            <a:r>
              <a:rPr lang="fr-FR" dirty="0" smtClean="0"/>
              <a:t> by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> I </a:t>
            </a:r>
            <a:r>
              <a:rPr lang="fr-FR" dirty="0" err="1" smtClean="0"/>
              <a:t>can't</a:t>
            </a:r>
            <a:r>
              <a:rPr lang="fr-FR" dirty="0" smtClean="0"/>
              <a:t>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I go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This </a:t>
            </a:r>
            <a:r>
              <a:rPr lang="fr-FR" dirty="0" err="1" smtClean="0"/>
              <a:t>is</a:t>
            </a:r>
            <a:r>
              <a:rPr lang="fr-FR" dirty="0" smtClean="0"/>
              <a:t> love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SES BRAS SONT BIEN ASSEZ GRANDS</a:t>
            </a:r>
            <a:br>
              <a:rPr lang="fr-FR" dirty="0" smtClean="0"/>
            </a:br>
            <a:r>
              <a:rPr lang="fr-FR" dirty="0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love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ashamed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The </a:t>
            </a:r>
            <a:r>
              <a:rPr lang="fr-FR" dirty="0" err="1" smtClean="0"/>
              <a:t>Savior's</a:t>
            </a:r>
            <a:r>
              <a:rPr lang="fr-FR" dirty="0" smtClean="0"/>
              <a:t> love Is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Is </a:t>
            </a:r>
            <a:r>
              <a:rPr lang="fr-FR" dirty="0" err="1" smtClean="0"/>
              <a:t>breaking</a:t>
            </a:r>
            <a:r>
              <a:rPr lang="fr-FR" dirty="0" smtClean="0"/>
              <a:t> all of the </a:t>
            </a:r>
            <a:r>
              <a:rPr lang="fr-FR" dirty="0" err="1" smtClean="0"/>
              <a:t>chains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POUR LUI ÇA NE CHANGE RIEN</a:t>
            </a:r>
            <a:br>
              <a:rPr lang="fr-FR" dirty="0" smtClean="0"/>
            </a:br>
            <a:r>
              <a:rPr lang="fr-FR" dirty="0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SES BRAS SONT BIEN ASSEZ GRANDS</a:t>
            </a:r>
            <a:br>
              <a:rPr lang="fr-FR" dirty="0" smtClean="0"/>
            </a:br>
            <a:r>
              <a:rPr lang="fr-FR" dirty="0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love,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Today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saved</a:t>
            </a:r>
            <a:r>
              <a:rPr lang="fr-FR" dirty="0" smtClean="0"/>
              <a:t> </a:t>
            </a:r>
            <a:r>
              <a:rPr lang="fr-FR" dirty="0" err="1" smtClean="0"/>
              <a:t>Saved</a:t>
            </a:r>
            <a:r>
              <a:rPr lang="fr-FR" dirty="0" smtClean="0"/>
              <a:t> by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POUR LUI ÇA NE CHANGE RIEN</a:t>
            </a:r>
            <a:br>
              <a:rPr lang="fr-FR" dirty="0" smtClean="0"/>
            </a:br>
            <a:r>
              <a:rPr lang="fr-FR" dirty="0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love,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SES BRAS SONT BIEN ASSEZ GRANDS</a:t>
            </a:r>
            <a:br>
              <a:rPr lang="fr-FR" dirty="0" smtClean="0"/>
            </a:br>
            <a:r>
              <a:rPr lang="fr-FR" dirty="0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love,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racing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Bound</a:t>
            </a:r>
            <a:r>
              <a:rPr lang="fr-FR" dirty="0" smtClean="0"/>
              <a:t> by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> I </a:t>
            </a:r>
            <a:r>
              <a:rPr lang="fr-FR" dirty="0" err="1" smtClean="0"/>
              <a:t>can't</a:t>
            </a:r>
            <a:r>
              <a:rPr lang="fr-FR" dirty="0" smtClean="0"/>
              <a:t>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answers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I go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This </a:t>
            </a:r>
            <a:r>
              <a:rPr lang="fr-FR" dirty="0" err="1" smtClean="0"/>
              <a:t>is</a:t>
            </a:r>
            <a:r>
              <a:rPr lang="fr-FR" dirty="0" smtClean="0"/>
              <a:t> love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SES BRAS SONT BIEN ASSEZ GRANDS</a:t>
            </a:r>
            <a:br>
              <a:rPr lang="fr-FR" dirty="0" smtClean="0"/>
            </a:br>
            <a:r>
              <a:rPr lang="fr-FR" dirty="0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love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ashamed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The </a:t>
            </a:r>
            <a:r>
              <a:rPr lang="fr-FR" dirty="0" err="1" smtClean="0"/>
              <a:t>Savior's</a:t>
            </a:r>
            <a:r>
              <a:rPr lang="fr-FR" dirty="0" smtClean="0"/>
              <a:t> love Is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Is </a:t>
            </a:r>
            <a:r>
              <a:rPr lang="fr-FR" dirty="0" err="1" smtClean="0"/>
              <a:t>breaking</a:t>
            </a:r>
            <a:r>
              <a:rPr lang="fr-FR" dirty="0" smtClean="0"/>
              <a:t> all of the </a:t>
            </a:r>
            <a:r>
              <a:rPr lang="fr-FR" dirty="0" err="1" smtClean="0"/>
              <a:t>chains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POUR LUI ÇA NE CHANGE RIEN</a:t>
            </a:r>
            <a:br>
              <a:rPr lang="fr-FR" dirty="0" smtClean="0"/>
            </a:br>
            <a:r>
              <a:rPr lang="fr-FR" dirty="0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SES BRAS SONT BIEN ASSEZ GRANDS</a:t>
            </a:r>
            <a:br>
              <a:rPr lang="fr-FR" dirty="0" smtClean="0"/>
            </a:br>
            <a:r>
              <a:rPr lang="fr-FR" dirty="0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This </a:t>
            </a:r>
            <a:r>
              <a:rPr lang="fr-FR" dirty="0" err="1" smtClean="0"/>
              <a:t>is</a:t>
            </a:r>
            <a:r>
              <a:rPr lang="fr-FR" dirty="0" smtClean="0"/>
              <a:t> love,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Today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saved</a:t>
            </a:r>
            <a:r>
              <a:rPr lang="fr-FR" dirty="0" smtClean="0"/>
              <a:t> </a:t>
            </a:r>
            <a:r>
              <a:rPr lang="fr-FR" dirty="0" err="1" smtClean="0"/>
              <a:t>Saved</a:t>
            </a:r>
            <a:r>
              <a:rPr lang="fr-FR" dirty="0" smtClean="0"/>
              <a:t> by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Wherever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POUR LUI ÇA NE CHANGE RIEN</a:t>
            </a:r>
            <a:br>
              <a:rPr lang="fr-FR" dirty="0" smtClean="0"/>
            </a:br>
            <a:r>
              <a:rPr lang="fr-FR" dirty="0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It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love,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Whoever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SES BRAS SONT BIEN ASSEZ GRANDS</a:t>
            </a:r>
            <a:br>
              <a:rPr lang="fr-FR" dirty="0" smtClean="0"/>
            </a:br>
            <a:r>
              <a:rPr lang="fr-FR" dirty="0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There </a:t>
            </a:r>
            <a:r>
              <a:rPr lang="fr-FR" dirty="0" err="1" smtClean="0"/>
              <a:t>is</a:t>
            </a:r>
            <a:r>
              <a:rPr lang="fr-FR" dirty="0" smtClean="0"/>
              <a:t> room for </a:t>
            </a:r>
            <a:r>
              <a:rPr lang="fr-FR" dirty="0" err="1" smtClean="0"/>
              <a:t>everyone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This </a:t>
            </a:r>
            <a:r>
              <a:rPr lang="fr-FR" dirty="0" err="1" smtClean="0"/>
              <a:t>is</a:t>
            </a:r>
            <a:r>
              <a:rPr lang="fr-FR" dirty="0" smtClean="0"/>
              <a:t> love, the time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CŒUR AGITÉ J’AI TANT DE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heart is racing Mind full of questions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LIÉ PAR CES CHAÎNES JE SUIS BLOQUÉ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Bound by these chains I can't go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À CHERCHER DES RÉPONSES J’AI PERDU MON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I've lost my way searching for answers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OÙ PUIS-JE ALLER ? EST-CE LA FIN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Where can I go is it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POUR LUI ÇA NE CHANGE RIEN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 don't matter to Him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RETOURNE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RETOURNE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C’EST LE GRAND JOUR N’AIE AUCUNE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the day Don't be ashamed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L’AMOUR DE TON SAUVEUR T’ATTEND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 Savior's love Is waiting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 GRÂCE ADMIRABLE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His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VIENT BRISER TOUTES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Is breaking all of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JE SUIS LIBRE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Now I am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SUIS SAUVÉ PAR SA GRÂCE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Today I'm saved Saved by grace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QU’IMPORTE QUI TU ES OÙ TU ES PASSÉ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Wherever you've been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It don't matter to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turn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REVIENS À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QU’IMPORTE QUI TU ES CE QUE TU AS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Whoever you are Whatever you've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There is room for everyone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This is love, the time is 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REVIENS À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Come on home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CŒUR AGITÉ J’AI TANT DE QUESTIONS</a:t>
            </a:r>
          </a:p>
          <a:p>
            <a:r>
              <a:rPr lang="fr-FR" smtClean="0"/>
              <a:t>     My heart is racing Mind full of questions</a:t>
            </a:r>
          </a:p>
          <a:p>
            <a:endParaRPr lang="fr-FR" smtClean="0"/>
          </a:p>
          <a:p>
            <a:r>
              <a:rPr lang="fr-FR" smtClean="0"/>
              <a:t>2-  LIÉ PAR CES CHAÎNES JE SUIS BLOQUÉ</a:t>
            </a:r>
          </a:p>
          <a:p>
            <a:r>
              <a:rPr lang="fr-FR" smtClean="0"/>
              <a:t>     Bound by these chains I can't go on</a:t>
            </a:r>
          </a:p>
          <a:p>
            <a:endParaRPr lang="fr-FR" smtClean="0"/>
          </a:p>
          <a:p>
            <a:r>
              <a:rPr lang="fr-FR" smtClean="0"/>
              <a:t>3-  À CHERCHER DES RÉPONSES J’AI PERDU MON CHEMIN</a:t>
            </a:r>
          </a:p>
          <a:p>
            <a:r>
              <a:rPr lang="fr-FR" smtClean="0"/>
              <a:t>     I've lost my way searching for answers</a:t>
            </a:r>
          </a:p>
          <a:p>
            <a:endParaRPr lang="fr-FR" smtClean="0"/>
          </a:p>
          <a:p>
            <a:r>
              <a:rPr lang="fr-FR" smtClean="0"/>
              <a:t>4-  OÙ PUIS-JE ALLER ? EST-CE LA FIN ?</a:t>
            </a:r>
          </a:p>
          <a:p>
            <a:r>
              <a:rPr lang="fr-FR" smtClean="0"/>
              <a:t>     Where can I go is it over</a:t>
            </a:r>
          </a:p>
          <a:p>
            <a:endParaRPr lang="fr-FR" smtClean="0"/>
          </a:p>
          <a:p>
            <a:r>
              <a:rPr lang="fr-FR" smtClean="0"/>
              <a:t>5-  QU’IMPORTE QUI TU ES OÙ TU ES PASSÉ</a:t>
            </a:r>
          </a:p>
          <a:p>
            <a:r>
              <a:rPr lang="fr-FR" smtClean="0"/>
              <a:t>     Whoever you are Wherever you've been</a:t>
            </a:r>
          </a:p>
          <a:p>
            <a:endParaRPr lang="fr-FR" smtClean="0"/>
          </a:p>
          <a:p>
            <a:r>
              <a:rPr lang="fr-FR" smtClean="0"/>
              <a:t>6-  POUR LUI ÇA NE CHANGE RIEN C’EST SON AMOUR, FAIS DEMI-TOUR</a:t>
            </a:r>
          </a:p>
          <a:p>
            <a:r>
              <a:rPr lang="fr-FR" smtClean="0"/>
              <a:t>     It don't matter to Him This is love turn around</a:t>
            </a:r>
          </a:p>
          <a:p>
            <a:endParaRPr lang="fr-FR" smtClean="0"/>
          </a:p>
          <a:p>
            <a:r>
              <a:rPr lang="fr-FR" smtClean="0"/>
              <a:t>7-  RETOURNE À LUI</a:t>
            </a:r>
          </a:p>
          <a:p>
            <a:r>
              <a:rPr lang="fr-FR" smtClean="0"/>
              <a:t>     Come on home</a:t>
            </a:r>
          </a:p>
          <a:p>
            <a:endParaRPr lang="fr-FR" smtClean="0"/>
          </a:p>
          <a:p>
            <a:r>
              <a:rPr lang="fr-FR" smtClean="0"/>
              <a:t>8-  QU’IMPORTE QUI TU ES CE QUE TU AS FAIT</a:t>
            </a:r>
          </a:p>
          <a:p>
            <a:r>
              <a:rPr lang="fr-FR" smtClean="0"/>
              <a:t>     Whoever you are Whatever you've done</a:t>
            </a:r>
          </a:p>
          <a:p>
            <a:endParaRPr lang="fr-FR" smtClean="0"/>
          </a:p>
          <a:p>
            <a:r>
              <a:rPr lang="fr-FR" smtClean="0"/>
              <a:t>9-  SES BRAS SONT BIEN ASSEZ GRANDS</a:t>
            </a:r>
            <a:br>
              <a:rPr lang="fr-FR" smtClean="0"/>
            </a:br>
            <a:r>
              <a:rPr lang="fr-FR" smtClean="0"/>
              <a:t>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 This is love the time is now</a:t>
            </a:r>
          </a:p>
          <a:p>
            <a:endParaRPr lang="fr-FR" smtClean="0"/>
          </a:p>
          <a:p>
            <a:r>
              <a:rPr lang="fr-FR" smtClean="0"/>
              <a:t>10-  RETOURNE À LUI </a:t>
            </a:r>
          </a:p>
          <a:p>
            <a:r>
              <a:rPr lang="fr-FR" smtClean="0"/>
              <a:t>       Come on home</a:t>
            </a:r>
          </a:p>
          <a:p>
            <a:endParaRPr lang="fr-FR" smtClean="0"/>
          </a:p>
          <a:p>
            <a:r>
              <a:rPr lang="fr-FR" smtClean="0"/>
              <a:t>11-  C’EST LE GRAND JOUR N’AIE AUCUNE HONTE</a:t>
            </a:r>
          </a:p>
          <a:p>
            <a:r>
              <a:rPr lang="fr-FR" smtClean="0"/>
              <a:t>       This is the day Don't be ashamed</a:t>
            </a:r>
          </a:p>
          <a:p>
            <a:endParaRPr lang="fr-FR" smtClean="0"/>
          </a:p>
          <a:p>
            <a:r>
              <a:rPr lang="fr-FR" smtClean="0"/>
              <a:t>12-  L’AMOUR DE TON SAUVEUR T’ATTEND</a:t>
            </a:r>
          </a:p>
          <a:p>
            <a:r>
              <a:rPr lang="fr-FR" smtClean="0"/>
              <a:t>       The Savior's love Is waiting for you</a:t>
            </a:r>
          </a:p>
          <a:p>
            <a:endParaRPr lang="fr-FR" smtClean="0"/>
          </a:p>
          <a:p>
            <a:r>
              <a:rPr lang="fr-FR" smtClean="0"/>
              <a:t>13-  SA GRÂCE ADMIRABLE</a:t>
            </a:r>
          </a:p>
          <a:p>
            <a:r>
              <a:rPr lang="fr-FR" smtClean="0"/>
              <a:t>       His amazing grace</a:t>
            </a:r>
          </a:p>
          <a:p>
            <a:r>
              <a:rPr lang="fr-FR" smtClean="0"/>
              <a:t>14- VIENT BRISER TOUTES LES CHAÎNES</a:t>
            </a:r>
          </a:p>
          <a:p>
            <a:r>
              <a:rPr lang="fr-FR" smtClean="0"/>
              <a:t>      Is breaking all of the chains</a:t>
            </a:r>
          </a:p>
          <a:p>
            <a:endParaRPr lang="fr-FR" smtClean="0"/>
          </a:p>
          <a:p>
            <a:r>
              <a:rPr lang="fr-FR" smtClean="0"/>
              <a:t>15-  JE SUIS LIBRE AUJOURD’HUI</a:t>
            </a:r>
          </a:p>
          <a:p>
            <a:r>
              <a:rPr lang="fr-FR" smtClean="0"/>
              <a:t>       JE SUIS LIBRE AUJOURD’HUI</a:t>
            </a:r>
          </a:p>
          <a:p>
            <a:r>
              <a:rPr lang="fr-FR" smtClean="0"/>
              <a:t>       Now I am free</a:t>
            </a:r>
          </a:p>
          <a:p>
            <a:r>
              <a:rPr lang="fr-FR" smtClean="0"/>
              <a:t>       Now I am free</a:t>
            </a:r>
          </a:p>
          <a:p>
            <a:endParaRPr lang="fr-FR" smtClean="0"/>
          </a:p>
          <a:p>
            <a:r>
              <a:rPr lang="fr-FR" smtClean="0"/>
              <a:t>16-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17-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 turn around</a:t>
            </a:r>
          </a:p>
          <a:p>
            <a:endParaRPr lang="fr-FR" smtClean="0"/>
          </a:p>
          <a:p>
            <a:r>
              <a:rPr lang="fr-FR" smtClean="0"/>
              <a:t>18-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19-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20-  SES BRAS SONT BIEN ASSEZ GRANDS</a:t>
            </a:r>
            <a:br>
              <a:rPr lang="fr-FR" smtClean="0"/>
            </a:br>
            <a:r>
              <a:rPr lang="fr-FR" smtClean="0"/>
              <a:t>       TU AS TA PLACE C’EST LE MOMENT</a:t>
            </a:r>
          </a:p>
          <a:p>
            <a:r>
              <a:rPr lang="fr-FR" smtClean="0"/>
              <a:t>       There is room for everyone</a:t>
            </a:r>
          </a:p>
          <a:p>
            <a:r>
              <a:rPr lang="fr-FR" smtClean="0"/>
              <a:t>       This is love, the time is now</a:t>
            </a:r>
          </a:p>
          <a:p>
            <a:endParaRPr lang="fr-FR" smtClean="0"/>
          </a:p>
          <a:p>
            <a:r>
              <a:rPr lang="fr-FR" smtClean="0"/>
              <a:t>21-  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22-  JE SUIS SAUVÉ PAR SA GRÂCE</a:t>
            </a:r>
          </a:p>
          <a:p>
            <a:r>
              <a:rPr lang="fr-FR" smtClean="0"/>
              <a:t>      Today I'm saved Saved by grace </a:t>
            </a:r>
          </a:p>
          <a:p>
            <a:endParaRPr lang="fr-FR" smtClean="0"/>
          </a:p>
          <a:p>
            <a:r>
              <a:rPr lang="fr-FR" smtClean="0"/>
              <a:t>23-  QU’IMPORTE QUI TU ES OÙ TU ES PASSÉ</a:t>
            </a:r>
          </a:p>
          <a:p>
            <a:r>
              <a:rPr lang="fr-FR" smtClean="0"/>
              <a:t>       Whoever you are Wherever you've been</a:t>
            </a:r>
          </a:p>
          <a:p>
            <a:endParaRPr lang="fr-FR" smtClean="0"/>
          </a:p>
          <a:p>
            <a:r>
              <a:rPr lang="fr-FR" smtClean="0"/>
              <a:t>24-  POUR LUI ÇA NE CHANGE RIEN</a:t>
            </a:r>
            <a:br>
              <a:rPr lang="fr-FR" smtClean="0"/>
            </a:br>
            <a:r>
              <a:rPr lang="fr-FR" smtClean="0"/>
              <a:t>      C’EST SON AMOUR, FAIS DEMI-TOUR</a:t>
            </a:r>
          </a:p>
          <a:p>
            <a:r>
              <a:rPr lang="fr-FR" smtClean="0"/>
              <a:t>      It don't matter to Him</a:t>
            </a:r>
          </a:p>
          <a:p>
            <a:r>
              <a:rPr lang="fr-FR" smtClean="0"/>
              <a:t>      This is love, turn around</a:t>
            </a:r>
          </a:p>
          <a:p>
            <a:endParaRPr lang="fr-FR" smtClean="0"/>
          </a:p>
          <a:p>
            <a:r>
              <a:rPr lang="fr-FR" smtClean="0"/>
              <a:t>25-  REVIENS À LUI 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r>
              <a:rPr lang="fr-FR" smtClean="0"/>
              <a:t>26-  QU’IMPORTE QUI TU ES CE QUE TU AS FAIT</a:t>
            </a:r>
          </a:p>
          <a:p>
            <a:r>
              <a:rPr lang="fr-FR" smtClean="0"/>
              <a:t>       Whoever you are Whatever you've done</a:t>
            </a:r>
          </a:p>
          <a:p>
            <a:endParaRPr lang="fr-FR" smtClean="0"/>
          </a:p>
          <a:p>
            <a:r>
              <a:rPr lang="fr-FR" smtClean="0"/>
              <a:t>27-  SES BRAS SONT BIEN ASSEZ GRANDS</a:t>
            </a:r>
            <a:br>
              <a:rPr lang="fr-FR" smtClean="0"/>
            </a:br>
            <a:r>
              <a:rPr lang="fr-FR" smtClean="0"/>
              <a:t>      TU AS TA PLACE C’EST LE MOMENT</a:t>
            </a:r>
          </a:p>
          <a:p>
            <a:r>
              <a:rPr lang="fr-FR" smtClean="0"/>
              <a:t>      There is room for everyone</a:t>
            </a:r>
          </a:p>
          <a:p>
            <a:r>
              <a:rPr lang="fr-FR" smtClean="0"/>
              <a:t>      This is love, the time is now</a:t>
            </a:r>
          </a:p>
          <a:p>
            <a:endParaRPr lang="fr-FR" smtClean="0"/>
          </a:p>
          <a:p>
            <a:r>
              <a:rPr lang="fr-FR" smtClean="0"/>
              <a:t>28-  REVIENS À LUI</a:t>
            </a:r>
          </a:p>
          <a:p>
            <a:r>
              <a:rPr lang="fr-FR" smtClean="0"/>
              <a:t>      Come on home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3F578-AB06-4189-B484-72EE6DF347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F0760-87AA-495E-9BB9-1F371649C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11FFD-24E4-481F-B1F2-6A9B421B15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64D4A-8C6D-4F8B-9A00-4741AED8D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15891-FD22-41F9-9E0E-2CA605E376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7ABFB-4461-4A48-B46C-6BD11DA23E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FCE50-FE01-45CD-9E72-B1CFE3ABE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B0309-CF14-4826-B96A-F8785D95F0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BC371-B187-40A7-94F7-017558F7F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3E48B-D741-4EB0-9CCF-B29D04A5A2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7ABB3-721E-4919-B77B-1CA6604191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AE24FB5-021A-40D4-A708-5C3DCB5060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AGITÉ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J’AI TANT DE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LIÉ PAR CES CHAÎNES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BLOQUÉ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CHERCHER DES RÉPONSES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PERDU MON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PUIS-JE ALLER 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EST-CE LA FIN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LUI,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RETOURNE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TA PLACE, 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RETOURNE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GRAND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N’AIE AUCUNE HONTE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SAUVEUR T’ATTEND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GRÂCE ADMIRABLE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BRISER TOUTES LES CHAÎNES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AUJOURD’HUI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SUIS LIBRE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PLACE,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À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SAUVÉ PAR SA GRÂCE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 PASSÉ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LUI ÇA NE CHANGE 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SON AMOUR, FAIS DEMI-TOUR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QU’IMPORTE QUI TU 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TU AS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SONT BIEN ASSEZ GRANDS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TA PLACE, C’EST LE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REVIENS À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3092</TotalTime>
  <Words>7957</Words>
  <Application>Microsoft Office PowerPoint</Application>
  <PresentationFormat>On-screen Show (4:3)</PresentationFormat>
  <Paragraphs>5012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Franklin Gothic Medium</vt:lpstr>
      <vt:lpstr>Arial</vt:lpstr>
      <vt:lpstr>Calibri</vt:lpstr>
      <vt:lpstr>Default Design</vt:lpstr>
      <vt:lpstr>MON CŒUR AGITÉ  J’AI TANT DE QUESTIONS</vt:lpstr>
      <vt:lpstr>LIÉ PAR CES CHAÎNES JE SUIS BLOQUÉ</vt:lpstr>
      <vt:lpstr>À CHERCHER DES RÉPONSES J’AI PERDU MON CHEMIN</vt:lpstr>
      <vt:lpstr>OÙ PUIS-JE ALLER ? EST-CE LA FIN ?</vt:lpstr>
      <vt:lpstr>QU’IMPORTE QUI TU ES OÙ TU ES PASSÉ</vt:lpstr>
      <vt:lpstr>POUR LUI, ÇA NE CHANGE RIEN C’EST SON AMOUR, FAIS DEMI-TOUR</vt:lpstr>
      <vt:lpstr>RETOURNE À LUI </vt:lpstr>
      <vt:lpstr>QU’IMPORTE QUI TU ES CE QUE TU AS FAIT</vt:lpstr>
      <vt:lpstr>SES BRAS SONT BIEN ASSEZ GRANDS TU AS TA PLACE, C’EST LE MOMENT</vt:lpstr>
      <vt:lpstr>RETOURNE À LUI </vt:lpstr>
      <vt:lpstr>C’EST LE GRAND JOUR N’AIE AUCUNE HONTE</vt:lpstr>
      <vt:lpstr>L’AMOUR DE TON SAUVEUR T’ATTEND</vt:lpstr>
      <vt:lpstr>SA GRÂCE ADMIRABLE</vt:lpstr>
      <vt:lpstr>VIENT BRISER TOUTES LES CHAÎNES</vt:lpstr>
      <vt:lpstr>JE SUIS LIBRE AUJOURD’HUI  JE SUIS LIBRE AUJOURD’HUI</vt:lpstr>
      <vt:lpstr>QU’IMPORTE QUI TU ES OÙ TU ES PASSÉ</vt:lpstr>
      <vt:lpstr>POUR LUI ÇA NE CHANGE RIEN C’EST SON AMOUR, FAIS DEMI-TOUR</vt:lpstr>
      <vt:lpstr>REVIENS À LUI </vt:lpstr>
      <vt:lpstr>QU’IMPORTE QUI TU ES CE QUE TU AS FAIT</vt:lpstr>
      <vt:lpstr>SES BRAS SONT BIEN ASSEZ GRANDS TU AS TA PLACE, C’EST LE MOMENT</vt:lpstr>
      <vt:lpstr>VIENS À LUI</vt:lpstr>
      <vt:lpstr>JE SUIS SAUVÉ PAR SA GRÂCE</vt:lpstr>
      <vt:lpstr>QU’IMPORTE QUI TU ES OÙ TU ES PASSÉ</vt:lpstr>
      <vt:lpstr>POUR LUI ÇA NE CHANGE RIEN C’EST SON AMOUR, FAIS DEMI-TOUR</vt:lpstr>
      <vt:lpstr>REVIENS À LUI </vt:lpstr>
      <vt:lpstr>QU’IMPORTE QUI TU ES CE QUE TU AS FAIT</vt:lpstr>
      <vt:lpstr>SES BRAS SONT BIEN ASSEZ GRANDS TU AS TA PLACE, C’EST LE MOMENT</vt:lpstr>
      <vt:lpstr>REVIENS À LUI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149</cp:revision>
  <dcterms:created xsi:type="dcterms:W3CDTF">2002-08-17T10:50:50Z</dcterms:created>
  <dcterms:modified xsi:type="dcterms:W3CDTF">2014-11-28T15:38:33Z</dcterms:modified>
</cp:coreProperties>
</file>