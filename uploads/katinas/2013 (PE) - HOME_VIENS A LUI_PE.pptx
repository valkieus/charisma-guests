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64" r:id="rId3"/>
    <p:sldId id="265" r:id="rId4"/>
    <p:sldId id="266" r:id="rId5"/>
    <p:sldId id="263" r:id="rId6"/>
    <p:sldId id="258" r:id="rId7"/>
    <p:sldId id="259" r:id="rId8"/>
    <p:sldId id="260" r:id="rId9"/>
    <p:sldId id="261" r:id="rId10"/>
    <p:sldId id="262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52" autoAdjust="0"/>
    <p:restoredTop sz="90929"/>
  </p:normalViewPr>
  <p:slideViewPr>
    <p:cSldViewPr>
      <p:cViewPr varScale="1">
        <p:scale>
          <a:sx n="46" d="100"/>
          <a:sy n="46" d="100"/>
        </p:scale>
        <p:origin x="-90" y="-6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229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184536D-0D59-489C-A7B0-7E7DD125818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5FDF11-D169-43E0-950E-87F7158AD1A8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0910DF-A426-46F1-81B5-F0A5F118F2C1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A3BAB8-4F7A-44FF-A9A0-6B40C3166041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728A2A-1A79-455A-B8D1-E80C65158DAA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68FED5-6680-4050-BA84-206207B006DA}" type="slidenum">
              <a:rPr lang="fr-FR" smtClean="0"/>
              <a:pPr/>
              <a:t>5</a:t>
            </a:fld>
            <a:endParaRPr lang="fr-FR" smtClean="0"/>
          </a:p>
        </p:txBody>
      </p:sp>
      <p:sp>
        <p:nvSpPr>
          <p:cNvPr id="174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95AD2E-E91E-4A05-A64B-D0B045B6DC98}" type="slidenum">
              <a:rPr lang="fr-FR" smtClean="0"/>
              <a:pPr/>
              <a:t>6</a:t>
            </a:fld>
            <a:endParaRPr lang="fr-FR" smtClean="0"/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68A112-BF17-4D30-BDA7-D4660B6450EB}" type="slidenum">
              <a:rPr lang="fr-FR" smtClean="0"/>
              <a:pPr/>
              <a:t>7</a:t>
            </a:fld>
            <a:endParaRPr lang="fr-FR" smtClean="0"/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1F5AD5-A0D6-4E43-A520-6FB9D19BA23E}" type="slidenum">
              <a:rPr lang="fr-FR" smtClean="0"/>
              <a:pPr/>
              <a:t>8</a:t>
            </a:fld>
            <a:endParaRPr lang="fr-FR" smtClean="0"/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13D5E7-1AB0-4F6A-B22F-A45A8C04C75A}" type="slidenum">
              <a:rPr lang="fr-FR" smtClean="0"/>
              <a:pPr/>
              <a:t>9</a:t>
            </a:fld>
            <a:endParaRPr lang="fr-FR" smtClean="0"/>
          </a:p>
        </p:txBody>
      </p:sp>
      <p:sp>
        <p:nvSpPr>
          <p:cNvPr id="215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93314D-36C2-4CDF-9E2D-E21598419CD6}" type="slidenum">
              <a:rPr lang="fr-FR" smtClean="0"/>
              <a:pPr/>
              <a:t>10</a:t>
            </a:fld>
            <a:endParaRPr lang="fr-FR" smtClean="0"/>
          </a:p>
        </p:txBody>
      </p:sp>
      <p:sp>
        <p:nvSpPr>
          <p:cNvPr id="225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5215B-87C1-4254-983F-0BD3113AC6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5CEBF-4624-4F05-9E6D-ACF19431B7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A2EE29-FB37-42FB-A4C5-1580826294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AD81A-E009-45AA-A36A-353B3B3F1C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68BC5D-DE21-4C3E-AD5F-729F2A9642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2B65FA-AA65-463D-8728-E9592E84D9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277A78-076C-45A9-9B9B-18E8FB228F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2A34C5-EBA6-4414-B378-5D8C33E972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1C1A1C-DB04-49F0-B5B2-F49C1D1928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FFB533-90D2-4585-BAD0-DD35ECB142A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74A9B-D921-45E7-93BD-B145329037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1EE2FA3-F72B-4091-80E6-CB6698121A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MON CŒUR AGITÉ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J’AI TANT DE QUESTIONS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LIÉ PAR CES CHAÎNES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SUIS BLOQUÉ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À CHERCHER DES RÉPONSES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J’AI PERDU MON CHEMIN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OÙ PUIS-JE ALLER ?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EST-CE LA FIN ?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QU’IMPORTE QUI TU ES OÙ TU ES PASSÉ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POUR LUI, ÇA NE CHANGE RIEN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SON AMOUR, FAIS DEMI TOUR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RETOURNE À LUI 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" name="Text Box 28"/>
          <p:cNvSpPr txBox="1">
            <a:spLocks noChangeArrowheads="1"/>
          </p:cNvSpPr>
          <p:nvPr/>
        </p:nvSpPr>
        <p:spPr bwMode="auto">
          <a:xfrm>
            <a:off x="8237538" y="6235700"/>
            <a:ext cx="8890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fr-FR" sz="3600" dirty="0">
              <a:solidFill>
                <a:srgbClr val="B2B2B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QU’IMPORTE QUI TU ES CE QUE TU AS FAIT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SES BRAS SONT BIEN ASSEZ GRANDS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AS TA PLACE, C’EST LE MOMENT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RETOURNE À LUI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LE GRAND JOUR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N’AIE AUCUNE HONTE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L’AMOUR, DE TON SAUVEUR T’ATTEND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SA GRÂCE ADMIRABLE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VIENT BRISER TOUTES LES CHAÎNES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SUIS LIBRE AUJOURD’HUI</a:t>
            </a:r>
          </a:p>
        </p:txBody>
      </p:sp>
      <p:sp>
        <p:nvSpPr>
          <p:cNvPr id="3" name="Text Box 28"/>
          <p:cNvSpPr txBox="1">
            <a:spLocks noChangeArrowheads="1"/>
          </p:cNvSpPr>
          <p:nvPr/>
        </p:nvSpPr>
        <p:spPr bwMode="auto">
          <a:xfrm>
            <a:off x="8237538" y="6235700"/>
            <a:ext cx="8890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fr-FR" sz="3600" dirty="0">
              <a:solidFill>
                <a:srgbClr val="B2B2B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QU’IMPORTE QUI TU ES OÙ TU ES PASSÉ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POUR LUI, ÇA NE CHANGE RIEN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SON AMOUR, FAIS DEMI TOUR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REVIENS À LUI 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QU’IMPORTE QUI TU ES CE QUE TU AS FAIT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SES BRAS SONT BIEN ASSEZ GRANDS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AS TA PLACE, C’EST LE MOMENT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 À LUI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SUIS SAUVÉ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PAR SA GRÂCE</a:t>
            </a:r>
          </a:p>
        </p:txBody>
      </p:sp>
      <p:sp>
        <p:nvSpPr>
          <p:cNvPr id="3" name="Text Box 28"/>
          <p:cNvSpPr txBox="1">
            <a:spLocks noChangeArrowheads="1"/>
          </p:cNvSpPr>
          <p:nvPr/>
        </p:nvSpPr>
        <p:spPr bwMode="auto">
          <a:xfrm>
            <a:off x="8237538" y="6235700"/>
            <a:ext cx="8890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fr-FR" sz="3600" dirty="0">
              <a:solidFill>
                <a:srgbClr val="B2B2B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QU’IMPORTE QUI TU 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OÙ TU ES PASSÉ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POUR LUI, ÇA NE CHANGE RIEN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SON AMOUR, FAIS DEMI TOUR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REVIENS À LUI 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QU’IMPORTE QUI TU 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CE QUE TU AS FAIT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SES BRAS SONT BIEN ASSEZ GRANDS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AS TA PLACE, C’EST LE MOMENT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REVIENS À LUI</a:t>
            </a:r>
          </a:p>
        </p:txBody>
      </p:sp>
      <p:sp>
        <p:nvSpPr>
          <p:cNvPr id="3" name="Text Box 28"/>
          <p:cNvSpPr txBox="1">
            <a:spLocks noChangeArrowheads="1"/>
          </p:cNvSpPr>
          <p:nvPr/>
        </p:nvSpPr>
        <p:spPr bwMode="auto">
          <a:xfrm>
            <a:off x="8237538" y="6235700"/>
            <a:ext cx="8890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fr-FR" sz="3600" dirty="0">
              <a:solidFill>
                <a:srgbClr val="B2B2B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MY HEART IS RACING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MIND FULL OF QUESTIONS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BOUND BY THESE CHAINS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 CAN'T GO ON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I'VE LOST MY WAY 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SEARCHING FOR ANSWERS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WHERE CAN I GO 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IS IT OVER</a:t>
            </a:r>
          </a:p>
        </p:txBody>
      </p:sp>
      <p:sp>
        <p:nvSpPr>
          <p:cNvPr id="3" name="Text Box 28"/>
          <p:cNvSpPr txBox="1">
            <a:spLocks noChangeArrowheads="1"/>
          </p:cNvSpPr>
          <p:nvPr/>
        </p:nvSpPr>
        <p:spPr bwMode="auto">
          <a:xfrm>
            <a:off x="8237538" y="6235700"/>
            <a:ext cx="8890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fr-FR" sz="3600" dirty="0">
              <a:solidFill>
                <a:srgbClr val="B2B2B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US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WHOEVER YOU ARE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WHEREVER YOU'VE BEEN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IT DON'T MATTER TO HIM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THIS IS LOVE TURN AROUND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COME ON HOME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WHOEVER YOU ARE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WHATEVER YOU'VE DONE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THERE IS ROOM FOR EVERYONE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THIS IS LOVE THE TIME IS NOW</a:t>
            </a:r>
          </a:p>
        </p:txBody>
      </p:sp>
      <p:sp>
        <p:nvSpPr>
          <p:cNvPr id="3" name="Text Box 28"/>
          <p:cNvSpPr txBox="1">
            <a:spLocks noChangeArrowheads="1"/>
          </p:cNvSpPr>
          <p:nvPr/>
        </p:nvSpPr>
        <p:spPr bwMode="auto">
          <a:xfrm>
            <a:off x="8237538" y="6235700"/>
            <a:ext cx="8890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fr-FR" sz="3600" dirty="0">
              <a:solidFill>
                <a:srgbClr val="B2B2B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US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THERE IS ROOM FOR EVERYONE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THIS IS LOVE THE TIME IS NOW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COME ON HOME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THIS IS THE DAY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DON'T BE ASHAMED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THE SAVIOR'S LOVE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IS WAITING FOR YOU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HIS AMAZING GRACE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IS BREAKING ALL OF THE CHAINS</a:t>
            </a:r>
          </a:p>
        </p:txBody>
      </p:sp>
      <p:sp>
        <p:nvSpPr>
          <p:cNvPr id="3" name="Text Box 28"/>
          <p:cNvSpPr txBox="1">
            <a:spLocks noChangeArrowheads="1"/>
          </p:cNvSpPr>
          <p:nvPr/>
        </p:nvSpPr>
        <p:spPr bwMode="auto">
          <a:xfrm>
            <a:off x="8237538" y="6235700"/>
            <a:ext cx="8890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fr-FR" sz="3600" dirty="0">
              <a:solidFill>
                <a:srgbClr val="B2B2B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US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NOW I AM FREE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NOW I AM FREE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WHOEVER YOU ARE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WHEREVER YOU'VE BEEN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IT DON'T MATTER TO HIM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THIS IS LOVE TURN AROUND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COME ON HOME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WHOEVER YOU ARE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WHATEVER YOU'VE DONE</a:t>
            </a:r>
          </a:p>
        </p:txBody>
      </p:sp>
      <p:sp>
        <p:nvSpPr>
          <p:cNvPr id="3" name="Text Box 28"/>
          <p:cNvSpPr txBox="1">
            <a:spLocks noChangeArrowheads="1"/>
          </p:cNvSpPr>
          <p:nvPr/>
        </p:nvSpPr>
        <p:spPr bwMode="auto">
          <a:xfrm>
            <a:off x="8237538" y="6235700"/>
            <a:ext cx="8890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fr-FR" sz="3600" dirty="0">
              <a:solidFill>
                <a:srgbClr val="B2B2B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en-US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THERE IS ROOM FOR EVERYONE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THIS IS LOVE, THE TIME IS NOW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COME ON HOME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TODAY I'M SAVED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SAVED BY GRACE 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WHOEVER YOU ARE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WHEREVER YOU'VE BEEN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IT DON'T MATTER TO HIM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THIS IS LOVE TURN AROUND</a:t>
            </a:r>
          </a:p>
        </p:txBody>
      </p:sp>
      <p:sp>
        <p:nvSpPr>
          <p:cNvPr id="3" name="Text Box 28"/>
          <p:cNvSpPr txBox="1">
            <a:spLocks noChangeArrowheads="1"/>
          </p:cNvSpPr>
          <p:nvPr/>
        </p:nvSpPr>
        <p:spPr bwMode="auto">
          <a:xfrm>
            <a:off x="8237538" y="6235700"/>
            <a:ext cx="8890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fr-FR" sz="3600" dirty="0">
              <a:solidFill>
                <a:srgbClr val="B2B2B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US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COME ON HOME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WHOEVER YOU ARE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WHATEVER YOU'VE DONE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THERE IS ROOM FOR EVERYONE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THIS IS LOVE, THE TIME IS NOW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COME ON HOME</a:t>
            </a:r>
          </a:p>
        </p:txBody>
      </p:sp>
      <p:sp>
        <p:nvSpPr>
          <p:cNvPr id="3" name="Text Box 28"/>
          <p:cNvSpPr txBox="1">
            <a:spLocks noChangeArrowheads="1"/>
          </p:cNvSpPr>
          <p:nvPr/>
        </p:nvSpPr>
        <p:spPr bwMode="auto">
          <a:xfrm>
            <a:off x="8237538" y="6235700"/>
            <a:ext cx="8890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fr-FR" sz="3600" dirty="0">
              <a:solidFill>
                <a:srgbClr val="B2B2B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91</Words>
  <Application>Microsoft Office PowerPoint</Application>
  <PresentationFormat>On-screen Show (4:3)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SANDRA TAHIRO-APERANO (X114353)</cp:lastModifiedBy>
  <cp:revision>32</cp:revision>
  <dcterms:created xsi:type="dcterms:W3CDTF">2002-08-17T11:34:49Z</dcterms:created>
  <dcterms:modified xsi:type="dcterms:W3CDTF">2014-11-28T15:48:08Z</dcterms:modified>
</cp:coreProperties>
</file>