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06" r:id="rId2"/>
    <p:sldId id="307" r:id="rId3"/>
    <p:sldId id="308" r:id="rId4"/>
    <p:sldId id="309" r:id="rId5"/>
    <p:sldId id="310" r:id="rId6"/>
    <p:sldId id="311" r:id="rId7"/>
    <p:sldId id="339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37" r:id="rId20"/>
    <p:sldId id="323" r:id="rId21"/>
    <p:sldId id="324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4" r:id="rId30"/>
    <p:sldId id="336" r:id="rId31"/>
    <p:sldId id="338" r:id="rId32"/>
    <p:sldId id="341" r:id="rId33"/>
    <p:sldId id="340" r:id="rId34"/>
    <p:sldId id="342" r:id="rId3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44486" autoAdjust="0"/>
  </p:normalViewPr>
  <p:slideViewPr>
    <p:cSldViewPr>
      <p:cViewPr>
        <p:scale>
          <a:sx n="34" d="100"/>
          <a:sy n="34" d="100"/>
        </p:scale>
        <p:origin x="-31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17E875D-6632-486F-BAAC-1D7C20B3FFD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5702F8E-372F-4D7D-9E4F-0CD59BD533E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TANT DE FOIS J’AI OUBLIÉ LES BESOINS QUE TU AS COMBLÉS</a:t>
            </a:r>
          </a:p>
          <a:p>
            <a:pPr>
              <a:defRPr/>
            </a:pPr>
            <a:r>
              <a:rPr lang="fr-FR" smtClean="0"/>
              <a:t>      Many times I do forget every need that You have met</a:t>
            </a:r>
          </a:p>
          <a:p>
            <a:pPr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TU ES LÀ QUAND TOUT NE VA PAS SI BIEN</a:t>
            </a:r>
          </a:p>
          <a:p>
            <a:pPr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LES MAINS LEVÉES POUR T’ADORER AVEC TOUT CE QUE JE SUIS</a:t>
            </a:r>
          </a:p>
          <a:p>
            <a:pPr>
              <a:defRPr/>
            </a:pPr>
            <a:r>
              <a:rPr lang="fr-FR" smtClean="0"/>
              <a:t>	     Here I am with all I have I raise my hands to worship You</a:t>
            </a:r>
          </a:p>
          <a:p>
            <a:pPr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>
              <a:defRPr/>
            </a:pPr>
            <a:r>
              <a:rPr lang="fr-FR" smtClean="0"/>
              <a:t>	11-  POUR  TES BIENFAITS, POUR QUI TU ES </a:t>
            </a:r>
          </a:p>
          <a:p>
            <a:pPr>
              <a:defRPr/>
            </a:pPr>
            <a:r>
              <a:rPr lang="fr-FR" smtClean="0"/>
              <a:t>	      TU M’AS COUVERT, TOUCHÉ MA VIE</a:t>
            </a:r>
          </a:p>
          <a:p>
            <a:pPr>
              <a:defRPr/>
            </a:pPr>
            <a:r>
              <a:rPr lang="fr-FR" smtClean="0"/>
              <a:t>	       For everything, for who You are</a:t>
            </a:r>
          </a:p>
          <a:p>
            <a:pPr>
              <a:defRPr/>
            </a:pPr>
            <a:r>
              <a:rPr lang="fr-FR" smtClean="0"/>
              <a:t>	       You covered me and touched my heart</a:t>
            </a:r>
          </a:p>
          <a:p>
            <a:pPr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>
              <a:defRPr/>
            </a:pPr>
            <a:r>
              <a:rPr lang="fr-FR" smtClean="0"/>
              <a:t>       I could have died in my sin But You saved me</a:t>
            </a:r>
          </a:p>
          <a:p>
            <a:pPr>
              <a:defRPr/>
            </a:pPr>
            <a:r>
              <a:rPr lang="fr-FR" smtClean="0"/>
              <a:t>14-  ANÉANTI, DÉSESPÉRÉ TU ME REMPLIS DE PAIX</a:t>
            </a:r>
          </a:p>
          <a:p>
            <a:pPr>
              <a:defRPr/>
            </a:pPr>
            <a:r>
              <a:rPr lang="fr-FR" smtClean="0"/>
              <a:t>      Didn't have any hope at all You gave me peace divine</a:t>
            </a:r>
          </a:p>
          <a:p>
            <a:pPr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>
              <a:defRPr/>
            </a:pPr>
            <a:r>
              <a:rPr lang="fr-FR" smtClean="0"/>
              <a:t>       But instead You took my place</a:t>
            </a:r>
          </a:p>
          <a:p>
            <a:pPr>
              <a:defRPr/>
            </a:pPr>
            <a:r>
              <a:rPr lang="fr-FR" smtClean="0"/>
              <a:t>17-  QUELLE GRÂCE ADMIRABLE </a:t>
            </a:r>
          </a:p>
          <a:p>
            <a:pPr>
              <a:defRPr/>
            </a:pPr>
            <a:r>
              <a:rPr lang="fr-FR" smtClean="0"/>
              <a:t>       C’EST PLUS QU’UN SIMPLE CHANT</a:t>
            </a:r>
          </a:p>
          <a:p>
            <a:pPr>
              <a:defRPr/>
            </a:pPr>
            <a:r>
              <a:rPr lang="fr-FR" smtClean="0"/>
              <a:t>       Amazing grace</a:t>
            </a:r>
          </a:p>
          <a:p>
            <a:pPr>
              <a:defRPr/>
            </a:pPr>
            <a:r>
              <a:rPr lang="fr-FR" smtClean="0"/>
              <a:t>       it's more than just a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>
              <a:defRPr/>
            </a:pPr>
            <a:r>
              <a:rPr lang="fr-FR" smtClean="0"/>
              <a:t>       Your love for me</a:t>
            </a:r>
          </a:p>
          <a:p>
            <a:pPr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>
              <a:defRPr/>
            </a:pPr>
            <a:r>
              <a:rPr lang="fr-FR" smtClean="0"/>
              <a:t>      You looked beyond my fault </a:t>
            </a:r>
          </a:p>
          <a:p>
            <a:pPr>
              <a:defRPr/>
            </a:pPr>
            <a:r>
              <a:rPr lang="fr-FR" smtClean="0"/>
              <a:t>      and You showed me mercy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>
              <a:defRPr/>
            </a:pPr>
            <a:r>
              <a:rPr lang="fr-FR" smtClean="0"/>
              <a:t>	       Here I am with all I have </a:t>
            </a:r>
          </a:p>
          <a:p>
            <a:pPr>
              <a:defRPr/>
            </a:pPr>
            <a:r>
              <a:rPr lang="fr-FR" smtClean="0"/>
              <a:t>	       I raise my hands to worship You</a:t>
            </a:r>
          </a:p>
          <a:p>
            <a:pPr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>
              <a:defRPr/>
            </a:pPr>
            <a:r>
              <a:rPr lang="fr-FR" smtClean="0"/>
              <a:t>	       I wanna say, thank you,</a:t>
            </a:r>
          </a:p>
          <a:p>
            <a:pPr>
              <a:defRPr/>
            </a:pPr>
            <a:r>
              <a:rPr lang="fr-FR" smtClean="0"/>
              <a:t>	       Oh, thank you</a:t>
            </a:r>
          </a:p>
          <a:p>
            <a:pPr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>
              <a:defRPr/>
            </a:pPr>
            <a:r>
              <a:rPr lang="fr-FR" smtClean="0"/>
              <a:t>	       You covered me and touched my heart</a:t>
            </a:r>
          </a:p>
          <a:p>
            <a:pPr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>
              <a:defRPr/>
            </a:pPr>
            <a:r>
              <a:rPr lang="fr-FR" smtClean="0"/>
              <a:t>       I wanna say, thank You</a:t>
            </a:r>
          </a:p>
          <a:p>
            <a:pPr>
              <a:defRPr/>
            </a:pPr>
            <a:r>
              <a:rPr lang="fr-FR" smtClean="0"/>
              <a:t>       for the sun</a:t>
            </a:r>
          </a:p>
          <a:p>
            <a:pPr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>
              <a:defRPr/>
            </a:pPr>
            <a:r>
              <a:rPr lang="fr-FR" smtClean="0"/>
              <a:t>	        Here I am with all I have</a:t>
            </a:r>
          </a:p>
          <a:p>
            <a:pPr>
              <a:defRPr/>
            </a:pPr>
            <a:r>
              <a:rPr lang="fr-FR" smtClean="0"/>
              <a:t>	        I raise my hands to worship You</a:t>
            </a:r>
          </a:p>
          <a:p>
            <a:pPr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>
              <a:defRPr/>
            </a:pPr>
            <a:r>
              <a:rPr lang="fr-FR" smtClean="0"/>
              <a:t>	       I wanna say, thank You</a:t>
            </a:r>
          </a:p>
          <a:p>
            <a:pPr>
              <a:defRPr/>
            </a:pPr>
            <a:r>
              <a:rPr lang="fr-FR" smtClean="0"/>
              <a:t>	       Oh, thank You</a:t>
            </a:r>
          </a:p>
          <a:p>
            <a:pPr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>
              <a:defRPr/>
            </a:pPr>
            <a:r>
              <a:rPr lang="fr-FR" smtClean="0"/>
              <a:t>	       You covered me and touched my heart</a:t>
            </a:r>
          </a:p>
          <a:p>
            <a:pPr>
              <a:defRPr/>
            </a:pPr>
            <a:r>
              <a:rPr lang="fr-FR" smtClean="0"/>
              <a:t>	30-  JE VEUX TE DIRE MERCI</a:t>
            </a:r>
          </a:p>
          <a:p>
            <a:pPr>
              <a:defRPr/>
            </a:pPr>
            <a:r>
              <a:rPr lang="fr-FR" smtClean="0"/>
              <a:t>	      I wanna say thank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JE VEUX TE DIRE…</a:t>
            </a:r>
          </a:p>
          <a:p>
            <a:pPr>
              <a:defRPr/>
            </a:pPr>
            <a:r>
              <a:rPr lang="fr-FR" smtClean="0"/>
              <a:t>      I wanna say…</a:t>
            </a:r>
          </a:p>
          <a:p>
            <a:pPr>
              <a:defRPr/>
            </a:pPr>
            <a:r>
              <a:rPr lang="fr-FR" smtClean="0"/>
              <a:t>32-  MERCI</a:t>
            </a:r>
          </a:p>
          <a:p>
            <a:pPr>
              <a:defRPr/>
            </a:pPr>
            <a:r>
              <a:rPr lang="fr-FR" smtClean="0"/>
              <a:t>       thank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	9-  LES MAINS LEVÉES POUR T’ADORER AVEC TOUT CE QUE JE SUIS</a:t>
            </a:r>
          </a:p>
          <a:p>
            <a:r>
              <a:rPr lang="fr-FR" smtClean="0"/>
              <a:t>	     Here I am with all I have I raise my hands to worship You</a:t>
            </a:r>
          </a:p>
          <a:p>
            <a:r>
              <a:rPr lang="fr-FR" smtClean="0"/>
              <a:t>	10-  JE VEUX TE DIRE MERCI OUI MERCI</a:t>
            </a:r>
            <a:br>
              <a:rPr lang="fr-FR" smtClean="0"/>
            </a:br>
            <a:r>
              <a:rPr lang="fr-FR" smtClean="0"/>
              <a:t>	       I wanna say, thank You Oh, thank You</a:t>
            </a:r>
          </a:p>
          <a:p>
            <a:r>
              <a:rPr lang="fr-FR" smtClean="0"/>
              <a:t>	11-  POUR  TES BIENFAITS, POUR QUI TU ES </a:t>
            </a:r>
          </a:p>
          <a:p>
            <a:r>
              <a:rPr lang="fr-FR" smtClean="0"/>
              <a:t>	      TU M’AS COUVERT, TOUCHÉ MA VIE</a:t>
            </a:r>
          </a:p>
          <a:p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12-  JE VEUX TE DIRE MERCI</a:t>
            </a:r>
            <a:br>
              <a:rPr lang="fr-FR" smtClean="0"/>
            </a:br>
            <a:r>
              <a:rPr lang="fr-FR" smtClean="0"/>
              <a:t>	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	20-  LES MAINS LEVÉES POUR T’ADORER</a:t>
            </a:r>
            <a:br>
              <a:rPr lang="fr-FR" smtClean="0"/>
            </a:br>
            <a:r>
              <a:rPr lang="fr-FR" smtClean="0"/>
              <a:t>	       AVEC TOUT CE QUE JE SUIS</a:t>
            </a:r>
          </a:p>
          <a:p>
            <a:r>
              <a:rPr lang="fr-FR" smtClean="0"/>
              <a:t>	       Here I am with all I have </a:t>
            </a:r>
          </a:p>
          <a:p>
            <a:r>
              <a:rPr lang="fr-FR" smtClean="0"/>
              <a:t>	       I raise my hands to worship You</a:t>
            </a:r>
          </a:p>
          <a:p>
            <a:r>
              <a:rPr lang="fr-FR" smtClean="0"/>
              <a:t>	21-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you,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22-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 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23-  JE VEUX TE DIRE MERCI</a:t>
            </a:r>
            <a:br>
              <a:rPr lang="fr-FR" smtClean="0"/>
            </a:br>
            <a:r>
              <a:rPr lang="fr-FR" smtClean="0"/>
              <a:t>	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27-  LES MAINS LEVÉES POUR T’ADORER</a:t>
            </a:r>
            <a:br>
              <a:rPr lang="fr-FR" smtClean="0"/>
            </a:br>
            <a:r>
              <a:rPr lang="fr-FR" smtClean="0"/>
              <a:t>	        AVEC TOUT CE QUE JE SUIS</a:t>
            </a:r>
          </a:p>
          <a:p>
            <a:r>
              <a:rPr lang="fr-FR" smtClean="0"/>
              <a:t>	        Here I am with all I have</a:t>
            </a:r>
          </a:p>
          <a:p>
            <a:r>
              <a:rPr lang="fr-FR" smtClean="0"/>
              <a:t>	        I raise my hands to worship You</a:t>
            </a:r>
          </a:p>
          <a:p>
            <a:r>
              <a:rPr lang="fr-FR" smtClean="0"/>
              <a:t>	28-  JE VEUX TE DIRE MERCI</a:t>
            </a:r>
            <a:br>
              <a:rPr lang="fr-FR" smtClean="0"/>
            </a:br>
            <a:r>
              <a:rPr lang="fr-FR" smtClean="0"/>
              <a:t>	       OUI MERCI</a:t>
            </a:r>
          </a:p>
          <a:p>
            <a:r>
              <a:rPr lang="fr-FR" smtClean="0"/>
              <a:t>	       I wanna say, thank You</a:t>
            </a:r>
          </a:p>
          <a:p>
            <a:r>
              <a:rPr lang="fr-FR" smtClean="0"/>
              <a:t>	       Oh, thank You</a:t>
            </a:r>
          </a:p>
          <a:p>
            <a:r>
              <a:rPr lang="fr-FR" smtClean="0"/>
              <a:t>	29-  POUR  TES BIENFAITS, POUR QUI TU ES </a:t>
            </a:r>
            <a:br>
              <a:rPr lang="fr-FR" smtClean="0"/>
            </a:br>
            <a:r>
              <a:rPr lang="fr-FR" smtClean="0"/>
              <a:t>	       TU M’AS COUVERT, TOUCHÉ MA VIE</a:t>
            </a:r>
            <a:br>
              <a:rPr lang="fr-FR" smtClean="0"/>
            </a:br>
            <a:r>
              <a:rPr lang="fr-FR" smtClean="0"/>
              <a:t>	       For everything, for who You are</a:t>
            </a:r>
          </a:p>
          <a:p>
            <a:r>
              <a:rPr lang="fr-FR" smtClean="0"/>
              <a:t>	       You covered me and touched my heart</a:t>
            </a:r>
          </a:p>
          <a:p>
            <a:r>
              <a:rPr lang="fr-FR" smtClean="0"/>
              <a:t>	30-  JE VEUX TE DIRE MERCI</a:t>
            </a:r>
          </a:p>
          <a:p>
            <a:r>
              <a:rPr lang="fr-FR" smtClean="0"/>
              <a:t>	      I wanna say thank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D3BC0-A8A7-4B9F-983C-D55B44B92F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99AA7-4E55-4D71-A4B9-6E832BEC2F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B11070-E594-4A10-AA9B-1D53C02897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A6D574-6BCD-4F52-ABEE-0CA64B5C30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2ECA0B-A662-448A-A202-00CCF0A078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63550-852A-4725-842B-2DB425A26E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353959-D189-4681-A340-4DEFDF09CC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A0A16-1067-4F57-9CE8-946738E55B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6E367F-3160-4F55-8A41-191608480E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D7010-7D2A-468F-B4F3-691BBA8B1E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402D60-A857-4756-B666-8544C826BD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E60FF04-77CE-4AA4-B78B-5AE28E7ACF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 UN INSTANT DE PLUS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PRIER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REMPLIS MES PENSÉES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VEUX DIRE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M’AIMER AUTANT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TANT DE FOIS J’AI OUBLIÉ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BESOINS QUE TU AS COMBLÉS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ME LES RAPPELER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LÀ QUAND TOUT NE VA PAS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BIEN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SOUTIENS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EST IMPRESSIONNANT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M’A CHANGÉ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MAINS LEVÉES POUR T’ADORER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 CE QUE JE SUIS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 TES BIENFAITS, POUR QUI TU 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COUVERT, TOUCHÉ MA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J’AURAIS PU MOURIR DANS MON PÉCHÉ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TU M’AS SAUVÉ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ANÉANTI, DÉSESPÉRÉ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REMPLIS DE PAIX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FORCE POUR AVANCER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MOI QUI AURAIS DÛ PAYER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À MA PLACE TU L’AS FAIT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GRÂCE ADMIRABLE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PLUS QU’UN SIMPLE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SI JE NE MÉRITE PAS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PLUTÔT QUE DE ME JUGER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PARDONNÉ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MAINS LEVÉES POUR T’ADORER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 CE QUE JE SUIS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 TES BIENFAITS, POUR QUI TU ES </a:t>
            </a:r>
            <a:b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COUVERT, TOUCHÉ MA VIE</a:t>
            </a:r>
            <a:b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 SOLEIL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MERCI POUR LA PLUIE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 DE M’AVOIR AIMÉ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MAINS LEVÉES POUR T’ADORER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 CE QUE JE SUIS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 TES BIENFAITS, POUR QUI TU 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COUVERT, TOUCHÉ MA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3126</TotalTime>
  <Words>769</Words>
  <Application>Microsoft Office PowerPoint</Application>
  <PresentationFormat>On-screen Show (4:3)</PresentationFormat>
  <Paragraphs>4933</Paragraphs>
  <Slides>34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8" baseType="lpstr">
      <vt:lpstr>Franklin Gothic Medium</vt:lpstr>
      <vt:lpstr>Arial</vt:lpstr>
      <vt:lpstr>Calibri</vt:lpstr>
      <vt:lpstr>Default Design</vt:lpstr>
      <vt:lpstr>ENCORE UN INSTANT DE PLUS JE VEUX PRIER   </vt:lpstr>
      <vt:lpstr>TU REMPLIS MES PENSÉES ET JE VEUX DIRE    </vt:lpstr>
      <vt:lpstr>MERCI SEIGNEUR DE M’AIMER AUTANT    </vt:lpstr>
      <vt:lpstr>TANT DE FOIS J’AI OUBLIÉ LES BESOINS QUE TU AS COMBLÉS</vt:lpstr>
      <vt:lpstr>MERCI SEIGNEUR DE ME LES RAPPELER  </vt:lpstr>
      <vt:lpstr>TU ES LÀ QUAND TOUT NE VA PAS SI BIEN   </vt:lpstr>
      <vt:lpstr>TU ME SOUTIENS   </vt:lpstr>
      <vt:lpstr>TON AMOUR EST IMPRESSIONNANT IL M’A CHANGÉ   </vt:lpstr>
      <vt:lpstr>LES MAINS LEVÉES POUR T’ADORER AVEC TOUT CE QUE JE SUIS</vt:lpstr>
      <vt:lpstr>JE VEUX TE DIRE MERCI OUI MERCI   </vt:lpstr>
      <vt:lpstr>POUR  TES BIENFAITS, POUR QUI TU ES  TU M’AS COUVERT, TOUCHÉ MA VIE</vt:lpstr>
      <vt:lpstr>JE VEUX TE DIRE MERCI   </vt:lpstr>
      <vt:lpstr>J’AURAIS PU MOURIR DANS MON PÉCHÉ MAIS TU M’AS SAUVÉ</vt:lpstr>
      <vt:lpstr>ANÉANTI, DÉSESPÉRÉ TU ME REMPLIS DE PAIX   </vt:lpstr>
      <vt:lpstr>DE FORCE POUR AVANCER  </vt:lpstr>
      <vt:lpstr>C’EST MOI QUI AURAIS DÛ PAYER MAIS À MA PLACE TU L’AS FAIT </vt:lpstr>
      <vt:lpstr>QUELLE GRÂCE ADMIRABLE C’EST PLUS QU’UN SIMPLE CHANT</vt:lpstr>
      <vt:lpstr>MÊME SI JE NE MÉRITE PAS TON AMOUR POUR MOI  </vt:lpstr>
      <vt:lpstr>PLUTÔT QUE DE ME JUGER TU M’AS PARDONNÉ</vt:lpstr>
      <vt:lpstr>LES MAINS LEVÉES POUR T’ADORER AVEC TOUT CE QUE JE SUIS</vt:lpstr>
      <vt:lpstr>JE VEUX TE DIRE MERCI OUI MERCI</vt:lpstr>
      <vt:lpstr>POUR  TES BIENFAITS, POUR QUI TU ES  TU M’AS COUVERT, TOUCHÉ MA VIE   </vt:lpstr>
      <vt:lpstr>JE VEUX TE DIRE MERCI   </vt:lpstr>
      <vt:lpstr>JE VEUX TE DIRE MERCI POUR LE SOLEIL</vt:lpstr>
      <vt:lpstr>SEIGNEUR, MERCI POUR LA PLUIE   </vt:lpstr>
      <vt:lpstr>MERCI DE M’AVOIR AIMÉ   </vt:lpstr>
      <vt:lpstr>LES MAINS LEVÉES POUR T’ADORER AVEC TOUT CE QUE JE SUIS</vt:lpstr>
      <vt:lpstr>JE VEUX TE DIRE MERCI OUI MERCI</vt:lpstr>
      <vt:lpstr>POUR  TES BIENFAITS, POUR QUI TU ES  TU M’AS COUVERT, TOUCHÉ MA VIE  </vt:lpstr>
      <vt:lpstr>JE VEUX TE DIRE MERCI</vt:lpstr>
      <vt:lpstr>JE VEUX TE DIRE…</vt:lpstr>
      <vt:lpstr>MERCI</vt:lpstr>
      <vt:lpstr>JE VEUX TE DIRE…  MERCI</vt:lpstr>
      <vt:lpstr>Diapositive 34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147</cp:revision>
  <dcterms:created xsi:type="dcterms:W3CDTF">2002-08-17T10:50:50Z</dcterms:created>
  <dcterms:modified xsi:type="dcterms:W3CDTF">2014-04-13T08:33:14Z</dcterms:modified>
</cp:coreProperties>
</file>