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258" r:id="rId2"/>
    <p:sldId id="259" r:id="rId3"/>
    <p:sldId id="26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4" autoAdjust="0"/>
    <p:restoredTop sz="33192" autoAdjust="0"/>
  </p:normalViewPr>
  <p:slideViewPr>
    <p:cSldViewPr>
      <p:cViewPr varScale="1">
        <p:scale>
          <a:sx n="32" d="100"/>
          <a:sy n="32" d="100"/>
        </p:scale>
        <p:origin x="615" y="2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75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2522029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68343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05392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505224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13914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096561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4114603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064720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626386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2815844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2525491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7255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198108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2362986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477845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4213536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21962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549931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67991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82536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2892688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147297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2927404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344349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2513216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1815832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4121746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2896770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6958764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40158866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4852672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4815694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32605574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8637248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484159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HALLELUJAH [Alléluia] 
2-  FOR THE LORD GOD ALMIGHTY REIGNS [Au Seigneur Dieu tout-puissant qui règne]    x2
3-  HALLELUJAH [Alléluia] 
4-  HOLY [Saint] 
5-  ARE YOU LORD GOD ALMIGHTY [Tu es Saint, Seigneur, Dieu tout-puissant] 
6-  WORTHY IS THE LAMB [Digne est l’Agneau] 
7-  YOU ARE HOLY [Tu es Saint]  --- 5
8-  HOLY [Saint] 
9-  AMEN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ALL THE SAINTS AND ANGELS [Tous les anges et les saints] 
11-  BOW BEFORE YOUR THRONE [S’inclinent devant le trône] 
12-  ALL THE ELDERS CAST [Tous les vieillards jettent] 
13-  THEIR CROWNS BEFORE THE LAMB AND SING [Leur couronne devant l’Agneau de Dieu et chantent] 
14-  YOU ARE WORTHY OF IT ALL [Tu es digne de louanges] x2
15-  FOR FROM YOU ARE ALL THINGS [Car tout nous vient de Toi] 
16-  AND TO YOU ARE ALL THINGS [Et tout n’est que pour Toi] 
17-  YOU DESERVE THE GLORY [Tu mérites la gloire]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WE GIVE YOU ALL THE GLORY [Nous Te donnons toute la gloire] 
19-  WE WORSHIP YOU, OUR LORD [Nous T’adorons, Seigneur] 
20-  YOU ARE WORTHY TO BE PRAISED [Tu es digne d’être loué] 
21-  WE GIVE YOU ALL THE GLORY [Nous Te donnons toute la gloire] 
22-  WE WORSHIP YOU OUR LORD [Nous T’adorons, Seigneur] 
23-  YOU ARE WORTHY TO BE PRAISED [Tu es digne d’être loué]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 YOUR NAME IS THE HIGHEST [Ton nom est le plus grand] 
25-  YOUR NAME IS THE GREATEST [Ton Nom est tout-puissant] 
26-  YOUR NAME STANDS ABOVE THEM ALL [Il règne sur tous les autres noms] 
27-  ALL THRONES AND DOMINIONS [Sur tout trône et domination] 
28-  ALL POWERS AND POSITIONS [Puissances et dominations] 
29-  YOUR NAME STANDS ABOVE THEM ALL [Il règne sur tous les autres noms] 
30-  AND THE ANGELS CRY, HOLY [Et les anges déclarent : Tu es saint] 
31-  ALL CREATION CRIES, HOLY [L’univers déclare : Tu es saint] 
32-  YOU ARE LIFTED HIGH, HOLY [Élevant le Roi qui est saint] 
33-  HOLY FOREVER [À jamais, Tu es saint] 
34-  HEAR YOUR PEOPLE SING, HOLY [Et ton peuple crie : Tu es saint] 
35-  TO THE KING OF KINGS, HOLY [Toi le grand Je Suis : Tu es saint] 
36-  YOU WILL ALWAYS BE, HOLY [Sans fin jour et nuit : Tu es saint] 
37-  HOLY FOREVER [À jamais, Tu es saint] 
</a:t>
            </a:r>
          </a:p>
        </p:txBody>
      </p:sp>
    </p:spTree>
    <p:extLst>
      <p:ext uri="{BB962C8B-B14F-4D97-AF65-F5344CB8AC3E}">
        <p14:creationId xmlns:p14="http://schemas.microsoft.com/office/powerpoint/2010/main" val="170217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HALLELUJAH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[Alléluia]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FOR THE LORD GOD ALMIGHTY REIGNS</a:t>
            </a:r>
          </a:p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Au Seigneur Dieu tout-puissant qui règne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5480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HALLELUJAH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[Alléluia]</a:t>
            </a:r>
          </a:p>
        </p:txBody>
      </p:sp>
    </p:spTree>
    <p:extLst>
      <p:ext uri="{BB962C8B-B14F-4D97-AF65-F5344CB8AC3E}">
        <p14:creationId xmlns:p14="http://schemas.microsoft.com/office/powerpoint/2010/main" val="136941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HOLY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[Saint]</a:t>
            </a:r>
          </a:p>
        </p:txBody>
      </p:sp>
    </p:spTree>
    <p:extLst>
      <p:ext uri="{BB962C8B-B14F-4D97-AF65-F5344CB8AC3E}">
        <p14:creationId xmlns:p14="http://schemas.microsoft.com/office/powerpoint/2010/main" val="3747847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ARE YOU LORD GOD ALMIGHTY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es Saint, Seigneur, Dieu tout-puissant]</a:t>
            </a:r>
          </a:p>
        </p:txBody>
      </p:sp>
    </p:spTree>
    <p:extLst>
      <p:ext uri="{BB962C8B-B14F-4D97-AF65-F5344CB8AC3E}">
        <p14:creationId xmlns:p14="http://schemas.microsoft.com/office/powerpoint/2010/main" val="185202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WORTHY IS THE LAMB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[Digne est l’Agneau]</a:t>
            </a:r>
          </a:p>
        </p:txBody>
      </p:sp>
    </p:spTree>
    <p:extLst>
      <p:ext uri="{BB962C8B-B14F-4D97-AF65-F5344CB8AC3E}">
        <p14:creationId xmlns:p14="http://schemas.microsoft.com/office/powerpoint/2010/main" val="2696221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 ARE HOLY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es Saint]</a:t>
            </a:r>
          </a:p>
        </p:txBody>
      </p:sp>
    </p:spTree>
    <p:extLst>
      <p:ext uri="{BB962C8B-B14F-4D97-AF65-F5344CB8AC3E}">
        <p14:creationId xmlns:p14="http://schemas.microsoft.com/office/powerpoint/2010/main" val="322000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HOLY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[Saint]</a:t>
            </a:r>
          </a:p>
        </p:txBody>
      </p:sp>
    </p:spTree>
    <p:extLst>
      <p:ext uri="{BB962C8B-B14F-4D97-AF65-F5344CB8AC3E}">
        <p14:creationId xmlns:p14="http://schemas.microsoft.com/office/powerpoint/2010/main" val="49450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AMEN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676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ALL THE SAINTS AND ANGELS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[Tous les anges et les saints]</a:t>
            </a:r>
          </a:p>
        </p:txBody>
      </p:sp>
    </p:spTree>
    <p:extLst>
      <p:ext uri="{BB962C8B-B14F-4D97-AF65-F5344CB8AC3E}">
        <p14:creationId xmlns:p14="http://schemas.microsoft.com/office/powerpoint/2010/main" val="147131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BOW BEFORE YOUR THRONE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[S’inclinent devant le trône]</a:t>
            </a:r>
          </a:p>
        </p:txBody>
      </p:sp>
    </p:spTree>
    <p:extLst>
      <p:ext uri="{BB962C8B-B14F-4D97-AF65-F5344CB8AC3E}">
        <p14:creationId xmlns:p14="http://schemas.microsoft.com/office/powerpoint/2010/main" val="2835845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ALL THE ELDERS CAST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[Tous les vieillards jettent]</a:t>
            </a:r>
          </a:p>
        </p:txBody>
      </p:sp>
    </p:spTree>
    <p:extLst>
      <p:ext uri="{BB962C8B-B14F-4D97-AF65-F5344CB8AC3E}">
        <p14:creationId xmlns:p14="http://schemas.microsoft.com/office/powerpoint/2010/main" val="907087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407368" y="5461000"/>
            <a:ext cx="1144927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THEIR CROWNS BEFORE THE LAMB AND SING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[Leur couronne devant l’Agneau de Dieu et chantent]</a:t>
            </a:r>
          </a:p>
        </p:txBody>
      </p:sp>
    </p:spTree>
    <p:extLst>
      <p:ext uri="{BB962C8B-B14F-4D97-AF65-F5344CB8AC3E}">
        <p14:creationId xmlns:p14="http://schemas.microsoft.com/office/powerpoint/2010/main" val="3442810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 ARE WORTHY OF IT ALL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es digne de louanges]</a:t>
            </a:r>
          </a:p>
        </p:txBody>
      </p:sp>
    </p:spTree>
    <p:extLst>
      <p:ext uri="{BB962C8B-B14F-4D97-AF65-F5344CB8AC3E}">
        <p14:creationId xmlns:p14="http://schemas.microsoft.com/office/powerpoint/2010/main" val="1692287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FOR FROM YOU ARE ALL THINGS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[Car tout nous vient de Toi]</a:t>
            </a:r>
          </a:p>
        </p:txBody>
      </p:sp>
    </p:spTree>
    <p:extLst>
      <p:ext uri="{BB962C8B-B14F-4D97-AF65-F5344CB8AC3E}">
        <p14:creationId xmlns:p14="http://schemas.microsoft.com/office/powerpoint/2010/main" val="133939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TO YOU ARE ALL THINGS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[Et tout n’est que pour Toi]</a:t>
            </a:r>
          </a:p>
        </p:txBody>
      </p:sp>
    </p:spTree>
    <p:extLst>
      <p:ext uri="{BB962C8B-B14F-4D97-AF65-F5344CB8AC3E}">
        <p14:creationId xmlns:p14="http://schemas.microsoft.com/office/powerpoint/2010/main" val="303852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 DESERVE THE GLORY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mérites la gloire]</a:t>
            </a:r>
          </a:p>
        </p:txBody>
      </p:sp>
    </p:spTree>
    <p:extLst>
      <p:ext uri="{BB962C8B-B14F-4D97-AF65-F5344CB8AC3E}">
        <p14:creationId xmlns:p14="http://schemas.microsoft.com/office/powerpoint/2010/main" val="1830142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WE GIVE YOU ALL THE GLORY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[Nous Te donnons toute la gloire]</a:t>
            </a:r>
          </a:p>
        </p:txBody>
      </p:sp>
    </p:spTree>
    <p:extLst>
      <p:ext uri="{BB962C8B-B14F-4D97-AF65-F5344CB8AC3E}">
        <p14:creationId xmlns:p14="http://schemas.microsoft.com/office/powerpoint/2010/main" val="2844921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WE WORSHIP YOU, OUR LORD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[Nous T’adorons, Seigneur]</a:t>
            </a:r>
          </a:p>
        </p:txBody>
      </p:sp>
    </p:spTree>
    <p:extLst>
      <p:ext uri="{BB962C8B-B14F-4D97-AF65-F5344CB8AC3E}">
        <p14:creationId xmlns:p14="http://schemas.microsoft.com/office/powerpoint/2010/main" val="89301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 ARE WORTHY TO BE PRAISED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es digne d’être loué]</a:t>
            </a:r>
          </a:p>
        </p:txBody>
      </p:sp>
    </p:spTree>
    <p:extLst>
      <p:ext uri="{BB962C8B-B14F-4D97-AF65-F5344CB8AC3E}">
        <p14:creationId xmlns:p14="http://schemas.microsoft.com/office/powerpoint/2010/main" val="2549561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WE GIVE YOU ALL THE GLORY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[Nous Te donnons toute la gloire]</a:t>
            </a:r>
          </a:p>
        </p:txBody>
      </p:sp>
    </p:spTree>
    <p:extLst>
      <p:ext uri="{BB962C8B-B14F-4D97-AF65-F5344CB8AC3E}">
        <p14:creationId xmlns:p14="http://schemas.microsoft.com/office/powerpoint/2010/main" val="31592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WE WORSHIP YOU OUR LORD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[Nous T’adorons, Seigneur]</a:t>
            </a:r>
          </a:p>
        </p:txBody>
      </p:sp>
    </p:spTree>
    <p:extLst>
      <p:ext uri="{BB962C8B-B14F-4D97-AF65-F5344CB8AC3E}">
        <p14:creationId xmlns:p14="http://schemas.microsoft.com/office/powerpoint/2010/main" val="3531177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 ARE WORTHY TO BE PRAISED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es digne d’être loué]</a:t>
            </a:r>
          </a:p>
        </p:txBody>
      </p:sp>
    </p:spTree>
    <p:extLst>
      <p:ext uri="{BB962C8B-B14F-4D97-AF65-F5344CB8AC3E}">
        <p14:creationId xmlns:p14="http://schemas.microsoft.com/office/powerpoint/2010/main" val="3783661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YOUR NAME IS THE HIGHEST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[Ton Nom est le plus grand]</a:t>
            </a:r>
          </a:p>
        </p:txBody>
      </p:sp>
    </p:spTree>
    <p:extLst>
      <p:ext uri="{BB962C8B-B14F-4D97-AF65-F5344CB8AC3E}">
        <p14:creationId xmlns:p14="http://schemas.microsoft.com/office/powerpoint/2010/main" val="2344183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YOUR NAME IS THE GREATEST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[Ton Nom est tout-puissant]</a:t>
            </a:r>
          </a:p>
        </p:txBody>
      </p:sp>
    </p:spTree>
    <p:extLst>
      <p:ext uri="{BB962C8B-B14F-4D97-AF65-F5344CB8AC3E}">
        <p14:creationId xmlns:p14="http://schemas.microsoft.com/office/powerpoint/2010/main" val="4177970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YOUR NAME STANDS ABOVE THEM ALL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[Il règne sur tous les autres noms]</a:t>
            </a:r>
          </a:p>
        </p:txBody>
      </p:sp>
    </p:spTree>
    <p:extLst>
      <p:ext uri="{BB962C8B-B14F-4D97-AF65-F5344CB8AC3E}">
        <p14:creationId xmlns:p14="http://schemas.microsoft.com/office/powerpoint/2010/main" val="1250364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ALL THRONES AND DOMINIONS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[Sur tout trône et domination]</a:t>
            </a:r>
          </a:p>
        </p:txBody>
      </p:sp>
    </p:spTree>
    <p:extLst>
      <p:ext uri="{BB962C8B-B14F-4D97-AF65-F5344CB8AC3E}">
        <p14:creationId xmlns:p14="http://schemas.microsoft.com/office/powerpoint/2010/main" val="274164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ALL POWERS AND POSITIONS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[Puissances et positions]</a:t>
            </a:r>
          </a:p>
        </p:txBody>
      </p:sp>
    </p:spTree>
    <p:extLst>
      <p:ext uri="{BB962C8B-B14F-4D97-AF65-F5344CB8AC3E}">
        <p14:creationId xmlns:p14="http://schemas.microsoft.com/office/powerpoint/2010/main" val="1378898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YOUR NAME STANDS ABOVE THEM ALL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[Il règne sur tous les autres noms]</a:t>
            </a:r>
          </a:p>
        </p:txBody>
      </p:sp>
    </p:spTree>
    <p:extLst>
      <p:ext uri="{BB962C8B-B14F-4D97-AF65-F5344CB8AC3E}">
        <p14:creationId xmlns:p14="http://schemas.microsoft.com/office/powerpoint/2010/main" val="1901700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THE ANGELS CRY, HOLY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[Et les anges déclarent : Tu es saint]</a:t>
            </a:r>
          </a:p>
        </p:txBody>
      </p:sp>
    </p:spTree>
    <p:extLst>
      <p:ext uri="{BB962C8B-B14F-4D97-AF65-F5344CB8AC3E}">
        <p14:creationId xmlns:p14="http://schemas.microsoft.com/office/powerpoint/2010/main" val="2394285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ALL CREATION CRIES, HOLY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[L’univers déclare : Tu es saint]</a:t>
            </a:r>
          </a:p>
        </p:txBody>
      </p:sp>
    </p:spTree>
    <p:extLst>
      <p:ext uri="{BB962C8B-B14F-4D97-AF65-F5344CB8AC3E}">
        <p14:creationId xmlns:p14="http://schemas.microsoft.com/office/powerpoint/2010/main" val="2979194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 ARE LIFTED HIGH, HOLY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[Élevant le Roi qui est saint]</a:t>
            </a:r>
          </a:p>
        </p:txBody>
      </p:sp>
    </p:spTree>
    <p:extLst>
      <p:ext uri="{BB962C8B-B14F-4D97-AF65-F5344CB8AC3E}">
        <p14:creationId xmlns:p14="http://schemas.microsoft.com/office/powerpoint/2010/main" val="2438452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HOLY FOREVER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[À jamais, Tu es saint]</a:t>
            </a:r>
          </a:p>
        </p:txBody>
      </p:sp>
    </p:spTree>
    <p:extLst>
      <p:ext uri="{BB962C8B-B14F-4D97-AF65-F5344CB8AC3E}">
        <p14:creationId xmlns:p14="http://schemas.microsoft.com/office/powerpoint/2010/main" val="2072232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HEAR YOUR PEOPLE SING, HOLY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[Et ton peuple crie : Tu es saint]</a:t>
            </a:r>
          </a:p>
        </p:txBody>
      </p:sp>
    </p:spTree>
    <p:extLst>
      <p:ext uri="{BB962C8B-B14F-4D97-AF65-F5344CB8AC3E}">
        <p14:creationId xmlns:p14="http://schemas.microsoft.com/office/powerpoint/2010/main" val="28843144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TO THE KING OF KINGS, HOLY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[Toi le grand Je Suis : Tu es saint]</a:t>
            </a:r>
          </a:p>
        </p:txBody>
      </p:sp>
    </p:spTree>
    <p:extLst>
      <p:ext uri="{BB962C8B-B14F-4D97-AF65-F5344CB8AC3E}">
        <p14:creationId xmlns:p14="http://schemas.microsoft.com/office/powerpoint/2010/main" val="1995605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 WILL ALWAYS BE, HOLY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[Sans fin jour et nuit : Tu es saint]</a:t>
            </a:r>
          </a:p>
        </p:txBody>
      </p:sp>
    </p:spTree>
    <p:extLst>
      <p:ext uri="{BB962C8B-B14F-4D97-AF65-F5344CB8AC3E}">
        <p14:creationId xmlns:p14="http://schemas.microsoft.com/office/powerpoint/2010/main" val="3703207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HOLY FOREVER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[À jamais, Tu es saint]</a:t>
            </a:r>
          </a:p>
        </p:txBody>
      </p:sp>
    </p:spTree>
    <p:extLst>
      <p:ext uri="{BB962C8B-B14F-4D97-AF65-F5344CB8AC3E}">
        <p14:creationId xmlns:p14="http://schemas.microsoft.com/office/powerpoint/2010/main" val="2545623030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38095</Words>
  <Application>Microsoft Office PowerPoint</Application>
  <PresentationFormat>Grand écran</PresentationFormat>
  <Paragraphs>369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MONTCHO, Angelo</cp:lastModifiedBy>
  <cp:revision>102</cp:revision>
  <dcterms:created xsi:type="dcterms:W3CDTF">2011-01-30T10:04:33Z</dcterms:created>
  <dcterms:modified xsi:type="dcterms:W3CDTF">2025-03-23T00:36:45Z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2025-03-23T00:21:44Z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5b187904-160c-42cd-bc5e-41d57074b47a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