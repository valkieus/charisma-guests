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5" r:id="rId2"/>
    <p:sldId id="266" r:id="rId3"/>
    <p:sldId id="268" r:id="rId4"/>
    <p:sldId id="270" r:id="rId5"/>
    <p:sldId id="269" r:id="rId6"/>
    <p:sldId id="271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102" y="-6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34" charset="-128"/>
              </a:defRPr>
            </a:lvl1pPr>
          </a:lstStyle>
          <a:p>
            <a:pPr>
              <a:defRPr/>
            </a:pPr>
            <a:fld id="{EA6DEE20-83F7-40D1-A5F1-CC4AF7F4AE2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5B5A7F-85E5-448E-AA5C-0BE970580198}" type="slidenum">
              <a:rPr lang="fr-FR" smtClean="0">
                <a:ea typeface="MS PGothic" pitchFamily="34" charset="-128"/>
              </a:rPr>
              <a:pPr/>
              <a:t>1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92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34D809-61DD-44EC-8388-14F8E3B83016}" type="slidenum">
              <a:rPr lang="fr-FR" smtClean="0">
                <a:ea typeface="MS PGothic" pitchFamily="34" charset="-128"/>
              </a:rPr>
              <a:pPr/>
              <a:t>2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7FE739-8167-4A95-A0B3-C89F01BBA4EC}" type="slidenum">
              <a:rPr lang="fr-FR" smtClean="0">
                <a:ea typeface="MS PGothic" pitchFamily="34" charset="-128"/>
              </a:rPr>
              <a:pPr/>
              <a:t>3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1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7EC2286-C07D-42F8-ACC3-D6E2C6EFC30E}" type="slidenum">
              <a:rPr lang="fr-FR" smtClean="0">
                <a:ea typeface="MS PGothic" pitchFamily="34" charset="-128"/>
              </a:rPr>
              <a:pPr/>
              <a:t>4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207B3F-C43E-49F4-921B-153F52867E59}" type="slidenum">
              <a:rPr lang="fr-FR" smtClean="0">
                <a:ea typeface="MS PGothic" pitchFamily="34" charset="-128"/>
              </a:rPr>
              <a:pPr/>
              <a:t>5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2037FA-1ECC-4BF6-BB9D-F5A4C8CA9F01}" type="slidenum">
              <a:rPr lang="fr-FR" smtClean="0">
                <a:ea typeface="MS PGothic" pitchFamily="34" charset="-128"/>
              </a:rPr>
              <a:pPr/>
              <a:t>6</a:t>
            </a:fld>
            <a:endParaRPr lang="fr-FR" smtClean="0">
              <a:ea typeface="MS PGothic" pitchFamily="34" charset="-128"/>
            </a:endParaRPr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343ED1-A5B4-4279-8055-DF320FB62B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B57789-ADD3-4899-B8C8-F72E218A70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67446-0A33-4ECC-A194-A50699A92E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A3E274-4DA0-49FA-B74C-32A34E9720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00D9E1-0475-4214-8105-FBAC98DD86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7A7CB0-644E-418A-80FC-7F1EEFAFF3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08A019-F416-437E-83CD-C5395B4A79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E3286D-5438-4CC4-83C8-867AF908B3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D26087-C9FB-45B9-BABD-751EF1A219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C7AC27-74D9-455D-8879-6FA425AD0F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6C0034-22C0-4A5A-BDA1-F7E7A60630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34" charset="-128"/>
              </a:defRPr>
            </a:lvl1pPr>
          </a:lstStyle>
          <a:p>
            <a:pPr>
              <a:defRPr/>
            </a:pPr>
            <a:fld id="{76B40238-4954-4CA9-8D17-7F228291F5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QUAND JE ME LÈVE LE MATIN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LE SOLEIL M’ÉBLOUIT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QUELQUE CHOSE SANS ME PRÉVENIR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VIENT SUBMERGER MON CŒUR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REGARDE À TOI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TOUT REDEVIENT BON POUR MOI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 REGARD VERS TOI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JE SAIS QUE JE VAIS PASSER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UNE BELLE JOURNÉE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UNE BELLE JOURNÉE…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QUAND LA JOURNÉE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QUI SE PRÉSENTE À MOI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SEMBLE IMPOSSIBLE À AFFRONTER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QUAND QUELQU’UN D’AUTRE QUE MOI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RECONNAÎT TOUJOURS LA VOIE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REGARDE À TOI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TOUT REDEVIENT BON POUR MOI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 REGARD VERS TOI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SAIS QUE JE VAIS PASSER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UNE BELLE JOURNÉE …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UNE BELLE JOURNÉE …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QUAND LA JOURNÉE QUI SE PRÉSENTE À MOI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SEMBLE IMPOSSIBLE À AFFRONTER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ET QUAND QUELQU’UN D’AUTRE QUE MOI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RECONNAÎT TOUJOURS LA VOIE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JE REGARDE À TOI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ET TOUT REDEVIENT BON POUR MOI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UN REGARD VERS TOI</a:t>
            </a:r>
          </a:p>
          <a:p>
            <a:pPr algn="ctr">
              <a:lnSpc>
                <a:spcPct val="110000"/>
              </a:lnSpc>
            </a:pP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ET JE SAIS QUE JE VAIS PASSER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UNE BELLE JOURNÉE …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UNE BELLE JOURNÉE …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WHEN I WAKE UP IN THE MORNIN'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LOVE AND THE SUNLIGHT HURTS MY EYES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AND SOMETHIN' WITHOUT WARNIN'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LOVE BEARS HEAVY ON MY MIND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THEN I LOOK AT YOU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AND THE WORLD'S ALRIGHT WITH ME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JUST ONE LOOK AT YOU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AND I KNOW IT'S GONNA BE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 LOVELY DAY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 LOVELY DAY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WHEN THE DAY THAT LIES AHEAD OF ME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SEEMS IMPOSSIBLE TO FACE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WHEN SOMEONE ELSE INSTEAD OF ME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ALWAYS SEEMS TO KNOW THE WAY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THEN I LOOK AT YOU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AND THE WORLD'S ALRIGHT WITH ME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JUST ONE LOOK AT YOU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AND I KNOW IT'S GONNA BE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 LOVELY DAY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 LOVELY DAY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WHEN THE DAY THAT LIES AHEAD OF ME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SEEMS IMPOSSIBLE TO FACE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AND WHEN SOMEONE ELSE INSTEAD OF ME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ALWAYS SEEMS TO KNOW THE WAY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THEN I LOOK AT YOU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AND THE WORLD'S ALRIGHT WITH ME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JUST ONE LOOK AT YOU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AND I KNOW IT'S GONNA BE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 LOVELY DAY</a:t>
            </a: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A LOVELY DAY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1881</TotalTime>
  <Words>6</Words>
  <Application>Microsoft Office PowerPoint</Application>
  <PresentationFormat>On-screen Show (4:3)</PresentationFormat>
  <Paragraphs>210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Franklin Gothic Medium</vt:lpstr>
      <vt:lpstr>MS PGothic</vt:lpstr>
      <vt:lpstr>Arial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SANDRA TAHIRO-APERANO (X114353)</cp:lastModifiedBy>
  <cp:revision>68</cp:revision>
  <dcterms:created xsi:type="dcterms:W3CDTF">2002-08-17T10:50:50Z</dcterms:created>
  <dcterms:modified xsi:type="dcterms:W3CDTF">2014-11-28T15:21:23Z</dcterms:modified>
</cp:coreProperties>
</file>