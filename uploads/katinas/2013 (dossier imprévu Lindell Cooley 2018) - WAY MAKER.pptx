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92" autoAdjust="0"/>
    <p:restoredTop sz="39075" autoAdjust="0"/>
  </p:normalViewPr>
  <p:slideViewPr>
    <p:cSldViewPr>
      <p:cViewPr varScale="1">
        <p:scale>
          <a:sx n="38" d="100"/>
          <a:sy n="38" d="100"/>
        </p:scale>
        <p:origin x="-33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765AD081-602B-4BA5-958C-098C925BAEB3}" type="datetimeFigureOut">
              <a:rPr lang="fr-FR"/>
              <a:pPr>
                <a:defRPr/>
              </a:pPr>
              <a:t>24/06/2018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7FF7DC92-38D4-4420-98B5-8471592F100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dirty="0" smtClean="0"/>
              <a:t>1-  TU ES LÀ AU MILIEU DE TON PEUPLE 
2-  NOUS T'ACCUEILLONS  NOUS T'ACCUEILLONS 
3-  NOUS T'ACCUEILLONS  NOUS T'ACCUEILLONS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
4-  CAR TU ES LE DIEU DE MIRACLES 
5-  ACCOMPLISSEUR LUMIÈRE  DANS LES TÉNÈBRES   
6-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
10-  CAR TU ES LE DIEU DE MIRACLES  
11-  ACCOMPLISSEUR LUMIÈRE DANS LES TÉNÈBRES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
12-  TU FAIS   TU FAIS   
13-  TU FAIS PARCE CE QUE TU ES 
14-  INTENSE X4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TU ES LÀ AU MILIEU DE TON PEUPLE 
2-  NOUS T'ACCUEILLONS  NOUS T'ACCUEILLONS 
3-  NOUS T'ACCUEILLONS  NOUS T'ACCUEILLONS </a:t>
            </a:r>
          </a:p>
          <a:p>
            <a:r>
              <a:rPr lang="fr-FR" smtClean="0">
                <a:latin typeface="Times New Roman" pitchFamily="18" charset="0"/>
              </a:rPr>
              <a:t>
4-  CAR TU ES LE DIEU DE MIRACLES 
5-  ACCOMPLISSEUR LUMIÈRE  DANS LES TÉNÈBRES   
6-  MON DIEU VOICI QUI TU ES </a:t>
            </a:r>
          </a:p>
          <a:p>
            <a:r>
              <a:rPr lang="fr-FR" smtClean="0">
                <a:latin typeface="Times New Roman" pitchFamily="18" charset="0"/>
              </a:rPr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r>
              <a:rPr lang="fr-FR" smtClean="0">
                <a:latin typeface="Times New Roman" pitchFamily="18" charset="0"/>
              </a:rPr>
              <a:t>
10-  CAR TU ES LE DIEU DE MIRACLES  
11-  ACCOMPLISSEUR LUMIÈRE DANS LES TÉNÈBRES  MON DIEU VOICI QUI TU ES </a:t>
            </a:r>
          </a:p>
          <a:p>
            <a:r>
              <a:rPr lang="fr-FR" smtClean="0">
                <a:latin typeface="Times New Roman" pitchFamily="18" charset="0"/>
              </a:rPr>
              <a:t>
12-  TU FAIS   TU FAIS   
13-  TU FAIS PARCE CE QUE TU ES 
14-  INTENSE X4
</a:t>
            </a:r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TU ES LÀ AU MILIEU DE TON PEUPLE 
2-  NOUS T'ACCUEILLONS  NOUS T'ACCUEILLONS 
3-  NOUS T'ACCUEILLONS  NOUS T'ACCUEILLONS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4-  CAR TU ES LE DIEU DE MIRACLES 
5-  ACCOMPLISSEUR LUMIÈRE  DANS LES TÉNÈBRES   
6-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10-  CAR TU ES LE DIEU DE MIRACLES  
11-  ACCOMPLISSEUR LUMIÈRE DANS LES TÉNÈBRES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12-  TU FAIS   TU FAIS   
13-  TU FAIS PARCE CE QUE TU ES 
14-  INTENSE X4
</a:t>
            </a:r>
            <a:endParaRPr lang="fr-FR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TU ES LÀ AU MILIEU DE TON PEUPLE 
2-  NOUS T'ACCUEILLONS  NOUS T'ACCUEILLONS 
3-  NOUS T'ACCUEILLONS  NOUS T'ACCUEILLONS </a:t>
            </a:r>
          </a:p>
          <a:p>
            <a:r>
              <a:rPr lang="fr-FR" smtClean="0">
                <a:latin typeface="Times New Roman" pitchFamily="18" charset="0"/>
              </a:rPr>
              <a:t>
4-  CAR TU ES LE DIEU DE MIRACLES 
5-  ACCOMPLISSEUR LUMIÈRE  DANS LES TÉNÈBRES   
6-  MON DIEU VOICI QUI TU ES </a:t>
            </a:r>
          </a:p>
          <a:p>
            <a:r>
              <a:rPr lang="fr-FR" smtClean="0">
                <a:latin typeface="Times New Roman" pitchFamily="18" charset="0"/>
              </a:rPr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r>
              <a:rPr lang="fr-FR" smtClean="0">
                <a:latin typeface="Times New Roman" pitchFamily="18" charset="0"/>
              </a:rPr>
              <a:t>
10-  CAR TU ES LE DIEU DE MIRACLES  
11-  ACCOMPLISSEUR LUMIÈRE DANS LES TÉNÈBRES  MON DIEU VOICI QUI TU ES </a:t>
            </a:r>
          </a:p>
          <a:p>
            <a:r>
              <a:rPr lang="fr-FR" smtClean="0">
                <a:latin typeface="Times New Roman" pitchFamily="18" charset="0"/>
              </a:rPr>
              <a:t>
12-  TU FAIS   TU FAIS   
13-  TU FAIS PARCE CE QUE TU ES 
14-  INTENSE X4
</a:t>
            </a:r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TU ES LÀ AU MILIEU DE TON PEUPLE 
2-  NOUS T'ACCUEILLONS  NOUS T'ACCUEILLONS 
3-  NOUS T'ACCUEILLONS  NOUS T'ACCUEILLONS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4-  CAR TU ES LE DIEU DE MIRACLES 
5-  ACCOMPLISSEUR LUMIÈRE  DANS LES TÉNÈBRES   
6-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10-  CAR TU ES LE DIEU DE MIRACLES  
11-  ACCOMPLISSEUR LUMIÈRE DANS LES TÉNÈBRES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12-  TU FAIS   TU FAIS   
13-  TU FAIS PARCE CE QUE TU ES 
14-  INTENSE X4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TU ES LÀ AU MILIEU DE TON PEUPLE 
2-  NOUS T'ACCUEILLONS  NOUS T'ACCUEILLONS 
3-  NOUS T'ACCUEILLONS  NOUS T'ACCUEILLONS </a:t>
            </a:r>
          </a:p>
          <a:p>
            <a:r>
              <a:rPr lang="fr-FR" smtClean="0">
                <a:latin typeface="Times New Roman" pitchFamily="18" charset="0"/>
              </a:rPr>
              <a:t>
4-  CAR TU ES LE DIEU DE MIRACLES 
5-  ACCOMPLISSEUR LUMIÈRE  DANS LES TÉNÈBRES   
6-  MON DIEU VOICI QUI TU ES </a:t>
            </a:r>
          </a:p>
          <a:p>
            <a:r>
              <a:rPr lang="fr-FR" smtClean="0">
                <a:latin typeface="Times New Roman" pitchFamily="18" charset="0"/>
              </a:rPr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r>
              <a:rPr lang="fr-FR" smtClean="0">
                <a:latin typeface="Times New Roman" pitchFamily="18" charset="0"/>
              </a:rPr>
              <a:t>
10-  CAR TU ES LE DIEU DE MIRACLES  
11-  ACCOMPLISSEUR LUMIÈRE DANS LES TÉNÈBRES  MON DIEU VOICI QUI TU ES </a:t>
            </a:r>
          </a:p>
          <a:p>
            <a:r>
              <a:rPr lang="fr-FR" smtClean="0">
                <a:latin typeface="Times New Roman" pitchFamily="18" charset="0"/>
              </a:rPr>
              <a:t>
12-  TU FAIS   TU FAIS   
13-  TU FAIS PARCE CE QUE TU ES 
14-  INTENSE X4
</a:t>
            </a:r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TU ES LÀ AU MILIEU DE TON PEUPLE 
2-  NOUS T'ACCUEILLONS  NOUS T'ACCUEILLONS 
3-  NOUS T'ACCUEILLONS  NOUS T'ACCUEILLONS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4-  CAR TU ES LE DIEU DE MIRACLES 
5-  ACCOMPLISSEUR LUMIÈRE  DANS LES TÉNÈBRES   
6-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10-  CAR TU ES LE DIEU DE MIRACLES  
11-  ACCOMPLISSEUR LUMIÈRE DANS LES TÉNÈBRES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12-  TU FAIS   TU FAIS   
13-  TU FAIS PARCE CE QUE TU ES 
14-  INTENSE X4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TU ES LÀ AU MILIEU DE TON PEUPLE 
2-  NOUS T'ACCUEILLONS  NOUS T'ACCUEILLONS 
3-  NOUS T'ACCUEILLONS  NOUS T'ACCUEILLONS </a:t>
            </a:r>
          </a:p>
          <a:p>
            <a:r>
              <a:rPr lang="fr-FR" smtClean="0">
                <a:latin typeface="Times New Roman" pitchFamily="18" charset="0"/>
              </a:rPr>
              <a:t>
4-  CAR TU ES LE DIEU DE MIRACLES 
5-  ACCOMPLISSEUR LUMIÈRE  DANS LES TÉNÈBRES   
6-  MON DIEU VOICI QUI TU ES </a:t>
            </a:r>
          </a:p>
          <a:p>
            <a:r>
              <a:rPr lang="fr-FR" smtClean="0">
                <a:latin typeface="Times New Roman" pitchFamily="18" charset="0"/>
              </a:rPr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r>
              <a:rPr lang="fr-FR" smtClean="0">
                <a:latin typeface="Times New Roman" pitchFamily="18" charset="0"/>
              </a:rPr>
              <a:t>
10-  CAR TU ES LE DIEU DE MIRACLES  
11-  ACCOMPLISSEUR LUMIÈRE DANS LES TÉNÈBRES  MON DIEU VOICI QUI TU ES </a:t>
            </a:r>
          </a:p>
          <a:p>
            <a:r>
              <a:rPr lang="fr-FR" smtClean="0">
                <a:latin typeface="Times New Roman" pitchFamily="18" charset="0"/>
              </a:rPr>
              <a:t>
12-  TU FAIS   TU FAIS   
13-  TU FAIS PARCE CE QUE TU ES 
14-  INTENSE X4
</a:t>
            </a:r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TU ES LÀ AU MILIEU DE TON PEUPLE 
2-  NOUS T'ACCUEILLONS  NOUS T'ACCUEILLONS 
3-  NOUS T'ACCUEILLONS  NOUS T'ACCUEILLONS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4-  CAR TU ES LE DIEU DE MIRACLES 
5-  ACCOMPLISSEUR LUMIÈRE  DANS LES TÉNÈBRES   
6-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10-  CAR TU ES LE DIEU DE MIRACLES  
11-  ACCOMPLISSEUR LUMIÈRE DANS LES TÉNÈBRES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12-  TU FAIS   TU FAIS   
13-  TU FAIS PARCE CE QUE TU ES 
14-  INTENSE X4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TU ES LÀ AU MILIEU DE TON PEUPLE 
2-  NOUS T'ACCUEILLONS  NOUS T'ACCUEILLONS 
3-  NOUS T'ACCUEILLONS  NOUS T'ACCUEILLONS </a:t>
            </a:r>
          </a:p>
          <a:p>
            <a:r>
              <a:rPr lang="fr-FR" smtClean="0">
                <a:latin typeface="Times New Roman" pitchFamily="18" charset="0"/>
              </a:rPr>
              <a:t>
4-  CAR TU ES LE DIEU DE MIRACLES 
5-  ACCOMPLISSEUR LUMIÈRE  DANS LES TÉNÈBRES   
6-  MON DIEU VOICI QUI TU ES </a:t>
            </a:r>
          </a:p>
          <a:p>
            <a:r>
              <a:rPr lang="fr-FR" smtClean="0">
                <a:latin typeface="Times New Roman" pitchFamily="18" charset="0"/>
              </a:rPr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r>
              <a:rPr lang="fr-FR" smtClean="0">
                <a:latin typeface="Times New Roman" pitchFamily="18" charset="0"/>
              </a:rPr>
              <a:t>
10-  CAR TU ES LE DIEU DE MIRACLES  
11-  ACCOMPLISSEUR LUMIÈRE DANS LES TÉNÈBRES  MON DIEU VOICI QUI TU ES </a:t>
            </a:r>
          </a:p>
          <a:p>
            <a:r>
              <a:rPr lang="fr-FR" smtClean="0">
                <a:latin typeface="Times New Roman" pitchFamily="18" charset="0"/>
              </a:rPr>
              <a:t>
12-  TU FAIS   TU FAIS   
13-  TU FAIS PARCE CE QUE TU ES 
14-  INTENSE X4
</a:t>
            </a:r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TU ES LÀ AU MILIEU DE TON PEUPLE 
2-  NOUS T'ACCUEILLONS  NOUS T'ACCUEILLONS 
3-  NOUS T'ACCUEILLONS  NOUS T'ACCUEILLONS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4-  CAR TU ES LE DIEU DE MIRACLES 
5-  ACCOMPLISSEUR LUMIÈRE  DANS LES TÉNÈBRES   
6-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10-  CAR TU ES LE DIEU DE MIRACLES  
11-  ACCOMPLISSEUR LUMIÈRE DANS LES TÉNÈBRES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12-  TU FAIS   TU FAIS   
13-  TU FAIS PARCE CE QUE TU ES 
14-  INTENSE X4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TU ES LÀ AU MILIEU DE TON PEUPLE 
2-  NOUS T'ACCUEILLONS  NOUS T'ACCUEILLONS 
3-  NOUS T'ACCUEILLONS  NOUS T'ACCUEILLONS </a:t>
            </a:r>
          </a:p>
          <a:p>
            <a:r>
              <a:rPr lang="fr-FR" smtClean="0">
                <a:latin typeface="Times New Roman" pitchFamily="18" charset="0"/>
              </a:rPr>
              <a:t>
4-  CAR TU ES LE DIEU DE MIRACLES 
5-  ACCOMPLISSEUR LUMIÈRE  DANS LES TÉNÈBRES   
6-  MON DIEU VOICI QUI TU ES </a:t>
            </a:r>
          </a:p>
          <a:p>
            <a:r>
              <a:rPr lang="fr-FR" smtClean="0">
                <a:latin typeface="Times New Roman" pitchFamily="18" charset="0"/>
              </a:rPr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r>
              <a:rPr lang="fr-FR" smtClean="0">
                <a:latin typeface="Times New Roman" pitchFamily="18" charset="0"/>
              </a:rPr>
              <a:t>
10-  CAR TU ES LE DIEU DE MIRACLES  
11-  ACCOMPLISSEUR LUMIÈRE DANS LES TÉNÈBRES  MON DIEU VOICI QUI TU ES </a:t>
            </a:r>
          </a:p>
          <a:p>
            <a:r>
              <a:rPr lang="fr-FR" smtClean="0">
                <a:latin typeface="Times New Roman" pitchFamily="18" charset="0"/>
              </a:rPr>
              <a:t>
12-  TU FAIS   TU FAIS   
13-  TU FAIS PARCE CE QUE TU ES 
14-  INTENSE X4
</a:t>
            </a:r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TU ES LÀ AU MILIEU DE TON PEUPLE 
2-  NOUS T'ACCUEILLONS  NOUS T'ACCUEILLONS 
3-  NOUS T'ACCUEILLONS  NOUS T'ACCUEILLONS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
4-  CAR TU ES LE DIEU DE MIRACLES 
5-  ACCOMPLISSEUR LUMIÈRE  DANS LES TÉNÈBRES   
6-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
10-  CAR TU ES LE DIEU DE MIRACLES  
11-  ACCOMPLISSEUR LUMIÈRE DANS LES TÉNÈBRES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
12-  TU FAIS   TU FAIS   
13-  TU FAIS PARCE CE QUE TU ES 
14-  INTENSE X4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TU ES LÀ AU MILIEU DE TON PEUPLE 
2-  NOUS T'ACCUEILLONS  NOUS T'ACCUEILLONS 
3-  NOUS T'ACCUEILLONS  NOUS T'ACCUEILLONS </a:t>
            </a:r>
          </a:p>
          <a:p>
            <a:r>
              <a:rPr lang="fr-FR" smtClean="0">
                <a:latin typeface="Times New Roman" pitchFamily="18" charset="0"/>
              </a:rPr>
              <a:t>
4-  CAR TU ES LE DIEU DE MIRACLES 
5-  ACCOMPLISSEUR LUMIÈRE  DANS LES TÉNÈBRES   
6-  MON DIEU VOICI QUI TU ES </a:t>
            </a:r>
          </a:p>
          <a:p>
            <a:r>
              <a:rPr lang="fr-FR" smtClean="0">
                <a:latin typeface="Times New Roman" pitchFamily="18" charset="0"/>
              </a:rPr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r>
              <a:rPr lang="fr-FR" smtClean="0">
                <a:latin typeface="Times New Roman" pitchFamily="18" charset="0"/>
              </a:rPr>
              <a:t>
10-  CAR TU ES LE DIEU DE MIRACLES  
11-  ACCOMPLISSEUR LUMIÈRE DANS LES TÉNÈBRES  MON DIEU VOICI QUI TU ES </a:t>
            </a:r>
          </a:p>
          <a:p>
            <a:r>
              <a:rPr lang="fr-FR" smtClean="0">
                <a:latin typeface="Times New Roman" pitchFamily="18" charset="0"/>
              </a:rPr>
              <a:t>
12-  TU FAIS   TU FAIS   
13-  TU FAIS PARCE CE QUE TU ES 
14-  INTENSE X4
</a:t>
            </a:r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TU ES LÀ AU MILIEU DE TON PEUPLE 
2-  NOUS T'ACCUEILLONS  NOUS T'ACCUEILLONS 
3-  NOUS T'ACCUEILLONS  NOUS T'ACCUEILLONS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
4-  CAR TU ES LE DIEU DE MIRACLES 
5-  ACCOMPLISSEUR LUMIÈRE  DANS LES TÉNÈBRES   
6-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
10-  CAR TU ES LE DIEU DE MIRACLES  
11-  ACCOMPLISSEUR LUMIÈRE DANS LES TÉNÈBRES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
12-  TU FAIS   TU FAIS   
13-  TU FAIS PARCE CE QUE TU ES 
14-  INTENSE X4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TU ES LÀ AU MILIEU DE TON PEUPLE 
2-  NOUS T'ACCUEILLONS  NOUS T'ACCUEILLONS 
3-  NOUS T'ACCUEILLONS  NOUS T'ACCUEILLONS </a:t>
            </a:r>
          </a:p>
          <a:p>
            <a:r>
              <a:rPr lang="fr-FR" smtClean="0">
                <a:latin typeface="Times New Roman" pitchFamily="18" charset="0"/>
              </a:rPr>
              <a:t>
4-  CAR TU ES LE DIEU DE MIRACLES 
5-  ACCOMPLISSEUR LUMIÈRE  DANS LES TÉNÈBRES   
6-  MON DIEU VOICI QUI TU ES </a:t>
            </a:r>
          </a:p>
          <a:p>
            <a:r>
              <a:rPr lang="fr-FR" smtClean="0">
                <a:latin typeface="Times New Roman" pitchFamily="18" charset="0"/>
              </a:rPr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r>
              <a:rPr lang="fr-FR" smtClean="0">
                <a:latin typeface="Times New Roman" pitchFamily="18" charset="0"/>
              </a:rPr>
              <a:t>
10-  CAR TU ES LE DIEU DE MIRACLES  
11-  ACCOMPLISSEUR LUMIÈRE DANS LES TÉNÈBRES  MON DIEU VOICI QUI TU ES </a:t>
            </a:r>
          </a:p>
          <a:p>
            <a:r>
              <a:rPr lang="fr-FR" smtClean="0">
                <a:latin typeface="Times New Roman" pitchFamily="18" charset="0"/>
              </a:rPr>
              <a:t>
12-  TU FAIS   TU FAIS   
13-  TU FAIS PARCE CE QUE TU ES 
14-  INTENSE X4
</a:t>
            </a:r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TU ES LÀ AU MILIEU DE TON PEUPLE 
2-  NOUS T'ACCUEILLONS  NOUS T'ACCUEILLONS 
3-  NOUS T'ACCUEILLONS  NOUS T'ACCUEILLONS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
4-  CAR TU ES LE DIEU DE MIRACLES 
5-  ACCOMPLISSEUR LUMIÈRE  DANS LES TÉNÈBRES   
6-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
10-  CAR TU ES LE DIEU DE MIRACLES  
11-  ACCOMPLISSEUR LUMIÈRE DANS LES TÉNÈBRES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
12-  TU FAIS   TU FAIS   
13-  TU FAIS PARCE CE QUE TU ES 
14-  INTENSE X4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TU ES LÀ AU MILIEU DE TON PEUPLE 
2-  NOUS T'ACCUEILLONS  NOUS T'ACCUEILLONS 
3-  NOUS T'ACCUEILLONS  NOUS T'ACCUEILLONS </a:t>
            </a:r>
          </a:p>
          <a:p>
            <a:r>
              <a:rPr lang="fr-FR" smtClean="0">
                <a:latin typeface="Times New Roman" pitchFamily="18" charset="0"/>
              </a:rPr>
              <a:t>
4-  CAR TU ES LE DIEU DE MIRACLES 
5-  ACCOMPLISSEUR LUMIÈRE  DANS LES TÉNÈBRES   
6-  MON DIEU VOICI QUI TU ES </a:t>
            </a:r>
          </a:p>
          <a:p>
            <a:r>
              <a:rPr lang="fr-FR" smtClean="0">
                <a:latin typeface="Times New Roman" pitchFamily="18" charset="0"/>
              </a:rPr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r>
              <a:rPr lang="fr-FR" smtClean="0">
                <a:latin typeface="Times New Roman" pitchFamily="18" charset="0"/>
              </a:rPr>
              <a:t>
10-  CAR TU ES LE DIEU DE MIRACLES  
11-  ACCOMPLISSEUR LUMIÈRE DANS LES TÉNÈBRES  MON DIEU VOICI QUI TU ES </a:t>
            </a:r>
          </a:p>
          <a:p>
            <a:r>
              <a:rPr lang="fr-FR" smtClean="0">
                <a:latin typeface="Times New Roman" pitchFamily="18" charset="0"/>
              </a:rPr>
              <a:t>
12-  TU FAIS   TU FAIS   
13-  TU FAIS PARCE CE QUE TU ES 
14-  INTENSE X4
</a:t>
            </a:r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TU ES LÀ AU MILIEU DE TON PEUPLE 
2-  NOUS T'ACCUEILLONS  NOUS T'ACCUEILLONS 
3-  NOUS T'ACCUEILLONS  NOUS T'ACCUEILLONS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4-  CAR TU ES LE DIEU DE MIRACLES 
5-  ACCOMPLISSEUR LUMIÈRE  DANS LES TÉNÈBRES   
6-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10-  CAR TU ES LE DIEU DE MIRACLES  
11-  ACCOMPLISSEUR LUMIÈRE DANS LES TÉNÈBRES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12-  TU FAIS   TU FAIS   
13-  TU FAIS PARCE CE QUE TU ES 
14-  INTENSE X4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TU ES LÀ AU MILIEU DE TON PEUPLE 
2-  NOUS T'ACCUEILLONS  NOUS T'ACCUEILLONS 
3-  NOUS T'ACCUEILLONS  NOUS T'ACCUEILLONS </a:t>
            </a:r>
          </a:p>
          <a:p>
            <a:r>
              <a:rPr lang="fr-FR" smtClean="0">
                <a:latin typeface="Times New Roman" pitchFamily="18" charset="0"/>
              </a:rPr>
              <a:t>
4-  CAR TU ES LE DIEU DE MIRACLES 
5-  ACCOMPLISSEUR LUMIÈRE  DANS LES TÉNÈBRES   
6-  MON DIEU VOICI QUI TU ES </a:t>
            </a:r>
          </a:p>
          <a:p>
            <a:r>
              <a:rPr lang="fr-FR" smtClean="0">
                <a:latin typeface="Times New Roman" pitchFamily="18" charset="0"/>
              </a:rPr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r>
              <a:rPr lang="fr-FR" smtClean="0">
                <a:latin typeface="Times New Roman" pitchFamily="18" charset="0"/>
              </a:rPr>
              <a:t>
10-  CAR TU ES LE DIEU DE MIRACLES  
11-  ACCOMPLISSEUR LUMIÈRE DANS LES TÉNÈBRES  MON DIEU VOICI QUI TU ES </a:t>
            </a:r>
          </a:p>
          <a:p>
            <a:r>
              <a:rPr lang="fr-FR" smtClean="0">
                <a:latin typeface="Times New Roman" pitchFamily="18" charset="0"/>
              </a:rPr>
              <a:t>
12-  TU FAIS   TU FAIS   
13-  TU FAIS PARCE CE QUE TU ES 
14-  INTENSE X4
</a:t>
            </a:r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TU ES LÀ AU MILIEU DE TON PEUPLE 
2-  NOUS T'ACCUEILLONS  NOUS T'ACCUEILLONS 
3-  NOUS T'ACCUEILLONS  NOUS T'ACCUEILLONS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4-  CAR TU ES LE DIEU DE MIRACLES 
5-  ACCOMPLISSEUR LUMIÈRE  DANS LES TÉNÈBRES   
6-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10-  CAR TU ES LE DIEU DE MIRACLES  
11-  ACCOMPLISSEUR LUMIÈRE DANS LES TÉNÈBRES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12-  TU FAIS   TU FAIS   
13-  TU FAIS PARCE CE QUE TU ES 
14-  INTENSE X4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TU ES LÀ AU MILIEU DE TON PEUPLE 
2-  NOUS T'ACCUEILLONS  NOUS T'ACCUEILLONS 
3-  NOUS T'ACCUEILLONS  NOUS T'ACCUEILLONS </a:t>
            </a:r>
          </a:p>
          <a:p>
            <a:r>
              <a:rPr lang="fr-FR" smtClean="0">
                <a:latin typeface="Times New Roman" pitchFamily="18" charset="0"/>
              </a:rPr>
              <a:t>
4-  CAR TU ES LE DIEU DE MIRACLES 
5-  ACCOMPLISSEUR LUMIÈRE  DANS LES TÉNÈBRES   
6-  MON DIEU VOICI QUI TU ES </a:t>
            </a:r>
          </a:p>
          <a:p>
            <a:r>
              <a:rPr lang="fr-FR" smtClean="0">
                <a:latin typeface="Times New Roman" pitchFamily="18" charset="0"/>
              </a:rPr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r>
              <a:rPr lang="fr-FR" smtClean="0">
                <a:latin typeface="Times New Roman" pitchFamily="18" charset="0"/>
              </a:rPr>
              <a:t>
10-  CAR TU ES LE DIEU DE MIRACLES  
11-  ACCOMPLISSEUR LUMIÈRE DANS LES TÉNÈBRES  MON DIEU VOICI QUI TU ES </a:t>
            </a:r>
          </a:p>
          <a:p>
            <a:r>
              <a:rPr lang="fr-FR" smtClean="0">
                <a:latin typeface="Times New Roman" pitchFamily="18" charset="0"/>
              </a:rPr>
              <a:t>
12-  TU FAIS   TU FAIS   
13-  TU FAIS PARCE CE QUE TU ES 
14-  INTENSE X4
</a:t>
            </a:r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TU ES LÀ AU MILIEU DE TON PEUPLE 
2-  NOUS T'ACCUEILLONS  NOUS T'ACCUEILLONS 
3-  NOUS T'ACCUEILLONS  NOUS T'ACCUEILLONS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4-  CAR TU ES LE DIEU DE MIRACLES 
5-  ACCOMPLISSEUR LUMIÈRE  DANS LES TÉNÈBRES   
6-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10-  CAR TU ES LE DIEU DE MIRACLES  
11-  ACCOMPLISSEUR LUMIÈRE DANS LES TÉNÈBRES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12-  TU FAIS   TU FAIS   
13-  TU FAIS PARCE CE QUE TU ES 
14-  INTENSE X4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TU ES LÀ AU MILIEU DE TON PEUPLE 
2-  NOUS T'ACCUEILLONS  NOUS T'ACCUEILLONS 
3-  NOUS T'ACCUEILLONS  NOUS T'ACCUEILLONS </a:t>
            </a:r>
          </a:p>
          <a:p>
            <a:r>
              <a:rPr lang="fr-FR" smtClean="0">
                <a:latin typeface="Times New Roman" pitchFamily="18" charset="0"/>
              </a:rPr>
              <a:t>
4-  CAR TU ES LE DIEU DE MIRACLES 
5-  ACCOMPLISSEUR LUMIÈRE  DANS LES TÉNÈBRES   
6-  MON DIEU VOICI QUI TU ES </a:t>
            </a:r>
          </a:p>
          <a:p>
            <a:r>
              <a:rPr lang="fr-FR" smtClean="0">
                <a:latin typeface="Times New Roman" pitchFamily="18" charset="0"/>
              </a:rPr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r>
              <a:rPr lang="fr-FR" smtClean="0">
                <a:latin typeface="Times New Roman" pitchFamily="18" charset="0"/>
              </a:rPr>
              <a:t>
10-  CAR TU ES LE DIEU DE MIRACLES  
11-  ACCOMPLISSEUR LUMIÈRE DANS LES TÉNÈBRES  MON DIEU VOICI QUI TU ES </a:t>
            </a:r>
          </a:p>
          <a:p>
            <a:r>
              <a:rPr lang="fr-FR" smtClean="0">
                <a:latin typeface="Times New Roman" pitchFamily="18" charset="0"/>
              </a:rPr>
              <a:t>
12-  TU FAIS   TU FAIS   
13-  TU FAIS PARCE CE QUE TU ES 
14-  INTENSE X4
</a:t>
            </a:r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TU ES LÀ AU MILIEU DE TON PEUPLE 
2-  NOUS T'ACCUEILLONS  NOUS T'ACCUEILLONS 
3-  NOUS T'ACCUEILLONS  NOUS T'ACCUEILLONS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4-  CAR TU ES LE DIEU DE MIRACLES 
5-  ACCOMPLISSEUR LUMIÈRE  DANS LES TÉNÈBRES   
6-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10-  CAR TU ES LE DIEU DE MIRACLES  
11-  ACCOMPLISSEUR LUMIÈRE DANS LES TÉNÈBRES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12-  TU FAIS   TU FAIS   
13-  TU FAIS PARCE CE QUE TU ES 
14-  INTENSE X4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TU ES LÀ AU MILIEU DE TON PEUPLE 
2-  NOUS T'ACCUEILLONS  NOUS T'ACCUEILLONS 
3-  NOUS T'ACCUEILLONS  NOUS T'ACCUEILLONS </a:t>
            </a:r>
          </a:p>
          <a:p>
            <a:r>
              <a:rPr lang="fr-FR" smtClean="0">
                <a:latin typeface="Times New Roman" pitchFamily="18" charset="0"/>
              </a:rPr>
              <a:t>
4-  CAR TU ES LE DIEU DE MIRACLES 
5-  ACCOMPLISSEUR LUMIÈRE  DANS LES TÉNÈBRES   
6-  MON DIEU VOICI QUI TU ES </a:t>
            </a:r>
          </a:p>
          <a:p>
            <a:r>
              <a:rPr lang="fr-FR" smtClean="0">
                <a:latin typeface="Times New Roman" pitchFamily="18" charset="0"/>
              </a:rPr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r>
              <a:rPr lang="fr-FR" smtClean="0">
                <a:latin typeface="Times New Roman" pitchFamily="18" charset="0"/>
              </a:rPr>
              <a:t>
10-  CAR TU ES LE DIEU DE MIRACLES  
11-  ACCOMPLISSEUR LUMIÈRE DANS LES TÉNÈBRES  MON DIEU VOICI QUI TU ES </a:t>
            </a:r>
          </a:p>
          <a:p>
            <a:r>
              <a:rPr lang="fr-FR" smtClean="0">
                <a:latin typeface="Times New Roman" pitchFamily="18" charset="0"/>
              </a:rPr>
              <a:t>
12-  TU FAIS   TU FAIS   
13-  TU FAIS PARCE CE QUE TU ES 
14-  INTENSE X4
</a:t>
            </a:r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TU ES LÀ AU MILIEU DE TON PEUPLE 
2-  NOUS T'ACCUEILLONS  NOUS T'ACCUEILLONS 
3-  NOUS T'ACCUEILLONS  NOUS T'ACCUEILLONS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4-  CAR TU ES LE DIEU DE MIRACLES 
5-  ACCOMPLISSEUR LUMIÈRE  DANS LES TÉNÈBRES   
6-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10-  CAR TU ES LE DIEU DE MIRACLES  
11-  ACCOMPLISSEUR LUMIÈRE DANS LES TÉNÈBRES  MON DIEU VOICI QUI TU 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12-  TU FAIS   TU FAIS   
13-  TU FAIS PARCE CE QUE TU ES 
14-  INTENSE X4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TU ES LÀ AU MILIEU DE TON PEUPLE 
2-  NOUS T'ACCUEILLONS  NOUS T'ACCUEILLONS 
3-  NOUS T'ACCUEILLONS  NOUS T'ACCUEILLONS </a:t>
            </a:r>
          </a:p>
          <a:p>
            <a:r>
              <a:rPr lang="fr-FR" smtClean="0">
                <a:latin typeface="Times New Roman" pitchFamily="18" charset="0"/>
              </a:rPr>
              <a:t>
4-  CAR TU ES LE DIEU DE MIRACLES 
5-  ACCOMPLISSEUR LUMIÈRE  DANS LES TÉNÈBRES   
6-  MON DIEU VOICI QUI TU ES </a:t>
            </a:r>
          </a:p>
          <a:p>
            <a:r>
              <a:rPr lang="fr-FR" smtClean="0">
                <a:latin typeface="Times New Roman" pitchFamily="18" charset="0"/>
              </a:rPr>
              <a:t>
7-  TU ES LÀ TU CHANGES LES DESTINS NOUS T'ADORONS NOUS T'ADORONS  
8-  TU ES LÀ TU BOULEVERSE NOS VIES NOUS T'ADORONS NOUS T'ADORONS  
9-  TU ES LÀ TU BOULEVERSE NOS VIES NOUS T'ADORONS NOUS T'ADORONS  </a:t>
            </a:r>
          </a:p>
          <a:p>
            <a:r>
              <a:rPr lang="fr-FR" smtClean="0">
                <a:latin typeface="Times New Roman" pitchFamily="18" charset="0"/>
              </a:rPr>
              <a:t>
10-  CAR TU ES LE DIEU DE MIRACLES  
11-  ACCOMPLISSEUR LUMIÈRE DANS LES TÉNÈBRES  MON DIEU VOICI QUI TU ES </a:t>
            </a:r>
          </a:p>
          <a:p>
            <a:r>
              <a:rPr lang="fr-FR" smtClean="0">
                <a:latin typeface="Times New Roman" pitchFamily="18" charset="0"/>
              </a:rPr>
              <a:t>
12-  TU FAIS   TU FAIS   
13-  TU FAIS PARCE CE QUE TU ES 
14-  INTENSE X4
</a:t>
            </a:r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8A2E89-42CB-4031-8F75-A7AC4D646F5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D17A44-8964-4557-AF5D-D0C847A962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B798C2-79E4-4B96-A5D6-6E403DDDE4C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C3C981-B56B-4102-B654-08FCE64D878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1C00CC-C86C-415C-A548-EF19AF10C30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3C9580-CE23-4EF9-98D4-FD607945AB5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0C767-D167-4805-BFA9-120E44BF4C1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DFDF7D-D0A3-4E78-92C3-5FD99E99254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89727-6FAF-4808-8985-91383669476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30A5C6-2D2A-43BE-9C70-8332ED69CA9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1DEB7F-14EA-458C-A783-769254CF636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</a:defRPr>
            </a:lvl1pPr>
          </a:lstStyle>
          <a:p>
            <a:pPr>
              <a:defRPr/>
            </a:pPr>
            <a:fld id="{42F27A4D-6796-4FA1-9034-8156CB0930F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MILIEU DE TON PEUPLE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T'ACCUEILLONS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NOUS T'ACCUEILLONS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T'ACCUEILLONS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NOUS T'ACCUEILLONS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TU ES LE DIEU DE MIRACLES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ACCOMPLISSEUR LUMIÈRE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LES TÉNÈBRES 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 VOICI QUI TU ES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LÀ TU CHANGES LES DESTINS NOUS T'ADORONS NOUS T'ADORONS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LÀ TU BOULEVERSE NOS VIES NOUS T'ADORONS NOUS T'ADORONS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LÀ TU BOULEVERSE NOS VIES NOUS T'ADORONS NOUS T'ADORONS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TU ES LE DIEU DE MIRACLES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ACCOMPLISSEUR LUMIÈRE DANS LES TÉNÈBRES  MON DIEU VOICI QUI TU 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FAIS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TU FAIS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FAIS PARCE CE QUE TU 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INTENSE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353</Words>
  <Application>Microsoft Office PowerPoint</Application>
  <PresentationFormat>Affichage à l'écran (4:3)</PresentationFormat>
  <Paragraphs>160</Paragraphs>
  <Slides>14</Slides>
  <Notes>14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41</cp:revision>
  <dcterms:created xsi:type="dcterms:W3CDTF">2002-08-17T09:40:00Z</dcterms:created>
  <dcterms:modified xsi:type="dcterms:W3CDTF">2018-06-24T10:52:27Z</dcterms:modified>
</cp:coreProperties>
</file>