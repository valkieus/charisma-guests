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06" r:id="rId2"/>
    <p:sldId id="307" r:id="rId3"/>
    <p:sldId id="308" r:id="rId4"/>
    <p:sldId id="309" r:id="rId5"/>
    <p:sldId id="310" r:id="rId6"/>
    <p:sldId id="311" r:id="rId7"/>
    <p:sldId id="339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37" r:id="rId20"/>
    <p:sldId id="323" r:id="rId21"/>
    <p:sldId id="324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4" r:id="rId30"/>
    <p:sldId id="336" r:id="rId31"/>
    <p:sldId id="338" r:id="rId32"/>
    <p:sldId id="341" r:id="rId33"/>
    <p:sldId id="340" r:id="rId3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57850" autoAdjust="0"/>
  </p:normalViewPr>
  <p:slideViewPr>
    <p:cSldViewPr>
      <p:cViewPr>
        <p:scale>
          <a:sx n="34" d="100"/>
          <a:sy n="34" d="100"/>
        </p:scale>
        <p:origin x="-834" y="-3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39F2959-A125-42FB-AC7E-2C3CACE1F8C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3430A69-7A54-4AAE-8F6A-561151EB972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dirty="0" smtClean="0"/>
              <a:t>1-  ENCORE UN INSTANT DE PLUS JE VEUX PRIER</a:t>
            </a:r>
            <a:br>
              <a:rPr lang="fr-FR" dirty="0" smtClean="0"/>
            </a:br>
            <a:r>
              <a:rPr lang="fr-FR" dirty="0" smtClean="0"/>
              <a:t>     Just a </a:t>
            </a:r>
            <a:r>
              <a:rPr lang="fr-FR" dirty="0" err="1" smtClean="0"/>
              <a:t>little</a:t>
            </a:r>
            <a:r>
              <a:rPr lang="fr-FR" dirty="0" smtClean="0"/>
              <a:t> </a:t>
            </a:r>
            <a:r>
              <a:rPr lang="fr-FR" dirty="0" err="1" smtClean="0"/>
              <a:t>while</a:t>
            </a:r>
            <a:r>
              <a:rPr lang="fr-FR" dirty="0" smtClean="0"/>
              <a:t> longer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pray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TU REMPLIS MES PENSÉES ET JE VEUX DIRE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Can't</a:t>
            </a:r>
            <a:r>
              <a:rPr lang="fr-FR" dirty="0" smtClean="0"/>
              <a:t> </a:t>
            </a:r>
            <a:r>
              <a:rPr lang="fr-FR" dirty="0" err="1" smtClean="0"/>
              <a:t>get</a:t>
            </a:r>
            <a:r>
              <a:rPr lang="fr-FR" dirty="0" smtClean="0"/>
              <a:t> You off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r>
              <a:rPr lang="fr-FR" dirty="0" smtClean="0"/>
              <a:t> So, I came to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3-  MERCI SEIGNEUR DE M’AIMER AUTANT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Lord Just for </a:t>
            </a:r>
            <a:r>
              <a:rPr lang="fr-FR" dirty="0" err="1" smtClean="0"/>
              <a:t>lovin</a:t>
            </a:r>
            <a:r>
              <a:rPr lang="fr-FR" dirty="0" smtClean="0"/>
              <a:t>' 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TANT DE FOIS J’AI OUBLIÉ LES BESOINS QUE TU AS COMBLÉS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Many</a:t>
            </a:r>
            <a:r>
              <a:rPr lang="fr-FR" dirty="0" smtClean="0"/>
              <a:t> times I do </a:t>
            </a:r>
            <a:r>
              <a:rPr lang="fr-FR" dirty="0" err="1" smtClean="0"/>
              <a:t>forget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You have met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MERCI SEIGNEUR DE ME LES RAPPELER</a:t>
            </a:r>
            <a:br>
              <a:rPr lang="fr-FR" dirty="0" smtClean="0"/>
            </a:br>
            <a:r>
              <a:rPr lang="fr-FR" dirty="0" smtClean="0"/>
              <a:t>     Oh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Lord I know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showing</a:t>
            </a:r>
            <a:r>
              <a:rPr lang="fr-FR" dirty="0" smtClean="0"/>
              <a:t> 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TU ES LÀ QUAND TOUT NE VA PAS SI BIEN</a:t>
            </a:r>
          </a:p>
          <a:p>
            <a:pPr>
              <a:defRPr/>
            </a:pPr>
            <a:r>
              <a:rPr lang="fr-FR" dirty="0" smtClean="0"/>
              <a:t>      You are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down and out</a:t>
            </a:r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7-  TU ME SOUTIENS</a:t>
            </a:r>
            <a:br>
              <a:rPr lang="fr-FR" dirty="0" smtClean="0"/>
            </a:br>
            <a:r>
              <a:rPr lang="fr-FR" dirty="0" smtClean="0"/>
              <a:t>      </a:t>
            </a:r>
            <a:r>
              <a:rPr lang="fr-FR" dirty="0" err="1" smtClean="0"/>
              <a:t>You're</a:t>
            </a:r>
            <a:r>
              <a:rPr lang="fr-FR" dirty="0" smtClean="0"/>
              <a:t> holding me</a:t>
            </a:r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8-  TON AMOUR EST IMPRESSIONNANT IL M’A CHANGÉ</a:t>
            </a:r>
            <a:br>
              <a:rPr lang="fr-FR" dirty="0" smtClean="0"/>
            </a:br>
            <a:r>
              <a:rPr lang="fr-FR" dirty="0" smtClean="0"/>
              <a:t>      </a:t>
            </a: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amazing</a:t>
            </a:r>
            <a:r>
              <a:rPr lang="fr-FR" dirty="0" smtClean="0"/>
              <a:t> Oh,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changed</a:t>
            </a:r>
            <a:r>
              <a:rPr lang="fr-FR" dirty="0" smtClean="0"/>
              <a:t> 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LES MAINS LEVÉES POUR T’ADORER AVEC TOUT CE QUE JE SUIS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 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JE VEUX TE DIRE MERCI OUI MERCI</a:t>
            </a:r>
            <a:br>
              <a:rPr lang="fr-FR" dirty="0" smtClean="0"/>
            </a:br>
            <a:r>
              <a:rPr lang="fr-FR" dirty="0" smtClean="0"/>
              <a:t>      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You Oh,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 POUR  TES BIENFAITS, POUR QUI TU ES </a:t>
            </a:r>
          </a:p>
          <a:p>
            <a:pPr>
              <a:defRPr/>
            </a:pPr>
            <a:r>
              <a:rPr lang="fr-FR" dirty="0" smtClean="0"/>
              <a:t>      TU M’AS COUVERT, TOUCHÉ MA VIE</a:t>
            </a:r>
          </a:p>
          <a:p>
            <a:pPr>
              <a:defRPr/>
            </a:pPr>
            <a:r>
              <a:rPr lang="fr-FR" dirty="0" smtClean="0"/>
              <a:t>       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</a:p>
          <a:p>
            <a:pPr>
              <a:defRPr/>
            </a:pPr>
            <a:r>
              <a:rPr lang="fr-FR" dirty="0" smtClean="0"/>
              <a:t>       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12-  JE VEUX TE DIRE MERCI</a:t>
            </a:r>
            <a:br>
              <a:rPr lang="fr-FR" dirty="0" smtClean="0"/>
            </a:br>
            <a:r>
              <a:rPr lang="fr-FR" dirty="0" smtClean="0"/>
              <a:t>      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13-  J’AURAIS PU MOURIR DANS MON PÉCHÉ MAIS TU M’AS SAUVÉ</a:t>
            </a:r>
          </a:p>
          <a:p>
            <a:pPr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could</a:t>
            </a:r>
            <a:r>
              <a:rPr lang="fr-FR" dirty="0" smtClean="0"/>
              <a:t> have </a:t>
            </a:r>
            <a:r>
              <a:rPr lang="fr-FR" dirty="0" err="1" smtClean="0"/>
              <a:t>died</a:t>
            </a:r>
            <a:r>
              <a:rPr lang="fr-FR" dirty="0" smtClean="0"/>
              <a:t> in </a:t>
            </a:r>
            <a:r>
              <a:rPr lang="fr-FR" dirty="0" err="1" smtClean="0"/>
              <a:t>my</a:t>
            </a:r>
            <a:r>
              <a:rPr lang="fr-FR" dirty="0" smtClean="0"/>
              <a:t> sin But You </a:t>
            </a:r>
            <a:r>
              <a:rPr lang="fr-FR" dirty="0" err="1" smtClean="0"/>
              <a:t>saved</a:t>
            </a:r>
            <a:r>
              <a:rPr lang="fr-FR" dirty="0" smtClean="0"/>
              <a:t> 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14-  ANÉANTI, DÉSESPÉRÉ TU ME REMPLIS DE PAIX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Didn't</a:t>
            </a:r>
            <a:r>
              <a:rPr lang="fr-FR" dirty="0" smtClean="0"/>
              <a:t> have </a:t>
            </a:r>
            <a:r>
              <a:rPr lang="fr-FR" dirty="0" err="1" smtClean="0"/>
              <a:t>any</a:t>
            </a:r>
            <a:r>
              <a:rPr lang="fr-FR" dirty="0" smtClean="0"/>
              <a:t> </a:t>
            </a:r>
            <a:r>
              <a:rPr lang="fr-FR" dirty="0" err="1" smtClean="0"/>
              <a:t>hope</a:t>
            </a:r>
            <a:r>
              <a:rPr lang="fr-FR" dirty="0" smtClean="0"/>
              <a:t> </a:t>
            </a:r>
            <a:r>
              <a:rPr lang="fr-FR" dirty="0" err="1" smtClean="0"/>
              <a:t>at</a:t>
            </a:r>
            <a:r>
              <a:rPr lang="fr-FR" dirty="0" smtClean="0"/>
              <a:t> all You gave me </a:t>
            </a:r>
            <a:r>
              <a:rPr lang="fr-FR" dirty="0" err="1" smtClean="0"/>
              <a:t>peace</a:t>
            </a:r>
            <a:r>
              <a:rPr lang="fr-FR" dirty="0" smtClean="0"/>
              <a:t> divine</a:t>
            </a:r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15-  DE FORCE POUR AVANCER</a:t>
            </a:r>
            <a:br>
              <a:rPr lang="fr-FR" dirty="0" smtClean="0"/>
            </a:br>
            <a:r>
              <a:rPr lang="fr-FR" dirty="0" smtClean="0"/>
              <a:t>       </a:t>
            </a:r>
            <a:r>
              <a:rPr lang="fr-FR" dirty="0" err="1" smtClean="0"/>
              <a:t>Strength</a:t>
            </a:r>
            <a:r>
              <a:rPr lang="fr-FR" dirty="0" smtClean="0"/>
              <a:t> to carry on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16-  C’EST MOI QUI AURAIS DÛ PAYER</a:t>
            </a:r>
            <a:br>
              <a:rPr lang="fr-FR" dirty="0" smtClean="0"/>
            </a:br>
            <a:r>
              <a:rPr lang="fr-FR" dirty="0" smtClean="0"/>
              <a:t>       MAIS À MA PLACE TU L’AS FAIT</a:t>
            </a:r>
            <a:br>
              <a:rPr lang="fr-FR" dirty="0" smtClean="0"/>
            </a:br>
            <a:r>
              <a:rPr lang="fr-FR" dirty="0" smtClean="0"/>
              <a:t>       I </a:t>
            </a:r>
            <a:r>
              <a:rPr lang="fr-FR" dirty="0" err="1" smtClean="0"/>
              <a:t>should</a:t>
            </a:r>
            <a:r>
              <a:rPr lang="fr-FR" dirty="0" smtClean="0"/>
              <a:t> have been the one to </a:t>
            </a:r>
            <a:r>
              <a:rPr lang="fr-FR" dirty="0" err="1" smtClean="0"/>
              <a:t>pay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      But </a:t>
            </a:r>
            <a:r>
              <a:rPr lang="fr-FR" dirty="0" err="1" smtClean="0"/>
              <a:t>instead</a:t>
            </a:r>
            <a:r>
              <a:rPr lang="fr-FR" dirty="0" smtClean="0"/>
              <a:t> You </a:t>
            </a:r>
            <a:r>
              <a:rPr lang="fr-FR" dirty="0" err="1" smtClean="0"/>
              <a:t>took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place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17-  QUELLE GRÂCE ADMIRABLE </a:t>
            </a:r>
          </a:p>
          <a:p>
            <a:pPr>
              <a:defRPr/>
            </a:pPr>
            <a:r>
              <a:rPr lang="fr-FR" dirty="0" smtClean="0"/>
              <a:t>       C’EST PLUS QU’UN SIMPLE CHANT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Amazing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it's</a:t>
            </a:r>
            <a:r>
              <a:rPr lang="fr-FR" dirty="0" smtClean="0"/>
              <a:t> more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a </a:t>
            </a:r>
            <a:r>
              <a:rPr lang="fr-FR" dirty="0" err="1" smtClean="0"/>
              <a:t>song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18-  MÊME SI JE NE MÉRITE PAS</a:t>
            </a:r>
            <a:br>
              <a:rPr lang="fr-FR" dirty="0" smtClean="0"/>
            </a:br>
            <a:r>
              <a:rPr lang="fr-FR" dirty="0" smtClean="0"/>
              <a:t>       TON AMOUR POUR MOI</a:t>
            </a:r>
            <a:br>
              <a:rPr lang="fr-FR" dirty="0" smtClean="0"/>
            </a:br>
            <a:r>
              <a:rPr lang="fr-FR" dirty="0" smtClean="0"/>
              <a:t>       </a:t>
            </a:r>
            <a:r>
              <a:rPr lang="fr-FR" dirty="0" err="1" smtClean="0"/>
              <a:t>Even</a:t>
            </a:r>
            <a:r>
              <a:rPr lang="fr-FR" dirty="0" smtClean="0"/>
              <a:t> </a:t>
            </a:r>
            <a:r>
              <a:rPr lang="fr-FR" dirty="0" err="1" smtClean="0"/>
              <a:t>though</a:t>
            </a:r>
            <a:r>
              <a:rPr lang="fr-FR" dirty="0" smtClean="0"/>
              <a:t> I </a:t>
            </a:r>
            <a:r>
              <a:rPr lang="fr-FR" dirty="0" err="1" smtClean="0"/>
              <a:t>don't</a:t>
            </a:r>
            <a:r>
              <a:rPr lang="fr-FR" dirty="0" smtClean="0"/>
              <a:t> </a:t>
            </a:r>
            <a:r>
              <a:rPr lang="fr-FR" dirty="0" err="1" smtClean="0"/>
              <a:t>deserve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Your</a:t>
            </a:r>
            <a:r>
              <a:rPr lang="fr-FR" dirty="0" smtClean="0"/>
              <a:t> love for 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19-  PLUTÔT QUE DE ME JUGER</a:t>
            </a:r>
            <a:br>
              <a:rPr lang="fr-FR" dirty="0" smtClean="0"/>
            </a:br>
            <a:r>
              <a:rPr lang="fr-FR" dirty="0" smtClean="0"/>
              <a:t>      TU M’AS PARDONNÉ</a:t>
            </a:r>
          </a:p>
          <a:p>
            <a:pPr>
              <a:defRPr/>
            </a:pPr>
            <a:r>
              <a:rPr lang="fr-FR" dirty="0" smtClean="0"/>
              <a:t>      You </a:t>
            </a:r>
            <a:r>
              <a:rPr lang="fr-FR" dirty="0" err="1" smtClean="0"/>
              <a:t>looked</a:t>
            </a:r>
            <a:r>
              <a:rPr lang="fr-FR" dirty="0" smtClean="0"/>
              <a:t> </a:t>
            </a:r>
            <a:r>
              <a:rPr lang="fr-FR" dirty="0" err="1" smtClean="0"/>
              <a:t>beyond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fault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      and You </a:t>
            </a:r>
            <a:r>
              <a:rPr lang="fr-FR" dirty="0" err="1" smtClean="0"/>
              <a:t>showed</a:t>
            </a:r>
            <a:r>
              <a:rPr lang="fr-FR" dirty="0" smtClean="0"/>
              <a:t> me </a:t>
            </a:r>
            <a:r>
              <a:rPr lang="fr-FR" dirty="0" err="1" smtClean="0"/>
              <a:t>mercy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20-  LES MAINS LEVÉES POUR T’ADORER</a:t>
            </a:r>
            <a:br>
              <a:rPr lang="fr-FR" dirty="0" smtClean="0"/>
            </a:br>
            <a:r>
              <a:rPr lang="fr-FR" dirty="0" smtClean="0"/>
              <a:t>       AVEC TOUT CE QUE JE SUIS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 </a:t>
            </a:r>
          </a:p>
          <a:p>
            <a:pPr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21-  JE VEUX TE DIRE MERCI</a:t>
            </a:r>
            <a:br>
              <a:rPr lang="fr-FR" dirty="0" smtClean="0"/>
            </a:br>
            <a:r>
              <a:rPr lang="fr-FR" dirty="0" smtClean="0"/>
              <a:t>       OUI MERCI</a:t>
            </a:r>
          </a:p>
          <a:p>
            <a:pPr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</a:t>
            </a:r>
          </a:p>
          <a:p>
            <a:pPr>
              <a:defRPr/>
            </a:pPr>
            <a:r>
              <a:rPr lang="fr-FR" dirty="0" smtClean="0"/>
              <a:t>       Oh,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22-  POUR  TES BIENFAITS, POUR QUI TU ES </a:t>
            </a:r>
            <a:br>
              <a:rPr lang="fr-FR" dirty="0" smtClean="0"/>
            </a:br>
            <a:r>
              <a:rPr lang="fr-FR" dirty="0" smtClean="0"/>
              <a:t>       TU M’AS COUVERT, TOUCHÉ MA VIE</a:t>
            </a:r>
            <a:br>
              <a:rPr lang="fr-FR" dirty="0" smtClean="0"/>
            </a:br>
            <a:r>
              <a:rPr lang="fr-FR" dirty="0" smtClean="0"/>
              <a:t>        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</a:p>
          <a:p>
            <a:pPr>
              <a:defRPr/>
            </a:pPr>
            <a:r>
              <a:rPr lang="fr-FR" dirty="0" smtClean="0"/>
              <a:t>       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23-  JE VEUX TE DIRE MERCI</a:t>
            </a:r>
            <a:br>
              <a:rPr lang="fr-FR" dirty="0" smtClean="0"/>
            </a:br>
            <a:r>
              <a:rPr lang="fr-FR" dirty="0" smtClean="0"/>
              <a:t>     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24-  JE VEUX TE DIRE MERCI</a:t>
            </a:r>
            <a:br>
              <a:rPr lang="fr-FR" dirty="0" smtClean="0"/>
            </a:br>
            <a:r>
              <a:rPr lang="fr-FR" dirty="0" smtClean="0"/>
              <a:t>       POUR LE SOLEIL</a:t>
            </a:r>
          </a:p>
          <a:p>
            <a:pPr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>
              <a:defRPr/>
            </a:pPr>
            <a:r>
              <a:rPr lang="fr-FR" dirty="0" smtClean="0"/>
              <a:t>       for the </a:t>
            </a:r>
            <a:r>
              <a:rPr lang="fr-FR" dirty="0" err="1" smtClean="0"/>
              <a:t>sun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25-  SEIGNEUR, MERCI POUR LA PLUIE</a:t>
            </a:r>
            <a:br>
              <a:rPr lang="fr-FR" dirty="0" smtClean="0"/>
            </a:br>
            <a:r>
              <a:rPr lang="fr-FR" dirty="0" smtClean="0"/>
              <a:t>       Lord,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 for the </a:t>
            </a:r>
            <a:r>
              <a:rPr lang="fr-FR" dirty="0" err="1" smtClean="0"/>
              <a:t>rain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26-  MERCI DE M’AVOIR AIMÉ</a:t>
            </a:r>
            <a:br>
              <a:rPr lang="fr-FR" dirty="0" smtClean="0"/>
            </a:br>
            <a:r>
              <a:rPr lang="fr-FR" dirty="0" smtClean="0"/>
              <a:t>      </a:t>
            </a:r>
            <a:r>
              <a:rPr lang="fr-FR" dirty="0" err="1" smtClean="0"/>
              <a:t>Thank</a:t>
            </a:r>
            <a:r>
              <a:rPr lang="fr-FR" dirty="0" smtClean="0"/>
              <a:t> You for the love You gave</a:t>
            </a:r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 27-  LES MAINS LEVÉES POUR T’ADORER</a:t>
            </a:r>
            <a:br>
              <a:rPr lang="fr-FR" dirty="0" smtClean="0"/>
            </a:br>
            <a:r>
              <a:rPr lang="fr-FR" dirty="0" smtClean="0"/>
              <a:t>        AVEC TOUT CE QUE JE SUIS</a:t>
            </a:r>
          </a:p>
          <a:p>
            <a:pPr>
              <a:defRPr/>
            </a:pPr>
            <a:r>
              <a:rPr lang="fr-FR" dirty="0" smtClean="0"/>
              <a:t>        </a:t>
            </a:r>
            <a:r>
              <a:rPr lang="fr-FR" dirty="0" err="1" smtClean="0"/>
              <a:t>Here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all I have</a:t>
            </a:r>
          </a:p>
          <a:p>
            <a:pPr>
              <a:defRPr/>
            </a:pPr>
            <a:r>
              <a:rPr lang="fr-FR" dirty="0" smtClean="0"/>
              <a:t>        I </a:t>
            </a:r>
            <a:r>
              <a:rPr lang="fr-FR" dirty="0" err="1" smtClean="0"/>
              <a:t>raise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hands to </a:t>
            </a:r>
            <a:r>
              <a:rPr lang="fr-FR" dirty="0" err="1" smtClean="0"/>
              <a:t>worship</a:t>
            </a:r>
            <a:r>
              <a:rPr lang="fr-FR" dirty="0" smtClean="0"/>
              <a:t>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28-  JE VEUX TE DIRE MERCI</a:t>
            </a:r>
            <a:br>
              <a:rPr lang="fr-FR" dirty="0" smtClean="0"/>
            </a:br>
            <a:r>
              <a:rPr lang="fr-FR" dirty="0" smtClean="0"/>
              <a:t>       OUI MERCI</a:t>
            </a:r>
          </a:p>
          <a:p>
            <a:pPr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,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>
              <a:defRPr/>
            </a:pPr>
            <a:r>
              <a:rPr lang="fr-FR" dirty="0" smtClean="0"/>
              <a:t>       Oh,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29-  POUR  TES BIENFAITS, POUR QUI TU ES </a:t>
            </a:r>
            <a:br>
              <a:rPr lang="fr-FR" dirty="0" smtClean="0"/>
            </a:br>
            <a:r>
              <a:rPr lang="fr-FR" dirty="0" smtClean="0"/>
              <a:t>       TU M’AS COUVERT, TOUCHÉ MA VIE</a:t>
            </a:r>
            <a:br>
              <a:rPr lang="fr-FR" dirty="0" smtClean="0"/>
            </a:br>
            <a:r>
              <a:rPr lang="fr-FR" dirty="0" smtClean="0"/>
              <a:t>       For </a:t>
            </a:r>
            <a:r>
              <a:rPr lang="fr-FR" dirty="0" err="1" smtClean="0"/>
              <a:t>everything</a:t>
            </a:r>
            <a:r>
              <a:rPr lang="fr-FR" dirty="0" smtClean="0"/>
              <a:t>, for </a:t>
            </a:r>
            <a:r>
              <a:rPr lang="fr-FR" dirty="0" err="1" smtClean="0"/>
              <a:t>who</a:t>
            </a:r>
            <a:r>
              <a:rPr lang="fr-FR" dirty="0" smtClean="0"/>
              <a:t> You are</a:t>
            </a:r>
          </a:p>
          <a:p>
            <a:pPr>
              <a:defRPr/>
            </a:pPr>
            <a:r>
              <a:rPr lang="fr-FR" dirty="0" smtClean="0"/>
              <a:t>       You </a:t>
            </a:r>
            <a:r>
              <a:rPr lang="fr-FR" dirty="0" err="1" smtClean="0"/>
              <a:t>covered</a:t>
            </a:r>
            <a:r>
              <a:rPr lang="fr-FR" dirty="0" smtClean="0"/>
              <a:t> me and </a:t>
            </a:r>
            <a:r>
              <a:rPr lang="fr-FR" dirty="0" err="1" smtClean="0"/>
              <a:t>touched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30-  JE VEUX TE DIRE MERCI</a:t>
            </a:r>
          </a:p>
          <a:p>
            <a:pPr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 </a:t>
            </a:r>
            <a:r>
              <a:rPr lang="fr-FR" dirty="0" err="1" smtClean="0"/>
              <a:t>thank</a:t>
            </a:r>
            <a:r>
              <a:rPr lang="fr-FR" dirty="0" smtClean="0"/>
              <a:t> You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31-  JE VEUX TE DIRE…</a:t>
            </a:r>
          </a:p>
          <a:p>
            <a:pPr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r>
              <a:rPr lang="fr-FR" dirty="0" smtClean="0"/>
              <a:t>…</a:t>
            </a:r>
          </a:p>
          <a:p>
            <a:pPr>
              <a:defRPr/>
            </a:pPr>
            <a:r>
              <a:rPr lang="fr-FR" dirty="0" smtClean="0"/>
              <a:t>32-  MERCI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thank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33-  JE VEUX TE DIRE…</a:t>
            </a:r>
            <a:br>
              <a:rPr lang="fr-FR" dirty="0" smtClean="0"/>
            </a:br>
            <a:r>
              <a:rPr lang="fr-FR" dirty="0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TANT DE FOIS J’AI OUBLIÉ LES BESOINS QUE TU AS COMBLÉS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Many times I do forget every need that You have met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TU ES LÀ QUAND TOUT NE VA PAS SI BIEN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are there when I am down and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LES MAINS LEVÉES POUR T’ADORER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Here I am with all I have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POUR  TES BIENFAITS, POUR QUI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TU M’AS COUVERT, TOUCHÉ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could have died in my sin But You saved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ANÉANTI, DÉSESPÉRÉ TU ME REMPLIS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Didn't have any hope at all You gave me peace divine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But instead You took my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QUELLE GRÂCE ADMIRABLE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C’EST PLUS QU’UN SIMPLE 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Amazing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it's more than just a song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Your love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You looked beyond my fault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You showed me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Here I am with all I have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for the sun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Here I am with all I have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I raise my hands to worship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wanna say,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Oh,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You covered me and touched my heart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TE DIRE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TE DIRE…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wanna say…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thank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ENCORE UN INSTANT DE PLUS JE VEUX PRIER</a:t>
            </a:r>
            <a:br>
              <a:rPr lang="fr-FR" smtClean="0"/>
            </a:br>
            <a:r>
              <a:rPr lang="fr-FR" smtClean="0"/>
              <a:t>     Just a little while longer I wanna pray</a:t>
            </a:r>
          </a:p>
          <a:p>
            <a:endParaRPr lang="fr-FR" smtClean="0"/>
          </a:p>
          <a:p>
            <a:r>
              <a:rPr lang="fr-FR" smtClean="0"/>
              <a:t>2-  TU REMPLIS MES PENSÉES ET JE VEUX DIRE</a:t>
            </a:r>
            <a:br>
              <a:rPr lang="fr-FR" smtClean="0"/>
            </a:br>
            <a:r>
              <a:rPr lang="fr-FR" smtClean="0"/>
              <a:t>     Can't get You off my mind So, I came to say </a:t>
            </a:r>
          </a:p>
          <a:p>
            <a:endParaRPr lang="fr-FR" smtClean="0"/>
          </a:p>
          <a:p>
            <a:r>
              <a:rPr lang="fr-FR" smtClean="0"/>
              <a:t>3-  MERCI SEIGNEUR DE M’AIMER AUTANT</a:t>
            </a:r>
            <a:br>
              <a:rPr lang="fr-FR" smtClean="0"/>
            </a:br>
            <a:r>
              <a:rPr lang="fr-FR" smtClean="0"/>
              <a:t>     Thank you, Lord Just for lovin' me</a:t>
            </a:r>
          </a:p>
          <a:p>
            <a:endParaRPr lang="fr-FR" smtClean="0"/>
          </a:p>
          <a:p>
            <a:r>
              <a:rPr lang="fr-FR" smtClean="0"/>
              <a:t>4-  TANT DE FOIS J’AI OUBLIÉ LES BESOINS QUE TU AS COMBLÉS</a:t>
            </a:r>
          </a:p>
          <a:p>
            <a:r>
              <a:rPr lang="fr-FR" smtClean="0"/>
              <a:t>      Many times I do forget every need that You have met</a:t>
            </a:r>
          </a:p>
          <a:p>
            <a:endParaRPr lang="fr-FR" smtClean="0"/>
          </a:p>
          <a:p>
            <a:r>
              <a:rPr lang="fr-FR" smtClean="0"/>
              <a:t>5-  MERCI SEIGNEUR DE ME LES RAPPELER</a:t>
            </a:r>
            <a:br>
              <a:rPr lang="fr-FR" smtClean="0"/>
            </a:br>
            <a:r>
              <a:rPr lang="fr-FR" smtClean="0"/>
              <a:t>     Oh thank you, Lord I know You're showing me</a:t>
            </a:r>
          </a:p>
          <a:p>
            <a:endParaRPr lang="fr-FR" smtClean="0"/>
          </a:p>
          <a:p>
            <a:r>
              <a:rPr lang="fr-FR" smtClean="0"/>
              <a:t>6-  TU ES LÀ QUAND TOUT NE VA PAS SI BIEN</a:t>
            </a:r>
          </a:p>
          <a:p>
            <a:r>
              <a:rPr lang="fr-FR" smtClean="0"/>
              <a:t>      You are there when I am down and out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7-  TU ME SOUTIENS</a:t>
            </a:r>
            <a:br>
              <a:rPr lang="fr-FR" smtClean="0"/>
            </a:br>
            <a:r>
              <a:rPr lang="fr-FR" smtClean="0"/>
              <a:t>      You're holding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8-  TON AMOUR EST IMPRESSIONNANT IL M’A CHANGÉ</a:t>
            </a:r>
            <a:br>
              <a:rPr lang="fr-FR" smtClean="0"/>
            </a:br>
            <a:r>
              <a:rPr lang="fr-FR" smtClean="0"/>
              <a:t>      Your love is so amazing Oh, it changed me</a:t>
            </a:r>
          </a:p>
          <a:p>
            <a:endParaRPr lang="fr-FR" smtClean="0"/>
          </a:p>
          <a:p>
            <a:r>
              <a:rPr lang="fr-FR" smtClean="0"/>
              <a:t>9-  LES MAINS LEVÉES POUR T’ADORER AVEC TOUT CE QUE JE SUIS</a:t>
            </a:r>
          </a:p>
          <a:p>
            <a:r>
              <a:rPr lang="fr-FR" smtClean="0"/>
              <a:t>     Here I am with all I have I raise my hands to worship You</a:t>
            </a:r>
          </a:p>
          <a:p>
            <a:endParaRPr lang="fr-FR" smtClean="0"/>
          </a:p>
          <a:p>
            <a:r>
              <a:rPr lang="fr-FR" smtClean="0"/>
              <a:t>10-  JE VEUX TE DIRE MERCI OUI MERCI</a:t>
            </a:r>
            <a:br>
              <a:rPr lang="fr-FR" smtClean="0"/>
            </a:br>
            <a:r>
              <a:rPr lang="fr-FR" smtClean="0"/>
              <a:t>       I wanna say, thank You Oh, thank You</a:t>
            </a:r>
          </a:p>
          <a:p>
            <a:endParaRPr lang="fr-FR" smtClean="0"/>
          </a:p>
          <a:p>
            <a:r>
              <a:rPr lang="fr-FR" smtClean="0"/>
              <a:t>11-  POUR  TES BIENFAITS, POUR QUI TU ES </a:t>
            </a:r>
          </a:p>
          <a:p>
            <a:r>
              <a:rPr lang="fr-FR" smtClean="0"/>
              <a:t>      TU M’AS COUVERT, TOUCHÉ MA VIE</a:t>
            </a:r>
          </a:p>
          <a:p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12-  JE VEUX TE DIRE MERCI</a:t>
            </a:r>
            <a:br>
              <a:rPr lang="fr-FR" smtClean="0"/>
            </a:br>
            <a:r>
              <a:rPr lang="fr-FR" smtClean="0"/>
              <a:t>       I wanna say thank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J’AURAIS PU MOURIR DANS MON PÉCHÉ MAIS TU M’AS SAUVÉ</a:t>
            </a:r>
          </a:p>
          <a:p>
            <a:r>
              <a:rPr lang="fr-FR" smtClean="0"/>
              <a:t>       I could have died in my sin But You saved me</a:t>
            </a:r>
          </a:p>
          <a:p>
            <a:endParaRPr lang="fr-FR" smtClean="0"/>
          </a:p>
          <a:p>
            <a:r>
              <a:rPr lang="fr-FR" smtClean="0"/>
              <a:t>14-  ANÉANTI, DÉSESPÉRÉ TU ME REMPLIS DE PAIX</a:t>
            </a:r>
          </a:p>
          <a:p>
            <a:r>
              <a:rPr lang="fr-FR" smtClean="0"/>
              <a:t>      Didn't have any hope at all You gave me peace divine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FORCE POUR AVANCER</a:t>
            </a:r>
            <a:br>
              <a:rPr lang="fr-FR" smtClean="0"/>
            </a:br>
            <a:r>
              <a:rPr lang="fr-FR" smtClean="0"/>
              <a:t>       Strength to carry on</a:t>
            </a:r>
          </a:p>
          <a:p>
            <a:endParaRPr lang="fr-FR" smtClean="0"/>
          </a:p>
          <a:p>
            <a:r>
              <a:rPr lang="fr-FR" smtClean="0"/>
              <a:t>16-  C’EST MOI QUI AURAIS DÛ PAYER</a:t>
            </a:r>
            <a:br>
              <a:rPr lang="fr-FR" smtClean="0"/>
            </a:br>
            <a:r>
              <a:rPr lang="fr-FR" smtClean="0"/>
              <a:t>       MAIS À MA PLACE TU L’AS FAIT</a:t>
            </a:r>
            <a:br>
              <a:rPr lang="fr-FR" smtClean="0"/>
            </a:br>
            <a:r>
              <a:rPr lang="fr-FR" smtClean="0"/>
              <a:t>       I should have been the one to pay</a:t>
            </a:r>
          </a:p>
          <a:p>
            <a:r>
              <a:rPr lang="fr-FR" smtClean="0"/>
              <a:t>       But instead You took my place</a:t>
            </a:r>
          </a:p>
          <a:p>
            <a:endParaRPr lang="fr-FR" smtClean="0"/>
          </a:p>
          <a:p>
            <a:r>
              <a:rPr lang="fr-FR" smtClean="0"/>
              <a:t>17-  QUELLE GRÂCE ADMIRABLE </a:t>
            </a:r>
          </a:p>
          <a:p>
            <a:r>
              <a:rPr lang="fr-FR" smtClean="0"/>
              <a:t>       C’EST PLUS QU’UN SIMPLE CHANT</a:t>
            </a:r>
          </a:p>
          <a:p>
            <a:r>
              <a:rPr lang="fr-FR" smtClean="0"/>
              <a:t>       Amazing grace</a:t>
            </a:r>
          </a:p>
          <a:p>
            <a:r>
              <a:rPr lang="fr-FR" smtClean="0"/>
              <a:t>       it's more than just a song</a:t>
            </a:r>
          </a:p>
          <a:p>
            <a:endParaRPr lang="fr-FR" smtClean="0"/>
          </a:p>
          <a:p>
            <a:r>
              <a:rPr lang="fr-FR" smtClean="0"/>
              <a:t>18-  MÊME SI JE NE MÉRITE PAS</a:t>
            </a:r>
            <a:br>
              <a:rPr lang="fr-FR" smtClean="0"/>
            </a:br>
            <a:r>
              <a:rPr lang="fr-FR" smtClean="0"/>
              <a:t>       TON AMOUR POUR MOI</a:t>
            </a:r>
            <a:br>
              <a:rPr lang="fr-FR" smtClean="0"/>
            </a:br>
            <a:r>
              <a:rPr lang="fr-FR" smtClean="0"/>
              <a:t>       Even though I don't deserve</a:t>
            </a:r>
          </a:p>
          <a:p>
            <a:r>
              <a:rPr lang="fr-FR" smtClean="0"/>
              <a:t>       Your love for me</a:t>
            </a:r>
          </a:p>
          <a:p>
            <a:endParaRPr lang="fr-FR" smtClean="0"/>
          </a:p>
          <a:p>
            <a:r>
              <a:rPr lang="fr-FR" smtClean="0"/>
              <a:t>19-  PLUTÔT QUE DE ME JUGER</a:t>
            </a:r>
            <a:br>
              <a:rPr lang="fr-FR" smtClean="0"/>
            </a:br>
            <a:r>
              <a:rPr lang="fr-FR" smtClean="0"/>
              <a:t>      TU M’AS PARDONNÉ</a:t>
            </a:r>
          </a:p>
          <a:p>
            <a:r>
              <a:rPr lang="fr-FR" smtClean="0"/>
              <a:t>      You looked beyond my fault </a:t>
            </a:r>
          </a:p>
          <a:p>
            <a:r>
              <a:rPr lang="fr-FR" smtClean="0"/>
              <a:t>      and You showed me mercy</a:t>
            </a:r>
          </a:p>
          <a:p>
            <a:endParaRPr lang="fr-FR" smtClean="0"/>
          </a:p>
          <a:p>
            <a:r>
              <a:rPr lang="fr-FR" smtClean="0"/>
              <a:t>20-  LES MAINS LEVÉES POUR T’ADORER</a:t>
            </a:r>
            <a:br>
              <a:rPr lang="fr-FR" smtClean="0"/>
            </a:br>
            <a:r>
              <a:rPr lang="fr-FR" smtClean="0"/>
              <a:t>       AVEC TOUT CE QUE JE SUIS</a:t>
            </a:r>
          </a:p>
          <a:p>
            <a:r>
              <a:rPr lang="fr-FR" smtClean="0"/>
              <a:t>       Here I am with all I have </a:t>
            </a:r>
          </a:p>
          <a:p>
            <a:r>
              <a:rPr lang="fr-FR" smtClean="0"/>
              <a:t>       I raise my hands to worship You</a:t>
            </a:r>
          </a:p>
          <a:p>
            <a:endParaRPr lang="fr-FR" smtClean="0"/>
          </a:p>
          <a:p>
            <a:r>
              <a:rPr lang="fr-FR" smtClean="0"/>
              <a:t>21-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you,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22-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 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23-  JE VEUX TE DIRE MERCI</a:t>
            </a:r>
            <a:br>
              <a:rPr lang="fr-FR" smtClean="0"/>
            </a:br>
            <a:r>
              <a:rPr lang="fr-FR" smtClean="0"/>
              <a:t>      I wanna say thank You</a:t>
            </a:r>
          </a:p>
          <a:p>
            <a:endParaRPr lang="fr-FR" smtClean="0"/>
          </a:p>
          <a:p>
            <a:r>
              <a:rPr lang="fr-FR" smtClean="0"/>
              <a:t>24-  JE VEUX TE DIRE MERCI</a:t>
            </a:r>
            <a:br>
              <a:rPr lang="fr-FR" smtClean="0"/>
            </a:br>
            <a:r>
              <a:rPr lang="fr-FR" smtClean="0"/>
              <a:t>       POUR LE SOLEIL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for the sun</a:t>
            </a:r>
          </a:p>
          <a:p>
            <a:endParaRPr lang="fr-FR" smtClean="0"/>
          </a:p>
          <a:p>
            <a:r>
              <a:rPr lang="fr-FR" smtClean="0"/>
              <a:t>25-  SEIGNEUR, MERCI POUR LA PLUIE</a:t>
            </a:r>
            <a:br>
              <a:rPr lang="fr-FR" smtClean="0"/>
            </a:br>
            <a:r>
              <a:rPr lang="fr-FR" smtClean="0"/>
              <a:t>       Lord, we thank You for the rain</a:t>
            </a:r>
          </a:p>
          <a:p>
            <a:endParaRPr lang="fr-FR" smtClean="0"/>
          </a:p>
          <a:p>
            <a:r>
              <a:rPr lang="fr-FR" smtClean="0"/>
              <a:t>26-  MERCI DE M’AVOIR AIMÉ</a:t>
            </a:r>
            <a:br>
              <a:rPr lang="fr-FR" smtClean="0"/>
            </a:br>
            <a:r>
              <a:rPr lang="fr-FR" smtClean="0"/>
              <a:t>      Thank You for the love You gave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 27-  LES MAINS LEVÉES POUR T’ADORER</a:t>
            </a:r>
            <a:br>
              <a:rPr lang="fr-FR" smtClean="0"/>
            </a:br>
            <a:r>
              <a:rPr lang="fr-FR" smtClean="0"/>
              <a:t>        AVEC TOUT CE QUE JE SUIS</a:t>
            </a:r>
          </a:p>
          <a:p>
            <a:r>
              <a:rPr lang="fr-FR" smtClean="0"/>
              <a:t>        Here I am with all I have</a:t>
            </a:r>
          </a:p>
          <a:p>
            <a:r>
              <a:rPr lang="fr-FR" smtClean="0"/>
              <a:t>        I raise my hands to worship You</a:t>
            </a:r>
          </a:p>
          <a:p>
            <a:endParaRPr lang="fr-FR" smtClean="0"/>
          </a:p>
          <a:p>
            <a:r>
              <a:rPr lang="fr-FR" smtClean="0"/>
              <a:t>28-  JE VEUX TE DIRE MERCI</a:t>
            </a:r>
            <a:br>
              <a:rPr lang="fr-FR" smtClean="0"/>
            </a:br>
            <a:r>
              <a:rPr lang="fr-FR" smtClean="0"/>
              <a:t>       OUI MERCI</a:t>
            </a:r>
          </a:p>
          <a:p>
            <a:r>
              <a:rPr lang="fr-FR" smtClean="0"/>
              <a:t>       I wanna say, thank You</a:t>
            </a:r>
          </a:p>
          <a:p>
            <a:r>
              <a:rPr lang="fr-FR" smtClean="0"/>
              <a:t>       Oh, thank You</a:t>
            </a:r>
          </a:p>
          <a:p>
            <a:endParaRPr lang="fr-FR" smtClean="0"/>
          </a:p>
          <a:p>
            <a:r>
              <a:rPr lang="fr-FR" smtClean="0"/>
              <a:t>29-  POUR  TES BIENFAITS, POUR QUI TU ES </a:t>
            </a:r>
            <a:br>
              <a:rPr lang="fr-FR" smtClean="0"/>
            </a:br>
            <a:r>
              <a:rPr lang="fr-FR" smtClean="0"/>
              <a:t>       TU M’AS COUVERT, TOUCHÉ MA VIE</a:t>
            </a:r>
            <a:br>
              <a:rPr lang="fr-FR" smtClean="0"/>
            </a:br>
            <a:r>
              <a:rPr lang="fr-FR" smtClean="0"/>
              <a:t>       For everything, for who You are</a:t>
            </a:r>
          </a:p>
          <a:p>
            <a:r>
              <a:rPr lang="fr-FR" smtClean="0"/>
              <a:t>       You covered me and touched my heart</a:t>
            </a:r>
          </a:p>
          <a:p>
            <a:endParaRPr lang="fr-FR" smtClean="0"/>
          </a:p>
          <a:p>
            <a:r>
              <a:rPr lang="fr-FR" smtClean="0"/>
              <a:t>30-  JE VEUX TE DIRE MERCI</a:t>
            </a:r>
          </a:p>
          <a:p>
            <a:r>
              <a:rPr lang="fr-FR" smtClean="0"/>
              <a:t>      I wanna say thank You</a:t>
            </a:r>
          </a:p>
          <a:p>
            <a:endParaRPr lang="fr-FR" smtClean="0"/>
          </a:p>
          <a:p>
            <a:r>
              <a:rPr lang="fr-FR" smtClean="0"/>
              <a:t>31-  JE VEUX TE DIRE…</a:t>
            </a:r>
          </a:p>
          <a:p>
            <a:r>
              <a:rPr lang="fr-FR" smtClean="0"/>
              <a:t>      I wanna say…</a:t>
            </a:r>
          </a:p>
          <a:p>
            <a:r>
              <a:rPr lang="fr-FR" smtClean="0"/>
              <a:t>32-  MERCI</a:t>
            </a:r>
          </a:p>
          <a:p>
            <a:r>
              <a:rPr lang="fr-FR" smtClean="0"/>
              <a:t>       thank you</a:t>
            </a:r>
          </a:p>
          <a:p>
            <a:endParaRPr lang="fr-FR" smtClean="0"/>
          </a:p>
          <a:p>
            <a:r>
              <a:rPr lang="fr-FR" smtClean="0"/>
              <a:t>33-  JE VEUX TE DIRE…</a:t>
            </a:r>
            <a:br>
              <a:rPr lang="fr-FR" smtClean="0"/>
            </a:br>
            <a:r>
              <a:rPr lang="fr-FR" smtClean="0"/>
              <a:t>       MERCI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F879FB-6F31-4FDC-9BF6-4B2C3730E0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7C38DC-D91B-40B2-A70F-FEC0E5B55DF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7457CD-6862-4A40-A9A8-3DAD0846AD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F1CC29-5ED6-4F46-A346-FBA5C9A865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2C7A6-4701-4076-9626-703885C710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A701F1-D3E2-4F6D-BDC8-060AE010D3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4C06B6-D89A-46BC-91AC-40E93AF1D9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AEDCB0-E227-410F-BD4C-601409BE35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549FF-26B5-4B2F-BAD1-0E9E395664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0D427-A23E-439C-97AE-0952316EAB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1579C3-9AF5-4971-8F0F-D102908203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EA775AD-5CEF-4C53-913C-4A534BC8F72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ENCORE UN INSTANT DE PLUS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PRIER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REMPLIS MES PENSÉES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VEUX DIRE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MERCI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M’AIMER AUTANT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TANT DE FOIS, J’AI OUBLIÉ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BESOINS QUE TU AS COMBLÉS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MERCI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ME LES RAPPELER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LÀ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TOUT NE VA PAS SI BIEN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SOUTIENS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EST IMPRESSIONNANT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M’A CHANGÉ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MAINS LEVÉES POUR T’ADORER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TOUT CE QUE JE SUIS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MERCI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 TES BIENFAITS, POUR QUI TU ES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COUVERT, TOUCHÉ MA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J’AURAIS PU MOURIR DANS MON PÉCHÉ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TU M’AS SAUVÉ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ANÉANTI, DÉSESPÉRÉ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ME REMPLIS DE PAIX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FORCE POUR AVANCER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MOI QUI AURAIS DÛ PAYER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À MA PLACE TU L’AS FAIT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QUELLE GRÂCE ADMIRABLE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PLUS QU’UN SIMPLE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SI JE NE MÉRITE PAS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POUR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PLUTÔT QUE DE ME JUGER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PARDONNÉ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MAINS LEVÉES POUR T’ADORER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TOUT CE QUE JE SUIS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MERCI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 TES BIENFAITS, POUR QUI TU ES </a:t>
            </a:r>
            <a:b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COUVERT, TOUCHÉ MA VIE</a:t>
            </a:r>
            <a:b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LE SOLEIL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SEIGNEUR, MERCI POUR LA PLUIE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MERCI DE M’AVOIR AIMÉ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MAINS LEVÉES POUR T’ADORER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TOUT CE QUE JE SUIS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MERCI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 TES BIENFAITS, POUR QUI TU ES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COUVERT, TOUCHÉ MA VIE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 MERCI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MERCI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DIRE…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MERCI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3096</TotalTime>
  <Words>751</Words>
  <Application>Microsoft Office PowerPoint</Application>
  <PresentationFormat>On-screen Show (4:3)</PresentationFormat>
  <Paragraphs>5907</Paragraphs>
  <Slides>33</Slides>
  <Notes>33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7" baseType="lpstr">
      <vt:lpstr>Franklin Gothic Medium</vt:lpstr>
      <vt:lpstr>Arial</vt:lpstr>
      <vt:lpstr>Calibri</vt:lpstr>
      <vt:lpstr>Default Design</vt:lpstr>
      <vt:lpstr>ENCORE UN INSTANT DE PLUS JE VEUX PRIER   </vt:lpstr>
      <vt:lpstr>TU REMPLIS MES PENSÉES ET JE VEUX DIRE    </vt:lpstr>
      <vt:lpstr>MERCI SEIGNEUR DE M’AIMER AUTANT    </vt:lpstr>
      <vt:lpstr>TANT DE FOIS, J’AI OUBLIÉ LES BESOINS QUE TU AS COMBLÉS</vt:lpstr>
      <vt:lpstr>MERCI SEIGNEUR DE ME LES RAPPELER  </vt:lpstr>
      <vt:lpstr>TU ES LÀ  QUAND TOUT NE VA PAS SI BIEN   </vt:lpstr>
      <vt:lpstr>TU ME SOUTIENS   </vt:lpstr>
      <vt:lpstr>TON AMOUR EST IMPRESSIONNANT IL M’A CHANGÉ   </vt:lpstr>
      <vt:lpstr>LES MAINS LEVÉES POUR T’ADORER AVEC TOUT CE QUE JE SUIS</vt:lpstr>
      <vt:lpstr>JE VEUX TE DIRE MERCI OUI MERCI   </vt:lpstr>
      <vt:lpstr>POUR  TES BIENFAITS, POUR QUI TU ES  TU M’AS COUVERT, TOUCHÉ MA VIE</vt:lpstr>
      <vt:lpstr>JE VEUX TE DIRE MERCI   </vt:lpstr>
      <vt:lpstr>J’AURAIS PU MOURIR DANS MON PÉCHÉ MAIS TU M’AS SAUVÉ</vt:lpstr>
      <vt:lpstr>ANÉANTI, DÉSESPÉRÉ TU ME REMPLIS DE PAIX   </vt:lpstr>
      <vt:lpstr>DE FORCE POUR AVANCER  </vt:lpstr>
      <vt:lpstr>C’EST MOI QUI AURAIS DÛ PAYER MAIS À MA PLACE TU L’AS FAIT </vt:lpstr>
      <vt:lpstr>QUELLE GRÂCE ADMIRABLE C’EST PLUS QU’UN SIMPLE CHANT</vt:lpstr>
      <vt:lpstr>MÊME SI JE NE MÉRITE PAS TON AMOUR POUR MOI  </vt:lpstr>
      <vt:lpstr>PLUTÔT QUE DE ME JUGER TU M’AS PARDONNÉ</vt:lpstr>
      <vt:lpstr>LES MAINS LEVÉES POUR T’ADORER AVEC TOUT CE QUE JE SUIS</vt:lpstr>
      <vt:lpstr>JE VEUX TE DIRE MERCI OUI MERCI</vt:lpstr>
      <vt:lpstr>POUR  TES BIENFAITS, POUR QUI TU ES  TU M’AS COUVERT, TOUCHÉ MA VIE   </vt:lpstr>
      <vt:lpstr>JE VEUX TE DIRE MERCI   </vt:lpstr>
      <vt:lpstr>JE VEUX TE DIRE MERCI POUR LE SOLEIL</vt:lpstr>
      <vt:lpstr>SEIGNEUR, MERCI POUR LA PLUIE   </vt:lpstr>
      <vt:lpstr>MERCI DE M’AVOIR AIMÉ   </vt:lpstr>
      <vt:lpstr>LES MAINS LEVÉES POUR T’ADORER AVEC TOUT CE QUE JE SUIS</vt:lpstr>
      <vt:lpstr>JE VEUX TE DIRE MERCI OUI MERCI</vt:lpstr>
      <vt:lpstr>POUR  TES BIENFAITS, POUR QUI TU ES  TU M’AS COUVERT, TOUCHÉ MA VIE  </vt:lpstr>
      <vt:lpstr>JE VEUX TE DIRE MERCI</vt:lpstr>
      <vt:lpstr>JE VEUX TE DIRE…</vt:lpstr>
      <vt:lpstr>MERCI</vt:lpstr>
      <vt:lpstr>JE VEUX TE DIRE…  MERCI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Admin</cp:lastModifiedBy>
  <cp:revision>144</cp:revision>
  <dcterms:created xsi:type="dcterms:W3CDTF">2002-08-17T10:50:50Z</dcterms:created>
  <dcterms:modified xsi:type="dcterms:W3CDTF">2014-11-28T14:04:37Z</dcterms:modified>
</cp:coreProperties>
</file>