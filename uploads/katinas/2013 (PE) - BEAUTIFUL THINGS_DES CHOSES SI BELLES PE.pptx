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74" r:id="rId2"/>
    <p:sldId id="275" r:id="rId3"/>
    <p:sldId id="276" r:id="rId4"/>
  </p:sldIdLst>
  <p:sldSz cx="9144000" cy="6858000" type="screen4x3"/>
  <p:notesSz cx="6858000" cy="9144000"/>
  <p:defaultTextStyle>
    <a:defPPr>
      <a:defRPr lang="en-GB"/>
    </a:defPPr>
    <a:lvl1pPr algn="l" rtl="0" fontAlgn="base">
      <a:spcBef>
        <a:spcPct val="0"/>
      </a:spcBef>
      <a:spcAft>
        <a:spcPct val="0"/>
      </a:spcAft>
      <a:defRPr sz="2400" kern="1200">
        <a:solidFill>
          <a:schemeClr val="tx1"/>
        </a:solidFill>
        <a:latin typeface="Franklin Gothic Medium" pitchFamily="34" charset="0"/>
        <a:ea typeface="+mn-ea"/>
        <a:cs typeface="+mn-cs"/>
      </a:defRPr>
    </a:lvl1pPr>
    <a:lvl2pPr marL="457200" algn="l" rtl="0" fontAlgn="base">
      <a:spcBef>
        <a:spcPct val="0"/>
      </a:spcBef>
      <a:spcAft>
        <a:spcPct val="0"/>
      </a:spcAft>
      <a:defRPr sz="2400" kern="1200">
        <a:solidFill>
          <a:schemeClr val="tx1"/>
        </a:solidFill>
        <a:latin typeface="Franklin Gothic Medium" pitchFamily="34" charset="0"/>
        <a:ea typeface="+mn-ea"/>
        <a:cs typeface="+mn-cs"/>
      </a:defRPr>
    </a:lvl2pPr>
    <a:lvl3pPr marL="914400" algn="l" rtl="0" fontAlgn="base">
      <a:spcBef>
        <a:spcPct val="0"/>
      </a:spcBef>
      <a:spcAft>
        <a:spcPct val="0"/>
      </a:spcAft>
      <a:defRPr sz="2400" kern="1200">
        <a:solidFill>
          <a:schemeClr val="tx1"/>
        </a:solidFill>
        <a:latin typeface="Franklin Gothic Medium" pitchFamily="34" charset="0"/>
        <a:ea typeface="+mn-ea"/>
        <a:cs typeface="+mn-cs"/>
      </a:defRPr>
    </a:lvl3pPr>
    <a:lvl4pPr marL="1371600" algn="l" rtl="0" fontAlgn="base">
      <a:spcBef>
        <a:spcPct val="0"/>
      </a:spcBef>
      <a:spcAft>
        <a:spcPct val="0"/>
      </a:spcAft>
      <a:defRPr sz="2400" kern="1200">
        <a:solidFill>
          <a:schemeClr val="tx1"/>
        </a:solidFill>
        <a:latin typeface="Franklin Gothic Medium" pitchFamily="34" charset="0"/>
        <a:ea typeface="+mn-ea"/>
        <a:cs typeface="+mn-cs"/>
      </a:defRPr>
    </a:lvl4pPr>
    <a:lvl5pPr marL="1828800" algn="l" rtl="0" fontAlgn="base">
      <a:spcBef>
        <a:spcPct val="0"/>
      </a:spcBef>
      <a:spcAft>
        <a:spcPct val="0"/>
      </a:spcAft>
      <a:defRPr sz="2400" kern="1200">
        <a:solidFill>
          <a:schemeClr val="tx1"/>
        </a:solidFill>
        <a:latin typeface="Franklin Gothic Medium" pitchFamily="34" charset="0"/>
        <a:ea typeface="+mn-ea"/>
        <a:cs typeface="+mn-cs"/>
      </a:defRPr>
    </a:lvl5pPr>
    <a:lvl6pPr marL="2286000" algn="l" defTabSz="914400" rtl="0" eaLnBrk="1" latinLnBrk="0" hangingPunct="1">
      <a:defRPr sz="2400" kern="1200">
        <a:solidFill>
          <a:schemeClr val="tx1"/>
        </a:solidFill>
        <a:latin typeface="Franklin Gothic Medium" pitchFamily="34" charset="0"/>
        <a:ea typeface="+mn-ea"/>
        <a:cs typeface="+mn-cs"/>
      </a:defRPr>
    </a:lvl6pPr>
    <a:lvl7pPr marL="2743200" algn="l" defTabSz="914400" rtl="0" eaLnBrk="1" latinLnBrk="0" hangingPunct="1">
      <a:defRPr sz="2400" kern="1200">
        <a:solidFill>
          <a:schemeClr val="tx1"/>
        </a:solidFill>
        <a:latin typeface="Franklin Gothic Medium" pitchFamily="34" charset="0"/>
        <a:ea typeface="+mn-ea"/>
        <a:cs typeface="+mn-cs"/>
      </a:defRPr>
    </a:lvl7pPr>
    <a:lvl8pPr marL="3200400" algn="l" defTabSz="914400" rtl="0" eaLnBrk="1" latinLnBrk="0" hangingPunct="1">
      <a:defRPr sz="2400" kern="1200">
        <a:solidFill>
          <a:schemeClr val="tx1"/>
        </a:solidFill>
        <a:latin typeface="Franklin Gothic Medium" pitchFamily="34" charset="0"/>
        <a:ea typeface="+mn-ea"/>
        <a:cs typeface="+mn-cs"/>
      </a:defRPr>
    </a:lvl8pPr>
    <a:lvl9pPr marL="3657600" algn="l" defTabSz="914400" rtl="0" eaLnBrk="1" latinLnBrk="0" hangingPunct="1">
      <a:defRPr sz="2400" kern="1200">
        <a:solidFill>
          <a:schemeClr val="tx1"/>
        </a:solidFill>
        <a:latin typeface="Franklin Gothic Medium"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DDDDD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93" autoAdjust="0"/>
    <p:restoredTop sz="83513" autoAdjust="0"/>
  </p:normalViewPr>
  <p:slideViewPr>
    <p:cSldViewPr>
      <p:cViewPr varScale="1">
        <p:scale>
          <a:sx n="35" d="100"/>
          <a:sy n="35" d="100"/>
        </p:scale>
        <p:origin x="-78" y="-7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Franklin Gothic Medium" pitchFamily="34" charset="0"/>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Franklin Gothic Medium" pitchFamily="34" charset="0"/>
              </a:defRPr>
            </a:lvl1pPr>
          </a:lstStyle>
          <a:p>
            <a:pPr>
              <a:defRPr/>
            </a:pPr>
            <a:fld id="{3DEA149C-A809-4183-872B-72D80477DA46}" type="datetimeFigureOut">
              <a:rPr lang="fr-FR"/>
              <a:pPr>
                <a:defRPr/>
              </a:pPr>
              <a:t>26/02/2018</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smtClean="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Franklin Gothic Medium" pitchFamily="34" charset="0"/>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Franklin Gothic Medium" pitchFamily="34" charset="0"/>
              </a:defRPr>
            </a:lvl1pPr>
          </a:lstStyle>
          <a:p>
            <a:pPr>
              <a:defRPr/>
            </a:pPr>
            <a:fld id="{95D11A95-0F4B-4712-84C2-6E5A7A46B8E9}" type="slidenum">
              <a:rPr lang="fr-FR"/>
              <a:pPr>
                <a:defRPr/>
              </a:pPr>
              <a:t>‹#›</a:t>
            </a:fld>
            <a:endParaRPr 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3" name="Espace réservé des commentaires 2"/>
          <p:cNvSpPr>
            <a:spLocks noGrp="1"/>
          </p:cNvSpPr>
          <p:nvPr>
            <p:ph type="body" idx="1"/>
          </p:nvPr>
        </p:nvSpPr>
        <p:spPr/>
        <p:txBody>
          <a:bodyPr>
            <a:normAutofit fontScale="85000" lnSpcReduction="20000"/>
          </a:bodyPr>
          <a:lstStyle/>
          <a:p>
            <a:pPr eaLnBrk="1" fontAlgn="auto" hangingPunct="1">
              <a:spcBef>
                <a:spcPts val="0"/>
              </a:spcBef>
              <a:spcAft>
                <a:spcPts val="0"/>
              </a:spcAft>
              <a:defRPr/>
            </a:pPr>
            <a:r>
              <a:rPr lang="fr-FR" smtClean="0"/>
              <a:t>1-  TANT DE PEINES</a:t>
            </a:r>
          </a:p>
          <a:p>
            <a:pPr eaLnBrk="1" fontAlgn="auto" hangingPunct="1">
              <a:spcBef>
                <a:spcPts val="0"/>
              </a:spcBef>
              <a:spcAft>
                <a:spcPts val="0"/>
              </a:spcAft>
              <a:defRPr/>
            </a:pPr>
            <a:r>
              <a:rPr lang="fr-FR" smtClean="0"/>
              <a:t>2-  JE ME DEMANDE SI JE POURRAI M’EN SORTIR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3-  JE ME DEMANDE SI MA VIE PEUT VRAIMENT CHANGER</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4-  CETTE TERRE SI GRANDE</a:t>
            </a:r>
          </a:p>
          <a:p>
            <a:pPr eaLnBrk="1" fontAlgn="auto" hangingPunct="1">
              <a:spcBef>
                <a:spcPts val="0"/>
              </a:spcBef>
              <a:spcAft>
                <a:spcPts val="0"/>
              </a:spcAft>
              <a:defRPr/>
            </a:pPr>
            <a:r>
              <a:rPr lang="fr-FR" smtClean="0"/>
              <a:t>5-  PEUT-ON Y RETROUVER TOUT CE QUI EST PERDU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6-  UN JARDIN PEUT-IL POUSSER SUR CE SOL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7-  TU FAIS LES CHOSES SI BELLES</a:t>
            </a:r>
          </a:p>
          <a:p>
            <a:pPr eaLnBrk="1" fontAlgn="auto" hangingPunct="1">
              <a:spcBef>
                <a:spcPts val="0"/>
              </a:spcBef>
              <a:spcAft>
                <a:spcPts val="0"/>
              </a:spcAft>
              <a:defRPr/>
            </a:pPr>
            <a:r>
              <a:rPr lang="fr-FR" smtClean="0"/>
              <a:t>8-  DE LA POUSSIÈRE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9-  TU FAIS LES CHOSES SI BELLES</a:t>
            </a:r>
          </a:p>
          <a:p>
            <a:pPr eaLnBrk="1" fontAlgn="auto" hangingPunct="1">
              <a:spcBef>
                <a:spcPts val="0"/>
              </a:spcBef>
              <a:spcAft>
                <a:spcPts val="0"/>
              </a:spcAft>
              <a:defRPr/>
            </a:pPr>
            <a:r>
              <a:rPr lang="fr-FR" smtClean="0"/>
              <a:t>10-  DE NOS CŒURS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11-  TOUT AUTOUR L’ESPOIR FLEURIT SUR CE SOL ARIDE</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12-  DANS LE CHAOS, EN TOI NOUS TROUVONS LA VIE</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13-  TU FAIS LES CHOSES SI BELLES</a:t>
            </a:r>
          </a:p>
          <a:p>
            <a:pPr eaLnBrk="1" fontAlgn="auto" hangingPunct="1">
              <a:spcBef>
                <a:spcPts val="0"/>
              </a:spcBef>
              <a:spcAft>
                <a:spcPts val="0"/>
              </a:spcAft>
              <a:defRPr/>
            </a:pPr>
            <a:r>
              <a:rPr lang="fr-FR" smtClean="0"/>
              <a:t>14-  DE LA POUSSIÈRE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15-  TU FAIS LES CHOSES SI BELLES</a:t>
            </a:r>
          </a:p>
          <a:p>
            <a:pPr eaLnBrk="1" fontAlgn="auto" hangingPunct="1">
              <a:spcBef>
                <a:spcPts val="0"/>
              </a:spcBef>
              <a:spcAft>
                <a:spcPts val="0"/>
              </a:spcAft>
              <a:defRPr/>
            </a:pPr>
            <a:r>
              <a:rPr lang="fr-FR" smtClean="0"/>
              <a:t>16-  DE NOS CŒURS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17-  UNE VIE NOUVELLE MA VIE DEVIENT NOUVELLE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18-  TU FAIS LES CHOSES SI BELLES</a:t>
            </a:r>
          </a:p>
          <a:p>
            <a:pPr eaLnBrk="1" fontAlgn="auto" hangingPunct="1">
              <a:spcBef>
                <a:spcPts val="0"/>
              </a:spcBef>
              <a:spcAft>
                <a:spcPts val="0"/>
              </a:spcAft>
              <a:defRPr/>
            </a:pPr>
            <a:r>
              <a:rPr lang="fr-FR" smtClean="0"/>
              <a:t>19-  DE LA POUSSIÈRE TU TIRES DES CHOSES SI BELLES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20-  TU FAIS LES CHOSES SI BELLES</a:t>
            </a:r>
          </a:p>
          <a:p>
            <a:pPr eaLnBrk="1" fontAlgn="auto" hangingPunct="1">
              <a:spcBef>
                <a:spcPts val="0"/>
              </a:spcBef>
              <a:spcAft>
                <a:spcPts val="0"/>
              </a:spcAft>
              <a:defRPr/>
            </a:pPr>
            <a:r>
              <a:rPr lang="fr-FR" smtClean="0"/>
              <a:t>21-  DE NOS CŒURS TU TIRES DES CHOSES SI BELLES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22-  UNE VIE NOUVELLE MA VIE DEVIENT NOUVELLE	x2</a:t>
            </a:r>
          </a:p>
          <a:p>
            <a:pPr eaLnBrk="1" fontAlgn="auto" hangingPunct="1">
              <a:spcBef>
                <a:spcPts val="0"/>
              </a:spcBef>
              <a:spcAft>
                <a:spcPts val="0"/>
              </a:spcAft>
              <a:defRPr/>
            </a:pPr>
            <a:endParaRPr lang="fr-FR" smtClean="0"/>
          </a:p>
          <a:p>
            <a:pPr eaLnBrk="1" fontAlgn="auto" hangingPunct="1">
              <a:spcBef>
                <a:spcPts val="0"/>
              </a:spcBef>
              <a:spcAft>
                <a:spcPts val="0"/>
              </a:spcAft>
              <a:defRPr/>
            </a:pPr>
            <a:endParaRPr lang="fr-FR" smtClean="0"/>
          </a:p>
          <a:p>
            <a:pPr eaLnBrk="1" fontAlgn="auto" hangingPunct="1">
              <a:spcBef>
                <a:spcPts val="0"/>
              </a:spcBef>
              <a:spcAft>
                <a:spcPts val="0"/>
              </a:spcAft>
              <a:defRPr/>
            </a:pPr>
            <a:endParaRPr lang="fr-FR" dirty="0" smtClean="0"/>
          </a:p>
        </p:txBody>
      </p:sp>
      <p:sp>
        <p:nvSpPr>
          <p:cNvPr id="6148"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r>
              <a:rPr lang="fr-FR" smtClean="0"/>
              <a:t>1-  TANT DE PEINES</a:t>
            </a:r>
          </a:p>
          <a:p>
            <a:r>
              <a:rPr lang="fr-FR" smtClean="0"/>
              <a:t>2-  JE ME DEMANDE SI JE POURRAI M’EN SORTIR </a:t>
            </a:r>
          </a:p>
          <a:p>
            <a:endParaRPr lang="fr-FR" smtClean="0"/>
          </a:p>
          <a:p>
            <a:r>
              <a:rPr lang="fr-FR" smtClean="0"/>
              <a:t>3-  JE ME DEMANDE SI MA VIE PEUT VRAIMENT CHANGER</a:t>
            </a:r>
          </a:p>
          <a:p>
            <a:endParaRPr lang="fr-FR" smtClean="0"/>
          </a:p>
          <a:p>
            <a:r>
              <a:rPr lang="fr-FR" smtClean="0"/>
              <a:t>4-  CETTE TERRE SI GRANDE</a:t>
            </a:r>
          </a:p>
          <a:p>
            <a:r>
              <a:rPr lang="fr-FR" smtClean="0"/>
              <a:t>5-  PEUT-ON Y RETROUVER TOUT CE QUI EST PERDU ?</a:t>
            </a:r>
          </a:p>
          <a:p>
            <a:endParaRPr lang="fr-FR" smtClean="0"/>
          </a:p>
          <a:p>
            <a:r>
              <a:rPr lang="fr-FR" smtClean="0"/>
              <a:t>6-  UN JARDIN PEUT-IL POUSSER SUR CE SOL ?</a:t>
            </a:r>
          </a:p>
          <a:p>
            <a:endParaRPr lang="fr-FR" smtClean="0"/>
          </a:p>
          <a:p>
            <a:r>
              <a:rPr lang="fr-FR" smtClean="0"/>
              <a:t>7-  TU FAIS LES CHOSES SI BELLES</a:t>
            </a:r>
          </a:p>
          <a:p>
            <a:r>
              <a:rPr lang="fr-FR" smtClean="0"/>
              <a:t>8-  DE LA POUSSIÈRE TU TIRES DES CHOSES SI BELLES</a:t>
            </a:r>
          </a:p>
          <a:p>
            <a:endParaRPr lang="fr-FR" smtClean="0"/>
          </a:p>
          <a:p>
            <a:r>
              <a:rPr lang="fr-FR" smtClean="0"/>
              <a:t>9-  TU FAIS LES CHOSES SI BELLES</a:t>
            </a:r>
          </a:p>
          <a:p>
            <a:r>
              <a:rPr lang="fr-FR" smtClean="0"/>
              <a:t>10-  DE NOS CŒURS TU TIRES DES CHOSES SI BELLES</a:t>
            </a:r>
          </a:p>
          <a:p>
            <a:endParaRPr lang="fr-FR" smtClean="0"/>
          </a:p>
          <a:p>
            <a:r>
              <a:rPr lang="fr-FR" smtClean="0"/>
              <a:t>11-  TOUT AUTOUR L’ESPOIR FLEURIT SUR CE SOL ARIDE</a:t>
            </a:r>
          </a:p>
          <a:p>
            <a:endParaRPr lang="fr-FR" smtClean="0"/>
          </a:p>
          <a:p>
            <a:r>
              <a:rPr lang="fr-FR" smtClean="0"/>
              <a:t>12-  DANS LE CHAOS, EN TOI NOUS TROUVONS LA VIE</a:t>
            </a:r>
          </a:p>
          <a:p>
            <a:endParaRPr lang="fr-FR" smtClean="0"/>
          </a:p>
          <a:p>
            <a:r>
              <a:rPr lang="fr-FR" smtClean="0"/>
              <a:t>13-  TU FAIS LES CHOSES SI BELLES</a:t>
            </a:r>
          </a:p>
          <a:p>
            <a:r>
              <a:rPr lang="fr-FR" smtClean="0"/>
              <a:t>14-  DE LA POUSSIÈRE TU TIRES DES CHOSES SI BELLES</a:t>
            </a:r>
          </a:p>
          <a:p>
            <a:endParaRPr lang="fr-FR" smtClean="0"/>
          </a:p>
          <a:p>
            <a:r>
              <a:rPr lang="fr-FR" smtClean="0"/>
              <a:t>15-  TU FAIS LES CHOSES SI BELLES</a:t>
            </a:r>
          </a:p>
          <a:p>
            <a:r>
              <a:rPr lang="fr-FR" smtClean="0"/>
              <a:t>16-  DE NOS CŒURS TU TIRES DES CHOSES SI BELLES</a:t>
            </a:r>
          </a:p>
          <a:p>
            <a:endParaRPr lang="fr-FR" smtClean="0"/>
          </a:p>
          <a:p>
            <a:r>
              <a:rPr lang="fr-FR" smtClean="0"/>
              <a:t>17-  UNE VIE NOUVELLE MA VIE DEVIENT NOUVELLE	x2</a:t>
            </a:r>
          </a:p>
          <a:p>
            <a:endParaRPr lang="fr-FR" smtClean="0"/>
          </a:p>
          <a:p>
            <a:r>
              <a:rPr lang="fr-FR" smtClean="0"/>
              <a:t>18-  TU FAIS LES CHOSES SI BELLES</a:t>
            </a:r>
          </a:p>
          <a:p>
            <a:r>
              <a:rPr lang="fr-FR" smtClean="0"/>
              <a:t>19-  DE LA POUSSIÈRE TU TIRES DES CHOSES SI BELLES	x2</a:t>
            </a:r>
          </a:p>
          <a:p>
            <a:endParaRPr lang="fr-FR" smtClean="0"/>
          </a:p>
          <a:p>
            <a:r>
              <a:rPr lang="fr-FR" smtClean="0"/>
              <a:t>20-  TU FAIS LES CHOSES SI BELLES</a:t>
            </a:r>
          </a:p>
          <a:p>
            <a:r>
              <a:rPr lang="fr-FR" smtClean="0"/>
              <a:t>21-  DE NOS CŒURS TU TIRES DES CHOSES SI BELLES	x2</a:t>
            </a:r>
          </a:p>
          <a:p>
            <a:endParaRPr lang="fr-FR" smtClean="0"/>
          </a:p>
          <a:p>
            <a:r>
              <a:rPr lang="fr-FR" smtClean="0"/>
              <a:t>22-  UNE VIE NOUVELLE MA VIE DEVIENT NOUVELLE	x2</a:t>
            </a:r>
          </a:p>
          <a:p>
            <a:endParaRPr lang="fr-FR" smtClean="0"/>
          </a:p>
          <a:p>
            <a:endParaRPr lang="fr-FR" smtClean="0"/>
          </a:p>
          <a:p>
            <a:endParaRPr lang="fr-F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3" name="Espace réservé des commentaires 2"/>
          <p:cNvSpPr>
            <a:spLocks noGrp="1"/>
          </p:cNvSpPr>
          <p:nvPr>
            <p:ph type="body" idx="1"/>
          </p:nvPr>
        </p:nvSpPr>
        <p:spPr/>
        <p:txBody>
          <a:bodyPr>
            <a:normAutofit fontScale="85000" lnSpcReduction="20000"/>
          </a:bodyPr>
          <a:lstStyle/>
          <a:p>
            <a:pPr eaLnBrk="1" fontAlgn="auto" hangingPunct="1">
              <a:spcBef>
                <a:spcPts val="0"/>
              </a:spcBef>
              <a:spcAft>
                <a:spcPts val="0"/>
              </a:spcAft>
              <a:defRPr/>
            </a:pPr>
            <a:r>
              <a:rPr lang="fr-FR" smtClean="0"/>
              <a:t>1-  TANT DE PEINES</a:t>
            </a:r>
          </a:p>
          <a:p>
            <a:pPr eaLnBrk="1" fontAlgn="auto" hangingPunct="1">
              <a:spcBef>
                <a:spcPts val="0"/>
              </a:spcBef>
              <a:spcAft>
                <a:spcPts val="0"/>
              </a:spcAft>
              <a:defRPr/>
            </a:pPr>
            <a:r>
              <a:rPr lang="fr-FR" smtClean="0"/>
              <a:t>2-  JE ME DEMANDE SI JE POURRAI M’EN SORTIR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3-  JE ME DEMANDE SI MA VIE PEUT VRAIMENT CHANGER</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4-  CETTE TERRE SI GRANDE</a:t>
            </a:r>
          </a:p>
          <a:p>
            <a:pPr eaLnBrk="1" fontAlgn="auto" hangingPunct="1">
              <a:spcBef>
                <a:spcPts val="0"/>
              </a:spcBef>
              <a:spcAft>
                <a:spcPts val="0"/>
              </a:spcAft>
              <a:defRPr/>
            </a:pPr>
            <a:r>
              <a:rPr lang="fr-FR" smtClean="0"/>
              <a:t>5-  PEUT-ON Y RETROUVER TOUT CE QUI EST PERDU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6-  UN JARDIN PEUT-IL POUSSER SUR CE SOL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7-  TU FAIS LES CHOSES SI BELLES</a:t>
            </a:r>
          </a:p>
          <a:p>
            <a:pPr eaLnBrk="1" fontAlgn="auto" hangingPunct="1">
              <a:spcBef>
                <a:spcPts val="0"/>
              </a:spcBef>
              <a:spcAft>
                <a:spcPts val="0"/>
              </a:spcAft>
              <a:defRPr/>
            </a:pPr>
            <a:r>
              <a:rPr lang="fr-FR" smtClean="0"/>
              <a:t>8-  DE LA POUSSIÈRE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9-  TU FAIS LES CHOSES SI BELLES</a:t>
            </a:r>
          </a:p>
          <a:p>
            <a:pPr eaLnBrk="1" fontAlgn="auto" hangingPunct="1">
              <a:spcBef>
                <a:spcPts val="0"/>
              </a:spcBef>
              <a:spcAft>
                <a:spcPts val="0"/>
              </a:spcAft>
              <a:defRPr/>
            </a:pPr>
            <a:r>
              <a:rPr lang="fr-FR" smtClean="0"/>
              <a:t>10-  DE NOS CŒURS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11-  TOUT AUTOUR L’ESPOIR FLEURIT SUR CE SOL ARIDE</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12-  DANS LE CHAOS, EN TOI NOUS TROUVONS LA VIE</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13-  TU FAIS LES CHOSES SI BELLES</a:t>
            </a:r>
          </a:p>
          <a:p>
            <a:pPr eaLnBrk="1" fontAlgn="auto" hangingPunct="1">
              <a:spcBef>
                <a:spcPts val="0"/>
              </a:spcBef>
              <a:spcAft>
                <a:spcPts val="0"/>
              </a:spcAft>
              <a:defRPr/>
            </a:pPr>
            <a:r>
              <a:rPr lang="fr-FR" smtClean="0"/>
              <a:t>14-  DE LA POUSSIÈRE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15-  TU FAIS LES CHOSES SI BELLES</a:t>
            </a:r>
          </a:p>
          <a:p>
            <a:pPr eaLnBrk="1" fontAlgn="auto" hangingPunct="1">
              <a:spcBef>
                <a:spcPts val="0"/>
              </a:spcBef>
              <a:spcAft>
                <a:spcPts val="0"/>
              </a:spcAft>
              <a:defRPr/>
            </a:pPr>
            <a:r>
              <a:rPr lang="fr-FR" smtClean="0"/>
              <a:t>16-  DE NOS CŒURS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17-  UNE VIE NOUVELLE MA VIE DEVIENT NOUVELLE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18-  TU FAIS LES CHOSES SI BELLES</a:t>
            </a:r>
          </a:p>
          <a:p>
            <a:pPr eaLnBrk="1" fontAlgn="auto" hangingPunct="1">
              <a:spcBef>
                <a:spcPts val="0"/>
              </a:spcBef>
              <a:spcAft>
                <a:spcPts val="0"/>
              </a:spcAft>
              <a:defRPr/>
            </a:pPr>
            <a:r>
              <a:rPr lang="fr-FR" smtClean="0"/>
              <a:t>19-  DE LA POUSSIÈRE TU TIRES DES CHOSES SI BELLES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20-  TU FAIS LES CHOSES SI BELLES</a:t>
            </a:r>
          </a:p>
          <a:p>
            <a:pPr eaLnBrk="1" fontAlgn="auto" hangingPunct="1">
              <a:spcBef>
                <a:spcPts val="0"/>
              </a:spcBef>
              <a:spcAft>
                <a:spcPts val="0"/>
              </a:spcAft>
              <a:defRPr/>
            </a:pPr>
            <a:r>
              <a:rPr lang="fr-FR" smtClean="0"/>
              <a:t>21-  DE NOS CŒURS TU TIRES DES CHOSES SI BELLES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22-  UNE VIE NOUVELLE MA VIE DEVIENT NOUVELLE	x2</a:t>
            </a:r>
          </a:p>
          <a:p>
            <a:pPr eaLnBrk="1" fontAlgn="auto" hangingPunct="1">
              <a:spcBef>
                <a:spcPts val="0"/>
              </a:spcBef>
              <a:spcAft>
                <a:spcPts val="0"/>
              </a:spcAft>
              <a:defRPr/>
            </a:pPr>
            <a:endParaRPr lang="fr-FR" smtClean="0"/>
          </a:p>
          <a:p>
            <a:pPr eaLnBrk="1" fontAlgn="auto" hangingPunct="1">
              <a:spcBef>
                <a:spcPts val="0"/>
              </a:spcBef>
              <a:spcAft>
                <a:spcPts val="0"/>
              </a:spcAft>
              <a:defRPr/>
            </a:pPr>
            <a:endParaRPr lang="fr-FR" smtClean="0"/>
          </a:p>
          <a:p>
            <a:pPr eaLnBrk="1" fontAlgn="auto" hangingPunct="1">
              <a:spcBef>
                <a:spcPts val="0"/>
              </a:spcBef>
              <a:spcAft>
                <a:spcPts val="0"/>
              </a:spcAft>
              <a:defRPr/>
            </a:pPr>
            <a:endParaRPr lang="fr-FR" dirty="0" smtClean="0"/>
          </a:p>
        </p:txBody>
      </p:sp>
      <p:sp>
        <p:nvSpPr>
          <p:cNvPr id="7172"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r>
              <a:rPr lang="fr-FR" smtClean="0"/>
              <a:t>1-  TANT DE PEINES</a:t>
            </a:r>
          </a:p>
          <a:p>
            <a:r>
              <a:rPr lang="fr-FR" smtClean="0"/>
              <a:t>2-  JE ME DEMANDE SI JE POURRAI M’EN SORTIR </a:t>
            </a:r>
          </a:p>
          <a:p>
            <a:endParaRPr lang="fr-FR" smtClean="0"/>
          </a:p>
          <a:p>
            <a:r>
              <a:rPr lang="fr-FR" smtClean="0"/>
              <a:t>3-  JE ME DEMANDE SI MA VIE PEUT VRAIMENT CHANGER</a:t>
            </a:r>
          </a:p>
          <a:p>
            <a:endParaRPr lang="fr-FR" smtClean="0"/>
          </a:p>
          <a:p>
            <a:r>
              <a:rPr lang="fr-FR" smtClean="0"/>
              <a:t>4-  CETTE TERRE SI GRANDE</a:t>
            </a:r>
          </a:p>
          <a:p>
            <a:r>
              <a:rPr lang="fr-FR" smtClean="0"/>
              <a:t>5-  PEUT-ON Y RETROUVER TOUT CE QUI EST PERDU ?</a:t>
            </a:r>
          </a:p>
          <a:p>
            <a:endParaRPr lang="fr-FR" smtClean="0"/>
          </a:p>
          <a:p>
            <a:r>
              <a:rPr lang="fr-FR" smtClean="0"/>
              <a:t>6-  UN JARDIN PEUT-IL POUSSER SUR CE SOL ?</a:t>
            </a:r>
          </a:p>
          <a:p>
            <a:endParaRPr lang="fr-FR" smtClean="0"/>
          </a:p>
          <a:p>
            <a:r>
              <a:rPr lang="fr-FR" smtClean="0"/>
              <a:t>7-  TU FAIS LES CHOSES SI BELLES</a:t>
            </a:r>
          </a:p>
          <a:p>
            <a:r>
              <a:rPr lang="fr-FR" smtClean="0"/>
              <a:t>8-  DE LA POUSSIÈRE TU TIRES DES CHOSES SI BELLES</a:t>
            </a:r>
          </a:p>
          <a:p>
            <a:endParaRPr lang="fr-FR" smtClean="0"/>
          </a:p>
          <a:p>
            <a:r>
              <a:rPr lang="fr-FR" smtClean="0"/>
              <a:t>9-  TU FAIS LES CHOSES SI BELLES</a:t>
            </a:r>
          </a:p>
          <a:p>
            <a:r>
              <a:rPr lang="fr-FR" smtClean="0"/>
              <a:t>10-  DE NOS CŒURS TU TIRES DES CHOSES SI BELLES</a:t>
            </a:r>
          </a:p>
          <a:p>
            <a:endParaRPr lang="fr-FR" smtClean="0"/>
          </a:p>
          <a:p>
            <a:r>
              <a:rPr lang="fr-FR" smtClean="0"/>
              <a:t>11-  TOUT AUTOUR L’ESPOIR FLEURIT SUR CE SOL ARIDE</a:t>
            </a:r>
          </a:p>
          <a:p>
            <a:endParaRPr lang="fr-FR" smtClean="0"/>
          </a:p>
          <a:p>
            <a:r>
              <a:rPr lang="fr-FR" smtClean="0"/>
              <a:t>12-  DANS LE CHAOS, EN TOI NOUS TROUVONS LA VIE</a:t>
            </a:r>
          </a:p>
          <a:p>
            <a:endParaRPr lang="fr-FR" smtClean="0"/>
          </a:p>
          <a:p>
            <a:r>
              <a:rPr lang="fr-FR" smtClean="0"/>
              <a:t>13-  TU FAIS LES CHOSES SI BELLES</a:t>
            </a:r>
          </a:p>
          <a:p>
            <a:r>
              <a:rPr lang="fr-FR" smtClean="0"/>
              <a:t>14-  DE LA POUSSIÈRE TU TIRES DES CHOSES SI BELLES</a:t>
            </a:r>
          </a:p>
          <a:p>
            <a:endParaRPr lang="fr-FR" smtClean="0"/>
          </a:p>
          <a:p>
            <a:r>
              <a:rPr lang="fr-FR" smtClean="0"/>
              <a:t>15-  TU FAIS LES CHOSES SI BELLES</a:t>
            </a:r>
          </a:p>
          <a:p>
            <a:r>
              <a:rPr lang="fr-FR" smtClean="0"/>
              <a:t>16-  DE NOS CŒURS TU TIRES DES CHOSES SI BELLES</a:t>
            </a:r>
          </a:p>
          <a:p>
            <a:endParaRPr lang="fr-FR" smtClean="0"/>
          </a:p>
          <a:p>
            <a:r>
              <a:rPr lang="fr-FR" smtClean="0"/>
              <a:t>17-  UNE VIE NOUVELLE MA VIE DEVIENT NOUVELLE	x2</a:t>
            </a:r>
          </a:p>
          <a:p>
            <a:endParaRPr lang="fr-FR" smtClean="0"/>
          </a:p>
          <a:p>
            <a:r>
              <a:rPr lang="fr-FR" smtClean="0"/>
              <a:t>18-  TU FAIS LES CHOSES SI BELLES</a:t>
            </a:r>
          </a:p>
          <a:p>
            <a:r>
              <a:rPr lang="fr-FR" smtClean="0"/>
              <a:t>19-  DE LA POUSSIÈRE TU TIRES DES CHOSES SI BELLES	x2</a:t>
            </a:r>
          </a:p>
          <a:p>
            <a:endParaRPr lang="fr-FR" smtClean="0"/>
          </a:p>
          <a:p>
            <a:r>
              <a:rPr lang="fr-FR" smtClean="0"/>
              <a:t>20-  TU FAIS LES CHOSES SI BELLES</a:t>
            </a:r>
          </a:p>
          <a:p>
            <a:r>
              <a:rPr lang="fr-FR" smtClean="0"/>
              <a:t>21-  DE NOS CŒURS TU TIRES DES CHOSES SI BELLES	x2</a:t>
            </a:r>
          </a:p>
          <a:p>
            <a:endParaRPr lang="fr-FR" smtClean="0"/>
          </a:p>
          <a:p>
            <a:r>
              <a:rPr lang="fr-FR" smtClean="0"/>
              <a:t>22-  UNE VIE NOUVELLE MA VIE DEVIENT NOUVELLE	x2</a:t>
            </a:r>
          </a:p>
          <a:p>
            <a:endParaRPr lang="fr-FR" smtClean="0"/>
          </a:p>
          <a:p>
            <a:endParaRPr lang="fr-FR" smtClean="0"/>
          </a:p>
          <a:p>
            <a:endParaRPr lang="fr-F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Espace réservé de l'image des diapositives 1"/>
          <p:cNvSpPr>
            <a:spLocks noGrp="1" noRot="1" noChangeAspect="1" noTextEdit="1"/>
          </p:cNvSpPr>
          <p:nvPr>
            <p:ph type="sldImg"/>
          </p:nvPr>
        </p:nvSpPr>
        <p:spPr bwMode="auto">
          <a:noFill/>
          <a:ln>
            <a:solidFill>
              <a:srgbClr val="000000"/>
            </a:solidFill>
            <a:miter lim="800000"/>
            <a:headEnd/>
            <a:tailEnd/>
          </a:ln>
        </p:spPr>
      </p:sp>
      <p:sp>
        <p:nvSpPr>
          <p:cNvPr id="3" name="Espace réservé des commentaires 2"/>
          <p:cNvSpPr>
            <a:spLocks noGrp="1"/>
          </p:cNvSpPr>
          <p:nvPr>
            <p:ph type="body" idx="1"/>
          </p:nvPr>
        </p:nvSpPr>
        <p:spPr/>
        <p:txBody>
          <a:bodyPr>
            <a:normAutofit fontScale="85000" lnSpcReduction="20000"/>
          </a:bodyPr>
          <a:lstStyle/>
          <a:p>
            <a:pPr eaLnBrk="1" fontAlgn="auto" hangingPunct="1">
              <a:spcBef>
                <a:spcPts val="0"/>
              </a:spcBef>
              <a:spcAft>
                <a:spcPts val="0"/>
              </a:spcAft>
              <a:defRPr/>
            </a:pPr>
            <a:r>
              <a:rPr lang="fr-FR" smtClean="0"/>
              <a:t>1-  TANT DE PEINES</a:t>
            </a:r>
          </a:p>
          <a:p>
            <a:pPr eaLnBrk="1" fontAlgn="auto" hangingPunct="1">
              <a:spcBef>
                <a:spcPts val="0"/>
              </a:spcBef>
              <a:spcAft>
                <a:spcPts val="0"/>
              </a:spcAft>
              <a:defRPr/>
            </a:pPr>
            <a:r>
              <a:rPr lang="fr-FR" smtClean="0"/>
              <a:t>2-  JE ME DEMANDE SI JE POURRAI M’EN SORTIR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3-  JE ME DEMANDE SI MA VIE PEUT VRAIMENT CHANGER</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4-  CETTE TERRE SI GRANDE</a:t>
            </a:r>
          </a:p>
          <a:p>
            <a:pPr eaLnBrk="1" fontAlgn="auto" hangingPunct="1">
              <a:spcBef>
                <a:spcPts val="0"/>
              </a:spcBef>
              <a:spcAft>
                <a:spcPts val="0"/>
              </a:spcAft>
              <a:defRPr/>
            </a:pPr>
            <a:r>
              <a:rPr lang="fr-FR" smtClean="0"/>
              <a:t>5-  PEUT-ON Y RETROUVER TOUT CE QUI EST PERDU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6-  UN JARDIN PEUT-IL POUSSER SUR CE SOL ?</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7-  TU FAIS LES CHOSES SI BELLES</a:t>
            </a:r>
          </a:p>
          <a:p>
            <a:pPr eaLnBrk="1" fontAlgn="auto" hangingPunct="1">
              <a:spcBef>
                <a:spcPts val="0"/>
              </a:spcBef>
              <a:spcAft>
                <a:spcPts val="0"/>
              </a:spcAft>
              <a:defRPr/>
            </a:pPr>
            <a:r>
              <a:rPr lang="fr-FR" smtClean="0"/>
              <a:t>8-  DE LA POUSSIÈRE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9-  TU FAIS LES CHOSES SI BELLES</a:t>
            </a:r>
          </a:p>
          <a:p>
            <a:pPr eaLnBrk="1" fontAlgn="auto" hangingPunct="1">
              <a:spcBef>
                <a:spcPts val="0"/>
              </a:spcBef>
              <a:spcAft>
                <a:spcPts val="0"/>
              </a:spcAft>
              <a:defRPr/>
            </a:pPr>
            <a:r>
              <a:rPr lang="fr-FR" smtClean="0"/>
              <a:t>10-  DE NOS CŒURS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11-  TOUT AUTOUR L’ESPOIR FLEURIT SUR CE SOL ARIDE</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12-  DANS LE CHAOS, EN TOI NOUS TROUVONS LA VIE</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13-  TU FAIS LES CHOSES SI BELLES</a:t>
            </a:r>
          </a:p>
          <a:p>
            <a:pPr eaLnBrk="1" fontAlgn="auto" hangingPunct="1">
              <a:spcBef>
                <a:spcPts val="0"/>
              </a:spcBef>
              <a:spcAft>
                <a:spcPts val="0"/>
              </a:spcAft>
              <a:defRPr/>
            </a:pPr>
            <a:r>
              <a:rPr lang="fr-FR" smtClean="0"/>
              <a:t>14-  DE LA POUSSIÈRE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15-  TU FAIS LES CHOSES SI BELLES</a:t>
            </a:r>
          </a:p>
          <a:p>
            <a:pPr eaLnBrk="1" fontAlgn="auto" hangingPunct="1">
              <a:spcBef>
                <a:spcPts val="0"/>
              </a:spcBef>
              <a:spcAft>
                <a:spcPts val="0"/>
              </a:spcAft>
              <a:defRPr/>
            </a:pPr>
            <a:r>
              <a:rPr lang="fr-FR" smtClean="0"/>
              <a:t>16-  DE NOS CŒURS TU TIRES DES CHOSES SI BELLES</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17-  UNE VIE NOUVELLE MA VIE DEVIENT NOUVELLE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18-  TU FAIS LES CHOSES SI BELLES</a:t>
            </a:r>
          </a:p>
          <a:p>
            <a:pPr eaLnBrk="1" fontAlgn="auto" hangingPunct="1">
              <a:spcBef>
                <a:spcPts val="0"/>
              </a:spcBef>
              <a:spcAft>
                <a:spcPts val="0"/>
              </a:spcAft>
              <a:defRPr/>
            </a:pPr>
            <a:r>
              <a:rPr lang="fr-FR" smtClean="0"/>
              <a:t>19-  DE LA POUSSIÈRE TU TIRES DES CHOSES SI BELLES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20-  TU FAIS LES CHOSES SI BELLES</a:t>
            </a:r>
          </a:p>
          <a:p>
            <a:pPr eaLnBrk="1" fontAlgn="auto" hangingPunct="1">
              <a:spcBef>
                <a:spcPts val="0"/>
              </a:spcBef>
              <a:spcAft>
                <a:spcPts val="0"/>
              </a:spcAft>
              <a:defRPr/>
            </a:pPr>
            <a:r>
              <a:rPr lang="fr-FR" smtClean="0"/>
              <a:t>21-  DE NOS CŒURS TU TIRES DES CHOSES SI BELLES	x2</a:t>
            </a:r>
          </a:p>
          <a:p>
            <a:pPr eaLnBrk="1" fontAlgn="auto" hangingPunct="1">
              <a:spcBef>
                <a:spcPts val="0"/>
              </a:spcBef>
              <a:spcAft>
                <a:spcPts val="0"/>
              </a:spcAft>
              <a:defRPr/>
            </a:pPr>
            <a:endParaRPr lang="fr-FR" smtClean="0"/>
          </a:p>
          <a:p>
            <a:pPr eaLnBrk="1" fontAlgn="auto" hangingPunct="1">
              <a:spcBef>
                <a:spcPts val="0"/>
              </a:spcBef>
              <a:spcAft>
                <a:spcPts val="0"/>
              </a:spcAft>
              <a:defRPr/>
            </a:pPr>
            <a:r>
              <a:rPr lang="fr-FR" smtClean="0"/>
              <a:t>22-  UNE VIE NOUVELLE MA VIE DEVIENT NOUVELLE	x2</a:t>
            </a:r>
          </a:p>
          <a:p>
            <a:pPr eaLnBrk="1" fontAlgn="auto" hangingPunct="1">
              <a:spcBef>
                <a:spcPts val="0"/>
              </a:spcBef>
              <a:spcAft>
                <a:spcPts val="0"/>
              </a:spcAft>
              <a:defRPr/>
            </a:pPr>
            <a:endParaRPr lang="fr-FR" smtClean="0"/>
          </a:p>
          <a:p>
            <a:pPr eaLnBrk="1" fontAlgn="auto" hangingPunct="1">
              <a:spcBef>
                <a:spcPts val="0"/>
              </a:spcBef>
              <a:spcAft>
                <a:spcPts val="0"/>
              </a:spcAft>
              <a:defRPr/>
            </a:pPr>
            <a:endParaRPr lang="fr-FR" smtClean="0"/>
          </a:p>
          <a:p>
            <a:pPr eaLnBrk="1" fontAlgn="auto" hangingPunct="1">
              <a:spcBef>
                <a:spcPts val="0"/>
              </a:spcBef>
              <a:spcAft>
                <a:spcPts val="0"/>
              </a:spcAft>
              <a:defRPr/>
            </a:pPr>
            <a:endParaRPr lang="fr-FR" dirty="0" smtClean="0"/>
          </a:p>
        </p:txBody>
      </p:sp>
      <p:sp>
        <p:nvSpPr>
          <p:cNvPr id="8196" name="Espace réservé du numéro de diapositive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r>
              <a:rPr lang="fr-FR" smtClean="0"/>
              <a:t>1-  TANT DE PEINES</a:t>
            </a:r>
          </a:p>
          <a:p>
            <a:r>
              <a:rPr lang="fr-FR" smtClean="0"/>
              <a:t>2-  JE ME DEMANDE SI JE POURRAI M’EN SORTIR </a:t>
            </a:r>
          </a:p>
          <a:p>
            <a:endParaRPr lang="fr-FR" smtClean="0"/>
          </a:p>
          <a:p>
            <a:r>
              <a:rPr lang="fr-FR" smtClean="0"/>
              <a:t>3-  JE ME DEMANDE SI MA VIE PEUT VRAIMENT CHANGER</a:t>
            </a:r>
          </a:p>
          <a:p>
            <a:endParaRPr lang="fr-FR" smtClean="0"/>
          </a:p>
          <a:p>
            <a:r>
              <a:rPr lang="fr-FR" smtClean="0"/>
              <a:t>4-  CETTE TERRE SI GRANDE</a:t>
            </a:r>
          </a:p>
          <a:p>
            <a:r>
              <a:rPr lang="fr-FR" smtClean="0"/>
              <a:t>5-  PEUT-ON Y RETROUVER TOUT CE QUI EST PERDU ?</a:t>
            </a:r>
          </a:p>
          <a:p>
            <a:endParaRPr lang="fr-FR" smtClean="0"/>
          </a:p>
          <a:p>
            <a:r>
              <a:rPr lang="fr-FR" smtClean="0"/>
              <a:t>6-  UN JARDIN PEUT-IL POUSSER SUR CE SOL ?</a:t>
            </a:r>
          </a:p>
          <a:p>
            <a:endParaRPr lang="fr-FR" smtClean="0"/>
          </a:p>
          <a:p>
            <a:r>
              <a:rPr lang="fr-FR" smtClean="0"/>
              <a:t>7-  TU FAIS LES CHOSES SI BELLES</a:t>
            </a:r>
          </a:p>
          <a:p>
            <a:r>
              <a:rPr lang="fr-FR" smtClean="0"/>
              <a:t>8-  DE LA POUSSIÈRE TU TIRES DES CHOSES SI BELLES</a:t>
            </a:r>
          </a:p>
          <a:p>
            <a:endParaRPr lang="fr-FR" smtClean="0"/>
          </a:p>
          <a:p>
            <a:r>
              <a:rPr lang="fr-FR" smtClean="0"/>
              <a:t>9-  TU FAIS LES CHOSES SI BELLES</a:t>
            </a:r>
          </a:p>
          <a:p>
            <a:r>
              <a:rPr lang="fr-FR" smtClean="0"/>
              <a:t>10-  DE NOS CŒURS TU TIRES DES CHOSES SI BELLES</a:t>
            </a:r>
          </a:p>
          <a:p>
            <a:endParaRPr lang="fr-FR" smtClean="0"/>
          </a:p>
          <a:p>
            <a:r>
              <a:rPr lang="fr-FR" smtClean="0"/>
              <a:t>11-  TOUT AUTOUR L’ESPOIR FLEURIT SUR CE SOL ARIDE</a:t>
            </a:r>
          </a:p>
          <a:p>
            <a:endParaRPr lang="fr-FR" smtClean="0"/>
          </a:p>
          <a:p>
            <a:r>
              <a:rPr lang="fr-FR" smtClean="0"/>
              <a:t>12-  DANS LE CHAOS, EN TOI NOUS TROUVONS LA VIE</a:t>
            </a:r>
          </a:p>
          <a:p>
            <a:endParaRPr lang="fr-FR" smtClean="0"/>
          </a:p>
          <a:p>
            <a:r>
              <a:rPr lang="fr-FR" smtClean="0"/>
              <a:t>13-  TU FAIS LES CHOSES SI BELLES</a:t>
            </a:r>
          </a:p>
          <a:p>
            <a:r>
              <a:rPr lang="fr-FR" smtClean="0"/>
              <a:t>14-  DE LA POUSSIÈRE TU TIRES DES CHOSES SI BELLES</a:t>
            </a:r>
          </a:p>
          <a:p>
            <a:endParaRPr lang="fr-FR" smtClean="0"/>
          </a:p>
          <a:p>
            <a:r>
              <a:rPr lang="fr-FR" smtClean="0"/>
              <a:t>15-  TU FAIS LES CHOSES SI BELLES</a:t>
            </a:r>
          </a:p>
          <a:p>
            <a:r>
              <a:rPr lang="fr-FR" smtClean="0"/>
              <a:t>16-  DE NOS CŒURS TU TIRES DES CHOSES SI BELLES</a:t>
            </a:r>
          </a:p>
          <a:p>
            <a:endParaRPr lang="fr-FR" smtClean="0"/>
          </a:p>
          <a:p>
            <a:r>
              <a:rPr lang="fr-FR" smtClean="0"/>
              <a:t>17-  UNE VIE NOUVELLE MA VIE DEVIENT NOUVELLE	x2</a:t>
            </a:r>
          </a:p>
          <a:p>
            <a:endParaRPr lang="fr-FR" smtClean="0"/>
          </a:p>
          <a:p>
            <a:r>
              <a:rPr lang="fr-FR" smtClean="0"/>
              <a:t>18-  TU FAIS LES CHOSES SI BELLES</a:t>
            </a:r>
          </a:p>
          <a:p>
            <a:r>
              <a:rPr lang="fr-FR" smtClean="0"/>
              <a:t>19-  DE LA POUSSIÈRE TU TIRES DES CHOSES SI BELLES	x2</a:t>
            </a:r>
          </a:p>
          <a:p>
            <a:endParaRPr lang="fr-FR" smtClean="0"/>
          </a:p>
          <a:p>
            <a:r>
              <a:rPr lang="fr-FR" smtClean="0"/>
              <a:t>20-  TU FAIS LES CHOSES SI BELLES</a:t>
            </a:r>
          </a:p>
          <a:p>
            <a:r>
              <a:rPr lang="fr-FR" smtClean="0"/>
              <a:t>21-  DE NOS CŒURS TU TIRES DES CHOSES SI BELLES	x2</a:t>
            </a:r>
          </a:p>
          <a:p>
            <a:endParaRPr lang="fr-FR" smtClean="0"/>
          </a:p>
          <a:p>
            <a:r>
              <a:rPr lang="fr-FR" smtClean="0"/>
              <a:t>22-  UNE VIE NOUVELLE MA VIE DEVIENT NOUVELLE	x2</a:t>
            </a:r>
          </a:p>
          <a:p>
            <a:endParaRPr lang="fr-FR" smtClean="0"/>
          </a:p>
          <a:p>
            <a:endParaRPr lang="fr-FR" smtClean="0"/>
          </a:p>
          <a:p>
            <a:endParaRPr lang="fr-F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31A1AB0-686A-4292-B2D4-78F346FB3E82}"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D34BEC0-1B98-4C85-8BD1-516E1E8C3426}"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3A74207-EA0D-44F4-A1EC-93CB8E907043}"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BE79F1AD-C6EF-49F5-981E-AFD7CC55803B}"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E91B1781-C933-4E05-8001-5E7AD78B5263}"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7B2B9A71-E971-468F-B6DE-79E3F573BCCC}"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F5AAF504-E72C-4349-8E41-CB7FFF62C198}"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0DB94846-7CA6-4AE0-82BB-3280D2BA67EE}"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8BB6CE65-54F4-44DC-9843-663F909AA1C4}"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72262F6A-812D-43C4-B4BF-3B40437AF917}"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15100" y="609600"/>
            <a:ext cx="1943100" cy="5486400"/>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85800" y="609600"/>
            <a:ext cx="5676900" cy="5486400"/>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91502D2-075A-40DA-8636-6F1E3003A436}"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Franklin Gothic Medium" pitchFamily="34" charset="0"/>
              </a:defRPr>
            </a:lvl1pPr>
          </a:lstStyle>
          <a:p>
            <a:pPr>
              <a:defRPr/>
            </a:pPr>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Franklin Gothic Medium" pitchFamily="34" charset="0"/>
              </a:defRPr>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Franklin Gothic Medium" pitchFamily="34" charset="0"/>
              </a:defRPr>
            </a:lvl1pPr>
          </a:lstStyle>
          <a:p>
            <a:pPr>
              <a:defRPr/>
            </a:pPr>
            <a:fld id="{61A1E341-1619-4577-93BD-3E3AE932AB3F}"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Franklin Gothic Medium" pitchFamily="34" charset="0"/>
        </a:defRPr>
      </a:lvl2pPr>
      <a:lvl3pPr algn="ctr" rtl="0" eaLnBrk="0" fontAlgn="base" hangingPunct="0">
        <a:spcBef>
          <a:spcPct val="0"/>
        </a:spcBef>
        <a:spcAft>
          <a:spcPct val="0"/>
        </a:spcAft>
        <a:defRPr sz="4400">
          <a:solidFill>
            <a:schemeClr val="tx2"/>
          </a:solidFill>
          <a:latin typeface="Franklin Gothic Medium" pitchFamily="34" charset="0"/>
        </a:defRPr>
      </a:lvl3pPr>
      <a:lvl4pPr algn="ctr" rtl="0" eaLnBrk="0" fontAlgn="base" hangingPunct="0">
        <a:spcBef>
          <a:spcPct val="0"/>
        </a:spcBef>
        <a:spcAft>
          <a:spcPct val="0"/>
        </a:spcAft>
        <a:defRPr sz="4400">
          <a:solidFill>
            <a:schemeClr val="tx2"/>
          </a:solidFill>
          <a:latin typeface="Franklin Gothic Medium" pitchFamily="34" charset="0"/>
        </a:defRPr>
      </a:lvl4pPr>
      <a:lvl5pPr algn="ctr" rtl="0" eaLnBrk="0" fontAlgn="base" hangingPunct="0">
        <a:spcBef>
          <a:spcPct val="0"/>
        </a:spcBef>
        <a:spcAft>
          <a:spcPct val="0"/>
        </a:spcAft>
        <a:defRPr sz="4400">
          <a:solidFill>
            <a:schemeClr val="tx2"/>
          </a:solidFill>
          <a:latin typeface="Franklin Gothic Medium" pitchFamily="34" charset="0"/>
        </a:defRPr>
      </a:lvl5pPr>
      <a:lvl6pPr marL="457200" algn="ctr" rtl="0" fontAlgn="base">
        <a:spcBef>
          <a:spcPct val="0"/>
        </a:spcBef>
        <a:spcAft>
          <a:spcPct val="0"/>
        </a:spcAft>
        <a:defRPr sz="4400">
          <a:solidFill>
            <a:schemeClr val="tx2"/>
          </a:solidFill>
          <a:latin typeface="Franklin Gothic Medium" pitchFamily="34" charset="0"/>
        </a:defRPr>
      </a:lvl6pPr>
      <a:lvl7pPr marL="914400" algn="ctr" rtl="0" fontAlgn="base">
        <a:spcBef>
          <a:spcPct val="0"/>
        </a:spcBef>
        <a:spcAft>
          <a:spcPct val="0"/>
        </a:spcAft>
        <a:defRPr sz="4400">
          <a:solidFill>
            <a:schemeClr val="tx2"/>
          </a:solidFill>
          <a:latin typeface="Franklin Gothic Medium" pitchFamily="34" charset="0"/>
        </a:defRPr>
      </a:lvl7pPr>
      <a:lvl8pPr marL="1371600" algn="ctr" rtl="0" fontAlgn="base">
        <a:spcBef>
          <a:spcPct val="0"/>
        </a:spcBef>
        <a:spcAft>
          <a:spcPct val="0"/>
        </a:spcAft>
        <a:defRPr sz="4400">
          <a:solidFill>
            <a:schemeClr val="tx2"/>
          </a:solidFill>
          <a:latin typeface="Franklin Gothic Medium" pitchFamily="34" charset="0"/>
        </a:defRPr>
      </a:lvl8pPr>
      <a:lvl9pPr marL="1828800" algn="ctr" rtl="0" fontAlgn="base">
        <a:spcBef>
          <a:spcPct val="0"/>
        </a:spcBef>
        <a:spcAft>
          <a:spcPct val="0"/>
        </a:spcAft>
        <a:defRPr sz="4400">
          <a:solidFill>
            <a:schemeClr val="tx2"/>
          </a:solidFill>
          <a:latin typeface="Franklin Gothic Medium"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re 3"/>
          <p:cNvSpPr>
            <a:spLocks noGrp="1"/>
          </p:cNvSpPr>
          <p:nvPr>
            <p:ph type="title" idx="4294967295"/>
          </p:nvPr>
        </p:nvSpPr>
        <p:spPr>
          <a:xfrm>
            <a:off x="0" y="0"/>
            <a:ext cx="9144000" cy="6858000"/>
          </a:xfrm>
        </p:spPr>
        <p:txBody>
          <a:bodyPr/>
          <a:lstStyle/>
          <a:p>
            <a:r>
              <a:rPr lang="fr-FR" sz="2600" smtClean="0">
                <a:solidFill>
                  <a:schemeClr val="bg1"/>
                </a:solidFill>
                <a:latin typeface="Arial Black" pitchFamily="34" charset="0"/>
              </a:rPr>
              <a:t>TANT DE PEINES</a:t>
            </a:r>
            <a:br>
              <a:rPr lang="fr-FR" sz="2600" smtClean="0">
                <a:solidFill>
                  <a:schemeClr val="bg1"/>
                </a:solidFill>
                <a:latin typeface="Arial Black" pitchFamily="34" charset="0"/>
              </a:rPr>
            </a:br>
            <a:r>
              <a:rPr lang="fr-FR" sz="2600" smtClean="0">
                <a:solidFill>
                  <a:schemeClr val="bg1"/>
                </a:solidFill>
                <a:latin typeface="Arial Black" pitchFamily="34" charset="0"/>
              </a:rPr>
              <a:t>JE ME DEMANDE SI JE POURRAI M’EN SORTIR </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JE ME DEMANDE SI MA VIE PEUT VRAIMENT CHANGER</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CETTE TERRE SI GRANDE</a:t>
            </a:r>
            <a:br>
              <a:rPr lang="fr-FR" sz="2600" smtClean="0">
                <a:solidFill>
                  <a:schemeClr val="bg1"/>
                </a:solidFill>
                <a:latin typeface="Arial Black" pitchFamily="34" charset="0"/>
              </a:rPr>
            </a:br>
            <a:r>
              <a:rPr lang="fr-FR" sz="2600" smtClean="0">
                <a:solidFill>
                  <a:schemeClr val="bg1"/>
                </a:solidFill>
                <a:latin typeface="Arial Black" pitchFamily="34" charset="0"/>
              </a:rPr>
              <a:t>PEUT-ON Y RETROUVER</a:t>
            </a:r>
            <a:br>
              <a:rPr lang="fr-FR" sz="2600" smtClean="0">
                <a:solidFill>
                  <a:schemeClr val="bg1"/>
                </a:solidFill>
                <a:latin typeface="Arial Black" pitchFamily="34" charset="0"/>
              </a:rPr>
            </a:br>
            <a:r>
              <a:rPr lang="fr-FR" sz="2600" smtClean="0">
                <a:solidFill>
                  <a:schemeClr val="bg1"/>
                </a:solidFill>
                <a:latin typeface="Arial Black" pitchFamily="34" charset="0"/>
              </a:rPr>
              <a:t>TOUT CE QUI EST PERDU ?</a:t>
            </a:r>
            <a:br>
              <a:rPr lang="fr-FR" sz="2600" smtClean="0">
                <a:solidFill>
                  <a:schemeClr val="bg1"/>
                </a:solidFill>
                <a:latin typeface="Arial Black" pitchFamily="34" charset="0"/>
              </a:rPr>
            </a:br>
            <a:r>
              <a:rPr lang="fr-FR" sz="1000" smtClean="0">
                <a:solidFill>
                  <a:schemeClr val="bg1"/>
                </a:solidFill>
                <a:latin typeface="Arial Black" pitchFamily="34" charset="0"/>
              </a:rPr>
              <a:t>    </a:t>
            </a:r>
            <a:br>
              <a:rPr lang="fr-FR" sz="1000" smtClean="0">
                <a:solidFill>
                  <a:schemeClr val="bg1"/>
                </a:solidFill>
                <a:latin typeface="Arial Black" pitchFamily="34" charset="0"/>
              </a:rPr>
            </a:br>
            <a:r>
              <a:rPr lang="fr-FR" sz="2600" smtClean="0">
                <a:solidFill>
                  <a:schemeClr val="bg1"/>
                </a:solidFill>
                <a:latin typeface="Arial Black" pitchFamily="34" charset="0"/>
              </a:rPr>
              <a:t>UN JARDIN PEUT-IL POUSSER SUR CE SOL ?</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TU FAIS LES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DE LA POUSSIÈRE,</a:t>
            </a:r>
            <a:br>
              <a:rPr lang="fr-FR" sz="2600" smtClean="0">
                <a:solidFill>
                  <a:schemeClr val="bg1"/>
                </a:solidFill>
                <a:latin typeface="Arial Black" pitchFamily="34" charset="0"/>
              </a:rPr>
            </a:br>
            <a:r>
              <a:rPr lang="fr-FR" sz="2600" smtClean="0">
                <a:solidFill>
                  <a:schemeClr val="bg1"/>
                </a:solidFill>
                <a:latin typeface="Arial Black" pitchFamily="34" charset="0"/>
              </a:rPr>
              <a:t>TU TIRES DES CHOSES SI BELLES</a:t>
            </a:r>
            <a:br>
              <a:rPr lang="fr-FR" sz="2600" smtClean="0">
                <a:solidFill>
                  <a:schemeClr val="bg1"/>
                </a:solidFill>
                <a:latin typeface="Arial Black" pitchFamily="34" charset="0"/>
              </a:rPr>
            </a:br>
            <a:r>
              <a:rPr lang="fr-FR" sz="1000" smtClean="0">
                <a:solidFill>
                  <a:schemeClr val="bg1"/>
                </a:solidFill>
                <a:latin typeface="Arial Black" pitchFamily="34" charset="0"/>
              </a:rPr>
              <a:t/>
            </a:r>
            <a:br>
              <a:rPr lang="fr-FR" sz="1000" smtClean="0">
                <a:solidFill>
                  <a:schemeClr val="bg1"/>
                </a:solidFill>
                <a:latin typeface="Arial Black" pitchFamily="34" charset="0"/>
              </a:rPr>
            </a:br>
            <a:r>
              <a:rPr lang="fr-FR" sz="2600" smtClean="0">
                <a:solidFill>
                  <a:schemeClr val="bg1"/>
                </a:solidFill>
                <a:latin typeface="Arial Black" pitchFamily="34" charset="0"/>
              </a:rPr>
              <a:t> TU FAIS LES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DE NOS CŒURS</a:t>
            </a:r>
            <a:br>
              <a:rPr lang="fr-FR" sz="2600" smtClean="0">
                <a:solidFill>
                  <a:schemeClr val="bg1"/>
                </a:solidFill>
                <a:latin typeface="Arial Black" pitchFamily="34" charset="0"/>
              </a:rPr>
            </a:br>
            <a:r>
              <a:rPr lang="fr-FR" sz="2600" smtClean="0">
                <a:solidFill>
                  <a:schemeClr val="bg1"/>
                </a:solidFill>
                <a:latin typeface="Arial Black" pitchFamily="34" charset="0"/>
              </a:rPr>
              <a:t>TU TIRES DES CHOSES SI BELLES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3"/>
          <p:cNvSpPr>
            <a:spLocks noGrp="1"/>
          </p:cNvSpPr>
          <p:nvPr>
            <p:ph type="title" idx="4294967295"/>
          </p:nvPr>
        </p:nvSpPr>
        <p:spPr>
          <a:xfrm>
            <a:off x="0" y="0"/>
            <a:ext cx="9144000" cy="6858000"/>
          </a:xfrm>
        </p:spPr>
        <p:txBody>
          <a:bodyPr/>
          <a:lstStyle/>
          <a:p>
            <a:r>
              <a:rPr lang="fr-FR" sz="2600" smtClean="0">
                <a:solidFill>
                  <a:schemeClr val="bg1"/>
                </a:solidFill>
                <a:latin typeface="Arial Black" pitchFamily="34" charset="0"/>
              </a:rPr>
              <a:t>TOUT AUTOUR</a:t>
            </a:r>
            <a:br>
              <a:rPr lang="fr-FR" sz="2600" smtClean="0">
                <a:solidFill>
                  <a:schemeClr val="bg1"/>
                </a:solidFill>
                <a:latin typeface="Arial Black" pitchFamily="34" charset="0"/>
              </a:rPr>
            </a:br>
            <a:r>
              <a:rPr lang="fr-FR" sz="2600" smtClean="0">
                <a:solidFill>
                  <a:schemeClr val="bg1"/>
                </a:solidFill>
                <a:latin typeface="Arial Black" pitchFamily="34" charset="0"/>
              </a:rPr>
              <a:t>L’ESPOIR FLEURIT SUR CE SOL ARIDE</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DANS LE CHAOS, EN TOI</a:t>
            </a:r>
            <a:br>
              <a:rPr lang="fr-FR" sz="2600" smtClean="0">
                <a:solidFill>
                  <a:schemeClr val="bg1"/>
                </a:solidFill>
                <a:latin typeface="Arial Black" pitchFamily="34" charset="0"/>
              </a:rPr>
            </a:br>
            <a:r>
              <a:rPr lang="fr-FR" sz="2600" smtClean="0">
                <a:solidFill>
                  <a:schemeClr val="bg1"/>
                </a:solidFill>
                <a:latin typeface="Arial Black" pitchFamily="34" charset="0"/>
              </a:rPr>
              <a:t>NOUS TROUVONS LA VIE</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TU FAIS LES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DE LA POUSSIÈRE</a:t>
            </a:r>
            <a:br>
              <a:rPr lang="fr-FR" sz="2600" smtClean="0">
                <a:solidFill>
                  <a:schemeClr val="bg1"/>
                </a:solidFill>
                <a:latin typeface="Arial Black" pitchFamily="34" charset="0"/>
              </a:rPr>
            </a:br>
            <a:r>
              <a:rPr lang="fr-FR" sz="2600" smtClean="0">
                <a:solidFill>
                  <a:schemeClr val="bg1"/>
                </a:solidFill>
                <a:latin typeface="Arial Black" pitchFamily="34" charset="0"/>
              </a:rPr>
              <a:t>TU TIRES DES CHOSES SI BELLES</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TU FAIS LES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DE NOS CŒURS</a:t>
            </a:r>
            <a:br>
              <a:rPr lang="fr-FR" sz="2600" smtClean="0">
                <a:solidFill>
                  <a:schemeClr val="bg1"/>
                </a:solidFill>
                <a:latin typeface="Arial Black" pitchFamily="34" charset="0"/>
              </a:rPr>
            </a:br>
            <a:r>
              <a:rPr lang="fr-FR" sz="2600" smtClean="0">
                <a:solidFill>
                  <a:schemeClr val="bg1"/>
                </a:solidFill>
                <a:latin typeface="Arial Black" pitchFamily="34" charset="0"/>
              </a:rPr>
              <a:t>TU TIRES DES CHOSES SI BELLES</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UNE VIE NOUVELLE</a:t>
            </a:r>
            <a:br>
              <a:rPr lang="fr-FR" sz="2600" smtClean="0">
                <a:solidFill>
                  <a:schemeClr val="bg1"/>
                </a:solidFill>
                <a:latin typeface="Arial Black" pitchFamily="34" charset="0"/>
              </a:rPr>
            </a:br>
            <a:r>
              <a:rPr lang="fr-FR" sz="2600" smtClean="0">
                <a:solidFill>
                  <a:schemeClr val="bg1"/>
                </a:solidFill>
                <a:latin typeface="Arial Black" pitchFamily="34" charset="0"/>
              </a:rPr>
              <a:t>MA VIE DEVIENT NOUVELLE</a:t>
            </a:r>
            <a:br>
              <a:rPr lang="fr-FR" sz="2600" smtClean="0">
                <a:solidFill>
                  <a:schemeClr val="bg1"/>
                </a:solidFill>
                <a:latin typeface="Arial Black" pitchFamily="34" charset="0"/>
              </a:rPr>
            </a:br>
            <a:r>
              <a:rPr lang="fr-FR" sz="1000" smtClean="0">
                <a:solidFill>
                  <a:schemeClr val="bg1"/>
                </a:solidFill>
                <a:latin typeface="Arial Black" pitchFamily="34" charset="0"/>
              </a:rPr>
              <a:t> </a:t>
            </a:r>
            <a:r>
              <a:rPr lang="fr-FR" sz="2600" smtClean="0">
                <a:solidFill>
                  <a:schemeClr val="bg1"/>
                </a:solidFill>
                <a:latin typeface="Arial Black" pitchFamily="34" charset="0"/>
              </a:rPr>
              <a:t/>
            </a:r>
            <a:br>
              <a:rPr lang="fr-FR" sz="2600" smtClean="0">
                <a:solidFill>
                  <a:schemeClr val="bg1"/>
                </a:solidFill>
                <a:latin typeface="Arial Black" pitchFamily="34" charset="0"/>
              </a:rPr>
            </a:br>
            <a:r>
              <a:rPr lang="fr-FR" sz="2600" smtClean="0">
                <a:solidFill>
                  <a:schemeClr val="bg1"/>
                </a:solidFill>
                <a:latin typeface="Arial Black" pitchFamily="34" charset="0"/>
              </a:rPr>
              <a:t>UNE VIE NOUVELLE</a:t>
            </a:r>
            <a:br>
              <a:rPr lang="fr-FR" sz="2600" smtClean="0">
                <a:solidFill>
                  <a:schemeClr val="bg1"/>
                </a:solidFill>
                <a:latin typeface="Arial Black" pitchFamily="34" charset="0"/>
              </a:rPr>
            </a:br>
            <a:r>
              <a:rPr lang="fr-FR" sz="2600" smtClean="0">
                <a:solidFill>
                  <a:schemeClr val="bg1"/>
                </a:solidFill>
                <a:latin typeface="Arial Black" pitchFamily="34" charset="0"/>
              </a:rPr>
              <a:t>MA VIE DEVIENT NOUVELLE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re 3"/>
          <p:cNvSpPr>
            <a:spLocks noGrp="1"/>
          </p:cNvSpPr>
          <p:nvPr>
            <p:ph type="title" idx="4294967295"/>
          </p:nvPr>
        </p:nvSpPr>
        <p:spPr>
          <a:xfrm>
            <a:off x="0" y="0"/>
            <a:ext cx="9144000" cy="6858000"/>
          </a:xfrm>
        </p:spPr>
        <p:txBody>
          <a:bodyPr/>
          <a:lstStyle/>
          <a:p>
            <a:r>
              <a:rPr lang="fr-FR" sz="2600" smtClean="0">
                <a:solidFill>
                  <a:schemeClr val="bg1"/>
                </a:solidFill>
                <a:latin typeface="Arial Black" pitchFamily="34" charset="0"/>
              </a:rPr>
              <a:t>TU FAIS LES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DE LA POUSSIÈRE</a:t>
            </a:r>
            <a:br>
              <a:rPr lang="fr-FR" sz="2600" smtClean="0">
                <a:solidFill>
                  <a:schemeClr val="bg1"/>
                </a:solidFill>
                <a:latin typeface="Arial Black" pitchFamily="34" charset="0"/>
              </a:rPr>
            </a:br>
            <a:r>
              <a:rPr lang="fr-FR" sz="2600" smtClean="0">
                <a:solidFill>
                  <a:schemeClr val="bg1"/>
                </a:solidFill>
                <a:latin typeface="Arial Black" pitchFamily="34" charset="0"/>
              </a:rPr>
              <a:t>TU TIRES DES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 </a:t>
            </a:r>
            <a:br>
              <a:rPr lang="fr-FR" sz="2600" smtClean="0">
                <a:solidFill>
                  <a:schemeClr val="bg1"/>
                </a:solidFill>
                <a:latin typeface="Arial Black" pitchFamily="34" charset="0"/>
              </a:rPr>
            </a:br>
            <a:r>
              <a:rPr lang="fr-FR" sz="2600" smtClean="0">
                <a:solidFill>
                  <a:schemeClr val="bg1"/>
                </a:solidFill>
                <a:latin typeface="Arial Black" pitchFamily="34" charset="0"/>
              </a:rPr>
              <a:t>TU FAIS LES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DE NOS CŒURS</a:t>
            </a:r>
            <a:br>
              <a:rPr lang="fr-FR" sz="2600" smtClean="0">
                <a:solidFill>
                  <a:schemeClr val="bg1"/>
                </a:solidFill>
                <a:latin typeface="Arial Black" pitchFamily="34" charset="0"/>
              </a:rPr>
            </a:br>
            <a:r>
              <a:rPr lang="fr-FR" sz="2600" smtClean="0">
                <a:solidFill>
                  <a:schemeClr val="bg1"/>
                </a:solidFill>
                <a:latin typeface="Arial Black" pitchFamily="34" charset="0"/>
              </a:rPr>
              <a:t>TU TIRES DES CHOSES SI BELLES</a:t>
            </a:r>
            <a:br>
              <a:rPr lang="fr-FR" sz="2600" smtClean="0">
                <a:solidFill>
                  <a:schemeClr val="bg1"/>
                </a:solidFill>
                <a:latin typeface="Arial Black" pitchFamily="34" charset="0"/>
              </a:rPr>
            </a:br>
            <a:r>
              <a:rPr lang="fr-FR" sz="2600" smtClean="0">
                <a:solidFill>
                  <a:schemeClr val="bg1"/>
                </a:solidFill>
                <a:latin typeface="Arial Black" pitchFamily="34" charset="0"/>
              </a:rPr>
              <a:t> </a:t>
            </a:r>
            <a:br>
              <a:rPr lang="fr-FR" sz="2600" smtClean="0">
                <a:solidFill>
                  <a:schemeClr val="bg1"/>
                </a:solidFill>
                <a:latin typeface="Arial Black" pitchFamily="34" charset="0"/>
              </a:rPr>
            </a:br>
            <a:r>
              <a:rPr lang="fr-FR" sz="2600" smtClean="0">
                <a:solidFill>
                  <a:schemeClr val="bg1"/>
                </a:solidFill>
                <a:latin typeface="Arial Black" pitchFamily="34" charset="0"/>
              </a:rPr>
              <a:t>UNE VIE NOUVELLE</a:t>
            </a:r>
            <a:br>
              <a:rPr lang="fr-FR" sz="2600" smtClean="0">
                <a:solidFill>
                  <a:schemeClr val="bg1"/>
                </a:solidFill>
                <a:latin typeface="Arial Black" pitchFamily="34" charset="0"/>
              </a:rPr>
            </a:br>
            <a:r>
              <a:rPr lang="fr-FR" sz="2600" smtClean="0">
                <a:solidFill>
                  <a:schemeClr val="bg1"/>
                </a:solidFill>
                <a:latin typeface="Arial Black" pitchFamily="34" charset="0"/>
              </a:rPr>
              <a:t>MA VIE DEVIENT NOUVELLE</a:t>
            </a:r>
            <a:br>
              <a:rPr lang="fr-FR" sz="2600" smtClean="0">
                <a:solidFill>
                  <a:schemeClr val="bg1"/>
                </a:solidFill>
                <a:latin typeface="Arial Black" pitchFamily="34" charset="0"/>
              </a:rPr>
            </a:br>
            <a:r>
              <a:rPr lang="fr-FR" sz="2600" smtClean="0">
                <a:solidFill>
                  <a:schemeClr val="bg1"/>
                </a:solidFill>
                <a:latin typeface="Arial Black" pitchFamily="34" charset="0"/>
              </a:rPr>
              <a:t> </a:t>
            </a:r>
            <a:br>
              <a:rPr lang="fr-FR" sz="2600" smtClean="0">
                <a:solidFill>
                  <a:schemeClr val="bg1"/>
                </a:solidFill>
                <a:latin typeface="Arial Black" pitchFamily="34" charset="0"/>
              </a:rPr>
            </a:br>
            <a:r>
              <a:rPr lang="fr-FR" sz="2600" smtClean="0">
                <a:solidFill>
                  <a:schemeClr val="bg1"/>
                </a:solidFill>
                <a:latin typeface="Arial Black" pitchFamily="34" charset="0"/>
              </a:rPr>
              <a:t>UNE VIE NOUVELLE</a:t>
            </a:r>
            <a:br>
              <a:rPr lang="fr-FR" sz="2600" smtClean="0">
                <a:solidFill>
                  <a:schemeClr val="bg1"/>
                </a:solidFill>
                <a:latin typeface="Arial Black" pitchFamily="34" charset="0"/>
              </a:rPr>
            </a:br>
            <a:r>
              <a:rPr lang="fr-FR" sz="2600" smtClean="0">
                <a:solidFill>
                  <a:schemeClr val="bg1"/>
                </a:solidFill>
                <a:latin typeface="Arial Black" pitchFamily="34" charset="0"/>
              </a:rPr>
              <a:t>MA VIE DEVIENT NOUVELLE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Franklin Gothic Medium"/>
        <a:ea typeface=""/>
        <a:cs typeface=""/>
      </a:majorFont>
      <a:minorFont>
        <a:latin typeface="Franklin Gothic 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681</TotalTime>
  <Words>869</Words>
  <Application>Microsoft PowerPoint</Application>
  <PresentationFormat>On-screen Show (4:3)</PresentationFormat>
  <Paragraphs>219</Paragraphs>
  <Slides>3</Slides>
  <Notes>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vt:i4>
      </vt:variant>
    </vt:vector>
  </HeadingPairs>
  <TitlesOfParts>
    <vt:vector size="8" baseType="lpstr">
      <vt:lpstr>Franklin Gothic Medium</vt:lpstr>
      <vt:lpstr>Arial</vt:lpstr>
      <vt:lpstr>Calibri</vt:lpstr>
      <vt:lpstr>Arial Black</vt:lpstr>
      <vt:lpstr>Default Design</vt:lpstr>
      <vt:lpstr>TANT DE PEINES JE ME DEMANDE SI JE POURRAI M’EN SORTIR      JE ME DEMANDE SI MA VIE PEUT VRAIMENT CHANGER   CETTE TERRE SI GRANDE PEUT-ON Y RETROUVER TOUT CE QUI EST PERDU ?      UN JARDIN PEUT-IL POUSSER SUR CE SOL ?   TU FAIS LES CHOSES SI BELLES DE LA POUSSIÈRE, TU TIRES DES CHOSES SI BELLES   TU FAIS LES CHOSES SI BELLES DE NOS CŒURS TU TIRES DES CHOSES SI BELLES</vt:lpstr>
      <vt:lpstr>TOUT AUTOUR L’ESPOIR FLEURIT SUR CE SOL ARIDE   DANS LE CHAOS, EN TOI NOUS TROUVONS LA VIE   TU FAIS LES CHOSES SI BELLES DE LA POUSSIÈRE TU TIRES DES CHOSES SI BELLES   TU FAIS LES CHOSES SI BELLES DE NOS CŒURS TU TIRES DES CHOSES SI BELLES   UNE VIE NOUVELLE MA VIE DEVIENT NOUVELLE   UNE VIE NOUVELLE MA VIE DEVIENT NOUVELLE</vt:lpstr>
      <vt:lpstr>TU FAIS LES CHOSES SI BELLES DE LA POUSSIÈRE TU TIRES DES CHOSES SI BELLES   TU FAIS LES CHOSES SI BELLES DE NOS CŒURS TU TIRES DES CHOSES SI BELLES   UNE VIE NOUVELLE MA VIE DEVIENT NOUVELLE   UNE VIE NOUVELLE MA VIE DEVIENT NOUVELLE</vt:lpstr>
    </vt:vector>
  </TitlesOfParts>
  <Company>bbx</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bastide</dc:creator>
  <cp:lastModifiedBy>CEC_NT_SE</cp:lastModifiedBy>
  <cp:revision>68</cp:revision>
  <dcterms:created xsi:type="dcterms:W3CDTF">2002-08-17T10:50:50Z</dcterms:created>
  <dcterms:modified xsi:type="dcterms:W3CDTF">2014-04-12T14:19:46Z</dcterms:modified>
</cp:coreProperties>
</file>