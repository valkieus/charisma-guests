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6" r:id="rId11"/>
    <p:sldId id="315" r:id="rId12"/>
    <p:sldId id="317" r:id="rId13"/>
    <p:sldId id="318" r:id="rId14"/>
    <p:sldId id="319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52174" autoAdjust="0"/>
  </p:normalViewPr>
  <p:slideViewPr>
    <p:cSldViewPr>
      <p:cViewPr>
        <p:scale>
          <a:sx n="40" d="100"/>
          <a:sy n="40" d="100"/>
        </p:scale>
        <p:origin x="-58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9F48EE3-F2AF-4BB0-B3C2-947382507E1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8EB8484-AB7A-4F59-B4AE-18C827E1DFD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jealous</a:t>
            </a:r>
            <a:r>
              <a:rPr lang="fr-FR" dirty="0" smtClean="0"/>
              <a:t>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a hurricane 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tree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Bending</a:t>
            </a:r>
            <a:r>
              <a:rPr lang="fr-FR" dirty="0" smtClean="0"/>
              <a:t> </a:t>
            </a:r>
            <a:r>
              <a:rPr lang="fr-FR" dirty="0" err="1" smtClean="0"/>
              <a:t>beneath</a:t>
            </a:r>
            <a:r>
              <a:rPr lang="fr-FR" dirty="0" smtClean="0"/>
              <a:t> the </a:t>
            </a:r>
            <a:r>
              <a:rPr lang="fr-FR" dirty="0" err="1" smtClean="0"/>
              <a:t>weight</a:t>
            </a:r>
            <a:r>
              <a:rPr lang="fr-FR" dirty="0" smtClean="0"/>
              <a:t> of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wind</a:t>
            </a:r>
            <a:r>
              <a:rPr lang="fr-FR" dirty="0" smtClean="0"/>
              <a:t> and </a:t>
            </a:r>
            <a:r>
              <a:rPr lang="fr-FR" dirty="0" err="1" smtClean="0"/>
              <a:t>mercy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all of a </a:t>
            </a:r>
            <a:r>
              <a:rPr lang="fr-FR" dirty="0" err="1" smtClean="0"/>
              <a:t>sudden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unaware</a:t>
            </a:r>
            <a:r>
              <a:rPr lang="fr-FR" dirty="0" smtClean="0"/>
              <a:t> of </a:t>
            </a:r>
            <a:r>
              <a:rPr lang="fr-FR" dirty="0" err="1" smtClean="0"/>
              <a:t>these</a:t>
            </a:r>
            <a:r>
              <a:rPr lang="fr-FR" dirty="0" smtClean="0"/>
              <a:t> afflictions </a:t>
            </a:r>
            <a:r>
              <a:rPr lang="fr-FR" dirty="0" err="1" smtClean="0"/>
              <a:t>eclipsed</a:t>
            </a:r>
            <a:r>
              <a:rPr lang="fr-FR" dirty="0" smtClean="0"/>
              <a:t> by </a:t>
            </a:r>
            <a:r>
              <a:rPr lang="fr-FR" dirty="0" err="1" smtClean="0"/>
              <a:t>glory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And I </a:t>
            </a:r>
            <a:r>
              <a:rPr lang="fr-FR" dirty="0" err="1" smtClean="0"/>
              <a:t>realize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how </a:t>
            </a:r>
            <a:r>
              <a:rPr lang="fr-FR" dirty="0" err="1" smtClean="0"/>
              <a:t>beautiful</a:t>
            </a:r>
            <a:r>
              <a:rPr lang="fr-FR" dirty="0" smtClean="0"/>
              <a:t>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And how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Oh, how He loves us </a:t>
            </a:r>
            <a:r>
              <a:rPr lang="fr-FR" dirty="0" err="1" smtClean="0"/>
              <a:t>so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jealous</a:t>
            </a:r>
            <a:r>
              <a:rPr lang="fr-FR" dirty="0" smtClean="0"/>
              <a:t>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a hurricane, 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tree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Bending</a:t>
            </a:r>
            <a:r>
              <a:rPr lang="fr-FR" dirty="0" smtClean="0"/>
              <a:t> </a:t>
            </a:r>
            <a:r>
              <a:rPr lang="fr-FR" dirty="0" err="1" smtClean="0"/>
              <a:t>beneath</a:t>
            </a:r>
            <a:r>
              <a:rPr lang="fr-FR" dirty="0" smtClean="0"/>
              <a:t> the </a:t>
            </a:r>
            <a:r>
              <a:rPr lang="fr-FR" dirty="0" err="1" smtClean="0"/>
              <a:t>weight</a:t>
            </a:r>
            <a:r>
              <a:rPr lang="fr-FR" dirty="0" smtClean="0"/>
              <a:t> of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wind</a:t>
            </a:r>
            <a:r>
              <a:rPr lang="fr-FR" dirty="0" smtClean="0"/>
              <a:t> and </a:t>
            </a:r>
            <a:r>
              <a:rPr lang="fr-FR" dirty="0" err="1" smtClean="0"/>
              <a:t>mercy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When</a:t>
            </a:r>
            <a:r>
              <a:rPr lang="fr-FR" dirty="0" smtClean="0"/>
              <a:t> all of a </a:t>
            </a:r>
            <a:r>
              <a:rPr lang="fr-FR" dirty="0" err="1" smtClean="0"/>
              <a:t>sudden</a:t>
            </a:r>
            <a:r>
              <a:rPr lang="fr-FR" dirty="0" smtClean="0"/>
              <a:t>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unaware</a:t>
            </a:r>
            <a:r>
              <a:rPr lang="fr-FR" dirty="0" smtClean="0"/>
              <a:t> of </a:t>
            </a:r>
            <a:r>
              <a:rPr lang="fr-FR" dirty="0" err="1" smtClean="0"/>
              <a:t>these</a:t>
            </a:r>
            <a:r>
              <a:rPr lang="fr-FR" dirty="0" smtClean="0"/>
              <a:t> afflictions </a:t>
            </a:r>
            <a:r>
              <a:rPr lang="fr-FR" dirty="0" err="1" smtClean="0"/>
              <a:t>eclipsed</a:t>
            </a:r>
            <a:r>
              <a:rPr lang="fr-FR" dirty="0" smtClean="0"/>
              <a:t> by </a:t>
            </a:r>
            <a:r>
              <a:rPr lang="fr-FR" dirty="0" err="1" smtClean="0"/>
              <a:t>glory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And I </a:t>
            </a:r>
            <a:r>
              <a:rPr lang="fr-FR" dirty="0" err="1" smtClean="0"/>
              <a:t>realize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how </a:t>
            </a:r>
            <a:r>
              <a:rPr lang="fr-FR" dirty="0" err="1" smtClean="0"/>
              <a:t>beautiful</a:t>
            </a:r>
            <a:r>
              <a:rPr lang="fr-FR" dirty="0" smtClean="0"/>
              <a:t>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And how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Oh, how He loves us </a:t>
            </a:r>
            <a:r>
              <a:rPr lang="fr-FR" dirty="0" err="1" smtClean="0"/>
              <a:t>so</a:t>
            </a:r>
            <a:r>
              <a:rPr lang="fr-FR" dirty="0" smtClean="0"/>
              <a:t>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His</a:t>
            </a:r>
            <a:r>
              <a:rPr lang="fr-FR" dirty="0" smtClean="0"/>
              <a:t> portion and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prize</a:t>
            </a:r>
            <a:r>
              <a:rPr lang="fr-FR" dirty="0" smtClean="0"/>
              <a:t>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Drawn</a:t>
            </a:r>
            <a:r>
              <a:rPr lang="fr-FR" dirty="0" smtClean="0"/>
              <a:t> to </a:t>
            </a:r>
            <a:r>
              <a:rPr lang="fr-FR" dirty="0" err="1" smtClean="0"/>
              <a:t>redemption</a:t>
            </a:r>
            <a:r>
              <a:rPr lang="fr-FR" dirty="0" smtClean="0"/>
              <a:t> by the </a:t>
            </a:r>
            <a:r>
              <a:rPr lang="fr-FR" dirty="0" err="1" smtClean="0"/>
              <a:t>grace</a:t>
            </a:r>
            <a:r>
              <a:rPr lang="fr-FR" dirty="0" smtClean="0"/>
              <a:t> in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If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an </a:t>
            </a:r>
            <a:r>
              <a:rPr lang="fr-FR" dirty="0" err="1" smtClean="0"/>
              <a:t>ocean</a:t>
            </a:r>
            <a:r>
              <a:rPr lang="fr-FR" dirty="0" smtClean="0"/>
              <a:t>, </a:t>
            </a:r>
            <a:r>
              <a:rPr lang="fr-FR" dirty="0" err="1" smtClean="0"/>
              <a:t>we're</a:t>
            </a:r>
            <a:r>
              <a:rPr lang="fr-FR" dirty="0" smtClean="0"/>
              <a:t> all </a:t>
            </a:r>
            <a:r>
              <a:rPr lang="fr-FR" dirty="0" err="1" smtClean="0"/>
              <a:t>sinking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And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meets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an </a:t>
            </a:r>
            <a:r>
              <a:rPr lang="fr-FR" dirty="0" err="1" smtClean="0"/>
              <a:t>unforeseen</a:t>
            </a:r>
            <a:r>
              <a:rPr lang="fr-FR" dirty="0" smtClean="0"/>
              <a:t> </a:t>
            </a:r>
            <a:r>
              <a:rPr lang="fr-FR" dirty="0" err="1" smtClean="0"/>
              <a:t>kiss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And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turns</a:t>
            </a:r>
            <a:r>
              <a:rPr lang="fr-FR" dirty="0" smtClean="0"/>
              <a:t> </a:t>
            </a:r>
            <a:r>
              <a:rPr lang="fr-FR" dirty="0" err="1" smtClean="0"/>
              <a:t>violently</a:t>
            </a:r>
            <a:r>
              <a:rPr lang="fr-FR" dirty="0" smtClean="0"/>
              <a:t> </a:t>
            </a:r>
            <a:r>
              <a:rPr lang="fr-FR" dirty="0" err="1" smtClean="0"/>
              <a:t>inside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chest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don't</a:t>
            </a:r>
            <a:r>
              <a:rPr lang="fr-FR" dirty="0" smtClean="0"/>
              <a:t> have time to </a:t>
            </a:r>
            <a:r>
              <a:rPr lang="fr-FR" dirty="0" err="1" smtClean="0"/>
              <a:t>maintain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think</a:t>
            </a:r>
            <a:r>
              <a:rPr lang="fr-FR" dirty="0" smtClean="0"/>
              <a:t> about the </a:t>
            </a:r>
            <a:r>
              <a:rPr lang="fr-FR" dirty="0" err="1" smtClean="0"/>
              <a:t>way</a:t>
            </a:r>
            <a:r>
              <a:rPr lang="fr-FR" dirty="0" smtClean="0"/>
              <a:t>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jealous</a:t>
            </a:r>
            <a:r>
              <a:rPr lang="fr-FR" dirty="0" smtClean="0"/>
              <a:t>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Love's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a hurricane, 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tree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Bending</a:t>
            </a:r>
            <a:r>
              <a:rPr lang="fr-FR" dirty="0" smtClean="0"/>
              <a:t> </a:t>
            </a:r>
            <a:r>
              <a:rPr lang="fr-FR" dirty="0" err="1" smtClean="0"/>
              <a:t>beneath</a:t>
            </a:r>
            <a:r>
              <a:rPr lang="fr-FR" dirty="0" smtClean="0"/>
              <a:t> the </a:t>
            </a:r>
            <a:r>
              <a:rPr lang="fr-FR" dirty="0" err="1" smtClean="0"/>
              <a:t>weight</a:t>
            </a:r>
            <a:r>
              <a:rPr lang="fr-FR" dirty="0" smtClean="0"/>
              <a:t> of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wind</a:t>
            </a:r>
            <a:r>
              <a:rPr lang="fr-FR" dirty="0" smtClean="0"/>
              <a:t> and </a:t>
            </a:r>
            <a:r>
              <a:rPr lang="fr-FR" dirty="0" err="1" smtClean="0"/>
              <a:t>mercy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Love's like a hurricane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all of a sudden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Oh, how He loves us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PLIANT SOUS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QUAND TOUT À COUP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of a sudden,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 GLOIRE PARAÎT ET EFFACE TOUTES AFFLICTIONS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I'm unaware of these afflictions eclipsed by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RÉALISE TA BEAUTÉ ET TON 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I realize just how beautiful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LA GRANDEUR DE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how great Your affections are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OH COMME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how He loves us so,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OUI, IL NOUS AIME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How He loves us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OUI, IL NOUS AIME TANT IL NOUS AIME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SOMMES SON PARTAGE IL EST NOTRE PRIX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We are His portion and He is our prize,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RACHETÉS PAR LA GRÂCE QUI VIENT DE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Drawn to redemption by the grace in His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SI SA GRÂCE EST UN OCÉAN NOUS NOUS NOYONS DEDANS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If grace is an ocean, we're all sinking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LE CIEL EMBRASSE LA TERRE DANS UN ÉLAN SPONTANÉ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Heaven meets earth like an unforeseen kiss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MES BATTEMENTS DE CŒUR SEMBLENT S’ACCÉLÉRER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my heart turns violently inside of my chest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JE N’AI PAS LE TEMPS DE GARDER MES REGRETS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have time to maintain these regrets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QUAND JE COMMENCE À PENSER…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I think about the way....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QU’IL NOUS AIME TANT OUI, IL NOUS AIME 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loves us, Oh how He loves us,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OUI, IL NOUS AIME TANT IL NOUS AIME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 how He loves us, Oh how He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IL EST UN DIEU JALOUX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 is jealous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SON AMOUR, UN OURAGAN JE SUIS UN ARBRE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Love's like a hurricane, I am a tree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PLIANT SOUS LE POIDS LE POIDS DE SA GRÂCE ENVERS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Bending beneath the weight of His wind and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UN DIEU JALOUX</a:t>
            </a:r>
          </a:p>
          <a:p>
            <a:r>
              <a:rPr lang="fr-FR" smtClean="0"/>
              <a:t>     He is jealous for me</a:t>
            </a:r>
          </a:p>
          <a:p>
            <a:r>
              <a:rPr lang="fr-FR" smtClean="0"/>
              <a:t>2-  SON AMOUR, UN OURAGAN JE SUIS UN ARBRE</a:t>
            </a:r>
          </a:p>
          <a:p>
            <a:r>
              <a:rPr lang="fr-FR" smtClean="0"/>
              <a:t>     Love's like a hurricane I am a tree</a:t>
            </a:r>
          </a:p>
          <a:p>
            <a:endParaRPr lang="fr-FR" smtClean="0"/>
          </a:p>
          <a:p>
            <a:r>
              <a:rPr lang="fr-FR" smtClean="0"/>
              <a:t>3-  PLIANT SOUS LE POIDS LE POIDS DE SA GRÂCE ENVERS MOI</a:t>
            </a:r>
          </a:p>
          <a:p>
            <a:r>
              <a:rPr lang="fr-FR" smtClean="0"/>
              <a:t>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4-  ET QUAND TOUT À COUP</a:t>
            </a:r>
          </a:p>
          <a:p>
            <a:r>
              <a:rPr lang="fr-FR" smtClean="0"/>
              <a:t>     When all of a sudden</a:t>
            </a:r>
          </a:p>
          <a:p>
            <a:r>
              <a:rPr lang="fr-FR" smtClean="0"/>
              <a:t>5-  SA GLOIRE PARAÎT ET EFFACE TOUTES AFFLICTIONS</a:t>
            </a:r>
          </a:p>
          <a:p>
            <a:r>
              <a:rPr lang="fr-FR" smtClean="0"/>
              <a:t>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6-  JE RÉALISE TA BEAUTÉ ET TON ÉCLAT</a:t>
            </a:r>
          </a:p>
          <a:p>
            <a:r>
              <a:rPr lang="fr-FR" smtClean="0"/>
              <a:t>     And I realize just how beautiful You are</a:t>
            </a:r>
          </a:p>
          <a:p>
            <a:endParaRPr lang="fr-FR" smtClean="0"/>
          </a:p>
          <a:p>
            <a:r>
              <a:rPr lang="fr-FR" smtClean="0"/>
              <a:t>7-  ET LA GRANDEUR DE TON AMOUR POUR MOI</a:t>
            </a:r>
          </a:p>
          <a:p>
            <a:r>
              <a:rPr lang="fr-FR" smtClean="0"/>
              <a:t>     And how great Your affections are for me</a:t>
            </a:r>
          </a:p>
          <a:p>
            <a:endParaRPr lang="fr-FR" smtClean="0"/>
          </a:p>
          <a:p>
            <a:r>
              <a:rPr lang="fr-FR" smtClean="0"/>
              <a:t>8-  OH COMME IL NOUS AIME TANT</a:t>
            </a:r>
          </a:p>
          <a:p>
            <a:r>
              <a:rPr lang="fr-FR" smtClean="0"/>
              <a:t>     Oh, how He loves us so</a:t>
            </a:r>
          </a:p>
          <a:p>
            <a:r>
              <a:rPr lang="fr-FR" smtClean="0"/>
              <a:t>9-  OUI, IL NOUS AIME IL NOUS AIME TANT</a:t>
            </a:r>
          </a:p>
          <a:p>
            <a:r>
              <a:rPr lang="fr-FR" smtClean="0"/>
              <a:t>     Oh, how He loves us How He loves us all</a:t>
            </a:r>
          </a:p>
          <a:p>
            <a:endParaRPr lang="fr-FR" smtClean="0"/>
          </a:p>
          <a:p>
            <a:r>
              <a:rPr lang="fr-FR" smtClean="0"/>
              <a:t>10-  IL EST UN DIEU JALOUX</a:t>
            </a:r>
          </a:p>
          <a:p>
            <a:r>
              <a:rPr lang="fr-FR" smtClean="0"/>
              <a:t>      He is jealous for me</a:t>
            </a:r>
          </a:p>
          <a:p>
            <a:r>
              <a:rPr lang="fr-FR" smtClean="0"/>
              <a:t>11-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endParaRPr lang="fr-FR" smtClean="0"/>
          </a:p>
          <a:p>
            <a:r>
              <a:rPr lang="fr-FR" smtClean="0"/>
              <a:t>12-  PLIANT SOUS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r>
              <a:rPr lang="fr-FR" smtClean="0"/>
              <a:t>13-  ET QUAND TOUT À COUP</a:t>
            </a:r>
          </a:p>
          <a:p>
            <a:r>
              <a:rPr lang="fr-FR" smtClean="0"/>
              <a:t>      When all of a sudden,</a:t>
            </a:r>
          </a:p>
          <a:p>
            <a:r>
              <a:rPr lang="fr-FR" smtClean="0"/>
              <a:t>14-  SA GLOIRE PARAÎT ET EFFACE TOUTES AFFLICTIONS</a:t>
            </a:r>
          </a:p>
          <a:p>
            <a:r>
              <a:rPr lang="fr-FR" smtClean="0"/>
              <a:t>      I'm unaware of these afflictions eclipsed by glory</a:t>
            </a:r>
          </a:p>
          <a:p>
            <a:endParaRPr lang="fr-FR" smtClean="0"/>
          </a:p>
          <a:p>
            <a:r>
              <a:rPr lang="fr-FR" smtClean="0"/>
              <a:t>15-  JE RÉALISE TA BEAUTÉ ET TON ÉCLAT</a:t>
            </a:r>
          </a:p>
          <a:p>
            <a:r>
              <a:rPr lang="fr-FR" smtClean="0"/>
              <a:t>      And I realize just how beautiful You are</a:t>
            </a:r>
          </a:p>
          <a:p>
            <a:endParaRPr lang="fr-FR" smtClean="0"/>
          </a:p>
          <a:p>
            <a:r>
              <a:rPr lang="fr-FR" smtClean="0"/>
              <a:t>16-  ET LA GRANDEUR DE TON AMOUR POUR MOI</a:t>
            </a:r>
          </a:p>
          <a:p>
            <a:r>
              <a:rPr lang="fr-FR" smtClean="0"/>
              <a:t>      And how great Your affections are for me</a:t>
            </a:r>
          </a:p>
          <a:p>
            <a:endParaRPr lang="fr-FR" smtClean="0"/>
          </a:p>
          <a:p>
            <a:r>
              <a:rPr lang="fr-FR" smtClean="0"/>
              <a:t>17-  OH COMME IL NOUS AIME TANT</a:t>
            </a:r>
          </a:p>
          <a:p>
            <a:r>
              <a:rPr lang="fr-FR" smtClean="0"/>
              <a:t>       Oh, how He loves us so,</a:t>
            </a:r>
          </a:p>
          <a:p>
            <a:r>
              <a:rPr lang="fr-FR" smtClean="0"/>
              <a:t>18-  OUI, IL NOUS AIME IL NOUS AIME TANT</a:t>
            </a:r>
          </a:p>
          <a:p>
            <a:r>
              <a:rPr lang="fr-FR" smtClean="0"/>
              <a:t>       Oh how He loves us, How He loves us all</a:t>
            </a:r>
          </a:p>
          <a:p>
            <a:endParaRPr lang="fr-FR" smtClean="0"/>
          </a:p>
          <a:p>
            <a:r>
              <a:rPr lang="fr-FR" smtClean="0"/>
              <a:t>19-  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20-  OUI, IL NOUS AIME TANT IL NOUS AIME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21-  NOUS SOMMES SON PARTAGE IL EST NOTRE PRIX</a:t>
            </a:r>
          </a:p>
          <a:p>
            <a:r>
              <a:rPr lang="fr-FR" smtClean="0"/>
              <a:t>       We are His portion and He is our prize,</a:t>
            </a:r>
          </a:p>
          <a:p>
            <a:endParaRPr lang="fr-FR" smtClean="0"/>
          </a:p>
          <a:p>
            <a:r>
              <a:rPr lang="fr-FR" smtClean="0"/>
              <a:t>22-  RACHETÉS PAR LA GRÂCE QUI VIENT DE LUI</a:t>
            </a:r>
          </a:p>
          <a:p>
            <a:r>
              <a:rPr lang="fr-FR" smtClean="0"/>
              <a:t>       Drawn to redemption by the grace in His eyes</a:t>
            </a:r>
          </a:p>
          <a:p>
            <a:endParaRPr lang="fr-FR" smtClean="0"/>
          </a:p>
          <a:p>
            <a:r>
              <a:rPr lang="fr-FR" smtClean="0"/>
              <a:t>23-  SI SA GRÂCE EST UN OCÉAN NOUS NOUS NOYONS DEDANS</a:t>
            </a:r>
          </a:p>
          <a:p>
            <a:r>
              <a:rPr lang="fr-FR" smtClean="0"/>
              <a:t>       If grace is an ocean, we're all sinking</a:t>
            </a:r>
          </a:p>
          <a:p>
            <a:endParaRPr lang="fr-FR" smtClean="0"/>
          </a:p>
          <a:p>
            <a:r>
              <a:rPr lang="fr-FR" smtClean="0"/>
              <a:t>24-  ET LE CIEL EMBRASSE LA TERRE DANS UN ÉLAN SPONTANÉ</a:t>
            </a:r>
          </a:p>
          <a:p>
            <a:r>
              <a:rPr lang="fr-FR" smtClean="0"/>
              <a:t>       And Heaven meets earth like an unforeseen kiss</a:t>
            </a:r>
          </a:p>
          <a:p>
            <a:endParaRPr lang="fr-FR" smtClean="0"/>
          </a:p>
          <a:p>
            <a:r>
              <a:rPr lang="fr-FR" smtClean="0"/>
              <a:t>25-  ET MES BATTEMENTS DE CŒUR SEMBLENT S’ACCÉLÉRER</a:t>
            </a:r>
          </a:p>
          <a:p>
            <a:r>
              <a:rPr lang="fr-FR" smtClean="0"/>
              <a:t>       And my heart turns violently inside of my chest</a:t>
            </a:r>
          </a:p>
          <a:p>
            <a:endParaRPr lang="fr-FR" smtClean="0"/>
          </a:p>
          <a:p>
            <a:r>
              <a:rPr lang="fr-FR" smtClean="0"/>
              <a:t>26-  JE N’AI PAS LE TEMPS DE GARDER MES REGRETS</a:t>
            </a:r>
          </a:p>
          <a:p>
            <a:r>
              <a:rPr lang="fr-FR" smtClean="0"/>
              <a:t>      I don't have time to maintain these regrets </a:t>
            </a:r>
          </a:p>
          <a:p>
            <a:r>
              <a:rPr lang="fr-FR" smtClean="0"/>
              <a:t>27-  QUAND JE COMMENCE À PENSER…</a:t>
            </a:r>
          </a:p>
          <a:p>
            <a:r>
              <a:rPr lang="fr-FR" smtClean="0"/>
              <a:t>      when I think about the way....</a:t>
            </a:r>
          </a:p>
          <a:p>
            <a:endParaRPr lang="fr-FR" smtClean="0"/>
          </a:p>
          <a:p>
            <a:r>
              <a:rPr lang="fr-FR" smtClean="0"/>
              <a:t>28-  QU’IL NOUS AIME TANT OUI, IL NOUS AIME TANT</a:t>
            </a:r>
          </a:p>
          <a:p>
            <a:r>
              <a:rPr lang="fr-FR" smtClean="0"/>
              <a:t>       He loves us, Oh how He loves us,</a:t>
            </a:r>
          </a:p>
          <a:p>
            <a:r>
              <a:rPr lang="fr-FR" smtClean="0"/>
              <a:t>29-  OUI, IL NOUS AIME TANT IL NOUS AIME </a:t>
            </a:r>
          </a:p>
          <a:p>
            <a:r>
              <a:rPr lang="fr-FR" smtClean="0"/>
              <a:t>       Oh how He loves us, Oh how He loves</a:t>
            </a:r>
          </a:p>
          <a:p>
            <a:endParaRPr lang="fr-FR" smtClean="0"/>
          </a:p>
          <a:p>
            <a:r>
              <a:rPr lang="fr-FR" smtClean="0"/>
              <a:t>30-  IL EST UN DIEU JALOUX</a:t>
            </a:r>
          </a:p>
          <a:p>
            <a:r>
              <a:rPr lang="fr-FR" smtClean="0"/>
              <a:t>       He is jealous for me</a:t>
            </a:r>
          </a:p>
          <a:p>
            <a:r>
              <a:rPr lang="fr-FR" smtClean="0"/>
              <a:t>31-  SON AMOUR, UN OURAGAN JE SUIS UN ARBRE</a:t>
            </a:r>
          </a:p>
          <a:p>
            <a:r>
              <a:rPr lang="fr-FR" smtClean="0"/>
              <a:t>       Love's like a hurricane, I am a tree</a:t>
            </a:r>
          </a:p>
          <a:p>
            <a:r>
              <a:rPr lang="fr-FR" smtClean="0"/>
              <a:t>32-  PLIANT SOUS LE POIDS LE POIDS DE SA GRÂCE ENVERS MOI</a:t>
            </a:r>
          </a:p>
          <a:p>
            <a:r>
              <a:rPr lang="fr-FR" smtClean="0"/>
              <a:t>       Bending beneath the weight of His wind and mercy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B88D28-95E7-489E-B799-02E4212C48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1D72B3-38F3-4FB2-8100-2F5A55B156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5E580-4BD5-4706-AC15-9C10AAD122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C2FEB9-E121-4F8C-A5DF-EFA145FFF8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BC8080-4F81-40DA-B1B8-7BEDA16C68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0B97E-F89A-41D1-845D-3C717A5E3D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1053D-5442-4175-88CB-270B1783F0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C8378-0129-44B2-870B-697C716F5F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F4FA8-7718-41F1-96E2-1C6196AB47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06614-F8F9-4AEF-A9BA-879F378B4A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3D99ED-74E0-411A-A895-F2448E9879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EF398FD-2227-4B6F-9CE7-4C7025ACD0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UN DIEU JALOUX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AMOUR, UN OURAGAN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 ARBRE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PLIANT SOUS LE POIDS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POIDS DE SA GRÂCE ENVERS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TOUT À COUP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GLOIRE PARAÎT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EFFACE TOUTES AFFLICTIONS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RÉALISE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BEAUTÉ ET TON ÉCLAT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GRANDEUR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TON AMOUR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COMME IL NOUS AIME 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IL NOUS AIME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AIME 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UN DIEU JALOUX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AMOUR, UN OURAGAN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 ARBRE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PLIANT SOUS 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POIDS DE SA GRÂCE ENVERS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TOUT À COUP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GLOIRE PARAÎT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EFFACE TOUTES AFFLICTIONS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RÉALISE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BEAUTÉ ET TON ÉCLAT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GRANDEUR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TON AMOUR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COMME IL NOUS AIME 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IL NOUS AIME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AIME 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AIME 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IL NOUS AIME 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IL NOUS AIME 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AIME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SON PARTAGE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NOTRE PRIX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RACHETÉS PAR LA GRÂCE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VIENT DE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SA GRÂCE EST UN OCÉAN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NOUS NOYONS DEDANS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 CIEL EMBRASSE LA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ÉLAN SPONTANÉ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MES BATTEMENTS DE COEUR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SEMBLENT S’ACCÉLÉRER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N’AI PAS LE TEMPS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GARDER MES REGRETS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COMMENCE À PENSER…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NOUS AIME 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IL NOUS AIME 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IL NOUS AIME 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AIME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UN DIEU JALOUX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AMOUR, UN OURAGAN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 ARBRE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PLIANT SOUS LE POIDS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POIDS DE SA GRÂCE ENVERS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3091</TotalTime>
  <Words>37329</Words>
  <Application>Microsoft Office PowerPoint</Application>
  <PresentationFormat>On-screen Show (4:3)</PresentationFormat>
  <Paragraphs>5408</Paragraphs>
  <Slides>32</Slides>
  <Notes>32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6" baseType="lpstr">
      <vt:lpstr>Franklin Gothic Medium</vt:lpstr>
      <vt:lpstr>Arial</vt:lpstr>
      <vt:lpstr>Calibri</vt:lpstr>
      <vt:lpstr>Default Design</vt:lpstr>
      <vt:lpstr>IL EST UN DIEU JALOUX</vt:lpstr>
      <vt:lpstr>SON AMOUR, UN OURAGAN JE SUIS UN ARBRE</vt:lpstr>
      <vt:lpstr>PLIANT SOUS LE POIDS LE POIDS DE SA GRÂCE ENVERS MOI</vt:lpstr>
      <vt:lpstr>ET QUAND TOUT À COUP</vt:lpstr>
      <vt:lpstr>SA GLOIRE PARAÎT ET EFFACE TOUTES AFFLICTIONS </vt:lpstr>
      <vt:lpstr>JE RÉALISE  TA BEAUTÉ ET TON ÉCLAT</vt:lpstr>
      <vt:lpstr>ET LA GRANDEUR  DE TON AMOUR POUR MOI</vt:lpstr>
      <vt:lpstr>OH COMME IL NOUS AIME TANT</vt:lpstr>
      <vt:lpstr>OUI, IL NOUS AIME  IL NOUS AIME TANT</vt:lpstr>
      <vt:lpstr>IL EST UN DIEU JALOUX</vt:lpstr>
      <vt:lpstr>SON AMOUR, UN OURAGAN JE SUIS UN ARBRE</vt:lpstr>
      <vt:lpstr>PLIANT SOUS LE  POIDS DE SA GRÂCE ENVERS MOI</vt:lpstr>
      <vt:lpstr>ET QUAND TOUT À COUP</vt:lpstr>
      <vt:lpstr>SA GLOIRE PARAÎT ET EFFACE TOUTES AFFLICTIONS</vt:lpstr>
      <vt:lpstr>JE RÉALISE  TA BEAUTÉ ET TON ÉCLAT</vt:lpstr>
      <vt:lpstr>ET LA GRANDEUR  DE TON AMOUR POUR MOI</vt:lpstr>
      <vt:lpstr>OH COMME IL NOUS AIME TANT</vt:lpstr>
      <vt:lpstr>OUI, IL NOUS AIME  IL NOUS AIME TANT</vt:lpstr>
      <vt:lpstr>IL NOUS AIME TANT OUI, IL NOUS AIME TANT</vt:lpstr>
      <vt:lpstr>OUI, IL NOUS AIME TANT IL NOUS AIME </vt:lpstr>
      <vt:lpstr>NOUS SOMMES SON PARTAGE IL EST NOTRE PRIX</vt:lpstr>
      <vt:lpstr>RACHETÉS PAR LA GRÂCE QUI VIENT DE LUI</vt:lpstr>
      <vt:lpstr>SI SA GRÂCE EST UN OCÉAN NOUS NOUS NOYONS DEDANS</vt:lpstr>
      <vt:lpstr>ET LE CIEL EMBRASSE LA TERRE DANS UN ÉLAN SPONTANÉ</vt:lpstr>
      <vt:lpstr>ET MES BATTEMENTS DE COEUR SEMBLENT S’ACCÉLÉRER</vt:lpstr>
      <vt:lpstr>JE N’AI PAS LE TEMPS  DE GARDER MES REGRETS </vt:lpstr>
      <vt:lpstr>QUAND JE COMMENCE À PENSER…</vt:lpstr>
      <vt:lpstr>QU’IL NOUS AIME TANT OUI, IL NOUS AIME TANT</vt:lpstr>
      <vt:lpstr>OUI, IL NOUS AIME TANT IL NOUS AIME </vt:lpstr>
      <vt:lpstr>IL EST UN DIEU JALOUX</vt:lpstr>
      <vt:lpstr>SON AMOUR, UN OURAGAN JE SUIS UN ARBRE</vt:lpstr>
      <vt:lpstr>PLIANT SOUS LE POIDS LE POIDS DE SA GRÂCE ENVERS MOI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144</cp:revision>
  <dcterms:created xsi:type="dcterms:W3CDTF">2002-08-17T10:50:50Z</dcterms:created>
  <dcterms:modified xsi:type="dcterms:W3CDTF">2014-04-12T22:38:48Z</dcterms:modified>
</cp:coreProperties>
</file>