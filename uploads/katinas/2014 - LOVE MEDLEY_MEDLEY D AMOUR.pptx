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42" r:id="rId18"/>
    <p:sldId id="322" r:id="rId19"/>
    <p:sldId id="343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32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01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A529E6A-78C8-406D-A504-93810EEF2BF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9783D91-8B8E-425E-8577-FDC500B533A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PEUT-ÊTRE QUE JE NE T’AI PAS TRAITÉE AUSSI BIEN QUE CE QUE J’AURAIS DÛ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love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AUSSI SOUVENT QUE CE QUE J’AURAIS PU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Little things I should've said and done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5-  JE N’AI JAMAIS PRIS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 just never took the time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6-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PEUT-ÊTRE QUE JE NE T’AI PAS ÉTREINTE DANS CES TEMPS DE SOLITUDE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Maybe I didn't hold you All those lonely, lonely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ET JE SUPPOSE QUE JE NE T’AI JAMAIS DIT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JE PENSAIS TOUJOURS À TOI JE PENSAIS TOUJOURS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TU ES TELLEMENT BELLE POUR MOI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13-  NE VOIS-TU PAS 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You're everything that I hoped for And you're everything I need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15-  TU ES SI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DIS-MOI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
17-  DIS-MOI QUE TON AMOUR N’EST PAS MORT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Tell me that your sweet love hasn't died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 18-  DONNE-MOI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  
19-  DONNE-MOI UNE CHANCE DE TE COMBLER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 
21-  TU ES TELLEMENT BELLE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You are so beautiful to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PEUT-ÊTRE QUE JE NE T’AI PAS TRAITÉE AUSSI BIEN QUE CE QUE J’AURAIS DÛ</a:t>
            </a:r>
          </a:p>
          <a:p>
            <a:r>
              <a:rPr lang="en-US" smtClean="0"/>
              <a:t>Maybe I didn't treat you quite as good as I should have</a:t>
            </a:r>
            <a:br>
              <a:rPr lang="en-US" smtClean="0"/>
            </a:br>
            <a:r>
              <a:rPr lang="en-US" smtClean="0"/>
              <a:t>2-  PEUT-ÊTRE QUE JE NE T’AI PAS AIMÉE</a:t>
            </a:r>
          </a:p>
          <a:p>
            <a:r>
              <a:rPr lang="en-US" smtClean="0"/>
              <a:t>Maybe I didn't love you</a:t>
            </a:r>
          </a:p>
          <a:p>
            <a:r>
              <a:rPr lang="en-US" smtClean="0"/>
              <a:t>3-  AUSSI SOUVENT QUE CE QUE J’AURAIS PU</a:t>
            </a:r>
          </a:p>
          <a:p>
            <a:r>
              <a:rPr lang="en-US" smtClean="0"/>
              <a:t>quite as often as I could have</a:t>
            </a:r>
            <a:br>
              <a:rPr lang="en-US" smtClean="0"/>
            </a:br>
            <a:r>
              <a:rPr lang="en-US" smtClean="0"/>
              <a:t> 4-  CES PETITES CHOSES QUE J’AURAIS DÛ DIRE ET FAIRE</a:t>
            </a:r>
          </a:p>
          <a:p>
            <a:r>
              <a:rPr lang="en-US" smtClean="0"/>
              <a:t>Little things I should've said and done</a:t>
            </a:r>
          </a:p>
          <a:p>
            <a:r>
              <a:rPr lang="en-US" smtClean="0"/>
              <a:t> 5-  JE N’AI JAMAIS PRIS LE TEMPS</a:t>
            </a:r>
          </a:p>
          <a:p>
            <a:r>
              <a:rPr lang="en-US" smtClean="0"/>
              <a:t>I just never took the time</a:t>
            </a:r>
          </a:p>
          <a:p>
            <a:r>
              <a:rPr lang="en-US" smtClean="0"/>
              <a:t> 6-  JE PENSAIS TOUJOURS À TOI JE PENSAIS TOUJOURS À TOI</a:t>
            </a:r>
          </a:p>
          <a:p>
            <a:r>
              <a:rPr lang="en-US" smtClean="0"/>
              <a:t>You were always on my mind</a:t>
            </a:r>
          </a:p>
          <a:p>
            <a:r>
              <a:rPr lang="en-US" smtClean="0"/>
              <a:t>7-  PEUT-ÊTRE QUE JE NE T’AI PAS ÉTREINTE DANS CES TEMPS DE SOLITUDE</a:t>
            </a:r>
          </a:p>
          <a:p>
            <a:r>
              <a:rPr lang="en-US" smtClean="0"/>
              <a:t>Maybe I didn't hold you All those lonely, lonely times</a:t>
            </a:r>
          </a:p>
          <a:p>
            <a:r>
              <a:rPr lang="en-US" smtClean="0"/>
              <a:t>8-  ET JE SUPPOSE QUE JE NE T’AI JAMAIS DIT</a:t>
            </a:r>
          </a:p>
          <a:p>
            <a:r>
              <a:rPr lang="en-US" smtClean="0"/>
              <a:t>And I guess I never told you </a:t>
            </a:r>
            <a:br>
              <a:rPr lang="en-US" smtClean="0"/>
            </a:br>
            <a:r>
              <a:rPr lang="en-US" smtClean="0"/>
              <a:t>9-  JE SUIS SI HEUREUX QUE TU SOIS À MOI</a:t>
            </a:r>
          </a:p>
          <a:p>
            <a:r>
              <a:rPr lang="en-US" smtClean="0"/>
              <a:t>I'm so happy that you're mine</a:t>
            </a:r>
            <a:br>
              <a:rPr lang="en-US" smtClean="0"/>
            </a:br>
            <a:r>
              <a:rPr lang="en-US" smtClean="0"/>
              <a:t>10-  SI TU T’ES SENTIE PEU IMPORTANTE PARDONNE-MOI, J’ÉTAIS AVEUGLE</a:t>
            </a:r>
          </a:p>
          <a:p>
            <a:r>
              <a:rPr lang="en-US" smtClean="0"/>
              <a:t>If I made you feel second best Girl I'm sorry I was blind</a:t>
            </a:r>
            <a:br>
              <a:rPr lang="en-US" smtClean="0"/>
            </a:br>
            <a:r>
              <a:rPr lang="en-US" smtClean="0"/>
              <a:t> </a:t>
            </a:r>
          </a:p>
          <a:p>
            <a:r>
              <a:rPr lang="en-US" smtClean="0"/>
              <a:t>11-  JE PENSAIS TOUJOURS À TOI JE PENSAIS TOUJOURS À TOI</a:t>
            </a:r>
          </a:p>
          <a:p>
            <a:r>
              <a:rPr lang="en-US" smtClean="0"/>
              <a:t>You were always on my mind 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12-  TU ES TELLEMENT BELLE POUR MOI TU ES TELLEMENT BELLE POUR MOI</a:t>
            </a:r>
          </a:p>
          <a:p>
            <a:r>
              <a:rPr lang="en-US" smtClean="0"/>
              <a:t>You are so beautiful to me x2</a:t>
            </a:r>
            <a:br>
              <a:rPr lang="en-US" smtClean="0"/>
            </a:br>
            <a:endParaRPr lang="en-US" smtClean="0"/>
          </a:p>
          <a:p>
            <a:r>
              <a:rPr lang="en-US" smtClean="0"/>
              <a:t> 13-  NE VOIS-TU PAS ?</a:t>
            </a:r>
          </a:p>
          <a:p>
            <a:r>
              <a:rPr lang="en-US" smtClean="0"/>
              <a:t>Can't you see</a:t>
            </a:r>
            <a:br>
              <a:rPr lang="en-US" smtClean="0"/>
            </a:br>
            <a:r>
              <a:rPr lang="en-US" smtClean="0"/>
              <a:t> 14-  TU ES TOUT CE QUE J’ESPÉRAIS TU ES TOUT CE DONT J’AI BESOIN</a:t>
            </a:r>
          </a:p>
          <a:p>
            <a:r>
              <a:rPr lang="en-US" smtClean="0"/>
              <a:t>You're everything that I hoped for And you're everything I need</a:t>
            </a:r>
          </a:p>
          <a:p>
            <a:r>
              <a:rPr lang="en-US" smtClean="0"/>
              <a:t> 15-  TU ES SI BELLE POUR MOI</a:t>
            </a:r>
          </a:p>
          <a:p>
            <a:r>
              <a:rPr lang="en-US" smtClean="0"/>
              <a:t>You are so beautiful to me</a:t>
            </a:r>
          </a:p>
          <a:p>
            <a:r>
              <a:rPr lang="en-US" smtClean="0"/>
              <a:t>16-  DIS-MOI </a:t>
            </a:r>
          </a:p>
          <a:p>
            <a:r>
              <a:rPr lang="en-US" smtClean="0"/>
              <a:t>Tell me
17-  DIS-MOI QUE TON AMOUR N’EST PAS MORT</a:t>
            </a:r>
          </a:p>
          <a:p>
            <a:r>
              <a:rPr lang="en-US" smtClean="0"/>
              <a:t>Tell me that your sweet love hasn't died</a:t>
            </a:r>
          </a:p>
          <a:p>
            <a:r>
              <a:rPr lang="en-US" smtClean="0"/>
              <a:t> 18-  DONNE-MOI </a:t>
            </a:r>
          </a:p>
          <a:p>
            <a:r>
              <a:rPr lang="en-US" smtClean="0"/>
              <a:t>Give me  
19-  DONNE-MOI UNE CHANCE DE TE COMBLER</a:t>
            </a:r>
          </a:p>
          <a:p>
            <a:r>
              <a:rPr lang="en-US" smtClean="0"/>
              <a:t>Give me one more chance to keep you satisfied</a:t>
            </a:r>
            <a:br>
              <a:rPr lang="en-US" smtClean="0"/>
            </a:br>
            <a:r>
              <a:rPr lang="en-US" smtClean="0"/>
              <a:t>   
20-  TU ES TELLEMENT BELLE</a:t>
            </a:r>
          </a:p>
          <a:p>
            <a:r>
              <a:rPr lang="en-US" smtClean="0"/>
              <a:t>You are so beautiful  
21-  TU ES TELLEMENT BELLE POUR MOI</a:t>
            </a:r>
          </a:p>
          <a:p>
            <a:r>
              <a:rPr lang="en-US" smtClean="0"/>
              <a:t>You are so beautiful to me</a:t>
            </a:r>
          </a:p>
          <a:p>
            <a:endParaRPr lang="en-US" smtClean="0"/>
          </a:p>
          <a:p>
            <a:r>
              <a:rPr lang="en-US" smtClean="0"/>
              <a:t>**************************</a:t>
            </a:r>
            <a:br>
              <a:rPr lang="en-US" smtClean="0"/>
            </a:br>
            <a:r>
              <a:rPr lang="en-US" smtClean="0"/>
              <a:t> 
22-  MAYBE I DIDN'T TREAT YOU QUITE AS GOOD AS I SHOULD HAVE</a:t>
            </a:r>
            <a:br>
              <a:rPr lang="en-US" smtClean="0"/>
            </a:br>
            <a:r>
              <a:rPr lang="en-US" smtClean="0"/>
              <a:t>23-  MAYBE I DIDN'T LOVE YOU QUITE AS OFTEN AS I COULD HAVE</a:t>
            </a:r>
            <a:br>
              <a:rPr lang="en-US" smtClean="0"/>
            </a:br>
            <a:r>
              <a:rPr lang="en-US" smtClean="0"/>
              <a:t>24-  LITTLE THINGS I SHOULD'VE SAID AND DONE</a:t>
            </a:r>
            <a:br>
              <a:rPr lang="en-US" smtClean="0"/>
            </a:br>
            <a:r>
              <a:rPr lang="en-US" smtClean="0"/>
              <a:t>25-  I JUST NEVER TOOK THE TIME 
26-  YOU WERE ALWAYS ON MY MIND YOU WERE ALWAYS ON MY MIND 
27-  MAYBE I DIDN'T HOLD YOU ALL THOSE LONELY, LONELY TIMES</a:t>
            </a:r>
            <a:br>
              <a:rPr lang="en-US" smtClean="0"/>
            </a:br>
            <a:r>
              <a:rPr lang="en-US" smtClean="0"/>
              <a:t>28-  AND I GUESS I NEVER TOLD YOU I'M SO HAPPY THAT YOU'RE MINE</a:t>
            </a:r>
            <a:br>
              <a:rPr lang="en-US" smtClean="0"/>
            </a:br>
            <a:r>
              <a:rPr lang="en-US" smtClean="0"/>
              <a:t>29-  IF I MADE YOU FEEL SECOND BEST GIRL I'M SORRY I WAS BLIND</a:t>
            </a:r>
            <a:br>
              <a:rPr lang="en-US" smtClean="0"/>
            </a:br>
            <a:r>
              <a:rPr lang="en-US" smtClean="0"/>
              <a:t>30-  YOU WERE ALWAYS ON MY MIND YOU WERE ALWAYS ON MY MIND 
31-  YOU ARE SO BEAUTIFUL TO ME YOU ARE SO BEAUTIFUL TO ME</a:t>
            </a:r>
            <a:br>
              <a:rPr lang="en-US" smtClean="0"/>
            </a:br>
            <a:r>
              <a:rPr lang="en-US" smtClean="0"/>
              <a:t>32-  CAN'T YOU SEE 
33-  YOU'RE EVERYTHING THAT I HOPED FOR AND YOU'RE EVERYTHING I NEED</a:t>
            </a:r>
            <a:br>
              <a:rPr lang="en-US" smtClean="0"/>
            </a:br>
            <a:r>
              <a:rPr lang="en-US" smtClean="0"/>
              <a:t>34-  YOU ARE SO BEAUTIFUL TO ME 
35-  TELL ME, TELL ME THAT YOUR SWEET LOVE HASN'T DIED</a:t>
            </a:r>
            <a:br>
              <a:rPr lang="en-US" smtClean="0"/>
            </a:br>
            <a:r>
              <a:rPr lang="en-US" smtClean="0"/>
              <a:t>36-  GIVE ME, GIVE ME ONE MORE CHANCE TO KEEP YOU SATISFIED</a:t>
            </a:r>
            <a:br>
              <a:rPr lang="en-US" smtClean="0"/>
            </a:br>
            <a:r>
              <a:rPr lang="en-US" smtClean="0"/>
              <a:t>37-  YOU ARE SO BEAUTIFUL TO ME YOU ARE SO BEAUTIFUL TO ME</a:t>
            </a:r>
            <a:br>
              <a:rPr lang="en-US" smtClean="0"/>
            </a:br>
            <a:r>
              <a:rPr lang="en-US" smtClean="0"/>
              <a:t>38-  YOU ARE SO BEAUTIFUL TO ME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CEFF88-534A-4694-B905-22EEF6EE6F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8E8E94-1F88-459A-8E3D-C376A30948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7001E-053D-4AE9-B813-DEED9DA413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2D3F4-0BA5-474A-AE92-F11E1DAF81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708613-EDD8-43C7-9C7D-4ED120E82C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AB8A07-FBD3-49AF-AE68-A727C64EFC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B2B1C-2939-48A8-9844-8F20570745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761D58-B37B-4596-B415-F4D3BA74E5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74570-3AF6-4D88-B4F3-BD7D7690B4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4AC88-079D-432A-A6A7-9A608669FE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DC314-E500-4CD9-90A1-B1C3CDD69A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E75B109-F66B-4D0B-81F2-833832DFA0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PEUT-ÊTRE QUE JE NE T’AI PAS TRAITÉE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BIEN QUE CE QUE J’AURAIS DÛ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PEUT-ÊTRE QUE JE NE T’AI PAS AIMÉE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SOUVENT QUE CE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J’AURAIS PU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CES PETITES CHOSES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J’AURAIS DÛ DIRE ET FAIRE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N’AI JAMAIS PRIS LE TEMPS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PENSAIS TOUJOURS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PENSAIS TOUJOURS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PEUT-ÊTRE QUE JE NE T’AI PAS ÉTREINTE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CES TEMPS DE SOLITUDE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SUPPOSE QUE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T’AI JAMAIS DIT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SI HEUREUX QUE TU SOIS À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TU T’ES SENTIE PEU IMPORTANTE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PARDONNE-MOI, J’ÉTAIS AVEUGLE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PENSAIS TOUJOURS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PENSAIS TOUJOURS À TOI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TELLEMENT BELLE POUR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TELLEMENT BELLE POUR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VOIS-TU PAS ?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TOUT CE QUE J’ESPÉRAIS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TOUT CE DONT J’AI BESOIN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SI BELLE POUR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 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AMOUR N’EST PAS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DONNE-MOI UNE CHANCE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TE COMBLER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TELLEMENT BELLE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TELLEMENT BELLE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MAYBE I DIDN'T TREAT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QUITE AS GOOD AS I SHOULD HAVE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MAYBE I DIDN'T LOVE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QUITE AS OFTEN AS I COULD HAVE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LITTLE THINGS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SHOULD'VE SAID AND DONE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JUST NEVER TOOK THE TIME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WERE ALWAYS ON MY MIND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WERE ALWAYS ON MY MIND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MAYBE I DIDN'T HOLD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THOSE LONELY, LONELY TIMES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I GUESS I NEVER TOLD YOU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I'M SO HAPPY THAT YOU'RE MINE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IF I MADE YOU FEEL SECOND BEST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GIRL I'M SORRY I WAS BLIND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WERE ALWAYS ON MY MIND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WERE ALWAYS ON MY MIND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SO BEAUTIFUL TO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SO BEAUTIFUL TO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CAN'T YOU SEE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YOU'RE EVERYTHING THAT I HOPED FOR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YOU'RE EVERYTHING I NEED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SO BEAUTIFUL TO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TELL ME, TELL ME THAT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YOUR SWEET LOVE HASN'T DIED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GIVE ME, GIVE ME ONE MORE CHANCE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KEEP YOU SATISFIED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SO BEAUTIFUL TO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SO BEAUTIFUL TO ME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SO BEAUTIFUL TO ME</a:t>
            </a:r>
            <a:endParaRPr lang="en-US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3177</TotalTime>
  <Words>2247</Words>
  <Application>Microsoft Office PowerPoint</Application>
  <PresentationFormat>On-screen Show (4:3)</PresentationFormat>
  <Paragraphs>2698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PEUT-ÊTRE QUE JE NE T’AI PAS TRAITÉE AUSSI BIEN QUE CE QUE J’AURAIS DÛ   </vt:lpstr>
      <vt:lpstr>PEUT-ÊTRE QUE JE NE T’AI PAS AIMÉE   </vt:lpstr>
      <vt:lpstr>AUSSI SOUVENT QUE CE  QUE J’AURAIS PU    </vt:lpstr>
      <vt:lpstr>CES PETITES CHOSES  QUE J’AURAIS DÛ DIRE ET FAIRE   </vt:lpstr>
      <vt:lpstr>JE N’AI JAMAIS PRIS LE TEMPS    </vt:lpstr>
      <vt:lpstr>JE PENSAIS TOUJOURS À TOI JE PENSAIS TOUJOURS À TOI  </vt:lpstr>
      <vt:lpstr>PEUT-ÊTRE QUE JE NE T’AI PAS ÉTREINTE DANS CES TEMPS DE SOLITUDE  </vt:lpstr>
      <vt:lpstr>ET JE SUPPOSE QUE  JE NE T’AI JAMAIS DIT   </vt:lpstr>
      <vt:lpstr>JE SUIS SI HEUREUX QUE TU SOIS À MOI    </vt:lpstr>
      <vt:lpstr>SI TU T’ES SENTIE PEU IMPORTANTE PARDONNE-MOI, J’ÉTAIS AVEUGLE    </vt:lpstr>
      <vt:lpstr>JE PENSAIS TOUJOURS À TOI JE PENSAIS TOUJOURS À TOI  </vt:lpstr>
      <vt:lpstr>TU ES TELLEMENT BELLE POUR MOI TU ES TELLEMENT BELLE POUR MOI </vt:lpstr>
      <vt:lpstr>NE VOIS-TU PAS ?    </vt:lpstr>
      <vt:lpstr>TU ES TOUT CE QUE J’ESPÉRAIS TU ES TOUT CE DONT J’AI BESOIN    </vt:lpstr>
      <vt:lpstr>TU ES SI BELLE POUR MOI    </vt:lpstr>
      <vt:lpstr>DIS-MOI  </vt:lpstr>
      <vt:lpstr>DIS-MOI QUE TON AMOUR N’EST PAS MORT    </vt:lpstr>
      <vt:lpstr>DONNE-MOI   </vt:lpstr>
      <vt:lpstr>DONNE-MOI UNE CHANCE DE TE COMBLER   </vt:lpstr>
      <vt:lpstr>TU ES TELLEMENT BELLE   </vt:lpstr>
      <vt:lpstr>TU ES TELLEMENT BELLE POUR MOI  </vt:lpstr>
      <vt:lpstr>MAYBE I DIDN'T TREAT YOU QUITE AS GOOD AS I SHOULD HAVE  </vt:lpstr>
      <vt:lpstr>MAYBE I DIDN'T LOVE YOU QUITE AS OFTEN AS I COULD HAVE  </vt:lpstr>
      <vt:lpstr>LITTLE THINGS  I SHOULD'VE SAID AND DONE </vt:lpstr>
      <vt:lpstr>I JUST NEVER TOOK THE TIME   </vt:lpstr>
      <vt:lpstr>YOU WERE ALWAYS ON MY MIND YOU WERE ALWAYS ON MY MIND</vt:lpstr>
      <vt:lpstr>MAYBE I DIDN'T HOLD YOU ALL THOSE LONELY, LONELY TIMES  </vt:lpstr>
      <vt:lpstr>AND I GUESS I NEVER TOLD YOU I'M SO HAPPY THAT YOU'RE MINE   </vt:lpstr>
      <vt:lpstr>IF I MADE YOU FEEL SECOND BEST GIRL I'M SORRY I WAS BLIND   </vt:lpstr>
      <vt:lpstr>YOU WERE ALWAYS ON MY MIND YOU WERE ALWAYS ON MY MIND</vt:lpstr>
      <vt:lpstr>YOU ARE SO BEAUTIFUL TO ME YOU ARE SO BEAUTIFUL TO ME   </vt:lpstr>
      <vt:lpstr>CAN'T YOU SEE   </vt:lpstr>
      <vt:lpstr>YOU'RE EVERYTHING THAT I HOPED FOR AND YOU'RE EVERYTHING I NEED  </vt:lpstr>
      <vt:lpstr>YOU ARE SO BEAUTIFUL TO ME   </vt:lpstr>
      <vt:lpstr>TELL ME, TELL ME THAT  YOUR SWEET LOVE HASN'T DIED  </vt:lpstr>
      <vt:lpstr>GIVE ME, GIVE ME ONE MORE CHANCE  TO KEEP YOU SATISFIED  </vt:lpstr>
      <vt:lpstr>YOU ARE SO BEAUTIFUL TO ME YOU ARE SO BEAUTIFUL TO ME </vt:lpstr>
      <vt:lpstr>YOU ARE SO BEAUTIFUL TO ME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143</cp:revision>
  <dcterms:created xsi:type="dcterms:W3CDTF">2002-08-17T10:50:50Z</dcterms:created>
  <dcterms:modified xsi:type="dcterms:W3CDTF">2014-12-01T20:09:47Z</dcterms:modified>
</cp:coreProperties>
</file>