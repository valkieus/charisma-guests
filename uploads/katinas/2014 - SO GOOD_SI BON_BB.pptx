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2" r:id="rId2"/>
    <p:sldId id="353" r:id="rId3"/>
    <p:sldId id="354" r:id="rId4"/>
    <p:sldId id="355" r:id="rId5"/>
    <p:sldId id="356" r:id="rId6"/>
    <p:sldId id="357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7782" autoAdjust="0"/>
  </p:normalViewPr>
  <p:slideViewPr>
    <p:cSldViewPr>
      <p:cViewPr>
        <p:scale>
          <a:sx n="54" d="100"/>
          <a:sy n="54" d="100"/>
        </p:scale>
        <p:origin x="-26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504750F-0A51-403C-954E-DDEE2B3138E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994740B-3208-4810-9FDE-8CD6F2380E9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DANS LE GROOVE, DANS LE GROOVE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2-  DANS LE GROOVE, DANS LE GROOVE 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  <a:br>
              <a:rPr lang="fr-FR" dirty="0" smtClean="0"/>
            </a:b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PLUS HAUTE SCIENCE</a:t>
            </a:r>
            <a:br>
              <a:rPr lang="fr-FR" dirty="0" smtClean="0"/>
            </a:br>
            <a:r>
              <a:rPr lang="fr-FR" dirty="0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Highest</a:t>
            </a:r>
            <a:r>
              <a:rPr lang="fr-FR" dirty="0" smtClean="0"/>
              <a:t> science, </a:t>
            </a:r>
            <a:r>
              <a:rPr lang="fr-FR" dirty="0" err="1" smtClean="0"/>
              <a:t>lofty</a:t>
            </a:r>
            <a:r>
              <a:rPr lang="fr-FR" dirty="0" smtClean="0"/>
              <a:t> </a:t>
            </a:r>
            <a:r>
              <a:rPr lang="fr-FR" dirty="0" err="1" smtClean="0"/>
              <a:t>philosophy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SI GRANDE INTÉGRITÉ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Serious</a:t>
            </a:r>
            <a:r>
              <a:rPr lang="fr-FR" dirty="0" smtClean="0"/>
              <a:t> </a:t>
            </a:r>
            <a:r>
              <a:rPr lang="fr-FR" dirty="0" err="1" smtClean="0"/>
              <a:t>integrity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LES PETITS ENFANTS</a:t>
            </a:r>
            <a:br>
              <a:rPr lang="fr-FR" dirty="0" smtClean="0"/>
            </a:br>
            <a:r>
              <a:rPr lang="fr-FR" dirty="0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beckon</a:t>
            </a:r>
            <a:r>
              <a:rPr lang="fr-FR" dirty="0" smtClean="0"/>
              <a:t> to come </a:t>
            </a:r>
            <a:r>
              <a:rPr lang="fr-FR" dirty="0" err="1" smtClean="0"/>
              <a:t>receive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 MYSTÈRE SIMPLE POURTANT</a:t>
            </a:r>
            <a:br>
              <a:rPr lang="fr-FR" dirty="0" smtClean="0"/>
            </a:br>
            <a:r>
              <a:rPr lang="fr-FR" dirty="0" smtClean="0"/>
              <a:t>     A simple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 Just to know</a:t>
            </a:r>
            <a:br>
              <a:rPr lang="fr-FR" dirty="0" smtClean="0"/>
            </a:br>
            <a:r>
              <a:rPr lang="fr-FR" dirty="0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soo</a:t>
            </a:r>
            <a:r>
              <a:rPr lang="fr-FR" dirty="0" smtClean="0"/>
              <a:t> good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Won’t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time To </a:t>
            </a:r>
            <a:r>
              <a:rPr lang="fr-FR" dirty="0" err="1" smtClean="0"/>
              <a:t>get</a:t>
            </a:r>
            <a:r>
              <a:rPr lang="fr-FR" dirty="0" smtClean="0"/>
              <a:t> to know</a:t>
            </a:r>
            <a:br>
              <a:rPr lang="fr-FR" dirty="0" smtClean="0"/>
            </a:br>
            <a:r>
              <a:rPr lang="fr-FR" dirty="0" smtClean="0"/>
              <a:t>10-  MON AMOUR EST SI BON TU PEUX ME PARLER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fine You </a:t>
            </a:r>
            <a:r>
              <a:rPr lang="fr-FR" dirty="0" err="1" smtClean="0"/>
              <a:t>can</a:t>
            </a:r>
            <a:r>
              <a:rPr lang="fr-FR" dirty="0" smtClean="0"/>
              <a:t>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12-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CALCULANT SANS FIN, L’INIQUITÉ LA MISÈRE DES ÊTRE HUMAINS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Calculating</a:t>
            </a:r>
            <a:r>
              <a:rPr lang="fr-FR" dirty="0" smtClean="0"/>
              <a:t>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iniquities</a:t>
            </a:r>
            <a:r>
              <a:rPr lang="fr-FR" dirty="0" smtClean="0"/>
              <a:t> Psycho </a:t>
            </a:r>
            <a:r>
              <a:rPr lang="fr-FR" dirty="0" err="1" smtClean="0"/>
              <a:t>misery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Extraordinary</a:t>
            </a:r>
            <a:r>
              <a:rPr lang="fr-FR" dirty="0" smtClean="0"/>
              <a:t>, how in a moments time</a:t>
            </a:r>
            <a:br>
              <a:rPr lang="fr-FR" dirty="0" smtClean="0"/>
            </a:br>
            <a:r>
              <a:rPr lang="fr-FR" dirty="0" smtClean="0"/>
              <a:t>15-  JE CHANGERAI TON DESTIN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I’ll</a:t>
            </a:r>
            <a:r>
              <a:rPr lang="fr-FR" dirty="0" smtClean="0"/>
              <a:t> change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17-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glad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</a:t>
            </a:r>
            <a:br>
              <a:rPr lang="fr-FR" dirty="0" smtClean="0"/>
            </a:br>
            <a:r>
              <a:rPr lang="fr-FR" dirty="0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(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TU DOIS SAVOIR QU’IL EST SI WOUAH</a:t>
            </a:r>
            <a:br>
              <a:rPr lang="fr-FR" dirty="0" smtClean="0"/>
            </a:br>
            <a:r>
              <a:rPr lang="fr-FR" dirty="0" smtClean="0"/>
              <a:t>        You </a:t>
            </a:r>
            <a:r>
              <a:rPr lang="fr-FR" dirty="0" err="1" smtClean="0"/>
              <a:t>need</a:t>
            </a:r>
            <a:r>
              <a:rPr lang="fr-FR" dirty="0" smtClean="0"/>
              <a:t> to know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(Wh-</a:t>
            </a:r>
            <a:r>
              <a:rPr lang="fr-FR" dirty="0" err="1" smtClean="0"/>
              <a:t>oah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Put </a:t>
            </a:r>
            <a:r>
              <a:rPr lang="fr-FR" dirty="0" err="1" smtClean="0"/>
              <a:t>your</a:t>
            </a:r>
            <a:r>
              <a:rPr lang="fr-FR" dirty="0" smtClean="0"/>
              <a:t> hands </a:t>
            </a:r>
            <a:r>
              <a:rPr lang="fr-FR" dirty="0" err="1" smtClean="0"/>
              <a:t>together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BON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23-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24- TRÈS BIEN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Alright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DANS LE GROOVE, DANS LE GROOVE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2-  DANS LE GROOVE, DANS LE GROOVE 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  <a:br>
              <a:rPr lang="fr-FR" dirty="0" smtClean="0"/>
            </a:b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PLUS HAUTE SCIENCE</a:t>
            </a:r>
            <a:br>
              <a:rPr lang="fr-FR" dirty="0" smtClean="0"/>
            </a:br>
            <a:r>
              <a:rPr lang="fr-FR" dirty="0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Highest</a:t>
            </a:r>
            <a:r>
              <a:rPr lang="fr-FR" dirty="0" smtClean="0"/>
              <a:t> science, </a:t>
            </a:r>
            <a:r>
              <a:rPr lang="fr-FR" dirty="0" err="1" smtClean="0"/>
              <a:t>lofty</a:t>
            </a:r>
            <a:r>
              <a:rPr lang="fr-FR" dirty="0" smtClean="0"/>
              <a:t> </a:t>
            </a:r>
            <a:r>
              <a:rPr lang="fr-FR" dirty="0" err="1" smtClean="0"/>
              <a:t>philosophy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SI GRANDE INTÉGRITÉ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Serious</a:t>
            </a:r>
            <a:r>
              <a:rPr lang="fr-FR" dirty="0" smtClean="0"/>
              <a:t> </a:t>
            </a:r>
            <a:r>
              <a:rPr lang="fr-FR" dirty="0" err="1" smtClean="0"/>
              <a:t>integrity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LES PETITS ENFANTS</a:t>
            </a:r>
            <a:br>
              <a:rPr lang="fr-FR" dirty="0" smtClean="0"/>
            </a:br>
            <a:r>
              <a:rPr lang="fr-FR" dirty="0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beckon</a:t>
            </a:r>
            <a:r>
              <a:rPr lang="fr-FR" dirty="0" smtClean="0"/>
              <a:t> to come </a:t>
            </a:r>
            <a:r>
              <a:rPr lang="fr-FR" dirty="0" err="1" smtClean="0"/>
              <a:t>receive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 MYSTÈRE SIMPLE POURTANT</a:t>
            </a:r>
            <a:br>
              <a:rPr lang="fr-FR" dirty="0" smtClean="0"/>
            </a:br>
            <a:r>
              <a:rPr lang="fr-FR" dirty="0" smtClean="0"/>
              <a:t>     A simple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 Just to know</a:t>
            </a:r>
            <a:br>
              <a:rPr lang="fr-FR" dirty="0" smtClean="0"/>
            </a:br>
            <a:r>
              <a:rPr lang="fr-FR" dirty="0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soo</a:t>
            </a:r>
            <a:r>
              <a:rPr lang="fr-FR" dirty="0" smtClean="0"/>
              <a:t> good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Won’t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time To </a:t>
            </a:r>
            <a:r>
              <a:rPr lang="fr-FR" dirty="0" err="1" smtClean="0"/>
              <a:t>get</a:t>
            </a:r>
            <a:r>
              <a:rPr lang="fr-FR" dirty="0" smtClean="0"/>
              <a:t> to know</a:t>
            </a:r>
            <a:br>
              <a:rPr lang="fr-FR" dirty="0" smtClean="0"/>
            </a:br>
            <a:r>
              <a:rPr lang="fr-FR" dirty="0" smtClean="0"/>
              <a:t>10-  MON AMOUR EST SI BON TU PEUX ME PARLER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fine You </a:t>
            </a:r>
            <a:r>
              <a:rPr lang="fr-FR" dirty="0" err="1" smtClean="0"/>
              <a:t>can</a:t>
            </a:r>
            <a:r>
              <a:rPr lang="fr-FR" dirty="0" smtClean="0"/>
              <a:t>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12-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CALCULANT SANS FIN, L’INIQUITÉ LA MISÈRE DES ÊTRE HUMAINS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Calculating</a:t>
            </a:r>
            <a:r>
              <a:rPr lang="fr-FR" dirty="0" smtClean="0"/>
              <a:t>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iniquities</a:t>
            </a:r>
            <a:r>
              <a:rPr lang="fr-FR" dirty="0" smtClean="0"/>
              <a:t> Psycho </a:t>
            </a:r>
            <a:r>
              <a:rPr lang="fr-FR" dirty="0" err="1" smtClean="0"/>
              <a:t>misery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Extraordinary</a:t>
            </a:r>
            <a:r>
              <a:rPr lang="fr-FR" dirty="0" smtClean="0"/>
              <a:t>, how in a moments time</a:t>
            </a:r>
            <a:br>
              <a:rPr lang="fr-FR" dirty="0" smtClean="0"/>
            </a:br>
            <a:r>
              <a:rPr lang="fr-FR" dirty="0" smtClean="0"/>
              <a:t>15-  JE CHANGERAI TON DESTIN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I’ll</a:t>
            </a:r>
            <a:r>
              <a:rPr lang="fr-FR" dirty="0" smtClean="0"/>
              <a:t> change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17-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glad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</a:t>
            </a:r>
            <a:br>
              <a:rPr lang="fr-FR" dirty="0" smtClean="0"/>
            </a:br>
            <a:r>
              <a:rPr lang="fr-FR" dirty="0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(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TU DOIS SAVOIR QU’IL EST SI WOUAH</a:t>
            </a:r>
            <a:br>
              <a:rPr lang="fr-FR" dirty="0" smtClean="0"/>
            </a:br>
            <a:r>
              <a:rPr lang="fr-FR" dirty="0" smtClean="0"/>
              <a:t>        You </a:t>
            </a:r>
            <a:r>
              <a:rPr lang="fr-FR" dirty="0" err="1" smtClean="0"/>
              <a:t>need</a:t>
            </a:r>
            <a:r>
              <a:rPr lang="fr-FR" dirty="0" smtClean="0"/>
              <a:t> to know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(Wh-</a:t>
            </a:r>
            <a:r>
              <a:rPr lang="fr-FR" dirty="0" err="1" smtClean="0"/>
              <a:t>oah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Put </a:t>
            </a:r>
            <a:r>
              <a:rPr lang="fr-FR" dirty="0" err="1" smtClean="0"/>
              <a:t>your</a:t>
            </a:r>
            <a:r>
              <a:rPr lang="fr-FR" dirty="0" smtClean="0"/>
              <a:t> hands </a:t>
            </a:r>
            <a:r>
              <a:rPr lang="fr-FR" dirty="0" err="1" smtClean="0"/>
              <a:t>together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BON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23-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24- TRÈS BIEN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Alright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C76B9-FBD2-4FE3-AB98-4004F81BF2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50824-DBE4-4BE0-A1EA-FAD3E60728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CB2A5-C051-423C-B089-9EDDCB8E9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FB803-E1DF-4737-8F3A-B0BEABA200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E5EFF-E7F5-4A8E-A23D-D60E588239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F31BB-4ED2-480F-A888-3BD8E42778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AD4AD-6A4E-4628-AC73-312F70B679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C13DD-51C1-4A65-AD1F-8BFBA03A4B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03958-4463-40BB-92A4-5E664E6E01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FB879-F5EF-4F5E-860F-239089FEE2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9B6FF-1EE0-4BDD-9CF3-DE9012AB04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5B7D4AC-9B3F-40F6-8E42-1311556E56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HAUTE SCIENCE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PHILOSOPHIE ÉLEVÉE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GRANDE INTÉGRITÉ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PETITS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POUR RECEVOIR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MYSTÈRE SIMPLE POURTANT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SI BON DE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 ET DISPONIBLE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N’ATTENDS PAS TROP LONGTEMPS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ME PARLER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CALCULANT SANS FIN L’INIQUITÉ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MISÈRE DES ÊTRES HUMAINS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EXTRAORDINAIRE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EN UN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CHANGERAI TON DESTIN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SAVOIR QU’IL EST SI WOUAH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FRAPPE TES MAINS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….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TRÈS BIEN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507</Words>
  <Application>Microsoft Office PowerPoint</Application>
  <PresentationFormat>On-screen Show (4:3)</PresentationFormat>
  <Paragraphs>1800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DANS LE GROOVE, DANS LE GROOVE DANS UN PUISSANT GROOVE   </vt:lpstr>
      <vt:lpstr>DANS LE GROOVE, DANS LE GROOVE  DANS UN PUISSANT GROOVE    </vt:lpstr>
      <vt:lpstr>LA PLUS HAUTE SCIENCE UNE PHILOSOPHIE ÉLEVÉE     </vt:lpstr>
      <vt:lpstr>SI GRANDE INTÉGRITÉ      </vt:lpstr>
      <vt:lpstr>LES PETITS ENFANTS VIENNENT POUR RECEVOIR       </vt:lpstr>
      <vt:lpstr>UN MYSTÈRE SIMPLE POURTANT        </vt:lpstr>
      <vt:lpstr>C’EST SI BON DE LE CONNAÎTRE          </vt:lpstr>
      <vt:lpstr>MON AMOUR EST SI BON ET DISPONIBLE          </vt:lpstr>
      <vt:lpstr>N’ATTENDS PAS TROP LONGTEMPS POUR LE CONNAÎTRE           </vt:lpstr>
      <vt:lpstr>MON AMOUR EST SI BON TU PEUX ME PARLER            </vt:lpstr>
      <vt:lpstr>DANS LE GROOVE, DANS LE GROOVE DANS UN PUISSANT GROOVE             </vt:lpstr>
      <vt:lpstr>DANS LE GROOVE, DANS LE GROOVE  DANS UN PUISSANT GROOVE              </vt:lpstr>
      <vt:lpstr>CALCULANT SANS FIN L’INIQUITÉ LA MISÈRE DES ÊTRES HUMAINS               </vt:lpstr>
      <vt:lpstr>C’EST EXTRAORDINAIRE COMME EN UN INSTANT                </vt:lpstr>
      <vt:lpstr>JE CHANGERAI TON DESTIN                 </vt:lpstr>
      <vt:lpstr>DANS LE GROOVE, DANS LE GROOVE DANS UN PUISSANT GROOVE                  </vt:lpstr>
      <vt:lpstr>DANS LE GROOVE, DANS LE GROOVE  DANS UN PUISSANT GROOVE                   </vt:lpstr>
      <vt:lpstr>JE SUIS HEUREUX JÉSUS EST SI BON                    </vt:lpstr>
      <vt:lpstr>IL EST SI BON POUR MOI TU DOIS SAVOIR QU’IL EST SI WOUAH                     </vt:lpstr>
      <vt:lpstr>FRAPPE TES MAINS                      </vt:lpstr>
      <vt:lpstr>BON BON BON BON BON BON….                      </vt:lpstr>
      <vt:lpstr>DANS LE GROOVE, DANS LE GROOVE DANS UN PUISSANT GROOVE                       </vt:lpstr>
      <vt:lpstr>DANS LE GROOVE, DANS LE GROOVE  DANS UN PUISSANT GROOVE                        </vt:lpstr>
      <vt:lpstr>TRÈS BIEN        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152</cp:revision>
  <dcterms:created xsi:type="dcterms:W3CDTF">2002-08-17T10:50:50Z</dcterms:created>
  <dcterms:modified xsi:type="dcterms:W3CDTF">2014-11-28T13:52:47Z</dcterms:modified>
</cp:coreProperties>
</file>