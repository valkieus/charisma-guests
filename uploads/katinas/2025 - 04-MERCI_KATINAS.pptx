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3"/>
  </p:notesMasterIdLst>
  <p:sldIdLst>
    <p:sldId id="257" r:id="rId2"/>
    <p:sldId id="258" r:id="rId3"/>
    <p:sldId id="259" r:id="rId4"/>
    <p:sldId id="260" r:id="rId5"/>
    <p:sldId id="290" r:id="rId6"/>
    <p:sldId id="261" r:id="rId7"/>
    <p:sldId id="262" r:id="rId8"/>
    <p:sldId id="263" r:id="rId9"/>
    <p:sldId id="272" r:id="rId10"/>
    <p:sldId id="264" r:id="rId11"/>
    <p:sldId id="265" r:id="rId12"/>
    <p:sldId id="266" r:id="rId13"/>
    <p:sldId id="267" r:id="rId14"/>
    <p:sldId id="268" r:id="rId15"/>
    <p:sldId id="269" r:id="rId16"/>
    <p:sldId id="271" r:id="rId17"/>
    <p:sldId id="270" r:id="rId18"/>
    <p:sldId id="273" r:id="rId19"/>
    <p:sldId id="291" r:id="rId20"/>
    <p:sldId id="274" r:id="rId21"/>
    <p:sldId id="292" r:id="rId22"/>
    <p:sldId id="275" r:id="rId23"/>
    <p:sldId id="293" r:id="rId24"/>
    <p:sldId id="276" r:id="rId25"/>
    <p:sldId id="277" r:id="rId26"/>
    <p:sldId id="284" r:id="rId27"/>
    <p:sldId id="285" r:id="rId28"/>
    <p:sldId id="286" r:id="rId29"/>
    <p:sldId id="287" r:id="rId30"/>
    <p:sldId id="288" r:id="rId31"/>
    <p:sldId id="289" r:id="rId32"/>
  </p:sldIdLst>
  <p:sldSz cx="12192000" cy="6858000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2283" autoAdjust="0"/>
    <p:restoredTop sz="48234" autoAdjust="0"/>
  </p:normalViewPr>
  <p:slideViewPr>
    <p:cSldViewPr>
      <p:cViewPr varScale="1">
        <p:scale>
          <a:sx n="43" d="100"/>
          <a:sy n="43" d="100"/>
        </p:scale>
        <p:origin x="78" y="18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AFA3D961-DAA4-4204-A391-28EF0AAB1A05}" type="datetimeFigureOut">
              <a:rPr lang="fr-FR"/>
              <a:pPr>
                <a:defRPr/>
              </a:pPr>
              <a:t>23/03/2025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7612826C-5D8D-460D-B57B-A55D20F08E26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>
              <a:defRPr/>
            </a:pPr>
            <a:r>
              <a:rPr lang="fr-FR" smtClean="0"/>
              <a:t>1-  Just a little while longer I wanna pray [encore un moment de plus je voudrais prier] 
2-  Can't get You off my mind so I came to say [Tu remplis mes pensées] 
3-  Thank You Lord just for loving me [Je veux Te dire merci de m’avoir aimé] 
4-  Many times as I do forget [Tant de fois, j’ai oublié] 
5-  Every need that You have met [Mes besoins que Tu as comblés]  
6-  Oh thank You Lord, I know You're showing me [Merci, Seigneur de me le rappeler]  
7-  You are there when I am down and out [Tu es toujours là dans mes besoins] 
8-  You're holding me, Your love is so amazing [Tu me soutiens Ton amour est si puissant] 
9-  Oh it changed me [Tu m’as changé]</a:t>
            </a:r>
          </a:p>
          <a:p>
            <a:pPr>
              <a:defRPr/>
            </a:pPr>
            <a:r>
              <a:rPr lang="fr-FR" smtClean="0"/>
              <a:t>  
	10-  Here I am with all I am [Me voici tel que je suis] 
	11-  Raise my hands to worship You [Je lève mes mains mon cœur rempli] 
	12-  I wanna say thank you, oh thank you [Je veux Te dire merci oui merci]  
	13-  For everything, for who You are [Pour tout le reste pour qui Tu es] 
	14-  You cover me, You touch my heart [Pour Tes merveilles et Tes bienfaits] 
	15-  I wanna say thank you [Je veux te dire merci oui merci </a:t>
            </a:r>
          </a:p>
          <a:p>
            <a:pPr>
              <a:defRPr/>
            </a:pPr>
            <a:r>
              <a:rPr lang="fr-FR" smtClean="0"/>
              <a:t>
16-  I COULD HAVE DIED IN MY SIN BUT YOU SAVED ME [J’étais prisonnier du péché mais tu m’as sauvé] 
17-  DIDN'T HAVE ANY HOPE AT ALL [Quand j’étais désespéré] 
18-  YOU GAVE ME PEACE DIVINE [Tu m’as donné la paix]  
19-  STRENGTH TO CARRY ON [Pour être bien plus grand]  
20-  I SHOULD HAVE BEEN THE ONE TO PAY [C’est moi qui aurais dû payer] 
21-  BUT INSTEAD YOU TOOK MY PLACE [Mais pour moi, Tu l’as fait]  
22-  AMAZING GRACE  [Quelle grâce admirable] 
23-  IT'S MORE THAN JUST A SONG [C’est plus qu’un simple chant]  
24-  EVEN THOUGH I DON'T DESERVE YOUR LOVE FOR ME [Même si je ne mérite pas Ton amour pour moi]  
25-  YOU LOOK BEYOND MY FAULT AND YOU SHOWED MERCY [Tu ne m’as pas jugé Tu m’as pardonné]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
26-  I WANNA SAY THANK YOU FOR THE SUN [je te dis merci pour le soleil]  
27-  I WANNA SAY THANK YOU FOR THE RAIN [Seigneur, merci pour la pluie]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
28-  THANK YOU FOR LOVING ME merci de m’avoir aimé 
29-  merci saint-esprit merci  
30-  THANK YOU [Merci]
31-  purifie mon cœur 
</a:t>
            </a:r>
            <a:endParaRPr lang="fr-FR" dirty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Just a little while longer I wanna pray [encore un moment de plus je voudrais prier] 
2-  Can't get You off my mind so I came to say [Tu remplis mes pensées] 
3-  Thank You Lord just for loving me [Je veux Te dire merci de m’avoir aimé] 
4-  Many times as I do forget [Tant de fois, j’ai oublié] 
5-  Every need that You have met [Mes besoins que Tu as comblés]  
6-  Oh thank You Lord, I know You're showing me [Merci, Seigneur de me le rappeler]  
7-  You are there when I am down and out [Tu es toujours là dans mes besoins] 
8-  You're holding me, Your love is so amazing [Tu me soutiens Ton amour est si puissant] 
9-  Oh it changed me [Tu m’as changé]</a:t>
            </a:r>
          </a:p>
          <a:p>
            <a:r>
              <a:rPr lang="fr-FR" smtClean="0"/>
              <a:t>  
	10-  Here I am with all I am [Me voici tel que je suis] 
	11-  Raise my hands to worship You [Je lève mes mains mon cœur rempli] 
	12-  I wanna say thank you, oh thank you [Je veux Te dire merci oui merci]  
	13-  For everything, for who You are [Pour tout le reste pour qui Tu es] 
	14-  You cover me, You touch my heart [Pour Tes merveilles et Tes bienfaits] 
	15-  I wanna say thank you [Je veux te dire merci oui merci </a:t>
            </a:r>
          </a:p>
          <a:p>
            <a:r>
              <a:rPr lang="fr-FR" smtClean="0"/>
              <a:t>
16-  I COULD HAVE DIED IN MY SIN BUT YOU SAVED ME [J’étais prisonnier du péché mais tu m’as sauvé] 
17-  DIDN'T HAVE ANY HOPE AT ALL [Quand j’étais désespéré] 
18-  YOU GAVE ME PEACE DIVINE [Tu m’as donné la paix]  
19-  STRENGTH TO CARRY ON [Pour être bien plus grand]  
20-  I SHOULD HAVE BEEN THE ONE TO PAY [C’est moi qui aurais dû payer] 
21-  BUT INSTEAD YOU TOOK MY PLACE [Mais pour moi, Tu l’as fait]  
22-  AMAZING GRACE  [Quelle grâce admirable] 
23-  IT'S MORE THAN JUST A SONG [C’est plus qu’un simple chant]  
24-  EVEN THOUGH I DON'T DESERVE YOUR LOVE FOR ME [Même si je ne mérite pas Ton amour pour moi]  
25-  YOU LOOK BEYOND MY FAULT AND YOU SHOWED MERCY [Tu ne m’as pas jugé Tu m’as pardonné]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26-  I WANNA SAY THANK YOU FOR THE SUN [je te dis merci pour le soleil]  
27-  I WANNA SAY THANK YOU FOR THE RAIN [Seigneur, merci pour la pluie] </a:t>
            </a:r>
          </a:p>
          <a:p>
            <a:endParaRPr lang="fr-FR" smtClean="0"/>
          </a:p>
          <a:p>
            <a:r>
              <a:rPr lang="fr-FR" smtClean="0"/>
              <a:t>	Refrain:
28-  THANK YOU FOR LOVING ME merci de m’avoir aimé 
29-  merci saint-esprit merci  
30-  THANK YOU [Merci]
31-  purifie mon cœur 
</a:t>
            </a:r>
            <a:endParaRPr lang="fr-F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>
              <a:defRPr/>
            </a:pPr>
            <a:r>
              <a:rPr lang="fr-FR" smtClean="0"/>
              <a:t>1-  Just a little while longer I wanna pray [encore un moment de plus je voudrais prier] 
2-  Can't get You off my mind so I came to say [Tu remplis mes pensées] 
3-  Thank You Lord just for loving me [Je veux Te dire merci de m’avoir aimé] 
4-  Many times as I do forget [Tant de fois, j’ai oublié] 
5-  Every need that You have met [Mes besoins que Tu as comblés]  
6-  Oh thank You Lord, I know You're showing me [Merci, Seigneur de me le rappeler]  
7-  You are there when I am down and out [Tu es toujours là dans mes besoins] 
8-  You're holding me, Your love is so amazing [Tu me soutiens Ton amour est si puissant] 
9-  Oh it changed me [Tu m’as changé]</a:t>
            </a:r>
          </a:p>
          <a:p>
            <a:pPr>
              <a:defRPr/>
            </a:pPr>
            <a:r>
              <a:rPr lang="fr-FR" smtClean="0"/>
              <a:t>  
	10-  Here I am with all I am [Me voici tel que je suis] 
	11-  Raise my hands to worship You [Je lève mes mains mon cœur rempli] 
	12-  I wanna say thank you, oh thank you [Je veux Te dire merci oui merci]  
	13-  For everything, for who You are [Pour tout le reste pour qui Tu es] 
	14-  You cover me, You touch my heart [Pour Tes merveilles et Tes bienfaits] 
	15-  I wanna say thank you [Je veux te dire merci oui merci </a:t>
            </a:r>
          </a:p>
          <a:p>
            <a:pPr>
              <a:defRPr/>
            </a:pPr>
            <a:r>
              <a:rPr lang="fr-FR" smtClean="0"/>
              <a:t>
16-  I COULD HAVE DIED IN MY SIN BUT YOU SAVED ME [J’étais prisonnier du péché mais tu m’as sauvé] 
17-  DIDN'T HAVE ANY HOPE AT ALL [Quand j’étais désespéré] 
18-  YOU GAVE ME PEACE DIVINE [Tu m’as donné la paix]  
19-  STRENGTH TO CARRY ON [Pour être bien plus grand]  
20-  I SHOULD HAVE BEEN THE ONE TO PAY [C’est moi qui aurais dû payer] 
21-  BUT INSTEAD YOU TOOK MY PLACE [Mais pour moi, Tu l’as fait]  
22-  AMAZING GRACE  [Quelle grâce admirable] 
23-  IT'S MORE THAN JUST A SONG [C’est plus qu’un simple chant]  
24-  EVEN THOUGH I DON'T DESERVE YOUR LOVE FOR ME [Même si je ne mérite pas Ton amour pour moi]  
25-  YOU LOOK BEYOND MY FAULT AND YOU SHOWED MERCY [Tu ne m’as pas jugé Tu m’as pardonné]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
26-  I WANNA SAY THANK YOU FOR THE SUN [je te dis merci pour le soleil]  
27-  I WANNA SAY THANK YOU FOR THE RAIN [Seigneur, merci pour la pluie]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
28-  THANK YOU FOR LOVING ME merci de m’avoir aimé 
29-  merci saint-esprit merci  
30-  THANK YOU [Merci]
31-  purifie mon cœur 
</a:t>
            </a:r>
            <a:endParaRPr lang="fr-FR" dirty="0"/>
          </a:p>
        </p:txBody>
      </p:sp>
      <p:sp>
        <p:nvSpPr>
          <p:cNvPr id="378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Just a little while longer I wanna pray [encore un moment de plus je voudrais prier] 
2-  Can't get You off my mind so I came to say [Tu remplis mes pensées] 
3-  Thank You Lord just for loving me [Je veux Te dire merci de m’avoir aimé] 
4-  Many times as I do forget [Tant de fois, j’ai oublié] 
5-  Every need that You have met [Mes besoins que Tu as comblés]  
6-  Oh thank You Lord, I know You're showing me [Merci, Seigneur de me le rappeler]  
7-  You are there when I am down and out [Tu es toujours là dans mes besoins] 
8-  You're holding me, Your love is so amazing [Tu me soutiens Ton amour est si puissant] 
9-  Oh it changed me [Tu m’as changé]</a:t>
            </a:r>
          </a:p>
          <a:p>
            <a:r>
              <a:rPr lang="fr-FR" smtClean="0"/>
              <a:t>  
	10-  Here I am with all I am [Me voici tel que je suis] 
	11-  Raise my hands to worship You [Je lève mes mains mon cœur rempli] 
	12-  I wanna say thank you, oh thank you [Je veux Te dire merci oui merci]  
	13-  For everything, for who You are [Pour tout le reste pour qui Tu es] 
	14-  You cover me, You touch my heart [Pour Tes merveilles et Tes bienfaits] 
	15-  I wanna say thank you [Je veux te dire merci oui merci </a:t>
            </a:r>
          </a:p>
          <a:p>
            <a:r>
              <a:rPr lang="fr-FR" smtClean="0"/>
              <a:t>
16-  I COULD HAVE DIED IN MY SIN BUT YOU SAVED ME [J’étais prisonnier du péché mais tu m’as sauvé] 
17-  DIDN'T HAVE ANY HOPE AT ALL [Quand j’étais désespéré] 
18-  YOU GAVE ME PEACE DIVINE [Tu m’as donné la paix]  
19-  STRENGTH TO CARRY ON [Pour être bien plus grand]  
20-  I SHOULD HAVE BEEN THE ONE TO PAY [C’est moi qui aurais dû payer] 
21-  BUT INSTEAD YOU TOOK MY PLACE [Mais pour moi, Tu l’as fait]  
22-  AMAZING GRACE  [Quelle grâce admirable] 
23-  IT'S MORE THAN JUST A SONG [C’est plus qu’un simple chant]  
24-  EVEN THOUGH I DON'T DESERVE YOUR LOVE FOR ME [Même si je ne mérite pas Ton amour pour moi]  
25-  YOU LOOK BEYOND MY FAULT AND YOU SHOWED MERCY [Tu ne m’as pas jugé Tu m’as pardonné]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26-  I WANNA SAY THANK YOU FOR THE SUN [je te dis merci pour le soleil]  
27-  I WANNA SAY THANK YOU FOR THE RAIN [Seigneur, merci pour la pluie] </a:t>
            </a:r>
          </a:p>
          <a:p>
            <a:endParaRPr lang="fr-FR" smtClean="0"/>
          </a:p>
          <a:p>
            <a:r>
              <a:rPr lang="fr-FR" smtClean="0"/>
              <a:t>	Refrain:
28-  THANK YOU FOR LOVING ME merci de m’avoir aimé 
29-  merci saint-esprit merci  
30-  THANK YOU [Merci]
31-  purifie mon cœur 
</a:t>
            </a:r>
            <a:endParaRPr lang="fr-FR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>
              <a:defRPr/>
            </a:pPr>
            <a:r>
              <a:rPr lang="fr-FR" smtClean="0"/>
              <a:t>1-  Just a little while longer I wanna pray [encore un moment de plus je voudrais prier] 
2-  Can't get You off my mind so I came to say [Tu remplis mes pensées] 
3-  Thank You Lord just for loving me [Je veux Te dire merci de m’avoir aimé] 
4-  Many times as I do forget [Tant de fois, j’ai oublié] 
5-  Every need that You have met [Mes besoins que Tu as comblés]  
6-  Oh thank You Lord, I know You're showing me [Merci, Seigneur de me le rappeler]  
7-  You are there when I am down and out [Tu es toujours là dans mes besoins] 
8-  You're holding me, Your love is so amazing [Tu me soutiens Ton amour est si puissant] 
9-  Oh it changed me [Tu m’as changé]</a:t>
            </a:r>
          </a:p>
          <a:p>
            <a:pPr>
              <a:defRPr/>
            </a:pPr>
            <a:r>
              <a:rPr lang="fr-FR" smtClean="0"/>
              <a:t>  
	10-  Here I am with all I am [Me voici tel que je suis] 
	11-  Raise my hands to worship You [Je lève mes mains mon cœur rempli] 
	12-  I wanna say thank you, oh thank you [Je veux Te dire merci oui merci]  
	13-  For everything, for who You are [Pour tout le reste pour qui Tu es] 
	14-  You cover me, You touch my heart [Pour Tes merveilles et Tes bienfaits] 
	15-  I wanna say thank you [Je veux te dire merci oui merci </a:t>
            </a:r>
          </a:p>
          <a:p>
            <a:pPr>
              <a:defRPr/>
            </a:pPr>
            <a:r>
              <a:rPr lang="fr-FR" smtClean="0"/>
              <a:t>
16-  I COULD HAVE DIED IN MY SIN BUT YOU SAVED ME [J’étais prisonnier du péché mais tu m’as sauvé] 
17-  DIDN'T HAVE ANY HOPE AT ALL [Quand j’étais désespéré] 
18-  YOU GAVE ME PEACE DIVINE [Tu m’as donné la paix]  
19-  STRENGTH TO CARRY ON [Pour être bien plus grand]  
20-  I SHOULD HAVE BEEN THE ONE TO PAY [C’est moi qui aurais dû payer] 
21-  BUT INSTEAD YOU TOOK MY PLACE [Mais pour moi, Tu l’as fait]  
22-  AMAZING GRACE  [Quelle grâce admirable] 
23-  IT'S MORE THAN JUST A SONG [C’est plus qu’un simple chant]  
24-  EVEN THOUGH I DON'T DESERVE YOUR LOVE FOR ME [Même si je ne mérite pas Ton amour pour moi]  
25-  YOU LOOK BEYOND MY FAULT AND YOU SHOWED MERCY [Tu ne m’as pas jugé Tu m’as pardonné]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
26-  I WANNA SAY THANK YOU FOR THE SUN [je te dis merci pour le soleil]  
27-  I WANNA SAY THANK YOU FOR THE RAIN [Seigneur, merci pour la pluie]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
28-  THANK YOU FOR LOVING ME merci de m’avoir aimé 
29-  merci saint-esprit merci  
30-  THANK YOU [Merci]
31-  purifie mon cœur 
</a:t>
            </a:r>
            <a:endParaRPr lang="fr-FR" dirty="0"/>
          </a:p>
        </p:txBody>
      </p:sp>
      <p:sp>
        <p:nvSpPr>
          <p:cNvPr id="389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Just a little while longer I wanna pray [encore un moment de plus je voudrais prier] 
2-  Can't get You off my mind so I came to say [Tu remplis mes pensées] 
3-  Thank You Lord just for loving me [Je veux Te dire merci de m’avoir aimé] 
4-  Many times as I do forget [Tant de fois, j’ai oublié] 
5-  Every need that You have met [Mes besoins que Tu as comblés]  
6-  Oh thank You Lord, I know You're showing me [Merci, Seigneur de me le rappeler]  
7-  You are there when I am down and out [Tu es toujours là dans mes besoins] 
8-  You're holding me, Your love is so amazing [Tu me soutiens Ton amour est si puissant] 
9-  Oh it changed me [Tu m’as changé]</a:t>
            </a:r>
          </a:p>
          <a:p>
            <a:r>
              <a:rPr lang="fr-FR" smtClean="0"/>
              <a:t>  
	10-  Here I am with all I am [Me voici tel que je suis] 
	11-  Raise my hands to worship You [Je lève mes mains mon cœur rempli] 
	12-  I wanna say thank you, oh thank you [Je veux Te dire merci oui merci]  
	13-  For everything, for who You are [Pour tout le reste pour qui Tu es] 
	14-  You cover me, You touch my heart [Pour Tes merveilles et Tes bienfaits] 
	15-  I wanna say thank you [Je veux te dire merci oui merci </a:t>
            </a:r>
          </a:p>
          <a:p>
            <a:r>
              <a:rPr lang="fr-FR" smtClean="0"/>
              <a:t>
16-  I COULD HAVE DIED IN MY SIN BUT YOU SAVED ME [J’étais prisonnier du péché mais tu m’as sauvé] 
17-  DIDN'T HAVE ANY HOPE AT ALL [Quand j’étais désespéré] 
18-  YOU GAVE ME PEACE DIVINE [Tu m’as donné la paix]  
19-  STRENGTH TO CARRY ON [Pour être bien plus grand]  
20-  I SHOULD HAVE BEEN THE ONE TO PAY [C’est moi qui aurais dû payer] 
21-  BUT INSTEAD YOU TOOK MY PLACE [Mais pour moi, Tu l’as fait]  
22-  AMAZING GRACE  [Quelle grâce admirable] 
23-  IT'S MORE THAN JUST A SONG [C’est plus qu’un simple chant]  
24-  EVEN THOUGH I DON'T DESERVE YOUR LOVE FOR ME [Même si je ne mérite pas Ton amour pour moi]  
25-  YOU LOOK BEYOND MY FAULT AND YOU SHOWED MERCY [Tu ne m’as pas jugé Tu m’as pardonné]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26-  I WANNA SAY THANK YOU FOR THE SUN [je te dis merci pour le soleil]  
27-  I WANNA SAY THANK YOU FOR THE RAIN [Seigneur, merci pour la pluie] </a:t>
            </a:r>
          </a:p>
          <a:p>
            <a:endParaRPr lang="fr-FR" smtClean="0"/>
          </a:p>
          <a:p>
            <a:r>
              <a:rPr lang="fr-FR" smtClean="0"/>
              <a:t>	Refrain:
28-  THANK YOU FOR LOVING ME merci de m’avoir aimé 
29-  merci saint-esprit merci  
30-  THANK YOU [Merci]
31-  purifie mon cœur 
</a:t>
            </a:r>
            <a:endParaRPr lang="fr-FR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>
              <a:defRPr/>
            </a:pPr>
            <a:r>
              <a:rPr lang="fr-FR" smtClean="0"/>
              <a:t>1-  Just a little while longer I wanna pray [encore un moment de plus je voudrais prier] 
2-  Can't get You off my mind so I came to say [Tu remplis mes pensées] 
3-  Thank You Lord just for loving me [Je veux Te dire merci de m’avoir aimé] 
4-  Many times as I do forget [Tant de fois, j’ai oublié] 
5-  Every need that You have met [Mes besoins que Tu as comblés]  
6-  Oh thank You Lord, I know You're showing me [Merci, Seigneur de me le rappeler]  
7-  You are there when I am down and out [Tu es toujours là dans mes besoins] 
8-  You're holding me, Your love is so amazing [Tu me soutiens Ton amour est si puissant] 
9-  Oh it changed me [Tu m’as changé]</a:t>
            </a:r>
          </a:p>
          <a:p>
            <a:pPr>
              <a:defRPr/>
            </a:pPr>
            <a:r>
              <a:rPr lang="fr-FR" smtClean="0"/>
              <a:t>  
	10-  Here I am with all I am [Me voici tel que je suis] 
	11-  Raise my hands to worship You [Je lève mes mains mon cœur rempli] 
	12-  I wanna say thank you, oh thank you [Je veux Te dire merci oui merci]  
	13-  For everything, for who You are [Pour tout le reste pour qui Tu es] 
	14-  You cover me, You touch my heart [Pour Tes merveilles et Tes bienfaits] 
	15-  I wanna say thank you [Je veux te dire merci oui merci </a:t>
            </a:r>
          </a:p>
          <a:p>
            <a:pPr>
              <a:defRPr/>
            </a:pPr>
            <a:r>
              <a:rPr lang="fr-FR" smtClean="0"/>
              <a:t>
16-  I COULD HAVE DIED IN MY SIN BUT YOU SAVED ME [J’étais prisonnier du péché mais tu m’as sauvé] 
17-  DIDN'T HAVE ANY HOPE AT ALL [Quand j’étais désespéré] 
18-  YOU GAVE ME PEACE DIVINE [Tu m’as donné la paix]  
19-  STRENGTH TO CARRY ON [Pour être bien plus grand]  
20-  I SHOULD HAVE BEEN THE ONE TO PAY [C’est moi qui aurais dû payer] 
21-  BUT INSTEAD YOU TOOK MY PLACE [Mais pour moi, Tu l’as fait]  
22-  AMAZING GRACE  [Quelle grâce admirable] 
23-  IT'S MORE THAN JUST A SONG [C’est plus qu’un simple chant]  
24-  EVEN THOUGH I DON'T DESERVE YOUR LOVE FOR ME [Même si je ne mérite pas Ton amour pour moi]  
25-  YOU LOOK BEYOND MY FAULT AND YOU SHOWED MERCY [Tu ne m’as pas jugé Tu m’as pardonné]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
26-  I WANNA SAY THANK YOU FOR THE SUN [je te dis merci pour le soleil]  
27-  I WANNA SAY THANK YOU FOR THE RAIN [Seigneur, merci pour la pluie]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
28-  THANK YOU FOR LOVING ME merci de m’avoir aimé 
29-  merci saint-esprit merci  
30-  THANK YOU [Merci]
31-  purifie mon cœur 
</a:t>
            </a:r>
            <a:endParaRPr lang="fr-FR" dirty="0"/>
          </a:p>
        </p:txBody>
      </p:sp>
      <p:sp>
        <p:nvSpPr>
          <p:cNvPr id="399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Just a little while longer I wanna pray [encore un moment de plus je voudrais prier] 
2-  Can't get You off my mind so I came to say [Tu remplis mes pensées] 
3-  Thank You Lord just for loving me [Je veux Te dire merci de m’avoir aimé] 
4-  Many times as I do forget [Tant de fois, j’ai oublié] 
5-  Every need that You have met [Mes besoins que Tu as comblés]  
6-  Oh thank You Lord, I know You're showing me [Merci, Seigneur de me le rappeler]  
7-  You are there when I am down and out [Tu es toujours là dans mes besoins] 
8-  You're holding me, Your love is so amazing [Tu me soutiens Ton amour est si puissant] 
9-  Oh it changed me [Tu m’as changé]</a:t>
            </a:r>
          </a:p>
          <a:p>
            <a:r>
              <a:rPr lang="fr-FR" smtClean="0"/>
              <a:t>  
	10-  Here I am with all I am [Me voici tel que je suis] 
	11-  Raise my hands to worship You [Je lève mes mains mon cœur rempli] 
	12-  I wanna say thank you, oh thank you [Je veux Te dire merci oui merci]  
	13-  For everything, for who You are [Pour tout le reste pour qui Tu es] 
	14-  You cover me, You touch my heart [Pour Tes merveilles et Tes bienfaits] 
	15-  I wanna say thank you [Je veux te dire merci oui merci </a:t>
            </a:r>
          </a:p>
          <a:p>
            <a:r>
              <a:rPr lang="fr-FR" smtClean="0"/>
              <a:t>
16-  I COULD HAVE DIED IN MY SIN BUT YOU SAVED ME [J’étais prisonnier du péché mais tu m’as sauvé] 
17-  DIDN'T HAVE ANY HOPE AT ALL [Quand j’étais désespéré] 
18-  YOU GAVE ME PEACE DIVINE [Tu m’as donné la paix]  
19-  STRENGTH TO CARRY ON [Pour être bien plus grand]  
20-  I SHOULD HAVE BEEN THE ONE TO PAY [C’est moi qui aurais dû payer] 
21-  BUT INSTEAD YOU TOOK MY PLACE [Mais pour moi, Tu l’as fait]  
22-  AMAZING GRACE  [Quelle grâce admirable] 
23-  IT'S MORE THAN JUST A SONG [C’est plus qu’un simple chant]  
24-  EVEN THOUGH I DON'T DESERVE YOUR LOVE FOR ME [Même si je ne mérite pas Ton amour pour moi]  
25-  YOU LOOK BEYOND MY FAULT AND YOU SHOWED MERCY [Tu ne m’as pas jugé Tu m’as pardonné]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26-  I WANNA SAY THANK YOU FOR THE SUN [je te dis merci pour le soleil]  
27-  I WANNA SAY THANK YOU FOR THE RAIN [Seigneur, merci pour la pluie] </a:t>
            </a:r>
          </a:p>
          <a:p>
            <a:endParaRPr lang="fr-FR" smtClean="0"/>
          </a:p>
          <a:p>
            <a:r>
              <a:rPr lang="fr-FR" smtClean="0"/>
              <a:t>	Refrain:
28-  THANK YOU FOR LOVING ME merci de m’avoir aimé 
29-  merci saint-esprit merci  
30-  THANK YOU [Merci]
31-  purifie mon cœur 
</a:t>
            </a:r>
            <a:endParaRPr lang="fr-FR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>
              <a:defRPr/>
            </a:pPr>
            <a:r>
              <a:rPr lang="fr-FR" smtClean="0"/>
              <a:t>1-  Just a little while longer I wanna pray [encore un moment de plus je voudrais prier] 
2-  Can't get You off my mind so I came to say [Tu remplis mes pensées] 
3-  Thank You Lord just for loving me [Je veux Te dire merci de m’avoir aimé] 
4-  Many times as I do forget [Tant de fois, j’ai oublié] 
5-  Every need that You have met [Mes besoins que Tu as comblés]  
6-  Oh thank You Lord, I know You're showing me [Merci, Seigneur de me le rappeler]  
7-  You are there when I am down and out [Tu es toujours là dans mes besoins] 
8-  You're holding me, Your love is so amazing [Tu me soutiens Ton amour est si puissant] 
9-  Oh it changed me [Tu m’as changé]</a:t>
            </a:r>
          </a:p>
          <a:p>
            <a:pPr>
              <a:defRPr/>
            </a:pPr>
            <a:r>
              <a:rPr lang="fr-FR" smtClean="0"/>
              <a:t>  
	10-  Here I am with all I am [Me voici tel que je suis] 
	11-  Raise my hands to worship You [Je lève mes mains mon cœur rempli] 
	12-  I wanna say thank you, oh thank you [Je veux Te dire merci oui merci]  
	13-  For everything, for who You are [Pour tout le reste pour qui Tu es] 
	14-  You cover me, You touch my heart [Pour Tes merveilles et Tes bienfaits] 
	15-  I wanna say thank you [Je veux te dire merci oui merci </a:t>
            </a:r>
          </a:p>
          <a:p>
            <a:pPr>
              <a:defRPr/>
            </a:pPr>
            <a:r>
              <a:rPr lang="fr-FR" smtClean="0"/>
              <a:t>
16-  I COULD HAVE DIED IN MY SIN BUT YOU SAVED ME [J’étais prisonnier du péché mais tu m’as sauvé] 
17-  DIDN'T HAVE ANY HOPE AT ALL [Quand j’étais désespéré] 
18-  YOU GAVE ME PEACE DIVINE [Tu m’as donné la paix]  
19-  STRENGTH TO CARRY ON [Pour être bien plus grand]  
20-  I SHOULD HAVE BEEN THE ONE TO PAY [C’est moi qui aurais dû payer] 
21-  BUT INSTEAD YOU TOOK MY PLACE [Mais pour moi, Tu l’as fait]  
22-  AMAZING GRACE  [Quelle grâce admirable] 
23-  IT'S MORE THAN JUST A SONG [C’est plus qu’un simple chant]  
24-  EVEN THOUGH I DON'T DESERVE YOUR LOVE FOR ME [Même si je ne mérite pas Ton amour pour moi]  
25-  YOU LOOK BEYOND MY FAULT AND YOU SHOWED MERCY [Tu ne m’as pas jugé Tu m’as pardonné]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
26-  I WANNA SAY THANK YOU FOR THE SUN [je te dis merci pour le soleil]  
27-  I WANNA SAY THANK YOU FOR THE RAIN [Seigneur, merci pour la pluie]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
28-  THANK YOU FOR LOVING ME merci de m’avoir aimé 
29-  merci saint-esprit merci  
30-  THANK YOU [Merci]
31-  purifie mon cœur 
</a:t>
            </a:r>
            <a:endParaRPr lang="fr-FR" dirty="0"/>
          </a:p>
        </p:txBody>
      </p:sp>
      <p:sp>
        <p:nvSpPr>
          <p:cNvPr id="399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Just a little while longer I wanna pray [encore un moment de plus je voudrais prier] 
2-  Can't get You off my mind so I came to say [Tu remplis mes pensées] 
3-  Thank You Lord just for loving me [Je veux Te dire merci de m’avoir aimé] 
4-  Many times as I do forget [Tant de fois, j’ai oublié] 
5-  Every need that You have met [Mes besoins que Tu as comblés]  
6-  Oh thank You Lord, I know You're showing me [Merci, Seigneur de me le rappeler]  
7-  You are there when I am down and out [Tu es toujours là dans mes besoins] 
8-  You're holding me, Your love is so amazing [Tu me soutiens Ton amour est si puissant] 
9-  Oh it changed me [Tu m’as changé]</a:t>
            </a:r>
          </a:p>
          <a:p>
            <a:r>
              <a:rPr lang="fr-FR" smtClean="0"/>
              <a:t>  
	10-  Here I am with all I am [Me voici tel que je suis] 
	11-  Raise my hands to worship You [Je lève mes mains mon cœur rempli] 
	12-  I wanna say thank you, oh thank you [Je veux Te dire merci oui merci]  
	13-  For everything, for who You are [Pour tout le reste pour qui Tu es] 
	14-  You cover me, You touch my heart [Pour Tes merveilles et Tes bienfaits] 
	15-  I wanna say thank you [Je veux te dire merci oui merci </a:t>
            </a:r>
          </a:p>
          <a:p>
            <a:r>
              <a:rPr lang="fr-FR" smtClean="0"/>
              <a:t>
16-  I COULD HAVE DIED IN MY SIN BUT YOU SAVED ME [J’étais prisonnier du péché mais tu m’as sauvé] 
17-  DIDN'T HAVE ANY HOPE AT ALL [Quand j’étais désespéré] 
18-  YOU GAVE ME PEACE DIVINE [Tu m’as donné la paix]  
19-  STRENGTH TO CARRY ON [Pour être bien plus grand]  
20-  I SHOULD HAVE BEEN THE ONE TO PAY [C’est moi qui aurais dû payer] 
21-  BUT INSTEAD YOU TOOK MY PLACE [Mais pour moi, Tu l’as fait]  
22-  AMAZING GRACE  [Quelle grâce admirable] 
23-  IT'S MORE THAN JUST A SONG [C’est plus qu’un simple chant]  
24-  EVEN THOUGH I DON'T DESERVE YOUR LOVE FOR ME [Même si je ne mérite pas Ton amour pour moi]  
25-  YOU LOOK BEYOND MY FAULT AND YOU SHOWED MERCY [Tu ne m’as pas jugé Tu m’as pardonné]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26-  I WANNA SAY THANK YOU FOR THE SUN [je te dis merci pour le soleil]  
27-  I WANNA SAY THANK YOU FOR THE RAIN [Seigneur, merci pour la pluie] </a:t>
            </a:r>
          </a:p>
          <a:p>
            <a:endParaRPr lang="fr-FR" smtClean="0"/>
          </a:p>
          <a:p>
            <a:r>
              <a:rPr lang="fr-FR" smtClean="0"/>
              <a:t>	Refrain:
28-  THANK YOU FOR LOVING ME merci de m’avoir aimé 
29-  merci saint-esprit merci  
30-  THANK YOU [Merci]
31-  purifie mon cœur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42830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>
              <a:defRPr/>
            </a:pPr>
            <a:r>
              <a:rPr lang="fr-FR" smtClean="0"/>
              <a:t>1-  Just a little while longer I wanna pray [encore un moment de plus je voudrais prier] 
2-  Can't get You off my mind so I came to say [Tu remplis mes pensées] 
3-  Thank You Lord just for loving me [Je veux Te dire merci de m’avoir aimé] 
4-  Many times as I do forget [Tant de fois, j’ai oublié] 
5-  Every need that You have met [Mes besoins que Tu as comblés]  
6-  Oh thank You Lord, I know You're showing me [Merci, Seigneur de me le rappeler]  
7-  You are there when I am down and out [Tu es toujours là dans mes besoins] 
8-  You're holding me, Your love is so amazing [Tu me soutiens Ton amour est si puissant] 
9-  Oh it changed me [Tu m’as changé]</a:t>
            </a:r>
          </a:p>
          <a:p>
            <a:pPr>
              <a:defRPr/>
            </a:pPr>
            <a:r>
              <a:rPr lang="fr-FR" smtClean="0"/>
              <a:t>  
	10-  Here I am with all I am [Me voici tel que je suis] 
	11-  Raise my hands to worship You [Je lève mes mains mon cœur rempli] 
	12-  I wanna say thank you, oh thank you [Je veux Te dire merci oui merci]  
	13-  For everything, for who You are [Pour tout le reste pour qui Tu es] 
	14-  You cover me, You touch my heart [Pour Tes merveilles et Tes bienfaits] 
	15-  I wanna say thank you [Je veux te dire merci oui merci </a:t>
            </a:r>
          </a:p>
          <a:p>
            <a:pPr>
              <a:defRPr/>
            </a:pPr>
            <a:r>
              <a:rPr lang="fr-FR" smtClean="0"/>
              <a:t>
16-  I COULD HAVE DIED IN MY SIN BUT YOU SAVED ME [J’étais prisonnier du péché mais tu m’as sauvé] 
17-  DIDN'T HAVE ANY HOPE AT ALL [Quand j’étais désespéré] 
18-  YOU GAVE ME PEACE DIVINE [Tu m’as donné la paix]  
19-  STRENGTH TO CARRY ON [Pour être bien plus grand]  
20-  I SHOULD HAVE BEEN THE ONE TO PAY [C’est moi qui aurais dû payer] 
21-  BUT INSTEAD YOU TOOK MY PLACE [Mais pour moi, Tu l’as fait]  
22-  AMAZING GRACE  [Quelle grâce admirable] 
23-  IT'S MORE THAN JUST A SONG [C’est plus qu’un simple chant]  
24-  EVEN THOUGH I DON'T DESERVE YOUR LOVE FOR ME [Même si je ne mérite pas Ton amour pour moi]  
25-  YOU LOOK BEYOND MY FAULT AND YOU SHOWED MERCY [Tu ne m’as pas jugé Tu m’as pardonné]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
26-  I WANNA SAY THANK YOU FOR THE SUN [je te dis merci pour le soleil]  
27-  I WANNA SAY THANK YOU FOR THE RAIN [Seigneur, merci pour la pluie]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
28-  THANK YOU FOR LOVING ME merci de m’avoir aimé 
29-  merci saint-esprit merci  
30-  THANK YOU [Merci]
31-  purifie mon cœur 
</a:t>
            </a:r>
            <a:endParaRPr lang="fr-FR" dirty="0"/>
          </a:p>
        </p:txBody>
      </p:sp>
      <p:sp>
        <p:nvSpPr>
          <p:cNvPr id="409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Just a little while longer I wanna pray [encore un moment de plus je voudrais prier] 
2-  Can't get You off my mind so I came to say [Tu remplis mes pensées] 
3-  Thank You Lord just for loving me [Je veux Te dire merci de m’avoir aimé] 
4-  Many times as I do forget [Tant de fois, j’ai oublié] 
5-  Every need that You have met [Mes besoins que Tu as comblés]  
6-  Oh thank You Lord, I know You're showing me [Merci, Seigneur de me le rappeler]  
7-  You are there when I am down and out [Tu es toujours là dans mes besoins] 
8-  You're holding me, Your love is so amazing [Tu me soutiens Ton amour est si puissant] 
9-  Oh it changed me [Tu m’as changé]</a:t>
            </a:r>
          </a:p>
          <a:p>
            <a:r>
              <a:rPr lang="fr-FR" smtClean="0"/>
              <a:t>  
	10-  Here I am with all I am [Me voici tel que je suis] 
	11-  Raise my hands to worship You [Je lève mes mains mon cœur rempli] 
	12-  I wanna say thank you, oh thank you [Je veux Te dire merci oui merci]  
	13-  For everything, for who You are [Pour tout le reste pour qui Tu es] 
	14-  You cover me, You touch my heart [Pour Tes merveilles et Tes bienfaits] 
	15-  I wanna say thank you [Je veux te dire merci oui merci </a:t>
            </a:r>
          </a:p>
          <a:p>
            <a:r>
              <a:rPr lang="fr-FR" smtClean="0"/>
              <a:t>
16-  I COULD HAVE DIED IN MY SIN BUT YOU SAVED ME [J’étais prisonnier du péché mais tu m’as sauvé] 
17-  DIDN'T HAVE ANY HOPE AT ALL [Quand j’étais désespéré] 
18-  YOU GAVE ME PEACE DIVINE [Tu m’as donné la paix]  
19-  STRENGTH TO CARRY ON [Pour être bien plus grand]  
20-  I SHOULD HAVE BEEN THE ONE TO PAY [C’est moi qui aurais dû payer] 
21-  BUT INSTEAD YOU TOOK MY PLACE [Mais pour moi, Tu l’as fait]  
22-  AMAZING GRACE  [Quelle grâce admirable] 
23-  IT'S MORE THAN JUST A SONG [C’est plus qu’un simple chant]  
24-  EVEN THOUGH I DON'T DESERVE YOUR LOVE FOR ME [Même si je ne mérite pas Ton amour pour moi]  
25-  YOU LOOK BEYOND MY FAULT AND YOU SHOWED MERCY [Tu ne m’as pas jugé Tu m’as pardonné]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26-  I WANNA SAY THANK YOU FOR THE SUN [je te dis merci pour le soleil]  
27-  I WANNA SAY THANK YOU FOR THE RAIN [Seigneur, merci pour la pluie] </a:t>
            </a:r>
          </a:p>
          <a:p>
            <a:endParaRPr lang="fr-FR" smtClean="0"/>
          </a:p>
          <a:p>
            <a:r>
              <a:rPr lang="fr-FR" smtClean="0"/>
              <a:t>	Refrain:
28-  THANK YOU FOR LOVING ME merci de m’avoir aimé 
29-  merci saint-esprit merci  
30-  THANK YOU [Merci]
31-  purifie mon cœur 
</a:t>
            </a:r>
            <a:endParaRPr lang="fr-FR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>
              <a:defRPr/>
            </a:pPr>
            <a:r>
              <a:rPr lang="fr-FR" smtClean="0"/>
              <a:t>1-  Just a little while longer I wanna pray [encore un moment de plus je voudrais prier] 
2-  Can't get You off my mind so I came to say [Tu remplis mes pensées] 
3-  Thank You Lord just for loving me [Je veux Te dire merci de m’avoir aimé] 
4-  Many times as I do forget [Tant de fois, j’ai oublié] 
5-  Every need that You have met [Mes besoins que Tu as comblés]  
6-  Oh thank You Lord, I know You're showing me [Merci, Seigneur de me le rappeler]  
7-  You are there when I am down and out [Tu es toujours là dans mes besoins] 
8-  You're holding me, Your love is so amazing [Tu me soutiens Ton amour est si puissant] 
9-  Oh it changed me [Tu m’as changé]</a:t>
            </a:r>
          </a:p>
          <a:p>
            <a:pPr>
              <a:defRPr/>
            </a:pPr>
            <a:r>
              <a:rPr lang="fr-FR" smtClean="0"/>
              <a:t>  
	10-  Here I am with all I am [Me voici tel que je suis] 
	11-  Raise my hands to worship You [Je lève mes mains mon cœur rempli] 
	12-  I wanna say thank you, oh thank you [Je veux Te dire merci oui merci]  
	13-  For everything, for who You are [Pour tout le reste pour qui Tu es] 
	14-  You cover me, You touch my heart [Pour Tes merveilles et Tes bienfaits] 
	15-  I wanna say thank you [Je veux te dire merci oui merci </a:t>
            </a:r>
          </a:p>
          <a:p>
            <a:pPr>
              <a:defRPr/>
            </a:pPr>
            <a:r>
              <a:rPr lang="fr-FR" smtClean="0"/>
              <a:t>
16-  I COULD HAVE DIED IN MY SIN BUT YOU SAVED ME [J’étais prisonnier du péché mais tu m’as sauvé] 
17-  DIDN'T HAVE ANY HOPE AT ALL [Quand j’étais désespéré] 
18-  YOU GAVE ME PEACE DIVINE [Tu m’as donné la paix]  
19-  STRENGTH TO CARRY ON [Pour être bien plus grand]  
20-  I SHOULD HAVE BEEN THE ONE TO PAY [C’est moi qui aurais dû payer] 
21-  BUT INSTEAD YOU TOOK MY PLACE [Mais pour moi, Tu l’as fait]  
22-  AMAZING GRACE  [Quelle grâce admirable] 
23-  IT'S MORE THAN JUST A SONG [C’est plus qu’un simple chant]  
24-  EVEN THOUGH I DON'T DESERVE YOUR LOVE FOR ME [Même si je ne mérite pas Ton amour pour moi]  
25-  YOU LOOK BEYOND MY FAULT AND YOU SHOWED MERCY [Tu ne m’as pas jugé Tu m’as pardonné]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
26-  I WANNA SAY THANK YOU FOR THE SUN [je te dis merci pour le soleil]  
27-  I WANNA SAY THANK YOU FOR THE RAIN [Seigneur, merci pour la pluie]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
28-  THANK YOU FOR LOVING ME merci de m’avoir aimé 
29-  merci saint-esprit merci  
30-  THANK YOU [Merci]
31-  purifie mon cœur 
</a:t>
            </a:r>
            <a:endParaRPr lang="fr-FR" dirty="0"/>
          </a:p>
        </p:txBody>
      </p:sp>
      <p:sp>
        <p:nvSpPr>
          <p:cNvPr id="419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Just a little while longer I wanna pray [encore un moment de plus je voudrais prier] 
2-  Can't get You off my mind so I came to say [Tu remplis mes pensées] 
3-  Thank You Lord just for loving me [Je veux Te dire merci de m’avoir aimé] 
4-  Many times as I do forget [Tant de fois, j’ai oublié] 
5-  Every need that You have met [Mes besoins que Tu as comblés]  
6-  Oh thank You Lord, I know You're showing me [Merci, Seigneur de me le rappeler]  
7-  You are there when I am down and out [Tu es toujours là dans mes besoins] 
8-  You're holding me, Your love is so amazing [Tu me soutiens Ton amour est si puissant] 
9-  Oh it changed me [Tu m’as changé]</a:t>
            </a:r>
          </a:p>
          <a:p>
            <a:r>
              <a:rPr lang="fr-FR" smtClean="0"/>
              <a:t>  
	10-  Here I am with all I am [Me voici tel que je suis] 
	11-  Raise my hands to worship You [Je lève mes mains mon cœur rempli] 
	12-  I wanna say thank you, oh thank you [Je veux Te dire merci oui merci]  
	13-  For everything, for who You are [Pour tout le reste pour qui Tu es] 
	14-  You cover me, You touch my heart [Pour Tes merveilles et Tes bienfaits] 
	15-  I wanna say thank you [Je veux te dire merci oui merci </a:t>
            </a:r>
          </a:p>
          <a:p>
            <a:r>
              <a:rPr lang="fr-FR" smtClean="0"/>
              <a:t>
16-  I COULD HAVE DIED IN MY SIN BUT YOU SAVED ME [J’étais prisonnier du péché mais tu m’as sauvé] 
17-  DIDN'T HAVE ANY HOPE AT ALL [Quand j’étais désespéré] 
18-  YOU GAVE ME PEACE DIVINE [Tu m’as donné la paix]  
19-  STRENGTH TO CARRY ON [Pour être bien plus grand]  
20-  I SHOULD HAVE BEEN THE ONE TO PAY [C’est moi qui aurais dû payer] 
21-  BUT INSTEAD YOU TOOK MY PLACE [Mais pour moi, Tu l’as fait]  
22-  AMAZING GRACE  [Quelle grâce admirable] 
23-  IT'S MORE THAN JUST A SONG [C’est plus qu’un simple chant]  
24-  EVEN THOUGH I DON'T DESERVE YOUR LOVE FOR ME [Même si je ne mérite pas Ton amour pour moi]  
25-  YOU LOOK BEYOND MY FAULT AND YOU SHOWED MERCY [Tu ne m’as pas jugé Tu m’as pardonné]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26-  I WANNA SAY THANK YOU FOR THE SUN [je te dis merci pour le soleil]  
27-  I WANNA SAY THANK YOU FOR THE RAIN [Seigneur, merci pour la pluie] </a:t>
            </a:r>
          </a:p>
          <a:p>
            <a:endParaRPr lang="fr-FR" smtClean="0"/>
          </a:p>
          <a:p>
            <a:r>
              <a:rPr lang="fr-FR" smtClean="0"/>
              <a:t>	Refrain:
28-  THANK YOU FOR LOVING ME merci de m’avoir aimé 
29-  merci saint-esprit merci  
30-  THANK YOU [Merci]
31-  purifie mon cœur 
</a:t>
            </a:r>
            <a:endParaRPr lang="fr-FR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>
              <a:defRPr/>
            </a:pPr>
            <a:r>
              <a:rPr lang="fr-FR" smtClean="0"/>
              <a:t>1-  Just a little while longer I wanna pray [encore un moment de plus je voudrais prier] 
2-  Can't get You off my mind so I came to say [Tu remplis mes pensées] 
3-  Thank You Lord just for loving me [Je veux Te dire merci de m’avoir aimé] 
4-  Many times as I do forget [Tant de fois, j’ai oublié] 
5-  Every need that You have met [Mes besoins que Tu as comblés]  
6-  Oh thank You Lord, I know You're showing me [Merci, Seigneur de me le rappeler]  
7-  You are there when I am down and out [Tu es toujours là dans mes besoins] 
8-  You're holding me, Your love is so amazing [Tu me soutiens Ton amour est si puissant] 
9-  Oh it changed me [Tu m’as changé]</a:t>
            </a:r>
          </a:p>
          <a:p>
            <a:pPr>
              <a:defRPr/>
            </a:pPr>
            <a:r>
              <a:rPr lang="fr-FR" smtClean="0"/>
              <a:t>  
	10-  Here I am with all I am [Me voici tel que je suis] 
	11-  Raise my hands to worship You [Je lève mes mains mon cœur rempli] 
	12-  I wanna say thank you, oh thank you [Je veux Te dire merci oui merci]  
	13-  For everything, for who You are [Pour tout le reste pour qui Tu es] 
	14-  You cover me, You touch my heart [Pour Tes merveilles et Tes bienfaits] 
	15-  I wanna say thank you [Je veux te dire merci oui merci </a:t>
            </a:r>
          </a:p>
          <a:p>
            <a:pPr>
              <a:defRPr/>
            </a:pPr>
            <a:r>
              <a:rPr lang="fr-FR" smtClean="0"/>
              <a:t>
16-  I COULD HAVE DIED IN MY SIN BUT YOU SAVED ME [J’étais prisonnier du péché mais tu m’as sauvé] 
17-  DIDN'T HAVE ANY HOPE AT ALL [Quand j’étais désespéré] 
18-  YOU GAVE ME PEACE DIVINE [Tu m’as donné la paix]  
19-  STRENGTH TO CARRY ON [Pour être bien plus grand]  
20-  I SHOULD HAVE BEEN THE ONE TO PAY [C’est moi qui aurais dû payer] 
21-  BUT INSTEAD YOU TOOK MY PLACE [Mais pour moi, Tu l’as fait]  
22-  AMAZING GRACE  [Quelle grâce admirable] 
23-  IT'S MORE THAN JUST A SONG [C’est plus qu’un simple chant]  
24-  EVEN THOUGH I DON'T DESERVE YOUR LOVE FOR ME [Même si je ne mérite pas Ton amour pour moi]  
25-  YOU LOOK BEYOND MY FAULT AND YOU SHOWED MERCY [Tu ne m’as pas jugé Tu m’as pardonné]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
26-  I WANNA SAY THANK YOU FOR THE SUN [je te dis merci pour le soleil]  
27-  I WANNA SAY THANK YOU FOR THE RAIN [Seigneur, merci pour la pluie]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
28-  THANK YOU FOR LOVING ME merci de m’avoir aimé 
29-  merci saint-esprit merci  
30-  THANK YOU [Merci]
31-  purifie mon cœur 
</a:t>
            </a:r>
            <a:endParaRPr lang="fr-FR" dirty="0"/>
          </a:p>
        </p:txBody>
      </p:sp>
      <p:sp>
        <p:nvSpPr>
          <p:cNvPr id="430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Just a little while longer I wanna pray [encore un moment de plus je voudrais prier] 
2-  Can't get You off my mind so I came to say [Tu remplis mes pensées] 
3-  Thank You Lord just for loving me [Je veux Te dire merci de m’avoir aimé] 
4-  Many times as I do forget [Tant de fois, j’ai oublié] 
5-  Every need that You have met [Mes besoins que Tu as comblés]  
6-  Oh thank You Lord, I know You're showing me [Merci, Seigneur de me le rappeler]  
7-  You are there when I am down and out [Tu es toujours là dans mes besoins] 
8-  You're holding me, Your love is so amazing [Tu me soutiens Ton amour est si puissant] 
9-  Oh it changed me [Tu m’as changé]</a:t>
            </a:r>
          </a:p>
          <a:p>
            <a:r>
              <a:rPr lang="fr-FR" smtClean="0"/>
              <a:t>  
	10-  Here I am with all I am [Me voici tel que je suis] 
	11-  Raise my hands to worship You [Je lève mes mains mon cœur rempli] 
	12-  I wanna say thank you, oh thank you [Je veux Te dire merci oui merci]  
	13-  For everything, for who You are [Pour tout le reste pour qui Tu es] 
	14-  You cover me, You touch my heart [Pour Tes merveilles et Tes bienfaits] 
	15-  I wanna say thank you [Je veux te dire merci oui merci </a:t>
            </a:r>
          </a:p>
          <a:p>
            <a:r>
              <a:rPr lang="fr-FR" smtClean="0"/>
              <a:t>
16-  I COULD HAVE DIED IN MY SIN BUT YOU SAVED ME [J’étais prisonnier du péché mais tu m’as sauvé] 
17-  DIDN'T HAVE ANY HOPE AT ALL [Quand j’étais désespéré] 
18-  YOU GAVE ME PEACE DIVINE [Tu m’as donné la paix]  
19-  STRENGTH TO CARRY ON [Pour être bien plus grand]  
20-  I SHOULD HAVE BEEN THE ONE TO PAY [C’est moi qui aurais dû payer] 
21-  BUT INSTEAD YOU TOOK MY PLACE [Mais pour moi, Tu l’as fait]  
22-  AMAZING GRACE  [Quelle grâce admirable] 
23-  IT'S MORE THAN JUST A SONG [C’est plus qu’un simple chant]  
24-  EVEN THOUGH I DON'T DESERVE YOUR LOVE FOR ME [Même si je ne mérite pas Ton amour pour moi]  
25-  YOU LOOK BEYOND MY FAULT AND YOU SHOWED MERCY [Tu ne m’as pas jugé Tu m’as pardonné]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26-  I WANNA SAY THANK YOU FOR THE SUN [je te dis merci pour le soleil]  
27-  I WANNA SAY THANK YOU FOR THE RAIN [Seigneur, merci pour la pluie] </a:t>
            </a:r>
          </a:p>
          <a:p>
            <a:endParaRPr lang="fr-FR" smtClean="0"/>
          </a:p>
          <a:p>
            <a:r>
              <a:rPr lang="fr-FR" smtClean="0"/>
              <a:t>	Refrain:
28-  THANK YOU FOR LOVING ME merci de m’avoir aimé 
29-  merci saint-esprit merci  
30-  THANK YOU [Merci]
31-  purifie mon cœur 
</a:t>
            </a:r>
            <a:endParaRPr lang="fr-FR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>
              <a:defRPr/>
            </a:pPr>
            <a:r>
              <a:rPr lang="fr-FR" smtClean="0"/>
              <a:t>1-  Just a little while longer I wanna pray [encore un moment de plus je voudrais prier] 
2-  Can't get You off my mind so I came to say [Tu remplis mes pensées] 
3-  Thank You Lord just for loving me [Je veux Te dire merci de m’avoir aimé] 
4-  Many times as I do forget [Tant de fois, j’ai oublié] 
5-  Every need that You have met [Mes besoins que Tu as comblés]  
6-  Oh thank You Lord, I know You're showing me [Merci, Seigneur de me le rappeler]  
7-  You are there when I am down and out [Tu es toujours là dans mes besoins] 
8-  You're holding me, Your love is so amazing [Tu me soutiens Ton amour est si puissant] 
9-  Oh it changed me [Tu m’as changé]</a:t>
            </a:r>
          </a:p>
          <a:p>
            <a:pPr>
              <a:defRPr/>
            </a:pPr>
            <a:r>
              <a:rPr lang="fr-FR" smtClean="0"/>
              <a:t>  
	10-  Here I am with all I am [Me voici tel que je suis] 
	11-  Raise my hands to worship You [Je lève mes mains mon cœur rempli] 
	12-  I wanna say thank you, oh thank you [Je veux Te dire merci oui merci]  
	13-  For everything, for who You are [Pour tout le reste pour qui Tu es] 
	14-  You cover me, You touch my heart [Pour Tes merveilles et Tes bienfaits] 
	15-  I wanna say thank you [Je veux te dire merci oui merci </a:t>
            </a:r>
          </a:p>
          <a:p>
            <a:pPr>
              <a:defRPr/>
            </a:pPr>
            <a:r>
              <a:rPr lang="fr-FR" smtClean="0"/>
              <a:t>
16-  I COULD HAVE DIED IN MY SIN BUT YOU SAVED ME [J’étais prisonnier du péché mais tu m’as sauvé] 
17-  DIDN'T HAVE ANY HOPE AT ALL [Quand j’étais désespéré] 
18-  YOU GAVE ME PEACE DIVINE [Tu m’as donné la paix]  
19-  STRENGTH TO CARRY ON [Pour être bien plus grand]  
20-  I SHOULD HAVE BEEN THE ONE TO PAY [C’est moi qui aurais dû payer] 
21-  BUT INSTEAD YOU TOOK MY PLACE [Mais pour moi, Tu l’as fait]  
22-  AMAZING GRACE  [Quelle grâce admirable] 
23-  IT'S MORE THAN JUST A SONG [C’est plus qu’un simple chant]  
24-  EVEN THOUGH I DON'T DESERVE YOUR LOVE FOR ME [Même si je ne mérite pas Ton amour pour moi]  
25-  YOU LOOK BEYOND MY FAULT AND YOU SHOWED MERCY [Tu ne m’as pas jugé Tu m’as pardonné]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
26-  I WANNA SAY THANK YOU FOR THE SUN [je te dis merci pour le soleil]  
27-  I WANNA SAY THANK YOU FOR THE RAIN [Seigneur, merci pour la pluie]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
28-  THANK YOU FOR LOVING ME merci de m’avoir aimé 
29-  merci saint-esprit merci  
30-  THANK YOU [Merci]
31-  purifie mon cœur 
</a:t>
            </a:r>
            <a:endParaRPr lang="fr-FR" dirty="0"/>
          </a:p>
        </p:txBody>
      </p:sp>
      <p:sp>
        <p:nvSpPr>
          <p:cNvPr id="440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Just a little while longer I wanna pray [encore un moment de plus je voudrais prier] 
2-  Can't get You off my mind so I came to say [Tu remplis mes pensées] 
3-  Thank You Lord just for loving me [Je veux Te dire merci de m’avoir aimé] 
4-  Many times as I do forget [Tant de fois, j’ai oublié] 
5-  Every need that You have met [Mes besoins que Tu as comblés]  
6-  Oh thank You Lord, I know You're showing me [Merci, Seigneur de me le rappeler]  
7-  You are there when I am down and out [Tu es toujours là dans mes besoins] 
8-  You're holding me, Your love is so amazing [Tu me soutiens Ton amour est si puissant] 
9-  Oh it changed me [Tu m’as changé]</a:t>
            </a:r>
          </a:p>
          <a:p>
            <a:r>
              <a:rPr lang="fr-FR" smtClean="0"/>
              <a:t>  
	10-  Here I am with all I am [Me voici tel que je suis] 
	11-  Raise my hands to worship You [Je lève mes mains mon cœur rempli] 
	12-  I wanna say thank you, oh thank you [Je veux Te dire merci oui merci]  
	13-  For everything, for who You are [Pour tout le reste pour qui Tu es] 
	14-  You cover me, You touch my heart [Pour Tes merveilles et Tes bienfaits] 
	15-  I wanna say thank you [Je veux te dire merci oui merci </a:t>
            </a:r>
          </a:p>
          <a:p>
            <a:r>
              <a:rPr lang="fr-FR" smtClean="0"/>
              <a:t>
16-  I COULD HAVE DIED IN MY SIN BUT YOU SAVED ME [J’étais prisonnier du péché mais tu m’as sauvé] 
17-  DIDN'T HAVE ANY HOPE AT ALL [Quand j’étais désespéré] 
18-  YOU GAVE ME PEACE DIVINE [Tu m’as donné la paix]  
19-  STRENGTH TO CARRY ON [Pour être bien plus grand]  
20-  I SHOULD HAVE BEEN THE ONE TO PAY [C’est moi qui aurais dû payer] 
21-  BUT INSTEAD YOU TOOK MY PLACE [Mais pour moi, Tu l’as fait]  
22-  AMAZING GRACE  [Quelle grâce admirable] 
23-  IT'S MORE THAN JUST A SONG [C’est plus qu’un simple chant]  
24-  EVEN THOUGH I DON'T DESERVE YOUR LOVE FOR ME [Même si je ne mérite pas Ton amour pour moi]  
25-  YOU LOOK BEYOND MY FAULT AND YOU SHOWED MERCY [Tu ne m’as pas jugé Tu m’as pardonné]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26-  I WANNA SAY THANK YOU FOR THE SUN [je te dis merci pour le soleil]  
27-  I WANNA SAY THANK YOU FOR THE RAIN [Seigneur, merci pour la pluie] </a:t>
            </a:r>
          </a:p>
          <a:p>
            <a:endParaRPr lang="fr-FR" smtClean="0"/>
          </a:p>
          <a:p>
            <a:r>
              <a:rPr lang="fr-FR" smtClean="0"/>
              <a:t>	Refrain:
28-  THANK YOU FOR LOVING ME merci de m’avoir aimé 
29-  merci saint-esprit merci  
30-  THANK YOU [Merci]
31-  purifie mon cœur 
</a:t>
            </a:r>
            <a:endParaRPr lang="fr-FR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>
              <a:defRPr/>
            </a:pPr>
            <a:r>
              <a:rPr lang="fr-FR" smtClean="0"/>
              <a:t>1-  Just a little while longer I wanna pray [encore un moment de plus je voudrais prier] 
2-  Can't get You off my mind so I came to say [Tu remplis mes pensées] 
3-  Thank You Lord just for loving me [Je veux Te dire merci de m’avoir aimé] 
4-  Many times as I do forget [Tant de fois, j’ai oublié] 
5-  Every need that You have met [Mes besoins que Tu as comblés]  
6-  Oh thank You Lord, I know You're showing me [Merci, Seigneur de me le rappeler]  
7-  You are there when I am down and out [Tu es toujours là dans mes besoins] 
8-  You're holding me, Your love is so amazing [Tu me soutiens Ton amour est si puissant] 
9-  Oh it changed me [Tu m’as changé]</a:t>
            </a:r>
          </a:p>
          <a:p>
            <a:pPr>
              <a:defRPr/>
            </a:pPr>
            <a:r>
              <a:rPr lang="fr-FR" smtClean="0"/>
              <a:t>  
	10-  Here I am with all I am [Me voici tel que je suis] 
	11-  Raise my hands to worship You [Je lève mes mains mon cœur rempli] 
	12-  I wanna say thank you, oh thank you [Je veux Te dire merci oui merci]  
	13-  For everything, for who You are [Pour tout le reste pour qui Tu es] 
	14-  You cover me, You touch my heart [Pour Tes merveilles et Tes bienfaits] 
	15-  I wanna say thank you [Je veux te dire merci oui merci </a:t>
            </a:r>
          </a:p>
          <a:p>
            <a:pPr>
              <a:defRPr/>
            </a:pPr>
            <a:r>
              <a:rPr lang="fr-FR" smtClean="0"/>
              <a:t>
16-  I COULD HAVE DIED IN MY SIN BUT YOU SAVED ME [J’étais prisonnier du péché mais tu m’as sauvé] 
17-  DIDN'T HAVE ANY HOPE AT ALL [Quand j’étais désespéré] 
18-  YOU GAVE ME PEACE DIVINE [Tu m’as donné la paix]  
19-  STRENGTH TO CARRY ON [Pour être bien plus grand]  
20-  I SHOULD HAVE BEEN THE ONE TO PAY [C’est moi qui aurais dû payer] 
21-  BUT INSTEAD YOU TOOK MY PLACE [Mais pour moi, Tu l’as fait]  
22-  AMAZING GRACE  [Quelle grâce admirable] 
23-  IT'S MORE THAN JUST A SONG [C’est plus qu’un simple chant]  
24-  EVEN THOUGH I DON'T DESERVE YOUR LOVE FOR ME [Même si je ne mérite pas Ton amour pour moi]  
25-  YOU LOOK BEYOND MY FAULT AND YOU SHOWED MERCY [Tu ne m’as pas jugé Tu m’as pardonné]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
26-  I WANNA SAY THANK YOU FOR THE SUN [je te dis merci pour le soleil]  
27-  I WANNA SAY THANK YOU FOR THE RAIN [Seigneur, merci pour la pluie]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
28-  THANK YOU FOR LOVING ME merci de m’avoir aimé 
29-  merci saint-esprit merci  
30-  THANK YOU [Merci]
31-  purifie mon cœur 
</a:t>
            </a:r>
            <a:endParaRPr lang="fr-FR" dirty="0"/>
          </a:p>
        </p:txBody>
      </p:sp>
      <p:sp>
        <p:nvSpPr>
          <p:cNvPr id="450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Just a little while longer I wanna pray [encore un moment de plus je voudrais prier] 
2-  Can't get You off my mind so I came to say [Tu remplis mes pensées] 
3-  Thank You Lord just for loving me [Je veux Te dire merci de m’avoir aimé] 
4-  Many times as I do forget [Tant de fois, j’ai oublié] 
5-  Every need that You have met [Mes besoins que Tu as comblés]  
6-  Oh thank You Lord, I know You're showing me [Merci, Seigneur de me le rappeler]  
7-  You are there when I am down and out [Tu es toujours là dans mes besoins] 
8-  You're holding me, Your love is so amazing [Tu me soutiens Ton amour est si puissant] 
9-  Oh it changed me [Tu m’as changé]</a:t>
            </a:r>
          </a:p>
          <a:p>
            <a:r>
              <a:rPr lang="fr-FR" smtClean="0"/>
              <a:t>  
	10-  Here I am with all I am [Me voici tel que je suis] 
	11-  Raise my hands to worship You [Je lève mes mains mon cœur rempli] 
	12-  I wanna say thank you, oh thank you [Je veux Te dire merci oui merci]  
	13-  For everything, for who You are [Pour tout le reste pour qui Tu es] 
	14-  You cover me, You touch my heart [Pour Tes merveilles et Tes bienfaits] 
	15-  I wanna say thank you [Je veux te dire merci oui merci </a:t>
            </a:r>
          </a:p>
          <a:p>
            <a:r>
              <a:rPr lang="fr-FR" smtClean="0"/>
              <a:t>
16-  I COULD HAVE DIED IN MY SIN BUT YOU SAVED ME [J’étais prisonnier du péché mais tu m’as sauvé] 
17-  DIDN'T HAVE ANY HOPE AT ALL [Quand j’étais désespéré] 
18-  YOU GAVE ME PEACE DIVINE [Tu m’as donné la paix]  
19-  STRENGTH TO CARRY ON [Pour être bien plus grand]  
20-  I SHOULD HAVE BEEN THE ONE TO PAY [C’est moi qui aurais dû payer] 
21-  BUT INSTEAD YOU TOOK MY PLACE [Mais pour moi, Tu l’as fait]  
22-  AMAZING GRACE  [Quelle grâce admirable] 
23-  IT'S MORE THAN JUST A SONG [C’est plus qu’un simple chant]  
24-  EVEN THOUGH I DON'T DESERVE YOUR LOVE FOR ME [Même si je ne mérite pas Ton amour pour moi]  
25-  YOU LOOK BEYOND MY FAULT AND YOU SHOWED MERCY [Tu ne m’as pas jugé Tu m’as pardonné]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26-  I WANNA SAY THANK YOU FOR THE SUN [je te dis merci pour le soleil]  
27-  I WANNA SAY THANK YOU FOR THE RAIN [Seigneur, merci pour la pluie] </a:t>
            </a:r>
          </a:p>
          <a:p>
            <a:endParaRPr lang="fr-FR" smtClean="0"/>
          </a:p>
          <a:p>
            <a:r>
              <a:rPr lang="fr-FR" smtClean="0"/>
              <a:t>	Refrain:
28-  THANK YOU FOR LOVING ME merci de m’avoir aimé 
29-  merci saint-esprit merci  
30-  THANK YOU [Merci]
31-  purifie mon cœur 
</a:t>
            </a:r>
            <a:endParaRPr lang="fr-FR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>
              <a:defRPr/>
            </a:pPr>
            <a:r>
              <a:rPr lang="fr-FR" smtClean="0"/>
              <a:t>1-  Just a little while longer I wanna pray [encore un moment de plus je voudrais prier] 
2-  Can't get You off my mind so I came to say [Tu remplis mes pensées] 
3-  Thank You Lord just for loving me [Je veux Te dire merci de m’avoir aimé] 
4-  Many times as I do forget [Tant de fois, j’ai oublié] 
5-  Every need that You have met [Mes besoins que Tu as comblés]  
6-  Oh thank You Lord, I know You're showing me [Merci, Seigneur de me le rappeler]  
7-  You are there when I am down and out [Tu es toujours là dans mes besoins] 
8-  You're holding me, Your love is so amazing [Tu me soutiens Ton amour est si puissant] 
9-  Oh it changed me [Tu m’as changé]</a:t>
            </a:r>
          </a:p>
          <a:p>
            <a:pPr>
              <a:defRPr/>
            </a:pPr>
            <a:r>
              <a:rPr lang="fr-FR" smtClean="0"/>
              <a:t>  
	10-  Here I am with all I am [Me voici tel que je suis] 
	11-  Raise my hands to worship You [Je lève mes mains mon cœur rempli] 
	12-  I wanna say thank you, oh thank you [Je veux Te dire merci oui merci]  
	13-  For everything, for who You are [Pour tout le reste pour qui Tu es] 
	14-  You cover me, You touch my heart [Pour Tes merveilles et Tes bienfaits] 
	15-  I wanna say thank you [Je veux te dire merci oui merci </a:t>
            </a:r>
          </a:p>
          <a:p>
            <a:pPr>
              <a:defRPr/>
            </a:pPr>
            <a:r>
              <a:rPr lang="fr-FR" smtClean="0"/>
              <a:t>
16-  I COULD HAVE DIED IN MY SIN BUT YOU SAVED ME [J’étais prisonnier du péché mais tu m’as sauvé] 
17-  DIDN'T HAVE ANY HOPE AT ALL [Quand j’étais désespéré] 
18-  YOU GAVE ME PEACE DIVINE [Tu m’as donné la paix]  
19-  STRENGTH TO CARRY ON [Pour être bien plus grand]  
20-  I SHOULD HAVE BEEN THE ONE TO PAY [C’est moi qui aurais dû payer] 
21-  BUT INSTEAD YOU TOOK MY PLACE [Mais pour moi, Tu l’as fait]  
22-  AMAZING GRACE  [Quelle grâce admirable] 
23-  IT'S MORE THAN JUST A SONG [C’est plus qu’un simple chant]  
24-  EVEN THOUGH I DON'T DESERVE YOUR LOVE FOR ME [Même si je ne mérite pas Ton amour pour moi]  
25-  YOU LOOK BEYOND MY FAULT AND YOU SHOWED MERCY [Tu ne m’as pas jugé Tu m’as pardonné]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
26-  I WANNA SAY THANK YOU FOR THE SUN [je te dis merci pour le soleil]  
27-  I WANNA SAY THANK YOU FOR THE RAIN [Seigneur, merci pour la pluie]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
28-  THANK YOU FOR LOVING ME merci de m’avoir aimé 
29-  merci saint-esprit merci  
30-  THANK YOU [Merci]
31-  purifie mon cœur 
</a:t>
            </a:r>
            <a:endParaRPr lang="fr-FR" dirty="0"/>
          </a:p>
        </p:txBody>
      </p:sp>
      <p:sp>
        <p:nvSpPr>
          <p:cNvPr id="460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Just a little while longer I wanna pray [encore un moment de plus je voudrais prier] 
2-  Can't get You off my mind so I came to say [Tu remplis mes pensées] 
3-  Thank You Lord just for loving me [Je veux Te dire merci de m’avoir aimé] 
4-  Many times as I do forget [Tant de fois, j’ai oublié] 
5-  Every need that You have met [Mes besoins que Tu as comblés]  
6-  Oh thank You Lord, I know You're showing me [Merci, Seigneur de me le rappeler]  
7-  You are there when I am down and out [Tu es toujours là dans mes besoins] 
8-  You're holding me, Your love is so amazing [Tu me soutiens Ton amour est si puissant] 
9-  Oh it changed me [Tu m’as changé]</a:t>
            </a:r>
          </a:p>
          <a:p>
            <a:r>
              <a:rPr lang="fr-FR" smtClean="0"/>
              <a:t>  
	10-  Here I am with all I am [Me voici tel que je suis] 
	11-  Raise my hands to worship You [Je lève mes mains mon cœur rempli] 
	12-  I wanna say thank you, oh thank you [Je veux Te dire merci oui merci]  
	13-  For everything, for who You are [Pour tout le reste pour qui Tu es] 
	14-  You cover me, You touch my heart [Pour Tes merveilles et Tes bienfaits] 
	15-  I wanna say thank you [Je veux te dire merci oui merci </a:t>
            </a:r>
          </a:p>
          <a:p>
            <a:r>
              <a:rPr lang="fr-FR" smtClean="0"/>
              <a:t>
16-  I COULD HAVE DIED IN MY SIN BUT YOU SAVED ME [J’étais prisonnier du péché mais tu m’as sauvé] 
17-  DIDN'T HAVE ANY HOPE AT ALL [Quand j’étais désespéré] 
18-  YOU GAVE ME PEACE DIVINE [Tu m’as donné la paix]  
19-  STRENGTH TO CARRY ON [Pour être bien plus grand]  
20-  I SHOULD HAVE BEEN THE ONE TO PAY [C’est moi qui aurais dû payer] 
21-  BUT INSTEAD YOU TOOK MY PLACE [Mais pour moi, Tu l’as fait]  
22-  AMAZING GRACE  [Quelle grâce admirable] 
23-  IT'S MORE THAN JUST A SONG [C’est plus qu’un simple chant]  
24-  EVEN THOUGH I DON'T DESERVE YOUR LOVE FOR ME [Même si je ne mérite pas Ton amour pour moi]  
25-  YOU LOOK BEYOND MY FAULT AND YOU SHOWED MERCY [Tu ne m’as pas jugé Tu m’as pardonné]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26-  I WANNA SAY THANK YOU FOR THE SUN [je te dis merci pour le soleil]  
27-  I WANNA SAY THANK YOU FOR THE RAIN [Seigneur, merci pour la pluie] </a:t>
            </a:r>
          </a:p>
          <a:p>
            <a:endParaRPr lang="fr-FR" smtClean="0"/>
          </a:p>
          <a:p>
            <a:r>
              <a:rPr lang="fr-FR" smtClean="0"/>
              <a:t>	Refrain:
28-  THANK YOU FOR LOVING ME merci de m’avoir aimé 
29-  merci saint-esprit merci  
30-  THANK YOU [Merci]
31-  purifie mon cœur 
</a:t>
            </a:r>
            <a:endParaRPr lang="fr-FR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>
              <a:defRPr/>
            </a:pPr>
            <a:r>
              <a:rPr lang="fr-FR" smtClean="0"/>
              <a:t>1-  Just a little while longer I wanna pray [encore un moment de plus je voudrais prier] 
2-  Can't get You off my mind so I came to say [Tu remplis mes pensées] 
3-  Thank You Lord just for loving me [Je veux Te dire merci de m’avoir aimé] 
4-  Many times as I do forget [Tant de fois, j’ai oublié] 
5-  Every need that You have met [Mes besoins que Tu as comblés]  
6-  Oh thank You Lord, I know You're showing me [Merci, Seigneur de me le rappeler]  
7-  You are there when I am down and out [Tu es toujours là dans mes besoins] 
8-  You're holding me, Your love is so amazing [Tu me soutiens Ton amour est si puissant] 
9-  Oh it changed me [Tu m’as changé]</a:t>
            </a:r>
          </a:p>
          <a:p>
            <a:pPr>
              <a:defRPr/>
            </a:pPr>
            <a:r>
              <a:rPr lang="fr-FR" smtClean="0"/>
              <a:t>  
	10-  Here I am with all I am [Me voici tel que je suis] 
	11-  Raise my hands to worship You [Je lève mes mains mon cœur rempli] 
	12-  I wanna say thank you, oh thank you [Je veux Te dire merci oui merci]  
	13-  For everything, for who You are [Pour tout le reste pour qui Tu es] 
	14-  You cover me, You touch my heart [Pour Tes merveilles et Tes bienfaits] 
	15-  I wanna say thank you [Je veux te dire merci oui merci </a:t>
            </a:r>
          </a:p>
          <a:p>
            <a:pPr>
              <a:defRPr/>
            </a:pPr>
            <a:r>
              <a:rPr lang="fr-FR" smtClean="0"/>
              <a:t>
16-  I COULD HAVE DIED IN MY SIN BUT YOU SAVED ME [J’étais prisonnier du péché mais tu m’as sauvé] 
17-  DIDN'T HAVE ANY HOPE AT ALL [Quand j’étais désespéré] 
18-  YOU GAVE ME PEACE DIVINE [Tu m’as donné la paix]  
19-  STRENGTH TO CARRY ON [Pour être bien plus grand]  
20-  I SHOULD HAVE BEEN THE ONE TO PAY [C’est moi qui aurais dû payer] 
21-  BUT INSTEAD YOU TOOK MY PLACE [Mais pour moi, Tu l’as fait]  
22-  AMAZING GRACE  [Quelle grâce admirable] 
23-  IT'S MORE THAN JUST A SONG [C’est plus qu’un simple chant]  
24-  EVEN THOUGH I DON'T DESERVE YOUR LOVE FOR ME [Même si je ne mérite pas Ton amour pour moi]  
25-  YOU LOOK BEYOND MY FAULT AND YOU SHOWED MERCY [Tu ne m’as pas jugé Tu m’as pardonné]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
26-  I WANNA SAY THANK YOU FOR THE SUN [je te dis merci pour le soleil]  
27-  I WANNA SAY THANK YOU FOR THE RAIN [Seigneur, merci pour la pluie]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
28-  THANK YOU FOR LOVING ME merci de m’avoir aimé 
29-  merci saint-esprit merci  
30-  THANK YOU [Merci]
31-  purifie mon cœur 
</a:t>
            </a:r>
            <a:endParaRPr lang="fr-FR" dirty="0"/>
          </a:p>
        </p:txBody>
      </p:sp>
      <p:sp>
        <p:nvSpPr>
          <p:cNvPr id="471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Just a little while longer I wanna pray [encore un moment de plus je voudrais prier] 
2-  Can't get You off my mind so I came to say [Tu remplis mes pensées] 
3-  Thank You Lord just for loving me [Je veux Te dire merci de m’avoir aimé] 
4-  Many times as I do forget [Tant de fois, j’ai oublié] 
5-  Every need that You have met [Mes besoins que Tu as comblés]  
6-  Oh thank You Lord, I know You're showing me [Merci, Seigneur de me le rappeler]  
7-  You are there when I am down and out [Tu es toujours là dans mes besoins] 
8-  You're holding me, Your love is so amazing [Tu me soutiens Ton amour est si puissant] 
9-  Oh it changed me [Tu m’as changé]</a:t>
            </a:r>
          </a:p>
          <a:p>
            <a:r>
              <a:rPr lang="fr-FR" smtClean="0"/>
              <a:t>  
	10-  Here I am with all I am [Me voici tel que je suis] 
	11-  Raise my hands to worship You [Je lève mes mains mon cœur rempli] 
	12-  I wanna say thank you, oh thank you [Je veux Te dire merci oui merci]  
	13-  For everything, for who You are [Pour tout le reste pour qui Tu es] 
	14-  You cover me, You touch my heart [Pour Tes merveilles et Tes bienfaits] 
	15-  I wanna say thank you [Je veux te dire merci oui merci </a:t>
            </a:r>
          </a:p>
          <a:p>
            <a:r>
              <a:rPr lang="fr-FR" smtClean="0"/>
              <a:t>
16-  I COULD HAVE DIED IN MY SIN BUT YOU SAVED ME [J’étais prisonnier du péché mais tu m’as sauvé] 
17-  DIDN'T HAVE ANY HOPE AT ALL [Quand j’étais désespéré] 
18-  YOU GAVE ME PEACE DIVINE [Tu m’as donné la paix]  
19-  STRENGTH TO CARRY ON [Pour être bien plus grand]  
20-  I SHOULD HAVE BEEN THE ONE TO PAY [C’est moi qui aurais dû payer] 
21-  BUT INSTEAD YOU TOOK MY PLACE [Mais pour moi, Tu l’as fait]  
22-  AMAZING GRACE  [Quelle grâce admirable] 
23-  IT'S MORE THAN JUST A SONG [C’est plus qu’un simple chant]  
24-  EVEN THOUGH I DON'T DESERVE YOUR LOVE FOR ME [Même si je ne mérite pas Ton amour pour moi]  
25-  YOU LOOK BEYOND MY FAULT AND YOU SHOWED MERCY [Tu ne m’as pas jugé Tu m’as pardonné]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26-  I WANNA SAY THANK YOU FOR THE SUN [je te dis merci pour le soleil]  
27-  I WANNA SAY THANK YOU FOR THE RAIN [Seigneur, merci pour la pluie] </a:t>
            </a:r>
          </a:p>
          <a:p>
            <a:endParaRPr lang="fr-FR" smtClean="0"/>
          </a:p>
          <a:p>
            <a:r>
              <a:rPr lang="fr-FR" smtClean="0"/>
              <a:t>	Refrain:
28-  THANK YOU FOR LOVING ME merci de m’avoir aimé 
29-  merci saint-esprit merci  
30-  THANK YOU [Merci]
31-  purifie mon cœur 
</a:t>
            </a:r>
            <a:endParaRPr lang="fr-FR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>
              <a:defRPr/>
            </a:pPr>
            <a:r>
              <a:rPr lang="fr-FR" smtClean="0"/>
              <a:t>1-  Just a little while longer I wanna pray [encore un moment de plus je voudrais prier] 
2-  Can't get You off my mind so I came to say [Tu remplis mes pensées] 
3-  Thank You Lord just for loving me [Je veux Te dire merci de m’avoir aimé] 
4-  Many times as I do forget [Tant de fois, j’ai oublié] 
5-  Every need that You have met [Mes besoins que Tu as comblés]  
6-  Oh thank You Lord, I know You're showing me [Merci, Seigneur de me le rappeler]  
7-  You are there when I am down and out [Tu es toujours là dans mes besoins] 
8-  You're holding me, Your love is so amazing [Tu me soutiens Ton amour est si puissant] 
9-  Oh it changed me [Tu m’as changé]</a:t>
            </a:r>
          </a:p>
          <a:p>
            <a:pPr>
              <a:defRPr/>
            </a:pPr>
            <a:r>
              <a:rPr lang="fr-FR" smtClean="0"/>
              <a:t>  
	10-  Here I am with all I am [Me voici tel que je suis] 
	11-  Raise my hands to worship You [Je lève mes mains mon cœur rempli] 
	12-  I wanna say thank you, oh thank you [Je veux Te dire merci oui merci]  
	13-  For everything, for who You are [Pour tout le reste pour qui Tu es] 
	14-  You cover me, You touch my heart [Pour Tes merveilles et Tes bienfaits] 
	15-  I wanna say thank you [Je veux te dire merci oui merci </a:t>
            </a:r>
          </a:p>
          <a:p>
            <a:pPr>
              <a:defRPr/>
            </a:pPr>
            <a:r>
              <a:rPr lang="fr-FR" smtClean="0"/>
              <a:t>
16-  I COULD HAVE DIED IN MY SIN BUT YOU SAVED ME [J’étais prisonnier du péché mais tu m’as sauvé] 
17-  DIDN'T HAVE ANY HOPE AT ALL [Quand j’étais désespéré] 
18-  YOU GAVE ME PEACE DIVINE [Tu m’as donné la paix]  
19-  STRENGTH TO CARRY ON [Pour être bien plus grand]  
20-  I SHOULD HAVE BEEN THE ONE TO PAY [C’est moi qui aurais dû payer] 
21-  BUT INSTEAD YOU TOOK MY PLACE [Mais pour moi, Tu l’as fait]  
22-  AMAZING GRACE  [Quelle grâce admirable] 
23-  IT'S MORE THAN JUST A SONG [C’est plus qu’un simple chant]  
24-  EVEN THOUGH I DON'T DESERVE YOUR LOVE FOR ME [Même si je ne mérite pas Ton amour pour moi]  
25-  YOU LOOK BEYOND MY FAULT AND YOU SHOWED MERCY [Tu ne m’as pas jugé Tu m’as pardonné]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
26-  I WANNA SAY THANK YOU FOR THE SUN [je te dis merci pour le soleil]  
27-  I WANNA SAY THANK YOU FOR THE RAIN [Seigneur, merci pour la pluie]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
28-  THANK YOU FOR LOVING ME merci de m’avoir aimé 
29-  merci saint-esprit merci  
30-  THANK YOU [Merci]
31-  purifie mon cœur 
</a:t>
            </a:r>
            <a:endParaRPr lang="fr-FR" dirty="0"/>
          </a:p>
        </p:txBody>
      </p:sp>
      <p:sp>
        <p:nvSpPr>
          <p:cNvPr id="481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Just a little while longer I wanna pray [encore un moment de plus je voudrais prier] 
2-  Can't get You off my mind so I came to say [Tu remplis mes pensées] 
3-  Thank You Lord just for loving me [Je veux Te dire merci de m’avoir aimé] 
4-  Many times as I do forget [Tant de fois, j’ai oublié] 
5-  Every need that You have met [Mes besoins que Tu as comblés]  
6-  Oh thank You Lord, I know You're showing me [Merci, Seigneur de me le rappeler]  
7-  You are there when I am down and out [Tu es toujours là dans mes besoins] 
8-  You're holding me, Your love is so amazing [Tu me soutiens Ton amour est si puissant] 
9-  Oh it changed me [Tu m’as changé]</a:t>
            </a:r>
          </a:p>
          <a:p>
            <a:r>
              <a:rPr lang="fr-FR" smtClean="0"/>
              <a:t>  
	10-  Here I am with all I am [Me voici tel que je suis] 
	11-  Raise my hands to worship You [Je lève mes mains mon cœur rempli] 
	12-  I wanna say thank you, oh thank you [Je veux Te dire merci oui merci]  
	13-  For everything, for who You are [Pour tout le reste pour qui Tu es] 
	14-  You cover me, You touch my heart [Pour Tes merveilles et Tes bienfaits] 
	15-  I wanna say thank you [Je veux te dire merci oui merci </a:t>
            </a:r>
          </a:p>
          <a:p>
            <a:r>
              <a:rPr lang="fr-FR" smtClean="0"/>
              <a:t>
16-  I COULD HAVE DIED IN MY SIN BUT YOU SAVED ME [J’étais prisonnier du péché mais tu m’as sauvé] 
17-  DIDN'T HAVE ANY HOPE AT ALL [Quand j’étais désespéré] 
18-  YOU GAVE ME PEACE DIVINE [Tu m’as donné la paix]  
19-  STRENGTH TO CARRY ON [Pour être bien plus grand]  
20-  I SHOULD HAVE BEEN THE ONE TO PAY [C’est moi qui aurais dû payer] 
21-  BUT INSTEAD YOU TOOK MY PLACE [Mais pour moi, Tu l’as fait]  
22-  AMAZING GRACE  [Quelle grâce admirable] 
23-  IT'S MORE THAN JUST A SONG [C’est plus qu’un simple chant]  
24-  EVEN THOUGH I DON'T DESERVE YOUR LOVE FOR ME [Même si je ne mérite pas Ton amour pour moi]  
25-  YOU LOOK BEYOND MY FAULT AND YOU SHOWED MERCY [Tu ne m’as pas jugé Tu m’as pardonné]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26-  I WANNA SAY THANK YOU FOR THE SUN [je te dis merci pour le soleil]  
27-  I WANNA SAY THANK YOU FOR THE RAIN [Seigneur, merci pour la pluie] </a:t>
            </a:r>
          </a:p>
          <a:p>
            <a:endParaRPr lang="fr-FR" smtClean="0"/>
          </a:p>
          <a:p>
            <a:r>
              <a:rPr lang="fr-FR" smtClean="0"/>
              <a:t>	Refrain:
28-  THANK YOU FOR LOVING ME merci de m’avoir aimé 
29-  merci saint-esprit merci  
30-  THANK YOU [Merci]
31-  purifie mon cœur 
</a:t>
            </a:r>
            <a:endParaRPr lang="fr-FR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>
              <a:defRPr/>
            </a:pPr>
            <a:r>
              <a:rPr lang="fr-FR" smtClean="0"/>
              <a:t>1-  Just a little while longer I wanna pray [encore un moment de plus je voudrais prier] 
2-  Can't get You off my mind so I came to say [Tu remplis mes pensées] 
3-  Thank You Lord just for loving me [Je veux Te dire merci de m’avoir aimé] 
4-  Many times as I do forget [Tant de fois, j’ai oublié] 
5-  Every need that You have met [Mes besoins que Tu as comblés]  
6-  Oh thank You Lord, I know You're showing me [Merci, Seigneur de me le rappeler]  
7-  You are there when I am down and out [Tu es toujours là dans mes besoins] 
8-  You're holding me, Your love is so amazing [Tu me soutiens Ton amour est si puissant] 
9-  Oh it changed me [Tu m’as changé]</a:t>
            </a:r>
          </a:p>
          <a:p>
            <a:pPr>
              <a:defRPr/>
            </a:pPr>
            <a:r>
              <a:rPr lang="fr-FR" smtClean="0"/>
              <a:t>  
	10-  Here I am with all I am [Me voici tel que je suis] 
	11-  Raise my hands to worship You [Je lève mes mains mon cœur rempli] 
	12-  I wanna say thank you, oh thank you [Je veux Te dire merci oui merci]  
	13-  For everything, for who You are [Pour tout le reste pour qui Tu es] 
	14-  You cover me, You touch my heart [Pour Tes merveilles et Tes bienfaits] 
	15-  I wanna say thank you [Je veux te dire merci oui merci </a:t>
            </a:r>
          </a:p>
          <a:p>
            <a:pPr>
              <a:defRPr/>
            </a:pPr>
            <a:r>
              <a:rPr lang="fr-FR" smtClean="0"/>
              <a:t>
16-  I COULD HAVE DIED IN MY SIN BUT YOU SAVED ME [J’étais prisonnier du péché mais tu m’as sauvé] 
17-  DIDN'T HAVE ANY HOPE AT ALL [Quand j’étais désespéré] 
18-  YOU GAVE ME PEACE DIVINE [Tu m’as donné la paix]  
19-  STRENGTH TO CARRY ON [Pour être bien plus grand]  
20-  I SHOULD HAVE BEEN THE ONE TO PAY [C’est moi qui aurais dû payer] 
21-  BUT INSTEAD YOU TOOK MY PLACE [Mais pour moi, Tu l’as fait]  
22-  AMAZING GRACE  [Quelle grâce admirable] 
23-  IT'S MORE THAN JUST A SONG [C’est plus qu’un simple chant]  
24-  EVEN THOUGH I DON'T DESERVE YOUR LOVE FOR ME [Même si je ne mérite pas Ton amour pour moi]  
25-  YOU LOOK BEYOND MY FAULT AND YOU SHOWED MERCY [Tu ne m’as pas jugé Tu m’as pardonné]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
26-  I WANNA SAY THANK YOU FOR THE SUN [je te dis merci pour le soleil]  
27-  I WANNA SAY THANK YOU FOR THE RAIN [Seigneur, merci pour la pluie]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
28-  THANK YOU FOR LOVING ME merci de m’avoir aimé 
29-  merci saint-esprit merci  
30-  THANK YOU [Merci]
31-  purifie mon cœur 
</a:t>
            </a:r>
            <a:endParaRPr lang="fr-FR" dirty="0"/>
          </a:p>
        </p:txBody>
      </p:sp>
      <p:sp>
        <p:nvSpPr>
          <p:cNvPr id="491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Just a little while longer I wanna pray [encore un moment de plus je voudrais prier] 
2-  Can't get You off my mind so I came to say [Tu remplis mes pensées] 
3-  Thank You Lord just for loving me [Je veux Te dire merci de m’avoir aimé] 
4-  Many times as I do forget [Tant de fois, j’ai oublié] 
5-  Every need that You have met [Mes besoins que Tu as comblés]  
6-  Oh thank You Lord, I know You're showing me [Merci, Seigneur de me le rappeler]  
7-  You are there when I am down and out [Tu es toujours là dans mes besoins] 
8-  You're holding me, Your love is so amazing [Tu me soutiens Ton amour est si puissant] 
9-  Oh it changed me [Tu m’as changé]</a:t>
            </a:r>
          </a:p>
          <a:p>
            <a:r>
              <a:rPr lang="fr-FR" smtClean="0"/>
              <a:t>  
	10-  Here I am with all I am [Me voici tel que je suis] 
	11-  Raise my hands to worship You [Je lève mes mains mon cœur rempli] 
	12-  I wanna say thank you, oh thank you [Je veux Te dire merci oui merci]  
	13-  For everything, for who You are [Pour tout le reste pour qui Tu es] 
	14-  You cover me, You touch my heart [Pour Tes merveilles et Tes bienfaits] 
	15-  I wanna say thank you [Je veux te dire merci oui merci </a:t>
            </a:r>
          </a:p>
          <a:p>
            <a:r>
              <a:rPr lang="fr-FR" smtClean="0"/>
              <a:t>
16-  I COULD HAVE DIED IN MY SIN BUT YOU SAVED ME [J’étais prisonnier du péché mais tu m’as sauvé] 
17-  DIDN'T HAVE ANY HOPE AT ALL [Quand j’étais désespéré] 
18-  YOU GAVE ME PEACE DIVINE [Tu m’as donné la paix]  
19-  STRENGTH TO CARRY ON [Pour être bien plus grand]  
20-  I SHOULD HAVE BEEN THE ONE TO PAY [C’est moi qui aurais dû payer] 
21-  BUT INSTEAD YOU TOOK MY PLACE [Mais pour moi, Tu l’as fait]  
22-  AMAZING GRACE  [Quelle grâce admirable] 
23-  IT'S MORE THAN JUST A SONG [C’est plus qu’un simple chant]  
24-  EVEN THOUGH I DON'T DESERVE YOUR LOVE FOR ME [Même si je ne mérite pas Ton amour pour moi]  
25-  YOU LOOK BEYOND MY FAULT AND YOU SHOWED MERCY [Tu ne m’as pas jugé Tu m’as pardonné]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26-  I WANNA SAY THANK YOU FOR THE SUN [je te dis merci pour le soleil]  
27-  I WANNA SAY THANK YOU FOR THE RAIN [Seigneur, merci pour la pluie] </a:t>
            </a:r>
          </a:p>
          <a:p>
            <a:endParaRPr lang="fr-FR" smtClean="0"/>
          </a:p>
          <a:p>
            <a:r>
              <a:rPr lang="fr-FR" smtClean="0"/>
              <a:t>	Refrain:
28-  THANK YOU FOR LOVING ME merci de m’avoir aimé 
29-  merci saint-esprit merci  
30-  THANK YOU [Merci]
31-  purifie mon cœur 
</a:t>
            </a:r>
            <a:endParaRPr lang="fr-FR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>
              <a:defRPr/>
            </a:pPr>
            <a:r>
              <a:rPr lang="fr-FR" smtClean="0"/>
              <a:t>1-  Just a little while longer I wanna pray [encore un moment de plus je voudrais prier] 
2-  Can't get You off my mind so I came to say [Tu remplis mes pensées] 
3-  Thank You Lord just for loving me [Je veux Te dire merci de m’avoir aimé] 
4-  Many times as I do forget [Tant de fois, j’ai oublié] 
5-  Every need that You have met [Mes besoins que Tu as comblés]  
6-  Oh thank You Lord, I know You're showing me [Merci, Seigneur de me le rappeler]  
7-  You are there when I am down and out [Tu es toujours là dans mes besoins] 
8-  You're holding me, Your love is so amazing [Tu me soutiens Ton amour est si puissant] 
9-  Oh it changed me [Tu m’as changé]</a:t>
            </a:r>
          </a:p>
          <a:p>
            <a:pPr>
              <a:defRPr/>
            </a:pPr>
            <a:r>
              <a:rPr lang="fr-FR" smtClean="0"/>
              <a:t>  
	10-  Here I am with all I am [Me voici tel que je suis] 
	11-  Raise my hands to worship You [Je lève mes mains mon cœur rempli] 
	12-  I wanna say thank you, oh thank you [Je veux Te dire merci oui merci]  
	13-  For everything, for who You are [Pour tout le reste pour qui Tu es] 
	14-  You cover me, You touch my heart [Pour Tes merveilles et Tes bienfaits] 
	15-  I wanna say thank you [Je veux te dire merci oui merci </a:t>
            </a:r>
          </a:p>
          <a:p>
            <a:pPr>
              <a:defRPr/>
            </a:pPr>
            <a:r>
              <a:rPr lang="fr-FR" smtClean="0"/>
              <a:t>
16-  I COULD HAVE DIED IN MY SIN BUT YOU SAVED ME [J’étais prisonnier du péché mais tu m’as sauvé] 
17-  DIDN'T HAVE ANY HOPE AT ALL [Quand j’étais désespéré] 
18-  YOU GAVE ME PEACE DIVINE [Tu m’as donné la paix]  
19-  STRENGTH TO CARRY ON [Pour être bien plus grand]  
20-  I SHOULD HAVE BEEN THE ONE TO PAY [C’est moi qui aurais dû payer] 
21-  BUT INSTEAD YOU TOOK MY PLACE [Mais pour moi, Tu l’as fait]  
22-  AMAZING GRACE  [Quelle grâce admirable] 
23-  IT'S MORE THAN JUST A SONG [C’est plus qu’un simple chant]  
24-  EVEN THOUGH I DON'T DESERVE YOUR LOVE FOR ME [Même si je ne mérite pas Ton amour pour moi]  
25-  YOU LOOK BEYOND MY FAULT AND YOU SHOWED MERCY [Tu ne m’as pas jugé Tu m’as pardonné]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
26-  I WANNA SAY THANK YOU FOR THE SUN [je te dis merci pour le soleil]  
27-  I WANNA SAY THANK YOU FOR THE RAIN [Seigneur, merci pour la pluie]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
28-  THANK YOU FOR LOVING ME merci de m’avoir aimé 
29-  merci saint-esprit merci  
30-  THANK YOU [Merci]
31-  purifie mon cœur 
</a:t>
            </a:r>
            <a:endParaRPr lang="fr-FR" dirty="0"/>
          </a:p>
        </p:txBody>
      </p:sp>
      <p:sp>
        <p:nvSpPr>
          <p:cNvPr id="501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Just a little while longer I wanna pray [encore un moment de plus je voudrais prier] 
2-  Can't get You off my mind so I came to say [Tu remplis mes pensées] 
3-  Thank You Lord just for loving me [Je veux Te dire merci de m’avoir aimé] 
4-  Many times as I do forget [Tant de fois, j’ai oublié] 
5-  Every need that You have met [Mes besoins que Tu as comblés]  
6-  Oh thank You Lord, I know You're showing me [Merci, Seigneur de me le rappeler]  
7-  You are there when I am down and out [Tu es toujours là dans mes besoins] 
8-  You're holding me, Your love is so amazing [Tu me soutiens Ton amour est si puissant] 
9-  Oh it changed me [Tu m’as changé]</a:t>
            </a:r>
          </a:p>
          <a:p>
            <a:r>
              <a:rPr lang="fr-FR" smtClean="0"/>
              <a:t>  
	10-  Here I am with all I am [Me voici tel que je suis] 
	11-  Raise my hands to worship You [Je lève mes mains mon cœur rempli] 
	12-  I wanna say thank you, oh thank you [Je veux Te dire merci oui merci]  
	13-  For everything, for who You are [Pour tout le reste pour qui Tu es] 
	14-  You cover me, You touch my heart [Pour Tes merveilles et Tes bienfaits] 
	15-  I wanna say thank you [Je veux te dire merci oui merci </a:t>
            </a:r>
          </a:p>
          <a:p>
            <a:r>
              <a:rPr lang="fr-FR" smtClean="0"/>
              <a:t>
16-  I COULD HAVE DIED IN MY SIN BUT YOU SAVED ME [J’étais prisonnier du péché mais tu m’as sauvé] 
17-  DIDN'T HAVE ANY HOPE AT ALL [Quand j’étais désespéré] 
18-  YOU GAVE ME PEACE DIVINE [Tu m’as donné la paix]  
19-  STRENGTH TO CARRY ON [Pour être bien plus grand]  
20-  I SHOULD HAVE BEEN THE ONE TO PAY [C’est moi qui aurais dû payer] 
21-  BUT INSTEAD YOU TOOK MY PLACE [Mais pour moi, Tu l’as fait]  
22-  AMAZING GRACE  [Quelle grâce admirable] 
23-  IT'S MORE THAN JUST A SONG [C’est plus qu’un simple chant]  
24-  EVEN THOUGH I DON'T DESERVE YOUR LOVE FOR ME [Même si je ne mérite pas Ton amour pour moi]  
25-  YOU LOOK BEYOND MY FAULT AND YOU SHOWED MERCY [Tu ne m’as pas jugé Tu m’as pardonné]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26-  I WANNA SAY THANK YOU FOR THE SUN [je te dis merci pour le soleil]  
27-  I WANNA SAY THANK YOU FOR THE RAIN [Seigneur, merci pour la pluie] </a:t>
            </a:r>
          </a:p>
          <a:p>
            <a:endParaRPr lang="fr-FR" smtClean="0"/>
          </a:p>
          <a:p>
            <a:r>
              <a:rPr lang="fr-FR" smtClean="0"/>
              <a:t>	Refrain:
28-  THANK YOU FOR LOVING ME merci de m’avoir aimé 
29-  merci saint-esprit merci  
30-  THANK YOU [Merci]
31-  purifie mon cœur 
</a:t>
            </a:r>
            <a:endParaRPr lang="fr-FR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>
              <a:defRPr/>
            </a:pPr>
            <a:r>
              <a:rPr lang="fr-FR" smtClean="0"/>
              <a:t>1-  Just a little while longer I wanna pray [encore un moment de plus je voudrais prier] 
2-  Can't get You off my mind so I came to say [Tu remplis mes pensées] 
3-  Thank You Lord just for loving me [Je veux Te dire merci de m’avoir aimé] 
4-  Many times as I do forget [Tant de fois, j’ai oublié] 
5-  Every need that You have met [Mes besoins que Tu as comblés]  
6-  Oh thank You Lord, I know You're showing me [Merci, Seigneur de me le rappeler]  
7-  You are there when I am down and out [Tu es toujours là dans mes besoins] 
8-  You're holding me, Your love is so amazing [Tu me soutiens Ton amour est si puissant] 
9-  Oh it changed me [Tu m’as changé]</a:t>
            </a:r>
          </a:p>
          <a:p>
            <a:pPr>
              <a:defRPr/>
            </a:pPr>
            <a:r>
              <a:rPr lang="fr-FR" smtClean="0"/>
              <a:t>  
	10-  Here I am with all I am [Me voici tel que je suis] 
	11-  Raise my hands to worship You [Je lève mes mains mon cœur rempli] 
	12-  I wanna say thank you, oh thank you [Je veux Te dire merci oui merci]  
	13-  For everything, for who You are [Pour tout le reste pour qui Tu es] 
	14-  You cover me, You touch my heart [Pour Tes merveilles et Tes bienfaits] 
	15-  I wanna say thank you [Je veux te dire merci oui merci </a:t>
            </a:r>
          </a:p>
          <a:p>
            <a:pPr>
              <a:defRPr/>
            </a:pPr>
            <a:r>
              <a:rPr lang="fr-FR" smtClean="0"/>
              <a:t>
16-  I COULD HAVE DIED IN MY SIN BUT YOU SAVED ME [J’étais prisonnier du péché mais tu m’as sauvé] 
17-  DIDN'T HAVE ANY HOPE AT ALL [Quand j’étais désespéré] 
18-  YOU GAVE ME PEACE DIVINE [Tu m’as donné la paix]  
19-  STRENGTH TO CARRY ON [Pour être bien plus grand]  
20-  I SHOULD HAVE BEEN THE ONE TO PAY [C’est moi qui aurais dû payer] 
21-  BUT INSTEAD YOU TOOK MY PLACE [Mais pour moi, Tu l’as fait]  
22-  AMAZING GRACE  [Quelle grâce admirable] 
23-  IT'S MORE THAN JUST A SONG [C’est plus qu’un simple chant]  
24-  EVEN THOUGH I DON'T DESERVE YOUR LOVE FOR ME [Même si je ne mérite pas Ton amour pour moi]  
25-  YOU LOOK BEYOND MY FAULT AND YOU SHOWED MERCY [Tu ne m’as pas jugé Tu m’as pardonné]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
26-  I WANNA SAY THANK YOU FOR THE SUN [je te dis merci pour le soleil]  
27-  I WANNA SAY THANK YOU FOR THE RAIN [Seigneur, merci pour la pluie]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
28-  THANK YOU FOR LOVING ME merci de m’avoir aimé 
29-  merci saint-esprit merci  
30-  THANK YOU [Merci]
31-  purifie mon cœur 
</a:t>
            </a:r>
            <a:endParaRPr lang="fr-FR" dirty="0"/>
          </a:p>
        </p:txBody>
      </p:sp>
      <p:sp>
        <p:nvSpPr>
          <p:cNvPr id="512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Just a little while longer I wanna pray [encore un moment de plus je voudrais prier] 
2-  Can't get You off my mind so I came to say [Tu remplis mes pensées] 
3-  Thank You Lord just for loving me [Je veux Te dire merci de m’avoir aimé] 
4-  Many times as I do forget [Tant de fois, j’ai oublié] 
5-  Every need that You have met [Mes besoins que Tu as comblés]  
6-  Oh thank You Lord, I know You're showing me [Merci, Seigneur de me le rappeler]  
7-  You are there when I am down and out [Tu es toujours là dans mes besoins] 
8-  You're holding me, Your love is so amazing [Tu me soutiens Ton amour est si puissant] 
9-  Oh it changed me [Tu m’as changé]</a:t>
            </a:r>
          </a:p>
          <a:p>
            <a:r>
              <a:rPr lang="fr-FR" smtClean="0"/>
              <a:t>  
	10-  Here I am with all I am [Me voici tel que je suis] 
	11-  Raise my hands to worship You [Je lève mes mains mon cœur rempli] 
	12-  I wanna say thank you, oh thank you [Je veux Te dire merci oui merci]  
	13-  For everything, for who You are [Pour tout le reste pour qui Tu es] 
	14-  You cover me, You touch my heart [Pour Tes merveilles et Tes bienfaits] 
	15-  I wanna say thank you [Je veux te dire merci oui merci </a:t>
            </a:r>
          </a:p>
          <a:p>
            <a:r>
              <a:rPr lang="fr-FR" smtClean="0"/>
              <a:t>
16-  I COULD HAVE DIED IN MY SIN BUT YOU SAVED ME [J’étais prisonnier du péché mais tu m’as sauvé] 
17-  DIDN'T HAVE ANY HOPE AT ALL [Quand j’étais désespéré] 
18-  YOU GAVE ME PEACE DIVINE [Tu m’as donné la paix]  
19-  STRENGTH TO CARRY ON [Pour être bien plus grand]  
20-  I SHOULD HAVE BEEN THE ONE TO PAY [C’est moi qui aurais dû payer] 
21-  BUT INSTEAD YOU TOOK MY PLACE [Mais pour moi, Tu l’as fait]  
22-  AMAZING GRACE  [Quelle grâce admirable] 
23-  IT'S MORE THAN JUST A SONG [C’est plus qu’un simple chant]  
24-  EVEN THOUGH I DON'T DESERVE YOUR LOVE FOR ME [Même si je ne mérite pas Ton amour pour moi]  
25-  YOU LOOK BEYOND MY FAULT AND YOU SHOWED MERCY [Tu ne m’as pas jugé Tu m’as pardonné]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26-  I WANNA SAY THANK YOU FOR THE SUN [je te dis merci pour le soleil]  
27-  I WANNA SAY THANK YOU FOR THE RAIN [Seigneur, merci pour la pluie] </a:t>
            </a:r>
          </a:p>
          <a:p>
            <a:endParaRPr lang="fr-FR" smtClean="0"/>
          </a:p>
          <a:p>
            <a:r>
              <a:rPr lang="fr-FR" smtClean="0"/>
              <a:t>	Refrain:
28-  THANK YOU FOR LOVING ME merci de m’avoir aimé 
29-  merci saint-esprit merci  
30-  THANK YOU [Merci]
31-  purifie mon cœur 
</a:t>
            </a:r>
            <a:endParaRPr lang="fr-FR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>
              <a:defRPr/>
            </a:pPr>
            <a:r>
              <a:rPr lang="fr-FR" smtClean="0"/>
              <a:t>1-  Just a little while longer I wanna pray [encore un moment de plus je voudrais prier] 
2-  Can't get You off my mind so I came to say [Tu remplis mes pensées] 
3-  Thank You Lord just for loving me [Je veux Te dire merci de m’avoir aimé] 
4-  Many times as I do forget [Tant de fois, j’ai oublié] 
5-  Every need that You have met [Mes besoins que Tu as comblés]  
6-  Oh thank You Lord, I know You're showing me [Merci, Seigneur de me le rappeler]  
7-  You are there when I am down and out [Tu es toujours là dans mes besoins] 
8-  You're holding me, Your love is so amazing [Tu me soutiens Ton amour est si puissant] 
9-  Oh it changed me [Tu m’as changé]</a:t>
            </a:r>
          </a:p>
          <a:p>
            <a:pPr>
              <a:defRPr/>
            </a:pPr>
            <a:r>
              <a:rPr lang="fr-FR" smtClean="0"/>
              <a:t>  
	10-  Here I am with all I am [Me voici tel que je suis] 
	11-  Raise my hands to worship You [Je lève mes mains mon cœur rempli] 
	12-  I wanna say thank you, oh thank you [Je veux Te dire merci oui merci]  
	13-  For everything, for who You are [Pour tout le reste pour qui Tu es] 
	14-  You cover me, You touch my heart [Pour Tes merveilles et Tes bienfaits] 
	15-  I wanna say thank you [Je veux te dire merci oui merci </a:t>
            </a:r>
          </a:p>
          <a:p>
            <a:pPr>
              <a:defRPr/>
            </a:pPr>
            <a:r>
              <a:rPr lang="fr-FR" smtClean="0"/>
              <a:t>
16-  I COULD HAVE DIED IN MY SIN BUT YOU SAVED ME [J’étais prisonnier du péché mais tu m’as sauvé] 
17-  DIDN'T HAVE ANY HOPE AT ALL [Quand j’étais désespéré] 
18-  YOU GAVE ME PEACE DIVINE [Tu m’as donné la paix]  
19-  STRENGTH TO CARRY ON [Pour être bien plus grand]  
20-  I SHOULD HAVE BEEN THE ONE TO PAY [C’est moi qui aurais dû payer] 
21-  BUT INSTEAD YOU TOOK MY PLACE [Mais pour moi, Tu l’as fait]  
22-  AMAZING GRACE  [Quelle grâce admirable] 
23-  IT'S MORE THAN JUST A SONG [C’est plus qu’un simple chant]  
24-  EVEN THOUGH I DON'T DESERVE YOUR LOVE FOR ME [Même si je ne mérite pas Ton amour pour moi]  
25-  YOU LOOK BEYOND MY FAULT AND YOU SHOWED MERCY [Tu ne m’as pas jugé Tu m’as pardonné]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
26-  I WANNA SAY THANK YOU FOR THE SUN [je te dis merci pour le soleil]  
27-  I WANNA SAY THANK YOU FOR THE RAIN [Seigneur, merci pour la pluie]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
28-  THANK YOU FOR LOVING ME merci de m’avoir aimé 
29-  merci saint-esprit merci  
30-  THANK YOU [Merci]
31-  purifie mon cœur 
</a:t>
            </a:r>
            <a:endParaRPr lang="fr-FR" dirty="0"/>
          </a:p>
        </p:txBody>
      </p:sp>
      <p:sp>
        <p:nvSpPr>
          <p:cNvPr id="522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Just a little while longer I wanna pray [encore un moment de plus je voudrais prier] 
2-  Can't get You off my mind so I came to say [Tu remplis mes pensées] 
3-  Thank You Lord just for loving me [Je veux Te dire merci de m’avoir aimé] 
4-  Many times as I do forget [Tant de fois, j’ai oublié] 
5-  Every need that You have met [Mes besoins que Tu as comblés]  
6-  Oh thank You Lord, I know You're showing me [Merci, Seigneur de me le rappeler]  
7-  You are there when I am down and out [Tu es toujours là dans mes besoins] 
8-  You're holding me, Your love is so amazing [Tu me soutiens Ton amour est si puissant] 
9-  Oh it changed me [Tu m’as changé]</a:t>
            </a:r>
          </a:p>
          <a:p>
            <a:r>
              <a:rPr lang="fr-FR" smtClean="0"/>
              <a:t>  
	10-  Here I am with all I am [Me voici tel que je suis] 
	11-  Raise my hands to worship You [Je lève mes mains mon cœur rempli] 
	12-  I wanna say thank you, oh thank you [Je veux Te dire merci oui merci]  
	13-  For everything, for who You are [Pour tout le reste pour qui Tu es] 
	14-  You cover me, You touch my heart [Pour Tes merveilles et Tes bienfaits] 
	15-  I wanna say thank you [Je veux te dire merci oui merci </a:t>
            </a:r>
          </a:p>
          <a:p>
            <a:r>
              <a:rPr lang="fr-FR" smtClean="0"/>
              <a:t>
16-  I COULD HAVE DIED IN MY SIN BUT YOU SAVED ME [J’étais prisonnier du péché mais tu m’as sauvé] 
17-  DIDN'T HAVE ANY HOPE AT ALL [Quand j’étais désespéré] 
18-  YOU GAVE ME PEACE DIVINE [Tu m’as donné la paix]  
19-  STRENGTH TO CARRY ON [Pour être bien plus grand]  
20-  I SHOULD HAVE BEEN THE ONE TO PAY [C’est moi qui aurais dû payer] 
21-  BUT INSTEAD YOU TOOK MY PLACE [Mais pour moi, Tu l’as fait]  
22-  AMAZING GRACE  [Quelle grâce admirable] 
23-  IT'S MORE THAN JUST A SONG [C’est plus qu’un simple chant]  
24-  EVEN THOUGH I DON'T DESERVE YOUR LOVE FOR ME [Même si je ne mérite pas Ton amour pour moi]  
25-  YOU LOOK BEYOND MY FAULT AND YOU SHOWED MERCY [Tu ne m’as pas jugé Tu m’as pardonné]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26-  I WANNA SAY THANK YOU FOR THE SUN [je te dis merci pour le soleil]  
27-  I WANNA SAY THANK YOU FOR THE RAIN [Seigneur, merci pour la pluie] </a:t>
            </a:r>
          </a:p>
          <a:p>
            <a:endParaRPr lang="fr-FR" smtClean="0"/>
          </a:p>
          <a:p>
            <a:r>
              <a:rPr lang="fr-FR" smtClean="0"/>
              <a:t>	Refrain:
28-  THANK YOU FOR LOVING ME merci de m’avoir aimé 
29-  merci saint-esprit merci  
30-  THANK YOU [Merci]
31-  purifie mon cœur 
</a:t>
            </a:r>
            <a:endParaRPr lang="fr-FR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>
              <a:defRPr/>
            </a:pPr>
            <a:r>
              <a:rPr lang="fr-FR" smtClean="0"/>
              <a:t>1-  Just a little while longer I wanna pray [encore un moment de plus je voudrais prier] 
2-  Can't get You off my mind so I came to say [Tu remplis mes pensées] 
3-  Thank You Lord just for loving me [Je veux Te dire merci de m’avoir aimé] 
4-  Many times as I do forget [Tant de fois, j’ai oublié] 
5-  Every need that You have met [Mes besoins que Tu as comblés]  
6-  Oh thank You Lord, I know You're showing me [Merci, Seigneur de me le rappeler]  
7-  You are there when I am down and out [Tu es toujours là dans mes besoins] 
8-  You're holding me, Your love is so amazing [Tu me soutiens Ton amour est si puissant] 
9-  Oh it changed me [Tu m’as changé]</a:t>
            </a:r>
          </a:p>
          <a:p>
            <a:pPr>
              <a:defRPr/>
            </a:pPr>
            <a:r>
              <a:rPr lang="fr-FR" smtClean="0"/>
              <a:t>  
	10-  Here I am with all I am [Me voici tel que je suis] 
	11-  Raise my hands to worship You [Je lève mes mains mon cœur rempli] 
	12-  I wanna say thank you, oh thank you [Je veux Te dire merci oui merci]  
	13-  For everything, for who You are [Pour tout le reste pour qui Tu es] 
	14-  You cover me, You touch my heart [Pour Tes merveilles et Tes bienfaits] 
	15-  I wanna say thank you [Je veux te dire merci oui merci </a:t>
            </a:r>
          </a:p>
          <a:p>
            <a:pPr>
              <a:defRPr/>
            </a:pPr>
            <a:r>
              <a:rPr lang="fr-FR" smtClean="0"/>
              <a:t>
16-  I COULD HAVE DIED IN MY SIN BUT YOU SAVED ME [J’étais prisonnier du péché mais tu m’as sauvé] 
17-  DIDN'T HAVE ANY HOPE AT ALL [Quand j’étais désespéré] 
18-  YOU GAVE ME PEACE DIVINE [Tu m’as donné la paix]  
19-  STRENGTH TO CARRY ON [Pour être bien plus grand]  
20-  I SHOULD HAVE BEEN THE ONE TO PAY [C’est moi qui aurais dû payer] 
21-  BUT INSTEAD YOU TOOK MY PLACE [Mais pour moi, Tu l’as fait]  
22-  AMAZING GRACE  [Quelle grâce admirable] 
23-  IT'S MORE THAN JUST A SONG [C’est plus qu’un simple chant]  
24-  EVEN THOUGH I DON'T DESERVE YOUR LOVE FOR ME [Même si je ne mérite pas Ton amour pour moi]  
25-  YOU LOOK BEYOND MY FAULT AND YOU SHOWED MERCY [Tu ne m’as pas jugé Tu m’as pardonné]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
26-  I WANNA SAY THANK YOU FOR THE SUN [je te dis merci pour le soleil]  
27-  I WANNA SAY THANK YOU FOR THE RAIN [Seigneur, merci pour la pluie]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
28-  THANK YOU FOR LOVING ME merci de m’avoir aimé 
29-  merci saint-esprit merci  
30-  THANK YOU [Merci]
31-  purifie mon cœur 
</a:t>
            </a:r>
            <a:endParaRPr lang="fr-FR" dirty="0"/>
          </a:p>
        </p:txBody>
      </p:sp>
      <p:sp>
        <p:nvSpPr>
          <p:cNvPr id="532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Just a little while longer I wanna pray [encore un moment de plus je voudrais prier] 
2-  Can't get You off my mind so I came to say [Tu remplis mes pensées] 
3-  Thank You Lord just for loving me [Je veux Te dire merci de m’avoir aimé] 
4-  Many times as I do forget [Tant de fois, j’ai oublié] 
5-  Every need that You have met [Mes besoins que Tu as comblés]  
6-  Oh thank You Lord, I know You're showing me [Merci, Seigneur de me le rappeler]  
7-  You are there when I am down and out [Tu es toujours là dans mes besoins] 
8-  You're holding me, Your love is so amazing [Tu me soutiens Ton amour est si puissant] 
9-  Oh it changed me [Tu m’as changé]</a:t>
            </a:r>
          </a:p>
          <a:p>
            <a:r>
              <a:rPr lang="fr-FR" smtClean="0"/>
              <a:t>  
	10-  Here I am with all I am [Me voici tel que je suis] 
	11-  Raise my hands to worship You [Je lève mes mains mon cœur rempli] 
	12-  I wanna say thank you, oh thank you [Je veux Te dire merci oui merci]  
	13-  For everything, for who You are [Pour tout le reste pour qui Tu es] 
	14-  You cover me, You touch my heart [Pour Tes merveilles et Tes bienfaits] 
	15-  I wanna say thank you [Je veux te dire merci oui merci </a:t>
            </a:r>
          </a:p>
          <a:p>
            <a:r>
              <a:rPr lang="fr-FR" smtClean="0"/>
              <a:t>
16-  I COULD HAVE DIED IN MY SIN BUT YOU SAVED ME [J’étais prisonnier du péché mais tu m’as sauvé] 
17-  DIDN'T HAVE ANY HOPE AT ALL [Quand j’étais désespéré] 
18-  YOU GAVE ME PEACE DIVINE [Tu m’as donné la paix]  
19-  STRENGTH TO CARRY ON [Pour être bien plus grand]  
20-  I SHOULD HAVE BEEN THE ONE TO PAY [C’est moi qui aurais dû payer] 
21-  BUT INSTEAD YOU TOOK MY PLACE [Mais pour moi, Tu l’as fait]  
22-  AMAZING GRACE  [Quelle grâce admirable] 
23-  IT'S MORE THAN JUST A SONG [C’est plus qu’un simple chant]  
24-  EVEN THOUGH I DON'T DESERVE YOUR LOVE FOR ME [Même si je ne mérite pas Ton amour pour moi]  
25-  YOU LOOK BEYOND MY FAULT AND YOU SHOWED MERCY [Tu ne m’as pas jugé Tu m’as pardonné]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26-  I WANNA SAY THANK YOU FOR THE SUN [je te dis merci pour le soleil]  
27-  I WANNA SAY THANK YOU FOR THE RAIN [Seigneur, merci pour la pluie] </a:t>
            </a:r>
          </a:p>
          <a:p>
            <a:endParaRPr lang="fr-FR" smtClean="0"/>
          </a:p>
          <a:p>
            <a:r>
              <a:rPr lang="fr-FR" smtClean="0"/>
              <a:t>	Refrain:
28-  THANK YOU FOR LOVING ME merci de m’avoir aimé 
29-  merci saint-esprit merci  
30-  THANK YOU [Merci]
31-  purifie mon cœur 
</a:t>
            </a:r>
            <a:endParaRPr lang="fr-FR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>
              <a:defRPr/>
            </a:pPr>
            <a:r>
              <a:rPr lang="fr-FR" smtClean="0"/>
              <a:t>1-  Just a little while longer I wanna pray [encore un moment de plus je voudrais prier] 
2-  Can't get You off my mind so I came to say [Tu remplis mes pensées] 
3-  Thank You Lord just for loving me [Je veux Te dire merci de m’avoir aimé] 
4-  Many times as I do forget [Tant de fois, j’ai oublié] 
5-  Every need that You have met [Mes besoins que Tu as comblés]  
6-  Oh thank You Lord, I know You're showing me [Merci, Seigneur de me le rappeler]  
7-  You are there when I am down and out [Tu es toujours là dans mes besoins] 
8-  You're holding me, Your love is so amazing [Tu me soutiens Ton amour est si puissant] 
9-  Oh it changed me [Tu m’as changé]</a:t>
            </a:r>
          </a:p>
          <a:p>
            <a:pPr>
              <a:defRPr/>
            </a:pPr>
            <a:r>
              <a:rPr lang="fr-FR" smtClean="0"/>
              <a:t>  
	10-  Here I am with all I am [Me voici tel que je suis] 
	11-  Raise my hands to worship You [Je lève mes mains mon cœur rempli] 
	12-  I wanna say thank you, oh thank you [Je veux Te dire merci oui merci]  
	13-  For everything, for who You are [Pour tout le reste pour qui Tu es] 
	14-  You cover me, You touch my heart [Pour Tes merveilles et Tes bienfaits] 
	15-  I wanna say thank you [Je veux te dire merci oui merci </a:t>
            </a:r>
          </a:p>
          <a:p>
            <a:pPr>
              <a:defRPr/>
            </a:pPr>
            <a:r>
              <a:rPr lang="fr-FR" smtClean="0"/>
              <a:t>
16-  I COULD HAVE DIED IN MY SIN BUT YOU SAVED ME [J’étais prisonnier du péché mais tu m’as sauvé] 
17-  DIDN'T HAVE ANY HOPE AT ALL [Quand j’étais désespéré] 
18-  YOU GAVE ME PEACE DIVINE [Tu m’as donné la paix]  
19-  STRENGTH TO CARRY ON [Pour être bien plus grand]  
20-  I SHOULD HAVE BEEN THE ONE TO PAY [C’est moi qui aurais dû payer] 
21-  BUT INSTEAD YOU TOOK MY PLACE [Mais pour moi, Tu l’as fait]  
22-  AMAZING GRACE  [Quelle grâce admirable] 
23-  IT'S MORE THAN JUST A SONG [C’est plus qu’un simple chant]  
24-  EVEN THOUGH I DON'T DESERVE YOUR LOVE FOR ME [Même si je ne mérite pas Ton amour pour moi]  
25-  YOU LOOK BEYOND MY FAULT AND YOU SHOWED MERCY [Tu ne m’as pas jugé Tu m’as pardonné]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
26-  I WANNA SAY THANK YOU FOR THE SUN [je te dis merci pour le soleil]  
27-  I WANNA SAY THANK YOU FOR THE RAIN [Seigneur, merci pour la pluie]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
28-  THANK YOU FOR LOVING ME merci de m’avoir aimé 
29-  merci saint-esprit merci  
30-  THANK YOU [Merci]
31-  purifie mon cœur 
</a:t>
            </a:r>
            <a:endParaRPr lang="fr-FR" dirty="0"/>
          </a:p>
        </p:txBody>
      </p:sp>
      <p:sp>
        <p:nvSpPr>
          <p:cNvPr id="532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Just a little while longer I wanna pray [encore un moment de plus je voudrais prier] 
2-  Can't get You off my mind so I came to say [Tu remplis mes pensées] 
3-  Thank You Lord just for loving me [Je veux Te dire merci de m’avoir aimé] 
4-  Many times as I do forget [Tant de fois, j’ai oublié] 
5-  Every need that You have met [Mes besoins que Tu as comblés]  
6-  Oh thank You Lord, I know You're showing me [Merci, Seigneur de me le rappeler]  
7-  You are there when I am down and out [Tu es toujours là dans mes besoins] 
8-  You're holding me, Your love is so amazing [Tu me soutiens Ton amour est si puissant] 
9-  Oh it changed me [Tu m’as changé]</a:t>
            </a:r>
          </a:p>
          <a:p>
            <a:r>
              <a:rPr lang="fr-FR" smtClean="0"/>
              <a:t>  
	10-  Here I am with all I am [Me voici tel que je suis] 
	11-  Raise my hands to worship You [Je lève mes mains mon cœur rempli] 
	12-  I wanna say thank you, oh thank you [Je veux Te dire merci oui merci]  
	13-  For everything, for who You are [Pour tout le reste pour qui Tu es] 
	14-  You cover me, You touch my heart [Pour Tes merveilles et Tes bienfaits] 
	15-  I wanna say thank you [Je veux te dire merci oui merci </a:t>
            </a:r>
          </a:p>
          <a:p>
            <a:r>
              <a:rPr lang="fr-FR" smtClean="0"/>
              <a:t>
16-  I COULD HAVE DIED IN MY SIN BUT YOU SAVED ME [J’étais prisonnier du péché mais tu m’as sauvé] 
17-  DIDN'T HAVE ANY HOPE AT ALL [Quand j’étais désespéré] 
18-  YOU GAVE ME PEACE DIVINE [Tu m’as donné la paix]  
19-  STRENGTH TO CARRY ON [Pour être bien plus grand]  
20-  I SHOULD HAVE BEEN THE ONE TO PAY [C’est moi qui aurais dû payer] 
21-  BUT INSTEAD YOU TOOK MY PLACE [Mais pour moi, Tu l’as fait]  
22-  AMAZING GRACE  [Quelle grâce admirable] 
23-  IT'S MORE THAN JUST A SONG [C’est plus qu’un simple chant]  
24-  EVEN THOUGH I DON'T DESERVE YOUR LOVE FOR ME [Même si je ne mérite pas Ton amour pour moi]  
25-  YOU LOOK BEYOND MY FAULT AND YOU SHOWED MERCY [Tu ne m’as pas jugé Tu m’as pardonné]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26-  I WANNA SAY THANK YOU FOR THE SUN [je te dis merci pour le soleil]  
27-  I WANNA SAY THANK YOU FOR THE RAIN [Seigneur, merci pour la pluie] </a:t>
            </a:r>
          </a:p>
          <a:p>
            <a:endParaRPr lang="fr-FR" smtClean="0"/>
          </a:p>
          <a:p>
            <a:r>
              <a:rPr lang="fr-FR" smtClean="0"/>
              <a:t>	Refrain:
28-  THANK YOU FOR LOVING ME merci de m’avoir aimé 
29-  merci saint-esprit merci  
30-  THANK YOU [Merci]
31-  purifie mon cœur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4444618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>
              <a:defRPr/>
            </a:pPr>
            <a:r>
              <a:rPr lang="fr-FR" smtClean="0"/>
              <a:t>1-  Just a little while longer I wanna pray [encore un moment de plus je voudrais prier] 
2-  Can't get You off my mind so I came to say [Tu remplis mes pensées] 
3-  Thank You Lord just for loving me [Je veux Te dire merci de m’avoir aimé] 
4-  Many times as I do forget [Tant de fois, j’ai oublié] 
5-  Every need that You have met [Mes besoins que Tu as comblés]  
6-  Oh thank You Lord, I know You're showing me [Merci, Seigneur de me le rappeler]  
7-  You are there when I am down and out [Tu es toujours là dans mes besoins] 
8-  You're holding me, Your love is so amazing [Tu me soutiens Ton amour est si puissant] 
9-  Oh it changed me [Tu m’as changé]</a:t>
            </a:r>
          </a:p>
          <a:p>
            <a:pPr>
              <a:defRPr/>
            </a:pPr>
            <a:r>
              <a:rPr lang="fr-FR" smtClean="0"/>
              <a:t>  
	10-  Here I am with all I am [Me voici tel que je suis] 
	11-  Raise my hands to worship You [Je lève mes mains mon cœur rempli] 
	12-  I wanna say thank you, oh thank you [Je veux Te dire merci oui merci]  
	13-  For everything, for who You are [Pour tout le reste pour qui Tu es] 
	14-  You cover me, You touch my heart [Pour Tes merveilles et Tes bienfaits] 
	15-  I wanna say thank you [Je veux te dire merci oui merci </a:t>
            </a:r>
          </a:p>
          <a:p>
            <a:pPr>
              <a:defRPr/>
            </a:pPr>
            <a:r>
              <a:rPr lang="fr-FR" smtClean="0"/>
              <a:t>
16-  I COULD HAVE DIED IN MY SIN BUT YOU SAVED ME [J’étais prisonnier du péché mais tu m’as sauvé] 
17-  DIDN'T HAVE ANY HOPE AT ALL [Quand j’étais désespéré] 
18-  YOU GAVE ME PEACE DIVINE [Tu m’as donné la paix]  
19-  STRENGTH TO CARRY ON [Pour être bien plus grand]  
20-  I SHOULD HAVE BEEN THE ONE TO PAY [C’est moi qui aurais dû payer] 
21-  BUT INSTEAD YOU TOOK MY PLACE [Mais pour moi, Tu l’as fait]  
22-  AMAZING GRACE  [Quelle grâce admirable] 
23-  IT'S MORE THAN JUST A SONG [C’est plus qu’un simple chant]  
24-  EVEN THOUGH I DON'T DESERVE YOUR LOVE FOR ME [Même si je ne mérite pas Ton amour pour moi]  
25-  YOU LOOK BEYOND MY FAULT AND YOU SHOWED MERCY [Tu ne m’as pas jugé Tu m’as pardonné]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
26-  I WANNA SAY THANK YOU FOR THE SUN [je te dis merci pour le soleil]  
27-  I WANNA SAY THANK YOU FOR THE RAIN [Seigneur, merci pour la pluie]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
28-  THANK YOU FOR LOVING ME merci de m’avoir aimé 
29-  merci saint-esprit merci  
30-  THANK YOU [Merci]
31-  purifie mon cœur 
</a:t>
            </a:r>
            <a:endParaRPr lang="fr-FR" dirty="0"/>
          </a:p>
        </p:txBody>
      </p:sp>
      <p:sp>
        <p:nvSpPr>
          <p:cNvPr id="542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Just a little while longer I wanna pray [encore un moment de plus je voudrais prier] 
2-  Can't get You off my mind so I came to say [Tu remplis mes pensées] 
3-  Thank You Lord just for loving me [Je veux Te dire merci de m’avoir aimé] 
4-  Many times as I do forget [Tant de fois, j’ai oublié] 
5-  Every need that You have met [Mes besoins que Tu as comblés]  
6-  Oh thank You Lord, I know You're showing me [Merci, Seigneur de me le rappeler]  
7-  You are there when I am down and out [Tu es toujours là dans mes besoins] 
8-  You're holding me, Your love is so amazing [Tu me soutiens Ton amour est si puissant] 
9-  Oh it changed me [Tu m’as changé]</a:t>
            </a:r>
          </a:p>
          <a:p>
            <a:r>
              <a:rPr lang="fr-FR" smtClean="0"/>
              <a:t>  
	10-  Here I am with all I am [Me voici tel que je suis] 
	11-  Raise my hands to worship You [Je lève mes mains mon cœur rempli] 
	12-  I wanna say thank you, oh thank you [Je veux Te dire merci oui merci]  
	13-  For everything, for who You are [Pour tout le reste pour qui Tu es] 
	14-  You cover me, You touch my heart [Pour Tes merveilles et Tes bienfaits] 
	15-  I wanna say thank you [Je veux te dire merci oui merci </a:t>
            </a:r>
          </a:p>
          <a:p>
            <a:r>
              <a:rPr lang="fr-FR" smtClean="0"/>
              <a:t>
16-  I COULD HAVE DIED IN MY SIN BUT YOU SAVED ME [J’étais prisonnier du péché mais tu m’as sauvé] 
17-  DIDN'T HAVE ANY HOPE AT ALL [Quand j’étais désespéré] 
18-  YOU GAVE ME PEACE DIVINE [Tu m’as donné la paix]  
19-  STRENGTH TO CARRY ON [Pour être bien plus grand]  
20-  I SHOULD HAVE BEEN THE ONE TO PAY [C’est moi qui aurais dû payer] 
21-  BUT INSTEAD YOU TOOK MY PLACE [Mais pour moi, Tu l’as fait]  
22-  AMAZING GRACE  [Quelle grâce admirable] 
23-  IT'S MORE THAN JUST A SONG [C’est plus qu’un simple chant]  
24-  EVEN THOUGH I DON'T DESERVE YOUR LOVE FOR ME [Même si je ne mérite pas Ton amour pour moi]  
25-  YOU LOOK BEYOND MY FAULT AND YOU SHOWED MERCY [Tu ne m’as pas jugé Tu m’as pardonné]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26-  I WANNA SAY THANK YOU FOR THE SUN [je te dis merci pour le soleil]  
27-  I WANNA SAY THANK YOU FOR THE RAIN [Seigneur, merci pour la pluie] </a:t>
            </a:r>
          </a:p>
          <a:p>
            <a:endParaRPr lang="fr-FR" smtClean="0"/>
          </a:p>
          <a:p>
            <a:r>
              <a:rPr lang="fr-FR" smtClean="0"/>
              <a:t>	Refrain:
28-  THANK YOU FOR LOVING ME merci de m’avoir aimé 
29-  merci saint-esprit merci  
30-  THANK YOU [Merci]
31-  purifie mon cœur 
</a:t>
            </a:r>
            <a:endParaRPr lang="fr-FR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>
              <a:defRPr/>
            </a:pPr>
            <a:r>
              <a:rPr lang="fr-FR" smtClean="0"/>
              <a:t>1-  Just a little while longer I wanna pray [encore un moment de plus je voudrais prier] 
2-  Can't get You off my mind so I came to say [Tu remplis mes pensées] 
3-  Thank You Lord just for loving me [Je veux Te dire merci de m’avoir aimé] 
4-  Many times as I do forget [Tant de fois, j’ai oublié] 
5-  Every need that You have met [Mes besoins que Tu as comblés]  
6-  Oh thank You Lord, I know You're showing me [Merci, Seigneur de me le rappeler]  
7-  You are there when I am down and out [Tu es toujours là dans mes besoins] 
8-  You're holding me, Your love is so amazing [Tu me soutiens Ton amour est si puissant] 
9-  Oh it changed me [Tu m’as changé]</a:t>
            </a:r>
          </a:p>
          <a:p>
            <a:pPr>
              <a:defRPr/>
            </a:pPr>
            <a:r>
              <a:rPr lang="fr-FR" smtClean="0"/>
              <a:t>  
	10-  Here I am with all I am [Me voici tel que je suis] 
	11-  Raise my hands to worship You [Je lève mes mains mon cœur rempli] 
	12-  I wanna say thank you, oh thank you [Je veux Te dire merci oui merci]  
	13-  For everything, for who You are [Pour tout le reste pour qui Tu es] 
	14-  You cover me, You touch my heart [Pour Tes merveilles et Tes bienfaits] 
	15-  I wanna say thank you [Je veux te dire merci oui merci </a:t>
            </a:r>
          </a:p>
          <a:p>
            <a:pPr>
              <a:defRPr/>
            </a:pPr>
            <a:r>
              <a:rPr lang="fr-FR" smtClean="0"/>
              <a:t>
16-  I COULD HAVE DIED IN MY SIN BUT YOU SAVED ME [J’étais prisonnier du péché mais tu m’as sauvé] 
17-  DIDN'T HAVE ANY HOPE AT ALL [Quand j’étais désespéré] 
18-  YOU GAVE ME PEACE DIVINE [Tu m’as donné la paix]  
19-  STRENGTH TO CARRY ON [Pour être bien plus grand]  
20-  I SHOULD HAVE BEEN THE ONE TO PAY [C’est moi qui aurais dû payer] 
21-  BUT INSTEAD YOU TOOK MY PLACE [Mais pour moi, Tu l’as fait]  
22-  AMAZING GRACE  [Quelle grâce admirable] 
23-  IT'S MORE THAN JUST A SONG [C’est plus qu’un simple chant]  
24-  EVEN THOUGH I DON'T DESERVE YOUR LOVE FOR ME [Même si je ne mérite pas Ton amour pour moi]  
25-  YOU LOOK BEYOND MY FAULT AND YOU SHOWED MERCY [Tu ne m’as pas jugé Tu m’as pardonné]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
26-  I WANNA SAY THANK YOU FOR THE SUN [je te dis merci pour le soleil]  
27-  I WANNA SAY THANK YOU FOR THE RAIN [Seigneur, merci pour la pluie]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
28-  THANK YOU FOR LOVING ME merci de m’avoir aimé 
29-  merci saint-esprit merci  
30-  THANK YOU [Merci]
31-  purifie mon cœur 
</a:t>
            </a:r>
            <a:endParaRPr lang="fr-FR" dirty="0"/>
          </a:p>
        </p:txBody>
      </p:sp>
      <p:sp>
        <p:nvSpPr>
          <p:cNvPr id="542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Just a little while longer I wanna pray [encore un moment de plus je voudrais prier] 
2-  Can't get You off my mind so I came to say [Tu remplis mes pensées] 
3-  Thank You Lord just for loving me [Je veux Te dire merci de m’avoir aimé] 
4-  Many times as I do forget [Tant de fois, j’ai oublié] 
5-  Every need that You have met [Mes besoins que Tu as comblés]  
6-  Oh thank You Lord, I know You're showing me [Merci, Seigneur de me le rappeler]  
7-  You are there when I am down and out [Tu es toujours là dans mes besoins] 
8-  You're holding me, Your love is so amazing [Tu me soutiens Ton amour est si puissant] 
9-  Oh it changed me [Tu m’as changé]</a:t>
            </a:r>
          </a:p>
          <a:p>
            <a:r>
              <a:rPr lang="fr-FR" smtClean="0"/>
              <a:t>  
	10-  Here I am with all I am [Me voici tel que je suis] 
	11-  Raise my hands to worship You [Je lève mes mains mon cœur rempli] 
	12-  I wanna say thank you, oh thank you [Je veux Te dire merci oui merci]  
	13-  For everything, for who You are [Pour tout le reste pour qui Tu es] 
	14-  You cover me, You touch my heart [Pour Tes merveilles et Tes bienfaits] 
	15-  I wanna say thank you [Je veux te dire merci oui merci </a:t>
            </a:r>
          </a:p>
          <a:p>
            <a:r>
              <a:rPr lang="fr-FR" smtClean="0"/>
              <a:t>
16-  I COULD HAVE DIED IN MY SIN BUT YOU SAVED ME [J’étais prisonnier du péché mais tu m’as sauvé] 
17-  DIDN'T HAVE ANY HOPE AT ALL [Quand j’étais désespéré] 
18-  YOU GAVE ME PEACE DIVINE [Tu m’as donné la paix]  
19-  STRENGTH TO CARRY ON [Pour être bien plus grand]  
20-  I SHOULD HAVE BEEN THE ONE TO PAY [C’est moi qui aurais dû payer] 
21-  BUT INSTEAD YOU TOOK MY PLACE [Mais pour moi, Tu l’as fait]  
22-  AMAZING GRACE  [Quelle grâce admirable] 
23-  IT'S MORE THAN JUST A SONG [C’est plus qu’un simple chant]  
24-  EVEN THOUGH I DON'T DESERVE YOUR LOVE FOR ME [Même si je ne mérite pas Ton amour pour moi]  
25-  YOU LOOK BEYOND MY FAULT AND YOU SHOWED MERCY [Tu ne m’as pas jugé Tu m’as pardonné]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26-  I WANNA SAY THANK YOU FOR THE SUN [je te dis merci pour le soleil]  
27-  I WANNA SAY THANK YOU FOR THE RAIN [Seigneur, merci pour la pluie] </a:t>
            </a:r>
          </a:p>
          <a:p>
            <a:endParaRPr lang="fr-FR" smtClean="0"/>
          </a:p>
          <a:p>
            <a:r>
              <a:rPr lang="fr-FR" smtClean="0"/>
              <a:t>	Refrain:
28-  THANK YOU FOR LOVING ME merci de m’avoir aimé 
29-  merci saint-esprit merci  
30-  THANK YOU [Merci]
31-  purifie mon cœur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3087160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>
              <a:defRPr/>
            </a:pPr>
            <a:r>
              <a:rPr lang="fr-FR" smtClean="0"/>
              <a:t>1-  Just a little while longer I wanna pray [encore un moment de plus je voudrais prier] 
2-  Can't get You off my mind so I came to say [Tu remplis mes pensées] 
3-  Thank You Lord just for loving me [Je veux Te dire merci de m’avoir aimé] 
4-  Many times as I do forget [Tant de fois, j’ai oublié] 
5-  Every need that You have met [Mes besoins que Tu as comblés]  
6-  Oh thank You Lord, I know You're showing me [Merci, Seigneur de me le rappeler]  
7-  You are there when I am down and out [Tu es toujours là dans mes besoins] 
8-  You're holding me, Your love is so amazing [Tu me soutiens Ton amour est si puissant] 
9-  Oh it changed me [Tu m’as changé]</a:t>
            </a:r>
          </a:p>
          <a:p>
            <a:pPr>
              <a:defRPr/>
            </a:pPr>
            <a:r>
              <a:rPr lang="fr-FR" smtClean="0"/>
              <a:t>  
	10-  Here I am with all I am [Me voici tel que je suis] 
	11-  Raise my hands to worship You [Je lève mes mains mon cœur rempli] 
	12-  I wanna say thank you, oh thank you [Je veux Te dire merci oui merci]  
	13-  For everything, for who You are [Pour tout le reste pour qui Tu es] 
	14-  You cover me, You touch my heart [Pour Tes merveilles et Tes bienfaits] 
	15-  I wanna say thank you [Je veux te dire merci oui merci </a:t>
            </a:r>
          </a:p>
          <a:p>
            <a:pPr>
              <a:defRPr/>
            </a:pPr>
            <a:r>
              <a:rPr lang="fr-FR" smtClean="0"/>
              <a:t>
16-  I COULD HAVE DIED IN MY SIN BUT YOU SAVED ME [J’étais prisonnier du péché mais tu m’as sauvé] 
17-  DIDN'T HAVE ANY HOPE AT ALL [Quand j’étais désespéré] 
18-  YOU GAVE ME PEACE DIVINE [Tu m’as donné la paix]  
19-  STRENGTH TO CARRY ON [Pour être bien plus grand]  
20-  I SHOULD HAVE BEEN THE ONE TO PAY [C’est moi qui aurais dû payer] 
21-  BUT INSTEAD YOU TOOK MY PLACE [Mais pour moi, Tu l’as fait]  
22-  AMAZING GRACE  [Quelle grâce admirable] 
23-  IT'S MORE THAN JUST A SONG [C’est plus qu’un simple chant]  
24-  EVEN THOUGH I DON'T DESERVE YOUR LOVE FOR ME [Même si je ne mérite pas Ton amour pour moi]  
25-  YOU LOOK BEYOND MY FAULT AND YOU SHOWED MERCY [Tu ne m’as pas jugé Tu m’as pardonné]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
26-  I WANNA SAY THANK YOU FOR THE SUN [je te dis merci pour le soleil]  
27-  I WANNA SAY THANK YOU FOR THE RAIN [Seigneur, merci pour la pluie]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
28-  THANK YOU FOR LOVING ME merci de m’avoir aimé 
29-  merci saint-esprit merci  
30-  THANK YOU [Merci]
31-  purifie mon cœur 
</a:t>
            </a:r>
            <a:endParaRPr lang="fr-FR" dirty="0"/>
          </a:p>
        </p:txBody>
      </p:sp>
      <p:sp>
        <p:nvSpPr>
          <p:cNvPr id="553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Just a little while longer I wanna pray [encore un moment de plus je voudrais prier] 
2-  Can't get You off my mind so I came to say [Tu remplis mes pensées] 
3-  Thank You Lord just for loving me [Je veux Te dire merci de m’avoir aimé] 
4-  Many times as I do forget [Tant de fois, j’ai oublié] 
5-  Every need that You have met [Mes besoins que Tu as comblés]  
6-  Oh thank You Lord, I know You're showing me [Merci, Seigneur de me le rappeler]  
7-  You are there when I am down and out [Tu es toujours là dans mes besoins] 
8-  You're holding me, Your love is so amazing [Tu me soutiens Ton amour est si puissant] 
9-  Oh it changed me [Tu m’as changé]</a:t>
            </a:r>
          </a:p>
          <a:p>
            <a:r>
              <a:rPr lang="fr-FR" smtClean="0"/>
              <a:t>  
	10-  Here I am with all I am [Me voici tel que je suis] 
	11-  Raise my hands to worship You [Je lève mes mains mon cœur rempli] 
	12-  I wanna say thank you, oh thank you [Je veux Te dire merci oui merci]  
	13-  For everything, for who You are [Pour tout le reste pour qui Tu es] 
	14-  You cover me, You touch my heart [Pour Tes merveilles et Tes bienfaits] 
	15-  I wanna say thank you [Je veux te dire merci oui merci </a:t>
            </a:r>
          </a:p>
          <a:p>
            <a:r>
              <a:rPr lang="fr-FR" smtClean="0"/>
              <a:t>
16-  I COULD HAVE DIED IN MY SIN BUT YOU SAVED ME [J’étais prisonnier du péché mais tu m’as sauvé] 
17-  DIDN'T HAVE ANY HOPE AT ALL [Quand j’étais désespéré] 
18-  YOU GAVE ME PEACE DIVINE [Tu m’as donné la paix]  
19-  STRENGTH TO CARRY ON [Pour être bien plus grand]  
20-  I SHOULD HAVE BEEN THE ONE TO PAY [C’est moi qui aurais dû payer] 
21-  BUT INSTEAD YOU TOOK MY PLACE [Mais pour moi, Tu l’as fait]  
22-  AMAZING GRACE  [Quelle grâce admirable] 
23-  IT'S MORE THAN JUST A SONG [C’est plus qu’un simple chant]  
24-  EVEN THOUGH I DON'T DESERVE YOUR LOVE FOR ME [Même si je ne mérite pas Ton amour pour moi]  
25-  YOU LOOK BEYOND MY FAULT AND YOU SHOWED MERCY [Tu ne m’as pas jugé Tu m’as pardonné]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26-  I WANNA SAY THANK YOU FOR THE SUN [je te dis merci pour le soleil]  
27-  I WANNA SAY THANK YOU FOR THE RAIN [Seigneur, merci pour la pluie] </a:t>
            </a:r>
          </a:p>
          <a:p>
            <a:endParaRPr lang="fr-FR" smtClean="0"/>
          </a:p>
          <a:p>
            <a:r>
              <a:rPr lang="fr-FR" smtClean="0"/>
              <a:t>	Refrain:
28-  THANK YOU FOR LOVING ME merci de m’avoir aimé 
29-  merci saint-esprit merci  
30-  THANK YOU [Merci]
31-  purifie mon cœur 
</a:t>
            </a:r>
            <a:endParaRPr lang="fr-FR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>
              <a:defRPr/>
            </a:pPr>
            <a:r>
              <a:rPr lang="fr-FR" smtClean="0"/>
              <a:t>1-  Just a little while longer I wanna pray [encore un moment de plus je voudrais prier] 
2-  Can't get You off my mind so I came to say [Tu remplis mes pensées] 
3-  Thank You Lord just for loving me [Je veux Te dire merci de m’avoir aimé] 
4-  Many times as I do forget [Tant de fois, j’ai oublié] 
5-  Every need that You have met [Mes besoins que Tu as comblés]  
6-  Oh thank You Lord, I know You're showing me [Merci, Seigneur de me le rappeler]  
7-  You are there when I am down and out [Tu es toujours là dans mes besoins] 
8-  You're holding me, Your love is so amazing [Tu me soutiens Ton amour est si puissant] 
9-  Oh it changed me [Tu m’as changé]</a:t>
            </a:r>
          </a:p>
          <a:p>
            <a:pPr>
              <a:defRPr/>
            </a:pPr>
            <a:r>
              <a:rPr lang="fr-FR" smtClean="0"/>
              <a:t>  
	10-  Here I am with all I am [Me voici tel que je suis] 
	11-  Raise my hands to worship You [Je lève mes mains mon cœur rempli] 
	12-  I wanna say thank you, oh thank you [Je veux Te dire merci oui merci]  
	13-  For everything, for who You are [Pour tout le reste pour qui Tu es] 
	14-  You cover me, You touch my heart [Pour Tes merveilles et Tes bienfaits] 
	15-  I wanna say thank you [Je veux te dire merci oui merci </a:t>
            </a:r>
          </a:p>
          <a:p>
            <a:pPr>
              <a:defRPr/>
            </a:pPr>
            <a:r>
              <a:rPr lang="fr-FR" smtClean="0"/>
              <a:t>
16-  I COULD HAVE DIED IN MY SIN BUT YOU SAVED ME [J’étais prisonnier du péché mais tu m’as sauvé] 
17-  DIDN'T HAVE ANY HOPE AT ALL [Quand j’étais désespéré] 
18-  YOU GAVE ME PEACE DIVINE [Tu m’as donné la paix]  
19-  STRENGTH TO CARRY ON [Pour être bien plus grand]  
20-  I SHOULD HAVE BEEN THE ONE TO PAY [C’est moi qui aurais dû payer] 
21-  BUT INSTEAD YOU TOOK MY PLACE [Mais pour moi, Tu l’as fait]  
22-  AMAZING GRACE  [Quelle grâce admirable] 
23-  IT'S MORE THAN JUST A SONG [C’est plus qu’un simple chant]  
24-  EVEN THOUGH I DON'T DESERVE YOUR LOVE FOR ME [Même si je ne mérite pas Ton amour pour moi]  
25-  YOU LOOK BEYOND MY FAULT AND YOU SHOWED MERCY [Tu ne m’as pas jugé Tu m’as pardonné]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
26-  I WANNA SAY THANK YOU FOR THE SUN [je te dis merci pour le soleil]  
27-  I WANNA SAY THANK YOU FOR THE RAIN [Seigneur, merci pour la pluie]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
28-  THANK YOU FOR LOVING ME merci de m’avoir aimé 
29-  merci saint-esprit merci  
30-  THANK YOU [Merci]
31-  purifie mon cœur 
</a:t>
            </a:r>
            <a:endParaRPr lang="fr-FR" dirty="0"/>
          </a:p>
        </p:txBody>
      </p:sp>
      <p:sp>
        <p:nvSpPr>
          <p:cNvPr id="553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Just a little while longer I wanna pray [encore un moment de plus je voudrais prier] 
2-  Can't get You off my mind so I came to say [Tu remplis mes pensées] 
3-  Thank You Lord just for loving me [Je veux Te dire merci de m’avoir aimé] 
4-  Many times as I do forget [Tant de fois, j’ai oublié] 
5-  Every need that You have met [Mes besoins que Tu as comblés]  
6-  Oh thank You Lord, I know You're showing me [Merci, Seigneur de me le rappeler]  
7-  You are there when I am down and out [Tu es toujours là dans mes besoins] 
8-  You're holding me, Your love is so amazing [Tu me soutiens Ton amour est si puissant] 
9-  Oh it changed me [Tu m’as changé]</a:t>
            </a:r>
          </a:p>
          <a:p>
            <a:r>
              <a:rPr lang="fr-FR" smtClean="0"/>
              <a:t>  
	10-  Here I am with all I am [Me voici tel que je suis] 
	11-  Raise my hands to worship You [Je lève mes mains mon cœur rempli] 
	12-  I wanna say thank you, oh thank you [Je veux Te dire merci oui merci]  
	13-  For everything, for who You are [Pour tout le reste pour qui Tu es] 
	14-  You cover me, You touch my heart [Pour Tes merveilles et Tes bienfaits] 
	15-  I wanna say thank you [Je veux te dire merci oui merci </a:t>
            </a:r>
          </a:p>
          <a:p>
            <a:r>
              <a:rPr lang="fr-FR" smtClean="0"/>
              <a:t>
16-  I COULD HAVE DIED IN MY SIN BUT YOU SAVED ME [J’étais prisonnier du péché mais tu m’as sauvé] 
17-  DIDN'T HAVE ANY HOPE AT ALL [Quand j’étais désespéré] 
18-  YOU GAVE ME PEACE DIVINE [Tu m’as donné la paix]  
19-  STRENGTH TO CARRY ON [Pour être bien plus grand]  
20-  I SHOULD HAVE BEEN THE ONE TO PAY [C’est moi qui aurais dû payer] 
21-  BUT INSTEAD YOU TOOK MY PLACE [Mais pour moi, Tu l’as fait]  
22-  AMAZING GRACE  [Quelle grâce admirable] 
23-  IT'S MORE THAN JUST A SONG [C’est plus qu’un simple chant]  
24-  EVEN THOUGH I DON'T DESERVE YOUR LOVE FOR ME [Même si je ne mérite pas Ton amour pour moi]  
25-  YOU LOOK BEYOND MY FAULT AND YOU SHOWED MERCY [Tu ne m’as pas jugé Tu m’as pardonné]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26-  I WANNA SAY THANK YOU FOR THE SUN [je te dis merci pour le soleil]  
27-  I WANNA SAY THANK YOU FOR THE RAIN [Seigneur, merci pour la pluie] </a:t>
            </a:r>
          </a:p>
          <a:p>
            <a:endParaRPr lang="fr-FR" smtClean="0"/>
          </a:p>
          <a:p>
            <a:r>
              <a:rPr lang="fr-FR" smtClean="0"/>
              <a:t>	Refrain:
28-  THANK YOU FOR LOVING ME merci de m’avoir aimé 
29-  merci saint-esprit merci  
30-  THANK YOU [Merci]
31-  purifie mon cœur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1110770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>
              <a:defRPr/>
            </a:pPr>
            <a:r>
              <a:rPr lang="fr-FR" smtClean="0"/>
              <a:t>1-  Just a little while longer I wanna pray [encore un moment de plus je voudrais prier] 
2-  Can't get You off my mind so I came to say [Tu remplis mes pensées] 
3-  Thank You Lord just for loving me [Je veux Te dire merci de m’avoir aimé] 
4-  Many times as I do forget [Tant de fois, j’ai oublié] 
5-  Every need that You have met [Mes besoins que Tu as comblés]  
6-  Oh thank You Lord, I know You're showing me [Merci, Seigneur de me le rappeler]  
7-  You are there when I am down and out [Tu es toujours là dans mes besoins] 
8-  You're holding me, Your love is so amazing [Tu me soutiens Ton amour est si puissant] 
9-  Oh it changed me [Tu m’as changé]</a:t>
            </a:r>
          </a:p>
          <a:p>
            <a:pPr>
              <a:defRPr/>
            </a:pPr>
            <a:r>
              <a:rPr lang="fr-FR" smtClean="0"/>
              <a:t>  
	10-  Here I am with all I am [Me voici tel que je suis] 
	11-  Raise my hands to worship You [Je lève mes mains mon cœur rempli] 
	12-  I wanna say thank you, oh thank you [Je veux Te dire merci oui merci]  
	13-  For everything, for who You are [Pour tout le reste pour qui Tu es] 
	14-  You cover me, You touch my heart [Pour Tes merveilles et Tes bienfaits] 
	15-  I wanna say thank you [Je veux te dire merci oui merci </a:t>
            </a:r>
          </a:p>
          <a:p>
            <a:pPr>
              <a:defRPr/>
            </a:pPr>
            <a:r>
              <a:rPr lang="fr-FR" smtClean="0"/>
              <a:t>
16-  I COULD HAVE DIED IN MY SIN BUT YOU SAVED ME [J’étais prisonnier du péché mais tu m’as sauvé] 
17-  DIDN'T HAVE ANY HOPE AT ALL [Quand j’étais désespéré] 
18-  YOU GAVE ME PEACE DIVINE [Tu m’as donné la paix]  
19-  STRENGTH TO CARRY ON [Pour être bien plus grand]  
20-  I SHOULD HAVE BEEN THE ONE TO PAY [C’est moi qui aurais dû payer] 
21-  BUT INSTEAD YOU TOOK MY PLACE [Mais pour moi, Tu l’as fait]  
22-  AMAZING GRACE  [Quelle grâce admirable] 
23-  IT'S MORE THAN JUST A SONG [C’est plus qu’un simple chant]  
24-  EVEN THOUGH I DON'T DESERVE YOUR LOVE FOR ME [Même si je ne mérite pas Ton amour pour moi]  
25-  YOU LOOK BEYOND MY FAULT AND YOU SHOWED MERCY [Tu ne m’as pas jugé Tu m’as pardonné]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
26-  I WANNA SAY THANK YOU FOR THE SUN [je te dis merci pour le soleil]  
27-  I WANNA SAY THANK YOU FOR THE RAIN [Seigneur, merci pour la pluie]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
28-  THANK YOU FOR LOVING ME merci de m’avoir aimé 
29-  merci saint-esprit merci  
30-  THANK YOU [Merci]
31-  purifie mon cœur 
</a:t>
            </a:r>
            <a:endParaRPr lang="fr-FR" dirty="0"/>
          </a:p>
        </p:txBody>
      </p:sp>
      <p:sp>
        <p:nvSpPr>
          <p:cNvPr id="563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Just a little while longer I wanna pray [encore un moment de plus je voudrais prier] 
2-  Can't get You off my mind so I came to say [Tu remplis mes pensées] 
3-  Thank You Lord just for loving me [Je veux Te dire merci de m’avoir aimé] 
4-  Many times as I do forget [Tant de fois, j’ai oublié] 
5-  Every need that You have met [Mes besoins que Tu as comblés]  
6-  Oh thank You Lord, I know You're showing me [Merci, Seigneur de me le rappeler]  
7-  You are there when I am down and out [Tu es toujours là dans mes besoins] 
8-  You're holding me, Your love is so amazing [Tu me soutiens Ton amour est si puissant] 
9-  Oh it changed me [Tu m’as changé]</a:t>
            </a:r>
          </a:p>
          <a:p>
            <a:r>
              <a:rPr lang="fr-FR" smtClean="0"/>
              <a:t>  
	10-  Here I am with all I am [Me voici tel que je suis] 
	11-  Raise my hands to worship You [Je lève mes mains mon cœur rempli] 
	12-  I wanna say thank you, oh thank you [Je veux Te dire merci oui merci]  
	13-  For everything, for who You are [Pour tout le reste pour qui Tu es] 
	14-  You cover me, You touch my heart [Pour Tes merveilles et Tes bienfaits] 
	15-  I wanna say thank you [Je veux te dire merci oui merci </a:t>
            </a:r>
          </a:p>
          <a:p>
            <a:r>
              <a:rPr lang="fr-FR" smtClean="0"/>
              <a:t>
16-  I COULD HAVE DIED IN MY SIN BUT YOU SAVED ME [J’étais prisonnier du péché mais tu m’as sauvé] 
17-  DIDN'T HAVE ANY HOPE AT ALL [Quand j’étais désespéré] 
18-  YOU GAVE ME PEACE DIVINE [Tu m’as donné la paix]  
19-  STRENGTH TO CARRY ON [Pour être bien plus grand]  
20-  I SHOULD HAVE BEEN THE ONE TO PAY [C’est moi qui aurais dû payer] 
21-  BUT INSTEAD YOU TOOK MY PLACE [Mais pour moi, Tu l’as fait]  
22-  AMAZING GRACE  [Quelle grâce admirable] 
23-  IT'S MORE THAN JUST A SONG [C’est plus qu’un simple chant]  
24-  EVEN THOUGH I DON'T DESERVE YOUR LOVE FOR ME [Même si je ne mérite pas Ton amour pour moi]  
25-  YOU LOOK BEYOND MY FAULT AND YOU SHOWED MERCY [Tu ne m’as pas jugé Tu m’as pardonné]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26-  I WANNA SAY THANK YOU FOR THE SUN [je te dis merci pour le soleil]  
27-  I WANNA SAY THANK YOU FOR THE RAIN [Seigneur, merci pour la pluie] </a:t>
            </a:r>
          </a:p>
          <a:p>
            <a:endParaRPr lang="fr-FR" smtClean="0"/>
          </a:p>
          <a:p>
            <a:r>
              <a:rPr lang="fr-FR" smtClean="0"/>
              <a:t>	Refrain:
28-  THANK YOU FOR LOVING ME merci de m’avoir aimé 
29-  merci saint-esprit merci  
30-  THANK YOU [Merci]
31-  purifie mon cœur 
</a:t>
            </a:r>
            <a:endParaRPr lang="fr-FR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>
              <a:defRPr/>
            </a:pPr>
            <a:r>
              <a:rPr lang="fr-FR" smtClean="0"/>
              <a:t>1-  Just a little while longer I wanna pray [encore un moment de plus je voudrais prier] 
2-  Can't get You off my mind so I came to say [Tu remplis mes pensées] 
3-  Thank You Lord just for loving me [Je veux Te dire merci de m’avoir aimé] 
4-  Many times as I do forget [Tant de fois, j’ai oublié] 
5-  Every need that You have met [Mes besoins que Tu as comblés]  
6-  Oh thank You Lord, I know You're showing me [Merci, Seigneur de me le rappeler]  
7-  You are there when I am down and out [Tu es toujours là dans mes besoins] 
8-  You're holding me, Your love is so amazing [Tu me soutiens Ton amour est si puissant] 
9-  Oh it changed me [Tu m’as changé]</a:t>
            </a:r>
          </a:p>
          <a:p>
            <a:pPr>
              <a:defRPr/>
            </a:pPr>
            <a:r>
              <a:rPr lang="fr-FR" smtClean="0"/>
              <a:t>  
	10-  Here I am with all I am [Me voici tel que je suis] 
	11-  Raise my hands to worship You [Je lève mes mains mon cœur rempli] 
	12-  I wanna say thank you, oh thank you [Je veux Te dire merci oui merci]  
	13-  For everything, for who You are [Pour tout le reste pour qui Tu es] 
	14-  You cover me, You touch my heart [Pour Tes merveilles et Tes bienfaits] 
	15-  I wanna say thank you [Je veux te dire merci oui merci </a:t>
            </a:r>
          </a:p>
          <a:p>
            <a:pPr>
              <a:defRPr/>
            </a:pPr>
            <a:r>
              <a:rPr lang="fr-FR" smtClean="0"/>
              <a:t>
16-  I COULD HAVE DIED IN MY SIN BUT YOU SAVED ME [J’étais prisonnier du péché mais tu m’as sauvé] 
17-  DIDN'T HAVE ANY HOPE AT ALL [Quand j’étais désespéré] 
18-  YOU GAVE ME PEACE DIVINE [Tu m’as donné la paix]  
19-  STRENGTH TO CARRY ON [Pour être bien plus grand]  
20-  I SHOULD HAVE BEEN THE ONE TO PAY [C’est moi qui aurais dû payer] 
21-  BUT INSTEAD YOU TOOK MY PLACE [Mais pour moi, Tu l’as fait]  
22-  AMAZING GRACE  [Quelle grâce admirable] 
23-  IT'S MORE THAN JUST A SONG [C’est plus qu’un simple chant]  
24-  EVEN THOUGH I DON'T DESERVE YOUR LOVE FOR ME [Même si je ne mérite pas Ton amour pour moi]  
25-  YOU LOOK BEYOND MY FAULT AND YOU SHOWED MERCY [Tu ne m’as pas jugé Tu m’as pardonné]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
26-  I WANNA SAY THANK YOU FOR THE SUN [je te dis merci pour le soleil]  
27-  I WANNA SAY THANK YOU FOR THE RAIN [Seigneur, merci pour la pluie]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
28-  THANK YOU FOR LOVING ME merci de m’avoir aimé 
29-  merci saint-esprit merci  
30-  THANK YOU [Merci]
31-  purifie mon cœur 
</a:t>
            </a:r>
            <a:endParaRPr lang="fr-FR" dirty="0"/>
          </a:p>
        </p:txBody>
      </p:sp>
      <p:sp>
        <p:nvSpPr>
          <p:cNvPr id="573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Just a little while longer I wanna pray [encore un moment de plus je voudrais prier] 
2-  Can't get You off my mind so I came to say [Tu remplis mes pensées] 
3-  Thank You Lord just for loving me [Je veux Te dire merci de m’avoir aimé] 
4-  Many times as I do forget [Tant de fois, j’ai oublié] 
5-  Every need that You have met [Mes besoins que Tu as comblés]  
6-  Oh thank You Lord, I know You're showing me [Merci, Seigneur de me le rappeler]  
7-  You are there when I am down and out [Tu es toujours là dans mes besoins] 
8-  You're holding me, Your love is so amazing [Tu me soutiens Ton amour est si puissant] 
9-  Oh it changed me [Tu m’as changé]</a:t>
            </a:r>
          </a:p>
          <a:p>
            <a:r>
              <a:rPr lang="fr-FR" smtClean="0"/>
              <a:t>  
	10-  Here I am with all I am [Me voici tel que je suis] 
	11-  Raise my hands to worship You [Je lève mes mains mon cœur rempli] 
	12-  I wanna say thank you, oh thank you [Je veux Te dire merci oui merci]  
	13-  For everything, for who You are [Pour tout le reste pour qui Tu es] 
	14-  You cover me, You touch my heart [Pour Tes merveilles et Tes bienfaits] 
	15-  I wanna say thank you [Je veux te dire merci oui merci </a:t>
            </a:r>
          </a:p>
          <a:p>
            <a:r>
              <a:rPr lang="fr-FR" smtClean="0"/>
              <a:t>
16-  I COULD HAVE DIED IN MY SIN BUT YOU SAVED ME [J’étais prisonnier du péché mais tu m’as sauvé] 
17-  DIDN'T HAVE ANY HOPE AT ALL [Quand j’étais désespéré] 
18-  YOU GAVE ME PEACE DIVINE [Tu m’as donné la paix]  
19-  STRENGTH TO CARRY ON [Pour être bien plus grand]  
20-  I SHOULD HAVE BEEN THE ONE TO PAY [C’est moi qui aurais dû payer] 
21-  BUT INSTEAD YOU TOOK MY PLACE [Mais pour moi, Tu l’as fait]  
22-  AMAZING GRACE  [Quelle grâce admirable] 
23-  IT'S MORE THAN JUST A SONG [C’est plus qu’un simple chant]  
24-  EVEN THOUGH I DON'T DESERVE YOUR LOVE FOR ME [Même si je ne mérite pas Ton amour pour moi]  
25-  YOU LOOK BEYOND MY FAULT AND YOU SHOWED MERCY [Tu ne m’as pas jugé Tu m’as pardonné]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26-  I WANNA SAY THANK YOU FOR THE SUN [je te dis merci pour le soleil]  
27-  I WANNA SAY THANK YOU FOR THE RAIN [Seigneur, merci pour la pluie] </a:t>
            </a:r>
          </a:p>
          <a:p>
            <a:endParaRPr lang="fr-FR" smtClean="0"/>
          </a:p>
          <a:p>
            <a:r>
              <a:rPr lang="fr-FR" smtClean="0"/>
              <a:t>	Refrain:
28-  THANK YOU FOR LOVING ME merci de m’avoir aimé 
29-  merci saint-esprit merci  
30-  THANK YOU [Merci]
31-  purifie mon cœur 
</a:t>
            </a:r>
            <a:endParaRPr lang="fr-FR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>
              <a:defRPr/>
            </a:pPr>
            <a:r>
              <a:rPr lang="fr-FR" smtClean="0"/>
              <a:t>1-  Just a little while longer I wanna pray [encore un moment de plus je voudrais prier] 
2-  Can't get You off my mind so I came to say [Tu remplis mes pensées] 
3-  Thank You Lord just for loving me [Je veux Te dire merci de m’avoir aimé] 
4-  Many times as I do forget [Tant de fois, j’ai oublié] 
5-  Every need that You have met [Mes besoins que Tu as comblés]  
6-  Oh thank You Lord, I know You're showing me [Merci, Seigneur de me le rappeler]  
7-  You are there when I am down and out [Tu es toujours là dans mes besoins] 
8-  You're holding me, Your love is so amazing [Tu me soutiens Ton amour est si puissant] 
9-  Oh it changed me [Tu m’as changé]</a:t>
            </a:r>
          </a:p>
          <a:p>
            <a:pPr>
              <a:defRPr/>
            </a:pPr>
            <a:r>
              <a:rPr lang="fr-FR" smtClean="0"/>
              <a:t>  
	10-  Here I am with all I am [Me voici tel que je suis] 
	11-  Raise my hands to worship You [Je lève mes mains mon cœur rempli] 
	12-  I wanna say thank you, oh thank you [Je veux Te dire merci oui merci]  
	13-  For everything, for who You are [Pour tout le reste pour qui Tu es] 
	14-  You cover me, You touch my heart [Pour Tes merveilles et Tes bienfaits] 
	15-  I wanna say thank you [Je veux te dire merci oui merci </a:t>
            </a:r>
          </a:p>
          <a:p>
            <a:pPr>
              <a:defRPr/>
            </a:pPr>
            <a:r>
              <a:rPr lang="fr-FR" smtClean="0"/>
              <a:t>
16-  I COULD HAVE DIED IN MY SIN BUT YOU SAVED ME [J’étais prisonnier du péché mais tu m’as sauvé] 
17-  DIDN'T HAVE ANY HOPE AT ALL [Quand j’étais désespéré] 
18-  YOU GAVE ME PEACE DIVINE [Tu m’as donné la paix]  
19-  STRENGTH TO CARRY ON [Pour être bien plus grand]  
20-  I SHOULD HAVE BEEN THE ONE TO PAY [C’est moi qui aurais dû payer] 
21-  BUT INSTEAD YOU TOOK MY PLACE [Mais pour moi, Tu l’as fait]  
22-  AMAZING GRACE  [Quelle grâce admirable] 
23-  IT'S MORE THAN JUST A SONG [C’est plus qu’un simple chant]  
24-  EVEN THOUGH I DON'T DESERVE YOUR LOVE FOR ME [Même si je ne mérite pas Ton amour pour moi]  
25-  YOU LOOK BEYOND MY FAULT AND YOU SHOWED MERCY [Tu ne m’as pas jugé Tu m’as pardonné]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
26-  I WANNA SAY THANK YOU FOR THE SUN [je te dis merci pour le soleil]  
27-  I WANNA SAY THANK YOU FOR THE RAIN [Seigneur, merci pour la pluie]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
28-  THANK YOU FOR LOVING ME merci de m’avoir aimé 
29-  merci saint-esprit merci  
30-  THANK YOU [Merci]
31-  purifie mon cœur 
</a:t>
            </a:r>
            <a:endParaRPr lang="fr-FR" dirty="0"/>
          </a:p>
        </p:txBody>
      </p:sp>
      <p:sp>
        <p:nvSpPr>
          <p:cNvPr id="645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Just a little while longer I wanna pray [encore un moment de plus je voudrais prier] 
2-  Can't get You off my mind so I came to say [Tu remplis mes pensées] 
3-  Thank You Lord just for loving me [Je veux Te dire merci de m’avoir aimé] 
4-  Many times as I do forget [Tant de fois, j’ai oublié] 
5-  Every need that You have met [Mes besoins que Tu as comblés]  
6-  Oh thank You Lord, I know You're showing me [Merci, Seigneur de me le rappeler]  
7-  You are there when I am down and out [Tu es toujours là dans mes besoins] 
8-  You're holding me, Your love is so amazing [Tu me soutiens Ton amour est si puissant] 
9-  Oh it changed me [Tu m’as changé]</a:t>
            </a:r>
          </a:p>
          <a:p>
            <a:r>
              <a:rPr lang="fr-FR" smtClean="0"/>
              <a:t>  
	10-  Here I am with all I am [Me voici tel que je suis] 
	11-  Raise my hands to worship You [Je lève mes mains mon cœur rempli] 
	12-  I wanna say thank you, oh thank you [Je veux Te dire merci oui merci]  
	13-  For everything, for who You are [Pour tout le reste pour qui Tu es] 
	14-  You cover me, You touch my heart [Pour Tes merveilles et Tes bienfaits] 
	15-  I wanna say thank you [Je veux te dire merci oui merci </a:t>
            </a:r>
          </a:p>
          <a:p>
            <a:r>
              <a:rPr lang="fr-FR" smtClean="0"/>
              <a:t>
16-  I COULD HAVE DIED IN MY SIN BUT YOU SAVED ME [J’étais prisonnier du péché mais tu m’as sauvé] 
17-  DIDN'T HAVE ANY HOPE AT ALL [Quand j’étais désespéré] 
18-  YOU GAVE ME PEACE DIVINE [Tu m’as donné la paix]  
19-  STRENGTH TO CARRY ON [Pour être bien plus grand]  
20-  I SHOULD HAVE BEEN THE ONE TO PAY [C’est moi qui aurais dû payer] 
21-  BUT INSTEAD YOU TOOK MY PLACE [Mais pour moi, Tu l’as fait]  
22-  AMAZING GRACE  [Quelle grâce admirable] 
23-  IT'S MORE THAN JUST A SONG [C’est plus qu’un simple chant]  
24-  EVEN THOUGH I DON'T DESERVE YOUR LOVE FOR ME [Même si je ne mérite pas Ton amour pour moi]  
25-  YOU LOOK BEYOND MY FAULT AND YOU SHOWED MERCY [Tu ne m’as pas jugé Tu m’as pardonné]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26-  I WANNA SAY THANK YOU FOR THE SUN [je te dis merci pour le soleil]  
27-  I WANNA SAY THANK YOU FOR THE RAIN [Seigneur, merci pour la pluie] </a:t>
            </a:r>
          </a:p>
          <a:p>
            <a:endParaRPr lang="fr-FR" smtClean="0"/>
          </a:p>
          <a:p>
            <a:r>
              <a:rPr lang="fr-FR" smtClean="0"/>
              <a:t>	Refrain:
28-  THANK YOU FOR LOVING ME merci de m’avoir aimé 
29-  merci saint-esprit merci  
30-  THANK YOU [Merci]
31-  purifie mon cœur 
</a:t>
            </a:r>
            <a:endParaRPr lang="fr-FR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>
              <a:defRPr/>
            </a:pPr>
            <a:r>
              <a:rPr lang="fr-FR" smtClean="0"/>
              <a:t>1-  Just a little while longer I wanna pray [encore un moment de plus je voudrais prier] 
2-  Can't get You off my mind so I came to say [Tu remplis mes pensées] 
3-  Thank You Lord just for loving me [Je veux Te dire merci de m’avoir aimé] 
4-  Many times as I do forget [Tant de fois, j’ai oublié] 
5-  Every need that You have met [Mes besoins que Tu as comblés]  
6-  Oh thank You Lord, I know You're showing me [Merci, Seigneur de me le rappeler]  
7-  You are there when I am down and out [Tu es toujours là dans mes besoins] 
8-  You're holding me, Your love is so amazing [Tu me soutiens Ton amour est si puissant] 
9-  Oh it changed me [Tu m’as changé]</a:t>
            </a:r>
          </a:p>
          <a:p>
            <a:pPr>
              <a:defRPr/>
            </a:pPr>
            <a:r>
              <a:rPr lang="fr-FR" smtClean="0"/>
              <a:t>  
	10-  Here I am with all I am [Me voici tel que je suis] 
	11-  Raise my hands to worship You [Je lève mes mains mon cœur rempli] 
	12-  I wanna say thank you, oh thank you [Je veux Te dire merci oui merci]  
	13-  For everything, for who You are [Pour tout le reste pour qui Tu es] 
	14-  You cover me, You touch my heart [Pour Tes merveilles et Tes bienfaits] 
	15-  I wanna say thank you [Je veux te dire merci oui merci </a:t>
            </a:r>
          </a:p>
          <a:p>
            <a:pPr>
              <a:defRPr/>
            </a:pPr>
            <a:r>
              <a:rPr lang="fr-FR" smtClean="0"/>
              <a:t>
16-  I COULD HAVE DIED IN MY SIN BUT YOU SAVED ME [J’étais prisonnier du péché mais tu m’as sauvé] 
17-  DIDN'T HAVE ANY HOPE AT ALL [Quand j’étais désespéré] 
18-  YOU GAVE ME PEACE DIVINE [Tu m’as donné la paix]  
19-  STRENGTH TO CARRY ON [Pour être bien plus grand]  
20-  I SHOULD HAVE BEEN THE ONE TO PAY [C’est moi qui aurais dû payer] 
21-  BUT INSTEAD YOU TOOK MY PLACE [Mais pour moi, Tu l’as fait]  
22-  AMAZING GRACE  [Quelle grâce admirable] 
23-  IT'S MORE THAN JUST A SONG [C’est plus qu’un simple chant]  
24-  EVEN THOUGH I DON'T DESERVE YOUR LOVE FOR ME [Même si je ne mérite pas Ton amour pour moi]  
25-  YOU LOOK BEYOND MY FAULT AND YOU SHOWED MERCY [Tu ne m’as pas jugé Tu m’as pardonné]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
26-  I WANNA SAY THANK YOU FOR THE SUN [je te dis merci pour le soleil]  
27-  I WANNA SAY THANK YOU FOR THE RAIN [Seigneur, merci pour la pluie]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
28-  THANK YOU FOR LOVING ME merci de m’avoir aimé 
29-  merci saint-esprit merci  
30-  THANK YOU [Merci]
31-  purifie mon cœur 
</a:t>
            </a:r>
            <a:endParaRPr lang="fr-FR" dirty="0"/>
          </a:p>
        </p:txBody>
      </p:sp>
      <p:sp>
        <p:nvSpPr>
          <p:cNvPr id="655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Just a little while longer I wanna pray [encore un moment de plus je voudrais prier] 
2-  Can't get You off my mind so I came to say [Tu remplis mes pensées] 
3-  Thank You Lord just for loving me [Je veux Te dire merci de m’avoir aimé] 
4-  Many times as I do forget [Tant de fois, j’ai oublié] 
5-  Every need that You have met [Mes besoins que Tu as comblés]  
6-  Oh thank You Lord, I know You're showing me [Merci, Seigneur de me le rappeler]  
7-  You are there when I am down and out [Tu es toujours là dans mes besoins] 
8-  You're holding me, Your love is so amazing [Tu me soutiens Ton amour est si puissant] 
9-  Oh it changed me [Tu m’as changé]</a:t>
            </a:r>
          </a:p>
          <a:p>
            <a:r>
              <a:rPr lang="fr-FR" smtClean="0"/>
              <a:t>  
	10-  Here I am with all I am [Me voici tel que je suis] 
	11-  Raise my hands to worship You [Je lève mes mains mon cœur rempli] 
	12-  I wanna say thank you, oh thank you [Je veux Te dire merci oui merci]  
	13-  For everything, for who You are [Pour tout le reste pour qui Tu es] 
	14-  You cover me, You touch my heart [Pour Tes merveilles et Tes bienfaits] 
	15-  I wanna say thank you [Je veux te dire merci oui merci </a:t>
            </a:r>
          </a:p>
          <a:p>
            <a:r>
              <a:rPr lang="fr-FR" smtClean="0"/>
              <a:t>
16-  I COULD HAVE DIED IN MY SIN BUT YOU SAVED ME [J’étais prisonnier du péché mais tu m’as sauvé] 
17-  DIDN'T HAVE ANY HOPE AT ALL [Quand j’étais désespéré] 
18-  YOU GAVE ME PEACE DIVINE [Tu m’as donné la paix]  
19-  STRENGTH TO CARRY ON [Pour être bien plus grand]  
20-  I SHOULD HAVE BEEN THE ONE TO PAY [C’est moi qui aurais dû payer] 
21-  BUT INSTEAD YOU TOOK MY PLACE [Mais pour moi, Tu l’as fait]  
22-  AMAZING GRACE  [Quelle grâce admirable] 
23-  IT'S MORE THAN JUST A SONG [C’est plus qu’un simple chant]  
24-  EVEN THOUGH I DON'T DESERVE YOUR LOVE FOR ME [Même si je ne mérite pas Ton amour pour moi]  
25-  YOU LOOK BEYOND MY FAULT AND YOU SHOWED MERCY [Tu ne m’as pas jugé Tu m’as pardonné]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26-  I WANNA SAY THANK YOU FOR THE SUN [je te dis merci pour le soleil]  
27-  I WANNA SAY THANK YOU FOR THE RAIN [Seigneur, merci pour la pluie] </a:t>
            </a:r>
          </a:p>
          <a:p>
            <a:endParaRPr lang="fr-FR" smtClean="0"/>
          </a:p>
          <a:p>
            <a:r>
              <a:rPr lang="fr-FR" smtClean="0"/>
              <a:t>	Refrain:
28-  THANK YOU FOR LOVING ME merci de m’avoir aimé 
29-  merci saint-esprit merci  
30-  THANK YOU [Merci]
31-  purifie mon cœur 
</a:t>
            </a:r>
            <a:endParaRPr lang="fr-FR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>
              <a:defRPr/>
            </a:pPr>
            <a:r>
              <a:rPr lang="fr-FR" smtClean="0"/>
              <a:t>1-  Just a little while longer I wanna pray [encore un moment de plus je voudrais prier] 
2-  Can't get You off my mind so I came to say [Tu remplis mes pensées] 
3-  Thank You Lord just for loving me [Je veux Te dire merci de m’avoir aimé] 
4-  Many times as I do forget [Tant de fois, j’ai oublié] 
5-  Every need that You have met [Mes besoins que Tu as comblés]  
6-  Oh thank You Lord, I know You're showing me [Merci, Seigneur de me le rappeler]  
7-  You are there when I am down and out [Tu es toujours là dans mes besoins] 
8-  You're holding me, Your love is so amazing [Tu me soutiens Ton amour est si puissant] 
9-  Oh it changed me [Tu m’as changé]</a:t>
            </a:r>
          </a:p>
          <a:p>
            <a:pPr>
              <a:defRPr/>
            </a:pPr>
            <a:r>
              <a:rPr lang="fr-FR" smtClean="0"/>
              <a:t>  
	10-  Here I am with all I am [Me voici tel que je suis] 
	11-  Raise my hands to worship You [Je lève mes mains mon cœur rempli] 
	12-  I wanna say thank you, oh thank you [Je veux Te dire merci oui merci]  
	13-  For everything, for who You are [Pour tout le reste pour qui Tu es] 
	14-  You cover me, You touch my heart [Pour Tes merveilles et Tes bienfaits] 
	15-  I wanna say thank you [Je veux te dire merci oui merci </a:t>
            </a:r>
          </a:p>
          <a:p>
            <a:pPr>
              <a:defRPr/>
            </a:pPr>
            <a:r>
              <a:rPr lang="fr-FR" smtClean="0"/>
              <a:t>
16-  I COULD HAVE DIED IN MY SIN BUT YOU SAVED ME [J’étais prisonnier du péché mais tu m’as sauvé] 
17-  DIDN'T HAVE ANY HOPE AT ALL [Quand j’étais désespéré] 
18-  YOU GAVE ME PEACE DIVINE [Tu m’as donné la paix]  
19-  STRENGTH TO CARRY ON [Pour être bien plus grand]  
20-  I SHOULD HAVE BEEN THE ONE TO PAY [C’est moi qui aurais dû payer] 
21-  BUT INSTEAD YOU TOOK MY PLACE [Mais pour moi, Tu l’as fait]  
22-  AMAZING GRACE  [Quelle grâce admirable] 
23-  IT'S MORE THAN JUST A SONG [C’est plus qu’un simple chant]  
24-  EVEN THOUGH I DON'T DESERVE YOUR LOVE FOR ME [Même si je ne mérite pas Ton amour pour moi]  
25-  YOU LOOK BEYOND MY FAULT AND YOU SHOWED MERCY [Tu ne m’as pas jugé Tu m’as pardonné]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
26-  I WANNA SAY THANK YOU FOR THE SUN [je te dis merci pour le soleil]  
27-  I WANNA SAY THANK YOU FOR THE RAIN [Seigneur, merci pour la pluie]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
28-  THANK YOU FOR LOVING ME merci de m’avoir aimé 
29-  merci saint-esprit merci  
30-  THANK YOU [Merci]
31-  purifie mon cœur 
</a:t>
            </a:r>
            <a:endParaRPr lang="fr-FR" dirty="0"/>
          </a:p>
        </p:txBody>
      </p:sp>
      <p:sp>
        <p:nvSpPr>
          <p:cNvPr id="665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Just a little while longer I wanna pray [encore un moment de plus je voudrais prier] 
2-  Can't get You off my mind so I came to say [Tu remplis mes pensées] 
3-  Thank You Lord just for loving me [Je veux Te dire merci de m’avoir aimé] 
4-  Many times as I do forget [Tant de fois, j’ai oublié] 
5-  Every need that You have met [Mes besoins que Tu as comblés]  
6-  Oh thank You Lord, I know You're showing me [Merci, Seigneur de me le rappeler]  
7-  You are there when I am down and out [Tu es toujours là dans mes besoins] 
8-  You're holding me, Your love is so amazing [Tu me soutiens Ton amour est si puissant] 
9-  Oh it changed me [Tu m’as changé]</a:t>
            </a:r>
          </a:p>
          <a:p>
            <a:r>
              <a:rPr lang="fr-FR" smtClean="0"/>
              <a:t>  
	10-  Here I am with all I am [Me voici tel que je suis] 
	11-  Raise my hands to worship You [Je lève mes mains mon cœur rempli] 
	12-  I wanna say thank you, oh thank you [Je veux Te dire merci oui merci]  
	13-  For everything, for who You are [Pour tout le reste pour qui Tu es] 
	14-  You cover me, You touch my heart [Pour Tes merveilles et Tes bienfaits] 
	15-  I wanna say thank you [Je veux te dire merci oui merci </a:t>
            </a:r>
          </a:p>
          <a:p>
            <a:r>
              <a:rPr lang="fr-FR" smtClean="0"/>
              <a:t>
16-  I COULD HAVE DIED IN MY SIN BUT YOU SAVED ME [J’étais prisonnier du péché mais tu m’as sauvé] 
17-  DIDN'T HAVE ANY HOPE AT ALL [Quand j’étais désespéré] 
18-  YOU GAVE ME PEACE DIVINE [Tu m’as donné la paix]  
19-  STRENGTH TO CARRY ON [Pour être bien plus grand]  
20-  I SHOULD HAVE BEEN THE ONE TO PAY [C’est moi qui aurais dû payer] 
21-  BUT INSTEAD YOU TOOK MY PLACE [Mais pour moi, Tu l’as fait]  
22-  AMAZING GRACE  [Quelle grâce admirable] 
23-  IT'S MORE THAN JUST A SONG [C’est plus qu’un simple chant]  
24-  EVEN THOUGH I DON'T DESERVE YOUR LOVE FOR ME [Même si je ne mérite pas Ton amour pour moi]  
25-  YOU LOOK BEYOND MY FAULT AND YOU SHOWED MERCY [Tu ne m’as pas jugé Tu m’as pardonné]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26-  I WANNA SAY THANK YOU FOR THE SUN [je te dis merci pour le soleil]  
27-  I WANNA SAY THANK YOU FOR THE RAIN [Seigneur, merci pour la pluie] </a:t>
            </a:r>
          </a:p>
          <a:p>
            <a:endParaRPr lang="fr-FR" smtClean="0"/>
          </a:p>
          <a:p>
            <a:r>
              <a:rPr lang="fr-FR" smtClean="0"/>
              <a:t>	Refrain:
28-  THANK YOU FOR LOVING ME merci de m’avoir aimé 
29-  merci saint-esprit merci  
30-  THANK YOU [Merci]
31-  purifie mon cœur 
</a:t>
            </a:r>
            <a:endParaRPr lang="fr-FR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>
              <a:defRPr/>
            </a:pPr>
            <a:r>
              <a:rPr lang="fr-FR" smtClean="0"/>
              <a:t>1-  Just a little while longer I wanna pray [encore un moment de plus je voudrais prier] 
2-  Can't get You off my mind so I came to say [Tu remplis mes pensées] 
3-  Thank You Lord just for loving me [Je veux Te dire merci de m’avoir aimé] 
4-  Many times as I do forget [Tant de fois, j’ai oublié] 
5-  Every need that You have met [Mes besoins que Tu as comblés]  
6-  Oh thank You Lord, I know You're showing me [Merci, Seigneur de me le rappeler]  
7-  You are there when I am down and out [Tu es toujours là dans mes besoins] 
8-  You're holding me, Your love is so amazing [Tu me soutiens Ton amour est si puissant] 
9-  Oh it changed me [Tu m’as changé]</a:t>
            </a:r>
          </a:p>
          <a:p>
            <a:pPr>
              <a:defRPr/>
            </a:pPr>
            <a:r>
              <a:rPr lang="fr-FR" smtClean="0"/>
              <a:t>  
	10-  Here I am with all I am [Me voici tel que je suis] 
	11-  Raise my hands to worship You [Je lève mes mains mon cœur rempli] 
	12-  I wanna say thank you, oh thank you [Je veux Te dire merci oui merci]  
	13-  For everything, for who You are [Pour tout le reste pour qui Tu es] 
	14-  You cover me, You touch my heart [Pour Tes merveilles et Tes bienfaits] 
	15-  I wanna say thank you [Je veux te dire merci oui merci </a:t>
            </a:r>
          </a:p>
          <a:p>
            <a:pPr>
              <a:defRPr/>
            </a:pPr>
            <a:r>
              <a:rPr lang="fr-FR" smtClean="0"/>
              <a:t>
16-  I COULD HAVE DIED IN MY SIN BUT YOU SAVED ME [J’étais prisonnier du péché mais tu m’as sauvé] 
17-  DIDN'T HAVE ANY HOPE AT ALL [Quand j’étais désespéré] 
18-  YOU GAVE ME PEACE DIVINE [Tu m’as donné la paix]  
19-  STRENGTH TO CARRY ON [Pour être bien plus grand]  
20-  I SHOULD HAVE BEEN THE ONE TO PAY [C’est moi qui aurais dû payer] 
21-  BUT INSTEAD YOU TOOK MY PLACE [Mais pour moi, Tu l’as fait]  
22-  AMAZING GRACE  [Quelle grâce admirable] 
23-  IT'S MORE THAN JUST A SONG [C’est plus qu’un simple chant]  
24-  EVEN THOUGH I DON'T DESERVE YOUR LOVE FOR ME [Même si je ne mérite pas Ton amour pour moi]  
25-  YOU LOOK BEYOND MY FAULT AND YOU SHOWED MERCY [Tu ne m’as pas jugé Tu m’as pardonné]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
26-  I WANNA SAY THANK YOU FOR THE SUN [je te dis merci pour le soleil]  
27-  I WANNA SAY THANK YOU FOR THE RAIN [Seigneur, merci pour la pluie]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
28-  THANK YOU FOR LOVING ME merci de m’avoir aimé 
29-  merci saint-esprit merci  
30-  THANK YOU [Merci]
31-  purifie mon cœur 
</a:t>
            </a:r>
            <a:endParaRPr lang="fr-FR" dirty="0"/>
          </a:p>
        </p:txBody>
      </p:sp>
      <p:sp>
        <p:nvSpPr>
          <p:cNvPr id="675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Just a little while longer I wanna pray [encore un moment de plus je voudrais prier] 
2-  Can't get You off my mind so I came to say [Tu remplis mes pensées] 
3-  Thank You Lord just for loving me [Je veux Te dire merci de m’avoir aimé] 
4-  Many times as I do forget [Tant de fois, j’ai oublié] 
5-  Every need that You have met [Mes besoins que Tu as comblés]  
6-  Oh thank You Lord, I know You're showing me [Merci, Seigneur de me le rappeler]  
7-  You are there when I am down and out [Tu es toujours là dans mes besoins] 
8-  You're holding me, Your love is so amazing [Tu me soutiens Ton amour est si puissant] 
9-  Oh it changed me [Tu m’as changé]</a:t>
            </a:r>
          </a:p>
          <a:p>
            <a:r>
              <a:rPr lang="fr-FR" smtClean="0"/>
              <a:t>  
	10-  Here I am with all I am [Me voici tel que je suis] 
	11-  Raise my hands to worship You [Je lève mes mains mon cœur rempli] 
	12-  I wanna say thank you, oh thank you [Je veux Te dire merci oui merci]  
	13-  For everything, for who You are [Pour tout le reste pour qui Tu es] 
	14-  You cover me, You touch my heart [Pour Tes merveilles et Tes bienfaits] 
	15-  I wanna say thank you [Je veux te dire merci oui merci </a:t>
            </a:r>
          </a:p>
          <a:p>
            <a:r>
              <a:rPr lang="fr-FR" smtClean="0"/>
              <a:t>
16-  I COULD HAVE DIED IN MY SIN BUT YOU SAVED ME [J’étais prisonnier du péché mais tu m’as sauvé] 
17-  DIDN'T HAVE ANY HOPE AT ALL [Quand j’étais désespéré] 
18-  YOU GAVE ME PEACE DIVINE [Tu m’as donné la paix]  
19-  STRENGTH TO CARRY ON [Pour être bien plus grand]  
20-  I SHOULD HAVE BEEN THE ONE TO PAY [C’est moi qui aurais dû payer] 
21-  BUT INSTEAD YOU TOOK MY PLACE [Mais pour moi, Tu l’as fait]  
22-  AMAZING GRACE  [Quelle grâce admirable] 
23-  IT'S MORE THAN JUST A SONG [C’est plus qu’un simple chant]  
24-  EVEN THOUGH I DON'T DESERVE YOUR LOVE FOR ME [Même si je ne mérite pas Ton amour pour moi]  
25-  YOU LOOK BEYOND MY FAULT AND YOU SHOWED MERCY [Tu ne m’as pas jugé Tu m’as pardonné]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26-  I WANNA SAY THANK YOU FOR THE SUN [je te dis merci pour le soleil]  
27-  I WANNA SAY THANK YOU FOR THE RAIN [Seigneur, merci pour la pluie] </a:t>
            </a:r>
          </a:p>
          <a:p>
            <a:endParaRPr lang="fr-FR" smtClean="0"/>
          </a:p>
          <a:p>
            <a:r>
              <a:rPr lang="fr-FR" smtClean="0"/>
              <a:t>	Refrain:
28-  THANK YOU FOR LOVING ME merci de m’avoir aimé 
29-  merci saint-esprit merci  
30-  THANK YOU [Merci]
31-  purifie mon cœur 
</a:t>
            </a:r>
            <a:endParaRPr lang="fr-FR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>
              <a:defRPr/>
            </a:pPr>
            <a:r>
              <a:rPr lang="fr-FR" smtClean="0"/>
              <a:t>1-  Just a little while longer I wanna pray [encore un moment de plus je voudrais prier] 
2-  Can't get You off my mind so I came to say [Tu remplis mes pensées] 
3-  Thank You Lord just for loving me [Je veux Te dire merci de m’avoir aimé] 
4-  Many times as I do forget [Tant de fois, j’ai oublié] 
5-  Every need that You have met [Mes besoins que Tu as comblés]  
6-  Oh thank You Lord, I know You're showing me [Merci, Seigneur de me le rappeler]  
7-  You are there when I am down and out [Tu es toujours là dans mes besoins] 
8-  You're holding me, Your love is so amazing [Tu me soutiens Ton amour est si puissant] 
9-  Oh it changed me [Tu m’as changé]</a:t>
            </a:r>
          </a:p>
          <a:p>
            <a:pPr>
              <a:defRPr/>
            </a:pPr>
            <a:r>
              <a:rPr lang="fr-FR" smtClean="0"/>
              <a:t>  
	10-  Here I am with all I am [Me voici tel que je suis] 
	11-  Raise my hands to worship You [Je lève mes mains mon cœur rempli] 
	12-  I wanna say thank you, oh thank you [Je veux Te dire merci oui merci]  
	13-  For everything, for who You are [Pour tout le reste pour qui Tu es] 
	14-  You cover me, You touch my heart [Pour Tes merveilles et Tes bienfaits] 
	15-  I wanna say thank you [Je veux te dire merci oui merci </a:t>
            </a:r>
          </a:p>
          <a:p>
            <a:pPr>
              <a:defRPr/>
            </a:pPr>
            <a:r>
              <a:rPr lang="fr-FR" smtClean="0"/>
              <a:t>
16-  I COULD HAVE DIED IN MY SIN BUT YOU SAVED ME [J’étais prisonnier du péché mais tu m’as sauvé] 
17-  DIDN'T HAVE ANY HOPE AT ALL [Quand j’étais désespéré] 
18-  YOU GAVE ME PEACE DIVINE [Tu m’as donné la paix]  
19-  STRENGTH TO CARRY ON [Pour être bien plus grand]  
20-  I SHOULD HAVE BEEN THE ONE TO PAY [C’est moi qui aurais dû payer] 
21-  BUT INSTEAD YOU TOOK MY PLACE [Mais pour moi, Tu l’as fait]  
22-  AMAZING GRACE  [Quelle grâce admirable] 
23-  IT'S MORE THAN JUST A SONG [C’est plus qu’un simple chant]  
24-  EVEN THOUGH I DON'T DESERVE YOUR LOVE FOR ME [Même si je ne mérite pas Ton amour pour moi]  
25-  YOU LOOK BEYOND MY FAULT AND YOU SHOWED MERCY [Tu ne m’as pas jugé Tu m’as pardonné]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
26-  I WANNA SAY THANK YOU FOR THE SUN [je te dis merci pour le soleil]  
27-  I WANNA SAY THANK YOU FOR THE RAIN [Seigneur, merci pour la pluie]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
28-  THANK YOU FOR LOVING ME merci de m’avoir aimé 
29-  merci saint-esprit merci  
30-  THANK YOU [Merci]
31-  purifie mon cœur 
</a:t>
            </a:r>
            <a:endParaRPr lang="fr-FR" dirty="0"/>
          </a:p>
        </p:txBody>
      </p:sp>
      <p:sp>
        <p:nvSpPr>
          <p:cNvPr id="686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Just a little while longer I wanna pray [encore un moment de plus je voudrais prier] 
2-  Can't get You off my mind so I came to say [Tu remplis mes pensées] 
3-  Thank You Lord just for loving me [Je veux Te dire merci de m’avoir aimé] 
4-  Many times as I do forget [Tant de fois, j’ai oublié] 
5-  Every need that You have met [Mes besoins que Tu as comblés]  
6-  Oh thank You Lord, I know You're showing me [Merci, Seigneur de me le rappeler]  
7-  You are there when I am down and out [Tu es toujours là dans mes besoins] 
8-  You're holding me, Your love is so amazing [Tu me soutiens Ton amour est si puissant] 
9-  Oh it changed me [Tu m’as changé]</a:t>
            </a:r>
          </a:p>
          <a:p>
            <a:r>
              <a:rPr lang="fr-FR" smtClean="0"/>
              <a:t>  
	10-  Here I am with all I am [Me voici tel que je suis] 
	11-  Raise my hands to worship You [Je lève mes mains mon cœur rempli] 
	12-  I wanna say thank you, oh thank you [Je veux Te dire merci oui merci]  
	13-  For everything, for who You are [Pour tout le reste pour qui Tu es] 
	14-  You cover me, You touch my heart [Pour Tes merveilles et Tes bienfaits] 
	15-  I wanna say thank you [Je veux te dire merci oui merci </a:t>
            </a:r>
          </a:p>
          <a:p>
            <a:r>
              <a:rPr lang="fr-FR" smtClean="0"/>
              <a:t>
16-  I COULD HAVE DIED IN MY SIN BUT YOU SAVED ME [J’étais prisonnier du péché mais tu m’as sauvé] 
17-  DIDN'T HAVE ANY HOPE AT ALL [Quand j’étais désespéré] 
18-  YOU GAVE ME PEACE DIVINE [Tu m’as donné la paix]  
19-  STRENGTH TO CARRY ON [Pour être bien plus grand]  
20-  I SHOULD HAVE BEEN THE ONE TO PAY [C’est moi qui aurais dû payer] 
21-  BUT INSTEAD YOU TOOK MY PLACE [Mais pour moi, Tu l’as fait]  
22-  AMAZING GRACE  [Quelle grâce admirable] 
23-  IT'S MORE THAN JUST A SONG [C’est plus qu’un simple chant]  
24-  EVEN THOUGH I DON'T DESERVE YOUR LOVE FOR ME [Même si je ne mérite pas Ton amour pour moi]  
25-  YOU LOOK BEYOND MY FAULT AND YOU SHOWED MERCY [Tu ne m’as pas jugé Tu m’as pardonné]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26-  I WANNA SAY THANK YOU FOR THE SUN [je te dis merci pour le soleil]  
27-  I WANNA SAY THANK YOU FOR THE RAIN [Seigneur, merci pour la pluie] </a:t>
            </a:r>
          </a:p>
          <a:p>
            <a:endParaRPr lang="fr-FR" smtClean="0"/>
          </a:p>
          <a:p>
            <a:r>
              <a:rPr lang="fr-FR" smtClean="0"/>
              <a:t>	Refrain:
28-  THANK YOU FOR LOVING ME merci de m’avoir aimé 
29-  merci saint-esprit merci  
30-  THANK YOU [Merci]
31-  purifie mon cœur 
</a:t>
            </a:r>
            <a:endParaRPr lang="fr-FR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>
              <a:defRPr/>
            </a:pPr>
            <a:r>
              <a:rPr lang="fr-FR" smtClean="0"/>
              <a:t>1-  Just a little while longer I wanna pray [encore un moment de plus je voudrais prier] 
2-  Can't get You off my mind so I came to say [Tu remplis mes pensées] 
3-  Thank You Lord just for loving me [Je veux Te dire merci de m’avoir aimé] 
4-  Many times as I do forget [Tant de fois, j’ai oublié] 
5-  Every need that You have met [Mes besoins que Tu as comblés]  
6-  Oh thank You Lord, I know You're showing me [Merci, Seigneur de me le rappeler]  
7-  You are there when I am down and out [Tu es toujours là dans mes besoins] 
8-  You're holding me, Your love is so amazing [Tu me soutiens Ton amour est si puissant] 
9-  Oh it changed me [Tu m’as changé]</a:t>
            </a:r>
          </a:p>
          <a:p>
            <a:pPr>
              <a:defRPr/>
            </a:pPr>
            <a:r>
              <a:rPr lang="fr-FR" smtClean="0"/>
              <a:t>  
	10-  Here I am with all I am [Me voici tel que je suis] 
	11-  Raise my hands to worship You [Je lève mes mains mon cœur rempli] 
	12-  I wanna say thank you, oh thank you [Je veux Te dire merci oui merci]  
	13-  For everything, for who You are [Pour tout le reste pour qui Tu es] 
	14-  You cover me, You touch my heart [Pour Tes merveilles et Tes bienfaits] 
	15-  I wanna say thank you [Je veux te dire merci oui merci </a:t>
            </a:r>
          </a:p>
          <a:p>
            <a:pPr>
              <a:defRPr/>
            </a:pPr>
            <a:r>
              <a:rPr lang="fr-FR" smtClean="0"/>
              <a:t>
16-  I COULD HAVE DIED IN MY SIN BUT YOU SAVED ME [J’étais prisonnier du péché mais tu m’as sauvé] 
17-  DIDN'T HAVE ANY HOPE AT ALL [Quand j’étais désespéré] 
18-  YOU GAVE ME PEACE DIVINE [Tu m’as donné la paix]  
19-  STRENGTH TO CARRY ON [Pour être bien plus grand]  
20-  I SHOULD HAVE BEEN THE ONE TO PAY [C’est moi qui aurais dû payer] 
21-  BUT INSTEAD YOU TOOK MY PLACE [Mais pour moi, Tu l’as fait]  
22-  AMAZING GRACE  [Quelle grâce admirable] 
23-  IT'S MORE THAN JUST A SONG [C’est plus qu’un simple chant]  
24-  EVEN THOUGH I DON'T DESERVE YOUR LOVE FOR ME [Même si je ne mérite pas Ton amour pour moi]  
25-  YOU LOOK BEYOND MY FAULT AND YOU SHOWED MERCY [Tu ne m’as pas jugé Tu m’as pardonné]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
26-  I WANNA SAY THANK YOU FOR THE SUN [je te dis merci pour le soleil]  
27-  I WANNA SAY THANK YOU FOR THE RAIN [Seigneur, merci pour la pluie]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
28-  THANK YOU FOR LOVING ME merci de m’avoir aimé 
29-  merci saint-esprit merci  
30-  THANK YOU [Merci]
31-  purifie mon cœur 
</a:t>
            </a:r>
            <a:endParaRPr lang="fr-FR" dirty="0"/>
          </a:p>
        </p:txBody>
      </p:sp>
      <p:sp>
        <p:nvSpPr>
          <p:cNvPr id="696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Just a little while longer I wanna pray [encore un moment de plus je voudrais prier] 
2-  Can't get You off my mind so I came to say [Tu remplis mes pensées] 
3-  Thank You Lord just for loving me [Je veux Te dire merci de m’avoir aimé] 
4-  Many times as I do forget [Tant de fois, j’ai oublié] 
5-  Every need that You have met [Mes besoins que Tu as comblés]  
6-  Oh thank You Lord, I know You're showing me [Merci, Seigneur de me le rappeler]  
7-  You are there when I am down and out [Tu es toujours là dans mes besoins] 
8-  You're holding me, Your love is so amazing [Tu me soutiens Ton amour est si puissant] 
9-  Oh it changed me [Tu m’as changé]</a:t>
            </a:r>
          </a:p>
          <a:p>
            <a:r>
              <a:rPr lang="fr-FR" smtClean="0"/>
              <a:t>  
	10-  Here I am with all I am [Me voici tel que je suis] 
	11-  Raise my hands to worship You [Je lève mes mains mon cœur rempli] 
	12-  I wanna say thank you, oh thank you [Je veux Te dire merci oui merci]  
	13-  For everything, for who You are [Pour tout le reste pour qui Tu es] 
	14-  You cover me, You touch my heart [Pour Tes merveilles et Tes bienfaits] 
	15-  I wanna say thank you [Je veux te dire merci oui merci </a:t>
            </a:r>
          </a:p>
          <a:p>
            <a:r>
              <a:rPr lang="fr-FR" smtClean="0"/>
              <a:t>
16-  I COULD HAVE DIED IN MY SIN BUT YOU SAVED ME [J’étais prisonnier du péché mais tu m’as sauvé] 
17-  DIDN'T HAVE ANY HOPE AT ALL [Quand j’étais désespéré] 
18-  YOU GAVE ME PEACE DIVINE [Tu m’as donné la paix]  
19-  STRENGTH TO CARRY ON [Pour être bien plus grand]  
20-  I SHOULD HAVE BEEN THE ONE TO PAY [C’est moi qui aurais dû payer] 
21-  BUT INSTEAD YOU TOOK MY PLACE [Mais pour moi, Tu l’as fait]  
22-  AMAZING GRACE  [Quelle grâce admirable] 
23-  IT'S MORE THAN JUST A SONG [C’est plus qu’un simple chant]  
24-  EVEN THOUGH I DON'T DESERVE YOUR LOVE FOR ME [Même si je ne mérite pas Ton amour pour moi]  
25-  YOU LOOK BEYOND MY FAULT AND YOU SHOWED MERCY [Tu ne m’as pas jugé Tu m’as pardonné]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26-  I WANNA SAY THANK YOU FOR THE SUN [je te dis merci pour le soleil]  
27-  I WANNA SAY THANK YOU FOR THE RAIN [Seigneur, merci pour la pluie] </a:t>
            </a:r>
          </a:p>
          <a:p>
            <a:endParaRPr lang="fr-FR" smtClean="0"/>
          </a:p>
          <a:p>
            <a:r>
              <a:rPr lang="fr-FR" smtClean="0"/>
              <a:t>	Refrain:
28-  THANK YOU FOR LOVING ME merci de m’avoir aimé 
29-  merci saint-esprit merci  
30-  THANK YOU [Merci]
31-  purifie mon cœur 
</a:t>
            </a:r>
            <a:endParaRPr lang="fr-F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BD83A2C-18C9-43E8-88B8-882CF2AE7CF9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EA202C3-CE32-4C02-8414-2289CDA0BC6D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9DD9D36-572E-4333-8CFD-166AA3FA2D47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13B5CD5-AC9A-4773-9121-A47A5517219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5037C14-C866-477D-A25E-3710DD2ED1BC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5AD9F85-5220-4EFC-982A-E8ADA64F8D21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581F4A2-8D7F-4267-8B2B-56871FBE83B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5B7F67D-C1A9-4A7F-B8D9-1F4DDAF6DCF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81CD5B3-65BC-404D-B056-1C3AF072F512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9FE649-C6A7-4BD2-8C72-D9AD845E385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686800" y="609600"/>
            <a:ext cx="2590800" cy="54864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914400" y="609600"/>
            <a:ext cx="7569200" cy="54864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1F5662-5248-4CFA-B163-3D6D827AB6C9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09600"/>
            <a:ext cx="103632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981200"/>
            <a:ext cx="10363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C8EE981A-D482-436D-A02C-5945FB952C5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152400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Just a little while longer I </a:t>
            </a:r>
            <a:r>
              <a:rPr lang="en-US" sz="3000" cap="all" dirty="0" err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wanna</a:t>
            </a:r>
            <a:r>
              <a:rPr lang="en-US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pray</a:t>
            </a:r>
            <a:endParaRPr lang="fr-FR" sz="3000" cap="all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  <a:p>
            <a:pPr algn="ctr">
              <a:lnSpc>
                <a:spcPct val="90000"/>
              </a:lnSpc>
              <a:defRPr/>
            </a:pPr>
            <a:r>
              <a:rPr lang="fr-FR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[e</a:t>
            </a:r>
            <a:r>
              <a:rPr lang="fr-FR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ncore un moment de plus je voudrais prier]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263352" y="5461000"/>
            <a:ext cx="11928648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2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Can't get You off my mind so I came to say</a:t>
            </a:r>
            <a:endParaRPr lang="fr-FR" sz="3200" cap="all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  <a:p>
            <a:pPr algn="ctr">
              <a:lnSpc>
                <a:spcPct val="90000"/>
              </a:lnSpc>
              <a:defRPr/>
            </a:pPr>
            <a:r>
              <a:rPr lang="fr-FR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[Tu remplis mes pensées]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152400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Thank You Lord just for loving me</a:t>
            </a:r>
            <a:endParaRPr lang="fr-FR" sz="3000" cap="all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  <a:p>
            <a:pPr algn="ctr">
              <a:lnSpc>
                <a:spcPct val="90000"/>
              </a:lnSpc>
              <a:defRPr/>
            </a:pPr>
            <a:r>
              <a:rPr 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[Je </a:t>
            </a:r>
            <a:r>
              <a:rPr lang="fr-FR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veux Te dire merci de m’avoir aimé]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152400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Many times as I do forget</a:t>
            </a:r>
            <a:endParaRPr lang="fr-FR" sz="3000" cap="all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  <a:p>
            <a:pPr algn="ctr">
              <a:lnSpc>
                <a:spcPct val="90000"/>
              </a:lnSpc>
              <a:defRPr/>
            </a:pPr>
            <a:r>
              <a:rPr 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[Tant </a:t>
            </a:r>
            <a:r>
              <a:rPr lang="fr-FR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de fois, j’ai oublié]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152400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Every need that You have met</a:t>
            </a:r>
            <a:endParaRPr lang="fr-FR" sz="3000" cap="all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  <a:p>
            <a:pPr algn="ctr">
              <a:lnSpc>
                <a:spcPct val="90000"/>
              </a:lnSpc>
              <a:defRPr/>
            </a:pPr>
            <a:r>
              <a:rPr 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[Mes </a:t>
            </a:r>
            <a:r>
              <a:rPr lang="fr-FR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besoins que Tu as comblés] </a:t>
            </a:r>
          </a:p>
        </p:txBody>
      </p:sp>
    </p:spTree>
    <p:extLst>
      <p:ext uri="{BB962C8B-B14F-4D97-AF65-F5344CB8AC3E}">
        <p14:creationId xmlns:p14="http://schemas.microsoft.com/office/powerpoint/2010/main" val="9121410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695400" y="5461000"/>
            <a:ext cx="10945216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Oh thank You Lord, I know You're showing me</a:t>
            </a:r>
            <a:endParaRPr lang="fr-FR" sz="3000" cap="all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  <a:p>
            <a:pPr algn="ctr">
              <a:lnSpc>
                <a:spcPct val="90000"/>
              </a:lnSpc>
              <a:defRPr/>
            </a:pPr>
            <a:r>
              <a:rPr 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[Merci</a:t>
            </a:r>
            <a:r>
              <a:rPr lang="fr-FR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, Seigneur de me le rappeler]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152400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You are there when I am down and out</a:t>
            </a:r>
            <a:endParaRPr lang="fr-FR" sz="3000" cap="all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  <a:p>
            <a:pPr algn="ctr">
              <a:lnSpc>
                <a:spcPct val="90000"/>
              </a:lnSpc>
              <a:defRPr/>
            </a:pPr>
            <a:r>
              <a:rPr lang="fr-FR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[Tu es toujours là dans mes besoins]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911424" y="5461000"/>
            <a:ext cx="10513168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You're holding me, Your love is so amazing</a:t>
            </a:r>
            <a:endParaRPr lang="fr-FR" sz="3000" cap="all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  <a:p>
            <a:pPr algn="ctr">
              <a:lnSpc>
                <a:spcPct val="90000"/>
              </a:lnSpc>
              <a:defRPr/>
            </a:pPr>
            <a:r>
              <a:rPr lang="fr-FR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[Tu me soutiens Ton amour est si puissant]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152400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Oh </a:t>
            </a:r>
            <a:r>
              <a:rPr lang="fr-FR" sz="3000" cap="all" dirty="0" err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it</a:t>
            </a:r>
            <a:r>
              <a:rPr lang="fr-FR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</a:t>
            </a:r>
            <a:r>
              <a:rPr lang="fr-FR" sz="3000" cap="all" dirty="0" err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changed</a:t>
            </a:r>
            <a:r>
              <a:rPr lang="fr-FR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me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[Tu m’as changé]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152400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Here I am with all I am</a:t>
            </a:r>
            <a:endParaRPr lang="fr-FR" sz="3000" cap="all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  <a:p>
            <a:pPr algn="ctr">
              <a:lnSpc>
                <a:spcPct val="90000"/>
              </a:lnSpc>
              <a:defRPr/>
            </a:pPr>
            <a:r>
              <a:rPr 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[Me </a:t>
            </a:r>
            <a:r>
              <a:rPr lang="fr-FR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voici tel que je suis]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152400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Raise my hands to worship You</a:t>
            </a:r>
            <a:endParaRPr lang="fr-FR" sz="3000" cap="all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  <a:p>
            <a:pPr algn="ctr">
              <a:lnSpc>
                <a:spcPct val="90000"/>
              </a:lnSpc>
              <a:defRPr/>
            </a:pPr>
            <a:r>
              <a:rPr 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[Je </a:t>
            </a:r>
            <a:r>
              <a:rPr lang="fr-FR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lève mes mains mon cœur rempli]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152400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I </a:t>
            </a:r>
            <a:r>
              <a:rPr lang="en-US" sz="3000" cap="all" dirty="0" err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wanna</a:t>
            </a:r>
            <a:r>
              <a:rPr lang="en-US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say thank you, oh thank you</a:t>
            </a:r>
            <a:endParaRPr lang="fr-FR" sz="3000" cap="all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  <a:p>
            <a:pPr algn="ctr">
              <a:lnSpc>
                <a:spcPct val="90000"/>
              </a:lnSpc>
              <a:defRPr/>
            </a:pPr>
            <a:r>
              <a:rPr 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[Je </a:t>
            </a:r>
            <a:r>
              <a:rPr lang="fr-FR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veux Te dire merci oui merci]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152400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For everything, for who You are</a:t>
            </a:r>
            <a:endParaRPr lang="fr-FR" sz="3000" cap="all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  <a:p>
            <a:pPr algn="ctr">
              <a:lnSpc>
                <a:spcPct val="90000"/>
              </a:lnSpc>
              <a:defRPr/>
            </a:pPr>
            <a:r>
              <a:rPr 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[Pour </a:t>
            </a:r>
            <a:r>
              <a:rPr lang="fr-FR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tout le reste pour qui Tu es]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152400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You cover me, You touch my heart</a:t>
            </a:r>
            <a:endParaRPr lang="fr-FR" sz="3000" cap="all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  <a:p>
            <a:pPr algn="ctr">
              <a:lnSpc>
                <a:spcPct val="90000"/>
              </a:lnSpc>
              <a:defRPr/>
            </a:pPr>
            <a:r>
              <a:rPr 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[Pour </a:t>
            </a:r>
            <a:r>
              <a:rPr lang="fr-FR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Tes merveilles et Tes bienfaits]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152400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I </a:t>
            </a:r>
            <a:r>
              <a:rPr lang="en-US" sz="3000" cap="all" dirty="0" err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wanna</a:t>
            </a:r>
            <a:r>
              <a:rPr lang="en-US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say thank you</a:t>
            </a:r>
            <a:endParaRPr lang="fr-FR" sz="3000" cap="all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  <a:p>
            <a:pPr algn="ctr">
              <a:lnSpc>
                <a:spcPct val="90000"/>
              </a:lnSpc>
              <a:defRPr/>
            </a:pPr>
            <a:r>
              <a:rPr 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[Je </a:t>
            </a:r>
            <a:r>
              <a:rPr lang="fr-FR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veux te dire merci oui merci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983432" y="5461000"/>
            <a:ext cx="10585176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I COULD HAVE DIED IN MY SIN BUT YOU SAVED ME</a:t>
            </a:r>
            <a:endParaRPr lang="fr-FR" sz="3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  <a:p>
            <a:pPr algn="ctr">
              <a:lnSpc>
                <a:spcPct val="90000"/>
              </a:lnSpc>
              <a:defRPr/>
            </a:pPr>
            <a:r>
              <a:rPr 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[J’étais </a:t>
            </a:r>
            <a:r>
              <a:rPr lang="fr-FR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prisonnier du péché mais </a:t>
            </a:r>
            <a:r>
              <a:rPr 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Tu </a:t>
            </a:r>
            <a:r>
              <a:rPr lang="fr-FR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m’as sauvé]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152400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DIDN'T HAVE ANY HOPE AT ALL</a:t>
            </a:r>
            <a:endParaRPr lang="fr-FR" sz="3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  <a:p>
            <a:pPr algn="ctr">
              <a:lnSpc>
                <a:spcPct val="90000"/>
              </a:lnSpc>
              <a:defRPr/>
            </a:pPr>
            <a:r>
              <a:rPr 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[Quand </a:t>
            </a:r>
            <a:r>
              <a:rPr lang="fr-FR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j’étais désespéré]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152400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YOU GAVE ME PEACE DIVINE</a:t>
            </a:r>
            <a:endParaRPr lang="fr-FR" sz="3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  <a:p>
            <a:pPr algn="ctr">
              <a:lnSpc>
                <a:spcPct val="90000"/>
              </a:lnSpc>
              <a:defRPr/>
            </a:pPr>
            <a:r>
              <a:rPr 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</a:t>
            </a:r>
            <a:r>
              <a:rPr lang="fr-FR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Tu m’as donné la paix]</a:t>
            </a:r>
          </a:p>
          <a:p>
            <a:pPr algn="ctr">
              <a:lnSpc>
                <a:spcPct val="90000"/>
              </a:lnSpc>
              <a:defRPr/>
            </a:pPr>
            <a:endParaRPr 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152400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STRENGTH TO CARRY ON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[Pour </a:t>
            </a:r>
            <a:r>
              <a:rPr lang="fr-FR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être bien plus </a:t>
            </a:r>
            <a:r>
              <a:rPr 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grand] </a:t>
            </a:r>
            <a:endParaRPr 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11145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152400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I SHOULD HAVE BEEN THE ONE TO PAY</a:t>
            </a:r>
            <a:endParaRPr lang="fr-FR" sz="3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  <a:p>
            <a:pPr algn="ctr">
              <a:lnSpc>
                <a:spcPct val="90000"/>
              </a:lnSpc>
              <a:defRPr/>
            </a:pPr>
            <a:r>
              <a:rPr 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[C’est </a:t>
            </a:r>
            <a:r>
              <a:rPr lang="fr-FR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moi qui aurais dû </a:t>
            </a:r>
            <a:r>
              <a:rPr 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payer]</a:t>
            </a:r>
            <a:endParaRPr 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152400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BUT INSTEAD YOU TOOK MY PLACE</a:t>
            </a:r>
            <a:endParaRPr lang="fr-FR" sz="3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  <a:p>
            <a:pPr algn="ctr">
              <a:lnSpc>
                <a:spcPct val="90000"/>
              </a:lnSpc>
              <a:defRPr/>
            </a:pPr>
            <a:r>
              <a:rPr 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[Mais pour moi, Tu l’as fait] </a:t>
            </a:r>
            <a:endParaRPr 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86878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152400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AMAZING GRACE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[Quelle </a:t>
            </a:r>
            <a:r>
              <a:rPr lang="fr-FR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grâce </a:t>
            </a:r>
            <a:r>
              <a:rPr 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admirable]</a:t>
            </a:r>
            <a:endParaRPr 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152400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IT'S MORE THAN JUST A SONG</a:t>
            </a:r>
            <a:endParaRPr lang="fr-FR" sz="3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  <a:p>
            <a:pPr algn="ctr">
              <a:lnSpc>
                <a:spcPct val="90000"/>
              </a:lnSpc>
              <a:defRPr/>
            </a:pPr>
            <a:r>
              <a:rPr 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[C’est </a:t>
            </a:r>
            <a:r>
              <a:rPr lang="fr-FR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plus qu’un simple </a:t>
            </a:r>
            <a:r>
              <a:rPr 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chant] </a:t>
            </a:r>
            <a:endParaRPr 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58489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623392" y="5461000"/>
            <a:ext cx="1116124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EVEN THOUGH I DON'T DESERVE YOUR LOVE FOR ME</a:t>
            </a:r>
            <a:endParaRPr lang="fr-FR" sz="3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  <a:p>
            <a:pPr algn="ctr">
              <a:lnSpc>
                <a:spcPct val="90000"/>
              </a:lnSpc>
              <a:defRPr/>
            </a:pPr>
            <a:r>
              <a:rPr 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[Même </a:t>
            </a:r>
            <a:r>
              <a:rPr lang="fr-FR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si je ne mérite </a:t>
            </a:r>
            <a:r>
              <a:rPr 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pas Ton </a:t>
            </a:r>
            <a:r>
              <a:rPr lang="fr-FR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amour pour </a:t>
            </a:r>
            <a:r>
              <a:rPr 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moi] </a:t>
            </a:r>
            <a:endParaRPr 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191344" y="5517232"/>
            <a:ext cx="11712624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YOU LOOK BEYOND MY FAULT AND YOU SHOWED MERCY</a:t>
            </a:r>
            <a:endParaRPr lang="fr-FR" sz="3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  <a:p>
            <a:pPr algn="ctr">
              <a:lnSpc>
                <a:spcPct val="90000"/>
              </a:lnSpc>
              <a:defRPr/>
            </a:pPr>
            <a:r>
              <a:rPr 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[Tu </a:t>
            </a:r>
            <a:r>
              <a:rPr lang="fr-FR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ne m’as pas </a:t>
            </a:r>
            <a:r>
              <a:rPr 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jugé Tu </a:t>
            </a:r>
            <a:r>
              <a:rPr lang="fr-FR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m’as </a:t>
            </a:r>
            <a:r>
              <a:rPr 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pardonné]</a:t>
            </a:r>
            <a:endParaRPr 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152400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I WANNA SAY THANK YOU FOR THE SUN</a:t>
            </a:r>
            <a:endParaRPr lang="fr-FR" sz="3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  <a:p>
            <a:pPr algn="ctr">
              <a:lnSpc>
                <a:spcPct val="90000"/>
              </a:lnSpc>
              <a:defRPr/>
            </a:pPr>
            <a:r>
              <a:rPr 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[Je </a:t>
            </a:r>
            <a:r>
              <a:rPr lang="fr-FR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T</a:t>
            </a:r>
            <a:r>
              <a:rPr 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e </a:t>
            </a:r>
            <a:r>
              <a:rPr lang="fr-FR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dis merci pour le </a:t>
            </a:r>
            <a:r>
              <a:rPr 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soleil] </a:t>
            </a:r>
            <a:endParaRPr 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152400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I WANNA SAY THANK YOU FOR THE RAIN</a:t>
            </a:r>
            <a:endParaRPr lang="fr-FR" sz="3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  <a:p>
            <a:pPr algn="ctr">
              <a:lnSpc>
                <a:spcPct val="90000"/>
              </a:lnSpc>
              <a:defRPr/>
            </a:pPr>
            <a:r>
              <a:rPr 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</a:t>
            </a:r>
            <a:r>
              <a:rPr lang="fr-FR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S</a:t>
            </a:r>
            <a:r>
              <a:rPr 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eigneur</a:t>
            </a:r>
            <a:r>
              <a:rPr lang="fr-FR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, merci pour la </a:t>
            </a:r>
            <a:r>
              <a:rPr 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pluie]</a:t>
            </a:r>
            <a:endParaRPr 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152400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THANK YOU FOR LOVING ME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[Merci </a:t>
            </a:r>
            <a:r>
              <a:rPr lang="fr-FR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de m’avoir </a:t>
            </a:r>
            <a:r>
              <a:rPr 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aimé]</a:t>
            </a:r>
            <a:endParaRPr 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152400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merci </a:t>
            </a:r>
            <a:r>
              <a:rPr lang="fr-FR" sz="3000" dirty="0" err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saint-esprit</a:t>
            </a:r>
            <a:endParaRPr 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  <a:p>
            <a:pPr algn="ctr">
              <a:lnSpc>
                <a:spcPct val="90000"/>
              </a:lnSpc>
              <a:defRPr/>
            </a:pPr>
            <a:r>
              <a:rPr lang="fr-FR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merci</a:t>
            </a:r>
          </a:p>
          <a:p>
            <a:pPr algn="ctr">
              <a:lnSpc>
                <a:spcPct val="90000"/>
              </a:lnSpc>
              <a:defRPr/>
            </a:pPr>
            <a:endParaRPr 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152400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THANK YOU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[Merci]</a:t>
            </a:r>
            <a:endParaRPr 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152400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purifie mon cœur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614</TotalTime>
  <Words>1619</Words>
  <Application>Microsoft Office PowerPoint</Application>
  <PresentationFormat>Grand écran</PresentationFormat>
  <Paragraphs>557</Paragraphs>
  <Slides>31</Slides>
  <Notes>31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35" baseType="lpstr">
      <vt:lpstr>Calibri</vt:lpstr>
      <vt:lpstr>Metropolis Semi Bold</vt:lpstr>
      <vt:lpstr>Times New Roman</vt:lpstr>
      <vt:lpstr>Default Design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bbx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100</cp:revision>
  <dcterms:created xsi:type="dcterms:W3CDTF">2002-08-17T13:12:10Z</dcterms:created>
  <dcterms:modified xsi:type="dcterms:W3CDTF">2025-03-23T10:30:10Z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0979fc8-5559-4f19-93ee-e28ca03d7638_Enabled">
    <vt:lpwstr>true</vt:lpwstr>
  </property>
  <property fmtid="{D5CDD505-2E9C-101B-9397-08002B2CF9AE}" pid="3" name="MSIP_Label_d0979fc8-5559-4f19-93ee-e28ca03d7638_SetDate">
    <vt:lpwstr>2025-03-22T23:30:47Z</vt:lpwstr>
  </property>
  <property fmtid="{D5CDD505-2E9C-101B-9397-08002B2CF9AE}" pid="4" name="MSIP_Label_d0979fc8-5559-4f19-93ee-e28ca03d7638_Method">
    <vt:lpwstr>Privileged</vt:lpwstr>
  </property>
  <property fmtid="{D5CDD505-2E9C-101B-9397-08002B2CF9AE}" pid="5" name="MSIP_Label_d0979fc8-5559-4f19-93ee-e28ca03d7638_Name">
    <vt:lpwstr>General Business Information (G)</vt:lpwstr>
  </property>
  <property fmtid="{D5CDD505-2E9C-101B-9397-08002B2CF9AE}" pid="6" name="MSIP_Label_d0979fc8-5559-4f19-93ee-e28ca03d7638_SiteId">
    <vt:lpwstr>906aefe9-76a7-4f65-b82d-5ec20775d5aa</vt:lpwstr>
  </property>
  <property fmtid="{D5CDD505-2E9C-101B-9397-08002B2CF9AE}" pid="7" name="MSIP_Label_d0979fc8-5559-4f19-93ee-e28ca03d7638_ActionId">
    <vt:lpwstr>358d9ed8-39a6-4c1b-b6e4-371a790fe360</vt:lpwstr>
  </property>
  <property fmtid="{D5CDD505-2E9C-101B-9397-08002B2CF9AE}" pid="8" name="MSIP_Label_d0979fc8-5559-4f19-93ee-e28ca03d7638_ContentBits">
    <vt:lpwstr>0</vt:lpwstr>
  </property>
  <property fmtid="{D5CDD505-2E9C-101B-9397-08002B2CF9AE}" pid="9" name="MSIP_Label_d0979fc8-5559-4f19-93ee-e28ca03d7638_Tag">
    <vt:lpwstr>10, 0, 1, 1</vt:lpwstr>
  </property>
</Properties>
</file>