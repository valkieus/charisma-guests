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48885" autoAdjust="0"/>
  </p:normalViewPr>
  <p:slideViewPr>
    <p:cSldViewPr>
      <p:cViewPr>
        <p:scale>
          <a:sx n="41" d="100"/>
          <a:sy n="41" d="100"/>
        </p:scale>
        <p:origin x="-84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71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50B250D-F4FB-4653-80F1-53E9E896233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1F4B6DC-497D-4607-8EC5-DBCC00904FC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L’EAU, TU AS CHANGÉ EN VIN LES AVEUGLES ONT VU PAR TA MAIN</a:t>
            </a:r>
          </a:p>
          <a:p>
            <a:pPr>
              <a:defRPr/>
            </a:pPr>
            <a:r>
              <a:rPr lang="fr-FR" dirty="0" smtClean="0"/>
              <a:t>     Water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turned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wine</a:t>
            </a:r>
            <a:r>
              <a:rPr lang="fr-FR" dirty="0" smtClean="0"/>
              <a:t> </a:t>
            </a:r>
            <a:r>
              <a:rPr lang="fr-FR" dirty="0" err="1" smtClean="0"/>
              <a:t>Opened</a:t>
            </a:r>
            <a:r>
              <a:rPr lang="fr-FR" dirty="0" smtClean="0"/>
              <a:t> the </a:t>
            </a:r>
            <a:r>
              <a:rPr lang="fr-FR" dirty="0" err="1" smtClean="0"/>
              <a:t>eyes</a:t>
            </a:r>
            <a:r>
              <a:rPr lang="fr-FR" dirty="0" smtClean="0"/>
              <a:t> of the </a:t>
            </a:r>
            <a:r>
              <a:rPr lang="fr-FR" dirty="0" err="1" smtClean="0"/>
              <a:t>blind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NUL N’EST COMME TOI COMME TOI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fr-FR" dirty="0" err="1" smtClean="0"/>
              <a:t>there's</a:t>
            </a:r>
            <a:r>
              <a:rPr lang="fr-FR" dirty="0" smtClean="0"/>
              <a:t> no one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none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Into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You </a:t>
            </a:r>
            <a:r>
              <a:rPr lang="fr-FR" dirty="0" err="1" smtClean="0"/>
              <a:t>shine</a:t>
            </a:r>
            <a:r>
              <a:rPr lang="fr-FR" dirty="0" smtClean="0"/>
              <a:t>, out of the </a:t>
            </a:r>
            <a:r>
              <a:rPr lang="fr-FR" dirty="0" err="1" smtClean="0"/>
              <a:t>ashes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rise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NUL N’EST COMME TOI COMME TOI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there's</a:t>
            </a:r>
            <a:r>
              <a:rPr lang="fr-FR" dirty="0" smtClean="0"/>
              <a:t> no one </a:t>
            </a:r>
            <a:r>
              <a:rPr lang="fr-FR" dirty="0" err="1" smtClean="0"/>
              <a:t>like</a:t>
            </a:r>
            <a:r>
              <a:rPr lang="fr-FR" dirty="0" smtClean="0"/>
              <a:t> You, none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MON DIEU VIVANT PLUS FORT ET VAILLANT</a:t>
            </a:r>
          </a:p>
          <a:p>
            <a:pPr>
              <a:defRPr/>
            </a:pPr>
            <a:r>
              <a:rPr lang="fr-FR" dirty="0" smtClean="0"/>
              <a:t>                        Our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greater</a:t>
            </a:r>
            <a:r>
              <a:rPr lang="fr-FR" dirty="0" smtClean="0"/>
              <a:t>,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stronger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  DE TOUS LES ROIS DE LA TERRE LE PLUS GRAND</a:t>
            </a:r>
          </a:p>
          <a:p>
            <a:pPr>
              <a:defRPr/>
            </a:pPr>
            <a:r>
              <a:rPr lang="fr-FR" dirty="0" smtClean="0"/>
              <a:t>                       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higher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other</a:t>
            </a:r>
            <a:r>
              <a:rPr lang="fr-FR" dirty="0" smtClean="0"/>
              <a:t>.</a:t>
            </a:r>
          </a:p>
          <a:p>
            <a:pPr>
              <a:defRPr/>
            </a:pPr>
            <a:r>
              <a:rPr lang="fr-FR" dirty="0" smtClean="0"/>
              <a:t>	7-  MON DIEU EST SAUVEUR PUISSANT GUÉRISSEUR</a:t>
            </a:r>
          </a:p>
          <a:p>
            <a:pPr>
              <a:defRPr/>
            </a:pPr>
            <a:r>
              <a:rPr lang="fr-FR" dirty="0" smtClean="0"/>
              <a:t>                        Our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Healer</a:t>
            </a:r>
            <a:r>
              <a:rPr lang="fr-FR" dirty="0" smtClean="0"/>
              <a:t>, </a:t>
            </a:r>
            <a:r>
              <a:rPr lang="fr-FR" dirty="0" err="1" smtClean="0"/>
              <a:t>Awesome</a:t>
            </a:r>
            <a:r>
              <a:rPr lang="fr-FR" dirty="0" smtClean="0"/>
              <a:t> in Power, </a:t>
            </a:r>
          </a:p>
          <a:p>
            <a:pPr>
              <a:defRPr/>
            </a:pPr>
            <a:r>
              <a:rPr lang="fr-FR" dirty="0" smtClean="0"/>
              <a:t>	8-  Ô DIEU, MON DIEU</a:t>
            </a:r>
          </a:p>
          <a:p>
            <a:pPr>
              <a:defRPr/>
            </a:pPr>
            <a:r>
              <a:rPr lang="fr-FR" dirty="0" smtClean="0"/>
              <a:t>                        Our </a:t>
            </a:r>
            <a:r>
              <a:rPr lang="fr-FR" dirty="0" err="1" smtClean="0"/>
              <a:t>God</a:t>
            </a:r>
            <a:r>
              <a:rPr lang="fr-FR" dirty="0" smtClean="0"/>
              <a:t>, Our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Into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You </a:t>
            </a:r>
            <a:r>
              <a:rPr lang="fr-FR" dirty="0" err="1" smtClean="0"/>
              <a:t>shine</a:t>
            </a:r>
            <a:r>
              <a:rPr lang="fr-FR" dirty="0" smtClean="0"/>
              <a:t> Out of the </a:t>
            </a:r>
            <a:r>
              <a:rPr lang="fr-FR" dirty="0" err="1" smtClean="0"/>
              <a:t>ashes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rise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  NUL N’EST COMME TOI COMME TOI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There's</a:t>
            </a:r>
            <a:r>
              <a:rPr lang="fr-FR" dirty="0" smtClean="0"/>
              <a:t> no one </a:t>
            </a:r>
            <a:r>
              <a:rPr lang="fr-FR" dirty="0" err="1" smtClean="0"/>
              <a:t>like</a:t>
            </a:r>
            <a:r>
              <a:rPr lang="fr-FR" dirty="0" smtClean="0"/>
              <a:t> You, none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11-  ET SI DIEU EST AVEC NOUS QUI SE TIENDRA CONTRE NOUS ?</a:t>
            </a:r>
          </a:p>
          <a:p>
            <a:pPr>
              <a:defRPr/>
            </a:pPr>
            <a:r>
              <a:rPr lang="fr-FR" dirty="0" smtClean="0"/>
              <a:t>      And if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for us,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stop us</a:t>
            </a:r>
          </a:p>
          <a:p>
            <a:pPr>
              <a:defRPr/>
            </a:pPr>
            <a:r>
              <a:rPr lang="fr-FR" dirty="0" smtClean="0"/>
              <a:t>12-  SI NOTRE DIEU EST POUR NOUS QUI PEUT NOUS ARRÊTER ?</a:t>
            </a:r>
          </a:p>
          <a:p>
            <a:pPr>
              <a:defRPr/>
            </a:pPr>
            <a:r>
              <a:rPr lang="fr-FR" dirty="0" smtClean="0"/>
              <a:t>       And if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us,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stand </a:t>
            </a:r>
            <a:r>
              <a:rPr lang="fr-FR" dirty="0" err="1" smtClean="0"/>
              <a:t>against</a:t>
            </a:r>
            <a:endParaRPr lang="fr-FR" dirty="0" smtClean="0"/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B43A7-BD85-426B-B44D-59BAA9542A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3738E-726B-4308-B5EF-6C65D31BD8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E90AE6-E550-4BBC-BAB7-CD3F870212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2AEA7-42F8-493E-B271-6F723625BB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561D4-5E2A-4952-8FAA-E9DE9E17CF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3D391-E4D7-4436-A22D-88C4BA2A0C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6EA8DF-12D6-4A19-9C8C-8CBE370B8D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149F6-A20C-4154-B52E-E1D3DF6F22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99935-D72B-4AFC-865F-34A68EBBC5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B3116-F85A-4A1A-B7DE-996930327F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E83D44-3AB9-45B4-86C2-A2FDC5488A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45609BE9-5642-464B-89C4-38C5552529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L’EAU, TU AS CHANGÉ EN VIN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AVEUGLES ONT VU PAR TA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COMME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LUMIÈRE BRILLE DANS LA NUIT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DÉFAIS LA MORT PAR TA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COMME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DIEU EST VIVANT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FORT ET VAILLANT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TOUS LES ROIS DE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PLUS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DIEU EST SAUVEUR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PUISSANT GUÉRISSEUR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DIEU, MON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LUMIÈRE BRILLE DANS LA NUIT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DÉFAIS LA MORT PAR TA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COMME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DIEU EST AVEC 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SE TIENDRA CONTRE NOUS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NOTRE DIEU EST POUR 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PEUT NOUS ARRÊTER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2175</Words>
  <Application>Microsoft Office PowerPoint</Application>
  <PresentationFormat>On-screen Show (4:3)</PresentationFormat>
  <Paragraphs>708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L’EAU, TU AS CHANGÉ EN VIN LES AVEUGLES ONT VU PAR TA MAIN</vt:lpstr>
      <vt:lpstr>NUL N’EST COMME TOI COMME TOI</vt:lpstr>
      <vt:lpstr>TA LUMIÈRE BRILLE DANS LA NUIT TU DÉFAIS LA MORT PAR TA VIE</vt:lpstr>
      <vt:lpstr>NUL N’EST COMME TOI COMME TOI</vt:lpstr>
      <vt:lpstr>MON DIEU EST VIVANT PLUS FORT ET VAILLANT</vt:lpstr>
      <vt:lpstr>DE TOUS LES ROIS DE LA TERRE LE PLUS GRAND</vt:lpstr>
      <vt:lpstr>MON DIEU EST SAUVEUR PUISSANT GUÉRISSEUR</vt:lpstr>
      <vt:lpstr>Ô DIEU, MON DIEU</vt:lpstr>
      <vt:lpstr>TA LUMIÈRE BRILLE DANS LA NUIT TU DÉFAIS LA MORT PAR TA VIE</vt:lpstr>
      <vt:lpstr>NUL N’EST COMME TOI COMME TOI</vt:lpstr>
      <vt:lpstr>ET SI DIEU EST AVEC NOUS QUI SE TIENDRA CONTRE NOUS ?</vt:lpstr>
      <vt:lpstr>SI NOTRE DIEU EST POUR NOUS QUI PEUT NOUS ARRÊTER ?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109</cp:revision>
  <dcterms:created xsi:type="dcterms:W3CDTF">2002-08-17T10:50:50Z</dcterms:created>
  <dcterms:modified xsi:type="dcterms:W3CDTF">2014-04-12T23:56:57Z</dcterms:modified>
</cp:coreProperties>
</file>