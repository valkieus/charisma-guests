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70" r:id="rId2"/>
    <p:sldId id="271" r:id="rId3"/>
    <p:sldId id="272" r:id="rId4"/>
    <p:sldId id="301" r:id="rId5"/>
    <p:sldId id="273" r:id="rId6"/>
    <p:sldId id="302" r:id="rId7"/>
    <p:sldId id="274" r:id="rId8"/>
    <p:sldId id="275" r:id="rId9"/>
    <p:sldId id="276" r:id="rId10"/>
    <p:sldId id="278" r:id="rId11"/>
    <p:sldId id="279" r:id="rId12"/>
    <p:sldId id="280" r:id="rId13"/>
    <p:sldId id="303" r:id="rId14"/>
    <p:sldId id="304" r:id="rId15"/>
    <p:sldId id="305" r:id="rId16"/>
    <p:sldId id="306" r:id="rId17"/>
    <p:sldId id="307" r:id="rId18"/>
    <p:sldId id="308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39965" autoAdjust="0"/>
  </p:normalViewPr>
  <p:slideViewPr>
    <p:cSldViewPr>
      <p:cViewPr varScale="1">
        <p:scale>
          <a:sx n="20" d="100"/>
          <a:sy n="20" d="100"/>
        </p:scale>
        <p:origin x="-95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10078F9-9ABB-4838-BB50-45FE3AAC5771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8FF3CC7-64B1-44EF-AE1F-516378C0986B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My life is filled with Maybe's stops and go's </a:t>
            </a:r>
            <a:br>
              <a:rPr lang="en-US" dirty="0" smtClean="0"/>
            </a:br>
            <a:r>
              <a:rPr lang="en-US" dirty="0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So that </a:t>
            </a:r>
            <a:r>
              <a:rPr lang="en-US" dirty="0" err="1" smtClean="0"/>
              <a:t>i</a:t>
            </a:r>
            <a:r>
              <a:rPr lang="en-US" dirty="0" smtClean="0"/>
              <a:t>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It doesn't matter how long </a:t>
            </a:r>
            <a:r>
              <a:rPr lang="en-US" dirty="0" err="1" smtClean="0"/>
              <a:t>i</a:t>
            </a:r>
            <a:r>
              <a:rPr lang="en-US" dirty="0" smtClean="0"/>
              <a:t> wait How long it takes I'll wait</a:t>
            </a:r>
            <a:br>
              <a:rPr lang="en-US" dirty="0" smtClean="0"/>
            </a:br>
            <a:r>
              <a:rPr lang="en-US" dirty="0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So that </a:t>
            </a:r>
            <a:r>
              <a:rPr lang="en-US" dirty="0" err="1" smtClean="0"/>
              <a:t>i</a:t>
            </a:r>
            <a:r>
              <a:rPr lang="en-US" dirty="0" smtClean="0"/>
              <a:t>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It doesn't matter how long </a:t>
            </a:r>
            <a:r>
              <a:rPr lang="en-US" dirty="0" err="1" smtClean="0"/>
              <a:t>i</a:t>
            </a:r>
            <a:r>
              <a:rPr lang="en-US" dirty="0" smtClean="0"/>
              <a:t> wait How long it takes I'll wait</a:t>
            </a:r>
            <a:br>
              <a:rPr lang="en-US" dirty="0" smtClean="0"/>
            </a:br>
            <a:r>
              <a:rPr lang="en-US" dirty="0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In the silence When the crowd shouts my name</a:t>
            </a:r>
            <a:br>
              <a:rPr lang="en-US" dirty="0" smtClean="0"/>
            </a:br>
            <a:r>
              <a:rPr lang="en-US" dirty="0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22-  MY LIFE IS FILLED WITH MAYBE'S STOPS AND GO'S 
23-  IT'S A WINDY ROAD SOMETIMES I'M SPINNING</a:t>
            </a:r>
            <a:br>
              <a:rPr lang="en-US" dirty="0" smtClean="0"/>
            </a:br>
            <a:r>
              <a:rPr lang="en-US" dirty="0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25-  IT'S A JOURNEY AND I'M GETTING CLOSER SO THAT I CAN SEE</a:t>
            </a:r>
            <a:br>
              <a:rPr lang="en-US" dirty="0" smtClean="0"/>
            </a:br>
            <a:r>
              <a:rPr lang="en-US" dirty="0" smtClean="0"/>
              <a:t> 26-  SO I AM LIVING IN THE MOMENT</a:t>
            </a:r>
            <a:br>
              <a:rPr lang="en-US" dirty="0" smtClean="0"/>
            </a:br>
            <a:r>
              <a:rPr lang="en-US" dirty="0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727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737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747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757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768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778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788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MA VIE EST FAITE DE OUI PEUT-ÊTRE ET NON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It's a windy road 
3-  PARFOIS JE PERDS CONTRÔLEET TOURNE EN ROND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Sometimes I'm spinning Bout to lose control  
4-  MAIS TOI, TU LE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But I know you know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5-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It's a journey and I'm getting closer
	6-  JUSQU'À CE QUE JE VOIS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that i can see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7-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So I am living in the moment Trusting cause I know  
	8-  TES PROMESSES SONT DEVANT MOI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9-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L’AMOUR SAURA T’IL JUSQU'À MON CŒUR TROUVER LE CHEMIN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Could it be, that there's a perfect plan for me Is it destiny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13-  C'EST UN LONG VOYAGE OÙ JE M'APPROCHE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It's a journey and I'm getting closer  
	14-  JUSQU'À CE QUE JE VOIS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that i can see   
	15-  ET J'AVANCE EN TE FAISANT CONFIANCE CAR JE SAIS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So I am living in the moment Trusting cause I know  
	16-  TES PROMESSES SONT DEVANT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know your promise Is in front of me 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17-  AUSSI LONGTEMPS QU'IL FAUT J'ATTENDRAI PATIEMMENT JE LE FERAI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       I found a peace in being still If it's your will I'll wait 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19-  LORSQUE VIENT LA PLUIE PEU IMPORTE LES SAISONS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When the sun is up Even in the pouring rain
20-  ET DANS LE SILENCE QUAND LA FOULE CRIE MON NOM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       I'll wait,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************************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33-  IT'S A JOURNEY AND I'M GETTING CLOSER SO THAT I CAN SEE 
34-  SO I AM LIVING IN THE MOMENT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35-  TRUSTING CAUSE I KNOW YOUR PROMISE IS IN FRONT OF ME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36-  WHEN THE SUN IS UP EVEN IN THE POURING RAIN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37-  IN THE SILENCE WHEN THE CROWD SHOUTS MY NAME 
38-  I'LL WAIT, I'LL WAIT I'LL WAIT, I'LL WAIT 
</a:t>
            </a:r>
            <a:endParaRPr lang="fr-FR" dirty="0" smtClean="0"/>
          </a:p>
        </p:txBody>
      </p:sp>
      <p:sp>
        <p:nvSpPr>
          <p:cNvPr id="798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1-  MA VIE EST FAITE DE OUI PEUT-ÊTRE ET NON</a:t>
            </a:r>
          </a:p>
          <a:p>
            <a:r>
              <a:rPr lang="en-US" smtClean="0"/>
              <a:t>     My life is filled with Maybe's stops and go's </a:t>
            </a:r>
            <a:br>
              <a:rPr lang="en-US" smtClean="0"/>
            </a:br>
            <a:r>
              <a:rPr lang="en-US" smtClean="0"/>
              <a:t>2-  SOUVENT SI TROUBLÉE</a:t>
            </a:r>
          </a:p>
          <a:p>
            <a:r>
              <a:rPr lang="en-US" smtClean="0"/>
              <a:t>     It's a windy road 
3-  PARFOIS JE PERDS CONTRÔLEET TOURNE EN ROND</a:t>
            </a:r>
          </a:p>
          <a:p>
            <a:r>
              <a:rPr lang="en-US" smtClean="0"/>
              <a:t>     Sometimes I'm spinning Bout to lose control  
4-  MAIS TOI, TU LE SAIS</a:t>
            </a:r>
          </a:p>
          <a:p>
            <a:r>
              <a:rPr lang="en-US" smtClean="0"/>
              <a:t>     But I know you know  </a:t>
            </a:r>
          </a:p>
          <a:p>
            <a:endParaRPr lang="en-US" smtClean="0"/>
          </a:p>
          <a:p>
            <a:r>
              <a:rPr lang="en-US" smtClean="0"/>
              <a:t>	5-  C'EST UN LONG VOYAGE OÙ JE M'APPROCHE</a:t>
            </a:r>
          </a:p>
          <a:p>
            <a:r>
              <a:rPr lang="en-US" smtClean="0"/>
              <a:t>	     It's a journey and I'm getting closer
	6-  JUSQU'À CE QUE JE VOIS </a:t>
            </a:r>
          </a:p>
          <a:p>
            <a:r>
              <a:rPr lang="en-US" smtClean="0"/>
              <a:t>	     So that i can see  </a:t>
            </a:r>
          </a:p>
          <a:p>
            <a:r>
              <a:rPr lang="en-US" smtClean="0"/>
              <a:t>	7-  ET J'AVANCE EN TE FAISANT CONFIANCE CAR JE SAIS</a:t>
            </a:r>
          </a:p>
          <a:p>
            <a:r>
              <a:rPr lang="en-US" smtClean="0"/>
              <a:t>	     So I am living in the moment Trusting cause I know  
	8-  TES PROMESSES SONT DEVANT MOI </a:t>
            </a:r>
          </a:p>
          <a:p>
            <a:r>
              <a:rPr lang="en-US" smtClean="0"/>
              <a:t>	     know your promise Is in front of me </a:t>
            </a:r>
          </a:p>
          <a:p>
            <a:endParaRPr lang="en-US" smtClean="0"/>
          </a:p>
          <a:p>
            <a:r>
              <a:rPr lang="en-US" smtClean="0"/>
              <a:t>	9-  AUSSI LONGTEMPS QU'IL FAUT J'ATTENDRAI PATIEMMENT JE LE FERAI</a:t>
            </a:r>
          </a:p>
          <a:p>
            <a:r>
              <a:rPr lang="en-US" smtClean="0"/>
              <a:t>	     It doesn't matter how long i wait How long it takes I'll wait</a:t>
            </a:r>
            <a:br>
              <a:rPr lang="en-US" smtClean="0"/>
            </a:br>
            <a:r>
              <a:rPr lang="en-US" smtClean="0"/>
              <a:t>	10-  TU ES MON ESPÉRANCE ET MA PAIX TA VOLONTÉ J'ATTENDRAI  
	    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11-  L’AMOUR SAURA T’IL JUSQU'À MON CŒUR TROUVER LE CHEMIN</a:t>
            </a:r>
          </a:p>
          <a:p>
            <a:r>
              <a:rPr lang="en-US" smtClean="0"/>
              <a:t>       Love will you ever find your way To my lonely heart  
12-  Y A T’IL VRAIMENT UN PLAN PARFAIT POUR MOI UN DIVIN DESTIN</a:t>
            </a:r>
          </a:p>
          <a:p>
            <a:r>
              <a:rPr lang="en-US" smtClean="0"/>
              <a:t>       Could it be, that there's a perfect plan for me Is it destiny</a:t>
            </a:r>
          </a:p>
          <a:p>
            <a:endParaRPr lang="en-US" smtClean="0"/>
          </a:p>
          <a:p>
            <a:r>
              <a:rPr lang="en-US" smtClean="0"/>
              <a:t>	13-  C'EST UN LONG VOYAGE OÙ JE M'APPROCHE</a:t>
            </a:r>
          </a:p>
          <a:p>
            <a:r>
              <a:rPr lang="en-US" smtClean="0"/>
              <a:t>	       It's a journey and I'm getting closer  
	14-  JUSQU'À CE QUE JE VOIS</a:t>
            </a:r>
          </a:p>
          <a:p>
            <a:r>
              <a:rPr lang="en-US" smtClean="0"/>
              <a:t>	       So that i can see   
	15-  ET J'AVANCE EN TE FAISANT CONFIANCE CAR JE SAIS</a:t>
            </a:r>
          </a:p>
          <a:p>
            <a:r>
              <a:rPr lang="en-US" smtClean="0"/>
              <a:t>	       So I am living in the moment Trusting cause I know  
	16-  TES PROMESSES SONT DEVANT MOI</a:t>
            </a:r>
          </a:p>
          <a:p>
            <a:r>
              <a:rPr lang="en-US" smtClean="0"/>
              <a:t>	       know your promise Is in front of me   </a:t>
            </a:r>
          </a:p>
          <a:p>
            <a:endParaRPr lang="en-US" smtClean="0"/>
          </a:p>
          <a:p>
            <a:r>
              <a:rPr lang="en-US" smtClean="0"/>
              <a:t>	17-  AUSSI LONGTEMPS QU'IL FAUT J'ATTENDRAI PATIEMMENT JE LE FERAI</a:t>
            </a:r>
          </a:p>
          <a:p>
            <a:r>
              <a:rPr lang="en-US" smtClean="0"/>
              <a:t>	      It doesn't matter how long i wait How long it takes I'll wait</a:t>
            </a:r>
            <a:br>
              <a:rPr lang="en-US" smtClean="0"/>
            </a:br>
            <a:r>
              <a:rPr lang="en-US" smtClean="0"/>
              <a:t>	  18-  TU ES MON ESPÉRANCE ET MA PAIX TA VOLONTÉ J'ATTENDRAI</a:t>
            </a:r>
          </a:p>
          <a:p>
            <a:r>
              <a:rPr lang="en-US" smtClean="0"/>
              <a:t>	       I found a peace in being still If it's your will I'll wait  </a:t>
            </a:r>
          </a:p>
          <a:p>
            <a:endParaRPr lang="en-US" smtClean="0"/>
          </a:p>
          <a:p>
            <a:r>
              <a:rPr lang="en-US" smtClean="0"/>
              <a:t>19-  LORSQUE VIENT LA PLUIE PEU IMPORTE LES SAISONS </a:t>
            </a:r>
          </a:p>
          <a:p>
            <a:r>
              <a:rPr lang="en-US" smtClean="0"/>
              <a:t>      When the sun is up Even in the pouring rain
20-  ET DANS LE SILENCE QUAND LA FOULE CRIE MON NOM </a:t>
            </a:r>
          </a:p>
          <a:p>
            <a:r>
              <a:rPr lang="en-US" smtClean="0"/>
              <a:t>       In the silence When the crowd shouts my name</a:t>
            </a:r>
            <a:br>
              <a:rPr lang="en-US" smtClean="0"/>
            </a:br>
            <a:r>
              <a:rPr lang="en-US" smtClean="0"/>
              <a:t>21-  J'ATTENDRAI </a:t>
            </a:r>
          </a:p>
          <a:p>
            <a:r>
              <a:rPr lang="en-US" smtClean="0"/>
              <a:t>       I'll wait, </a:t>
            </a:r>
          </a:p>
          <a:p>
            <a:endParaRPr lang="en-US" smtClean="0"/>
          </a:p>
          <a:p>
            <a:r>
              <a:rPr lang="en-US" smtClean="0"/>
              <a:t>************************</a:t>
            </a:r>
          </a:p>
          <a:p>
            <a:r>
              <a:rPr lang="en-US" smtClean="0"/>
              <a:t>22-  MY LIFE IS FILLED WITH MAYBE'S STOPS AND GO'S 
23-  IT'S A WINDY ROAD SOMETIMES I'M SPINNING</a:t>
            </a:r>
            <a:br>
              <a:rPr lang="en-US" smtClean="0"/>
            </a:br>
            <a:r>
              <a:rPr lang="en-US" smtClean="0"/>
              <a:t> 24-  BOUT TO LOSE CONTROL BUT I KNOW YOU KNOW </a:t>
            </a:r>
          </a:p>
          <a:p>
            <a:r>
              <a:rPr lang="en-US" smtClean="0"/>
              <a:t>25-  IT'S A JOURNEY AND I'M GETTING CLOSER SO THAT I CAN SEE</a:t>
            </a:r>
            <a:br>
              <a:rPr lang="en-US" smtClean="0"/>
            </a:br>
            <a:r>
              <a:rPr lang="en-US" smtClean="0"/>
              <a:t> 26-  SO I AM LIVING IN THE MOMENT</a:t>
            </a:r>
            <a:br>
              <a:rPr lang="en-US" smtClean="0"/>
            </a:br>
            <a:r>
              <a:rPr lang="en-US" smtClean="0"/>
              <a:t> 27-  TRUSTING CAUSE I KNOW YOUR PROMISE 
28-  IS IN FRONT OF ME </a:t>
            </a:r>
          </a:p>
          <a:p>
            <a:endParaRPr lang="en-US" smtClean="0"/>
          </a:p>
          <a:p>
            <a:r>
              <a:rPr lang="en-US" smtClean="0"/>
              <a:t>	29-  IT DOESN'T MATTER HOW LONG I WAIT HOW LONG IT TAKES I'LL WAIT 
	30-  I FOUND A PEACE IN BEING STILL IF IT'S YOUR WILL I'LL WAIT</a:t>
            </a:r>
          </a:p>
          <a:p>
            <a:endParaRPr lang="en-US" smtClean="0"/>
          </a:p>
          <a:p>
            <a:r>
              <a:rPr lang="en-US" smtClean="0"/>
              <a:t>31-  LOVE WILL YOU EVER FIND YOUR WAY TO MY LONELY HEART 
32-  COULD IT BE, THAT THERE'S A PERFECT PLAN FOR ME IS IT DESTINY </a:t>
            </a:r>
          </a:p>
          <a:p>
            <a:r>
              <a:rPr lang="en-US" smtClean="0"/>
              <a:t>33-  IT'S A JOURNEY AND I'M GETTING CLOSER SO THAT I CAN SEE 
34-  SO I AM LIVING IN THE MOMENT </a:t>
            </a:r>
          </a:p>
          <a:p>
            <a:r>
              <a:rPr lang="en-US" smtClean="0"/>
              <a:t>35-  TRUSTING CAUSE I KNOW YOUR PROMISE IS IN FRONT OF ME </a:t>
            </a:r>
          </a:p>
          <a:p>
            <a:endParaRPr lang="en-US" smtClean="0"/>
          </a:p>
          <a:p>
            <a:r>
              <a:rPr lang="en-US" smtClean="0"/>
              <a:t>36-  WHEN THE SUN IS UP EVEN IN THE POURING RAIN </a:t>
            </a:r>
          </a:p>
          <a:p>
            <a:r>
              <a:rPr lang="en-US" smtClean="0"/>
              <a:t>37-  IN THE SILENCE WHEN THE CROWD SHOUTS MY NAME 
38-  I'LL WAIT, I'LL WAIT I'LL WAIT, I'LL WAIT 
</a:t>
            </a: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487882-EF18-4A85-88DC-24A88D337C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8D654A-466E-426C-8C7F-37301A66D1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ADE90D-E016-40D1-87B6-E5A302E3D7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82A909-37FB-4E29-BA54-3729AB808F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CFDDC0-D9B6-43B9-ABFA-3EB8B3A3660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26F1FF-C897-4637-AFBC-EACFB4025D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B0819E-6E22-49B2-82A9-BB5698E379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5C4FF-BC86-463A-89D9-B9612B0C09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41C65E-C029-4918-9B41-DF6ADB1461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0F7034-3FFD-4EBD-A98B-B74A3B72508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7F2255-1B21-4EB5-BD20-5AD89D9F6F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CD320ED2-1AC0-409E-B2B8-EA9B462197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VIE EST FAITE DE OUI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PEUT-ÊTRE ET NON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SOUVENT SI TROUBLÉE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PARFOIS JE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PERDS CONTRÔLE ET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TOURNE EN ROND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TOI, TU LE SAIS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UN LONG VOYAGE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JE M'APPROCHE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JUSQU'À CE QUE JE VOIS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J'AVANCE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TE FAISANT CONFIANCE CAR JE SAIS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PROMESSES SONT DEVANT MOI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AUSSI LONGTEMPS QU'IL FAUT J'ATTENDRAI PATIEMMENT JE LE FERAI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MON ESPÉRANCE ET MA PAIX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VOLONTÉ J'ATTENDRAI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L’AMOUR SAURA T’IL JUSQU'À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CŒUR TROUVER LE CHEMIN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 A T’IL VRAIMENT UN PLAN PARFAIT POUR MOI UN DIVIN DESTIN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UN LONG VOYAGE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OÙ JE M'APPROCHE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JUSQU'À CE QUE JE VOIS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J'AVANCE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TE FAISANT CONFIANCE CAR JE SAIS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PROMESSES SONT DEVANT MOI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AUSSI LONGTEMPS QU'IL FAUT J'ATTENDRAI PATIEMMENT JE LE FERAI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MON ESPÉRANCE ET MA PAIX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 VOLONTÉ J'ATTENDRAI 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LORSQUE VIENT LA PLUIE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PEU IMPORTE LES SAISONS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DANS LE SILENCE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FOULE CRIE MON NOM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J'ATTENDRAI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LIFE IS FILLED WITH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MAYBE'S STOPS AND GO'S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IT'S A WINDY ROAD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SOMETIMES I'M SPINNING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BOUT TO LOSE CONTROL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BUT I KNOW YOU KNOW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IT'S A JOURNEY AND I'M GETTING CLOSER SO THAT I CAN SEE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 I AM LIVING IN THE MOMENT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TRUSTING CAUSE 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KNOW YOUR PROMISE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IS IN FRONT OF ME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 DOESN'T MATTER HOW LONG I WAIT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HOW LONG IT TAKES I'LL WAIT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FOUND A PEACE IN BEING STILL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IF IT'S YOUR WILL I'LL WAIT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LOVE WILL YOU EVER FIND YOUR WAY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MY LONELY HEART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COULD IT BE, THAT THERE'S A PERFECT PLAN FOR ME IS IT DESTINY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IT'S A JOURNEY AND I'M GETTING CLOSER SO THAT I CAN SEE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 I AM LIVING IN THE MOMENT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TRUSTING CAUSE I KNOW YOUR PROMISE IS IN FRONT OF ME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WHEN THE SUN IS UP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EVEN IN THE POURING RAIN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IN THE SILENCE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WHEN THE CROWD SHOUTS MY NAME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WAIT, I'LL WAIT</a:t>
            </a:r>
            <a:b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en-US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I'LL WAIT, I'LL WAIT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1656</TotalTime>
  <Words>1746</Words>
  <Application>Microsoft Office PowerPoint</Application>
  <PresentationFormat>On-screen Show (4:3)</PresentationFormat>
  <Paragraphs>3610</Paragraphs>
  <Slides>38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2" baseType="lpstr">
      <vt:lpstr>Franklin Gothic Medium</vt:lpstr>
      <vt:lpstr>Arial</vt:lpstr>
      <vt:lpstr>Calibri</vt:lpstr>
      <vt:lpstr>Default Design</vt:lpstr>
      <vt:lpstr>MA VIE EST FAITE DE OUI PEUT-ÊTRE ET NON  </vt:lpstr>
      <vt:lpstr>SOUVENT SI TROUBLÉE</vt:lpstr>
      <vt:lpstr>PARFOIS JE PERDS CONTRÔLE ET TOURNE EN ROND </vt:lpstr>
      <vt:lpstr>MAIS TOI, TU LE SAIS </vt:lpstr>
      <vt:lpstr>C'EST UN LONG VOYAGE  OÙ JE M'APPROCHE </vt:lpstr>
      <vt:lpstr>JUSQU'À CE QUE JE VOIS </vt:lpstr>
      <vt:lpstr>ET J'AVANCE EN TE FAISANT CONFIANCE CAR JE SAIS</vt:lpstr>
      <vt:lpstr>TES PROMESSES SONT DEVANT MOI </vt:lpstr>
      <vt:lpstr>AUSSI LONGTEMPS QU'IL FAUT J'ATTENDRAI PATIEMMENT JE LE FERAI  </vt:lpstr>
      <vt:lpstr>TU ES MON ESPÉRANCE ET MA PAIX  TA VOLONTÉ J'ATTENDRAI </vt:lpstr>
      <vt:lpstr>L’AMOUR SAURA T’IL JUSQU'À  MON CŒUR TROUVER LE CHEMIN </vt:lpstr>
      <vt:lpstr>Y A T’IL VRAIMENT UN PLAN PARFAIT POUR MOI UN DIVIN DESTIN </vt:lpstr>
      <vt:lpstr>C'EST UN LONG VOYAGE  OÙ JE M'APPROCHE </vt:lpstr>
      <vt:lpstr>JUSQU'À CE QUE JE VOIS </vt:lpstr>
      <vt:lpstr>ET J'AVANCE EN TE FAISANT CONFIANCE CAR JE SAIS</vt:lpstr>
      <vt:lpstr>TES PROMESSES SONT DEVANT MOI </vt:lpstr>
      <vt:lpstr>AUSSI LONGTEMPS QU'IL FAUT J'ATTENDRAI PATIEMMENT JE LE FERAI  </vt:lpstr>
      <vt:lpstr>TU ES MON ESPÉRANCE ET MA PAIX  TA VOLONTÉ J'ATTENDRAI </vt:lpstr>
      <vt:lpstr>LORSQUE VIENT LA PLUIE  PEU IMPORTE LES SAISONS</vt:lpstr>
      <vt:lpstr>ET DANS LE SILENCE  QUAND LA FOULE CRIE MON NOM</vt:lpstr>
      <vt:lpstr>J'ATTENDRAI</vt:lpstr>
      <vt:lpstr>MY LIFE IS FILLED WITH MAYBE'S STOPS AND GO'S</vt:lpstr>
      <vt:lpstr>IT'S A WINDY ROAD SOMETIMES I'M SPINNING </vt:lpstr>
      <vt:lpstr>BOUT TO LOSE CONTROL BUT I KNOW YOU KNOW</vt:lpstr>
      <vt:lpstr>IT'S A JOURNEY AND I'M GETTING CLOSER SO THAT I CAN SEE </vt:lpstr>
      <vt:lpstr>SO I AM LIVING IN THE MOMENT </vt:lpstr>
      <vt:lpstr>TRUSTING CAUSE  I KNOW YOUR PROMISE</vt:lpstr>
      <vt:lpstr>IS IN FRONT OF ME</vt:lpstr>
      <vt:lpstr>IT DOESN'T MATTER HOW LONG I WAIT HOW LONG IT TAKES I'LL WAIT</vt:lpstr>
      <vt:lpstr>I FOUND A PEACE IN BEING STILL IF IT'S YOUR WILL I'LL WAIT</vt:lpstr>
      <vt:lpstr>LOVE WILL YOU EVER FIND YOUR WAY TO MY LONELY HEART</vt:lpstr>
      <vt:lpstr>COULD IT BE, THAT THERE'S A PERFECT PLAN FOR ME IS IT DESTINY</vt:lpstr>
      <vt:lpstr>IT'S A JOURNEY AND I'M GETTING CLOSER SO THAT I CAN SEE</vt:lpstr>
      <vt:lpstr>SO I AM LIVING IN THE MOMENT</vt:lpstr>
      <vt:lpstr>TRUSTING CAUSE I KNOW YOUR PROMISE IS IN FRONT OF ME</vt:lpstr>
      <vt:lpstr>WHEN THE SUN IS UP EVEN IN THE POURING RAIN</vt:lpstr>
      <vt:lpstr>IN THE SILENCE WHEN THE CROWD SHOUTS MY NAME</vt:lpstr>
      <vt:lpstr>I'LL WAIT, I'LL WAIT I'LL WAIT, I'LL WAIT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148</cp:revision>
  <dcterms:created xsi:type="dcterms:W3CDTF">2002-08-17T10:50:50Z</dcterms:created>
  <dcterms:modified xsi:type="dcterms:W3CDTF">2014-11-30T11:21:25Z</dcterms:modified>
</cp:coreProperties>
</file>