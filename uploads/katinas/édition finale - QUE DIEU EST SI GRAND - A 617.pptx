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1" r:id="rId2"/>
    <p:sldId id="282" r:id="rId3"/>
    <p:sldId id="283" r:id="rId4"/>
    <p:sldId id="263" r:id="rId5"/>
    <p:sldId id="264" r:id="rId6"/>
    <p:sldId id="265" r:id="rId7"/>
    <p:sldId id="266" r:id="rId8"/>
    <p:sldId id="284" r:id="rId9"/>
    <p:sldId id="285" r:id="rId10"/>
    <p:sldId id="286" r:id="rId11"/>
    <p:sldId id="270" r:id="rId12"/>
    <p:sldId id="271" r:id="rId13"/>
    <p:sldId id="272" r:id="rId14"/>
    <p:sldId id="273" r:id="rId15"/>
    <p:sldId id="277" r:id="rId16"/>
    <p:sldId id="279" r:id="rId17"/>
    <p:sldId id="278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2593" autoAdjust="0"/>
  </p:normalViewPr>
  <p:slideViewPr>
    <p:cSldViewPr>
      <p:cViewPr varScale="1">
        <p:scale>
          <a:sx n="36" d="100"/>
          <a:sy n="36" d="100"/>
        </p:scale>
        <p:origin x="-78" y="-7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962135D-EBDB-4D8F-9133-8BFDD33051C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89F56B7-699B-4EFF-BE1D-FEE6A7ABCC2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4B1A56-8E66-4866-9DF3-7B849EDFCE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46583-1342-4A9D-9FC1-2D6AE18BD3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674716-8567-4D19-A941-38660FAEC3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07074-3EB4-41C1-ADDB-CEAEA534F6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1BCB8A-FD10-4859-9ACE-8ED43B0B31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983E3D-C4ED-4BEC-8833-2DF41756EA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534AC-7973-4459-A1F8-3545C693B0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400ED0-3C0F-41F0-BF43-A518789CA4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F4CF2-AEE9-4C86-88F0-EACE20185E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3AAF1E-B946-4C4C-8DAD-ECD5EAD63F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4CA96F-3A80-4B42-8221-D6D8F6E276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63DB18F-BEA1-48EB-B30F-58ECDAB04D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2555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2555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CHANTONS TOUS ENSEMBLE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23971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TOUS VERRONT QUE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2555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SPLENDEUR D’UN GRAND ROI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COUVERT DE MAJESTÉ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2555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LA TERRE LE CÉLÈBRE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LA TERRE LE CÉLÈBRE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2555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REVÊTU DE LUMIÈRE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REPOUSSANT LES TÉNÈBRES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2555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ÉBRANLÉES À SA VOIX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ÉBRANLÉES À SA VOIX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2555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0" y="2555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CHANTONS TOUS ENSEMBLE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ChangeArrowheads="1"/>
          </p:cNvSpPr>
          <p:nvPr/>
        </p:nvSpPr>
        <p:spPr bwMode="auto">
          <a:xfrm>
            <a:off x="0" y="23971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TOUS VERRONT QUE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19138" y="0"/>
            <a:ext cx="7705725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D’ÂGE EN ÂGE, IL SE TIENT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TEMPS EST DANS SES MAINS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719138" y="0"/>
            <a:ext cx="7705725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COMMENCEMENT, LA FIN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COMMENCEMENT, LA FIN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719138" y="0"/>
            <a:ext cx="7705725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DE LA TRINITÉ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TROIS DANS L’UNITÉ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719138" y="0"/>
            <a:ext cx="7705725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LION, L’AGNEAU, IL EST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LION, L’AGNEAU, IL 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815975" y="0"/>
            <a:ext cx="751205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NOM AU-DESSUS DE TOUS NOMS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815975" y="0"/>
            <a:ext cx="751205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DIGNE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TOUTES NOS LOUANGES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-90488" y="0"/>
            <a:ext cx="9312276" cy="10795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NOS CŒURS QUI CHANTENT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113</Words>
  <Application>Microsoft PowerPoint</Application>
  <PresentationFormat>On-screen Show (4:3)</PresentationFormat>
  <Paragraphs>765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Franklin Gothic Medium</vt:lpstr>
      <vt:lpstr>Arial</vt:lpstr>
      <vt:lpstr>Calibri</vt:lpstr>
      <vt:lpstr>Default Design</vt:lpstr>
      <vt:lpstr>QUE DIEU EST SI GRAND </vt:lpstr>
      <vt:lpstr>CHANTONS TOUS ENSEMBLE QUE DIEU EST SI GRAND</vt:lpstr>
      <vt:lpstr>ET TOUS VERRONT QUE DIEU QUE DIEU EST SI GRAND</vt:lpstr>
      <vt:lpstr>LA SPLENDEUR D’UN GRAND ROI COUVERT DE MAJESTÉ</vt:lpstr>
      <vt:lpstr>TOUTE LA TERRE LE CÉLÈBRE TOUTE LA TERRE LE CÉLÈBRE</vt:lpstr>
      <vt:lpstr>REVÊTU DE LUMIÈRE REPOUSSANT LES TÉNÈBRES</vt:lpstr>
      <vt:lpstr>ÉBRANLÉES À SA VOIX ÉBRANLÉES À SA VOIX</vt:lpstr>
      <vt:lpstr>QUE DIEU EST SI GRAND </vt:lpstr>
      <vt:lpstr>CHANTONS TOUS ENSEMBLE QUE DIEU EST SI GRAND</vt:lpstr>
      <vt:lpstr>ET TOUS VERRONT QUE DIEU QUE DIEU EST SI GRAND</vt:lpstr>
      <vt:lpstr>D’ÂGE EN ÂGE, IL SE TIENT LE TEMPS EST DANS SES MAINS</vt:lpstr>
      <vt:lpstr>LE COMMENCEMENT, LA FIN LE COMMENCEMENT, LA FIN</vt:lpstr>
      <vt:lpstr>DIEU DE LA TRINITÉ LES TROIS DANS L’UNITÉ</vt:lpstr>
      <vt:lpstr>LE LION, L’AGNEAU, IL EST  LE LION, L’AGNEAU, IL EST</vt:lpstr>
      <vt:lpstr>NOM AU-DESSUS DE TOUS NOMS</vt:lpstr>
      <vt:lpstr>TU ES DIGNE DE TOUTES NOS LOUANGES</vt:lpstr>
      <vt:lpstr>ET NOS CŒURS QUI CHANTENT QUE DIEU EST SI GRAND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69</cp:revision>
  <dcterms:created xsi:type="dcterms:W3CDTF">2002-08-17T10:50:50Z</dcterms:created>
  <dcterms:modified xsi:type="dcterms:W3CDTF">2013-01-25T19:59:08Z</dcterms:modified>
</cp:coreProperties>
</file>