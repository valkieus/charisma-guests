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0" r:id="rId2"/>
    <p:sldId id="274" r:id="rId3"/>
    <p:sldId id="275" r:id="rId4"/>
    <p:sldId id="273" r:id="rId5"/>
    <p:sldId id="271" r:id="rId6"/>
    <p:sldId id="272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4" autoAdjust="0"/>
    <p:restoredTop sz="56757" autoAdjust="0"/>
  </p:normalViewPr>
  <p:slideViewPr>
    <p:cSldViewPr>
      <p:cViewPr varScale="1">
        <p:scale>
          <a:sx n="41" d="100"/>
          <a:sy n="41" d="100"/>
        </p:scale>
        <p:origin x="-110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3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060FC0A-5446-434D-A4B3-6A19C04B62D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F4A731B-24BA-4690-B521-FD9849772B5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TA PLUIE VIENNE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Rain, rain on me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OUVRE-NOUS LES CIEUX VERSE UNE BÉNÉDICTION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Open the windows of Heaven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SEIGNEUR, UNE FRAÎCHE ONCTION UNE COUPE DÉBORDANTE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Open up the heavens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RAIN, RAIN ON ME OPEN THE WINDOWS OF HEAVEN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OPEN UP THE HEAVENS POURING OUT A BLESSING
6-  LORD WE NEED REFRESHING TILL IT OVERFLOWS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TA PLUIE VIENNE OUVRE LES ÉCLUSES DES CIEUX</a:t>
            </a:r>
          </a:p>
          <a:p>
            <a:r>
              <a:rPr lang="fr-FR" smtClean="0"/>
              <a:t>Rain, rain on me Ouvre les écluses des cieux</a:t>
            </a:r>
          </a:p>
          <a:p>
            <a:endParaRPr lang="fr-FR" smtClean="0"/>
          </a:p>
          <a:p>
            <a:r>
              <a:rPr lang="fr-FR" smtClean="0"/>
              <a:t>	2-  OUVRE-NOUS LES CIEUX VERSE UNE BÉNÉDICTION</a:t>
            </a:r>
          </a:p>
          <a:p>
            <a:r>
              <a:rPr lang="fr-FR" smtClean="0"/>
              <a:t>	Open the windows of Heaven Pouring out a blessing</a:t>
            </a:r>
          </a:p>
          <a:p>
            <a:r>
              <a:rPr lang="fr-FR" smtClean="0"/>
              <a:t>	3-  SEIGNEUR, UNE FRAÎCHE ONCTION UNE COUPE DÉBORDANTE</a:t>
            </a:r>
          </a:p>
          <a:p>
            <a:r>
              <a:rPr lang="fr-FR" smtClean="0"/>
              <a:t>	Open up the heavens Pouring out a blessing</a:t>
            </a:r>
          </a:p>
          <a:p>
            <a:endParaRPr lang="fr-FR" smtClean="0"/>
          </a:p>
          <a:p>
            <a:r>
              <a:rPr lang="fr-FR" smtClean="0"/>
              <a:t>***********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RAIN, RAIN ON ME OPEN THE WINDOWS OF HEAVEN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OPEN UP THE HEAVENS POURING OUT A BLESSING
6-  LORD WE NEED REFRESHING TILL IT OVERFLOWS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TA PLUIE VIENNE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Rain, rain on me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OUVRE-NOUS LES CIEUX VERSE UNE BÉNÉDICTION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Open the windows of Heaven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SEIGNEUR, UNE FRAÎCHE ONCTION UNE COUPE DÉBORDANTE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Open up the heavens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RAIN, RAIN ON ME OPEN THE WINDOWS OF HEAVEN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OPEN UP THE HEAVENS POURING OUT A BLESSING
6-  LORD WE NEED REFRESHING TILL IT OVERFLOWS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TA PLUIE VIENNE OUVRE LES ÉCLUSES DES CIEUX</a:t>
            </a:r>
          </a:p>
          <a:p>
            <a:r>
              <a:rPr lang="fr-FR" smtClean="0"/>
              <a:t>Rain, rain on me Ouvre les écluses des cieux</a:t>
            </a:r>
          </a:p>
          <a:p>
            <a:endParaRPr lang="fr-FR" smtClean="0"/>
          </a:p>
          <a:p>
            <a:r>
              <a:rPr lang="fr-FR" smtClean="0"/>
              <a:t>	2-  OUVRE-NOUS LES CIEUX VERSE UNE BÉNÉDICTION</a:t>
            </a:r>
          </a:p>
          <a:p>
            <a:r>
              <a:rPr lang="fr-FR" smtClean="0"/>
              <a:t>	Open the windows of Heaven Pouring out a blessing</a:t>
            </a:r>
          </a:p>
          <a:p>
            <a:r>
              <a:rPr lang="fr-FR" smtClean="0"/>
              <a:t>	3-  SEIGNEUR, UNE FRAÎCHE ONCTION UNE COUPE DÉBORDANTE</a:t>
            </a:r>
          </a:p>
          <a:p>
            <a:r>
              <a:rPr lang="fr-FR" smtClean="0"/>
              <a:t>	Open up the heavens Pouring out a blessing</a:t>
            </a:r>
          </a:p>
          <a:p>
            <a:endParaRPr lang="fr-FR" smtClean="0"/>
          </a:p>
          <a:p>
            <a:r>
              <a:rPr lang="fr-FR" smtClean="0"/>
              <a:t>***********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RAIN, RAIN ON ME OPEN THE WINDOWS OF HEAVEN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OPEN UP THE HEAVENS POURING OUT A BLESSING
6-  LORD WE NEED REFRESHING TILL IT OVERFLOWS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TA PLUIE VIENNE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Rain, rain on me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OUVRE-NOUS LES CIEUX VERSE UNE BÉNÉDICTION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Open the windows of Heaven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SEIGNEUR, UNE FRAÎCHE ONCTION UNE COUPE DÉBORDANTE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Open up the heavens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RAIN, RAIN ON ME OPEN THE WINDOWS OF HEAVEN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OPEN UP THE HEAVENS POURING OUT A BLESSING
6-  LORD WE NEED REFRESHING TILL IT OVERFLOWS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TA PLUIE VIENNE OUVRE LES ÉCLUSES DES CIEUX</a:t>
            </a:r>
          </a:p>
          <a:p>
            <a:r>
              <a:rPr lang="fr-FR" smtClean="0"/>
              <a:t>Rain, rain on me Ouvre les écluses des cieux</a:t>
            </a:r>
          </a:p>
          <a:p>
            <a:endParaRPr lang="fr-FR" smtClean="0"/>
          </a:p>
          <a:p>
            <a:r>
              <a:rPr lang="fr-FR" smtClean="0"/>
              <a:t>	2-  OUVRE-NOUS LES CIEUX VERSE UNE BÉNÉDICTION</a:t>
            </a:r>
          </a:p>
          <a:p>
            <a:r>
              <a:rPr lang="fr-FR" smtClean="0"/>
              <a:t>	Open the windows of Heaven Pouring out a blessing</a:t>
            </a:r>
          </a:p>
          <a:p>
            <a:r>
              <a:rPr lang="fr-FR" smtClean="0"/>
              <a:t>	3-  SEIGNEUR, UNE FRAÎCHE ONCTION UNE COUPE DÉBORDANTE</a:t>
            </a:r>
          </a:p>
          <a:p>
            <a:r>
              <a:rPr lang="fr-FR" smtClean="0"/>
              <a:t>	Open up the heavens Pouring out a blessing</a:t>
            </a:r>
          </a:p>
          <a:p>
            <a:endParaRPr lang="fr-FR" smtClean="0"/>
          </a:p>
          <a:p>
            <a:r>
              <a:rPr lang="fr-FR" smtClean="0"/>
              <a:t>***********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RAIN, RAIN ON ME OPEN THE WINDOWS OF HEAVEN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OPEN UP THE HEAVENS POURING OUT A BLESSING
6-  LORD WE NEED REFRESHING TILL IT OVERFLOWS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TA PLUIE VIENNE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Rain, rain on me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OUVRE-NOUS LES CIEUX VERSE UNE BÉNÉDICTION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Open the windows of Heaven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SEIGNEUR, UNE FRAÎCHE ONCTION UNE COUPE DÉBORDANTE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Open up the heavens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RAIN, RAIN ON ME OPEN THE WINDOWS OF HEAVEN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OPEN UP THE HEAVENS POURING OUT A BLESSING
6-  LORD WE NEED REFRESHING TILL IT OVERFLOWS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TA PLUIE VIENNE OUVRE LES ÉCLUSES DES CIEUX</a:t>
            </a:r>
          </a:p>
          <a:p>
            <a:r>
              <a:rPr lang="fr-FR" smtClean="0"/>
              <a:t>Rain, rain on me Ouvre les écluses des cieux</a:t>
            </a:r>
          </a:p>
          <a:p>
            <a:endParaRPr lang="fr-FR" smtClean="0"/>
          </a:p>
          <a:p>
            <a:r>
              <a:rPr lang="fr-FR" smtClean="0"/>
              <a:t>	2-  OUVRE-NOUS LES CIEUX VERSE UNE BÉNÉDICTION</a:t>
            </a:r>
          </a:p>
          <a:p>
            <a:r>
              <a:rPr lang="fr-FR" smtClean="0"/>
              <a:t>	Open the windows of Heaven Pouring out a blessing</a:t>
            </a:r>
          </a:p>
          <a:p>
            <a:r>
              <a:rPr lang="fr-FR" smtClean="0"/>
              <a:t>	3-  SEIGNEUR, UNE FRAÎCHE ONCTION UNE COUPE DÉBORDANTE</a:t>
            </a:r>
          </a:p>
          <a:p>
            <a:r>
              <a:rPr lang="fr-FR" smtClean="0"/>
              <a:t>	Open up the heavens Pouring out a blessing</a:t>
            </a:r>
          </a:p>
          <a:p>
            <a:endParaRPr lang="fr-FR" smtClean="0"/>
          </a:p>
          <a:p>
            <a:r>
              <a:rPr lang="fr-FR" smtClean="0"/>
              <a:t>***********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RAIN, RAIN ON ME OPEN THE WINDOWS OF HEAVEN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OPEN UP THE HEAVENS POURING OUT A BLESSING
6-  LORD WE NEED REFRESHING TILL IT OVERFLOWS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TA PLUIE VIENNE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Rain, rain on me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OUVRE-NOUS LES CIEUX VERSE UNE BÉNÉDICTION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Open the windows of Heaven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SEIGNEUR, UNE FRAÎCHE ONCTION UNE COUPE DÉBORDANTE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Open up the heavens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RAIN, RAIN ON ME OPEN THE WINDOWS OF HEAVEN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OPEN UP THE HEAVENS POURING OUT A BLESSING
6-  LORD WE NEED REFRESHING TILL IT OVERFLOWS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TA PLUIE VIENNE OUVRE LES ÉCLUSES DES CIEUX</a:t>
            </a:r>
          </a:p>
          <a:p>
            <a:r>
              <a:rPr lang="fr-FR" smtClean="0"/>
              <a:t>Rain, rain on me Ouvre les écluses des cieux</a:t>
            </a:r>
          </a:p>
          <a:p>
            <a:endParaRPr lang="fr-FR" smtClean="0"/>
          </a:p>
          <a:p>
            <a:r>
              <a:rPr lang="fr-FR" smtClean="0"/>
              <a:t>	2-  OUVRE-NOUS LES CIEUX VERSE UNE BÉNÉDICTION</a:t>
            </a:r>
          </a:p>
          <a:p>
            <a:r>
              <a:rPr lang="fr-FR" smtClean="0"/>
              <a:t>	Open the windows of Heaven Pouring out a blessing</a:t>
            </a:r>
          </a:p>
          <a:p>
            <a:r>
              <a:rPr lang="fr-FR" smtClean="0"/>
              <a:t>	3-  SEIGNEUR, UNE FRAÎCHE ONCTION UNE COUPE DÉBORDANTE</a:t>
            </a:r>
          </a:p>
          <a:p>
            <a:r>
              <a:rPr lang="fr-FR" smtClean="0"/>
              <a:t>	Open up the heavens Pouring out a blessing</a:t>
            </a:r>
          </a:p>
          <a:p>
            <a:endParaRPr lang="fr-FR" smtClean="0"/>
          </a:p>
          <a:p>
            <a:r>
              <a:rPr lang="fr-FR" smtClean="0"/>
              <a:t>***********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RAIN, RAIN ON ME OPEN THE WINDOWS OF HEAVEN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OPEN UP THE HEAVENS POURING OUT A BLESSING
6-  LORD WE NEED REFRESHING TILL IT OVERFLOWS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TA PLUIE VIENNE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Rain, rain on me Ouvre les écluses des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OUVRE-NOUS LES CIEUX VERSE UNE BÉNÉDICTION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Open the windows of Heaven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SEIGNEUR, UNE FRAÎCHE ONCTION UNE COUPE DÉBORDANTE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Open up the heavens Pouring out a blessing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RAIN, RAIN ON ME OPEN THE WINDOWS OF HEAVEN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OPEN UP THE HEAVENS POURING OUT A BLESSING
6-  LORD WE NEED REFRESHING TILL IT OVERFLOWS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TA PLUIE VIENNE OUVRE LES ÉCLUSES DES CIEUX</a:t>
            </a:r>
          </a:p>
          <a:p>
            <a:r>
              <a:rPr lang="fr-FR" smtClean="0"/>
              <a:t>Rain, rain on me Ouvre les écluses des cieux</a:t>
            </a:r>
          </a:p>
          <a:p>
            <a:endParaRPr lang="fr-FR" smtClean="0"/>
          </a:p>
          <a:p>
            <a:r>
              <a:rPr lang="fr-FR" smtClean="0"/>
              <a:t>	2-  OUVRE-NOUS LES CIEUX VERSE UNE BÉNÉDICTION</a:t>
            </a:r>
          </a:p>
          <a:p>
            <a:r>
              <a:rPr lang="fr-FR" smtClean="0"/>
              <a:t>	Open the windows of Heaven Pouring out a blessing</a:t>
            </a:r>
          </a:p>
          <a:p>
            <a:r>
              <a:rPr lang="fr-FR" smtClean="0"/>
              <a:t>	3-  SEIGNEUR, UNE FRAÎCHE ONCTION UNE COUPE DÉBORDANTE</a:t>
            </a:r>
          </a:p>
          <a:p>
            <a:r>
              <a:rPr lang="fr-FR" smtClean="0"/>
              <a:t>	Open up the heavens Pouring out a blessing</a:t>
            </a:r>
          </a:p>
          <a:p>
            <a:endParaRPr lang="fr-FR" smtClean="0"/>
          </a:p>
          <a:p>
            <a:r>
              <a:rPr lang="fr-FR" smtClean="0"/>
              <a:t>***********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RAIN, RAIN ON ME OPEN THE WINDOWS OF HEAVEN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OPEN UP THE HEAVENS POURING OUT A BLESSING
6-  LORD WE NEED REFRESHING TILL IT OVERFLOWS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E20903-7684-40D6-89CB-A9DA013FF5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578C75-0E77-4255-BBA5-4B2C029D6A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9F6ABF-3FE0-4AD7-B317-2252CE5296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C2E06-C711-48F7-AEEB-BC074E3257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DDEB9-8EF3-48D3-9378-A3EED56C06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42F4F-770F-4090-A8F5-DA9D2153CF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86516-05C8-4FF9-9B01-4AF7DD241B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C3725F-4FB6-4C77-A516-CDBAEC927B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2625A-798D-4CF7-BE7C-E59845AEBF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D748-105F-4591-88D2-7BE0F8C149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3D2CE4-24CE-4122-8786-0CADD6A190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71A79B3-1CD2-4D1E-B2AD-F853C1132E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TA PLUIE VIENNE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LES ÉCLUSES DES CIEUX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OUVRE-NOUS LES CIEUX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VERSE UNE BÉNÉDICTION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UNE FRAÎCHE ONCTION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COUPE DÉBORDANTE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RAIN, RAIN ON ME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OPEN THE WINDOWS OF HEAVEN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OPEN UP THE HEAVENS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POURING OUT A BLESSING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LORD WE NEED REFRESHING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TILL IT OVERFLOWS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</TotalTime>
  <Words>265</Words>
  <Application>Microsoft Office PowerPoint</Application>
  <PresentationFormat>On-screen Show (4:3)</PresentationFormat>
  <Paragraphs>138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Franklin Gothic Medium</vt:lpstr>
      <vt:lpstr>Arial</vt:lpstr>
      <vt:lpstr>Calibri</vt:lpstr>
      <vt:lpstr>Default Design</vt:lpstr>
      <vt:lpstr>QUE TA PLUIE VIENNE OUVRE LES ÉCLUSES DES CIEUX   </vt:lpstr>
      <vt:lpstr>OUVRE-NOUS LES CIEUX VERSE UNE BÉNÉDICTION   </vt:lpstr>
      <vt:lpstr>SEIGNEUR, UNE FRAÎCHE ONCTION UNE COUPE DÉBORDANTE   </vt:lpstr>
      <vt:lpstr>RAIN, RAIN ON ME OPEN THE WINDOWS OF HEAVEN  </vt:lpstr>
      <vt:lpstr>OPEN UP THE HEAVENS POURING OUT A BLESSING  </vt:lpstr>
      <vt:lpstr>LORD WE NEED REFRESHING TILL IT OVERFLOWS 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155</cp:revision>
  <dcterms:created xsi:type="dcterms:W3CDTF">2002-08-17T10:50:50Z</dcterms:created>
  <dcterms:modified xsi:type="dcterms:W3CDTF">2014-11-30T05:15:15Z</dcterms:modified>
</cp:coreProperties>
</file>