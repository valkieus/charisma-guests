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9" r:id="rId2"/>
    <p:sldId id="260" r:id="rId3"/>
    <p:sldId id="261" r:id="rId4"/>
    <p:sldId id="256" r:id="rId5"/>
    <p:sldId id="257" r:id="rId6"/>
    <p:sldId id="258" r:id="rId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00" autoAdjust="0"/>
    <p:restoredTop sz="86355" autoAdjust="0"/>
  </p:normalViewPr>
  <p:slideViewPr>
    <p:cSldViewPr>
      <p:cViewPr varScale="1">
        <p:scale>
          <a:sx n="44" d="100"/>
          <a:sy n="44" d="100"/>
        </p:scale>
        <p:origin x="-102" y="-6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196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23C5B49-9993-41C6-A3CE-27CD9F72FC95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BC3DF297-5559-4C34-8BB1-C1920DE3198D}" type="slidenum">
              <a:rPr lang="fr-FR" sz="1200">
                <a:latin typeface="Franklin Gothic Medium" pitchFamily="34" charset="0"/>
              </a:rPr>
              <a:pPr algn="r"/>
              <a:t>1</a:t>
            </a:fld>
            <a:endParaRPr lang="fr-FR" sz="1200">
              <a:latin typeface="Franklin Gothic Medium" pitchFamily="34" charset="0"/>
            </a:endParaRPr>
          </a:p>
        </p:txBody>
      </p:sp>
      <p:sp>
        <p:nvSpPr>
          <p:cNvPr id="921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D6C5616-A0FE-402C-A937-439E2C2E862A}" type="slidenum">
              <a:rPr lang="fr-FR" sz="1200">
                <a:latin typeface="Franklin Gothic Medium" pitchFamily="34" charset="0"/>
              </a:rPr>
              <a:pPr algn="r"/>
              <a:t>2</a:t>
            </a:fld>
            <a:endParaRPr lang="fr-FR" sz="1200">
              <a:latin typeface="Franklin Gothic Medium" pitchFamily="34" charset="0"/>
            </a:endParaRPr>
          </a:p>
        </p:txBody>
      </p:sp>
      <p:sp>
        <p:nvSpPr>
          <p:cNvPr id="102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A2C8BB0-C28E-40A9-8571-2DD484B93471}" type="slidenum">
              <a:rPr lang="fr-FR" sz="1200">
                <a:latin typeface="Franklin Gothic Medium" pitchFamily="34" charset="0"/>
              </a:rPr>
              <a:pPr algn="r"/>
              <a:t>3</a:t>
            </a:fld>
            <a:endParaRPr lang="fr-FR" sz="1200">
              <a:latin typeface="Franklin Gothic Medium" pitchFamily="34" charset="0"/>
            </a:endParaRPr>
          </a:p>
        </p:txBody>
      </p:sp>
      <p:sp>
        <p:nvSpPr>
          <p:cNvPr id="1126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1395B273-B67C-4126-AA54-215F2250076B}" type="slidenum">
              <a:rPr lang="fr-FR" sz="1200">
                <a:latin typeface="Franklin Gothic Medium" pitchFamily="34" charset="0"/>
              </a:rPr>
              <a:pPr algn="r"/>
              <a:t>4</a:t>
            </a:fld>
            <a:endParaRPr lang="fr-FR" sz="1200">
              <a:latin typeface="Franklin Gothic Medium" pitchFamily="34" charset="0"/>
            </a:endParaRPr>
          </a:p>
        </p:txBody>
      </p:sp>
      <p:sp>
        <p:nvSpPr>
          <p:cNvPr id="122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80D95E09-22BC-401F-B7D0-2AA985DCE64C}" type="slidenum">
              <a:rPr lang="fr-FR" sz="1200">
                <a:latin typeface="Franklin Gothic Medium" pitchFamily="34" charset="0"/>
              </a:rPr>
              <a:pPr algn="r"/>
              <a:t>5</a:t>
            </a:fld>
            <a:endParaRPr lang="fr-FR" sz="1200">
              <a:latin typeface="Franklin Gothic Medium" pitchFamily="34" charset="0"/>
            </a:endParaRPr>
          </a:p>
        </p:txBody>
      </p:sp>
      <p:sp>
        <p:nvSpPr>
          <p:cNvPr id="133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689A603C-AA13-4BC9-BCA2-C98C0CE750DB}" type="slidenum">
              <a:rPr lang="fr-FR" sz="1200">
                <a:latin typeface="Franklin Gothic Medium" pitchFamily="34" charset="0"/>
              </a:rPr>
              <a:pPr algn="r"/>
              <a:t>6</a:t>
            </a:fld>
            <a:endParaRPr lang="fr-FR" sz="1200">
              <a:latin typeface="Franklin Gothic Medium" pitchFamily="34" charset="0"/>
            </a:endParaRPr>
          </a:p>
        </p:txBody>
      </p:sp>
      <p:sp>
        <p:nvSpPr>
          <p:cNvPr id="143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821DFA-52F9-4470-B7E1-457A984C331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F49E86-B29E-4FA6-A883-04AB3F61C88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511DC0-84D2-4AA3-8D6B-C7D970182DD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9A9A68-02AF-4D6F-AC4F-06BCF7B996B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3A85A3-18DB-403A-B883-3562364BAE8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15C523-F4AC-43CF-A313-A3D2D50672D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195C06-EA37-4241-89E1-2C728C2C894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B6B40C-0B0B-4A00-AA8D-3984C23DBF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0C64FF-F8F6-410F-A29B-CF9798B06D0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6B8403-59B0-4266-9852-FD7EBF49ED4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F0B8A7-7C8A-4C4A-8F09-5A16915A331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6B00845-510C-4EBC-9C14-0FB74F3EBED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34925" y="34925"/>
            <a:ext cx="9109075" cy="682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DIVIN CRÉATEUR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SEIGNEUR GUÉRISSEUR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PAR TA JUSTICE 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J’AI ÉTÉ RACHETÉ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PARDONNÉ PAR TA GRÂCE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TA JOIE EST MA FORCE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MÊME QUAND TOUT EST CHANGÉ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TU RESTE LE MÊME</a:t>
            </a:r>
          </a:p>
          <a:p>
            <a:pPr algn="ctr"/>
            <a:r>
              <a:rPr lang="fr-FR" sz="10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TU ES DIEU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MON ÉTOILE, MON SAUVEUR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EN TOUT TEMPS, TU ME RELÈVES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TU ES L’AMOUR DE MON CŒUR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TU ES DIEU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MON GUIDE ET MON BERGER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CELUI QUI ME REND COMPLET, TU ES DIEU</a:t>
            </a:r>
          </a:p>
          <a:p>
            <a:pPr algn="ctr"/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34925" y="34925"/>
            <a:ext cx="9109075" cy="682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MON AIDE CHAQUE JOUR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LE SAUVEUR DE MA VIE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ET TOUT CE QUE J’AI T’APPARTIENT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MON TEMPS EST DANS TES MAINS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TES DÉSIRS SONT LES MIENS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SAIS QUE TU POURVOIRAS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JE GARDE LA FOI</a:t>
            </a:r>
          </a:p>
          <a:p>
            <a:pPr algn="ctr"/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ChangeArrowheads="1"/>
          </p:cNvSpPr>
          <p:nvPr/>
        </p:nvSpPr>
        <p:spPr bwMode="auto">
          <a:xfrm>
            <a:off x="34925" y="34925"/>
            <a:ext cx="9109075" cy="682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TU ES CELUI QUI M’A DÉLIVRÉ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NON PAS POUR CE QUE JE SUIS</a:t>
            </a:r>
          </a:p>
          <a:p>
            <a:pPr algn="ctr"/>
            <a:r>
              <a:rPr lang="fr-FR" sz="2800">
                <a:solidFill>
                  <a:schemeClr val="bg1"/>
                </a:solidFill>
                <a:latin typeface="Arial Black" pitchFamily="34" charset="0"/>
              </a:rPr>
              <a:t>MAIS QUI TU ES…</a:t>
            </a:r>
          </a:p>
          <a:p>
            <a:pPr algn="ctr"/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ChangeArrowheads="1"/>
          </p:cNvSpPr>
          <p:nvPr/>
        </p:nvSpPr>
        <p:spPr bwMode="auto">
          <a:xfrm>
            <a:off x="34925" y="34925"/>
            <a:ext cx="9109075" cy="682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CREATOR OF ALL THINGS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HEALER OF MY BEING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THROUGH YOUR RIGHTEOUSNESS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I'VE BEEN REDEEMED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FORGIVEN BY YOUR GRACE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YOUR JOY IS MY STRENGTH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WHEN EVERYTHING HAS CHANGED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YOU STAY THE SAME</a:t>
            </a:r>
          </a:p>
          <a:p>
            <a:pPr algn="ctr"/>
            <a:r>
              <a:rPr lang="en-US" sz="1500">
                <a:solidFill>
                  <a:schemeClr val="bg1"/>
                </a:solidFill>
                <a:latin typeface="Arial Black" pitchFamily="34" charset="0"/>
              </a:rPr>
              <a:t> </a:t>
            </a:r>
            <a:endParaRPr lang="en-US" sz="5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YOU ARE GOD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BRIGHT AND MORNING STAR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WHEN I'M DOWN YOU LIFT ME UP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YOU'RE THE LOVER OF MY HEART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YOU ARE GOD, MENDER OF MY SOUL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YOU'RE THE RAIN THAT MAKES MY WHOLE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YOU ARE GOD</a:t>
            </a:r>
          </a:p>
          <a:p>
            <a:pPr algn="ctr"/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34925" y="34925"/>
            <a:ext cx="9109075" cy="682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EVER-PRESENT HELP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SAVIOR OF MY LIFE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EVERYTHING I HAVE BELONGS TO YOU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MY TIME IS IN YOUR HANDS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MY PURPOSE IS YOUR WILL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I KNOW THAT YOU'LL PROVIDE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SO I'II BE STILL</a:t>
            </a:r>
          </a:p>
          <a:p>
            <a:pPr algn="ctr"/>
            <a:r>
              <a:rPr lang="en-US" sz="26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YOU ARE GOD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BRIGHT AND MORNING STAR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WHEN I'M DOWN YOU LIFT ME UP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YOU ARE THE LOVER OF MY HEART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YOU ARE GOD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MENDER OF MY SOUL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YOU ARE THE RAIN THAT MAKES MY WHOLE</a:t>
            </a:r>
          </a:p>
          <a:p>
            <a:pPr algn="ctr"/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/>
          <p:cNvSpPr>
            <a:spLocks noChangeArrowheads="1"/>
          </p:cNvSpPr>
          <p:nvPr/>
        </p:nvSpPr>
        <p:spPr bwMode="auto">
          <a:xfrm>
            <a:off x="34925" y="34925"/>
            <a:ext cx="9109075" cy="682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YOU ARE THE ONE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THAT DELIVERS ME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IT'S NOT BECAUSE OF WHAT I AM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BUT WHO YOU ARE</a:t>
            </a:r>
          </a:p>
          <a:p>
            <a:pPr algn="ctr"/>
            <a:endParaRPr lang="en-US" sz="10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YOU ARE GOD YOU'RE MY PROVIDER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WHEN I'M DOWN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YOU LIFT ME HIGHER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WHEN I'M WEAK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YOU ARE THE FIRE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THAT TURNS ME INTO GOLD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YOU ARE GOD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ALPHA, OMEGA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TAKE MY LIFE, LORD I SURRENDER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YOU'RE THE RAIN THAT MAKES ME WHOLE</a:t>
            </a: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YOU ARE GOD</a:t>
            </a:r>
          </a:p>
          <a:p>
            <a:pPr algn="ctr"/>
            <a:endParaRPr lang="en-US" sz="26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endParaRPr lang="en-US" sz="2800">
              <a:solidFill>
                <a:schemeClr val="bg1"/>
              </a:solidFill>
              <a:latin typeface="Arial Black" pitchFamily="34" charset="0"/>
            </a:endParaRPr>
          </a:p>
          <a:p>
            <a:pPr algn="ctr"/>
            <a:r>
              <a:rPr lang="en-US" sz="2800">
                <a:solidFill>
                  <a:schemeClr val="bg1"/>
                </a:solidFill>
                <a:latin typeface="Arial Black" pitchFamily="34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</TotalTime>
  <Words>216</Words>
  <Application>Microsoft PowerPoint</Application>
  <PresentationFormat>On-screen Show (4:3)</PresentationFormat>
  <Paragraphs>111</Paragraphs>
  <Slides>6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Times New Roman</vt:lpstr>
      <vt:lpstr>Arial</vt:lpstr>
      <vt:lpstr>Arial Black</vt:lpstr>
      <vt:lpstr>Franklin Gothic Medium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SANDRA TAHIRO-APERANO (X114353)</cp:lastModifiedBy>
  <cp:revision>47</cp:revision>
  <dcterms:created xsi:type="dcterms:W3CDTF">2002-08-17T09:48:48Z</dcterms:created>
  <dcterms:modified xsi:type="dcterms:W3CDTF">2014-11-28T16:11:19Z</dcterms:modified>
</cp:coreProperties>
</file>