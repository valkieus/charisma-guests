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3" autoAdjust="0"/>
    <p:restoredTop sz="34543" autoAdjust="0"/>
  </p:normalViewPr>
  <p:slideViewPr>
    <p:cSldViewPr>
      <p:cViewPr varScale="1">
        <p:scale>
          <a:sx n="34" d="100"/>
          <a:sy n="34" d="100"/>
        </p:scale>
        <p:origin x="91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23/03/2025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1-  IF NOT FOR YOUR MERCY [Sans Ta </a:t>
            </a:r>
            <a:r>
              <a:rPr lang="en-US" dirty="0" err="1"/>
              <a:t>miséricorde</a:t>
            </a:r>
            <a:r>
              <a:rPr lang="en-US" dirty="0"/>
              <a:t>] 
2-  IF NOT FOR YOUR GRACE [Sans </a:t>
            </a:r>
            <a:r>
              <a:rPr lang="en-US" dirty="0" err="1"/>
              <a:t>avoir</a:t>
            </a:r>
            <a:r>
              <a:rPr lang="en-US" dirty="0"/>
              <a:t> Ta grâce] 
3-  I DON'T KNOW WHERE I'D BE [Je ne </a:t>
            </a:r>
            <a:r>
              <a:rPr lang="en-US" dirty="0" err="1"/>
              <a:t>sais</a:t>
            </a:r>
            <a:r>
              <a:rPr lang="en-US" dirty="0"/>
              <a:t> </a:t>
            </a:r>
            <a:r>
              <a:rPr lang="en-US" dirty="0" err="1"/>
              <a:t>où</a:t>
            </a:r>
            <a:r>
              <a:rPr lang="en-US" dirty="0"/>
              <a:t> je serais] 
4-  LOW ON HAPPY DAYS [Sans </a:t>
            </a:r>
            <a:r>
              <a:rPr lang="en-US" dirty="0" err="1"/>
              <a:t>voir</a:t>
            </a:r>
            <a:r>
              <a:rPr lang="en-US" dirty="0"/>
              <a:t> de </a:t>
            </a:r>
            <a:r>
              <a:rPr lang="en-US" dirty="0" err="1"/>
              <a:t>jours</a:t>
            </a:r>
            <a:r>
              <a:rPr lang="en-US" dirty="0"/>
              <a:t> </a:t>
            </a:r>
            <a:r>
              <a:rPr lang="en-US" dirty="0" err="1"/>
              <a:t>heureux</a:t>
            </a:r>
            <a:r>
              <a:rPr lang="en-US" dirty="0"/>
              <a:t>] 
5-  THANK YOU FOR YOUR MERCY [Merci pour Ta </a:t>
            </a:r>
            <a:r>
              <a:rPr lang="en-US" dirty="0" err="1"/>
              <a:t>miséricorde</a:t>
            </a:r>
            <a:r>
              <a:rPr lang="en-US" dirty="0"/>
              <a:t>] 
6-  THANK YOU FOR YOUR GRACE [Merci pour Ta grâce] 
7-  I SMILE 'CAUSE I FEEL [Je </a:t>
            </a:r>
            <a:r>
              <a:rPr lang="en-US" dirty="0" err="1"/>
              <a:t>souris</a:t>
            </a:r>
            <a:r>
              <a:rPr lang="en-US" dirty="0"/>
              <a:t> </a:t>
            </a:r>
            <a:r>
              <a:rPr lang="en-US" dirty="0" err="1"/>
              <a:t>parce</a:t>
            </a:r>
            <a:r>
              <a:rPr lang="en-US" dirty="0"/>
              <a:t> que je me </a:t>
            </a:r>
            <a:r>
              <a:rPr lang="en-US" dirty="0" err="1"/>
              <a:t>sens</a:t>
            </a:r>
            <a:r>
              <a:rPr lang="en-US" dirty="0"/>
              <a:t>] 
8-  MUCH BETTER THAN OKAY. [Bien </a:t>
            </a:r>
            <a:r>
              <a:rPr lang="en-US" dirty="0" err="1"/>
              <a:t>mieux</a:t>
            </a:r>
            <a:r>
              <a:rPr lang="en-US" dirty="0"/>
              <a:t> que </a:t>
            </a:r>
            <a:r>
              <a:rPr lang="en-US" dirty="0" err="1"/>
              <a:t>juste</a:t>
            </a:r>
            <a:r>
              <a:rPr lang="en-US" dirty="0"/>
              <a:t> bien] </a:t>
            </a:r>
          </a:p>
          <a:p>
            <a:r>
              <a:rPr lang="en-US" dirty="0"/>
              <a:t>
9-  PEACE LOVE HALLELUJAH [Paix, Amour, </a:t>
            </a:r>
            <a:r>
              <a:rPr lang="en-US" dirty="0" err="1"/>
              <a:t>Alléluia</a:t>
            </a:r>
            <a:r>
              <a:rPr lang="en-US" dirty="0"/>
              <a:t>] 
10-  DANCING ALL THE DAY LONG [Dansant au long du jour] 
11-  PEACE LOVE HALLELUJAH [Paix, Amour, </a:t>
            </a:r>
            <a:r>
              <a:rPr lang="en-US" dirty="0" err="1"/>
              <a:t>Alléluia</a:t>
            </a:r>
            <a:r>
              <a:rPr lang="en-US" dirty="0"/>
              <a:t>] 
12-  SINGING THIS IS MY SONG [Chantant  </a:t>
            </a:r>
            <a:r>
              <a:rPr lang="en-US" dirty="0" err="1"/>
              <a:t>voici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chant]  ---</a:t>
            </a:r>
          </a:p>
          <a:p>
            <a:r>
              <a:rPr lang="en-US" dirty="0"/>
              <a:t>
13-  GONNA GIVE IT ALL BACK TO HIM [Je Lui </a:t>
            </a:r>
            <a:r>
              <a:rPr lang="en-US" dirty="0" err="1"/>
              <a:t>redonnerai</a:t>
            </a:r>
            <a:r>
              <a:rPr lang="en-US" dirty="0"/>
              <a:t> tout] 
14-  NEVER EVER GONNA STOP [Jamais, jamais </a:t>
            </a:r>
            <a:r>
              <a:rPr lang="en-US" dirty="0" err="1"/>
              <a:t>m’arrêter</a:t>
            </a:r>
            <a:r>
              <a:rPr lang="en-US" dirty="0"/>
              <a:t>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4047801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341983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170225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1763588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502926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22291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713609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1432941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127441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428075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847993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968784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853955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r>
              <a:rPr lang="en-US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r>
              <a:rPr lang="en-US"/>
              <a:t>
13-  GONNA GIVE IT ALL BACK TO HIM [Je Lui redonnerai tout] 
14-  NEVER EVER GONNA STOP [Jamais, jamais m’arrêter] 
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1-  IF NOT FOR YOUR MERCY [Sans Ta miséricorde] 
2-  IF NOT FOR YOUR GRACE [Sans avoir Ta grâce] 
3-  I DON'T KNOW WHERE I'D BE [Je ne sais où je serais] 
4-  LOW ON HAPPY DAYS [Sans voir de jours heureux] 
5-  THANK YOU FOR YOUR MERCY [Merci pour Ta miséricorde] 
6-  THANK YOU FOR YOUR GRACE [Merci pour Ta grâce] 
7-  I SMILE 'CAUSE I FEEL [Je souris parce que je me sens] 
8-  MUCH BETTER THAN OKAY. [Bien mieux que juste bien] </a:t>
            </a:r>
          </a:p>
          <a:p>
            <a:pPr>
              <a:defRPr/>
            </a:pPr>
            <a:r>
              <a:rPr lang="fr-FR"/>
              <a:t>
9-  PEACE LOVE HALLELUJAH [Paix, Amour, Alléluia] 
10-  DANCING ALL THE DAY LONG [Dansant au long du jour] 
11-  PEACE LOVE HALLELUJAH [Paix, Amour, Alléluia] 
12-  SINGING THIS IS MY SONG [Chantant  voici mon chant] </a:t>
            </a:r>
          </a:p>
          <a:p>
            <a:pPr>
              <a:defRPr/>
            </a:pPr>
            <a:r>
              <a:rPr lang="fr-FR"/>
              <a:t>
13-  GONNA GIVE IT ALL BACK TO HIM [Je Lui redonnerai tout] 
14-  NEVER EVER GONNA STOP [Jamais, jamais m’arrêter] 
</a:t>
            </a:r>
          </a:p>
        </p:txBody>
      </p:sp>
    </p:spTree>
    <p:extLst>
      <p:ext uri="{BB962C8B-B14F-4D97-AF65-F5344CB8AC3E}">
        <p14:creationId xmlns:p14="http://schemas.microsoft.com/office/powerpoint/2010/main" val="2951666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IF NOT FOR YOUR MERCY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[Sans Ta miséricorde]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IF NOT FOR YOUR GRACE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[Sans avoir Ta grâce]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DON'T KNOW WHERE I'D BE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ne sais où je serais]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LOW ON HAPPY DAYS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[Sans voir de jours heureux]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THANK YOU FOR YOUR MERCY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[Merci pour Ta miséricorde]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THANK YOU FOR YOUR GRACE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[Merci pour Ta grâce]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I SMILE 'CAUSE I FEEL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souris parce que je me sens]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MUCH BETTER THAN OKAY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[Bien mieux que juste bien]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PEACE LOVE HALLELUJAH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[Paix, Amour, Alléluia]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DANCING ALL THE DAY LONG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[Dansant au long du jour]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PEACE LOVE HALLELUJAH</a:t>
            </a:r>
          </a:p>
          <a:p>
            <a:pPr algn="ctr">
              <a:lnSpc>
                <a:spcPct val="90000"/>
              </a:lnSpc>
            </a:pP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[Paix, Amour, Alléluia]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SINGING THIS IS MY SONG</a:t>
            </a:r>
          </a:p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Chantant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voici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chant]</a:t>
            </a:r>
            <a:endParaRPr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GONNA GIVE IT ALL BACK TO HIM</a:t>
            </a:r>
          </a:p>
          <a:p>
            <a:pPr algn="ctr">
              <a:lnSpc>
                <a:spcPct val="90000"/>
              </a:lnSpc>
            </a:pPr>
            <a:r>
              <a:rPr lang="en-US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[Je Lui redonnerai tout]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NEVER EVER GONNA STOP</a:t>
            </a:r>
          </a:p>
          <a:p>
            <a:pPr algn="ctr">
              <a:lnSpc>
                <a:spcPct val="90000"/>
              </a:lnSpc>
            </a:pPr>
            <a:r>
              <a:rPr lang="fr-FR" sz="3000">
                <a:solidFill>
                  <a:srgbClr val="FFFFFF"/>
                </a:solidFill>
                <a:latin typeface="Metropolis Semi Bold" panose="00000700000000000000" pitchFamily="50" charset="0"/>
              </a:rPr>
              <a:t>[Jamais, jamais m’arrêter]</a:t>
            </a:r>
            <a:endParaRPr sz="300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467</Words>
  <Application>Microsoft Office PowerPoint</Application>
  <PresentationFormat>Affichage à l'écran (4:3)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99</cp:revision>
  <dcterms:created xsi:type="dcterms:W3CDTF">2011-01-30T10:04:33Z</dcterms:created>
  <dcterms:modified xsi:type="dcterms:W3CDTF">2025-03-23T07:25:06Z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2025-03-22T23:23:37Z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0a03cc7e-397a-466e-8b2f-04712a333256</vt:lpwstr>
  </property>
  <property fmtid="{D5CDD505-2E9C-101B-9397-08002B2CF9AE}" pid="8" name="MSIP_Label_d0979fc8-5559-4f19-93ee-e28ca03d7638_ContentBits">
    <vt:lpwstr>0</vt:lpwstr>
  </property>
  <property fmtid="{D5CDD505-2E9C-101B-9397-08002B2CF9AE}" pid="9" name="MSIP_Label_d0979fc8-5559-4f19-93ee-e28ca03d7638_Tag">
    <vt:lpwstr>10, 0, 1, 1</vt:lpwstr>
  </property>
</Properties>
</file>