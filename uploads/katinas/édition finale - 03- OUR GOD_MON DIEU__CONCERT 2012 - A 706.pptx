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60561" autoAdjust="0"/>
  </p:normalViewPr>
  <p:slideViewPr>
    <p:cSldViewPr>
      <p:cViewPr>
        <p:scale>
          <a:sx n="41" d="100"/>
          <a:sy n="41" d="100"/>
        </p:scale>
        <p:origin x="-22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39EE14C-9ACC-4531-A831-2723B814033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71E51DE-C24C-4430-B8BC-38EBB5D517B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L’EAU, TU AS CHANGÉ EN VIN LES AVEUGLES ONT VU PAR TA MAIN</a:t>
            </a:r>
          </a:p>
          <a:p>
            <a:pPr>
              <a:defRPr/>
            </a:pPr>
            <a:r>
              <a:rPr lang="fr-FR" dirty="0" smtClean="0"/>
              <a:t>     Water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turned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wine</a:t>
            </a:r>
            <a:r>
              <a:rPr lang="fr-FR" dirty="0" smtClean="0"/>
              <a:t> </a:t>
            </a:r>
            <a:r>
              <a:rPr lang="fr-FR" dirty="0" err="1" smtClean="0"/>
              <a:t>Opened</a:t>
            </a:r>
            <a:r>
              <a:rPr lang="fr-FR" dirty="0" smtClean="0"/>
              <a:t> the </a:t>
            </a:r>
            <a:r>
              <a:rPr lang="fr-FR" dirty="0" err="1" smtClean="0"/>
              <a:t>eyes</a:t>
            </a:r>
            <a:r>
              <a:rPr lang="fr-FR" dirty="0" smtClean="0"/>
              <a:t> of the </a:t>
            </a:r>
            <a:r>
              <a:rPr lang="fr-FR" dirty="0" err="1" smtClean="0"/>
              <a:t>blind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NUL N’EST COMME TOI COMME TOI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fr-FR" dirty="0" err="1" smtClean="0"/>
              <a:t>there's</a:t>
            </a:r>
            <a:r>
              <a:rPr lang="fr-FR" dirty="0" smtClean="0"/>
              <a:t> no one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none </a:t>
            </a:r>
            <a:r>
              <a:rPr lang="fr-FR" dirty="0" err="1" smtClean="0"/>
              <a:t>like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TA LUMIÈRE BRILLE DANS LA NUIT TU DÉFAIS LA MORT PAR TA VIE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Into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r>
              <a:rPr lang="fr-FR" dirty="0" smtClean="0"/>
              <a:t> You </a:t>
            </a:r>
            <a:r>
              <a:rPr lang="fr-FR" dirty="0" err="1" smtClean="0"/>
              <a:t>shine</a:t>
            </a:r>
            <a:r>
              <a:rPr lang="fr-FR" dirty="0" smtClean="0"/>
              <a:t>, out of the </a:t>
            </a:r>
            <a:r>
              <a:rPr lang="fr-FR" dirty="0" err="1" smtClean="0"/>
              <a:t>ashes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rise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NUL N’EST COMME TOI COMME TOI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there's</a:t>
            </a:r>
            <a:r>
              <a:rPr lang="fr-FR" dirty="0" smtClean="0"/>
              <a:t> no one </a:t>
            </a:r>
            <a:r>
              <a:rPr lang="fr-FR" dirty="0" err="1" smtClean="0"/>
              <a:t>like</a:t>
            </a:r>
            <a:r>
              <a:rPr lang="fr-FR" dirty="0" smtClean="0"/>
              <a:t> You, none </a:t>
            </a:r>
            <a:r>
              <a:rPr lang="fr-FR" dirty="0" err="1" smtClean="0"/>
              <a:t>like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MON DIEU VIVANT PLUS FORT ET VAILLANT</a:t>
            </a:r>
          </a:p>
          <a:p>
            <a:pPr>
              <a:defRPr/>
            </a:pPr>
            <a:r>
              <a:rPr lang="fr-FR" dirty="0" smtClean="0"/>
              <a:t>                        Our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greater</a:t>
            </a:r>
            <a:r>
              <a:rPr lang="fr-FR" dirty="0" smtClean="0"/>
              <a:t>,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stronger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6-  DE TOUS LES ROIS DE LA TERRE LE PLUS GRAND</a:t>
            </a:r>
          </a:p>
          <a:p>
            <a:pPr>
              <a:defRPr/>
            </a:pPr>
            <a:r>
              <a:rPr lang="fr-FR" dirty="0" smtClean="0"/>
              <a:t>                        </a:t>
            </a:r>
            <a:r>
              <a:rPr lang="fr-FR" dirty="0" err="1" smtClean="0"/>
              <a:t>God</a:t>
            </a:r>
            <a:r>
              <a:rPr lang="fr-FR" dirty="0" smtClean="0"/>
              <a:t> You are </a:t>
            </a:r>
            <a:r>
              <a:rPr lang="fr-FR" dirty="0" err="1" smtClean="0"/>
              <a:t>higher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other</a:t>
            </a:r>
            <a:r>
              <a:rPr lang="fr-FR" dirty="0" smtClean="0"/>
              <a:t>.</a:t>
            </a:r>
          </a:p>
          <a:p>
            <a:pPr>
              <a:defRPr/>
            </a:pPr>
            <a:r>
              <a:rPr lang="fr-FR" dirty="0" smtClean="0"/>
              <a:t>	7-  MON DIEU EST SAUVEUR PUISSANT GUÉRISSEUR</a:t>
            </a:r>
          </a:p>
          <a:p>
            <a:pPr>
              <a:defRPr/>
            </a:pPr>
            <a:r>
              <a:rPr lang="fr-FR" dirty="0" smtClean="0"/>
              <a:t>                        Our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Healer</a:t>
            </a:r>
            <a:r>
              <a:rPr lang="fr-FR" dirty="0" smtClean="0"/>
              <a:t>, </a:t>
            </a:r>
            <a:r>
              <a:rPr lang="fr-FR" dirty="0" err="1" smtClean="0"/>
              <a:t>Awesome</a:t>
            </a:r>
            <a:r>
              <a:rPr lang="fr-FR" dirty="0" smtClean="0"/>
              <a:t> in Power, </a:t>
            </a:r>
          </a:p>
          <a:p>
            <a:pPr>
              <a:defRPr/>
            </a:pPr>
            <a:r>
              <a:rPr lang="fr-FR" dirty="0" smtClean="0"/>
              <a:t>	8-  Ô DIEU, MON DIEU</a:t>
            </a:r>
          </a:p>
          <a:p>
            <a:pPr>
              <a:defRPr/>
            </a:pPr>
            <a:r>
              <a:rPr lang="fr-FR" dirty="0" smtClean="0"/>
              <a:t>                        Our </a:t>
            </a:r>
            <a:r>
              <a:rPr lang="fr-FR" dirty="0" err="1" smtClean="0"/>
              <a:t>God</a:t>
            </a:r>
            <a:r>
              <a:rPr lang="fr-FR" dirty="0" smtClean="0"/>
              <a:t>, Our </a:t>
            </a:r>
            <a:r>
              <a:rPr lang="fr-FR" dirty="0" err="1" smtClean="0"/>
              <a:t>God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TA LUMIÈRE BRILLE DANS LA NUIT TU DÉFAIS LA MORT PAR TA VIE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Into</a:t>
            </a:r>
            <a:r>
              <a:rPr lang="fr-FR" dirty="0" smtClean="0"/>
              <a:t> the </a:t>
            </a:r>
            <a:r>
              <a:rPr lang="fr-FR" dirty="0" err="1" smtClean="0"/>
              <a:t>darkness</a:t>
            </a:r>
            <a:r>
              <a:rPr lang="fr-FR" dirty="0" smtClean="0"/>
              <a:t> You </a:t>
            </a:r>
            <a:r>
              <a:rPr lang="fr-FR" dirty="0" err="1" smtClean="0"/>
              <a:t>shine</a:t>
            </a:r>
            <a:r>
              <a:rPr lang="fr-FR" dirty="0" smtClean="0"/>
              <a:t> Out of the </a:t>
            </a:r>
            <a:r>
              <a:rPr lang="fr-FR" dirty="0" err="1" smtClean="0"/>
              <a:t>ashes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rise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  NUL N’EST COMME TOI COMME TOI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There's</a:t>
            </a:r>
            <a:r>
              <a:rPr lang="fr-FR" dirty="0" smtClean="0"/>
              <a:t> no one </a:t>
            </a:r>
            <a:r>
              <a:rPr lang="fr-FR" dirty="0" err="1" smtClean="0"/>
              <a:t>like</a:t>
            </a:r>
            <a:r>
              <a:rPr lang="fr-FR" dirty="0" smtClean="0"/>
              <a:t> You, none </a:t>
            </a:r>
            <a:r>
              <a:rPr lang="fr-FR" dirty="0" err="1" smtClean="0"/>
              <a:t>like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</a:t>
            </a:r>
          </a:p>
          <a:p>
            <a:pPr>
              <a:defRPr/>
            </a:pPr>
            <a:r>
              <a:rPr lang="fr-FR" dirty="0" smtClean="0"/>
              <a:t>11-  ET SI DIEU EST AVEC NOUS QUI SE TIENDRA CONTRE NOUS ?</a:t>
            </a:r>
          </a:p>
          <a:p>
            <a:pPr>
              <a:defRPr/>
            </a:pPr>
            <a:r>
              <a:rPr lang="fr-FR" dirty="0" smtClean="0"/>
              <a:t>      And if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for us, </a:t>
            </a:r>
            <a:r>
              <a:rPr lang="fr-FR" dirty="0" err="1" smtClean="0"/>
              <a:t>then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ever</a:t>
            </a:r>
            <a:r>
              <a:rPr lang="fr-FR" dirty="0" smtClean="0"/>
              <a:t> stop us</a:t>
            </a:r>
          </a:p>
          <a:p>
            <a:pPr>
              <a:defRPr/>
            </a:pPr>
            <a:r>
              <a:rPr lang="fr-FR" dirty="0" smtClean="0"/>
              <a:t>12-  SI NOTRE DIEU EST POUR NOUS QUI PEUT NOUS ARRÊTER ?</a:t>
            </a:r>
          </a:p>
          <a:p>
            <a:pPr>
              <a:defRPr/>
            </a:pPr>
            <a:r>
              <a:rPr lang="fr-FR" dirty="0" smtClean="0"/>
              <a:t>       And if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us, </a:t>
            </a:r>
            <a:r>
              <a:rPr lang="fr-FR" dirty="0" err="1" smtClean="0"/>
              <a:t>then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stand </a:t>
            </a:r>
            <a:r>
              <a:rPr lang="fr-FR" dirty="0" err="1" smtClean="0"/>
              <a:t>against</a:t>
            </a:r>
            <a:endParaRPr lang="fr-FR" dirty="0" smtClean="0"/>
          </a:p>
          <a:p>
            <a:pPr>
              <a:defRPr/>
            </a:pP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L’EAU, TU AS CHANGÉ EN VIN LES AVEUGLES ONT VU PAR TA MAIN</a:t>
            </a:r>
          </a:p>
          <a:p>
            <a:pPr>
              <a:defRPr/>
            </a:pPr>
            <a:r>
              <a:rPr lang="fr-FR" smtClean="0"/>
              <a:t>     Water you turned into wine Opened the eyes of the blind</a:t>
            </a:r>
          </a:p>
          <a:p>
            <a:pPr>
              <a:defRPr/>
            </a:pPr>
            <a:r>
              <a:rPr lang="fr-FR" smtClean="0"/>
              <a:t>2-  NUL N’EST COMME TOI COMME TOI</a:t>
            </a:r>
          </a:p>
          <a:p>
            <a:pPr>
              <a:defRPr/>
            </a:pPr>
            <a:r>
              <a:rPr lang="fr-FR" smtClean="0"/>
              <a:t>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shine, out of the ashes we rise</a:t>
            </a:r>
          </a:p>
          <a:p>
            <a:pPr>
              <a:defRPr/>
            </a:pPr>
            <a:r>
              <a:rPr lang="fr-FR" smtClean="0"/>
              <a:t>4-  NUL N’EST COMME TOI COMME TOI</a:t>
            </a:r>
          </a:p>
          <a:p>
            <a:pPr>
              <a:defRPr/>
            </a:pPr>
            <a:r>
              <a:rPr lang="fr-FR" smtClean="0"/>
              <a:t>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MON DIEU VIVANT PLUS FORT ET VAILLANT</a:t>
            </a:r>
          </a:p>
          <a:p>
            <a:pPr>
              <a:defRPr/>
            </a:pPr>
            <a:r>
              <a:rPr lang="fr-FR" smtClean="0"/>
              <a:t>                        Our God is greater, our God is stronger</a:t>
            </a:r>
          </a:p>
          <a:p>
            <a:pPr>
              <a:defRPr/>
            </a:pPr>
            <a:r>
              <a:rPr lang="fr-FR" smtClean="0"/>
              <a:t>	6-  DE TOUS LES ROIS DE LA TERRE LE PLUS GRAND</a:t>
            </a:r>
          </a:p>
          <a:p>
            <a:pPr>
              <a:defRPr/>
            </a:pPr>
            <a:r>
              <a:rPr lang="fr-FR" smtClean="0"/>
              <a:t>                        God You are higher than any other.</a:t>
            </a:r>
          </a:p>
          <a:p>
            <a:pPr>
              <a:defRPr/>
            </a:pPr>
            <a:r>
              <a:rPr lang="fr-FR" smtClean="0"/>
              <a:t>	7-  MON DIEU EST SAUVEUR PUISSANT GUÉRISSEUR</a:t>
            </a:r>
          </a:p>
          <a:p>
            <a:pPr>
              <a:defRPr/>
            </a:pPr>
            <a:r>
              <a:rPr lang="fr-FR" smtClean="0"/>
              <a:t>                        Our God is Healer, Awesome in Power, </a:t>
            </a:r>
          </a:p>
          <a:p>
            <a:pPr>
              <a:defRPr/>
            </a:pPr>
            <a:r>
              <a:rPr lang="fr-FR" smtClean="0"/>
              <a:t>	8-  Ô DIEU, MON DIEU</a:t>
            </a:r>
          </a:p>
          <a:p>
            <a:pPr>
              <a:defRPr/>
            </a:pPr>
            <a:r>
              <a:rPr lang="fr-FR" smtClean="0"/>
              <a:t>                        Our God, Our God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TA LUMIÈRE BRILLE DANS LA NUIT TU DÉFAIS LA MORT PAR TA VIE</a:t>
            </a:r>
          </a:p>
          <a:p>
            <a:pPr>
              <a:defRPr/>
            </a:pPr>
            <a:r>
              <a:rPr lang="fr-FR" smtClean="0"/>
              <a:t>     Into the darkness You shine Out of the ashes we rise</a:t>
            </a:r>
          </a:p>
          <a:p>
            <a:pPr>
              <a:defRPr/>
            </a:pPr>
            <a:r>
              <a:rPr lang="fr-FR" smtClean="0"/>
              <a:t>10-  NUL N’EST COMME TOI COMME TOI</a:t>
            </a:r>
          </a:p>
          <a:p>
            <a:pPr>
              <a:defRPr/>
            </a:pPr>
            <a:r>
              <a:rPr lang="fr-FR" smtClean="0"/>
              <a:t>      There's no one like You, none like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11-  ET SI DIEU EST AVEC NOUS QUI SE TIENDRA CONTRE NOUS ?</a:t>
            </a:r>
          </a:p>
          <a:p>
            <a:pPr>
              <a:defRPr/>
            </a:pPr>
            <a:r>
              <a:rPr lang="fr-FR" smtClean="0"/>
              <a:t>      And if our God is for us, then who could ever stop us</a:t>
            </a:r>
          </a:p>
          <a:p>
            <a:pPr>
              <a:defRPr/>
            </a:pPr>
            <a:r>
              <a:rPr lang="fr-FR" smtClean="0"/>
              <a:t>12-  SI NOTRE DIEU EST POUR NOUS QUI PEUT NOUS ARRÊTER ?</a:t>
            </a:r>
          </a:p>
          <a:p>
            <a:pPr>
              <a:defRPr/>
            </a:pPr>
            <a:r>
              <a:rPr lang="fr-FR" smtClean="0"/>
              <a:t>       And if our God is with us, then what could stand against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L’EAU, TU AS CHANGÉ EN VIN LES AVEUGLES ONT VU PAR TA MAIN</a:t>
            </a:r>
          </a:p>
          <a:p>
            <a:r>
              <a:rPr lang="fr-FR" smtClean="0"/>
              <a:t>     Water you turned into wine Opened the eyes of the blind</a:t>
            </a:r>
          </a:p>
          <a:p>
            <a:r>
              <a:rPr lang="fr-FR" smtClean="0"/>
              <a:t>2-  NUL N’EST COMME TOI COMME TOI</a:t>
            </a:r>
          </a:p>
          <a:p>
            <a:r>
              <a:rPr lang="fr-FR" smtClean="0"/>
              <a:t>    there's no one like you, none like You</a:t>
            </a:r>
          </a:p>
          <a:p>
            <a:endParaRPr lang="fr-FR" smtClean="0"/>
          </a:p>
          <a:p>
            <a:r>
              <a:rPr lang="fr-FR" smtClean="0"/>
              <a:t>3-  TA LUMIÈRE BRILLE DANS LA NUIT TU DÉFAIS LA MORT PAR TA VIE</a:t>
            </a:r>
          </a:p>
          <a:p>
            <a:r>
              <a:rPr lang="fr-FR" smtClean="0"/>
              <a:t>     Into the darkness You shine, out of the ashes we rise</a:t>
            </a:r>
          </a:p>
          <a:p>
            <a:r>
              <a:rPr lang="fr-FR" smtClean="0"/>
              <a:t>4-  NUL N’EST COMME TOI COMME TOI</a:t>
            </a:r>
          </a:p>
          <a:p>
            <a:r>
              <a:rPr lang="fr-FR" smtClean="0"/>
              <a:t>     there's no one like You, none like You</a:t>
            </a:r>
          </a:p>
          <a:p>
            <a:endParaRPr lang="fr-FR" smtClean="0"/>
          </a:p>
          <a:p>
            <a:r>
              <a:rPr lang="fr-FR" smtClean="0"/>
              <a:t>	5-  MON DIEU VIVANT PLUS FORT ET VAILLANT</a:t>
            </a:r>
          </a:p>
          <a:p>
            <a:r>
              <a:rPr lang="fr-FR" smtClean="0"/>
              <a:t>                        Our God is greater, our God is stronger</a:t>
            </a:r>
          </a:p>
          <a:p>
            <a:r>
              <a:rPr lang="fr-FR" smtClean="0"/>
              <a:t>	6-  DE TOUS LES ROIS DE LA TERRE LE PLUS GRAND</a:t>
            </a:r>
          </a:p>
          <a:p>
            <a:r>
              <a:rPr lang="fr-FR" smtClean="0"/>
              <a:t>                        God You are higher than any other.</a:t>
            </a:r>
          </a:p>
          <a:p>
            <a:r>
              <a:rPr lang="fr-FR" smtClean="0"/>
              <a:t>	7-  MON DIEU EST SAUVEUR PUISSANT GUÉRISSEUR</a:t>
            </a:r>
          </a:p>
          <a:p>
            <a:r>
              <a:rPr lang="fr-FR" smtClean="0"/>
              <a:t>                        Our God is Healer, Awesome in Power, </a:t>
            </a:r>
          </a:p>
          <a:p>
            <a:r>
              <a:rPr lang="fr-FR" smtClean="0"/>
              <a:t>	8-  Ô DIEU, MON DIEU</a:t>
            </a:r>
          </a:p>
          <a:p>
            <a:r>
              <a:rPr lang="fr-FR" smtClean="0"/>
              <a:t>                        Our God, Our God</a:t>
            </a:r>
          </a:p>
          <a:p>
            <a:endParaRPr lang="fr-FR" smtClean="0"/>
          </a:p>
          <a:p>
            <a:r>
              <a:rPr lang="fr-FR" smtClean="0"/>
              <a:t>9-  TA LUMIÈRE BRILLE DANS LA NUIT TU DÉFAIS LA MORT PAR TA VIE</a:t>
            </a:r>
          </a:p>
          <a:p>
            <a:r>
              <a:rPr lang="fr-FR" smtClean="0"/>
              <a:t>     Into the darkness You shine Out of the ashes we rise</a:t>
            </a:r>
          </a:p>
          <a:p>
            <a:r>
              <a:rPr lang="fr-FR" smtClean="0"/>
              <a:t>10-  NUL N’EST COMME TOI COMME TOI</a:t>
            </a:r>
          </a:p>
          <a:p>
            <a:r>
              <a:rPr lang="fr-FR" smtClean="0"/>
              <a:t>      There's no one like You, none like You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11-  ET SI DIEU EST AVEC NOUS QUI SE TIENDRA CONTRE NOUS ?</a:t>
            </a:r>
          </a:p>
          <a:p>
            <a:r>
              <a:rPr lang="fr-FR" smtClean="0"/>
              <a:t>      And if our God is for us, then who could ever stop us</a:t>
            </a:r>
          </a:p>
          <a:p>
            <a:r>
              <a:rPr lang="fr-FR" smtClean="0"/>
              <a:t>12-  SI NOTRE DIEU EST POUR NOUS QUI PEUT NOUS ARRÊTER ?</a:t>
            </a:r>
          </a:p>
          <a:p>
            <a:r>
              <a:rPr lang="fr-FR" smtClean="0"/>
              <a:t>       And if our God is with us, then what could stand against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23AC2-8008-454D-A5E2-E203135721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6DF17-5F47-4815-92BC-CA11B6E13D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AC49B6-7179-4ACD-913F-AE9A22F7C6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A1739-5142-4E3F-BDBC-6A357F942A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148A3-DE41-4899-81F0-8DF8F3DB85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DF5B7-6832-4DCF-A044-6C197408E1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D70A91-F5F4-4085-B6E3-602D917CC7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AD72A-B2AA-449B-9A95-1B73E96F36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14F25-7D04-4D92-8637-443CE49C5B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DC27E-49AE-450D-82A3-AB09FAF2F0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E9985E-9C6E-4FEC-84E5-0DCA3A0307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EECE55D3-5EFE-492E-8500-A254271B6A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L’EAU, TU AS CHANGÉE EN VIN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AVEUGLES ONT VU PAR TA 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COMME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LUMIÈRE BRILLE DANS LA NUIT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DÉFAIS LA MORT PAR TA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COMME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DIEU EST VIVANT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FORT ET VAILLANT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TOUS LES ROIS DE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PLUS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DIEU EST SAUVEUR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PUISSANT GUÉRISSEUR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DIEU, MON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LUMIÈRE BRILLE DANS LA NUIT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DÉFAIS LA MORT PAR TA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COMME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SI DIEU EST AVEC NOUS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SE TIENDRA CONTRE NOUS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1438"/>
            <a:ext cx="9144000" cy="1211262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NOTRE DIEU EST POUR NOUS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PEUT NOUS ARRÊTER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2189</Words>
  <Application>Microsoft Office PowerPoint</Application>
  <PresentationFormat>On-screen Show (4:3)</PresentationFormat>
  <Paragraphs>790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L’EAU, TU AS CHANGÉE EN VIN LES AVEUGLES ONT VU PAR TA MAIN</vt:lpstr>
      <vt:lpstr>NUL N’EST COMME TOI COMME TOI</vt:lpstr>
      <vt:lpstr>TA LUMIÈRE BRILLE DANS LA NUIT TU DÉFAIS LA MORT PAR TA VIE</vt:lpstr>
      <vt:lpstr>NUL N’EST COMME TOI COMME TOI</vt:lpstr>
      <vt:lpstr>MON DIEU EST VIVANT PLUS FORT ET VAILLANT</vt:lpstr>
      <vt:lpstr>DE TOUS LES ROIS DE LA TERRE LE PLUS GRAND</vt:lpstr>
      <vt:lpstr>MON DIEU EST SAUVEUR PUISSANT GUÉRISSEUR</vt:lpstr>
      <vt:lpstr>Ô DIEU, MON DIEU</vt:lpstr>
      <vt:lpstr>TA LUMIÈRE BRILLE DANS LA NUIT TU DÉFAIS LA MORT PAR TA VIE</vt:lpstr>
      <vt:lpstr>NUL N’EST COMME TOI COMME TOI</vt:lpstr>
      <vt:lpstr>ET SI DIEU EST AVEC NOUS QUI SE TIENDRA CONTRE NOUS ?</vt:lpstr>
      <vt:lpstr>SI NOTRE DIEU EST POUR NOUS QUI PEUT NOUS ARRÊTER ?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111</cp:revision>
  <dcterms:created xsi:type="dcterms:W3CDTF">2002-08-17T10:50:50Z</dcterms:created>
  <dcterms:modified xsi:type="dcterms:W3CDTF">2014-04-13T08:32:06Z</dcterms:modified>
</cp:coreProperties>
</file>