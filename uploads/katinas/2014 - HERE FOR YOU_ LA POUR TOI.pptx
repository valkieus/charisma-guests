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59" r:id="rId4"/>
    <p:sldId id="260" r:id="rId5"/>
    <p:sldId id="309" r:id="rId6"/>
    <p:sldId id="261" r:id="rId7"/>
    <p:sldId id="262" r:id="rId8"/>
    <p:sldId id="263" r:id="rId9"/>
    <p:sldId id="264" r:id="rId10"/>
    <p:sldId id="308" r:id="rId11"/>
    <p:sldId id="265" r:id="rId12"/>
    <p:sldId id="266" r:id="rId13"/>
    <p:sldId id="298" r:id="rId14"/>
    <p:sldId id="267" r:id="rId15"/>
    <p:sldId id="310" r:id="rId16"/>
    <p:sldId id="311" r:id="rId17"/>
    <p:sldId id="269" r:id="rId18"/>
    <p:sldId id="270" r:id="rId19"/>
    <p:sldId id="271" r:id="rId20"/>
    <p:sldId id="272" r:id="rId21"/>
    <p:sldId id="291" r:id="rId22"/>
    <p:sldId id="292" r:id="rId23"/>
    <p:sldId id="295" r:id="rId24"/>
    <p:sldId id="274" r:id="rId25"/>
    <p:sldId id="275" r:id="rId26"/>
    <p:sldId id="276" r:id="rId27"/>
    <p:sldId id="277" r:id="rId28"/>
    <p:sldId id="278" r:id="rId29"/>
    <p:sldId id="299" r:id="rId30"/>
    <p:sldId id="279" r:id="rId31"/>
    <p:sldId id="280" r:id="rId32"/>
    <p:sldId id="296" r:id="rId33"/>
    <p:sldId id="281" r:id="rId34"/>
    <p:sldId id="282" r:id="rId35"/>
    <p:sldId id="283" r:id="rId36"/>
    <p:sldId id="284" r:id="rId37"/>
    <p:sldId id="285" r:id="rId38"/>
    <p:sldId id="288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32039" autoAdjust="0"/>
  </p:normalViewPr>
  <p:slideViewPr>
    <p:cSldViewPr>
      <p:cViewPr>
        <p:scale>
          <a:sx n="40" d="100"/>
          <a:sy n="40" d="100"/>
        </p:scale>
        <p:origin x="-2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109C2D2-8BF0-4F12-B06E-780771E9D20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C5893698-23AC-455C-9D94-A711752AE0E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POUR TOI, NOS CŒURS SONT OUVERTS RIEN ICI N’EST CACHÉ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are our one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QUE NOS CRIS SOIENT TON HYMNE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Your Word move in power
13-  QUE LES MORTS RESSUSCITENT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what's dead come to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14-  NOUS SOMMES LÀ POUR TOI NOUS SOMMES LÀ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are here for You We are here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POUR TOI, NOS CŒURS SONT OUVERTS RIEN ICI N’EST CACHÉ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God, let Your fire fall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NOUS T’ACCUEILLONS PAR NOS LOUANGES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QUE TOUS LES CŒURS ADORENT QUE CHAQUE ÂME S’ÉVEILLE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Almighty God of love Be welcomed in this place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1-  QUE NOS LOUANGES T’ACCUEILLENT QUE NOS LOUANGES T’ACCUEILLENT</a:t>
            </a:r>
          </a:p>
          <a:p>
            <a:pPr>
              <a:defRPr/>
            </a:pPr>
            <a:r>
              <a:rPr lang="en-US" smtClean="0"/>
              <a:t>     Let our praise be Your welcome Let our songs be a sign 
2-  NOUS SOMMES LÀ POUR TOI NOUS SOMMES LÀ POUR TOI</a:t>
            </a:r>
          </a:p>
          <a:p>
            <a:pPr>
              <a:defRPr/>
            </a:pPr>
            <a:r>
              <a:rPr lang="en-US" smtClean="0"/>
              <a:t>     We are here for You We are here for You 
3-  QUE TON SOUFFLE VENU DU CIEL REMPLISSE NOS CŒURS DE TA VIE</a:t>
            </a:r>
          </a:p>
          <a:p>
            <a:pPr>
              <a:defRPr/>
            </a:pPr>
            <a:r>
              <a:rPr lang="en-US" smtClean="0"/>
              <a:t>     Let Your breath come from heaven Fill our hearts with Your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4-  NOUS SOMMES LÀ POUR TOI NOUS SOMMES LÀ POUR TOI</a:t>
            </a:r>
          </a:p>
          <a:p>
            <a:pPr>
              <a:defRPr/>
            </a:pPr>
            <a:r>
              <a:rPr lang="en-US" smtClean="0"/>
              <a:t>	     We are here for You We are here for You </a:t>
            </a:r>
          </a:p>
          <a:p>
            <a:pPr>
              <a:defRPr/>
            </a:pPr>
            <a:r>
              <a:rPr lang="en-US" smtClean="0"/>
              <a:t>	5-  POUR TOI, NOS CŒURS SONT OUVERTS RIEN ICI N’EST CACHÉ</a:t>
            </a:r>
          </a:p>
          <a:p>
            <a:pPr>
              <a:defRPr/>
            </a:pPr>
            <a:r>
              <a:rPr lang="en-US" smtClean="0"/>
              <a:t>	     To You our hearts are open Nothing here is hidden 
	6-  TU ES NOTRE SEUL DÉSIR</a:t>
            </a:r>
          </a:p>
          <a:p>
            <a:pPr>
              <a:defRPr/>
            </a:pPr>
            <a:r>
              <a:rPr lang="en-US" smtClean="0"/>
              <a:t>	     You are our one desire</a:t>
            </a:r>
          </a:p>
          <a:p>
            <a:pPr>
              <a:defRPr/>
            </a:pPr>
            <a:r>
              <a:rPr lang="en-US" smtClean="0"/>
              <a:t>	7-  TOI SEUL ES SAINT TOI SEUL ES DIGNE </a:t>
            </a:r>
          </a:p>
          <a:p>
            <a:pPr>
              <a:defRPr/>
            </a:pPr>
            <a:r>
              <a:rPr lang="en-US" smtClean="0"/>
              <a:t>	     You alone are holy Only You are worthy
	8-  SEIGNEUR, QUE TON FEU DESCENDE </a:t>
            </a:r>
          </a:p>
          <a:p>
            <a:pPr>
              <a:defRPr/>
            </a:pPr>
            <a:r>
              <a:rPr lang="en-US" smtClean="0"/>
              <a:t>	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9-  QUE NOS CRIS SOIENT TON HYMNE </a:t>
            </a:r>
          </a:p>
          <a:p>
            <a:pPr>
              <a:defRPr/>
            </a:pPr>
            <a:r>
              <a:rPr lang="en-US" smtClean="0"/>
              <a:t>     Let our shout be Your anthem
10-  QUE TA RENOMMÉE REMPLISSE LES CIEUX</a:t>
            </a:r>
          </a:p>
          <a:p>
            <a:pPr>
              <a:defRPr/>
            </a:pPr>
            <a:r>
              <a:rPr lang="en-US" smtClean="0"/>
              <a:t>     Your renown fill the skies 
11-  NOUS SOMMES LÀ POUR TOI NOUS SOMMES LÀ POUR TOI</a:t>
            </a:r>
          </a:p>
          <a:p>
            <a:pPr>
              <a:defRPr/>
            </a:pPr>
            <a:r>
              <a:rPr lang="en-US" smtClean="0"/>
              <a:t>      We are here for You We are here for You 
12-  QUE TA PAROLE AGISSE AVEC PUISSANCE </a:t>
            </a:r>
          </a:p>
          <a:p>
            <a:pPr>
              <a:defRPr/>
            </a:pPr>
            <a:r>
              <a:rPr lang="en-US" smtClean="0"/>
              <a:t>       Let Your Word move in power
13-  QUE LES MORTS RESSUSCITENT </a:t>
            </a:r>
          </a:p>
          <a:p>
            <a:pPr>
              <a:defRPr/>
            </a:pPr>
            <a:r>
              <a:rPr lang="en-US" smtClean="0"/>
              <a:t>       Let what's dead come to life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NOUS SOMMES LÀ POUR TOI NOUS SOMMES LÀ POUR TOI </a:t>
            </a:r>
          </a:p>
          <a:p>
            <a:pPr>
              <a:defRPr/>
            </a:pPr>
            <a:r>
              <a:rPr lang="en-US" smtClean="0"/>
              <a:t>	      We are here for You We are here for You</a:t>
            </a:r>
          </a:p>
          <a:p>
            <a:pPr>
              <a:defRPr/>
            </a:pPr>
            <a:r>
              <a:rPr lang="en-US" smtClean="0"/>
              <a:t>	15-  POUR TOI, NOS CŒURS SONT OUVERTS RIEN ICI N’EST CACHÉ </a:t>
            </a:r>
          </a:p>
          <a:p>
            <a:pPr>
              <a:defRPr/>
            </a:pPr>
            <a:r>
              <a:rPr lang="en-US" smtClean="0"/>
              <a:t>	       To You our hearts are open Nothing here is hidden 
	16-  TU ES NOTRE SEUL DÉSIR </a:t>
            </a:r>
          </a:p>
          <a:p>
            <a:pPr>
              <a:defRPr/>
            </a:pPr>
            <a:r>
              <a:rPr lang="en-US" smtClean="0"/>
              <a:t>	       You are our one desire
	17-  TOI SEUL ES SAINT TOI SEUL ES DIGNE </a:t>
            </a:r>
          </a:p>
          <a:p>
            <a:pPr>
              <a:defRPr/>
            </a:pPr>
            <a:r>
              <a:rPr lang="en-US" smtClean="0"/>
              <a:t>	       You alone are holy Only You are worthy
	18-  SEIGNEUR, QUE TON FEU DESCENDE </a:t>
            </a:r>
          </a:p>
          <a:p>
            <a:pPr>
              <a:defRPr/>
            </a:pPr>
            <a:r>
              <a:rPr lang="en-US" smtClean="0"/>
              <a:t>	       God, let Your fire fall down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19-  NOUS T’ACCUEILLONS PAR NOS LOUANGES  x2</a:t>
            </a:r>
          </a:p>
          <a:p>
            <a:pPr>
              <a:defRPr/>
            </a:pPr>
            <a:r>
              <a:rPr lang="en-US" smtClean="0"/>
              <a:t>       We welcome You with praise 
20-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21-  QUE TOUS LES CŒURS ADORENT QUE CHAQUE ÂME S’ÉVEILLE  x2</a:t>
            </a:r>
          </a:p>
          <a:p>
            <a:pPr>
              <a:defRPr/>
            </a:pPr>
            <a:r>
              <a:rPr lang="en-US" smtClean="0"/>
              <a:t>       Let every heart adore Let every soul awake
22-  DIEU PUISSANT D’AMOUR SOIS LE BIENVENU DANS CET ENDROIT </a:t>
            </a:r>
          </a:p>
          <a:p>
            <a:pPr>
              <a:defRPr/>
            </a:pPr>
            <a:r>
              <a:rPr lang="en-US" smtClean="0"/>
              <a:t>       Almighty God of love Be welcomed in this place		x2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LET OUR PRAISE BE YOUR WELCOME LET OUR SONGS BE A SIGN 
24-  WE ARE HERE FOR YOU WE ARE HERE FOR YOU 
25-  LET YOUR BREATH COME FROM HEAVEN FILL OUR HEARTS WITH YOUR LIFE 
26-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TO YOU OUR HEARTS ARE OPEN 
28-  NOTHING HERE IS HIDDEN YOU ARE OUR ONE DESIRE 
29-  YOU ALONE ARE HOLY ONLY YOU ARE WORTHY 
30-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31-  LET OUR SHOUT BE YOUR ANTHEM YOUR RENOWN FILL THE SKIES 
32-  WE ARE HERE FOR YOU WE ARE HERE FOR YOU 
33-  LET YOUR WORD MOVE IN POWER LET WHAT'S DEAD COME TO LIFE 
34-  WE ARE HERE FOR YOU WE ARE HERE FOR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35-  TO YOU OUR HEARTS ARE OPEN 
36-  NOTHING HERE IS HIDDEN YOU ARE OUR ONE DESIRE 
37-  YOU ALONE ARE HOLY ONLY YOU ARE WORTHY 
38-  GOD, LET YOUR FIRE FALL DOWN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39-  WE WELCOME YOU WITH PRAISE WE WELCOME YOU WITH PRAISE 
40-  ALMIGHTY GOD OF LOVE BE WELCOMED IN THIS PLACE 
41-  WE WELCOME YOU WITH PRAISE WE WELCOME YOU WITH PRAISE 
42-  ALMIGHTY GOD OF LOVE BE WELCOMED IN THIS PLACE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43-  LET EVERY HEART ADORE LET EVERY SOUL AWAKE 
44-  ALMIGHTY GOD OF LOVE BE WELCOMED IN THIS PLACE 
45-  LET EVERY HEART ADORE LET EVERY SOUL AWAKE 
46-  ALMIGHTY GOD OF LOVE BE WELCOMED IN THIS PLACE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9431-3535-40E0-9A36-84A436ACFE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F7641-D3E6-451E-AEBD-D239696018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1ACFE-4F98-4F6C-A6B4-4B090F7D21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43C1F-FEFA-4183-8909-A9590F5FAA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88324-ED4F-4E60-85B0-0DA21C149F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B3A23-6CDD-4744-9FA7-901D90E5D9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33CFC-F4A8-44BB-B198-B1D8C67ED1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C2981-0803-4AC5-AEEF-CB28F148F3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3BDF1-8B1A-4A1E-97EA-1D6D9631CC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E7B48-8A7F-431D-946C-DE599AA4B7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580F6-9397-482A-B00C-B80BB9EA02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64E6CA32-4286-40A3-91E8-6B0F4FBF21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NOS LOUANGES T’ACCUEILLENT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NOS LOUANGES T’ACCUEILLENT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TON SOUFFLE VENU DU CIEL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REMPLISSE NOS CŒURS DE TA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POUR TOI, NOS CŒURS SONT OUVERTS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RIEN ICI N’EST CACHÉ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NOTRE SEUL DÉSIR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TOI SEUL ES SAINT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TOI SEUL ES DIGNE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SEIGNEUR, QUE TON FEU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NOS CRIS SOIENT TON HYMNE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TA RENOMMÉE REMPLISSE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LES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TA PAROLE AGISSE AVEC PUISSANCE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LES MORTS RESSUSCITENT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SOMMES LÀ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POUR TOI, NOS CŒURS SONT OUVERTS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RIEN ICI N’EST CACHÉ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NOTRE SEUL DÉSIR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TOI SEUL ES SAINT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TOI SEUL ES DIGNE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SEIGNEUR, QUE TON FEU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T’ACCUEILLONS PAR NOS LOUANGES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DIEU PUISSANT D’AMOUR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SOIS LE BIENVENU DANS CET 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TOUS LES CŒURS ADORENT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QUE CHAQUE ÂME S’ÉVEILLE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DIEU PUISSANT D’AMOUR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SOIS LE BIENVENU DANS CET 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OUR PRAISE BE YOUR WELCOME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OUR SONGS BE A SIGN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YOUR BREATH COME FROM HEAVEN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FILL OUR HEARTS WITH YOUR LIFE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 YOU OUR HEARTS ARE OPEN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NOTHING HERE IS HIDDEN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OUR ONE DESIRE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ALONE ARE HOLY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ONLY YOU ARE WORTHY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GOD, LET YOUR FIRE FALL DOWN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OUR SHOUT BE YOUR ANTHEM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YOUR RENOWN FILL THE SKIES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YOUR WORD MOVE IN POWER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WHAT'S DEAD COME TO LIFE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ARE HERE FOR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 YOU OUR HEARTS ARE OPEN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NOTHING HERE IS HIDDEN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OUR ONE DESIRE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ALONE ARE HOLY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ONLY YOU ARE WORTHY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GOD, LET YOUR FIRE FALL DOWN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WELCOME YOU WITH PRAISE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WELCOME YOU WITH PRAISE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ALMIGHTY GOD OF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BE WELCOMED IN THIS PLACE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WELCOME YOU WITH PRAISE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WE WELCOME YOU WITH PRAISE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ALMIGHTY GOD OF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BE WELCOMED IN THIS PLACE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EVERY HEART ADORE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EVERY SOUL AWAKE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ALMIGHTY GOD OF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BE WELCOMED IN THIS PLACE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EVERY HEART ADORE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LET EVERY SOUL AWAKE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ALMIGHTY GOD OF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BE WELCOMED IN THIS PLACE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2417</Words>
  <Application>Microsoft Office PowerPoint</Application>
  <PresentationFormat>On-screen Show (4:3)</PresentationFormat>
  <Paragraphs>4772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62</cp:revision>
  <dcterms:created xsi:type="dcterms:W3CDTF">2002-08-17T13:12:10Z</dcterms:created>
  <dcterms:modified xsi:type="dcterms:W3CDTF">2014-12-01T20:04:10Z</dcterms:modified>
</cp:coreProperties>
</file>