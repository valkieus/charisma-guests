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36" r:id="rId2"/>
    <p:sldId id="337" r:id="rId3"/>
    <p:sldId id="338" r:id="rId4"/>
    <p:sldId id="339" r:id="rId5"/>
    <p:sldId id="340" r:id="rId6"/>
    <p:sldId id="341" r:id="rId7"/>
    <p:sldId id="342" r:id="rId8"/>
    <p:sldId id="343" r:id="rId9"/>
    <p:sldId id="350" r:id="rId10"/>
    <p:sldId id="344" r:id="rId11"/>
    <p:sldId id="353" r:id="rId12"/>
    <p:sldId id="354" r:id="rId13"/>
    <p:sldId id="345" r:id="rId14"/>
    <p:sldId id="355" r:id="rId15"/>
    <p:sldId id="356" r:id="rId16"/>
    <p:sldId id="346" r:id="rId17"/>
    <p:sldId id="347" r:id="rId18"/>
    <p:sldId id="349" r:id="rId19"/>
    <p:sldId id="351" r:id="rId20"/>
    <p:sldId id="348" r:id="rId21"/>
    <p:sldId id="352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52137" autoAdjust="0"/>
  </p:normalViewPr>
  <p:slideViewPr>
    <p:cSldViewPr>
      <p:cViewPr>
        <p:scale>
          <a:sx n="54" d="100"/>
          <a:sy n="54" d="100"/>
        </p:scale>
        <p:origin x="-264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9449B24-6459-4E02-AFCF-B26DBEDDED8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1DF5A64-3BCB-4B96-A3D0-F258828D543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Lord, I </a:t>
            </a:r>
            <a:r>
              <a:rPr lang="fr-FR" dirty="0" err="1" smtClean="0"/>
              <a:t>saw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looked</a:t>
            </a:r>
            <a:r>
              <a:rPr lang="fr-FR" dirty="0" smtClean="0"/>
              <a:t> in the </a:t>
            </a:r>
            <a:r>
              <a:rPr lang="fr-FR" dirty="0" err="1" smtClean="0"/>
              <a:t>sky</a:t>
            </a:r>
            <a:r>
              <a:rPr lang="fr-FR" dirty="0" smtClean="0"/>
              <a:t>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You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smiling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You </a:t>
            </a:r>
            <a:r>
              <a:rPr lang="fr-FR" dirty="0" err="1" smtClean="0"/>
              <a:t>told</a:t>
            </a:r>
            <a:r>
              <a:rPr lang="fr-FR" dirty="0" smtClean="0"/>
              <a:t> me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okay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You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make</a:t>
            </a:r>
            <a:r>
              <a:rPr lang="fr-FR" dirty="0" smtClean="0"/>
              <a:t> a </a:t>
            </a:r>
            <a:r>
              <a:rPr lang="fr-FR" dirty="0" err="1" smtClean="0"/>
              <a:t>way</a:t>
            </a:r>
            <a:r>
              <a:rPr lang="fr-FR" dirty="0" smtClean="0"/>
              <a:t>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dark</a:t>
            </a:r>
            <a:r>
              <a:rPr lang="fr-FR" dirty="0" smtClean="0"/>
              <a:t>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CHAQUE FOIS QUE J’ENTENDS TA VOIX</a:t>
            </a:r>
            <a:br>
              <a:rPr lang="fr-FR" dirty="0" smtClean="0"/>
            </a:br>
            <a:r>
              <a:rPr lang="fr-FR" dirty="0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</a:t>
            </a:r>
            <a:r>
              <a:rPr lang="fr-FR" dirty="0" err="1" smtClean="0"/>
              <a:t>Every</a:t>
            </a:r>
            <a:r>
              <a:rPr lang="fr-FR" dirty="0" smtClean="0"/>
              <a:t> time I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voice</a:t>
            </a:r>
            <a:r>
              <a:rPr lang="fr-FR" dirty="0" smtClean="0"/>
              <a:t>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</a:t>
            </a:r>
            <a:r>
              <a:rPr lang="fr-FR" dirty="0" err="1" smtClean="0"/>
              <a:t>Every</a:t>
            </a:r>
            <a:r>
              <a:rPr lang="fr-FR" dirty="0" smtClean="0"/>
              <a:t> time I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touch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ME DIT QUE JE PEUX FAIRE FACE</a:t>
            </a:r>
            <a:br>
              <a:rPr lang="fr-FR" dirty="0" smtClean="0"/>
            </a:br>
            <a:r>
              <a:rPr lang="fr-FR" dirty="0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It </a:t>
            </a:r>
            <a:r>
              <a:rPr lang="fr-FR" dirty="0" err="1" smtClean="0"/>
              <a:t>makes</a:t>
            </a:r>
            <a:r>
              <a:rPr lang="fr-FR" dirty="0" smtClean="0"/>
              <a:t> me know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can</a:t>
            </a:r>
            <a:r>
              <a:rPr lang="fr-FR" dirty="0" smtClean="0"/>
              <a:t> face </a:t>
            </a:r>
            <a:r>
              <a:rPr lang="fr-FR" dirty="0" err="1" smtClean="0"/>
              <a:t>tomorrow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QUAND IL N’Y A PLUS D’AMI</a:t>
            </a:r>
            <a:br>
              <a:rPr lang="fr-FR" dirty="0" smtClean="0"/>
            </a:br>
            <a:r>
              <a:rPr lang="fr-FR" dirty="0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When</a:t>
            </a:r>
            <a:r>
              <a:rPr lang="fr-FR" dirty="0" smtClean="0"/>
              <a:t>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friends</a:t>
            </a:r>
            <a:r>
              <a:rPr lang="fr-FR" dirty="0" smtClean="0"/>
              <a:t> go </a:t>
            </a:r>
            <a:r>
              <a:rPr lang="fr-FR" dirty="0" err="1" smtClean="0"/>
              <a:t>away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glad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still</a:t>
            </a:r>
            <a:r>
              <a:rPr lang="fr-FR" dirty="0" smtClean="0"/>
              <a:t> </a:t>
            </a:r>
            <a:r>
              <a:rPr lang="fr-FR" dirty="0" err="1" smtClean="0"/>
              <a:t>near</a:t>
            </a:r>
            <a:r>
              <a:rPr lang="fr-FR" dirty="0" smtClean="0"/>
              <a:t>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Even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the </a:t>
            </a:r>
            <a:r>
              <a:rPr lang="fr-FR" dirty="0" err="1" smtClean="0"/>
              <a:t>wind</a:t>
            </a:r>
            <a:r>
              <a:rPr lang="fr-FR" dirty="0" smtClean="0"/>
              <a:t> </a:t>
            </a:r>
            <a:r>
              <a:rPr lang="fr-FR" dirty="0" err="1" smtClean="0"/>
              <a:t>blows</a:t>
            </a:r>
            <a:r>
              <a:rPr lang="fr-FR" dirty="0" smtClean="0"/>
              <a:t>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TA CHALEUR JE RESSENS</a:t>
            </a:r>
            <a:br>
              <a:rPr lang="fr-FR" dirty="0" smtClean="0"/>
            </a:br>
            <a:r>
              <a:rPr lang="fr-FR" dirty="0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feel</a:t>
            </a:r>
            <a:r>
              <a:rPr lang="fr-FR" dirty="0" smtClean="0"/>
              <a:t> warm </a:t>
            </a:r>
            <a:r>
              <a:rPr lang="fr-FR" dirty="0" err="1" smtClean="0"/>
              <a:t>inside</a:t>
            </a:r>
            <a:r>
              <a:rPr lang="fr-FR" dirty="0" smtClean="0"/>
              <a:t>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lovely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CHAQUE FOIS QUE J’ENTENDS TA VOIX</a:t>
            </a:r>
            <a:br>
              <a:rPr lang="fr-FR" dirty="0" smtClean="0"/>
            </a:br>
            <a:r>
              <a:rPr lang="fr-FR" dirty="0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</a:t>
            </a:r>
            <a:r>
              <a:rPr lang="fr-FR" dirty="0" err="1" smtClean="0"/>
              <a:t>Every</a:t>
            </a:r>
            <a:r>
              <a:rPr lang="fr-FR" dirty="0" smtClean="0"/>
              <a:t> time I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voice</a:t>
            </a:r>
            <a:r>
              <a:rPr lang="fr-FR" dirty="0" smtClean="0"/>
              <a:t>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</a:t>
            </a:r>
            <a:r>
              <a:rPr lang="fr-FR" dirty="0" err="1" smtClean="0"/>
              <a:t>Every</a:t>
            </a:r>
            <a:r>
              <a:rPr lang="fr-FR" dirty="0" smtClean="0"/>
              <a:t> time I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touch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12-  ME DIT QUE JE PEUX FAIRE FACE</a:t>
            </a:r>
            <a:br>
              <a:rPr lang="fr-FR" dirty="0" smtClean="0"/>
            </a:br>
            <a:r>
              <a:rPr lang="fr-FR" dirty="0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It </a:t>
            </a:r>
            <a:r>
              <a:rPr lang="fr-FR" dirty="0" err="1" smtClean="0"/>
              <a:t>makes</a:t>
            </a:r>
            <a:r>
              <a:rPr lang="fr-FR" dirty="0" smtClean="0"/>
              <a:t> me know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can</a:t>
            </a:r>
            <a:r>
              <a:rPr lang="fr-FR" dirty="0" smtClean="0"/>
              <a:t> face </a:t>
            </a:r>
            <a:r>
              <a:rPr lang="fr-FR" dirty="0" err="1" smtClean="0"/>
              <a:t>tomorrow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J’AI TANT BESOIN DE TOI</a:t>
            </a:r>
            <a:br>
              <a:rPr lang="fr-FR" dirty="0" smtClean="0"/>
            </a:br>
            <a:r>
              <a:rPr lang="fr-FR" dirty="0" smtClean="0"/>
              <a:t>       SANS TOI JE NE SURVIVRAI PAS</a:t>
            </a:r>
            <a:br>
              <a:rPr lang="fr-FR" dirty="0" smtClean="0"/>
            </a:br>
            <a:r>
              <a:rPr lang="fr-FR" dirty="0" smtClean="0"/>
              <a:t>       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leave</a:t>
            </a:r>
            <a:r>
              <a:rPr lang="fr-FR" dirty="0" smtClean="0"/>
              <a:t>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Without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I </a:t>
            </a:r>
            <a:r>
              <a:rPr lang="fr-FR" dirty="0" err="1" smtClean="0"/>
              <a:t>can't</a:t>
            </a:r>
            <a:r>
              <a:rPr lang="fr-FR" dirty="0" smtClean="0"/>
              <a:t>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14-  CHAQUE FOIS QUE J’ENTENDS TA VOIX</a:t>
            </a:r>
            <a:br>
              <a:rPr lang="fr-FR" dirty="0" smtClean="0"/>
            </a:br>
            <a:r>
              <a:rPr lang="fr-FR" dirty="0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</a:t>
            </a:r>
            <a:r>
              <a:rPr lang="fr-FR" dirty="0" err="1" smtClean="0"/>
              <a:t>Every</a:t>
            </a:r>
            <a:r>
              <a:rPr lang="fr-FR" dirty="0" smtClean="0"/>
              <a:t> time I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voice</a:t>
            </a:r>
            <a:r>
              <a:rPr lang="fr-FR" dirty="0" smtClean="0"/>
              <a:t>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</a:t>
            </a:r>
            <a:r>
              <a:rPr lang="fr-FR" dirty="0" err="1" smtClean="0"/>
              <a:t>Every</a:t>
            </a:r>
            <a:r>
              <a:rPr lang="fr-FR" dirty="0" smtClean="0"/>
              <a:t> time I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touch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ME DIT QUE JE PEUX FAIRE FACE</a:t>
            </a:r>
            <a:br>
              <a:rPr lang="fr-FR" dirty="0" smtClean="0"/>
            </a:br>
            <a:r>
              <a:rPr lang="fr-FR" dirty="0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It </a:t>
            </a:r>
            <a:r>
              <a:rPr lang="fr-FR" dirty="0" err="1" smtClean="0"/>
              <a:t>makes</a:t>
            </a:r>
            <a:r>
              <a:rPr lang="fr-FR" dirty="0" smtClean="0"/>
              <a:t> me know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can</a:t>
            </a:r>
            <a:r>
              <a:rPr lang="fr-FR" dirty="0" smtClean="0"/>
              <a:t> face </a:t>
            </a:r>
            <a:r>
              <a:rPr lang="fr-FR" dirty="0" err="1" smtClean="0"/>
              <a:t>tomorrow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 know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can</a:t>
            </a:r>
            <a:r>
              <a:rPr lang="fr-FR" dirty="0" smtClean="0"/>
              <a:t> face </a:t>
            </a:r>
            <a:r>
              <a:rPr lang="fr-FR" dirty="0" err="1" smtClean="0"/>
              <a:t>tomorrow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17-  TU ME CONDUIRAS À VAINCRE</a:t>
            </a:r>
            <a:br>
              <a:rPr lang="fr-FR" dirty="0" smtClean="0"/>
            </a:br>
            <a:r>
              <a:rPr lang="fr-FR" dirty="0" smtClean="0"/>
              <a:t>       TOUT CHAGRIN</a:t>
            </a:r>
            <a:br>
              <a:rPr lang="fr-FR" dirty="0" smtClean="0"/>
            </a:br>
            <a:r>
              <a:rPr lang="fr-FR" dirty="0" smtClean="0"/>
              <a:t>        Cause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walk</a:t>
            </a:r>
            <a:r>
              <a:rPr lang="fr-FR" dirty="0" smtClean="0"/>
              <a:t> me </a:t>
            </a:r>
            <a:r>
              <a:rPr lang="fr-FR" dirty="0" err="1" smtClean="0"/>
              <a:t>through</a:t>
            </a:r>
            <a:r>
              <a:rPr lang="fr-FR" dirty="0" smtClean="0"/>
              <a:t>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</a:t>
            </a:r>
            <a:r>
              <a:rPr lang="fr-FR" dirty="0" err="1" smtClean="0"/>
              <a:t>My</a:t>
            </a:r>
            <a:r>
              <a:rPr lang="fr-FR" dirty="0" smtClean="0"/>
              <a:t> pain and </a:t>
            </a:r>
            <a:r>
              <a:rPr lang="fr-FR" dirty="0" err="1" smtClean="0"/>
              <a:t>sorrow</a:t>
            </a:r>
            <a:r>
              <a:rPr lang="fr-FR" dirty="0" smtClean="0"/>
              <a:t>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JE SAIS QUE JE PEUX FAIRE FACE</a:t>
            </a:r>
            <a:br>
              <a:rPr lang="fr-FR" dirty="0" smtClean="0"/>
            </a:br>
            <a:r>
              <a:rPr lang="fr-FR" dirty="0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 know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can</a:t>
            </a:r>
            <a:r>
              <a:rPr lang="fr-FR" dirty="0" smtClean="0"/>
              <a:t> face </a:t>
            </a:r>
            <a:r>
              <a:rPr lang="fr-FR" dirty="0" err="1" smtClean="0"/>
              <a:t>tomorrow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20-  JE PEUX FAIRE FACE À DEMAIN</a:t>
            </a:r>
            <a:br>
              <a:rPr lang="fr-FR" dirty="0" smtClean="0"/>
            </a:br>
            <a:r>
              <a:rPr lang="fr-FR" dirty="0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can</a:t>
            </a:r>
            <a:r>
              <a:rPr lang="fr-FR" dirty="0" smtClean="0"/>
              <a:t> face </a:t>
            </a:r>
            <a:r>
              <a:rPr lang="fr-FR" dirty="0" err="1" smtClean="0"/>
              <a:t>tomorrow</a:t>
            </a:r>
            <a:r>
              <a:rPr lang="fr-FR" dirty="0" smtClean="0"/>
              <a:t>  You </a:t>
            </a:r>
            <a:r>
              <a:rPr lang="fr-FR" dirty="0" err="1" smtClean="0"/>
              <a:t>can</a:t>
            </a:r>
            <a:r>
              <a:rPr lang="fr-FR" dirty="0" smtClean="0"/>
              <a:t> face </a:t>
            </a:r>
            <a:r>
              <a:rPr lang="fr-FR" dirty="0" err="1" smtClean="0"/>
              <a:t>tomorrow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face </a:t>
            </a:r>
            <a:r>
              <a:rPr lang="fr-FR" dirty="0" err="1" smtClean="0"/>
              <a:t>tomorrow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21-  À NOUVEAU</a:t>
            </a:r>
            <a:br>
              <a:rPr lang="fr-FR" dirty="0" smtClean="0"/>
            </a:br>
            <a:r>
              <a:rPr lang="fr-FR" dirty="0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81A1B-C25D-438E-A174-6CF6FBEA0E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C5CE0D-084A-4380-9BCF-2948A19356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87E9C-85BC-4562-B5AA-9D1562FF55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D77DE-1BB7-45D5-AAA2-86309349AA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B85F61-51F1-4EA7-B191-4C12E7C467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85E84E-58FC-4322-A778-D4C32F8679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55DA26-EF6C-4BE5-B3F9-8D2637BD15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5D8895-42B3-4ED1-87D7-8049A6EF01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4FF8A8-E8C9-427C-81C2-A9B3D807844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C8994D-D590-4D20-9BF7-5E08547E7C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0FF33-5F80-4E2B-8243-297BCB4179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8F80E34-4232-4E49-A452-069BAAB648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JE T’AI VU CETTE NUIT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REGARDANT LES CIEUX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SOURI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DIT QUE TOUT IRAIT BIEN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FERAIS UN CHEMIN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MILIEU DES TROUBLES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FOIS QUE J’ENTENDS TA VOIX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TOUCHER DE TA 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DIT QUE JE PEUX FAIRE FACE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DEMAIN À NOUVEAU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IL N’Y A PLUS D’AMI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EN MOI ME DIT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ES TOUJOURS PRÈS DE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MÊME QUAND SOUFFLENT LES VENTS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CHALEUR JE RESSENS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SI DOUX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FOIS QUE J’ENTENDS TA VOIX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TOUCHER DE TA 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DIT QUE JE PEUX FAIRE FACE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DEMAIN À NOUVEAU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TANT BESOIN DE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TOI JE NE SURVIVRAI PAS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FOIS QUE J’ENTENDS TA VOIX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TOUCHER DE TA 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DIT QUE JE PEUX FAIRE FACE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DEMAIN À NOUVEAU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JE FERAI FACE À DEMAIN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CONDUIRAS À VAINCRE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CHAGRIN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JE PEUX FAIRE FACE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DEMAIN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NOUVEAU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PEUX FAIRE FACE À DEMAIN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PEUX FAIRE FACE À DEMAIN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NOUVEAU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3102</TotalTime>
  <Words>1422</Words>
  <Application>Microsoft Office PowerPoint</Application>
  <PresentationFormat>On-screen Show (4:3)</PresentationFormat>
  <Paragraphs>2373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Franklin Gothic Medium</vt:lpstr>
      <vt:lpstr>Arial</vt:lpstr>
      <vt:lpstr>Calibri</vt:lpstr>
      <vt:lpstr>Default Design</vt:lpstr>
      <vt:lpstr>SEIGNEUR, JE T’AI VU CETTE NUIT</vt:lpstr>
      <vt:lpstr>EN REGARDANT LES CIEUX TU M’AS SOURI</vt:lpstr>
      <vt:lpstr>TU M’AS DIT QUE TOUT IRAIT BIEN </vt:lpstr>
      <vt:lpstr>QUE TU FERAIS UN CHEMIN AU MILIEU DES TROUBLES</vt:lpstr>
      <vt:lpstr>CHAQUE FOIS QUE J’ENTENDS TA VOIX CHAQUE TOUCHER DE TA MAIN</vt:lpstr>
      <vt:lpstr>ME DIT QUE JE PEUX FAIRE FACE À DEMAIN À NOUVEAU</vt:lpstr>
      <vt:lpstr>QUAND IL N’Y A PLUS D’AMI TOUT EN MOI ME DIT</vt:lpstr>
      <vt:lpstr>QUE TU ES TOUJOURS PRÈS DE MOI</vt:lpstr>
      <vt:lpstr>ET MÊME QUAND SOUFFLENT LES VENTS</vt:lpstr>
      <vt:lpstr>TA CHALEUR JE RESSENS TU ES SI DOUX </vt:lpstr>
      <vt:lpstr>CHAQUE FOIS QUE J’ENTENDS TA VOIX CHAQUE TOUCHER DE TA MAIN</vt:lpstr>
      <vt:lpstr>ME DIT QUE JE PEUX FAIRE FACE À DEMAIN À NOUVEAU</vt:lpstr>
      <vt:lpstr>J’AI TANT BESOIN DE TOI SANS TOI JE NE SURVIVRAI PAS </vt:lpstr>
      <vt:lpstr>CHAQUE FOIS QUE J’ENTENDS TA VOIX CHAQUE TOUCHER DE TA MAIN</vt:lpstr>
      <vt:lpstr>ME DIT QUE JE PEUX FAIRE FACE À DEMAIN À NOUVEAU</vt:lpstr>
      <vt:lpstr>JE SAIS QUE JE FERAI FACE À DEMAIN </vt:lpstr>
      <vt:lpstr>TU ME CONDUIRAS À VAINCRE TOUT CHAGRIN  </vt:lpstr>
      <vt:lpstr>JE SAIS QUE JE PEUX FAIRE FACE À DEMAIN  </vt:lpstr>
      <vt:lpstr>À NOUVEAU  </vt:lpstr>
      <vt:lpstr>JE PEUX FAIRE FACE À DEMAIN TU PEUX FAIRE FACE À DEMAIN  </vt:lpstr>
      <vt:lpstr>À NOUVEAU 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146</cp:revision>
  <dcterms:created xsi:type="dcterms:W3CDTF">2002-08-17T10:50:50Z</dcterms:created>
  <dcterms:modified xsi:type="dcterms:W3CDTF">2014-11-28T14:01:12Z</dcterms:modified>
</cp:coreProperties>
</file>