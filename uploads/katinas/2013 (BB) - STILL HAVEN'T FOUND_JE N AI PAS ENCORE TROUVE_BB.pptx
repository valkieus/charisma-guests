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Default Extension="wmf" ContentType="image/x-wmf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70" r:id="rId2"/>
    <p:sldId id="271" r:id="rId3"/>
    <p:sldId id="272" r:id="rId4"/>
    <p:sldId id="273" r:id="rId5"/>
    <p:sldId id="274" r:id="rId6"/>
    <p:sldId id="275" r:id="rId7"/>
    <p:sldId id="294" r:id="rId8"/>
    <p:sldId id="295" r:id="rId9"/>
    <p:sldId id="296" r:id="rId10"/>
    <p:sldId id="297" r:id="rId11"/>
    <p:sldId id="285" r:id="rId12"/>
    <p:sldId id="299" r:id="rId13"/>
    <p:sldId id="300" r:id="rId14"/>
    <p:sldId id="301" r:id="rId15"/>
    <p:sldId id="302" r:id="rId16"/>
    <p:sldId id="304" r:id="rId17"/>
    <p:sldId id="284" r:id="rId18"/>
    <p:sldId id="303" r:id="rId19"/>
    <p:sldId id="288" r:id="rId20"/>
    <p:sldId id="306" r:id="rId21"/>
    <p:sldId id="289" r:id="rId22"/>
    <p:sldId id="290" r:id="rId23"/>
    <p:sldId id="292" r:id="rId24"/>
    <p:sldId id="291" r:id="rId25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</p:showPr>
  <p:clrMru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954" autoAdjust="0"/>
    <p:restoredTop sz="44359" autoAdjust="0"/>
  </p:normalViewPr>
  <p:slideViewPr>
    <p:cSldViewPr>
      <p:cViewPr>
        <p:scale>
          <a:sx n="37" d="100"/>
          <a:sy n="37" d="100"/>
        </p:scale>
        <p:origin x="-924" y="-11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559B7BF4-3C39-48E6-8AE0-FEFE2EAF75D2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  <a:endParaRPr lang="fr-FR" noProof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F157B83F-A33A-4373-BEE8-1EEF94596312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1-  JE SUIS MONTÉ SUR LA PLUS HAUTE MONTAGNE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I have </a:t>
            </a:r>
            <a:r>
              <a:rPr lang="fr-FR" dirty="0" err="1" smtClean="0"/>
              <a:t>climbed</a:t>
            </a:r>
            <a:r>
              <a:rPr lang="fr-FR" dirty="0" smtClean="0"/>
              <a:t> the </a:t>
            </a:r>
            <a:r>
              <a:rPr lang="fr-FR" dirty="0" err="1" smtClean="0"/>
              <a:t>highest</a:t>
            </a:r>
            <a:r>
              <a:rPr lang="fr-FR" dirty="0" smtClean="0"/>
              <a:t> </a:t>
            </a:r>
            <a:r>
              <a:rPr lang="fr-FR" dirty="0" err="1" smtClean="0"/>
              <a:t>mountain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2-  J’AI PARCOURU TOUS LES CHAMPS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I have </a:t>
            </a:r>
            <a:r>
              <a:rPr lang="fr-FR" dirty="0" err="1" smtClean="0"/>
              <a:t>run</a:t>
            </a:r>
            <a:r>
              <a:rPr lang="fr-FR" dirty="0" smtClean="0"/>
              <a:t> </a:t>
            </a:r>
            <a:r>
              <a:rPr lang="fr-FR" dirty="0" err="1" smtClean="0"/>
              <a:t>through</a:t>
            </a:r>
            <a:r>
              <a:rPr lang="fr-FR" dirty="0" smtClean="0"/>
              <a:t> the </a:t>
            </a:r>
            <a:r>
              <a:rPr lang="fr-FR" dirty="0" err="1" smtClean="0"/>
              <a:t>fields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3-  JUSTE POUR ÊTRE AVEC TOI</a:t>
            </a:r>
            <a:br>
              <a:rPr lang="fr-FR" dirty="0" smtClean="0"/>
            </a:br>
            <a:r>
              <a:rPr lang="fr-FR" dirty="0" smtClean="0"/>
              <a:t>     JUSTE POUR ÊTRE AVEC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</a:t>
            </a:r>
            <a:r>
              <a:rPr lang="fr-FR" dirty="0" err="1" smtClean="0"/>
              <a:t>Only</a:t>
            </a:r>
            <a:r>
              <a:rPr lang="fr-FR" dirty="0" smtClean="0"/>
              <a:t> to </a:t>
            </a:r>
            <a:r>
              <a:rPr lang="fr-FR" dirty="0" err="1" smtClean="0"/>
              <a:t>be</a:t>
            </a:r>
            <a:r>
              <a:rPr lang="fr-FR" dirty="0" smtClean="0"/>
              <a:t> </a:t>
            </a:r>
            <a:r>
              <a:rPr lang="fr-FR" dirty="0" err="1" smtClean="0"/>
              <a:t>with</a:t>
            </a:r>
            <a:r>
              <a:rPr lang="fr-FR" dirty="0" smtClean="0"/>
              <a:t>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</a:t>
            </a:r>
            <a:r>
              <a:rPr lang="fr-FR" dirty="0" err="1" smtClean="0"/>
              <a:t>Only</a:t>
            </a:r>
            <a:r>
              <a:rPr lang="fr-FR" dirty="0" smtClean="0"/>
              <a:t> to </a:t>
            </a:r>
            <a:r>
              <a:rPr lang="fr-FR" dirty="0" err="1" smtClean="0"/>
              <a:t>be</a:t>
            </a:r>
            <a:r>
              <a:rPr lang="fr-FR" dirty="0" smtClean="0"/>
              <a:t> </a:t>
            </a:r>
            <a:r>
              <a:rPr lang="fr-FR" dirty="0" err="1" smtClean="0"/>
              <a:t>with</a:t>
            </a:r>
            <a:r>
              <a:rPr lang="fr-FR" dirty="0" smtClean="0"/>
              <a:t>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4-  J’AI COURU, J’AI RAMPÉ</a:t>
            </a:r>
            <a:br>
              <a:rPr lang="fr-FR" dirty="0" smtClean="0"/>
            </a:br>
            <a:r>
              <a:rPr lang="fr-FR" dirty="0" smtClean="0"/>
              <a:t>     JE SUIS MONTÉ SUR CES MURAILLES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I have </a:t>
            </a:r>
            <a:r>
              <a:rPr lang="fr-FR" dirty="0" err="1" smtClean="0"/>
              <a:t>run</a:t>
            </a:r>
            <a:r>
              <a:rPr lang="fr-FR" dirty="0" smtClean="0"/>
              <a:t>, I have </a:t>
            </a:r>
            <a:r>
              <a:rPr lang="fr-FR" dirty="0" err="1" smtClean="0"/>
              <a:t>crawled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I have </a:t>
            </a:r>
            <a:r>
              <a:rPr lang="fr-FR" dirty="0" err="1" smtClean="0"/>
              <a:t>scaled</a:t>
            </a:r>
            <a:r>
              <a:rPr lang="fr-FR" dirty="0" smtClean="0"/>
              <a:t> </a:t>
            </a:r>
            <a:r>
              <a:rPr lang="fr-FR" dirty="0" err="1" smtClean="0"/>
              <a:t>these</a:t>
            </a:r>
            <a:r>
              <a:rPr lang="fr-FR" dirty="0" smtClean="0"/>
              <a:t> city </a:t>
            </a:r>
            <a:r>
              <a:rPr lang="fr-FR" dirty="0" err="1" smtClean="0"/>
              <a:t>walls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5-  SUR CES MURAILLES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</a:t>
            </a:r>
            <a:r>
              <a:rPr lang="fr-FR" dirty="0" err="1" smtClean="0"/>
              <a:t>These</a:t>
            </a:r>
            <a:r>
              <a:rPr lang="fr-FR" dirty="0" smtClean="0"/>
              <a:t> city </a:t>
            </a:r>
            <a:r>
              <a:rPr lang="fr-FR" dirty="0" err="1" smtClean="0"/>
              <a:t>walls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6-  JUSTE POUR ÊTRE AVEC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</a:t>
            </a:r>
            <a:r>
              <a:rPr lang="fr-FR" dirty="0" err="1" smtClean="0"/>
              <a:t>Only</a:t>
            </a:r>
            <a:r>
              <a:rPr lang="fr-FR" dirty="0" smtClean="0"/>
              <a:t> to </a:t>
            </a:r>
            <a:r>
              <a:rPr lang="fr-FR" dirty="0" err="1" smtClean="0"/>
              <a:t>be</a:t>
            </a:r>
            <a:r>
              <a:rPr lang="fr-FR" dirty="0" smtClean="0"/>
              <a:t> </a:t>
            </a:r>
            <a:r>
              <a:rPr lang="fr-FR" dirty="0" err="1" smtClean="0"/>
              <a:t>with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7-  MAIS JE N’AI PAS TROUVÉ</a:t>
            </a:r>
            <a:br>
              <a:rPr lang="fr-FR" dirty="0" smtClean="0"/>
            </a:br>
            <a:r>
              <a:rPr lang="fr-FR" dirty="0" smtClean="0"/>
              <a:t>    CE QUE JE CHERCHAIS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But I </a:t>
            </a:r>
            <a:r>
              <a:rPr lang="fr-FR" dirty="0" err="1" smtClean="0"/>
              <a:t>still</a:t>
            </a:r>
            <a:r>
              <a:rPr lang="fr-FR" dirty="0" smtClean="0"/>
              <a:t> </a:t>
            </a:r>
            <a:r>
              <a:rPr lang="fr-FR" dirty="0" err="1" smtClean="0"/>
              <a:t>haven't</a:t>
            </a:r>
            <a:r>
              <a:rPr lang="fr-FR" dirty="0" smtClean="0"/>
              <a:t> </a:t>
            </a:r>
            <a:r>
              <a:rPr lang="fr-FR" dirty="0" err="1" smtClean="0"/>
              <a:t>found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</a:t>
            </a:r>
            <a:r>
              <a:rPr lang="fr-FR" dirty="0" err="1" smtClean="0"/>
              <a:t>What</a:t>
            </a:r>
            <a:r>
              <a:rPr lang="fr-FR" dirty="0" smtClean="0"/>
              <a:t> </a:t>
            </a:r>
            <a:r>
              <a:rPr lang="fr-FR" dirty="0" err="1" smtClean="0"/>
              <a:t>I'm</a:t>
            </a:r>
            <a:r>
              <a:rPr lang="fr-FR" dirty="0" smtClean="0"/>
              <a:t> </a:t>
            </a:r>
            <a:r>
              <a:rPr lang="fr-FR" dirty="0" err="1" smtClean="0"/>
              <a:t>looking</a:t>
            </a:r>
            <a:r>
              <a:rPr lang="fr-FR" dirty="0" smtClean="0"/>
              <a:t> for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8-  JE SUIS MONTÉ SUR LA PLUS HAUTE MONTAGNE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I have </a:t>
            </a:r>
            <a:r>
              <a:rPr lang="fr-FR" dirty="0" err="1" smtClean="0"/>
              <a:t>climbed</a:t>
            </a:r>
            <a:r>
              <a:rPr lang="fr-FR" dirty="0" smtClean="0"/>
              <a:t> the </a:t>
            </a:r>
            <a:r>
              <a:rPr lang="fr-FR" dirty="0" err="1" smtClean="0"/>
              <a:t>highest</a:t>
            </a:r>
            <a:r>
              <a:rPr lang="fr-FR" dirty="0" smtClean="0"/>
              <a:t> </a:t>
            </a:r>
            <a:r>
              <a:rPr lang="fr-FR" dirty="0" err="1" smtClean="0"/>
              <a:t>mountain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9-  J’AI PARCOURU TOUS LES CHAMPS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I have </a:t>
            </a:r>
            <a:r>
              <a:rPr lang="fr-FR" dirty="0" err="1" smtClean="0"/>
              <a:t>run</a:t>
            </a:r>
            <a:r>
              <a:rPr lang="fr-FR" dirty="0" smtClean="0"/>
              <a:t> </a:t>
            </a:r>
            <a:r>
              <a:rPr lang="fr-FR" dirty="0" err="1" smtClean="0"/>
              <a:t>through</a:t>
            </a:r>
            <a:r>
              <a:rPr lang="fr-FR" dirty="0" smtClean="0"/>
              <a:t> the </a:t>
            </a:r>
            <a:r>
              <a:rPr lang="fr-FR" dirty="0" err="1" smtClean="0"/>
              <a:t>fields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10-  JUSTE POUR ÊTRE AVEC TOI</a:t>
            </a:r>
            <a:br>
              <a:rPr lang="fr-FR" dirty="0" smtClean="0"/>
            </a:br>
            <a:r>
              <a:rPr lang="fr-FR" dirty="0" smtClean="0"/>
              <a:t>      JUSTE POUR ÊTRE AVEC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</a:t>
            </a:r>
            <a:r>
              <a:rPr lang="fr-FR" dirty="0" err="1" smtClean="0"/>
              <a:t>Only</a:t>
            </a:r>
            <a:r>
              <a:rPr lang="fr-FR" dirty="0" smtClean="0"/>
              <a:t> to </a:t>
            </a:r>
            <a:r>
              <a:rPr lang="fr-FR" dirty="0" err="1" smtClean="0"/>
              <a:t>be</a:t>
            </a:r>
            <a:r>
              <a:rPr lang="fr-FR" dirty="0" smtClean="0"/>
              <a:t> </a:t>
            </a:r>
            <a:r>
              <a:rPr lang="fr-FR" dirty="0" err="1" smtClean="0"/>
              <a:t>with</a:t>
            </a:r>
            <a:r>
              <a:rPr lang="fr-FR" dirty="0" smtClean="0"/>
              <a:t>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</a:t>
            </a:r>
            <a:r>
              <a:rPr lang="fr-FR" dirty="0" err="1" smtClean="0"/>
              <a:t>Only</a:t>
            </a:r>
            <a:r>
              <a:rPr lang="fr-FR" dirty="0" smtClean="0"/>
              <a:t> to </a:t>
            </a:r>
            <a:r>
              <a:rPr lang="fr-FR" dirty="0" err="1" smtClean="0"/>
              <a:t>be</a:t>
            </a:r>
            <a:r>
              <a:rPr lang="fr-FR" dirty="0" smtClean="0"/>
              <a:t> </a:t>
            </a:r>
            <a:r>
              <a:rPr lang="fr-FR" dirty="0" err="1" smtClean="0"/>
              <a:t>with</a:t>
            </a:r>
            <a:r>
              <a:rPr lang="fr-FR" dirty="0" smtClean="0"/>
              <a:t>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11-  J’AI COURU, J’AI RAMPÉ</a:t>
            </a:r>
            <a:br>
              <a:rPr lang="fr-FR" dirty="0" smtClean="0"/>
            </a:br>
            <a:r>
              <a:rPr lang="fr-FR" dirty="0" smtClean="0"/>
              <a:t>      JE SUIS MONTÉ SUR CES MURAILLES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I have </a:t>
            </a:r>
            <a:r>
              <a:rPr lang="fr-FR" dirty="0" err="1" smtClean="0"/>
              <a:t>run</a:t>
            </a:r>
            <a:r>
              <a:rPr lang="fr-FR" dirty="0" smtClean="0"/>
              <a:t>, I have </a:t>
            </a:r>
            <a:r>
              <a:rPr lang="fr-FR" dirty="0" err="1" smtClean="0"/>
              <a:t>crawled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I have </a:t>
            </a:r>
            <a:r>
              <a:rPr lang="fr-FR" dirty="0" err="1" smtClean="0"/>
              <a:t>scaled</a:t>
            </a:r>
            <a:r>
              <a:rPr lang="fr-FR" dirty="0" smtClean="0"/>
              <a:t> </a:t>
            </a:r>
            <a:r>
              <a:rPr lang="fr-FR" dirty="0" err="1" smtClean="0"/>
              <a:t>these</a:t>
            </a:r>
            <a:r>
              <a:rPr lang="fr-FR" dirty="0" smtClean="0"/>
              <a:t> city </a:t>
            </a:r>
            <a:r>
              <a:rPr lang="fr-FR" dirty="0" err="1" smtClean="0"/>
              <a:t>walls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12-  SUR CES MURAILLES</a:t>
            </a:r>
            <a:br>
              <a:rPr lang="fr-FR" dirty="0" smtClean="0"/>
            </a:br>
            <a:r>
              <a:rPr lang="fr-FR" dirty="0" smtClean="0"/>
              <a:t>      JUSTE POUR ÊTRE AVEC TOI</a:t>
            </a:r>
            <a:br>
              <a:rPr lang="fr-FR" dirty="0" smtClean="0"/>
            </a:br>
            <a:r>
              <a:rPr lang="fr-FR" dirty="0" smtClean="0"/>
              <a:t>      </a:t>
            </a:r>
            <a:r>
              <a:rPr lang="fr-FR" dirty="0" err="1" smtClean="0"/>
              <a:t>These</a:t>
            </a:r>
            <a:r>
              <a:rPr lang="fr-FR" dirty="0" smtClean="0"/>
              <a:t> city </a:t>
            </a:r>
            <a:r>
              <a:rPr lang="fr-FR" dirty="0" err="1" smtClean="0"/>
              <a:t>walls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</a:t>
            </a:r>
            <a:r>
              <a:rPr lang="fr-FR" dirty="0" err="1" smtClean="0"/>
              <a:t>Only</a:t>
            </a:r>
            <a:r>
              <a:rPr lang="fr-FR" dirty="0" smtClean="0"/>
              <a:t> to </a:t>
            </a:r>
            <a:r>
              <a:rPr lang="fr-FR" dirty="0" err="1" smtClean="0"/>
              <a:t>be</a:t>
            </a:r>
            <a:r>
              <a:rPr lang="fr-FR" dirty="0" smtClean="0"/>
              <a:t> </a:t>
            </a:r>
            <a:r>
              <a:rPr lang="fr-FR" dirty="0" err="1" smtClean="0"/>
              <a:t>with</a:t>
            </a:r>
            <a:r>
              <a:rPr lang="fr-FR" dirty="0" smtClean="0"/>
              <a:t>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13-  MAIS JE N’AI PAS TROUVÉ</a:t>
            </a:r>
            <a:br>
              <a:rPr lang="fr-FR" dirty="0" smtClean="0"/>
            </a:br>
            <a:r>
              <a:rPr lang="fr-FR" dirty="0" smtClean="0"/>
              <a:t>      CE QUE JE CHERCHAIS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But I </a:t>
            </a:r>
            <a:r>
              <a:rPr lang="fr-FR" dirty="0" err="1" smtClean="0"/>
              <a:t>still</a:t>
            </a:r>
            <a:r>
              <a:rPr lang="fr-FR" dirty="0" smtClean="0"/>
              <a:t> </a:t>
            </a:r>
            <a:r>
              <a:rPr lang="fr-FR" dirty="0" err="1" smtClean="0"/>
              <a:t>haven't</a:t>
            </a:r>
            <a:r>
              <a:rPr lang="fr-FR" dirty="0" smtClean="0"/>
              <a:t> </a:t>
            </a:r>
            <a:r>
              <a:rPr lang="fr-FR" dirty="0" err="1" smtClean="0"/>
              <a:t>found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</a:t>
            </a:r>
            <a:r>
              <a:rPr lang="fr-FR" dirty="0" err="1" smtClean="0"/>
              <a:t>What</a:t>
            </a:r>
            <a:r>
              <a:rPr lang="fr-FR" dirty="0" smtClean="0"/>
              <a:t> </a:t>
            </a:r>
            <a:r>
              <a:rPr lang="fr-FR" dirty="0" err="1" smtClean="0"/>
              <a:t>I'm</a:t>
            </a:r>
            <a:r>
              <a:rPr lang="fr-FR" dirty="0" smtClean="0"/>
              <a:t> </a:t>
            </a:r>
            <a:r>
              <a:rPr lang="fr-FR" dirty="0" err="1" smtClean="0"/>
              <a:t>looking</a:t>
            </a:r>
            <a:r>
              <a:rPr lang="fr-FR" dirty="0" smtClean="0"/>
              <a:t> for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14-  TON RÈGNE VIENT JE LE CROIS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 I </a:t>
            </a:r>
            <a:r>
              <a:rPr lang="fr-FR" dirty="0" err="1" smtClean="0"/>
              <a:t>believe</a:t>
            </a:r>
            <a:r>
              <a:rPr lang="fr-FR" dirty="0" smtClean="0"/>
              <a:t> in the </a:t>
            </a:r>
            <a:r>
              <a:rPr lang="fr-FR" dirty="0" err="1" smtClean="0"/>
              <a:t>Kingdom</a:t>
            </a:r>
            <a:r>
              <a:rPr lang="fr-FR" dirty="0" smtClean="0"/>
              <a:t> Come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15-  QUAND TOUTES LES COULEURS S’UNIRONT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 </a:t>
            </a:r>
            <a:r>
              <a:rPr lang="fr-FR" dirty="0" err="1" smtClean="0"/>
              <a:t>When</a:t>
            </a:r>
            <a:r>
              <a:rPr lang="fr-FR" dirty="0" smtClean="0"/>
              <a:t> all the </a:t>
            </a:r>
            <a:r>
              <a:rPr lang="fr-FR" dirty="0" err="1" smtClean="0"/>
              <a:t>colors</a:t>
            </a:r>
            <a:r>
              <a:rPr lang="fr-FR" dirty="0" smtClean="0"/>
              <a:t> </a:t>
            </a:r>
            <a:r>
              <a:rPr lang="fr-FR" dirty="0" err="1" smtClean="0"/>
              <a:t>will</a:t>
            </a:r>
            <a:r>
              <a:rPr lang="fr-FR" dirty="0" smtClean="0"/>
              <a:t> </a:t>
            </a:r>
            <a:r>
              <a:rPr lang="fr-FR" dirty="0" err="1" smtClean="0"/>
              <a:t>bleed</a:t>
            </a:r>
            <a:r>
              <a:rPr lang="fr-FR" dirty="0" smtClean="0"/>
              <a:t> </a:t>
            </a:r>
            <a:r>
              <a:rPr lang="fr-FR" dirty="0" err="1" smtClean="0"/>
              <a:t>into</a:t>
            </a:r>
            <a:r>
              <a:rPr lang="fr-FR" dirty="0" smtClean="0"/>
              <a:t> 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16-  S’UNIRONT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 </a:t>
            </a:r>
            <a:r>
              <a:rPr lang="fr-FR" dirty="0" err="1" smtClean="0"/>
              <a:t>Bleed</a:t>
            </a:r>
            <a:r>
              <a:rPr lang="fr-FR" dirty="0" smtClean="0"/>
              <a:t> </a:t>
            </a:r>
            <a:r>
              <a:rPr lang="fr-FR" dirty="0" err="1" smtClean="0"/>
              <a:t>into</a:t>
            </a:r>
            <a:r>
              <a:rPr lang="fr-FR" dirty="0" smtClean="0"/>
              <a:t> 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17-  OUI, JE COURS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 </a:t>
            </a:r>
            <a:r>
              <a:rPr lang="fr-FR" dirty="0" err="1" smtClean="0"/>
              <a:t>Yes</a:t>
            </a:r>
            <a:r>
              <a:rPr lang="fr-FR" dirty="0" smtClean="0"/>
              <a:t>, </a:t>
            </a:r>
            <a:r>
              <a:rPr lang="fr-FR" dirty="0" err="1" smtClean="0"/>
              <a:t>I'm</a:t>
            </a:r>
            <a:r>
              <a:rPr lang="fr-FR" dirty="0" smtClean="0"/>
              <a:t> </a:t>
            </a:r>
            <a:r>
              <a:rPr lang="fr-FR" dirty="0" err="1" smtClean="0"/>
              <a:t>still</a:t>
            </a:r>
            <a:r>
              <a:rPr lang="fr-FR" dirty="0" smtClean="0"/>
              <a:t> running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18-  TU BRISAS LES JOUGS</a:t>
            </a:r>
            <a:br>
              <a:rPr lang="fr-FR" dirty="0" smtClean="0"/>
            </a:br>
            <a:r>
              <a:rPr lang="fr-FR" dirty="0" smtClean="0"/>
              <a:t>       TU BRISAS LES CHAÎNES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 You </a:t>
            </a:r>
            <a:r>
              <a:rPr lang="fr-FR" dirty="0" err="1" smtClean="0"/>
              <a:t>broke</a:t>
            </a:r>
            <a:r>
              <a:rPr lang="fr-FR" dirty="0" smtClean="0"/>
              <a:t> the bonds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 And </a:t>
            </a:r>
            <a:r>
              <a:rPr lang="fr-FR" dirty="0" err="1" smtClean="0"/>
              <a:t>you</a:t>
            </a:r>
            <a:r>
              <a:rPr lang="fr-FR" dirty="0" smtClean="0"/>
              <a:t> </a:t>
            </a:r>
            <a:r>
              <a:rPr lang="fr-FR" dirty="0" err="1" smtClean="0"/>
              <a:t>loosed</a:t>
            </a:r>
            <a:r>
              <a:rPr lang="fr-FR" dirty="0" smtClean="0"/>
              <a:t> the </a:t>
            </a:r>
            <a:r>
              <a:rPr lang="fr-FR" dirty="0" err="1" smtClean="0"/>
              <a:t>chains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19-  PORTAS LA CROIX DE TOUTE MA HONTE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</a:t>
            </a:r>
            <a:r>
              <a:rPr lang="fr-FR" dirty="0" err="1" smtClean="0"/>
              <a:t>Carried</a:t>
            </a:r>
            <a:r>
              <a:rPr lang="fr-FR" dirty="0" smtClean="0"/>
              <a:t> the cross of all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shame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20-  DE TOUTE MA HONTE</a:t>
            </a:r>
            <a:br>
              <a:rPr lang="fr-FR" dirty="0" smtClean="0"/>
            </a:br>
            <a:r>
              <a:rPr lang="fr-FR" dirty="0" smtClean="0"/>
              <a:t>       SEIGNEUR JE LE CROIS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 Of all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shame</a:t>
            </a:r>
            <a:r>
              <a:rPr lang="fr-FR" dirty="0" smtClean="0"/>
              <a:t>, Lord I </a:t>
            </a:r>
            <a:r>
              <a:rPr lang="fr-FR" dirty="0" err="1" smtClean="0"/>
              <a:t>believe</a:t>
            </a:r>
            <a:r>
              <a:rPr lang="fr-FR" dirty="0" smtClean="0"/>
              <a:t> </a:t>
            </a:r>
            <a:r>
              <a:rPr lang="fr-FR" dirty="0" err="1" smtClean="0"/>
              <a:t>it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21-  ET FINALEMENT, J’AI TROUVÉ</a:t>
            </a:r>
            <a:br>
              <a:rPr lang="fr-FR" dirty="0" smtClean="0"/>
            </a:br>
            <a:r>
              <a:rPr lang="fr-FR" dirty="0" smtClean="0"/>
              <a:t>      CE QUE JE CHERCHAIS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And </a:t>
            </a:r>
            <a:r>
              <a:rPr lang="fr-FR" dirty="0" err="1" smtClean="0"/>
              <a:t>now</a:t>
            </a:r>
            <a:r>
              <a:rPr lang="fr-FR" dirty="0" smtClean="0"/>
              <a:t> </a:t>
            </a:r>
            <a:r>
              <a:rPr lang="fr-FR" dirty="0" err="1" smtClean="0"/>
              <a:t>I've</a:t>
            </a:r>
            <a:r>
              <a:rPr lang="fr-FR" dirty="0" smtClean="0"/>
              <a:t> </a:t>
            </a:r>
            <a:r>
              <a:rPr lang="fr-FR" dirty="0" err="1" smtClean="0"/>
              <a:t>finally</a:t>
            </a:r>
            <a:r>
              <a:rPr lang="fr-FR" dirty="0" smtClean="0"/>
              <a:t> </a:t>
            </a:r>
            <a:r>
              <a:rPr lang="fr-FR" dirty="0" err="1" smtClean="0"/>
              <a:t>found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</a:t>
            </a:r>
            <a:r>
              <a:rPr lang="fr-FR" dirty="0" err="1" smtClean="0"/>
              <a:t>What</a:t>
            </a:r>
            <a:r>
              <a:rPr lang="fr-FR" dirty="0" smtClean="0"/>
              <a:t> </a:t>
            </a:r>
            <a:r>
              <a:rPr lang="fr-FR" dirty="0" err="1" smtClean="0"/>
              <a:t>I'm</a:t>
            </a:r>
            <a:r>
              <a:rPr lang="fr-FR" dirty="0" smtClean="0"/>
              <a:t> </a:t>
            </a:r>
            <a:r>
              <a:rPr lang="fr-FR" dirty="0" err="1" smtClean="0"/>
              <a:t>looking</a:t>
            </a:r>
            <a:r>
              <a:rPr lang="fr-FR" dirty="0" smtClean="0"/>
              <a:t> for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22-  OUVRE LES YEUX DE MON CŒUR</a:t>
            </a:r>
            <a:br>
              <a:rPr lang="fr-FR" dirty="0" smtClean="0"/>
            </a:br>
            <a:r>
              <a:rPr lang="fr-FR" dirty="0" smtClean="0"/>
              <a:t>       OUVRE LES YEUX DE MON CŒUR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 Open the </a:t>
            </a:r>
            <a:r>
              <a:rPr lang="fr-FR" dirty="0" err="1" smtClean="0"/>
              <a:t>eyes</a:t>
            </a:r>
            <a:r>
              <a:rPr lang="fr-FR" dirty="0" smtClean="0"/>
              <a:t> of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heart</a:t>
            </a:r>
            <a:r>
              <a:rPr lang="fr-FR" dirty="0" smtClean="0"/>
              <a:t>,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 Open the </a:t>
            </a:r>
            <a:r>
              <a:rPr lang="fr-FR" dirty="0" err="1" smtClean="0"/>
              <a:t>eyes</a:t>
            </a:r>
            <a:r>
              <a:rPr lang="fr-FR" dirty="0" smtClean="0"/>
              <a:t> of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heart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23-  JE VEUX TE VOIR SEIGNEUR</a:t>
            </a:r>
            <a:br>
              <a:rPr lang="fr-FR" dirty="0" smtClean="0"/>
            </a:br>
            <a:r>
              <a:rPr lang="fr-FR" dirty="0" smtClean="0"/>
              <a:t>       JE VEUX TE VOIR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 I </a:t>
            </a:r>
            <a:r>
              <a:rPr lang="fr-FR" dirty="0" err="1" smtClean="0"/>
              <a:t>want</a:t>
            </a:r>
            <a:r>
              <a:rPr lang="fr-FR" dirty="0" smtClean="0"/>
              <a:t> to </a:t>
            </a:r>
            <a:r>
              <a:rPr lang="fr-FR" dirty="0" err="1" smtClean="0"/>
              <a:t>see</a:t>
            </a:r>
            <a:r>
              <a:rPr lang="fr-FR" dirty="0" smtClean="0"/>
              <a:t>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 I </a:t>
            </a:r>
            <a:r>
              <a:rPr lang="fr-FR" dirty="0" err="1" smtClean="0"/>
              <a:t>want</a:t>
            </a:r>
            <a:r>
              <a:rPr lang="fr-FR" dirty="0" smtClean="0"/>
              <a:t> to </a:t>
            </a:r>
            <a:r>
              <a:rPr lang="fr-FR" dirty="0" err="1" smtClean="0"/>
              <a:t>see</a:t>
            </a:r>
            <a:r>
              <a:rPr lang="fr-FR" dirty="0" smtClean="0"/>
              <a:t>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24-  ET FINALEMENT, J’AI TROUVÉ</a:t>
            </a:r>
            <a:br>
              <a:rPr lang="fr-FR" dirty="0" smtClean="0"/>
            </a:br>
            <a:r>
              <a:rPr lang="fr-FR" dirty="0" smtClean="0"/>
              <a:t>      CE QUE JE CHERCHAIS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And </a:t>
            </a:r>
            <a:r>
              <a:rPr lang="fr-FR" dirty="0" err="1" smtClean="0"/>
              <a:t>now</a:t>
            </a:r>
            <a:r>
              <a:rPr lang="fr-FR" dirty="0" smtClean="0"/>
              <a:t> </a:t>
            </a:r>
            <a:r>
              <a:rPr lang="fr-FR" dirty="0" err="1" smtClean="0"/>
              <a:t>I've</a:t>
            </a:r>
            <a:r>
              <a:rPr lang="fr-FR" dirty="0" smtClean="0"/>
              <a:t> </a:t>
            </a:r>
            <a:r>
              <a:rPr lang="fr-FR" dirty="0" err="1" smtClean="0"/>
              <a:t>finally</a:t>
            </a:r>
            <a:r>
              <a:rPr lang="fr-FR" dirty="0" smtClean="0"/>
              <a:t> </a:t>
            </a:r>
            <a:r>
              <a:rPr lang="fr-FR" dirty="0" err="1" smtClean="0"/>
              <a:t>found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</a:t>
            </a:r>
            <a:r>
              <a:rPr lang="fr-FR" dirty="0" err="1" smtClean="0"/>
              <a:t>What</a:t>
            </a:r>
            <a:r>
              <a:rPr lang="fr-FR" dirty="0" smtClean="0"/>
              <a:t> </a:t>
            </a:r>
            <a:r>
              <a:rPr lang="fr-FR" dirty="0" err="1" smtClean="0"/>
              <a:t>I'm</a:t>
            </a:r>
            <a:r>
              <a:rPr lang="fr-FR" dirty="0" smtClean="0"/>
              <a:t> </a:t>
            </a:r>
            <a:r>
              <a:rPr lang="fr-FR" dirty="0" err="1" smtClean="0"/>
              <a:t>looking</a:t>
            </a:r>
            <a:r>
              <a:rPr lang="fr-FR" dirty="0" smtClean="0"/>
              <a:t> for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/>
          </a:p>
        </p:txBody>
      </p:sp>
      <p:sp>
        <p:nvSpPr>
          <p:cNvPr id="276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MONTÉ SUR LA PLUS HAUTE MONTAGNE</a:t>
            </a:r>
          </a:p>
          <a:p>
            <a:r>
              <a:rPr lang="fr-FR" smtClean="0"/>
              <a:t>     I have climbed the highest mountain</a:t>
            </a:r>
          </a:p>
          <a:p>
            <a:r>
              <a:rPr lang="fr-FR" smtClean="0"/>
              <a:t>2-  J’AI PARCOURU TOUS LES CHAMPS</a:t>
            </a:r>
          </a:p>
          <a:p>
            <a:r>
              <a:rPr lang="fr-FR" smtClean="0"/>
              <a:t>     I have run through the fields</a:t>
            </a:r>
          </a:p>
          <a:p>
            <a:endParaRPr lang="fr-FR" smtClean="0"/>
          </a:p>
          <a:p>
            <a:r>
              <a:rPr lang="fr-FR" smtClean="0"/>
              <a:t>3-  JUSTE POUR ÊTRE AVEC TOI</a:t>
            </a:r>
            <a:br>
              <a:rPr lang="fr-FR" smtClean="0"/>
            </a:br>
            <a:r>
              <a:rPr lang="fr-FR" smtClean="0"/>
              <a:t>     JUSTE POUR ÊTRE AVEC TOI</a:t>
            </a:r>
          </a:p>
          <a:p>
            <a:r>
              <a:rPr lang="fr-FR" smtClean="0"/>
              <a:t>     Only to be with You</a:t>
            </a:r>
          </a:p>
          <a:p>
            <a:r>
              <a:rPr lang="fr-FR" smtClean="0"/>
              <a:t>     Only to be with You</a:t>
            </a:r>
          </a:p>
          <a:p>
            <a:endParaRPr lang="fr-FR" smtClean="0"/>
          </a:p>
          <a:p>
            <a:r>
              <a:rPr lang="fr-FR" smtClean="0"/>
              <a:t>4-  J’AI COURU, J’AI RAMPÉ</a:t>
            </a:r>
            <a:br>
              <a:rPr lang="fr-FR" smtClean="0"/>
            </a:br>
            <a:r>
              <a:rPr lang="fr-FR" smtClean="0"/>
              <a:t>     JE SUIS MONTÉ SUR CES MURAILLES</a:t>
            </a:r>
          </a:p>
          <a:p>
            <a:r>
              <a:rPr lang="fr-FR" smtClean="0"/>
              <a:t>      I have run, I have crawled</a:t>
            </a:r>
          </a:p>
          <a:p>
            <a:r>
              <a:rPr lang="fr-FR" smtClean="0"/>
              <a:t>      I have scaled these city walls</a:t>
            </a:r>
          </a:p>
          <a:p>
            <a:r>
              <a:rPr lang="fr-FR" smtClean="0"/>
              <a:t>5-  SUR CES MURAILLES</a:t>
            </a:r>
          </a:p>
          <a:p>
            <a:r>
              <a:rPr lang="fr-FR" smtClean="0"/>
              <a:t>     These city walls</a:t>
            </a:r>
          </a:p>
          <a:p>
            <a:endParaRPr lang="fr-FR" smtClean="0"/>
          </a:p>
          <a:p>
            <a:r>
              <a:rPr lang="fr-FR" smtClean="0"/>
              <a:t>6-  JUSTE POUR ÊTRE AVEC TOI</a:t>
            </a:r>
          </a:p>
          <a:p>
            <a:r>
              <a:rPr lang="fr-FR" smtClean="0"/>
              <a:t>     Only to be with you</a:t>
            </a:r>
          </a:p>
          <a:p>
            <a:endParaRPr lang="fr-FR" smtClean="0"/>
          </a:p>
          <a:p>
            <a:r>
              <a:rPr lang="fr-FR" smtClean="0"/>
              <a:t>7-  MAIS JE N’AI PAS TROUVÉ</a:t>
            </a:r>
            <a:br>
              <a:rPr lang="fr-FR" smtClean="0"/>
            </a:br>
            <a:r>
              <a:rPr lang="fr-FR" smtClean="0"/>
              <a:t>    CE QUE JE CHERCHAIS</a:t>
            </a:r>
          </a:p>
          <a:p>
            <a:r>
              <a:rPr lang="fr-FR" smtClean="0"/>
              <a:t>    But I still haven't found</a:t>
            </a:r>
          </a:p>
          <a:p>
            <a:r>
              <a:rPr lang="fr-FR" smtClean="0"/>
              <a:t>    What I'm looking for</a:t>
            </a:r>
          </a:p>
          <a:p>
            <a:endParaRPr lang="fr-FR" smtClean="0"/>
          </a:p>
          <a:p>
            <a:r>
              <a:rPr lang="fr-FR" smtClean="0"/>
              <a:t>8-  JE SUIS MONTÉ SUR LA PLUS HAUTE MONTAGNE</a:t>
            </a:r>
          </a:p>
          <a:p>
            <a:r>
              <a:rPr lang="fr-FR" smtClean="0"/>
              <a:t>     I have climbed the highest mountain</a:t>
            </a:r>
          </a:p>
          <a:p>
            <a:endParaRPr lang="fr-FR" smtClean="0"/>
          </a:p>
          <a:p>
            <a:r>
              <a:rPr lang="fr-FR" smtClean="0"/>
              <a:t>9-  J’AI PARCOURU TOUS LES CHAMPS</a:t>
            </a:r>
          </a:p>
          <a:p>
            <a:r>
              <a:rPr lang="fr-FR" smtClean="0"/>
              <a:t>     I have run through the fields</a:t>
            </a:r>
          </a:p>
          <a:p>
            <a:endParaRPr lang="fr-FR" smtClean="0"/>
          </a:p>
          <a:p>
            <a:r>
              <a:rPr lang="fr-FR" smtClean="0"/>
              <a:t>10-  JUSTE POUR ÊTRE AVEC TOI</a:t>
            </a:r>
            <a:br>
              <a:rPr lang="fr-FR" smtClean="0"/>
            </a:br>
            <a:r>
              <a:rPr lang="fr-FR" smtClean="0"/>
              <a:t>      JUSTE POUR ÊTRE AVEC TOI</a:t>
            </a:r>
          </a:p>
          <a:p>
            <a:r>
              <a:rPr lang="fr-FR" smtClean="0"/>
              <a:t>      Only to be with You</a:t>
            </a:r>
          </a:p>
          <a:p>
            <a:r>
              <a:rPr lang="fr-FR" smtClean="0"/>
              <a:t>      Only to be with You</a:t>
            </a:r>
          </a:p>
          <a:p>
            <a:endParaRPr lang="fr-FR" smtClean="0"/>
          </a:p>
          <a:p>
            <a:r>
              <a:rPr lang="fr-FR" smtClean="0"/>
              <a:t>11-  J’AI COURU, J’AI RAMPÉ</a:t>
            </a:r>
            <a:br>
              <a:rPr lang="fr-FR" smtClean="0"/>
            </a:br>
            <a:r>
              <a:rPr lang="fr-FR" smtClean="0"/>
              <a:t>      JE SUIS MONTÉ SUR CES MURAILLES</a:t>
            </a:r>
          </a:p>
          <a:p>
            <a:r>
              <a:rPr lang="fr-FR" smtClean="0"/>
              <a:t>      I have run, I have crawled</a:t>
            </a:r>
          </a:p>
          <a:p>
            <a:r>
              <a:rPr lang="fr-FR" smtClean="0"/>
              <a:t>      I have scaled these city walls</a:t>
            </a:r>
          </a:p>
          <a:p>
            <a:endParaRPr lang="fr-FR" smtClean="0"/>
          </a:p>
          <a:p>
            <a:r>
              <a:rPr lang="fr-FR" smtClean="0"/>
              <a:t>12-  SUR CES MURAILLES</a:t>
            </a:r>
            <a:br>
              <a:rPr lang="fr-FR" smtClean="0"/>
            </a:br>
            <a:r>
              <a:rPr lang="fr-FR" smtClean="0"/>
              <a:t>      JUSTE POUR ÊTRE AVEC TOI</a:t>
            </a:r>
            <a:br>
              <a:rPr lang="fr-FR" smtClean="0"/>
            </a:br>
            <a:r>
              <a:rPr lang="fr-FR" smtClean="0"/>
              <a:t>      These city walls</a:t>
            </a:r>
          </a:p>
          <a:p>
            <a:r>
              <a:rPr lang="fr-FR" smtClean="0"/>
              <a:t>      Only to be with You</a:t>
            </a:r>
          </a:p>
          <a:p>
            <a:endParaRPr lang="fr-FR" smtClean="0"/>
          </a:p>
          <a:p>
            <a:r>
              <a:rPr lang="fr-FR" smtClean="0"/>
              <a:t>13-  MAIS JE N’AI PAS TROUVÉ</a:t>
            </a:r>
            <a:br>
              <a:rPr lang="fr-FR" smtClean="0"/>
            </a:br>
            <a:r>
              <a:rPr lang="fr-FR" smtClean="0"/>
              <a:t>      CE QUE JE CHERCHAIS</a:t>
            </a:r>
          </a:p>
          <a:p>
            <a:r>
              <a:rPr lang="fr-FR" smtClean="0"/>
              <a:t>      But I still haven't found</a:t>
            </a:r>
          </a:p>
          <a:p>
            <a:r>
              <a:rPr lang="fr-FR" smtClean="0"/>
              <a:t>      What I'm looking for</a:t>
            </a:r>
          </a:p>
          <a:p>
            <a:endParaRPr lang="fr-FR" smtClean="0"/>
          </a:p>
          <a:p>
            <a:r>
              <a:rPr lang="fr-FR" smtClean="0"/>
              <a:t>14-  TON RÈGNE VIENT JE LE CROIS</a:t>
            </a:r>
          </a:p>
          <a:p>
            <a:r>
              <a:rPr lang="fr-FR" smtClean="0"/>
              <a:t>       I believe in the Kingdom Come</a:t>
            </a:r>
          </a:p>
          <a:p>
            <a:r>
              <a:rPr lang="fr-FR" smtClean="0"/>
              <a:t>15-  QUAND TOUTES LES COULEURS S’UNIRONT EN TOI</a:t>
            </a:r>
          </a:p>
          <a:p>
            <a:r>
              <a:rPr lang="fr-FR" smtClean="0"/>
              <a:t>       When all the colors will bleed into one</a:t>
            </a:r>
          </a:p>
          <a:p>
            <a:r>
              <a:rPr lang="fr-FR" smtClean="0"/>
              <a:t>16-  S’UNIRONT EN TOI</a:t>
            </a:r>
          </a:p>
          <a:p>
            <a:r>
              <a:rPr lang="fr-FR" smtClean="0"/>
              <a:t>       Bleed into one</a:t>
            </a:r>
          </a:p>
          <a:p>
            <a:endParaRPr lang="fr-FR" smtClean="0"/>
          </a:p>
          <a:p>
            <a:r>
              <a:rPr lang="fr-FR" smtClean="0"/>
              <a:t>17-  OUI, JE COURS ENCORE</a:t>
            </a:r>
          </a:p>
          <a:p>
            <a:r>
              <a:rPr lang="fr-FR" smtClean="0"/>
              <a:t>       Yes, I'm still running</a:t>
            </a:r>
          </a:p>
          <a:p>
            <a:endParaRPr lang="fr-FR" smtClean="0"/>
          </a:p>
          <a:p>
            <a:r>
              <a:rPr lang="fr-FR" smtClean="0"/>
              <a:t>18-  TU BRISAS LES JOUGS</a:t>
            </a:r>
            <a:br>
              <a:rPr lang="fr-FR" smtClean="0"/>
            </a:br>
            <a:r>
              <a:rPr lang="fr-FR" smtClean="0"/>
              <a:t>       TU BRISAS LES CHAÎNES</a:t>
            </a:r>
          </a:p>
          <a:p>
            <a:r>
              <a:rPr lang="fr-FR" smtClean="0"/>
              <a:t>       You broke the bonds</a:t>
            </a:r>
          </a:p>
          <a:p>
            <a:r>
              <a:rPr lang="fr-FR" smtClean="0"/>
              <a:t>       And you loosed the chains</a:t>
            </a:r>
          </a:p>
          <a:p>
            <a:endParaRPr lang="fr-FR" smtClean="0"/>
          </a:p>
          <a:p>
            <a:r>
              <a:rPr lang="fr-FR" smtClean="0"/>
              <a:t>19-  PORTAS LA CROIX DE TOUTE MA HONTE</a:t>
            </a:r>
          </a:p>
          <a:p>
            <a:r>
              <a:rPr lang="fr-FR" smtClean="0"/>
              <a:t>      Carried the cross of all my shame</a:t>
            </a:r>
          </a:p>
          <a:p>
            <a:r>
              <a:rPr lang="fr-FR" smtClean="0"/>
              <a:t>20-  DE TOUTE MA HONTE</a:t>
            </a:r>
            <a:br>
              <a:rPr lang="fr-FR" smtClean="0"/>
            </a:br>
            <a:r>
              <a:rPr lang="fr-FR" smtClean="0"/>
              <a:t>       SEIGNEUR JE LE CROIS</a:t>
            </a:r>
          </a:p>
          <a:p>
            <a:r>
              <a:rPr lang="fr-FR" smtClean="0"/>
              <a:t>       Of all my shame, Lord I believe it</a:t>
            </a:r>
          </a:p>
          <a:p>
            <a:r>
              <a:rPr lang="fr-FR" smtClean="0"/>
              <a:t>21-  ET FINALEMENT, J’AI TROUVÉ</a:t>
            </a:r>
            <a:br>
              <a:rPr lang="fr-FR" smtClean="0"/>
            </a:br>
            <a:r>
              <a:rPr lang="fr-FR" smtClean="0"/>
              <a:t>      CE QUE JE CHERCHAIS</a:t>
            </a:r>
          </a:p>
          <a:p>
            <a:r>
              <a:rPr lang="fr-FR" smtClean="0"/>
              <a:t>      And now I've finally found</a:t>
            </a:r>
          </a:p>
          <a:p>
            <a:r>
              <a:rPr lang="fr-FR" smtClean="0"/>
              <a:t>      What I'm looking for</a:t>
            </a:r>
          </a:p>
          <a:p>
            <a:endParaRPr lang="fr-FR" smtClean="0"/>
          </a:p>
          <a:p>
            <a:r>
              <a:rPr lang="fr-FR" smtClean="0"/>
              <a:t>22-  OUVRE LES YEUX DE MON CŒUR</a:t>
            </a:r>
            <a:br>
              <a:rPr lang="fr-FR" smtClean="0"/>
            </a:br>
            <a:r>
              <a:rPr lang="fr-FR" smtClean="0"/>
              <a:t>       OUVRE LES YEUX DE MON CŒUR </a:t>
            </a:r>
          </a:p>
          <a:p>
            <a:r>
              <a:rPr lang="fr-FR" smtClean="0"/>
              <a:t>       Open the eyes of my heart, Lord</a:t>
            </a:r>
          </a:p>
          <a:p>
            <a:r>
              <a:rPr lang="fr-FR" smtClean="0"/>
              <a:t>       Open the eyes of my heart</a:t>
            </a:r>
          </a:p>
          <a:p>
            <a:r>
              <a:rPr lang="fr-FR" smtClean="0"/>
              <a:t>23-  JE VEUX TE VOIR SEIGNEUR</a:t>
            </a:r>
            <a:br>
              <a:rPr lang="fr-FR" smtClean="0"/>
            </a:br>
            <a:r>
              <a:rPr lang="fr-FR" smtClean="0"/>
              <a:t>       JE VEUX TE VOIR SEIGNEUR</a:t>
            </a:r>
          </a:p>
          <a:p>
            <a:r>
              <a:rPr lang="fr-FR" smtClean="0"/>
              <a:t>       I want to see You</a:t>
            </a:r>
          </a:p>
          <a:p>
            <a:r>
              <a:rPr lang="fr-FR" smtClean="0"/>
              <a:t>       I want to see You</a:t>
            </a:r>
          </a:p>
          <a:p>
            <a:endParaRPr lang="fr-FR" smtClean="0"/>
          </a:p>
          <a:p>
            <a:r>
              <a:rPr lang="fr-FR" smtClean="0"/>
              <a:t>24-  ET FINALEMENT, J’AI TROUVÉ</a:t>
            </a:r>
            <a:br>
              <a:rPr lang="fr-FR" smtClean="0"/>
            </a:br>
            <a:r>
              <a:rPr lang="fr-FR" smtClean="0"/>
              <a:t>      CE QUE JE CHERCHAIS</a:t>
            </a:r>
          </a:p>
          <a:p>
            <a:r>
              <a:rPr lang="fr-FR" smtClean="0"/>
              <a:t>      And now I've finally found</a:t>
            </a:r>
          </a:p>
          <a:p>
            <a:r>
              <a:rPr lang="fr-FR" smtClean="0"/>
              <a:t>      What I'm looking for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1-  JE SUIS MONTÉ SUR LA PLUS HAUTE MONTAGNE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I have </a:t>
            </a:r>
            <a:r>
              <a:rPr lang="fr-FR" dirty="0" err="1" smtClean="0"/>
              <a:t>climbed</a:t>
            </a:r>
            <a:r>
              <a:rPr lang="fr-FR" dirty="0" smtClean="0"/>
              <a:t> the </a:t>
            </a:r>
            <a:r>
              <a:rPr lang="fr-FR" dirty="0" err="1" smtClean="0"/>
              <a:t>highest</a:t>
            </a:r>
            <a:r>
              <a:rPr lang="fr-FR" dirty="0" smtClean="0"/>
              <a:t> </a:t>
            </a:r>
            <a:r>
              <a:rPr lang="fr-FR" dirty="0" err="1" smtClean="0"/>
              <a:t>mountain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2-  J’AI PARCOURU TOUS LES CHAMPS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I have </a:t>
            </a:r>
            <a:r>
              <a:rPr lang="fr-FR" dirty="0" err="1" smtClean="0"/>
              <a:t>run</a:t>
            </a:r>
            <a:r>
              <a:rPr lang="fr-FR" dirty="0" smtClean="0"/>
              <a:t> </a:t>
            </a:r>
            <a:r>
              <a:rPr lang="fr-FR" dirty="0" err="1" smtClean="0"/>
              <a:t>through</a:t>
            </a:r>
            <a:r>
              <a:rPr lang="fr-FR" dirty="0" smtClean="0"/>
              <a:t> the </a:t>
            </a:r>
            <a:r>
              <a:rPr lang="fr-FR" dirty="0" err="1" smtClean="0"/>
              <a:t>fields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3-  JUSTE POUR ÊTRE AVEC TOI</a:t>
            </a:r>
            <a:br>
              <a:rPr lang="fr-FR" dirty="0" smtClean="0"/>
            </a:br>
            <a:r>
              <a:rPr lang="fr-FR" dirty="0" smtClean="0"/>
              <a:t>     JUSTE POUR ÊTRE AVEC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</a:t>
            </a:r>
            <a:r>
              <a:rPr lang="fr-FR" dirty="0" err="1" smtClean="0"/>
              <a:t>Only</a:t>
            </a:r>
            <a:r>
              <a:rPr lang="fr-FR" dirty="0" smtClean="0"/>
              <a:t> to </a:t>
            </a:r>
            <a:r>
              <a:rPr lang="fr-FR" dirty="0" err="1" smtClean="0"/>
              <a:t>be</a:t>
            </a:r>
            <a:r>
              <a:rPr lang="fr-FR" dirty="0" smtClean="0"/>
              <a:t> </a:t>
            </a:r>
            <a:r>
              <a:rPr lang="fr-FR" dirty="0" err="1" smtClean="0"/>
              <a:t>with</a:t>
            </a:r>
            <a:r>
              <a:rPr lang="fr-FR" dirty="0" smtClean="0"/>
              <a:t>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</a:t>
            </a:r>
            <a:r>
              <a:rPr lang="fr-FR" dirty="0" err="1" smtClean="0"/>
              <a:t>Only</a:t>
            </a:r>
            <a:r>
              <a:rPr lang="fr-FR" dirty="0" smtClean="0"/>
              <a:t> to </a:t>
            </a:r>
            <a:r>
              <a:rPr lang="fr-FR" dirty="0" err="1" smtClean="0"/>
              <a:t>be</a:t>
            </a:r>
            <a:r>
              <a:rPr lang="fr-FR" dirty="0" smtClean="0"/>
              <a:t> </a:t>
            </a:r>
            <a:r>
              <a:rPr lang="fr-FR" dirty="0" err="1" smtClean="0"/>
              <a:t>with</a:t>
            </a:r>
            <a:r>
              <a:rPr lang="fr-FR" dirty="0" smtClean="0"/>
              <a:t>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4-  J’AI COURU, J’AI RAMPÉ</a:t>
            </a:r>
            <a:br>
              <a:rPr lang="fr-FR" dirty="0" smtClean="0"/>
            </a:br>
            <a:r>
              <a:rPr lang="fr-FR" dirty="0" smtClean="0"/>
              <a:t>     JE SUIS MONTÉ SUR CES MURAILLES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I have </a:t>
            </a:r>
            <a:r>
              <a:rPr lang="fr-FR" dirty="0" err="1" smtClean="0"/>
              <a:t>run</a:t>
            </a:r>
            <a:r>
              <a:rPr lang="fr-FR" dirty="0" smtClean="0"/>
              <a:t>, I have </a:t>
            </a:r>
            <a:r>
              <a:rPr lang="fr-FR" dirty="0" err="1" smtClean="0"/>
              <a:t>crawled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I have </a:t>
            </a:r>
            <a:r>
              <a:rPr lang="fr-FR" dirty="0" err="1" smtClean="0"/>
              <a:t>scaled</a:t>
            </a:r>
            <a:r>
              <a:rPr lang="fr-FR" dirty="0" smtClean="0"/>
              <a:t> </a:t>
            </a:r>
            <a:r>
              <a:rPr lang="fr-FR" dirty="0" err="1" smtClean="0"/>
              <a:t>these</a:t>
            </a:r>
            <a:r>
              <a:rPr lang="fr-FR" dirty="0" smtClean="0"/>
              <a:t> city </a:t>
            </a:r>
            <a:r>
              <a:rPr lang="fr-FR" dirty="0" err="1" smtClean="0"/>
              <a:t>walls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5-  SUR CES MURAILLES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</a:t>
            </a:r>
            <a:r>
              <a:rPr lang="fr-FR" dirty="0" err="1" smtClean="0"/>
              <a:t>These</a:t>
            </a:r>
            <a:r>
              <a:rPr lang="fr-FR" dirty="0" smtClean="0"/>
              <a:t> city </a:t>
            </a:r>
            <a:r>
              <a:rPr lang="fr-FR" dirty="0" err="1" smtClean="0"/>
              <a:t>walls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6-  JUSTE POUR ÊTRE AVEC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</a:t>
            </a:r>
            <a:r>
              <a:rPr lang="fr-FR" dirty="0" err="1" smtClean="0"/>
              <a:t>Only</a:t>
            </a:r>
            <a:r>
              <a:rPr lang="fr-FR" dirty="0" smtClean="0"/>
              <a:t> to </a:t>
            </a:r>
            <a:r>
              <a:rPr lang="fr-FR" dirty="0" err="1" smtClean="0"/>
              <a:t>be</a:t>
            </a:r>
            <a:r>
              <a:rPr lang="fr-FR" dirty="0" smtClean="0"/>
              <a:t> </a:t>
            </a:r>
            <a:r>
              <a:rPr lang="fr-FR" dirty="0" err="1" smtClean="0"/>
              <a:t>with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7-  MAIS JE N’AI PAS TROUVÉ</a:t>
            </a:r>
            <a:br>
              <a:rPr lang="fr-FR" dirty="0" smtClean="0"/>
            </a:br>
            <a:r>
              <a:rPr lang="fr-FR" dirty="0" smtClean="0"/>
              <a:t>    CE QUE JE CHERCHAIS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But I </a:t>
            </a:r>
            <a:r>
              <a:rPr lang="fr-FR" dirty="0" err="1" smtClean="0"/>
              <a:t>still</a:t>
            </a:r>
            <a:r>
              <a:rPr lang="fr-FR" dirty="0" smtClean="0"/>
              <a:t> </a:t>
            </a:r>
            <a:r>
              <a:rPr lang="fr-FR" dirty="0" err="1" smtClean="0"/>
              <a:t>haven't</a:t>
            </a:r>
            <a:r>
              <a:rPr lang="fr-FR" dirty="0" smtClean="0"/>
              <a:t> </a:t>
            </a:r>
            <a:r>
              <a:rPr lang="fr-FR" dirty="0" err="1" smtClean="0"/>
              <a:t>found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</a:t>
            </a:r>
            <a:r>
              <a:rPr lang="fr-FR" dirty="0" err="1" smtClean="0"/>
              <a:t>What</a:t>
            </a:r>
            <a:r>
              <a:rPr lang="fr-FR" dirty="0" smtClean="0"/>
              <a:t> </a:t>
            </a:r>
            <a:r>
              <a:rPr lang="fr-FR" dirty="0" err="1" smtClean="0"/>
              <a:t>I'm</a:t>
            </a:r>
            <a:r>
              <a:rPr lang="fr-FR" dirty="0" smtClean="0"/>
              <a:t> </a:t>
            </a:r>
            <a:r>
              <a:rPr lang="fr-FR" dirty="0" err="1" smtClean="0"/>
              <a:t>looking</a:t>
            </a:r>
            <a:r>
              <a:rPr lang="fr-FR" dirty="0" smtClean="0"/>
              <a:t> for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8-  JE SUIS MONTÉ SUR LA PLUS HAUTE MONTAGNE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I have </a:t>
            </a:r>
            <a:r>
              <a:rPr lang="fr-FR" dirty="0" err="1" smtClean="0"/>
              <a:t>climbed</a:t>
            </a:r>
            <a:r>
              <a:rPr lang="fr-FR" dirty="0" smtClean="0"/>
              <a:t> the </a:t>
            </a:r>
            <a:r>
              <a:rPr lang="fr-FR" dirty="0" err="1" smtClean="0"/>
              <a:t>highest</a:t>
            </a:r>
            <a:r>
              <a:rPr lang="fr-FR" dirty="0" smtClean="0"/>
              <a:t> </a:t>
            </a:r>
            <a:r>
              <a:rPr lang="fr-FR" dirty="0" err="1" smtClean="0"/>
              <a:t>mountain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9-  J’AI PARCOURU TOUS LES CHAMPS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I have </a:t>
            </a:r>
            <a:r>
              <a:rPr lang="fr-FR" dirty="0" err="1" smtClean="0"/>
              <a:t>run</a:t>
            </a:r>
            <a:r>
              <a:rPr lang="fr-FR" dirty="0" smtClean="0"/>
              <a:t> </a:t>
            </a:r>
            <a:r>
              <a:rPr lang="fr-FR" dirty="0" err="1" smtClean="0"/>
              <a:t>through</a:t>
            </a:r>
            <a:r>
              <a:rPr lang="fr-FR" dirty="0" smtClean="0"/>
              <a:t> the </a:t>
            </a:r>
            <a:r>
              <a:rPr lang="fr-FR" dirty="0" err="1" smtClean="0"/>
              <a:t>fields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10-  JUSTE POUR ÊTRE AVEC TOI</a:t>
            </a:r>
            <a:br>
              <a:rPr lang="fr-FR" dirty="0" smtClean="0"/>
            </a:br>
            <a:r>
              <a:rPr lang="fr-FR" dirty="0" smtClean="0"/>
              <a:t>      JUSTE POUR ÊTRE AVEC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</a:t>
            </a:r>
            <a:r>
              <a:rPr lang="fr-FR" dirty="0" err="1" smtClean="0"/>
              <a:t>Only</a:t>
            </a:r>
            <a:r>
              <a:rPr lang="fr-FR" dirty="0" smtClean="0"/>
              <a:t> to </a:t>
            </a:r>
            <a:r>
              <a:rPr lang="fr-FR" dirty="0" err="1" smtClean="0"/>
              <a:t>be</a:t>
            </a:r>
            <a:r>
              <a:rPr lang="fr-FR" dirty="0" smtClean="0"/>
              <a:t> </a:t>
            </a:r>
            <a:r>
              <a:rPr lang="fr-FR" dirty="0" err="1" smtClean="0"/>
              <a:t>with</a:t>
            </a:r>
            <a:r>
              <a:rPr lang="fr-FR" dirty="0" smtClean="0"/>
              <a:t>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</a:t>
            </a:r>
            <a:r>
              <a:rPr lang="fr-FR" dirty="0" err="1" smtClean="0"/>
              <a:t>Only</a:t>
            </a:r>
            <a:r>
              <a:rPr lang="fr-FR" dirty="0" smtClean="0"/>
              <a:t> to </a:t>
            </a:r>
            <a:r>
              <a:rPr lang="fr-FR" dirty="0" err="1" smtClean="0"/>
              <a:t>be</a:t>
            </a:r>
            <a:r>
              <a:rPr lang="fr-FR" dirty="0" smtClean="0"/>
              <a:t> </a:t>
            </a:r>
            <a:r>
              <a:rPr lang="fr-FR" dirty="0" err="1" smtClean="0"/>
              <a:t>with</a:t>
            </a:r>
            <a:r>
              <a:rPr lang="fr-FR" dirty="0" smtClean="0"/>
              <a:t>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11-  J’AI COURU, J’AI RAMPÉ</a:t>
            </a:r>
            <a:br>
              <a:rPr lang="fr-FR" dirty="0" smtClean="0"/>
            </a:br>
            <a:r>
              <a:rPr lang="fr-FR" dirty="0" smtClean="0"/>
              <a:t>      JE SUIS MONTÉ SUR CES MURAILLES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I have </a:t>
            </a:r>
            <a:r>
              <a:rPr lang="fr-FR" dirty="0" err="1" smtClean="0"/>
              <a:t>run</a:t>
            </a:r>
            <a:r>
              <a:rPr lang="fr-FR" dirty="0" smtClean="0"/>
              <a:t>, I have </a:t>
            </a:r>
            <a:r>
              <a:rPr lang="fr-FR" dirty="0" err="1" smtClean="0"/>
              <a:t>crawled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I have </a:t>
            </a:r>
            <a:r>
              <a:rPr lang="fr-FR" dirty="0" err="1" smtClean="0"/>
              <a:t>scaled</a:t>
            </a:r>
            <a:r>
              <a:rPr lang="fr-FR" dirty="0" smtClean="0"/>
              <a:t> </a:t>
            </a:r>
            <a:r>
              <a:rPr lang="fr-FR" dirty="0" err="1" smtClean="0"/>
              <a:t>these</a:t>
            </a:r>
            <a:r>
              <a:rPr lang="fr-FR" dirty="0" smtClean="0"/>
              <a:t> city </a:t>
            </a:r>
            <a:r>
              <a:rPr lang="fr-FR" dirty="0" err="1" smtClean="0"/>
              <a:t>walls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12-  SUR CES MURAILLES</a:t>
            </a:r>
            <a:br>
              <a:rPr lang="fr-FR" dirty="0" smtClean="0"/>
            </a:br>
            <a:r>
              <a:rPr lang="fr-FR" dirty="0" smtClean="0"/>
              <a:t>      JUSTE POUR ÊTRE AVEC TOI</a:t>
            </a:r>
            <a:br>
              <a:rPr lang="fr-FR" dirty="0" smtClean="0"/>
            </a:br>
            <a:r>
              <a:rPr lang="fr-FR" dirty="0" smtClean="0"/>
              <a:t>      </a:t>
            </a:r>
            <a:r>
              <a:rPr lang="fr-FR" dirty="0" err="1" smtClean="0"/>
              <a:t>These</a:t>
            </a:r>
            <a:r>
              <a:rPr lang="fr-FR" dirty="0" smtClean="0"/>
              <a:t> city </a:t>
            </a:r>
            <a:r>
              <a:rPr lang="fr-FR" dirty="0" err="1" smtClean="0"/>
              <a:t>walls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</a:t>
            </a:r>
            <a:r>
              <a:rPr lang="fr-FR" dirty="0" err="1" smtClean="0"/>
              <a:t>Only</a:t>
            </a:r>
            <a:r>
              <a:rPr lang="fr-FR" dirty="0" smtClean="0"/>
              <a:t> to </a:t>
            </a:r>
            <a:r>
              <a:rPr lang="fr-FR" dirty="0" err="1" smtClean="0"/>
              <a:t>be</a:t>
            </a:r>
            <a:r>
              <a:rPr lang="fr-FR" dirty="0" smtClean="0"/>
              <a:t> </a:t>
            </a:r>
            <a:r>
              <a:rPr lang="fr-FR" dirty="0" err="1" smtClean="0"/>
              <a:t>with</a:t>
            </a:r>
            <a:r>
              <a:rPr lang="fr-FR" dirty="0" smtClean="0"/>
              <a:t>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13-  MAIS JE N’AI PAS TROUVÉ</a:t>
            </a:r>
            <a:br>
              <a:rPr lang="fr-FR" dirty="0" smtClean="0"/>
            </a:br>
            <a:r>
              <a:rPr lang="fr-FR" dirty="0" smtClean="0"/>
              <a:t>      CE QUE JE CHERCHAIS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But I </a:t>
            </a:r>
            <a:r>
              <a:rPr lang="fr-FR" dirty="0" err="1" smtClean="0"/>
              <a:t>still</a:t>
            </a:r>
            <a:r>
              <a:rPr lang="fr-FR" dirty="0" smtClean="0"/>
              <a:t> </a:t>
            </a:r>
            <a:r>
              <a:rPr lang="fr-FR" dirty="0" err="1" smtClean="0"/>
              <a:t>haven't</a:t>
            </a:r>
            <a:r>
              <a:rPr lang="fr-FR" dirty="0" smtClean="0"/>
              <a:t> </a:t>
            </a:r>
            <a:r>
              <a:rPr lang="fr-FR" dirty="0" err="1" smtClean="0"/>
              <a:t>found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</a:t>
            </a:r>
            <a:r>
              <a:rPr lang="fr-FR" dirty="0" err="1" smtClean="0"/>
              <a:t>What</a:t>
            </a:r>
            <a:r>
              <a:rPr lang="fr-FR" dirty="0" smtClean="0"/>
              <a:t> </a:t>
            </a:r>
            <a:r>
              <a:rPr lang="fr-FR" dirty="0" err="1" smtClean="0"/>
              <a:t>I'm</a:t>
            </a:r>
            <a:r>
              <a:rPr lang="fr-FR" dirty="0" smtClean="0"/>
              <a:t> </a:t>
            </a:r>
            <a:r>
              <a:rPr lang="fr-FR" dirty="0" err="1" smtClean="0"/>
              <a:t>looking</a:t>
            </a:r>
            <a:r>
              <a:rPr lang="fr-FR" dirty="0" smtClean="0"/>
              <a:t> for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14-  TON RÈGNE VIENT JE LE CROIS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 I </a:t>
            </a:r>
            <a:r>
              <a:rPr lang="fr-FR" dirty="0" err="1" smtClean="0"/>
              <a:t>believe</a:t>
            </a:r>
            <a:r>
              <a:rPr lang="fr-FR" dirty="0" smtClean="0"/>
              <a:t> in the </a:t>
            </a:r>
            <a:r>
              <a:rPr lang="fr-FR" dirty="0" err="1" smtClean="0"/>
              <a:t>Kingdom</a:t>
            </a:r>
            <a:r>
              <a:rPr lang="fr-FR" dirty="0" smtClean="0"/>
              <a:t> Come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15-  QUAND TOUTES LES COULEURS S’UNIRONT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 </a:t>
            </a:r>
            <a:r>
              <a:rPr lang="fr-FR" dirty="0" err="1" smtClean="0"/>
              <a:t>When</a:t>
            </a:r>
            <a:r>
              <a:rPr lang="fr-FR" dirty="0" smtClean="0"/>
              <a:t> all the </a:t>
            </a:r>
            <a:r>
              <a:rPr lang="fr-FR" dirty="0" err="1" smtClean="0"/>
              <a:t>colors</a:t>
            </a:r>
            <a:r>
              <a:rPr lang="fr-FR" dirty="0" smtClean="0"/>
              <a:t> </a:t>
            </a:r>
            <a:r>
              <a:rPr lang="fr-FR" dirty="0" err="1" smtClean="0"/>
              <a:t>will</a:t>
            </a:r>
            <a:r>
              <a:rPr lang="fr-FR" dirty="0" smtClean="0"/>
              <a:t> </a:t>
            </a:r>
            <a:r>
              <a:rPr lang="fr-FR" dirty="0" err="1" smtClean="0"/>
              <a:t>bleed</a:t>
            </a:r>
            <a:r>
              <a:rPr lang="fr-FR" dirty="0" smtClean="0"/>
              <a:t> </a:t>
            </a:r>
            <a:r>
              <a:rPr lang="fr-FR" dirty="0" err="1" smtClean="0"/>
              <a:t>into</a:t>
            </a:r>
            <a:r>
              <a:rPr lang="fr-FR" dirty="0" smtClean="0"/>
              <a:t> 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16-  S’UNIRONT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 </a:t>
            </a:r>
            <a:r>
              <a:rPr lang="fr-FR" dirty="0" err="1" smtClean="0"/>
              <a:t>Bleed</a:t>
            </a:r>
            <a:r>
              <a:rPr lang="fr-FR" dirty="0" smtClean="0"/>
              <a:t> </a:t>
            </a:r>
            <a:r>
              <a:rPr lang="fr-FR" dirty="0" err="1" smtClean="0"/>
              <a:t>into</a:t>
            </a:r>
            <a:r>
              <a:rPr lang="fr-FR" dirty="0" smtClean="0"/>
              <a:t> 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17-  OUI, JE COURS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 </a:t>
            </a:r>
            <a:r>
              <a:rPr lang="fr-FR" dirty="0" err="1" smtClean="0"/>
              <a:t>Yes</a:t>
            </a:r>
            <a:r>
              <a:rPr lang="fr-FR" dirty="0" smtClean="0"/>
              <a:t>, </a:t>
            </a:r>
            <a:r>
              <a:rPr lang="fr-FR" dirty="0" err="1" smtClean="0"/>
              <a:t>I'm</a:t>
            </a:r>
            <a:r>
              <a:rPr lang="fr-FR" dirty="0" smtClean="0"/>
              <a:t> </a:t>
            </a:r>
            <a:r>
              <a:rPr lang="fr-FR" dirty="0" err="1" smtClean="0"/>
              <a:t>still</a:t>
            </a:r>
            <a:r>
              <a:rPr lang="fr-FR" dirty="0" smtClean="0"/>
              <a:t> running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18-  TU BRISAS LES JOUGS</a:t>
            </a:r>
            <a:br>
              <a:rPr lang="fr-FR" dirty="0" smtClean="0"/>
            </a:br>
            <a:r>
              <a:rPr lang="fr-FR" dirty="0" smtClean="0"/>
              <a:t>       TU BRISAS LES CHAÎNES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 You </a:t>
            </a:r>
            <a:r>
              <a:rPr lang="fr-FR" dirty="0" err="1" smtClean="0"/>
              <a:t>broke</a:t>
            </a:r>
            <a:r>
              <a:rPr lang="fr-FR" dirty="0" smtClean="0"/>
              <a:t> the bonds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 And </a:t>
            </a:r>
            <a:r>
              <a:rPr lang="fr-FR" dirty="0" err="1" smtClean="0"/>
              <a:t>you</a:t>
            </a:r>
            <a:r>
              <a:rPr lang="fr-FR" dirty="0" smtClean="0"/>
              <a:t> </a:t>
            </a:r>
            <a:r>
              <a:rPr lang="fr-FR" dirty="0" err="1" smtClean="0"/>
              <a:t>loosed</a:t>
            </a:r>
            <a:r>
              <a:rPr lang="fr-FR" dirty="0" smtClean="0"/>
              <a:t> the </a:t>
            </a:r>
            <a:r>
              <a:rPr lang="fr-FR" dirty="0" err="1" smtClean="0"/>
              <a:t>chains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19-  PORTAS LA CROIX DE TOUTE MA HONTE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</a:t>
            </a:r>
            <a:r>
              <a:rPr lang="fr-FR" dirty="0" err="1" smtClean="0"/>
              <a:t>Carried</a:t>
            </a:r>
            <a:r>
              <a:rPr lang="fr-FR" dirty="0" smtClean="0"/>
              <a:t> the cross of all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shame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20-  DE TOUTE MA HONTE</a:t>
            </a:r>
            <a:br>
              <a:rPr lang="fr-FR" dirty="0" smtClean="0"/>
            </a:br>
            <a:r>
              <a:rPr lang="fr-FR" dirty="0" smtClean="0"/>
              <a:t>       SEIGNEUR JE LE CROIS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 Of all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shame</a:t>
            </a:r>
            <a:r>
              <a:rPr lang="fr-FR" dirty="0" smtClean="0"/>
              <a:t>, Lord I </a:t>
            </a:r>
            <a:r>
              <a:rPr lang="fr-FR" dirty="0" err="1" smtClean="0"/>
              <a:t>believe</a:t>
            </a:r>
            <a:r>
              <a:rPr lang="fr-FR" dirty="0" smtClean="0"/>
              <a:t> </a:t>
            </a:r>
            <a:r>
              <a:rPr lang="fr-FR" dirty="0" err="1" smtClean="0"/>
              <a:t>it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21-  ET FINALEMENT, J’AI TROUVÉ</a:t>
            </a:r>
            <a:br>
              <a:rPr lang="fr-FR" dirty="0" smtClean="0"/>
            </a:br>
            <a:r>
              <a:rPr lang="fr-FR" dirty="0" smtClean="0"/>
              <a:t>      CE QUE JE CHERCHAIS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And </a:t>
            </a:r>
            <a:r>
              <a:rPr lang="fr-FR" dirty="0" err="1" smtClean="0"/>
              <a:t>now</a:t>
            </a:r>
            <a:r>
              <a:rPr lang="fr-FR" dirty="0" smtClean="0"/>
              <a:t> </a:t>
            </a:r>
            <a:r>
              <a:rPr lang="fr-FR" dirty="0" err="1" smtClean="0"/>
              <a:t>I've</a:t>
            </a:r>
            <a:r>
              <a:rPr lang="fr-FR" dirty="0" smtClean="0"/>
              <a:t> </a:t>
            </a:r>
            <a:r>
              <a:rPr lang="fr-FR" dirty="0" err="1" smtClean="0"/>
              <a:t>finally</a:t>
            </a:r>
            <a:r>
              <a:rPr lang="fr-FR" dirty="0" smtClean="0"/>
              <a:t> </a:t>
            </a:r>
            <a:r>
              <a:rPr lang="fr-FR" dirty="0" err="1" smtClean="0"/>
              <a:t>found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</a:t>
            </a:r>
            <a:r>
              <a:rPr lang="fr-FR" dirty="0" err="1" smtClean="0"/>
              <a:t>What</a:t>
            </a:r>
            <a:r>
              <a:rPr lang="fr-FR" dirty="0" smtClean="0"/>
              <a:t> </a:t>
            </a:r>
            <a:r>
              <a:rPr lang="fr-FR" dirty="0" err="1" smtClean="0"/>
              <a:t>I'm</a:t>
            </a:r>
            <a:r>
              <a:rPr lang="fr-FR" dirty="0" smtClean="0"/>
              <a:t> </a:t>
            </a:r>
            <a:r>
              <a:rPr lang="fr-FR" dirty="0" err="1" smtClean="0"/>
              <a:t>looking</a:t>
            </a:r>
            <a:r>
              <a:rPr lang="fr-FR" dirty="0" smtClean="0"/>
              <a:t> for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22-  OUVRE LES YEUX DE MON CŒUR</a:t>
            </a:r>
            <a:br>
              <a:rPr lang="fr-FR" dirty="0" smtClean="0"/>
            </a:br>
            <a:r>
              <a:rPr lang="fr-FR" dirty="0" smtClean="0"/>
              <a:t>       OUVRE LES YEUX DE MON CŒUR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 Open the </a:t>
            </a:r>
            <a:r>
              <a:rPr lang="fr-FR" dirty="0" err="1" smtClean="0"/>
              <a:t>eyes</a:t>
            </a:r>
            <a:r>
              <a:rPr lang="fr-FR" dirty="0" smtClean="0"/>
              <a:t> of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heart</a:t>
            </a:r>
            <a:r>
              <a:rPr lang="fr-FR" dirty="0" smtClean="0"/>
              <a:t>,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 Open the </a:t>
            </a:r>
            <a:r>
              <a:rPr lang="fr-FR" dirty="0" err="1" smtClean="0"/>
              <a:t>eyes</a:t>
            </a:r>
            <a:r>
              <a:rPr lang="fr-FR" dirty="0" smtClean="0"/>
              <a:t> of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heart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23-  JE VEUX TE VOIR SEIGNEUR</a:t>
            </a:r>
            <a:br>
              <a:rPr lang="fr-FR" dirty="0" smtClean="0"/>
            </a:br>
            <a:r>
              <a:rPr lang="fr-FR" dirty="0" smtClean="0"/>
              <a:t>       JE VEUX TE VOIR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 I </a:t>
            </a:r>
            <a:r>
              <a:rPr lang="fr-FR" dirty="0" err="1" smtClean="0"/>
              <a:t>want</a:t>
            </a:r>
            <a:r>
              <a:rPr lang="fr-FR" dirty="0" smtClean="0"/>
              <a:t> to </a:t>
            </a:r>
            <a:r>
              <a:rPr lang="fr-FR" dirty="0" err="1" smtClean="0"/>
              <a:t>see</a:t>
            </a:r>
            <a:r>
              <a:rPr lang="fr-FR" dirty="0" smtClean="0"/>
              <a:t>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 I </a:t>
            </a:r>
            <a:r>
              <a:rPr lang="fr-FR" dirty="0" err="1" smtClean="0"/>
              <a:t>want</a:t>
            </a:r>
            <a:r>
              <a:rPr lang="fr-FR" dirty="0" smtClean="0"/>
              <a:t> to </a:t>
            </a:r>
            <a:r>
              <a:rPr lang="fr-FR" dirty="0" err="1" smtClean="0"/>
              <a:t>see</a:t>
            </a:r>
            <a:r>
              <a:rPr lang="fr-FR" dirty="0" smtClean="0"/>
              <a:t>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24-  ET FINALEMENT, J’AI TROUVÉ</a:t>
            </a:r>
            <a:br>
              <a:rPr lang="fr-FR" dirty="0" smtClean="0"/>
            </a:br>
            <a:r>
              <a:rPr lang="fr-FR" dirty="0" smtClean="0"/>
              <a:t>      CE QUE JE CHERCHAIS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And </a:t>
            </a:r>
            <a:r>
              <a:rPr lang="fr-FR" dirty="0" err="1" smtClean="0"/>
              <a:t>now</a:t>
            </a:r>
            <a:r>
              <a:rPr lang="fr-FR" dirty="0" smtClean="0"/>
              <a:t> </a:t>
            </a:r>
            <a:r>
              <a:rPr lang="fr-FR" dirty="0" err="1" smtClean="0"/>
              <a:t>I've</a:t>
            </a:r>
            <a:r>
              <a:rPr lang="fr-FR" dirty="0" smtClean="0"/>
              <a:t> </a:t>
            </a:r>
            <a:r>
              <a:rPr lang="fr-FR" dirty="0" err="1" smtClean="0"/>
              <a:t>finally</a:t>
            </a:r>
            <a:r>
              <a:rPr lang="fr-FR" dirty="0" smtClean="0"/>
              <a:t> </a:t>
            </a:r>
            <a:r>
              <a:rPr lang="fr-FR" dirty="0" err="1" smtClean="0"/>
              <a:t>found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</a:t>
            </a:r>
            <a:r>
              <a:rPr lang="fr-FR" dirty="0" err="1" smtClean="0"/>
              <a:t>What</a:t>
            </a:r>
            <a:r>
              <a:rPr lang="fr-FR" dirty="0" smtClean="0"/>
              <a:t> </a:t>
            </a:r>
            <a:r>
              <a:rPr lang="fr-FR" dirty="0" err="1" smtClean="0"/>
              <a:t>I'm</a:t>
            </a:r>
            <a:r>
              <a:rPr lang="fr-FR" dirty="0" smtClean="0"/>
              <a:t> </a:t>
            </a:r>
            <a:r>
              <a:rPr lang="fr-FR" dirty="0" err="1" smtClean="0"/>
              <a:t>looking</a:t>
            </a:r>
            <a:r>
              <a:rPr lang="fr-FR" dirty="0" smtClean="0"/>
              <a:t> for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/>
          </a:p>
        </p:txBody>
      </p:sp>
      <p:sp>
        <p:nvSpPr>
          <p:cNvPr id="286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MONTÉ SUR LA PLUS HAUTE MONTAGNE</a:t>
            </a:r>
          </a:p>
          <a:p>
            <a:r>
              <a:rPr lang="fr-FR" smtClean="0"/>
              <a:t>     I have climbed the highest mountain</a:t>
            </a:r>
          </a:p>
          <a:p>
            <a:r>
              <a:rPr lang="fr-FR" smtClean="0"/>
              <a:t>2-  J’AI PARCOURU TOUS LES CHAMPS</a:t>
            </a:r>
          </a:p>
          <a:p>
            <a:r>
              <a:rPr lang="fr-FR" smtClean="0"/>
              <a:t>     I have run through the fields</a:t>
            </a:r>
          </a:p>
          <a:p>
            <a:endParaRPr lang="fr-FR" smtClean="0"/>
          </a:p>
          <a:p>
            <a:r>
              <a:rPr lang="fr-FR" smtClean="0"/>
              <a:t>3-  JUSTE POUR ÊTRE AVEC TOI</a:t>
            </a:r>
            <a:br>
              <a:rPr lang="fr-FR" smtClean="0"/>
            </a:br>
            <a:r>
              <a:rPr lang="fr-FR" smtClean="0"/>
              <a:t>     JUSTE POUR ÊTRE AVEC TOI</a:t>
            </a:r>
          </a:p>
          <a:p>
            <a:r>
              <a:rPr lang="fr-FR" smtClean="0"/>
              <a:t>     Only to be with You</a:t>
            </a:r>
          </a:p>
          <a:p>
            <a:r>
              <a:rPr lang="fr-FR" smtClean="0"/>
              <a:t>     Only to be with You</a:t>
            </a:r>
          </a:p>
          <a:p>
            <a:endParaRPr lang="fr-FR" smtClean="0"/>
          </a:p>
          <a:p>
            <a:r>
              <a:rPr lang="fr-FR" smtClean="0"/>
              <a:t>4-  J’AI COURU, J’AI RAMPÉ</a:t>
            </a:r>
            <a:br>
              <a:rPr lang="fr-FR" smtClean="0"/>
            </a:br>
            <a:r>
              <a:rPr lang="fr-FR" smtClean="0"/>
              <a:t>     JE SUIS MONTÉ SUR CES MURAILLES</a:t>
            </a:r>
          </a:p>
          <a:p>
            <a:r>
              <a:rPr lang="fr-FR" smtClean="0"/>
              <a:t>      I have run, I have crawled</a:t>
            </a:r>
          </a:p>
          <a:p>
            <a:r>
              <a:rPr lang="fr-FR" smtClean="0"/>
              <a:t>      I have scaled these city walls</a:t>
            </a:r>
          </a:p>
          <a:p>
            <a:r>
              <a:rPr lang="fr-FR" smtClean="0"/>
              <a:t>5-  SUR CES MURAILLES</a:t>
            </a:r>
          </a:p>
          <a:p>
            <a:r>
              <a:rPr lang="fr-FR" smtClean="0"/>
              <a:t>     These city walls</a:t>
            </a:r>
          </a:p>
          <a:p>
            <a:endParaRPr lang="fr-FR" smtClean="0"/>
          </a:p>
          <a:p>
            <a:r>
              <a:rPr lang="fr-FR" smtClean="0"/>
              <a:t>6-  JUSTE POUR ÊTRE AVEC TOI</a:t>
            </a:r>
          </a:p>
          <a:p>
            <a:r>
              <a:rPr lang="fr-FR" smtClean="0"/>
              <a:t>     Only to be with you</a:t>
            </a:r>
          </a:p>
          <a:p>
            <a:endParaRPr lang="fr-FR" smtClean="0"/>
          </a:p>
          <a:p>
            <a:r>
              <a:rPr lang="fr-FR" smtClean="0"/>
              <a:t>7-  MAIS JE N’AI PAS TROUVÉ</a:t>
            </a:r>
            <a:br>
              <a:rPr lang="fr-FR" smtClean="0"/>
            </a:br>
            <a:r>
              <a:rPr lang="fr-FR" smtClean="0"/>
              <a:t>    CE QUE JE CHERCHAIS</a:t>
            </a:r>
          </a:p>
          <a:p>
            <a:r>
              <a:rPr lang="fr-FR" smtClean="0"/>
              <a:t>    But I still haven't found</a:t>
            </a:r>
          </a:p>
          <a:p>
            <a:r>
              <a:rPr lang="fr-FR" smtClean="0"/>
              <a:t>    What I'm looking for</a:t>
            </a:r>
          </a:p>
          <a:p>
            <a:endParaRPr lang="fr-FR" smtClean="0"/>
          </a:p>
          <a:p>
            <a:r>
              <a:rPr lang="fr-FR" smtClean="0"/>
              <a:t>8-  JE SUIS MONTÉ SUR LA PLUS HAUTE MONTAGNE</a:t>
            </a:r>
          </a:p>
          <a:p>
            <a:r>
              <a:rPr lang="fr-FR" smtClean="0"/>
              <a:t>     I have climbed the highest mountain</a:t>
            </a:r>
          </a:p>
          <a:p>
            <a:endParaRPr lang="fr-FR" smtClean="0"/>
          </a:p>
          <a:p>
            <a:r>
              <a:rPr lang="fr-FR" smtClean="0"/>
              <a:t>9-  J’AI PARCOURU TOUS LES CHAMPS</a:t>
            </a:r>
          </a:p>
          <a:p>
            <a:r>
              <a:rPr lang="fr-FR" smtClean="0"/>
              <a:t>     I have run through the fields</a:t>
            </a:r>
          </a:p>
          <a:p>
            <a:endParaRPr lang="fr-FR" smtClean="0"/>
          </a:p>
          <a:p>
            <a:r>
              <a:rPr lang="fr-FR" smtClean="0"/>
              <a:t>10-  JUSTE POUR ÊTRE AVEC TOI</a:t>
            </a:r>
            <a:br>
              <a:rPr lang="fr-FR" smtClean="0"/>
            </a:br>
            <a:r>
              <a:rPr lang="fr-FR" smtClean="0"/>
              <a:t>      JUSTE POUR ÊTRE AVEC TOI</a:t>
            </a:r>
          </a:p>
          <a:p>
            <a:r>
              <a:rPr lang="fr-FR" smtClean="0"/>
              <a:t>      Only to be with You</a:t>
            </a:r>
          </a:p>
          <a:p>
            <a:r>
              <a:rPr lang="fr-FR" smtClean="0"/>
              <a:t>      Only to be with You</a:t>
            </a:r>
          </a:p>
          <a:p>
            <a:endParaRPr lang="fr-FR" smtClean="0"/>
          </a:p>
          <a:p>
            <a:r>
              <a:rPr lang="fr-FR" smtClean="0"/>
              <a:t>11-  J’AI COURU, J’AI RAMPÉ</a:t>
            </a:r>
            <a:br>
              <a:rPr lang="fr-FR" smtClean="0"/>
            </a:br>
            <a:r>
              <a:rPr lang="fr-FR" smtClean="0"/>
              <a:t>      JE SUIS MONTÉ SUR CES MURAILLES</a:t>
            </a:r>
          </a:p>
          <a:p>
            <a:r>
              <a:rPr lang="fr-FR" smtClean="0"/>
              <a:t>      I have run, I have crawled</a:t>
            </a:r>
          </a:p>
          <a:p>
            <a:r>
              <a:rPr lang="fr-FR" smtClean="0"/>
              <a:t>      I have scaled these city walls</a:t>
            </a:r>
          </a:p>
          <a:p>
            <a:endParaRPr lang="fr-FR" smtClean="0"/>
          </a:p>
          <a:p>
            <a:r>
              <a:rPr lang="fr-FR" smtClean="0"/>
              <a:t>12-  SUR CES MURAILLES</a:t>
            </a:r>
            <a:br>
              <a:rPr lang="fr-FR" smtClean="0"/>
            </a:br>
            <a:r>
              <a:rPr lang="fr-FR" smtClean="0"/>
              <a:t>      JUSTE POUR ÊTRE AVEC TOI</a:t>
            </a:r>
            <a:br>
              <a:rPr lang="fr-FR" smtClean="0"/>
            </a:br>
            <a:r>
              <a:rPr lang="fr-FR" smtClean="0"/>
              <a:t>      These city walls</a:t>
            </a:r>
          </a:p>
          <a:p>
            <a:r>
              <a:rPr lang="fr-FR" smtClean="0"/>
              <a:t>      Only to be with You</a:t>
            </a:r>
          </a:p>
          <a:p>
            <a:endParaRPr lang="fr-FR" smtClean="0"/>
          </a:p>
          <a:p>
            <a:r>
              <a:rPr lang="fr-FR" smtClean="0"/>
              <a:t>13-  MAIS JE N’AI PAS TROUVÉ</a:t>
            </a:r>
            <a:br>
              <a:rPr lang="fr-FR" smtClean="0"/>
            </a:br>
            <a:r>
              <a:rPr lang="fr-FR" smtClean="0"/>
              <a:t>      CE QUE JE CHERCHAIS</a:t>
            </a:r>
          </a:p>
          <a:p>
            <a:r>
              <a:rPr lang="fr-FR" smtClean="0"/>
              <a:t>      But I still haven't found</a:t>
            </a:r>
          </a:p>
          <a:p>
            <a:r>
              <a:rPr lang="fr-FR" smtClean="0"/>
              <a:t>      What I'm looking for</a:t>
            </a:r>
          </a:p>
          <a:p>
            <a:endParaRPr lang="fr-FR" smtClean="0"/>
          </a:p>
          <a:p>
            <a:r>
              <a:rPr lang="fr-FR" smtClean="0"/>
              <a:t>14-  TON RÈGNE VIENT JE LE CROIS</a:t>
            </a:r>
          </a:p>
          <a:p>
            <a:r>
              <a:rPr lang="fr-FR" smtClean="0"/>
              <a:t>       I believe in the Kingdom Come</a:t>
            </a:r>
          </a:p>
          <a:p>
            <a:r>
              <a:rPr lang="fr-FR" smtClean="0"/>
              <a:t>15-  QUAND TOUTES LES COULEURS S’UNIRONT EN TOI</a:t>
            </a:r>
          </a:p>
          <a:p>
            <a:r>
              <a:rPr lang="fr-FR" smtClean="0"/>
              <a:t>       When all the colors will bleed into one</a:t>
            </a:r>
          </a:p>
          <a:p>
            <a:r>
              <a:rPr lang="fr-FR" smtClean="0"/>
              <a:t>16-  S’UNIRONT EN TOI</a:t>
            </a:r>
          </a:p>
          <a:p>
            <a:r>
              <a:rPr lang="fr-FR" smtClean="0"/>
              <a:t>       Bleed into one</a:t>
            </a:r>
          </a:p>
          <a:p>
            <a:endParaRPr lang="fr-FR" smtClean="0"/>
          </a:p>
          <a:p>
            <a:r>
              <a:rPr lang="fr-FR" smtClean="0"/>
              <a:t>17-  OUI, JE COURS ENCORE</a:t>
            </a:r>
          </a:p>
          <a:p>
            <a:r>
              <a:rPr lang="fr-FR" smtClean="0"/>
              <a:t>       Yes, I'm still running</a:t>
            </a:r>
          </a:p>
          <a:p>
            <a:endParaRPr lang="fr-FR" smtClean="0"/>
          </a:p>
          <a:p>
            <a:r>
              <a:rPr lang="fr-FR" smtClean="0"/>
              <a:t>18-  TU BRISAS LES JOUGS</a:t>
            </a:r>
            <a:br>
              <a:rPr lang="fr-FR" smtClean="0"/>
            </a:br>
            <a:r>
              <a:rPr lang="fr-FR" smtClean="0"/>
              <a:t>       TU BRISAS LES CHAÎNES</a:t>
            </a:r>
          </a:p>
          <a:p>
            <a:r>
              <a:rPr lang="fr-FR" smtClean="0"/>
              <a:t>       You broke the bonds</a:t>
            </a:r>
          </a:p>
          <a:p>
            <a:r>
              <a:rPr lang="fr-FR" smtClean="0"/>
              <a:t>       And you loosed the chains</a:t>
            </a:r>
          </a:p>
          <a:p>
            <a:endParaRPr lang="fr-FR" smtClean="0"/>
          </a:p>
          <a:p>
            <a:r>
              <a:rPr lang="fr-FR" smtClean="0"/>
              <a:t>19-  PORTAS LA CROIX DE TOUTE MA HONTE</a:t>
            </a:r>
          </a:p>
          <a:p>
            <a:r>
              <a:rPr lang="fr-FR" smtClean="0"/>
              <a:t>      Carried the cross of all my shame</a:t>
            </a:r>
          </a:p>
          <a:p>
            <a:r>
              <a:rPr lang="fr-FR" smtClean="0"/>
              <a:t>20-  DE TOUTE MA HONTE</a:t>
            </a:r>
            <a:br>
              <a:rPr lang="fr-FR" smtClean="0"/>
            </a:br>
            <a:r>
              <a:rPr lang="fr-FR" smtClean="0"/>
              <a:t>       SEIGNEUR JE LE CROIS</a:t>
            </a:r>
          </a:p>
          <a:p>
            <a:r>
              <a:rPr lang="fr-FR" smtClean="0"/>
              <a:t>       Of all my shame, Lord I believe it</a:t>
            </a:r>
          </a:p>
          <a:p>
            <a:r>
              <a:rPr lang="fr-FR" smtClean="0"/>
              <a:t>21-  ET FINALEMENT, J’AI TROUVÉ</a:t>
            </a:r>
            <a:br>
              <a:rPr lang="fr-FR" smtClean="0"/>
            </a:br>
            <a:r>
              <a:rPr lang="fr-FR" smtClean="0"/>
              <a:t>      CE QUE JE CHERCHAIS</a:t>
            </a:r>
          </a:p>
          <a:p>
            <a:r>
              <a:rPr lang="fr-FR" smtClean="0"/>
              <a:t>      And now I've finally found</a:t>
            </a:r>
          </a:p>
          <a:p>
            <a:r>
              <a:rPr lang="fr-FR" smtClean="0"/>
              <a:t>      What I'm looking for</a:t>
            </a:r>
          </a:p>
          <a:p>
            <a:endParaRPr lang="fr-FR" smtClean="0"/>
          </a:p>
          <a:p>
            <a:r>
              <a:rPr lang="fr-FR" smtClean="0"/>
              <a:t>22-  OUVRE LES YEUX DE MON CŒUR</a:t>
            </a:r>
            <a:br>
              <a:rPr lang="fr-FR" smtClean="0"/>
            </a:br>
            <a:r>
              <a:rPr lang="fr-FR" smtClean="0"/>
              <a:t>       OUVRE LES YEUX DE MON CŒUR </a:t>
            </a:r>
          </a:p>
          <a:p>
            <a:r>
              <a:rPr lang="fr-FR" smtClean="0"/>
              <a:t>       Open the eyes of my heart, Lord</a:t>
            </a:r>
          </a:p>
          <a:p>
            <a:r>
              <a:rPr lang="fr-FR" smtClean="0"/>
              <a:t>       Open the eyes of my heart</a:t>
            </a:r>
          </a:p>
          <a:p>
            <a:r>
              <a:rPr lang="fr-FR" smtClean="0"/>
              <a:t>23-  JE VEUX TE VOIR SEIGNEUR</a:t>
            </a:r>
            <a:br>
              <a:rPr lang="fr-FR" smtClean="0"/>
            </a:br>
            <a:r>
              <a:rPr lang="fr-FR" smtClean="0"/>
              <a:t>       JE VEUX TE VOIR SEIGNEUR</a:t>
            </a:r>
          </a:p>
          <a:p>
            <a:r>
              <a:rPr lang="fr-FR" smtClean="0"/>
              <a:t>       I want to see You</a:t>
            </a:r>
          </a:p>
          <a:p>
            <a:r>
              <a:rPr lang="fr-FR" smtClean="0"/>
              <a:t>       I want to see You</a:t>
            </a:r>
          </a:p>
          <a:p>
            <a:endParaRPr lang="fr-FR" smtClean="0"/>
          </a:p>
          <a:p>
            <a:r>
              <a:rPr lang="fr-FR" smtClean="0"/>
              <a:t>24-  ET FINALEMENT, J’AI TROUVÉ</a:t>
            </a:r>
            <a:br>
              <a:rPr lang="fr-FR" smtClean="0"/>
            </a:br>
            <a:r>
              <a:rPr lang="fr-FR" smtClean="0"/>
              <a:t>      CE QUE JE CHERCHAIS</a:t>
            </a:r>
          </a:p>
          <a:p>
            <a:r>
              <a:rPr lang="fr-FR" smtClean="0"/>
              <a:t>      And now I've finally found</a:t>
            </a:r>
          </a:p>
          <a:p>
            <a:r>
              <a:rPr lang="fr-FR" smtClean="0"/>
              <a:t>      What I'm looking for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MONTÉ SUR LA PLUS HAUTE MONTAGNE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 have climbed the highest mountain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J’AI PARCOURU TOUS LES CHAMPS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 have run through the fields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JUSTE POUR ÊTRE AVEC TOI</a:t>
            </a:r>
            <a:br>
              <a:rPr lang="fr-FR" smtClean="0"/>
            </a:br>
            <a:r>
              <a:rPr lang="fr-FR" smtClean="0"/>
              <a:t>     JUSTE POUR ÊTRE AVEC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J’AI COURU, J’AI RAMPÉ</a:t>
            </a:r>
            <a:br>
              <a:rPr lang="fr-FR" smtClean="0"/>
            </a:br>
            <a:r>
              <a:rPr lang="fr-FR" smtClean="0"/>
              <a:t>     JE SUIS MONTÉ SUR CES MURAILLES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have run, I have crawled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have scaled these city walls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SUR CES MURAILLES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These city walls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JUSTE POUR ÊTRE AVEC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MAIS JE N’AI PAS TROUVÉ</a:t>
            </a:r>
            <a:br>
              <a:rPr lang="fr-FR" smtClean="0"/>
            </a:br>
            <a:r>
              <a:rPr lang="fr-FR" smtClean="0"/>
              <a:t>    CE QUE JE CHERCHAIS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But I still haven't found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What I'm looking for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JE SUIS MONTÉ SUR LA PLUS HAUTE MONTAGNE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 have climbed the highest mountain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J’AI PARCOURU TOUS LES CHAMPS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 have run through the fields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JUSTE POUR ÊTRE AVEC TOI</a:t>
            </a:r>
            <a:br>
              <a:rPr lang="fr-FR" smtClean="0"/>
            </a:br>
            <a:r>
              <a:rPr lang="fr-FR" smtClean="0"/>
              <a:t>      JUSTE POUR ÊTRE AVEC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J’AI COURU, J’AI RAMPÉ</a:t>
            </a:r>
            <a:br>
              <a:rPr lang="fr-FR" smtClean="0"/>
            </a:br>
            <a:r>
              <a:rPr lang="fr-FR" smtClean="0"/>
              <a:t>      JE SUIS MONTÉ SUR CES MURAILLES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have run, I have crawled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have scaled these city walls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SUR CES MURAILLES</a:t>
            </a:r>
            <a:br>
              <a:rPr lang="fr-FR" smtClean="0"/>
            </a:br>
            <a:r>
              <a:rPr lang="fr-FR" smtClean="0"/>
              <a:t>      JUSTE POUR ÊTRE AVEC TOI</a:t>
            </a:r>
            <a:br>
              <a:rPr lang="fr-FR" smtClean="0"/>
            </a:br>
            <a:r>
              <a:rPr lang="fr-FR" smtClean="0"/>
              <a:t>      These city walls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MAIS JE N’AI PAS TROUVÉ</a:t>
            </a:r>
            <a:br>
              <a:rPr lang="fr-FR" smtClean="0"/>
            </a:br>
            <a:r>
              <a:rPr lang="fr-FR" smtClean="0"/>
              <a:t>      CE QUE JE CHERCHAIS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But I still haven't found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What I'm looking for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TON RÈGNE VIENT JE LE CROIS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believe in the Kingdom Come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QUAND TOUTES LES COULEURS S’UNIRONT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When all the colors will bleed into 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S’UNIRONT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Bleed into 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OUI, JE COURS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Yes, I'm still running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TU BRISAS LES JOUGS</a:t>
            </a:r>
            <a:br>
              <a:rPr lang="fr-FR" smtClean="0"/>
            </a:br>
            <a:r>
              <a:rPr lang="fr-FR" smtClean="0"/>
              <a:t>       TU BRISAS LES CHAÎNES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 broke the bonds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you loosed the chains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PORTAS LA CROIX DE TOUTE MA HONTE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Carried the cross of all my shame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DE TOUTE MA HONTE</a:t>
            </a:r>
            <a:br>
              <a:rPr lang="fr-FR" smtClean="0"/>
            </a:br>
            <a:r>
              <a:rPr lang="fr-FR" smtClean="0"/>
              <a:t>       SEIGNEUR JE LE CROIS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Of all my shame, Lord I believe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ET FINALEMENT, J’AI TROUVÉ</a:t>
            </a:r>
            <a:br>
              <a:rPr lang="fr-FR" smtClean="0"/>
            </a:br>
            <a:r>
              <a:rPr lang="fr-FR" smtClean="0"/>
              <a:t>      CE QUE JE CHERCHAIS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now I've finally found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What I'm looking for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OUVRE LES YEUX DE MON CŒUR</a:t>
            </a:r>
            <a:br>
              <a:rPr lang="fr-FR" smtClean="0"/>
            </a:br>
            <a:r>
              <a:rPr lang="fr-FR" smtClean="0"/>
              <a:t>       OUVRE LES YEUX DE MON CŒUR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Open the eyes of my heart,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Open the eyes of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VEUX TE VOIR SEIGNEUR</a:t>
            </a:r>
            <a:br>
              <a:rPr lang="fr-FR" smtClean="0"/>
            </a:br>
            <a:r>
              <a:rPr lang="fr-FR" smtClean="0"/>
              <a:t>       JE VEUX TE VOIR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want to see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want to see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ET FINALEMENT, J’AI TROUVÉ</a:t>
            </a:r>
            <a:br>
              <a:rPr lang="fr-FR" smtClean="0"/>
            </a:br>
            <a:r>
              <a:rPr lang="fr-FR" smtClean="0"/>
              <a:t>      CE QUE JE CHERCHAIS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now I've finally found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What I'm looking for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297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MONTÉ SUR LA PLUS HAUTE MONTAGNE</a:t>
            </a:r>
          </a:p>
          <a:p>
            <a:r>
              <a:rPr lang="fr-FR" smtClean="0"/>
              <a:t>     I have climbed the highest mountain</a:t>
            </a:r>
          </a:p>
          <a:p>
            <a:r>
              <a:rPr lang="fr-FR" smtClean="0"/>
              <a:t>2-  J’AI PARCOURU TOUS LES CHAMPS</a:t>
            </a:r>
          </a:p>
          <a:p>
            <a:r>
              <a:rPr lang="fr-FR" smtClean="0"/>
              <a:t>     I have run through the fields</a:t>
            </a:r>
          </a:p>
          <a:p>
            <a:endParaRPr lang="fr-FR" smtClean="0"/>
          </a:p>
          <a:p>
            <a:r>
              <a:rPr lang="fr-FR" smtClean="0"/>
              <a:t>3-  JUSTE POUR ÊTRE AVEC TOI</a:t>
            </a:r>
            <a:br>
              <a:rPr lang="fr-FR" smtClean="0"/>
            </a:br>
            <a:r>
              <a:rPr lang="fr-FR" smtClean="0"/>
              <a:t>     JUSTE POUR ÊTRE AVEC TOI</a:t>
            </a:r>
          </a:p>
          <a:p>
            <a:r>
              <a:rPr lang="fr-FR" smtClean="0"/>
              <a:t>     Only to be with You</a:t>
            </a:r>
          </a:p>
          <a:p>
            <a:r>
              <a:rPr lang="fr-FR" smtClean="0"/>
              <a:t>     Only to be with You</a:t>
            </a:r>
          </a:p>
          <a:p>
            <a:endParaRPr lang="fr-FR" smtClean="0"/>
          </a:p>
          <a:p>
            <a:r>
              <a:rPr lang="fr-FR" smtClean="0"/>
              <a:t>4-  J’AI COURU, J’AI RAMPÉ</a:t>
            </a:r>
            <a:br>
              <a:rPr lang="fr-FR" smtClean="0"/>
            </a:br>
            <a:r>
              <a:rPr lang="fr-FR" smtClean="0"/>
              <a:t>     JE SUIS MONTÉ SUR CES MURAILLES</a:t>
            </a:r>
          </a:p>
          <a:p>
            <a:r>
              <a:rPr lang="fr-FR" smtClean="0"/>
              <a:t>      I have run, I have crawled</a:t>
            </a:r>
          </a:p>
          <a:p>
            <a:r>
              <a:rPr lang="fr-FR" smtClean="0"/>
              <a:t>      I have scaled these city walls</a:t>
            </a:r>
          </a:p>
          <a:p>
            <a:r>
              <a:rPr lang="fr-FR" smtClean="0"/>
              <a:t>5-  SUR CES MURAILLES</a:t>
            </a:r>
          </a:p>
          <a:p>
            <a:r>
              <a:rPr lang="fr-FR" smtClean="0"/>
              <a:t>     These city walls</a:t>
            </a:r>
          </a:p>
          <a:p>
            <a:endParaRPr lang="fr-FR" smtClean="0"/>
          </a:p>
          <a:p>
            <a:r>
              <a:rPr lang="fr-FR" smtClean="0"/>
              <a:t>6-  JUSTE POUR ÊTRE AVEC TOI</a:t>
            </a:r>
          </a:p>
          <a:p>
            <a:r>
              <a:rPr lang="fr-FR" smtClean="0"/>
              <a:t>     Only to be with you</a:t>
            </a:r>
          </a:p>
          <a:p>
            <a:endParaRPr lang="fr-FR" smtClean="0"/>
          </a:p>
          <a:p>
            <a:r>
              <a:rPr lang="fr-FR" smtClean="0"/>
              <a:t>7-  MAIS JE N’AI PAS TROUVÉ</a:t>
            </a:r>
            <a:br>
              <a:rPr lang="fr-FR" smtClean="0"/>
            </a:br>
            <a:r>
              <a:rPr lang="fr-FR" smtClean="0"/>
              <a:t>    CE QUE JE CHERCHAIS</a:t>
            </a:r>
          </a:p>
          <a:p>
            <a:r>
              <a:rPr lang="fr-FR" smtClean="0"/>
              <a:t>    But I still haven't found</a:t>
            </a:r>
          </a:p>
          <a:p>
            <a:r>
              <a:rPr lang="fr-FR" smtClean="0"/>
              <a:t>    What I'm looking for</a:t>
            </a:r>
          </a:p>
          <a:p>
            <a:endParaRPr lang="fr-FR" smtClean="0"/>
          </a:p>
          <a:p>
            <a:r>
              <a:rPr lang="fr-FR" smtClean="0"/>
              <a:t>8-  JE SUIS MONTÉ SUR LA PLUS HAUTE MONTAGNE</a:t>
            </a:r>
          </a:p>
          <a:p>
            <a:r>
              <a:rPr lang="fr-FR" smtClean="0"/>
              <a:t>     I have climbed the highest mountain</a:t>
            </a:r>
          </a:p>
          <a:p>
            <a:endParaRPr lang="fr-FR" smtClean="0"/>
          </a:p>
          <a:p>
            <a:r>
              <a:rPr lang="fr-FR" smtClean="0"/>
              <a:t>9-  J’AI PARCOURU TOUS LES CHAMPS</a:t>
            </a:r>
          </a:p>
          <a:p>
            <a:r>
              <a:rPr lang="fr-FR" smtClean="0"/>
              <a:t>     I have run through the fields</a:t>
            </a:r>
          </a:p>
          <a:p>
            <a:endParaRPr lang="fr-FR" smtClean="0"/>
          </a:p>
          <a:p>
            <a:r>
              <a:rPr lang="fr-FR" smtClean="0"/>
              <a:t>10-  JUSTE POUR ÊTRE AVEC TOI</a:t>
            </a:r>
            <a:br>
              <a:rPr lang="fr-FR" smtClean="0"/>
            </a:br>
            <a:r>
              <a:rPr lang="fr-FR" smtClean="0"/>
              <a:t>      JUSTE POUR ÊTRE AVEC TOI</a:t>
            </a:r>
          </a:p>
          <a:p>
            <a:r>
              <a:rPr lang="fr-FR" smtClean="0"/>
              <a:t>      Only to be with You</a:t>
            </a:r>
          </a:p>
          <a:p>
            <a:r>
              <a:rPr lang="fr-FR" smtClean="0"/>
              <a:t>      Only to be with You</a:t>
            </a:r>
          </a:p>
          <a:p>
            <a:endParaRPr lang="fr-FR" smtClean="0"/>
          </a:p>
          <a:p>
            <a:r>
              <a:rPr lang="fr-FR" smtClean="0"/>
              <a:t>11-  J’AI COURU, J’AI RAMPÉ</a:t>
            </a:r>
            <a:br>
              <a:rPr lang="fr-FR" smtClean="0"/>
            </a:br>
            <a:r>
              <a:rPr lang="fr-FR" smtClean="0"/>
              <a:t>      JE SUIS MONTÉ SUR CES MURAILLES</a:t>
            </a:r>
          </a:p>
          <a:p>
            <a:r>
              <a:rPr lang="fr-FR" smtClean="0"/>
              <a:t>      I have run, I have crawled</a:t>
            </a:r>
          </a:p>
          <a:p>
            <a:r>
              <a:rPr lang="fr-FR" smtClean="0"/>
              <a:t>      I have scaled these city walls</a:t>
            </a:r>
          </a:p>
          <a:p>
            <a:endParaRPr lang="fr-FR" smtClean="0"/>
          </a:p>
          <a:p>
            <a:r>
              <a:rPr lang="fr-FR" smtClean="0"/>
              <a:t>12-  SUR CES MURAILLES</a:t>
            </a:r>
            <a:br>
              <a:rPr lang="fr-FR" smtClean="0"/>
            </a:br>
            <a:r>
              <a:rPr lang="fr-FR" smtClean="0"/>
              <a:t>      JUSTE POUR ÊTRE AVEC TOI</a:t>
            </a:r>
            <a:br>
              <a:rPr lang="fr-FR" smtClean="0"/>
            </a:br>
            <a:r>
              <a:rPr lang="fr-FR" smtClean="0"/>
              <a:t>      These city walls</a:t>
            </a:r>
          </a:p>
          <a:p>
            <a:r>
              <a:rPr lang="fr-FR" smtClean="0"/>
              <a:t>      Only to be with You</a:t>
            </a:r>
          </a:p>
          <a:p>
            <a:endParaRPr lang="fr-FR" smtClean="0"/>
          </a:p>
          <a:p>
            <a:r>
              <a:rPr lang="fr-FR" smtClean="0"/>
              <a:t>13-  MAIS JE N’AI PAS TROUVÉ</a:t>
            </a:r>
            <a:br>
              <a:rPr lang="fr-FR" smtClean="0"/>
            </a:br>
            <a:r>
              <a:rPr lang="fr-FR" smtClean="0"/>
              <a:t>      CE QUE JE CHERCHAIS</a:t>
            </a:r>
          </a:p>
          <a:p>
            <a:r>
              <a:rPr lang="fr-FR" smtClean="0"/>
              <a:t>      But I still haven't found</a:t>
            </a:r>
          </a:p>
          <a:p>
            <a:r>
              <a:rPr lang="fr-FR" smtClean="0"/>
              <a:t>      What I'm looking for</a:t>
            </a:r>
          </a:p>
          <a:p>
            <a:endParaRPr lang="fr-FR" smtClean="0"/>
          </a:p>
          <a:p>
            <a:r>
              <a:rPr lang="fr-FR" smtClean="0"/>
              <a:t>14-  TON RÈGNE VIENT JE LE CROIS</a:t>
            </a:r>
          </a:p>
          <a:p>
            <a:r>
              <a:rPr lang="fr-FR" smtClean="0"/>
              <a:t>       I believe in the Kingdom Come</a:t>
            </a:r>
          </a:p>
          <a:p>
            <a:r>
              <a:rPr lang="fr-FR" smtClean="0"/>
              <a:t>15-  QUAND TOUTES LES COULEURS S’UNIRONT EN TOI</a:t>
            </a:r>
          </a:p>
          <a:p>
            <a:r>
              <a:rPr lang="fr-FR" smtClean="0"/>
              <a:t>       When all the colors will bleed into one</a:t>
            </a:r>
          </a:p>
          <a:p>
            <a:r>
              <a:rPr lang="fr-FR" smtClean="0"/>
              <a:t>16-  S’UNIRONT EN TOI</a:t>
            </a:r>
          </a:p>
          <a:p>
            <a:r>
              <a:rPr lang="fr-FR" smtClean="0"/>
              <a:t>       Bleed into one</a:t>
            </a:r>
          </a:p>
          <a:p>
            <a:endParaRPr lang="fr-FR" smtClean="0"/>
          </a:p>
          <a:p>
            <a:r>
              <a:rPr lang="fr-FR" smtClean="0"/>
              <a:t>17-  OUI, JE COURS ENCORE</a:t>
            </a:r>
          </a:p>
          <a:p>
            <a:r>
              <a:rPr lang="fr-FR" smtClean="0"/>
              <a:t>       Yes, I'm still running</a:t>
            </a:r>
          </a:p>
          <a:p>
            <a:endParaRPr lang="fr-FR" smtClean="0"/>
          </a:p>
          <a:p>
            <a:r>
              <a:rPr lang="fr-FR" smtClean="0"/>
              <a:t>18-  TU BRISAS LES JOUGS</a:t>
            </a:r>
            <a:br>
              <a:rPr lang="fr-FR" smtClean="0"/>
            </a:br>
            <a:r>
              <a:rPr lang="fr-FR" smtClean="0"/>
              <a:t>       TU BRISAS LES CHAÎNES</a:t>
            </a:r>
          </a:p>
          <a:p>
            <a:r>
              <a:rPr lang="fr-FR" smtClean="0"/>
              <a:t>       You broke the bonds</a:t>
            </a:r>
          </a:p>
          <a:p>
            <a:r>
              <a:rPr lang="fr-FR" smtClean="0"/>
              <a:t>       And you loosed the chains</a:t>
            </a:r>
          </a:p>
          <a:p>
            <a:endParaRPr lang="fr-FR" smtClean="0"/>
          </a:p>
          <a:p>
            <a:r>
              <a:rPr lang="fr-FR" smtClean="0"/>
              <a:t>19-  PORTAS LA CROIX DE TOUTE MA HONTE</a:t>
            </a:r>
          </a:p>
          <a:p>
            <a:r>
              <a:rPr lang="fr-FR" smtClean="0"/>
              <a:t>      Carried the cross of all my shame</a:t>
            </a:r>
          </a:p>
          <a:p>
            <a:r>
              <a:rPr lang="fr-FR" smtClean="0"/>
              <a:t>20-  DE TOUTE MA HONTE</a:t>
            </a:r>
            <a:br>
              <a:rPr lang="fr-FR" smtClean="0"/>
            </a:br>
            <a:r>
              <a:rPr lang="fr-FR" smtClean="0"/>
              <a:t>       SEIGNEUR JE LE CROIS</a:t>
            </a:r>
          </a:p>
          <a:p>
            <a:r>
              <a:rPr lang="fr-FR" smtClean="0"/>
              <a:t>       Of all my shame, Lord I believe it</a:t>
            </a:r>
          </a:p>
          <a:p>
            <a:r>
              <a:rPr lang="fr-FR" smtClean="0"/>
              <a:t>21-  ET FINALEMENT, J’AI TROUVÉ</a:t>
            </a:r>
            <a:br>
              <a:rPr lang="fr-FR" smtClean="0"/>
            </a:br>
            <a:r>
              <a:rPr lang="fr-FR" smtClean="0"/>
              <a:t>      CE QUE JE CHERCHAIS</a:t>
            </a:r>
          </a:p>
          <a:p>
            <a:r>
              <a:rPr lang="fr-FR" smtClean="0"/>
              <a:t>      And now I've finally found</a:t>
            </a:r>
          </a:p>
          <a:p>
            <a:r>
              <a:rPr lang="fr-FR" smtClean="0"/>
              <a:t>      What I'm looking for</a:t>
            </a:r>
          </a:p>
          <a:p>
            <a:endParaRPr lang="fr-FR" smtClean="0"/>
          </a:p>
          <a:p>
            <a:r>
              <a:rPr lang="fr-FR" smtClean="0"/>
              <a:t>22-  OUVRE LES YEUX DE MON CŒUR</a:t>
            </a:r>
            <a:br>
              <a:rPr lang="fr-FR" smtClean="0"/>
            </a:br>
            <a:r>
              <a:rPr lang="fr-FR" smtClean="0"/>
              <a:t>       OUVRE LES YEUX DE MON CŒUR </a:t>
            </a:r>
          </a:p>
          <a:p>
            <a:r>
              <a:rPr lang="fr-FR" smtClean="0"/>
              <a:t>       Open the eyes of my heart, Lord</a:t>
            </a:r>
          </a:p>
          <a:p>
            <a:r>
              <a:rPr lang="fr-FR" smtClean="0"/>
              <a:t>       Open the eyes of my heart</a:t>
            </a:r>
          </a:p>
          <a:p>
            <a:r>
              <a:rPr lang="fr-FR" smtClean="0"/>
              <a:t>23-  JE VEUX TE VOIR SEIGNEUR</a:t>
            </a:r>
            <a:br>
              <a:rPr lang="fr-FR" smtClean="0"/>
            </a:br>
            <a:r>
              <a:rPr lang="fr-FR" smtClean="0"/>
              <a:t>       JE VEUX TE VOIR SEIGNEUR</a:t>
            </a:r>
          </a:p>
          <a:p>
            <a:r>
              <a:rPr lang="fr-FR" smtClean="0"/>
              <a:t>       I want to see You</a:t>
            </a:r>
          </a:p>
          <a:p>
            <a:r>
              <a:rPr lang="fr-FR" smtClean="0"/>
              <a:t>       I want to see You</a:t>
            </a:r>
          </a:p>
          <a:p>
            <a:endParaRPr lang="fr-FR" smtClean="0"/>
          </a:p>
          <a:p>
            <a:r>
              <a:rPr lang="fr-FR" smtClean="0"/>
              <a:t>24-  ET FINALEMENT, J’AI TROUVÉ</a:t>
            </a:r>
            <a:br>
              <a:rPr lang="fr-FR" smtClean="0"/>
            </a:br>
            <a:r>
              <a:rPr lang="fr-FR" smtClean="0"/>
              <a:t>      CE QUE JE CHERCHAIS</a:t>
            </a:r>
          </a:p>
          <a:p>
            <a:r>
              <a:rPr lang="fr-FR" smtClean="0"/>
              <a:t>      And now I've finally found</a:t>
            </a:r>
          </a:p>
          <a:p>
            <a:r>
              <a:rPr lang="fr-FR" smtClean="0"/>
              <a:t>      What I'm looking for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MONTÉ SUR LA PLUS HAUTE MONTAGNE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 have climbed the highest mountain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J’AI PARCOURU TOUS LES CHAMPS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 have run through the fields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JUSTE POUR ÊTRE AVEC TOI</a:t>
            </a:r>
            <a:br>
              <a:rPr lang="fr-FR" smtClean="0"/>
            </a:br>
            <a:r>
              <a:rPr lang="fr-FR" smtClean="0"/>
              <a:t>     JUSTE POUR ÊTRE AVEC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J’AI COURU, J’AI RAMPÉ</a:t>
            </a:r>
            <a:br>
              <a:rPr lang="fr-FR" smtClean="0"/>
            </a:br>
            <a:r>
              <a:rPr lang="fr-FR" smtClean="0"/>
              <a:t>     JE SUIS MONTÉ SUR CES MURAILLES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have run, I have crawled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have scaled these city walls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SUR CES MURAILLES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These city walls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JUSTE POUR ÊTRE AVEC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MAIS JE N’AI PAS TROUVÉ</a:t>
            </a:r>
            <a:br>
              <a:rPr lang="fr-FR" smtClean="0"/>
            </a:br>
            <a:r>
              <a:rPr lang="fr-FR" smtClean="0"/>
              <a:t>    CE QUE JE CHERCHAIS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But I still haven't found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What I'm looking for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JE SUIS MONTÉ SUR LA PLUS HAUTE MONTAGNE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 have climbed the highest mountain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J’AI PARCOURU TOUS LES CHAMPS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 have run through the fields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JUSTE POUR ÊTRE AVEC TOI</a:t>
            </a:r>
            <a:br>
              <a:rPr lang="fr-FR" smtClean="0"/>
            </a:br>
            <a:r>
              <a:rPr lang="fr-FR" smtClean="0"/>
              <a:t>      JUSTE POUR ÊTRE AVEC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J’AI COURU, J’AI RAMPÉ</a:t>
            </a:r>
            <a:br>
              <a:rPr lang="fr-FR" smtClean="0"/>
            </a:br>
            <a:r>
              <a:rPr lang="fr-FR" smtClean="0"/>
              <a:t>      JE SUIS MONTÉ SUR CES MURAILLES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have run, I have crawled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have scaled these city walls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SUR CES MURAILLES</a:t>
            </a:r>
            <a:br>
              <a:rPr lang="fr-FR" smtClean="0"/>
            </a:br>
            <a:r>
              <a:rPr lang="fr-FR" smtClean="0"/>
              <a:t>      JUSTE POUR ÊTRE AVEC TOI</a:t>
            </a:r>
            <a:br>
              <a:rPr lang="fr-FR" smtClean="0"/>
            </a:br>
            <a:r>
              <a:rPr lang="fr-FR" smtClean="0"/>
              <a:t>      These city walls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MAIS JE N’AI PAS TROUVÉ</a:t>
            </a:r>
            <a:br>
              <a:rPr lang="fr-FR" smtClean="0"/>
            </a:br>
            <a:r>
              <a:rPr lang="fr-FR" smtClean="0"/>
              <a:t>      CE QUE JE CHERCHAIS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But I still haven't found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What I'm looking for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TON RÈGNE VIENT JE LE CROIS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believe in the Kingdom Come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QUAND TOUTES LES COULEURS S’UNIRONT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When all the colors will bleed into 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S’UNIRONT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Bleed into 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OUI, JE COURS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Yes, I'm still running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TU BRISAS LES JOUGS</a:t>
            </a:r>
            <a:br>
              <a:rPr lang="fr-FR" smtClean="0"/>
            </a:br>
            <a:r>
              <a:rPr lang="fr-FR" smtClean="0"/>
              <a:t>       TU BRISAS LES CHAÎNES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 broke the bonds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you loosed the chains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PORTAS LA CROIX DE TOUTE MA HONTE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Carried the cross of all my shame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DE TOUTE MA HONTE</a:t>
            </a:r>
            <a:br>
              <a:rPr lang="fr-FR" smtClean="0"/>
            </a:br>
            <a:r>
              <a:rPr lang="fr-FR" smtClean="0"/>
              <a:t>       SEIGNEUR JE LE CROIS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Of all my shame, Lord I believe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ET FINALEMENT, J’AI TROUVÉ</a:t>
            </a:r>
            <a:br>
              <a:rPr lang="fr-FR" smtClean="0"/>
            </a:br>
            <a:r>
              <a:rPr lang="fr-FR" smtClean="0"/>
              <a:t>      CE QUE JE CHERCHAIS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now I've finally found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What I'm looking for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OUVRE LES YEUX DE MON CŒUR</a:t>
            </a:r>
            <a:br>
              <a:rPr lang="fr-FR" smtClean="0"/>
            </a:br>
            <a:r>
              <a:rPr lang="fr-FR" smtClean="0"/>
              <a:t>       OUVRE LES YEUX DE MON CŒUR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Open the eyes of my heart,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Open the eyes of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VEUX TE VOIR SEIGNEUR</a:t>
            </a:r>
            <a:br>
              <a:rPr lang="fr-FR" smtClean="0"/>
            </a:br>
            <a:r>
              <a:rPr lang="fr-FR" smtClean="0"/>
              <a:t>       JE VEUX TE VOIR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want to see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want to see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ET FINALEMENT, J’AI TROUVÉ</a:t>
            </a:r>
            <a:br>
              <a:rPr lang="fr-FR" smtClean="0"/>
            </a:br>
            <a:r>
              <a:rPr lang="fr-FR" smtClean="0"/>
              <a:t>      CE QUE JE CHERCHAIS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now I've finally found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What I'm looking for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307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MONTÉ SUR LA PLUS HAUTE MONTAGNE</a:t>
            </a:r>
          </a:p>
          <a:p>
            <a:r>
              <a:rPr lang="fr-FR" smtClean="0"/>
              <a:t>     I have climbed the highest mountain</a:t>
            </a:r>
          </a:p>
          <a:p>
            <a:r>
              <a:rPr lang="fr-FR" smtClean="0"/>
              <a:t>2-  J’AI PARCOURU TOUS LES CHAMPS</a:t>
            </a:r>
          </a:p>
          <a:p>
            <a:r>
              <a:rPr lang="fr-FR" smtClean="0"/>
              <a:t>     I have run through the fields</a:t>
            </a:r>
          </a:p>
          <a:p>
            <a:endParaRPr lang="fr-FR" smtClean="0"/>
          </a:p>
          <a:p>
            <a:r>
              <a:rPr lang="fr-FR" smtClean="0"/>
              <a:t>3-  JUSTE POUR ÊTRE AVEC TOI</a:t>
            </a:r>
            <a:br>
              <a:rPr lang="fr-FR" smtClean="0"/>
            </a:br>
            <a:r>
              <a:rPr lang="fr-FR" smtClean="0"/>
              <a:t>     JUSTE POUR ÊTRE AVEC TOI</a:t>
            </a:r>
          </a:p>
          <a:p>
            <a:r>
              <a:rPr lang="fr-FR" smtClean="0"/>
              <a:t>     Only to be with You</a:t>
            </a:r>
          </a:p>
          <a:p>
            <a:r>
              <a:rPr lang="fr-FR" smtClean="0"/>
              <a:t>     Only to be with You</a:t>
            </a:r>
          </a:p>
          <a:p>
            <a:endParaRPr lang="fr-FR" smtClean="0"/>
          </a:p>
          <a:p>
            <a:r>
              <a:rPr lang="fr-FR" smtClean="0"/>
              <a:t>4-  J’AI COURU, J’AI RAMPÉ</a:t>
            </a:r>
            <a:br>
              <a:rPr lang="fr-FR" smtClean="0"/>
            </a:br>
            <a:r>
              <a:rPr lang="fr-FR" smtClean="0"/>
              <a:t>     JE SUIS MONTÉ SUR CES MURAILLES</a:t>
            </a:r>
          </a:p>
          <a:p>
            <a:r>
              <a:rPr lang="fr-FR" smtClean="0"/>
              <a:t>      I have run, I have crawled</a:t>
            </a:r>
          </a:p>
          <a:p>
            <a:r>
              <a:rPr lang="fr-FR" smtClean="0"/>
              <a:t>      I have scaled these city walls</a:t>
            </a:r>
          </a:p>
          <a:p>
            <a:r>
              <a:rPr lang="fr-FR" smtClean="0"/>
              <a:t>5-  SUR CES MURAILLES</a:t>
            </a:r>
          </a:p>
          <a:p>
            <a:r>
              <a:rPr lang="fr-FR" smtClean="0"/>
              <a:t>     These city walls</a:t>
            </a:r>
          </a:p>
          <a:p>
            <a:endParaRPr lang="fr-FR" smtClean="0"/>
          </a:p>
          <a:p>
            <a:r>
              <a:rPr lang="fr-FR" smtClean="0"/>
              <a:t>6-  JUSTE POUR ÊTRE AVEC TOI</a:t>
            </a:r>
          </a:p>
          <a:p>
            <a:r>
              <a:rPr lang="fr-FR" smtClean="0"/>
              <a:t>     Only to be with you</a:t>
            </a:r>
          </a:p>
          <a:p>
            <a:endParaRPr lang="fr-FR" smtClean="0"/>
          </a:p>
          <a:p>
            <a:r>
              <a:rPr lang="fr-FR" smtClean="0"/>
              <a:t>7-  MAIS JE N’AI PAS TROUVÉ</a:t>
            </a:r>
            <a:br>
              <a:rPr lang="fr-FR" smtClean="0"/>
            </a:br>
            <a:r>
              <a:rPr lang="fr-FR" smtClean="0"/>
              <a:t>    CE QUE JE CHERCHAIS</a:t>
            </a:r>
          </a:p>
          <a:p>
            <a:r>
              <a:rPr lang="fr-FR" smtClean="0"/>
              <a:t>    But I still haven't found</a:t>
            </a:r>
          </a:p>
          <a:p>
            <a:r>
              <a:rPr lang="fr-FR" smtClean="0"/>
              <a:t>    What I'm looking for</a:t>
            </a:r>
          </a:p>
          <a:p>
            <a:endParaRPr lang="fr-FR" smtClean="0"/>
          </a:p>
          <a:p>
            <a:r>
              <a:rPr lang="fr-FR" smtClean="0"/>
              <a:t>8-  JE SUIS MONTÉ SUR LA PLUS HAUTE MONTAGNE</a:t>
            </a:r>
          </a:p>
          <a:p>
            <a:r>
              <a:rPr lang="fr-FR" smtClean="0"/>
              <a:t>     I have climbed the highest mountain</a:t>
            </a:r>
          </a:p>
          <a:p>
            <a:endParaRPr lang="fr-FR" smtClean="0"/>
          </a:p>
          <a:p>
            <a:r>
              <a:rPr lang="fr-FR" smtClean="0"/>
              <a:t>9-  J’AI PARCOURU TOUS LES CHAMPS</a:t>
            </a:r>
          </a:p>
          <a:p>
            <a:r>
              <a:rPr lang="fr-FR" smtClean="0"/>
              <a:t>     I have run through the fields</a:t>
            </a:r>
          </a:p>
          <a:p>
            <a:endParaRPr lang="fr-FR" smtClean="0"/>
          </a:p>
          <a:p>
            <a:r>
              <a:rPr lang="fr-FR" smtClean="0"/>
              <a:t>10-  JUSTE POUR ÊTRE AVEC TOI</a:t>
            </a:r>
            <a:br>
              <a:rPr lang="fr-FR" smtClean="0"/>
            </a:br>
            <a:r>
              <a:rPr lang="fr-FR" smtClean="0"/>
              <a:t>      JUSTE POUR ÊTRE AVEC TOI</a:t>
            </a:r>
          </a:p>
          <a:p>
            <a:r>
              <a:rPr lang="fr-FR" smtClean="0"/>
              <a:t>      Only to be with You</a:t>
            </a:r>
          </a:p>
          <a:p>
            <a:r>
              <a:rPr lang="fr-FR" smtClean="0"/>
              <a:t>      Only to be with You</a:t>
            </a:r>
          </a:p>
          <a:p>
            <a:endParaRPr lang="fr-FR" smtClean="0"/>
          </a:p>
          <a:p>
            <a:r>
              <a:rPr lang="fr-FR" smtClean="0"/>
              <a:t>11-  J’AI COURU, J’AI RAMPÉ</a:t>
            </a:r>
            <a:br>
              <a:rPr lang="fr-FR" smtClean="0"/>
            </a:br>
            <a:r>
              <a:rPr lang="fr-FR" smtClean="0"/>
              <a:t>      JE SUIS MONTÉ SUR CES MURAILLES</a:t>
            </a:r>
          </a:p>
          <a:p>
            <a:r>
              <a:rPr lang="fr-FR" smtClean="0"/>
              <a:t>      I have run, I have crawled</a:t>
            </a:r>
          </a:p>
          <a:p>
            <a:r>
              <a:rPr lang="fr-FR" smtClean="0"/>
              <a:t>      I have scaled these city walls</a:t>
            </a:r>
          </a:p>
          <a:p>
            <a:endParaRPr lang="fr-FR" smtClean="0"/>
          </a:p>
          <a:p>
            <a:r>
              <a:rPr lang="fr-FR" smtClean="0"/>
              <a:t>12-  SUR CES MURAILLES</a:t>
            </a:r>
            <a:br>
              <a:rPr lang="fr-FR" smtClean="0"/>
            </a:br>
            <a:r>
              <a:rPr lang="fr-FR" smtClean="0"/>
              <a:t>      JUSTE POUR ÊTRE AVEC TOI</a:t>
            </a:r>
            <a:br>
              <a:rPr lang="fr-FR" smtClean="0"/>
            </a:br>
            <a:r>
              <a:rPr lang="fr-FR" smtClean="0"/>
              <a:t>      These city walls</a:t>
            </a:r>
          </a:p>
          <a:p>
            <a:r>
              <a:rPr lang="fr-FR" smtClean="0"/>
              <a:t>      Only to be with You</a:t>
            </a:r>
          </a:p>
          <a:p>
            <a:endParaRPr lang="fr-FR" smtClean="0"/>
          </a:p>
          <a:p>
            <a:r>
              <a:rPr lang="fr-FR" smtClean="0"/>
              <a:t>13-  MAIS JE N’AI PAS TROUVÉ</a:t>
            </a:r>
            <a:br>
              <a:rPr lang="fr-FR" smtClean="0"/>
            </a:br>
            <a:r>
              <a:rPr lang="fr-FR" smtClean="0"/>
              <a:t>      CE QUE JE CHERCHAIS</a:t>
            </a:r>
          </a:p>
          <a:p>
            <a:r>
              <a:rPr lang="fr-FR" smtClean="0"/>
              <a:t>      But I still haven't found</a:t>
            </a:r>
          </a:p>
          <a:p>
            <a:r>
              <a:rPr lang="fr-FR" smtClean="0"/>
              <a:t>      What I'm looking for</a:t>
            </a:r>
          </a:p>
          <a:p>
            <a:endParaRPr lang="fr-FR" smtClean="0"/>
          </a:p>
          <a:p>
            <a:r>
              <a:rPr lang="fr-FR" smtClean="0"/>
              <a:t>14-  TON RÈGNE VIENT JE LE CROIS</a:t>
            </a:r>
          </a:p>
          <a:p>
            <a:r>
              <a:rPr lang="fr-FR" smtClean="0"/>
              <a:t>       I believe in the Kingdom Come</a:t>
            </a:r>
          </a:p>
          <a:p>
            <a:r>
              <a:rPr lang="fr-FR" smtClean="0"/>
              <a:t>15-  QUAND TOUTES LES COULEURS S’UNIRONT EN TOI</a:t>
            </a:r>
          </a:p>
          <a:p>
            <a:r>
              <a:rPr lang="fr-FR" smtClean="0"/>
              <a:t>       When all the colors will bleed into one</a:t>
            </a:r>
          </a:p>
          <a:p>
            <a:r>
              <a:rPr lang="fr-FR" smtClean="0"/>
              <a:t>16-  S’UNIRONT EN TOI</a:t>
            </a:r>
          </a:p>
          <a:p>
            <a:r>
              <a:rPr lang="fr-FR" smtClean="0"/>
              <a:t>       Bleed into one</a:t>
            </a:r>
          </a:p>
          <a:p>
            <a:endParaRPr lang="fr-FR" smtClean="0"/>
          </a:p>
          <a:p>
            <a:r>
              <a:rPr lang="fr-FR" smtClean="0"/>
              <a:t>17-  OUI, JE COURS ENCORE</a:t>
            </a:r>
          </a:p>
          <a:p>
            <a:r>
              <a:rPr lang="fr-FR" smtClean="0"/>
              <a:t>       Yes, I'm still running</a:t>
            </a:r>
          </a:p>
          <a:p>
            <a:endParaRPr lang="fr-FR" smtClean="0"/>
          </a:p>
          <a:p>
            <a:r>
              <a:rPr lang="fr-FR" smtClean="0"/>
              <a:t>18-  TU BRISAS LES JOUGS</a:t>
            </a:r>
            <a:br>
              <a:rPr lang="fr-FR" smtClean="0"/>
            </a:br>
            <a:r>
              <a:rPr lang="fr-FR" smtClean="0"/>
              <a:t>       TU BRISAS LES CHAÎNES</a:t>
            </a:r>
          </a:p>
          <a:p>
            <a:r>
              <a:rPr lang="fr-FR" smtClean="0"/>
              <a:t>       You broke the bonds</a:t>
            </a:r>
          </a:p>
          <a:p>
            <a:r>
              <a:rPr lang="fr-FR" smtClean="0"/>
              <a:t>       And you loosed the chains</a:t>
            </a:r>
          </a:p>
          <a:p>
            <a:endParaRPr lang="fr-FR" smtClean="0"/>
          </a:p>
          <a:p>
            <a:r>
              <a:rPr lang="fr-FR" smtClean="0"/>
              <a:t>19-  PORTAS LA CROIX DE TOUTE MA HONTE</a:t>
            </a:r>
          </a:p>
          <a:p>
            <a:r>
              <a:rPr lang="fr-FR" smtClean="0"/>
              <a:t>      Carried the cross of all my shame</a:t>
            </a:r>
          </a:p>
          <a:p>
            <a:r>
              <a:rPr lang="fr-FR" smtClean="0"/>
              <a:t>20-  DE TOUTE MA HONTE</a:t>
            </a:r>
            <a:br>
              <a:rPr lang="fr-FR" smtClean="0"/>
            </a:br>
            <a:r>
              <a:rPr lang="fr-FR" smtClean="0"/>
              <a:t>       SEIGNEUR JE LE CROIS</a:t>
            </a:r>
          </a:p>
          <a:p>
            <a:r>
              <a:rPr lang="fr-FR" smtClean="0"/>
              <a:t>       Of all my shame, Lord I believe it</a:t>
            </a:r>
          </a:p>
          <a:p>
            <a:r>
              <a:rPr lang="fr-FR" smtClean="0"/>
              <a:t>21-  ET FINALEMENT, J’AI TROUVÉ</a:t>
            </a:r>
            <a:br>
              <a:rPr lang="fr-FR" smtClean="0"/>
            </a:br>
            <a:r>
              <a:rPr lang="fr-FR" smtClean="0"/>
              <a:t>      CE QUE JE CHERCHAIS</a:t>
            </a:r>
          </a:p>
          <a:p>
            <a:r>
              <a:rPr lang="fr-FR" smtClean="0"/>
              <a:t>      And now I've finally found</a:t>
            </a:r>
          </a:p>
          <a:p>
            <a:r>
              <a:rPr lang="fr-FR" smtClean="0"/>
              <a:t>      What I'm looking for</a:t>
            </a:r>
          </a:p>
          <a:p>
            <a:endParaRPr lang="fr-FR" smtClean="0"/>
          </a:p>
          <a:p>
            <a:r>
              <a:rPr lang="fr-FR" smtClean="0"/>
              <a:t>22-  OUVRE LES YEUX DE MON CŒUR</a:t>
            </a:r>
            <a:br>
              <a:rPr lang="fr-FR" smtClean="0"/>
            </a:br>
            <a:r>
              <a:rPr lang="fr-FR" smtClean="0"/>
              <a:t>       OUVRE LES YEUX DE MON CŒUR </a:t>
            </a:r>
          </a:p>
          <a:p>
            <a:r>
              <a:rPr lang="fr-FR" smtClean="0"/>
              <a:t>       Open the eyes of my heart, Lord</a:t>
            </a:r>
          </a:p>
          <a:p>
            <a:r>
              <a:rPr lang="fr-FR" smtClean="0"/>
              <a:t>       Open the eyes of my heart</a:t>
            </a:r>
          </a:p>
          <a:p>
            <a:r>
              <a:rPr lang="fr-FR" smtClean="0"/>
              <a:t>23-  JE VEUX TE VOIR SEIGNEUR</a:t>
            </a:r>
            <a:br>
              <a:rPr lang="fr-FR" smtClean="0"/>
            </a:br>
            <a:r>
              <a:rPr lang="fr-FR" smtClean="0"/>
              <a:t>       JE VEUX TE VOIR SEIGNEUR</a:t>
            </a:r>
          </a:p>
          <a:p>
            <a:r>
              <a:rPr lang="fr-FR" smtClean="0"/>
              <a:t>       I want to see You</a:t>
            </a:r>
          </a:p>
          <a:p>
            <a:r>
              <a:rPr lang="fr-FR" smtClean="0"/>
              <a:t>       I want to see You</a:t>
            </a:r>
          </a:p>
          <a:p>
            <a:endParaRPr lang="fr-FR" smtClean="0"/>
          </a:p>
          <a:p>
            <a:r>
              <a:rPr lang="fr-FR" smtClean="0"/>
              <a:t>24-  ET FINALEMENT, J’AI TROUVÉ</a:t>
            </a:r>
            <a:br>
              <a:rPr lang="fr-FR" smtClean="0"/>
            </a:br>
            <a:r>
              <a:rPr lang="fr-FR" smtClean="0"/>
              <a:t>      CE QUE JE CHERCHAIS</a:t>
            </a:r>
          </a:p>
          <a:p>
            <a:r>
              <a:rPr lang="fr-FR" smtClean="0"/>
              <a:t>      And now I've finally found</a:t>
            </a:r>
          </a:p>
          <a:p>
            <a:r>
              <a:rPr lang="fr-FR" smtClean="0"/>
              <a:t>      What I'm looking for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MONTÉ SUR LA PLUS HAUTE MONTAGNE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 have climbed the highest mountain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J’AI PARCOURU TOUS LES CHAMPS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 have run through the fields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JUSTE POUR ÊTRE AVEC TOI</a:t>
            </a:r>
            <a:br>
              <a:rPr lang="fr-FR" smtClean="0"/>
            </a:br>
            <a:r>
              <a:rPr lang="fr-FR" smtClean="0"/>
              <a:t>     JUSTE POUR ÊTRE AVEC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J’AI COURU, J’AI RAMPÉ</a:t>
            </a:r>
            <a:br>
              <a:rPr lang="fr-FR" smtClean="0"/>
            </a:br>
            <a:r>
              <a:rPr lang="fr-FR" smtClean="0"/>
              <a:t>     JE SUIS MONTÉ SUR CES MURAILLES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have run, I have crawled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have scaled these city walls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SUR CES MURAILLES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These city walls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JUSTE POUR ÊTRE AVEC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MAIS JE N’AI PAS TROUVÉ</a:t>
            </a:r>
            <a:br>
              <a:rPr lang="fr-FR" smtClean="0"/>
            </a:br>
            <a:r>
              <a:rPr lang="fr-FR" smtClean="0"/>
              <a:t>    CE QUE JE CHERCHAIS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But I still haven't found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What I'm looking for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JE SUIS MONTÉ SUR LA PLUS HAUTE MONTAGNE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 have climbed the highest mountain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J’AI PARCOURU TOUS LES CHAMPS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 have run through the fields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JUSTE POUR ÊTRE AVEC TOI</a:t>
            </a:r>
            <a:br>
              <a:rPr lang="fr-FR" smtClean="0"/>
            </a:br>
            <a:r>
              <a:rPr lang="fr-FR" smtClean="0"/>
              <a:t>      JUSTE POUR ÊTRE AVEC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J’AI COURU, J’AI RAMPÉ</a:t>
            </a:r>
            <a:br>
              <a:rPr lang="fr-FR" smtClean="0"/>
            </a:br>
            <a:r>
              <a:rPr lang="fr-FR" smtClean="0"/>
              <a:t>      JE SUIS MONTÉ SUR CES MURAILLES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have run, I have crawled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have scaled these city walls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SUR CES MURAILLES</a:t>
            </a:r>
            <a:br>
              <a:rPr lang="fr-FR" smtClean="0"/>
            </a:br>
            <a:r>
              <a:rPr lang="fr-FR" smtClean="0"/>
              <a:t>      JUSTE POUR ÊTRE AVEC TOI</a:t>
            </a:r>
            <a:br>
              <a:rPr lang="fr-FR" smtClean="0"/>
            </a:br>
            <a:r>
              <a:rPr lang="fr-FR" smtClean="0"/>
              <a:t>      These city walls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MAIS JE N’AI PAS TROUVÉ</a:t>
            </a:r>
            <a:br>
              <a:rPr lang="fr-FR" smtClean="0"/>
            </a:br>
            <a:r>
              <a:rPr lang="fr-FR" smtClean="0"/>
              <a:t>      CE QUE JE CHERCHAIS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But I still haven't found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What I'm looking for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TON RÈGNE VIENT JE LE CROIS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believe in the Kingdom Come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QUAND TOUTES LES COULEURS S’UNIRONT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When all the colors will bleed into 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S’UNIRONT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Bleed into 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OUI, JE COURS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Yes, I'm still running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TU BRISAS LES JOUGS</a:t>
            </a:r>
            <a:br>
              <a:rPr lang="fr-FR" smtClean="0"/>
            </a:br>
            <a:r>
              <a:rPr lang="fr-FR" smtClean="0"/>
              <a:t>       TU BRISAS LES CHAÎNES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 broke the bonds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you loosed the chains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PORTAS LA CROIX DE TOUTE MA HONTE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Carried the cross of all my shame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DE TOUTE MA HONTE</a:t>
            </a:r>
            <a:br>
              <a:rPr lang="fr-FR" smtClean="0"/>
            </a:br>
            <a:r>
              <a:rPr lang="fr-FR" smtClean="0"/>
              <a:t>       SEIGNEUR JE LE CROIS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Of all my shame, Lord I believe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ET FINALEMENT, J’AI TROUVÉ</a:t>
            </a:r>
            <a:br>
              <a:rPr lang="fr-FR" smtClean="0"/>
            </a:br>
            <a:r>
              <a:rPr lang="fr-FR" smtClean="0"/>
              <a:t>      CE QUE JE CHERCHAIS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now I've finally found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What I'm looking for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OUVRE LES YEUX DE MON CŒUR</a:t>
            </a:r>
            <a:br>
              <a:rPr lang="fr-FR" smtClean="0"/>
            </a:br>
            <a:r>
              <a:rPr lang="fr-FR" smtClean="0"/>
              <a:t>       OUVRE LES YEUX DE MON CŒUR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Open the eyes of my heart,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Open the eyes of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VEUX TE VOIR SEIGNEUR</a:t>
            </a:r>
            <a:br>
              <a:rPr lang="fr-FR" smtClean="0"/>
            </a:br>
            <a:r>
              <a:rPr lang="fr-FR" smtClean="0"/>
              <a:t>       JE VEUX TE VOIR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want to see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want to see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ET FINALEMENT, J’AI TROUVÉ</a:t>
            </a:r>
            <a:br>
              <a:rPr lang="fr-FR" smtClean="0"/>
            </a:br>
            <a:r>
              <a:rPr lang="fr-FR" smtClean="0"/>
              <a:t>      CE QUE JE CHERCHAIS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now I've finally found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What I'm looking for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317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MONTÉ SUR LA PLUS HAUTE MONTAGNE</a:t>
            </a:r>
          </a:p>
          <a:p>
            <a:r>
              <a:rPr lang="fr-FR" smtClean="0"/>
              <a:t>     I have climbed the highest mountain</a:t>
            </a:r>
          </a:p>
          <a:p>
            <a:r>
              <a:rPr lang="fr-FR" smtClean="0"/>
              <a:t>2-  J’AI PARCOURU TOUS LES CHAMPS</a:t>
            </a:r>
          </a:p>
          <a:p>
            <a:r>
              <a:rPr lang="fr-FR" smtClean="0"/>
              <a:t>     I have run through the fields</a:t>
            </a:r>
          </a:p>
          <a:p>
            <a:endParaRPr lang="fr-FR" smtClean="0"/>
          </a:p>
          <a:p>
            <a:r>
              <a:rPr lang="fr-FR" smtClean="0"/>
              <a:t>3-  JUSTE POUR ÊTRE AVEC TOI</a:t>
            </a:r>
            <a:br>
              <a:rPr lang="fr-FR" smtClean="0"/>
            </a:br>
            <a:r>
              <a:rPr lang="fr-FR" smtClean="0"/>
              <a:t>     JUSTE POUR ÊTRE AVEC TOI</a:t>
            </a:r>
          </a:p>
          <a:p>
            <a:r>
              <a:rPr lang="fr-FR" smtClean="0"/>
              <a:t>     Only to be with You</a:t>
            </a:r>
          </a:p>
          <a:p>
            <a:r>
              <a:rPr lang="fr-FR" smtClean="0"/>
              <a:t>     Only to be with You</a:t>
            </a:r>
          </a:p>
          <a:p>
            <a:endParaRPr lang="fr-FR" smtClean="0"/>
          </a:p>
          <a:p>
            <a:r>
              <a:rPr lang="fr-FR" smtClean="0"/>
              <a:t>4-  J’AI COURU, J’AI RAMPÉ</a:t>
            </a:r>
            <a:br>
              <a:rPr lang="fr-FR" smtClean="0"/>
            </a:br>
            <a:r>
              <a:rPr lang="fr-FR" smtClean="0"/>
              <a:t>     JE SUIS MONTÉ SUR CES MURAILLES</a:t>
            </a:r>
          </a:p>
          <a:p>
            <a:r>
              <a:rPr lang="fr-FR" smtClean="0"/>
              <a:t>      I have run, I have crawled</a:t>
            </a:r>
          </a:p>
          <a:p>
            <a:r>
              <a:rPr lang="fr-FR" smtClean="0"/>
              <a:t>      I have scaled these city walls</a:t>
            </a:r>
          </a:p>
          <a:p>
            <a:r>
              <a:rPr lang="fr-FR" smtClean="0"/>
              <a:t>5-  SUR CES MURAILLES</a:t>
            </a:r>
          </a:p>
          <a:p>
            <a:r>
              <a:rPr lang="fr-FR" smtClean="0"/>
              <a:t>     These city walls</a:t>
            </a:r>
          </a:p>
          <a:p>
            <a:endParaRPr lang="fr-FR" smtClean="0"/>
          </a:p>
          <a:p>
            <a:r>
              <a:rPr lang="fr-FR" smtClean="0"/>
              <a:t>6-  JUSTE POUR ÊTRE AVEC TOI</a:t>
            </a:r>
          </a:p>
          <a:p>
            <a:r>
              <a:rPr lang="fr-FR" smtClean="0"/>
              <a:t>     Only to be with you</a:t>
            </a:r>
          </a:p>
          <a:p>
            <a:endParaRPr lang="fr-FR" smtClean="0"/>
          </a:p>
          <a:p>
            <a:r>
              <a:rPr lang="fr-FR" smtClean="0"/>
              <a:t>7-  MAIS JE N’AI PAS TROUVÉ</a:t>
            </a:r>
            <a:br>
              <a:rPr lang="fr-FR" smtClean="0"/>
            </a:br>
            <a:r>
              <a:rPr lang="fr-FR" smtClean="0"/>
              <a:t>    CE QUE JE CHERCHAIS</a:t>
            </a:r>
          </a:p>
          <a:p>
            <a:r>
              <a:rPr lang="fr-FR" smtClean="0"/>
              <a:t>    But I still haven't found</a:t>
            </a:r>
          </a:p>
          <a:p>
            <a:r>
              <a:rPr lang="fr-FR" smtClean="0"/>
              <a:t>    What I'm looking for</a:t>
            </a:r>
          </a:p>
          <a:p>
            <a:endParaRPr lang="fr-FR" smtClean="0"/>
          </a:p>
          <a:p>
            <a:r>
              <a:rPr lang="fr-FR" smtClean="0"/>
              <a:t>8-  JE SUIS MONTÉ SUR LA PLUS HAUTE MONTAGNE</a:t>
            </a:r>
          </a:p>
          <a:p>
            <a:r>
              <a:rPr lang="fr-FR" smtClean="0"/>
              <a:t>     I have climbed the highest mountain</a:t>
            </a:r>
          </a:p>
          <a:p>
            <a:endParaRPr lang="fr-FR" smtClean="0"/>
          </a:p>
          <a:p>
            <a:r>
              <a:rPr lang="fr-FR" smtClean="0"/>
              <a:t>9-  J’AI PARCOURU TOUS LES CHAMPS</a:t>
            </a:r>
          </a:p>
          <a:p>
            <a:r>
              <a:rPr lang="fr-FR" smtClean="0"/>
              <a:t>     I have run through the fields</a:t>
            </a:r>
          </a:p>
          <a:p>
            <a:endParaRPr lang="fr-FR" smtClean="0"/>
          </a:p>
          <a:p>
            <a:r>
              <a:rPr lang="fr-FR" smtClean="0"/>
              <a:t>10-  JUSTE POUR ÊTRE AVEC TOI</a:t>
            </a:r>
            <a:br>
              <a:rPr lang="fr-FR" smtClean="0"/>
            </a:br>
            <a:r>
              <a:rPr lang="fr-FR" smtClean="0"/>
              <a:t>      JUSTE POUR ÊTRE AVEC TOI</a:t>
            </a:r>
          </a:p>
          <a:p>
            <a:r>
              <a:rPr lang="fr-FR" smtClean="0"/>
              <a:t>      Only to be with You</a:t>
            </a:r>
          </a:p>
          <a:p>
            <a:r>
              <a:rPr lang="fr-FR" smtClean="0"/>
              <a:t>      Only to be with You</a:t>
            </a:r>
          </a:p>
          <a:p>
            <a:endParaRPr lang="fr-FR" smtClean="0"/>
          </a:p>
          <a:p>
            <a:r>
              <a:rPr lang="fr-FR" smtClean="0"/>
              <a:t>11-  J’AI COURU, J’AI RAMPÉ</a:t>
            </a:r>
            <a:br>
              <a:rPr lang="fr-FR" smtClean="0"/>
            </a:br>
            <a:r>
              <a:rPr lang="fr-FR" smtClean="0"/>
              <a:t>      JE SUIS MONTÉ SUR CES MURAILLES</a:t>
            </a:r>
          </a:p>
          <a:p>
            <a:r>
              <a:rPr lang="fr-FR" smtClean="0"/>
              <a:t>      I have run, I have crawled</a:t>
            </a:r>
          </a:p>
          <a:p>
            <a:r>
              <a:rPr lang="fr-FR" smtClean="0"/>
              <a:t>      I have scaled these city walls</a:t>
            </a:r>
          </a:p>
          <a:p>
            <a:endParaRPr lang="fr-FR" smtClean="0"/>
          </a:p>
          <a:p>
            <a:r>
              <a:rPr lang="fr-FR" smtClean="0"/>
              <a:t>12-  SUR CES MURAILLES</a:t>
            </a:r>
            <a:br>
              <a:rPr lang="fr-FR" smtClean="0"/>
            </a:br>
            <a:r>
              <a:rPr lang="fr-FR" smtClean="0"/>
              <a:t>      JUSTE POUR ÊTRE AVEC TOI</a:t>
            </a:r>
            <a:br>
              <a:rPr lang="fr-FR" smtClean="0"/>
            </a:br>
            <a:r>
              <a:rPr lang="fr-FR" smtClean="0"/>
              <a:t>      These city walls</a:t>
            </a:r>
          </a:p>
          <a:p>
            <a:r>
              <a:rPr lang="fr-FR" smtClean="0"/>
              <a:t>      Only to be with You</a:t>
            </a:r>
          </a:p>
          <a:p>
            <a:endParaRPr lang="fr-FR" smtClean="0"/>
          </a:p>
          <a:p>
            <a:r>
              <a:rPr lang="fr-FR" smtClean="0"/>
              <a:t>13-  MAIS JE N’AI PAS TROUVÉ</a:t>
            </a:r>
            <a:br>
              <a:rPr lang="fr-FR" smtClean="0"/>
            </a:br>
            <a:r>
              <a:rPr lang="fr-FR" smtClean="0"/>
              <a:t>      CE QUE JE CHERCHAIS</a:t>
            </a:r>
          </a:p>
          <a:p>
            <a:r>
              <a:rPr lang="fr-FR" smtClean="0"/>
              <a:t>      But I still haven't found</a:t>
            </a:r>
          </a:p>
          <a:p>
            <a:r>
              <a:rPr lang="fr-FR" smtClean="0"/>
              <a:t>      What I'm looking for</a:t>
            </a:r>
          </a:p>
          <a:p>
            <a:endParaRPr lang="fr-FR" smtClean="0"/>
          </a:p>
          <a:p>
            <a:r>
              <a:rPr lang="fr-FR" smtClean="0"/>
              <a:t>14-  TON RÈGNE VIENT JE LE CROIS</a:t>
            </a:r>
          </a:p>
          <a:p>
            <a:r>
              <a:rPr lang="fr-FR" smtClean="0"/>
              <a:t>       I believe in the Kingdom Come</a:t>
            </a:r>
          </a:p>
          <a:p>
            <a:r>
              <a:rPr lang="fr-FR" smtClean="0"/>
              <a:t>15-  QUAND TOUTES LES COULEURS S’UNIRONT EN TOI</a:t>
            </a:r>
          </a:p>
          <a:p>
            <a:r>
              <a:rPr lang="fr-FR" smtClean="0"/>
              <a:t>       When all the colors will bleed into one</a:t>
            </a:r>
          </a:p>
          <a:p>
            <a:r>
              <a:rPr lang="fr-FR" smtClean="0"/>
              <a:t>16-  S’UNIRONT EN TOI</a:t>
            </a:r>
          </a:p>
          <a:p>
            <a:r>
              <a:rPr lang="fr-FR" smtClean="0"/>
              <a:t>       Bleed into one</a:t>
            </a:r>
          </a:p>
          <a:p>
            <a:endParaRPr lang="fr-FR" smtClean="0"/>
          </a:p>
          <a:p>
            <a:r>
              <a:rPr lang="fr-FR" smtClean="0"/>
              <a:t>17-  OUI, JE COURS ENCORE</a:t>
            </a:r>
          </a:p>
          <a:p>
            <a:r>
              <a:rPr lang="fr-FR" smtClean="0"/>
              <a:t>       Yes, I'm still running</a:t>
            </a:r>
          </a:p>
          <a:p>
            <a:endParaRPr lang="fr-FR" smtClean="0"/>
          </a:p>
          <a:p>
            <a:r>
              <a:rPr lang="fr-FR" smtClean="0"/>
              <a:t>18-  TU BRISAS LES JOUGS</a:t>
            </a:r>
            <a:br>
              <a:rPr lang="fr-FR" smtClean="0"/>
            </a:br>
            <a:r>
              <a:rPr lang="fr-FR" smtClean="0"/>
              <a:t>       TU BRISAS LES CHAÎNES</a:t>
            </a:r>
          </a:p>
          <a:p>
            <a:r>
              <a:rPr lang="fr-FR" smtClean="0"/>
              <a:t>       You broke the bonds</a:t>
            </a:r>
          </a:p>
          <a:p>
            <a:r>
              <a:rPr lang="fr-FR" smtClean="0"/>
              <a:t>       And you loosed the chains</a:t>
            </a:r>
          </a:p>
          <a:p>
            <a:endParaRPr lang="fr-FR" smtClean="0"/>
          </a:p>
          <a:p>
            <a:r>
              <a:rPr lang="fr-FR" smtClean="0"/>
              <a:t>19-  PORTAS LA CROIX DE TOUTE MA HONTE</a:t>
            </a:r>
          </a:p>
          <a:p>
            <a:r>
              <a:rPr lang="fr-FR" smtClean="0"/>
              <a:t>      Carried the cross of all my shame</a:t>
            </a:r>
          </a:p>
          <a:p>
            <a:r>
              <a:rPr lang="fr-FR" smtClean="0"/>
              <a:t>20-  DE TOUTE MA HONTE</a:t>
            </a:r>
            <a:br>
              <a:rPr lang="fr-FR" smtClean="0"/>
            </a:br>
            <a:r>
              <a:rPr lang="fr-FR" smtClean="0"/>
              <a:t>       SEIGNEUR JE LE CROIS</a:t>
            </a:r>
          </a:p>
          <a:p>
            <a:r>
              <a:rPr lang="fr-FR" smtClean="0"/>
              <a:t>       Of all my shame, Lord I believe it</a:t>
            </a:r>
          </a:p>
          <a:p>
            <a:r>
              <a:rPr lang="fr-FR" smtClean="0"/>
              <a:t>21-  ET FINALEMENT, J’AI TROUVÉ</a:t>
            </a:r>
            <a:br>
              <a:rPr lang="fr-FR" smtClean="0"/>
            </a:br>
            <a:r>
              <a:rPr lang="fr-FR" smtClean="0"/>
              <a:t>      CE QUE JE CHERCHAIS</a:t>
            </a:r>
          </a:p>
          <a:p>
            <a:r>
              <a:rPr lang="fr-FR" smtClean="0"/>
              <a:t>      And now I've finally found</a:t>
            </a:r>
          </a:p>
          <a:p>
            <a:r>
              <a:rPr lang="fr-FR" smtClean="0"/>
              <a:t>      What I'm looking for</a:t>
            </a:r>
          </a:p>
          <a:p>
            <a:endParaRPr lang="fr-FR" smtClean="0"/>
          </a:p>
          <a:p>
            <a:r>
              <a:rPr lang="fr-FR" smtClean="0"/>
              <a:t>22-  OUVRE LES YEUX DE MON CŒUR</a:t>
            </a:r>
            <a:br>
              <a:rPr lang="fr-FR" smtClean="0"/>
            </a:br>
            <a:r>
              <a:rPr lang="fr-FR" smtClean="0"/>
              <a:t>       OUVRE LES YEUX DE MON CŒUR </a:t>
            </a:r>
          </a:p>
          <a:p>
            <a:r>
              <a:rPr lang="fr-FR" smtClean="0"/>
              <a:t>       Open the eyes of my heart, Lord</a:t>
            </a:r>
          </a:p>
          <a:p>
            <a:r>
              <a:rPr lang="fr-FR" smtClean="0"/>
              <a:t>       Open the eyes of my heart</a:t>
            </a:r>
          </a:p>
          <a:p>
            <a:r>
              <a:rPr lang="fr-FR" smtClean="0"/>
              <a:t>23-  JE VEUX TE VOIR SEIGNEUR</a:t>
            </a:r>
            <a:br>
              <a:rPr lang="fr-FR" smtClean="0"/>
            </a:br>
            <a:r>
              <a:rPr lang="fr-FR" smtClean="0"/>
              <a:t>       JE VEUX TE VOIR SEIGNEUR</a:t>
            </a:r>
          </a:p>
          <a:p>
            <a:r>
              <a:rPr lang="fr-FR" smtClean="0"/>
              <a:t>       I want to see You</a:t>
            </a:r>
          </a:p>
          <a:p>
            <a:r>
              <a:rPr lang="fr-FR" smtClean="0"/>
              <a:t>       I want to see You</a:t>
            </a:r>
          </a:p>
          <a:p>
            <a:endParaRPr lang="fr-FR" smtClean="0"/>
          </a:p>
          <a:p>
            <a:r>
              <a:rPr lang="fr-FR" smtClean="0"/>
              <a:t>24-  ET FINALEMENT, J’AI TROUVÉ</a:t>
            </a:r>
            <a:br>
              <a:rPr lang="fr-FR" smtClean="0"/>
            </a:br>
            <a:r>
              <a:rPr lang="fr-FR" smtClean="0"/>
              <a:t>      CE QUE JE CHERCHAIS</a:t>
            </a:r>
          </a:p>
          <a:p>
            <a:r>
              <a:rPr lang="fr-FR" smtClean="0"/>
              <a:t>      And now I've finally found</a:t>
            </a:r>
          </a:p>
          <a:p>
            <a:r>
              <a:rPr lang="fr-FR" smtClean="0"/>
              <a:t>      What I'm looking for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MONTÉ SUR LA PLUS HAUTE MONTAGNE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 have climbed the highest mountain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J’AI PARCOURU TOUS LES CHAMPS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 have run through the fields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JUSTE POUR ÊTRE AVEC TOI</a:t>
            </a:r>
            <a:br>
              <a:rPr lang="fr-FR" smtClean="0"/>
            </a:br>
            <a:r>
              <a:rPr lang="fr-FR" smtClean="0"/>
              <a:t>     JUSTE POUR ÊTRE AVEC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J’AI COURU, J’AI RAMPÉ</a:t>
            </a:r>
            <a:br>
              <a:rPr lang="fr-FR" smtClean="0"/>
            </a:br>
            <a:r>
              <a:rPr lang="fr-FR" smtClean="0"/>
              <a:t>     JE SUIS MONTÉ SUR CES MURAILLES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have run, I have crawled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have scaled these city walls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SUR CES MURAILLES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These city walls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JUSTE POUR ÊTRE AVEC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MAIS JE N’AI PAS TROUVÉ</a:t>
            </a:r>
            <a:br>
              <a:rPr lang="fr-FR" smtClean="0"/>
            </a:br>
            <a:r>
              <a:rPr lang="fr-FR" smtClean="0"/>
              <a:t>    CE QUE JE CHERCHAIS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But I still haven't found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What I'm looking for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JE SUIS MONTÉ SUR LA PLUS HAUTE MONTAGNE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 have climbed the highest mountain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J’AI PARCOURU TOUS LES CHAMPS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 have run through the fields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JUSTE POUR ÊTRE AVEC TOI</a:t>
            </a:r>
            <a:br>
              <a:rPr lang="fr-FR" smtClean="0"/>
            </a:br>
            <a:r>
              <a:rPr lang="fr-FR" smtClean="0"/>
              <a:t>      JUSTE POUR ÊTRE AVEC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J’AI COURU, J’AI RAMPÉ</a:t>
            </a:r>
            <a:br>
              <a:rPr lang="fr-FR" smtClean="0"/>
            </a:br>
            <a:r>
              <a:rPr lang="fr-FR" smtClean="0"/>
              <a:t>      JE SUIS MONTÉ SUR CES MURAILLES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have run, I have crawled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have scaled these city walls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SUR CES MURAILLES</a:t>
            </a:r>
            <a:br>
              <a:rPr lang="fr-FR" smtClean="0"/>
            </a:br>
            <a:r>
              <a:rPr lang="fr-FR" smtClean="0"/>
              <a:t>      JUSTE POUR ÊTRE AVEC TOI</a:t>
            </a:r>
            <a:br>
              <a:rPr lang="fr-FR" smtClean="0"/>
            </a:br>
            <a:r>
              <a:rPr lang="fr-FR" smtClean="0"/>
              <a:t>      These city walls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MAIS JE N’AI PAS TROUVÉ</a:t>
            </a:r>
            <a:br>
              <a:rPr lang="fr-FR" smtClean="0"/>
            </a:br>
            <a:r>
              <a:rPr lang="fr-FR" smtClean="0"/>
              <a:t>      CE QUE JE CHERCHAIS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But I still haven't found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What I'm looking for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TON RÈGNE VIENT JE LE CROIS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believe in the Kingdom Come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QUAND TOUTES LES COULEURS S’UNIRONT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When all the colors will bleed into 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S’UNIRONT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Bleed into 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OUI, JE COURS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Yes, I'm still running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TU BRISAS LES JOUGS</a:t>
            </a:r>
            <a:br>
              <a:rPr lang="fr-FR" smtClean="0"/>
            </a:br>
            <a:r>
              <a:rPr lang="fr-FR" smtClean="0"/>
              <a:t>       TU BRISAS LES CHAÎNES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 broke the bonds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you loosed the chains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PORTAS LA CROIX DE TOUTE MA HONTE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Carried the cross of all my shame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DE TOUTE MA HONTE</a:t>
            </a:r>
            <a:br>
              <a:rPr lang="fr-FR" smtClean="0"/>
            </a:br>
            <a:r>
              <a:rPr lang="fr-FR" smtClean="0"/>
              <a:t>       SEIGNEUR JE LE CROIS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Of all my shame, Lord I believe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ET FINALEMENT, J’AI TROUVÉ</a:t>
            </a:r>
            <a:br>
              <a:rPr lang="fr-FR" smtClean="0"/>
            </a:br>
            <a:r>
              <a:rPr lang="fr-FR" smtClean="0"/>
              <a:t>      CE QUE JE CHERCHAIS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now I've finally found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What I'm looking for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OUVRE LES YEUX DE MON CŒUR</a:t>
            </a:r>
            <a:br>
              <a:rPr lang="fr-FR" smtClean="0"/>
            </a:br>
            <a:r>
              <a:rPr lang="fr-FR" smtClean="0"/>
              <a:t>       OUVRE LES YEUX DE MON CŒUR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Open the eyes of my heart,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Open the eyes of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VEUX TE VOIR SEIGNEUR</a:t>
            </a:r>
            <a:br>
              <a:rPr lang="fr-FR" smtClean="0"/>
            </a:br>
            <a:r>
              <a:rPr lang="fr-FR" smtClean="0"/>
              <a:t>       JE VEUX TE VOIR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want to see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want to see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ET FINALEMENT, J’AI TROUVÉ</a:t>
            </a:r>
            <a:br>
              <a:rPr lang="fr-FR" smtClean="0"/>
            </a:br>
            <a:r>
              <a:rPr lang="fr-FR" smtClean="0"/>
              <a:t>      CE QUE JE CHERCHAIS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now I've finally found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What I'm looking for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327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MONTÉ SUR LA PLUS HAUTE MONTAGNE</a:t>
            </a:r>
          </a:p>
          <a:p>
            <a:r>
              <a:rPr lang="fr-FR" smtClean="0"/>
              <a:t>     I have climbed the highest mountain</a:t>
            </a:r>
          </a:p>
          <a:p>
            <a:r>
              <a:rPr lang="fr-FR" smtClean="0"/>
              <a:t>2-  J’AI PARCOURU TOUS LES CHAMPS</a:t>
            </a:r>
          </a:p>
          <a:p>
            <a:r>
              <a:rPr lang="fr-FR" smtClean="0"/>
              <a:t>     I have run through the fields</a:t>
            </a:r>
          </a:p>
          <a:p>
            <a:endParaRPr lang="fr-FR" smtClean="0"/>
          </a:p>
          <a:p>
            <a:r>
              <a:rPr lang="fr-FR" smtClean="0"/>
              <a:t>3-  JUSTE POUR ÊTRE AVEC TOI</a:t>
            </a:r>
            <a:br>
              <a:rPr lang="fr-FR" smtClean="0"/>
            </a:br>
            <a:r>
              <a:rPr lang="fr-FR" smtClean="0"/>
              <a:t>     JUSTE POUR ÊTRE AVEC TOI</a:t>
            </a:r>
          </a:p>
          <a:p>
            <a:r>
              <a:rPr lang="fr-FR" smtClean="0"/>
              <a:t>     Only to be with You</a:t>
            </a:r>
          </a:p>
          <a:p>
            <a:r>
              <a:rPr lang="fr-FR" smtClean="0"/>
              <a:t>     Only to be with You</a:t>
            </a:r>
          </a:p>
          <a:p>
            <a:endParaRPr lang="fr-FR" smtClean="0"/>
          </a:p>
          <a:p>
            <a:r>
              <a:rPr lang="fr-FR" smtClean="0"/>
              <a:t>4-  J’AI COURU, J’AI RAMPÉ</a:t>
            </a:r>
            <a:br>
              <a:rPr lang="fr-FR" smtClean="0"/>
            </a:br>
            <a:r>
              <a:rPr lang="fr-FR" smtClean="0"/>
              <a:t>     JE SUIS MONTÉ SUR CES MURAILLES</a:t>
            </a:r>
          </a:p>
          <a:p>
            <a:r>
              <a:rPr lang="fr-FR" smtClean="0"/>
              <a:t>      I have run, I have crawled</a:t>
            </a:r>
          </a:p>
          <a:p>
            <a:r>
              <a:rPr lang="fr-FR" smtClean="0"/>
              <a:t>      I have scaled these city walls</a:t>
            </a:r>
          </a:p>
          <a:p>
            <a:r>
              <a:rPr lang="fr-FR" smtClean="0"/>
              <a:t>5-  SUR CES MURAILLES</a:t>
            </a:r>
          </a:p>
          <a:p>
            <a:r>
              <a:rPr lang="fr-FR" smtClean="0"/>
              <a:t>     These city walls</a:t>
            </a:r>
          </a:p>
          <a:p>
            <a:endParaRPr lang="fr-FR" smtClean="0"/>
          </a:p>
          <a:p>
            <a:r>
              <a:rPr lang="fr-FR" smtClean="0"/>
              <a:t>6-  JUSTE POUR ÊTRE AVEC TOI</a:t>
            </a:r>
          </a:p>
          <a:p>
            <a:r>
              <a:rPr lang="fr-FR" smtClean="0"/>
              <a:t>     Only to be with you</a:t>
            </a:r>
          </a:p>
          <a:p>
            <a:endParaRPr lang="fr-FR" smtClean="0"/>
          </a:p>
          <a:p>
            <a:r>
              <a:rPr lang="fr-FR" smtClean="0"/>
              <a:t>7-  MAIS JE N’AI PAS TROUVÉ</a:t>
            </a:r>
            <a:br>
              <a:rPr lang="fr-FR" smtClean="0"/>
            </a:br>
            <a:r>
              <a:rPr lang="fr-FR" smtClean="0"/>
              <a:t>    CE QUE JE CHERCHAIS</a:t>
            </a:r>
          </a:p>
          <a:p>
            <a:r>
              <a:rPr lang="fr-FR" smtClean="0"/>
              <a:t>    But I still haven't found</a:t>
            </a:r>
          </a:p>
          <a:p>
            <a:r>
              <a:rPr lang="fr-FR" smtClean="0"/>
              <a:t>    What I'm looking for</a:t>
            </a:r>
          </a:p>
          <a:p>
            <a:endParaRPr lang="fr-FR" smtClean="0"/>
          </a:p>
          <a:p>
            <a:r>
              <a:rPr lang="fr-FR" smtClean="0"/>
              <a:t>8-  JE SUIS MONTÉ SUR LA PLUS HAUTE MONTAGNE</a:t>
            </a:r>
          </a:p>
          <a:p>
            <a:r>
              <a:rPr lang="fr-FR" smtClean="0"/>
              <a:t>     I have climbed the highest mountain</a:t>
            </a:r>
          </a:p>
          <a:p>
            <a:endParaRPr lang="fr-FR" smtClean="0"/>
          </a:p>
          <a:p>
            <a:r>
              <a:rPr lang="fr-FR" smtClean="0"/>
              <a:t>9-  J’AI PARCOURU TOUS LES CHAMPS</a:t>
            </a:r>
          </a:p>
          <a:p>
            <a:r>
              <a:rPr lang="fr-FR" smtClean="0"/>
              <a:t>     I have run through the fields</a:t>
            </a:r>
          </a:p>
          <a:p>
            <a:endParaRPr lang="fr-FR" smtClean="0"/>
          </a:p>
          <a:p>
            <a:r>
              <a:rPr lang="fr-FR" smtClean="0"/>
              <a:t>10-  JUSTE POUR ÊTRE AVEC TOI</a:t>
            </a:r>
            <a:br>
              <a:rPr lang="fr-FR" smtClean="0"/>
            </a:br>
            <a:r>
              <a:rPr lang="fr-FR" smtClean="0"/>
              <a:t>      JUSTE POUR ÊTRE AVEC TOI</a:t>
            </a:r>
          </a:p>
          <a:p>
            <a:r>
              <a:rPr lang="fr-FR" smtClean="0"/>
              <a:t>      Only to be with You</a:t>
            </a:r>
          </a:p>
          <a:p>
            <a:r>
              <a:rPr lang="fr-FR" smtClean="0"/>
              <a:t>      Only to be with You</a:t>
            </a:r>
          </a:p>
          <a:p>
            <a:endParaRPr lang="fr-FR" smtClean="0"/>
          </a:p>
          <a:p>
            <a:r>
              <a:rPr lang="fr-FR" smtClean="0"/>
              <a:t>11-  J’AI COURU, J’AI RAMPÉ</a:t>
            </a:r>
            <a:br>
              <a:rPr lang="fr-FR" smtClean="0"/>
            </a:br>
            <a:r>
              <a:rPr lang="fr-FR" smtClean="0"/>
              <a:t>      JE SUIS MONTÉ SUR CES MURAILLES</a:t>
            </a:r>
          </a:p>
          <a:p>
            <a:r>
              <a:rPr lang="fr-FR" smtClean="0"/>
              <a:t>      I have run, I have crawled</a:t>
            </a:r>
          </a:p>
          <a:p>
            <a:r>
              <a:rPr lang="fr-FR" smtClean="0"/>
              <a:t>      I have scaled these city walls</a:t>
            </a:r>
          </a:p>
          <a:p>
            <a:endParaRPr lang="fr-FR" smtClean="0"/>
          </a:p>
          <a:p>
            <a:r>
              <a:rPr lang="fr-FR" smtClean="0"/>
              <a:t>12-  SUR CES MURAILLES</a:t>
            </a:r>
            <a:br>
              <a:rPr lang="fr-FR" smtClean="0"/>
            </a:br>
            <a:r>
              <a:rPr lang="fr-FR" smtClean="0"/>
              <a:t>      JUSTE POUR ÊTRE AVEC TOI</a:t>
            </a:r>
            <a:br>
              <a:rPr lang="fr-FR" smtClean="0"/>
            </a:br>
            <a:r>
              <a:rPr lang="fr-FR" smtClean="0"/>
              <a:t>      These city walls</a:t>
            </a:r>
          </a:p>
          <a:p>
            <a:r>
              <a:rPr lang="fr-FR" smtClean="0"/>
              <a:t>      Only to be with You</a:t>
            </a:r>
          </a:p>
          <a:p>
            <a:endParaRPr lang="fr-FR" smtClean="0"/>
          </a:p>
          <a:p>
            <a:r>
              <a:rPr lang="fr-FR" smtClean="0"/>
              <a:t>13-  MAIS JE N’AI PAS TROUVÉ</a:t>
            </a:r>
            <a:br>
              <a:rPr lang="fr-FR" smtClean="0"/>
            </a:br>
            <a:r>
              <a:rPr lang="fr-FR" smtClean="0"/>
              <a:t>      CE QUE JE CHERCHAIS</a:t>
            </a:r>
          </a:p>
          <a:p>
            <a:r>
              <a:rPr lang="fr-FR" smtClean="0"/>
              <a:t>      But I still haven't found</a:t>
            </a:r>
          </a:p>
          <a:p>
            <a:r>
              <a:rPr lang="fr-FR" smtClean="0"/>
              <a:t>      What I'm looking for</a:t>
            </a:r>
          </a:p>
          <a:p>
            <a:endParaRPr lang="fr-FR" smtClean="0"/>
          </a:p>
          <a:p>
            <a:r>
              <a:rPr lang="fr-FR" smtClean="0"/>
              <a:t>14-  TON RÈGNE VIENT JE LE CROIS</a:t>
            </a:r>
          </a:p>
          <a:p>
            <a:r>
              <a:rPr lang="fr-FR" smtClean="0"/>
              <a:t>       I believe in the Kingdom Come</a:t>
            </a:r>
          </a:p>
          <a:p>
            <a:r>
              <a:rPr lang="fr-FR" smtClean="0"/>
              <a:t>15-  QUAND TOUTES LES COULEURS S’UNIRONT EN TOI</a:t>
            </a:r>
          </a:p>
          <a:p>
            <a:r>
              <a:rPr lang="fr-FR" smtClean="0"/>
              <a:t>       When all the colors will bleed into one</a:t>
            </a:r>
          </a:p>
          <a:p>
            <a:r>
              <a:rPr lang="fr-FR" smtClean="0"/>
              <a:t>16-  S’UNIRONT EN TOI</a:t>
            </a:r>
          </a:p>
          <a:p>
            <a:r>
              <a:rPr lang="fr-FR" smtClean="0"/>
              <a:t>       Bleed into one</a:t>
            </a:r>
          </a:p>
          <a:p>
            <a:endParaRPr lang="fr-FR" smtClean="0"/>
          </a:p>
          <a:p>
            <a:r>
              <a:rPr lang="fr-FR" smtClean="0"/>
              <a:t>17-  OUI, JE COURS ENCORE</a:t>
            </a:r>
          </a:p>
          <a:p>
            <a:r>
              <a:rPr lang="fr-FR" smtClean="0"/>
              <a:t>       Yes, I'm still running</a:t>
            </a:r>
          </a:p>
          <a:p>
            <a:endParaRPr lang="fr-FR" smtClean="0"/>
          </a:p>
          <a:p>
            <a:r>
              <a:rPr lang="fr-FR" smtClean="0"/>
              <a:t>18-  TU BRISAS LES JOUGS</a:t>
            </a:r>
            <a:br>
              <a:rPr lang="fr-FR" smtClean="0"/>
            </a:br>
            <a:r>
              <a:rPr lang="fr-FR" smtClean="0"/>
              <a:t>       TU BRISAS LES CHAÎNES</a:t>
            </a:r>
          </a:p>
          <a:p>
            <a:r>
              <a:rPr lang="fr-FR" smtClean="0"/>
              <a:t>       You broke the bonds</a:t>
            </a:r>
          </a:p>
          <a:p>
            <a:r>
              <a:rPr lang="fr-FR" smtClean="0"/>
              <a:t>       And you loosed the chains</a:t>
            </a:r>
          </a:p>
          <a:p>
            <a:endParaRPr lang="fr-FR" smtClean="0"/>
          </a:p>
          <a:p>
            <a:r>
              <a:rPr lang="fr-FR" smtClean="0"/>
              <a:t>19-  PORTAS LA CROIX DE TOUTE MA HONTE</a:t>
            </a:r>
          </a:p>
          <a:p>
            <a:r>
              <a:rPr lang="fr-FR" smtClean="0"/>
              <a:t>      Carried the cross of all my shame</a:t>
            </a:r>
          </a:p>
          <a:p>
            <a:r>
              <a:rPr lang="fr-FR" smtClean="0"/>
              <a:t>20-  DE TOUTE MA HONTE</a:t>
            </a:r>
            <a:br>
              <a:rPr lang="fr-FR" smtClean="0"/>
            </a:br>
            <a:r>
              <a:rPr lang="fr-FR" smtClean="0"/>
              <a:t>       SEIGNEUR JE LE CROIS</a:t>
            </a:r>
          </a:p>
          <a:p>
            <a:r>
              <a:rPr lang="fr-FR" smtClean="0"/>
              <a:t>       Of all my shame, Lord I believe it</a:t>
            </a:r>
          </a:p>
          <a:p>
            <a:r>
              <a:rPr lang="fr-FR" smtClean="0"/>
              <a:t>21-  ET FINALEMENT, J’AI TROUVÉ</a:t>
            </a:r>
            <a:br>
              <a:rPr lang="fr-FR" smtClean="0"/>
            </a:br>
            <a:r>
              <a:rPr lang="fr-FR" smtClean="0"/>
              <a:t>      CE QUE JE CHERCHAIS</a:t>
            </a:r>
          </a:p>
          <a:p>
            <a:r>
              <a:rPr lang="fr-FR" smtClean="0"/>
              <a:t>      And now I've finally found</a:t>
            </a:r>
          </a:p>
          <a:p>
            <a:r>
              <a:rPr lang="fr-FR" smtClean="0"/>
              <a:t>      What I'm looking for</a:t>
            </a:r>
          </a:p>
          <a:p>
            <a:endParaRPr lang="fr-FR" smtClean="0"/>
          </a:p>
          <a:p>
            <a:r>
              <a:rPr lang="fr-FR" smtClean="0"/>
              <a:t>22-  OUVRE LES YEUX DE MON CŒUR</a:t>
            </a:r>
            <a:br>
              <a:rPr lang="fr-FR" smtClean="0"/>
            </a:br>
            <a:r>
              <a:rPr lang="fr-FR" smtClean="0"/>
              <a:t>       OUVRE LES YEUX DE MON CŒUR </a:t>
            </a:r>
          </a:p>
          <a:p>
            <a:r>
              <a:rPr lang="fr-FR" smtClean="0"/>
              <a:t>       Open the eyes of my heart, Lord</a:t>
            </a:r>
          </a:p>
          <a:p>
            <a:r>
              <a:rPr lang="fr-FR" smtClean="0"/>
              <a:t>       Open the eyes of my heart</a:t>
            </a:r>
          </a:p>
          <a:p>
            <a:r>
              <a:rPr lang="fr-FR" smtClean="0"/>
              <a:t>23-  JE VEUX TE VOIR SEIGNEUR</a:t>
            </a:r>
            <a:br>
              <a:rPr lang="fr-FR" smtClean="0"/>
            </a:br>
            <a:r>
              <a:rPr lang="fr-FR" smtClean="0"/>
              <a:t>       JE VEUX TE VOIR SEIGNEUR</a:t>
            </a:r>
          </a:p>
          <a:p>
            <a:r>
              <a:rPr lang="fr-FR" smtClean="0"/>
              <a:t>       I want to see You</a:t>
            </a:r>
          </a:p>
          <a:p>
            <a:r>
              <a:rPr lang="fr-FR" smtClean="0"/>
              <a:t>       I want to see You</a:t>
            </a:r>
          </a:p>
          <a:p>
            <a:endParaRPr lang="fr-FR" smtClean="0"/>
          </a:p>
          <a:p>
            <a:r>
              <a:rPr lang="fr-FR" smtClean="0"/>
              <a:t>24-  ET FINALEMENT, J’AI TROUVÉ</a:t>
            </a:r>
            <a:br>
              <a:rPr lang="fr-FR" smtClean="0"/>
            </a:br>
            <a:r>
              <a:rPr lang="fr-FR" smtClean="0"/>
              <a:t>      CE QUE JE CHERCHAIS</a:t>
            </a:r>
          </a:p>
          <a:p>
            <a:r>
              <a:rPr lang="fr-FR" smtClean="0"/>
              <a:t>      And now I've finally found</a:t>
            </a:r>
          </a:p>
          <a:p>
            <a:r>
              <a:rPr lang="fr-FR" smtClean="0"/>
              <a:t>      What I'm looking for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MONTÉ SUR LA PLUS HAUTE MONTAGNE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 have climbed the highest mountain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J’AI PARCOURU TOUS LES CHAMPS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 have run through the fields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JUSTE POUR ÊTRE AVEC TOI</a:t>
            </a:r>
            <a:br>
              <a:rPr lang="fr-FR" smtClean="0"/>
            </a:br>
            <a:r>
              <a:rPr lang="fr-FR" smtClean="0"/>
              <a:t>     JUSTE POUR ÊTRE AVEC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J’AI COURU, J’AI RAMPÉ</a:t>
            </a:r>
            <a:br>
              <a:rPr lang="fr-FR" smtClean="0"/>
            </a:br>
            <a:r>
              <a:rPr lang="fr-FR" smtClean="0"/>
              <a:t>     JE SUIS MONTÉ SUR CES MURAILLES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have run, I have crawled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have scaled these city walls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SUR CES MURAILLES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These city walls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JUSTE POUR ÊTRE AVEC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MAIS JE N’AI PAS TROUVÉ</a:t>
            </a:r>
            <a:br>
              <a:rPr lang="fr-FR" smtClean="0"/>
            </a:br>
            <a:r>
              <a:rPr lang="fr-FR" smtClean="0"/>
              <a:t>    CE QUE JE CHERCHAIS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But I still haven't found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What I'm looking for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JE SUIS MONTÉ SUR LA PLUS HAUTE MONTAGNE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 have climbed the highest mountain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J’AI PARCOURU TOUS LES CHAMPS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 have run through the fields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JUSTE POUR ÊTRE AVEC TOI</a:t>
            </a:r>
            <a:br>
              <a:rPr lang="fr-FR" smtClean="0"/>
            </a:br>
            <a:r>
              <a:rPr lang="fr-FR" smtClean="0"/>
              <a:t>      JUSTE POUR ÊTRE AVEC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J’AI COURU, J’AI RAMPÉ</a:t>
            </a:r>
            <a:br>
              <a:rPr lang="fr-FR" smtClean="0"/>
            </a:br>
            <a:r>
              <a:rPr lang="fr-FR" smtClean="0"/>
              <a:t>      JE SUIS MONTÉ SUR CES MURAILLES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have run, I have crawled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have scaled these city walls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SUR CES MURAILLES</a:t>
            </a:r>
            <a:br>
              <a:rPr lang="fr-FR" smtClean="0"/>
            </a:br>
            <a:r>
              <a:rPr lang="fr-FR" smtClean="0"/>
              <a:t>      JUSTE POUR ÊTRE AVEC TOI</a:t>
            </a:r>
            <a:br>
              <a:rPr lang="fr-FR" smtClean="0"/>
            </a:br>
            <a:r>
              <a:rPr lang="fr-FR" smtClean="0"/>
              <a:t>      These city walls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MAIS JE N’AI PAS TROUVÉ</a:t>
            </a:r>
            <a:br>
              <a:rPr lang="fr-FR" smtClean="0"/>
            </a:br>
            <a:r>
              <a:rPr lang="fr-FR" smtClean="0"/>
              <a:t>      CE QUE JE CHERCHAIS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But I still haven't found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What I'm looking for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TON RÈGNE VIENT JE LE CROIS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believe in the Kingdom Come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QUAND TOUTES LES COULEURS S’UNIRONT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When all the colors will bleed into 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S’UNIRONT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Bleed into 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OUI, JE COURS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Yes, I'm still running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TU BRISAS LES JOUGS</a:t>
            </a:r>
            <a:br>
              <a:rPr lang="fr-FR" smtClean="0"/>
            </a:br>
            <a:r>
              <a:rPr lang="fr-FR" smtClean="0"/>
              <a:t>       TU BRISAS LES CHAÎNES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 broke the bonds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you loosed the chains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PORTAS LA CROIX DE TOUTE MA HONTE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Carried the cross of all my shame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DE TOUTE MA HONTE</a:t>
            </a:r>
            <a:br>
              <a:rPr lang="fr-FR" smtClean="0"/>
            </a:br>
            <a:r>
              <a:rPr lang="fr-FR" smtClean="0"/>
              <a:t>       SEIGNEUR JE LE CROIS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Of all my shame, Lord I believe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ET FINALEMENT, J’AI TROUVÉ</a:t>
            </a:r>
            <a:br>
              <a:rPr lang="fr-FR" smtClean="0"/>
            </a:br>
            <a:r>
              <a:rPr lang="fr-FR" smtClean="0"/>
              <a:t>      CE QUE JE CHERCHAIS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now I've finally found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What I'm looking for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OUVRE LES YEUX DE MON CŒUR</a:t>
            </a:r>
            <a:br>
              <a:rPr lang="fr-FR" smtClean="0"/>
            </a:br>
            <a:r>
              <a:rPr lang="fr-FR" smtClean="0"/>
              <a:t>       OUVRE LES YEUX DE MON CŒUR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Open the eyes of my heart,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Open the eyes of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VEUX TE VOIR SEIGNEUR</a:t>
            </a:r>
            <a:br>
              <a:rPr lang="fr-FR" smtClean="0"/>
            </a:br>
            <a:r>
              <a:rPr lang="fr-FR" smtClean="0"/>
              <a:t>       JE VEUX TE VOIR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want to see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want to see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ET FINALEMENT, J’AI TROUVÉ</a:t>
            </a:r>
            <a:br>
              <a:rPr lang="fr-FR" smtClean="0"/>
            </a:br>
            <a:r>
              <a:rPr lang="fr-FR" smtClean="0"/>
              <a:t>      CE QUE JE CHERCHAIS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now I've finally found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What I'm looking for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/>
          </a:p>
        </p:txBody>
      </p:sp>
      <p:sp>
        <p:nvSpPr>
          <p:cNvPr id="337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MONTÉ SUR LA PLUS HAUTE MONTAGNE</a:t>
            </a:r>
          </a:p>
          <a:p>
            <a:r>
              <a:rPr lang="fr-FR" smtClean="0"/>
              <a:t>     I have climbed the highest mountain</a:t>
            </a:r>
          </a:p>
          <a:p>
            <a:r>
              <a:rPr lang="fr-FR" smtClean="0"/>
              <a:t>2-  J’AI PARCOURU TOUS LES CHAMPS</a:t>
            </a:r>
          </a:p>
          <a:p>
            <a:r>
              <a:rPr lang="fr-FR" smtClean="0"/>
              <a:t>     I have run through the fields</a:t>
            </a:r>
          </a:p>
          <a:p>
            <a:endParaRPr lang="fr-FR" smtClean="0"/>
          </a:p>
          <a:p>
            <a:r>
              <a:rPr lang="fr-FR" smtClean="0"/>
              <a:t>3-  JUSTE POUR ÊTRE AVEC TOI</a:t>
            </a:r>
            <a:br>
              <a:rPr lang="fr-FR" smtClean="0"/>
            </a:br>
            <a:r>
              <a:rPr lang="fr-FR" smtClean="0"/>
              <a:t>     JUSTE POUR ÊTRE AVEC TOI</a:t>
            </a:r>
          </a:p>
          <a:p>
            <a:r>
              <a:rPr lang="fr-FR" smtClean="0"/>
              <a:t>     Only to be with You</a:t>
            </a:r>
          </a:p>
          <a:p>
            <a:r>
              <a:rPr lang="fr-FR" smtClean="0"/>
              <a:t>     Only to be with You</a:t>
            </a:r>
          </a:p>
          <a:p>
            <a:endParaRPr lang="fr-FR" smtClean="0"/>
          </a:p>
          <a:p>
            <a:r>
              <a:rPr lang="fr-FR" smtClean="0"/>
              <a:t>4-  J’AI COURU, J’AI RAMPÉ</a:t>
            </a:r>
            <a:br>
              <a:rPr lang="fr-FR" smtClean="0"/>
            </a:br>
            <a:r>
              <a:rPr lang="fr-FR" smtClean="0"/>
              <a:t>     JE SUIS MONTÉ SUR CES MURAILLES</a:t>
            </a:r>
          </a:p>
          <a:p>
            <a:r>
              <a:rPr lang="fr-FR" smtClean="0"/>
              <a:t>      I have run, I have crawled</a:t>
            </a:r>
          </a:p>
          <a:p>
            <a:r>
              <a:rPr lang="fr-FR" smtClean="0"/>
              <a:t>      I have scaled these city walls</a:t>
            </a:r>
          </a:p>
          <a:p>
            <a:r>
              <a:rPr lang="fr-FR" smtClean="0"/>
              <a:t>5-  SUR CES MURAILLES</a:t>
            </a:r>
          </a:p>
          <a:p>
            <a:r>
              <a:rPr lang="fr-FR" smtClean="0"/>
              <a:t>     These city walls</a:t>
            </a:r>
          </a:p>
          <a:p>
            <a:endParaRPr lang="fr-FR" smtClean="0"/>
          </a:p>
          <a:p>
            <a:r>
              <a:rPr lang="fr-FR" smtClean="0"/>
              <a:t>6-  JUSTE POUR ÊTRE AVEC TOI</a:t>
            </a:r>
          </a:p>
          <a:p>
            <a:r>
              <a:rPr lang="fr-FR" smtClean="0"/>
              <a:t>     Only to be with you</a:t>
            </a:r>
          </a:p>
          <a:p>
            <a:endParaRPr lang="fr-FR" smtClean="0"/>
          </a:p>
          <a:p>
            <a:r>
              <a:rPr lang="fr-FR" smtClean="0"/>
              <a:t>7-  MAIS JE N’AI PAS TROUVÉ</a:t>
            </a:r>
            <a:br>
              <a:rPr lang="fr-FR" smtClean="0"/>
            </a:br>
            <a:r>
              <a:rPr lang="fr-FR" smtClean="0"/>
              <a:t>    CE QUE JE CHERCHAIS</a:t>
            </a:r>
          </a:p>
          <a:p>
            <a:r>
              <a:rPr lang="fr-FR" smtClean="0"/>
              <a:t>    But I still haven't found</a:t>
            </a:r>
          </a:p>
          <a:p>
            <a:r>
              <a:rPr lang="fr-FR" smtClean="0"/>
              <a:t>    What I'm looking for</a:t>
            </a:r>
          </a:p>
          <a:p>
            <a:endParaRPr lang="fr-FR" smtClean="0"/>
          </a:p>
          <a:p>
            <a:r>
              <a:rPr lang="fr-FR" smtClean="0"/>
              <a:t>8-  JE SUIS MONTÉ SUR LA PLUS HAUTE MONTAGNE</a:t>
            </a:r>
          </a:p>
          <a:p>
            <a:r>
              <a:rPr lang="fr-FR" smtClean="0"/>
              <a:t>     I have climbed the highest mountain</a:t>
            </a:r>
          </a:p>
          <a:p>
            <a:endParaRPr lang="fr-FR" smtClean="0"/>
          </a:p>
          <a:p>
            <a:r>
              <a:rPr lang="fr-FR" smtClean="0"/>
              <a:t>9-  J’AI PARCOURU TOUS LES CHAMPS</a:t>
            </a:r>
          </a:p>
          <a:p>
            <a:r>
              <a:rPr lang="fr-FR" smtClean="0"/>
              <a:t>     I have run through the fields</a:t>
            </a:r>
          </a:p>
          <a:p>
            <a:endParaRPr lang="fr-FR" smtClean="0"/>
          </a:p>
          <a:p>
            <a:r>
              <a:rPr lang="fr-FR" smtClean="0"/>
              <a:t>10-  JUSTE POUR ÊTRE AVEC TOI</a:t>
            </a:r>
            <a:br>
              <a:rPr lang="fr-FR" smtClean="0"/>
            </a:br>
            <a:r>
              <a:rPr lang="fr-FR" smtClean="0"/>
              <a:t>      JUSTE POUR ÊTRE AVEC TOI</a:t>
            </a:r>
          </a:p>
          <a:p>
            <a:r>
              <a:rPr lang="fr-FR" smtClean="0"/>
              <a:t>      Only to be with You</a:t>
            </a:r>
          </a:p>
          <a:p>
            <a:r>
              <a:rPr lang="fr-FR" smtClean="0"/>
              <a:t>      Only to be with You</a:t>
            </a:r>
          </a:p>
          <a:p>
            <a:endParaRPr lang="fr-FR" smtClean="0"/>
          </a:p>
          <a:p>
            <a:r>
              <a:rPr lang="fr-FR" smtClean="0"/>
              <a:t>11-  J’AI COURU, J’AI RAMPÉ</a:t>
            </a:r>
            <a:br>
              <a:rPr lang="fr-FR" smtClean="0"/>
            </a:br>
            <a:r>
              <a:rPr lang="fr-FR" smtClean="0"/>
              <a:t>      JE SUIS MONTÉ SUR CES MURAILLES</a:t>
            </a:r>
          </a:p>
          <a:p>
            <a:r>
              <a:rPr lang="fr-FR" smtClean="0"/>
              <a:t>      I have run, I have crawled</a:t>
            </a:r>
          </a:p>
          <a:p>
            <a:r>
              <a:rPr lang="fr-FR" smtClean="0"/>
              <a:t>      I have scaled these city walls</a:t>
            </a:r>
          </a:p>
          <a:p>
            <a:endParaRPr lang="fr-FR" smtClean="0"/>
          </a:p>
          <a:p>
            <a:r>
              <a:rPr lang="fr-FR" smtClean="0"/>
              <a:t>12-  SUR CES MURAILLES</a:t>
            </a:r>
            <a:br>
              <a:rPr lang="fr-FR" smtClean="0"/>
            </a:br>
            <a:r>
              <a:rPr lang="fr-FR" smtClean="0"/>
              <a:t>      JUSTE POUR ÊTRE AVEC TOI</a:t>
            </a:r>
            <a:br>
              <a:rPr lang="fr-FR" smtClean="0"/>
            </a:br>
            <a:r>
              <a:rPr lang="fr-FR" smtClean="0"/>
              <a:t>      These city walls</a:t>
            </a:r>
          </a:p>
          <a:p>
            <a:r>
              <a:rPr lang="fr-FR" smtClean="0"/>
              <a:t>      Only to be with You</a:t>
            </a:r>
          </a:p>
          <a:p>
            <a:endParaRPr lang="fr-FR" smtClean="0"/>
          </a:p>
          <a:p>
            <a:r>
              <a:rPr lang="fr-FR" smtClean="0"/>
              <a:t>13-  MAIS JE N’AI PAS TROUVÉ</a:t>
            </a:r>
            <a:br>
              <a:rPr lang="fr-FR" smtClean="0"/>
            </a:br>
            <a:r>
              <a:rPr lang="fr-FR" smtClean="0"/>
              <a:t>      CE QUE JE CHERCHAIS</a:t>
            </a:r>
          </a:p>
          <a:p>
            <a:r>
              <a:rPr lang="fr-FR" smtClean="0"/>
              <a:t>      But I still haven't found</a:t>
            </a:r>
          </a:p>
          <a:p>
            <a:r>
              <a:rPr lang="fr-FR" smtClean="0"/>
              <a:t>      What I'm looking for</a:t>
            </a:r>
          </a:p>
          <a:p>
            <a:endParaRPr lang="fr-FR" smtClean="0"/>
          </a:p>
          <a:p>
            <a:r>
              <a:rPr lang="fr-FR" smtClean="0"/>
              <a:t>14-  TON RÈGNE VIENT JE LE CROIS</a:t>
            </a:r>
          </a:p>
          <a:p>
            <a:r>
              <a:rPr lang="fr-FR" smtClean="0"/>
              <a:t>       I believe in the Kingdom Come</a:t>
            </a:r>
          </a:p>
          <a:p>
            <a:r>
              <a:rPr lang="fr-FR" smtClean="0"/>
              <a:t>15-  QUAND TOUTES LES COULEURS S’UNIRONT EN TOI</a:t>
            </a:r>
          </a:p>
          <a:p>
            <a:r>
              <a:rPr lang="fr-FR" smtClean="0"/>
              <a:t>       When all the colors will bleed into one</a:t>
            </a:r>
          </a:p>
          <a:p>
            <a:r>
              <a:rPr lang="fr-FR" smtClean="0"/>
              <a:t>16-  S’UNIRONT EN TOI</a:t>
            </a:r>
          </a:p>
          <a:p>
            <a:r>
              <a:rPr lang="fr-FR" smtClean="0"/>
              <a:t>       Bleed into one</a:t>
            </a:r>
          </a:p>
          <a:p>
            <a:endParaRPr lang="fr-FR" smtClean="0"/>
          </a:p>
          <a:p>
            <a:r>
              <a:rPr lang="fr-FR" smtClean="0"/>
              <a:t>17-  OUI, JE COURS ENCORE</a:t>
            </a:r>
          </a:p>
          <a:p>
            <a:r>
              <a:rPr lang="fr-FR" smtClean="0"/>
              <a:t>       Yes, I'm still running</a:t>
            </a:r>
          </a:p>
          <a:p>
            <a:endParaRPr lang="fr-FR" smtClean="0"/>
          </a:p>
          <a:p>
            <a:r>
              <a:rPr lang="fr-FR" smtClean="0"/>
              <a:t>18-  TU BRISAS LES JOUGS</a:t>
            </a:r>
            <a:br>
              <a:rPr lang="fr-FR" smtClean="0"/>
            </a:br>
            <a:r>
              <a:rPr lang="fr-FR" smtClean="0"/>
              <a:t>       TU BRISAS LES CHAÎNES</a:t>
            </a:r>
          </a:p>
          <a:p>
            <a:r>
              <a:rPr lang="fr-FR" smtClean="0"/>
              <a:t>       You broke the bonds</a:t>
            </a:r>
          </a:p>
          <a:p>
            <a:r>
              <a:rPr lang="fr-FR" smtClean="0"/>
              <a:t>       And you loosed the chains</a:t>
            </a:r>
          </a:p>
          <a:p>
            <a:endParaRPr lang="fr-FR" smtClean="0"/>
          </a:p>
          <a:p>
            <a:r>
              <a:rPr lang="fr-FR" smtClean="0"/>
              <a:t>19-  PORTAS LA CROIX DE TOUTE MA HONTE</a:t>
            </a:r>
          </a:p>
          <a:p>
            <a:r>
              <a:rPr lang="fr-FR" smtClean="0"/>
              <a:t>      Carried the cross of all my shame</a:t>
            </a:r>
          </a:p>
          <a:p>
            <a:r>
              <a:rPr lang="fr-FR" smtClean="0"/>
              <a:t>20-  DE TOUTE MA HONTE</a:t>
            </a:r>
            <a:br>
              <a:rPr lang="fr-FR" smtClean="0"/>
            </a:br>
            <a:r>
              <a:rPr lang="fr-FR" smtClean="0"/>
              <a:t>       SEIGNEUR JE LE CROIS</a:t>
            </a:r>
          </a:p>
          <a:p>
            <a:r>
              <a:rPr lang="fr-FR" smtClean="0"/>
              <a:t>       Of all my shame, Lord I believe it</a:t>
            </a:r>
          </a:p>
          <a:p>
            <a:r>
              <a:rPr lang="fr-FR" smtClean="0"/>
              <a:t>21-  ET FINALEMENT, J’AI TROUVÉ</a:t>
            </a:r>
            <a:br>
              <a:rPr lang="fr-FR" smtClean="0"/>
            </a:br>
            <a:r>
              <a:rPr lang="fr-FR" smtClean="0"/>
              <a:t>      CE QUE JE CHERCHAIS</a:t>
            </a:r>
          </a:p>
          <a:p>
            <a:r>
              <a:rPr lang="fr-FR" smtClean="0"/>
              <a:t>      And now I've finally found</a:t>
            </a:r>
          </a:p>
          <a:p>
            <a:r>
              <a:rPr lang="fr-FR" smtClean="0"/>
              <a:t>      What I'm looking for</a:t>
            </a:r>
          </a:p>
          <a:p>
            <a:endParaRPr lang="fr-FR" smtClean="0"/>
          </a:p>
          <a:p>
            <a:r>
              <a:rPr lang="fr-FR" smtClean="0"/>
              <a:t>22-  OUVRE LES YEUX DE MON CŒUR</a:t>
            </a:r>
            <a:br>
              <a:rPr lang="fr-FR" smtClean="0"/>
            </a:br>
            <a:r>
              <a:rPr lang="fr-FR" smtClean="0"/>
              <a:t>       OUVRE LES YEUX DE MON CŒUR </a:t>
            </a:r>
          </a:p>
          <a:p>
            <a:r>
              <a:rPr lang="fr-FR" smtClean="0"/>
              <a:t>       Open the eyes of my heart, Lord</a:t>
            </a:r>
          </a:p>
          <a:p>
            <a:r>
              <a:rPr lang="fr-FR" smtClean="0"/>
              <a:t>       Open the eyes of my heart</a:t>
            </a:r>
          </a:p>
          <a:p>
            <a:r>
              <a:rPr lang="fr-FR" smtClean="0"/>
              <a:t>23-  JE VEUX TE VOIR SEIGNEUR</a:t>
            </a:r>
            <a:br>
              <a:rPr lang="fr-FR" smtClean="0"/>
            </a:br>
            <a:r>
              <a:rPr lang="fr-FR" smtClean="0"/>
              <a:t>       JE VEUX TE VOIR SEIGNEUR</a:t>
            </a:r>
          </a:p>
          <a:p>
            <a:r>
              <a:rPr lang="fr-FR" smtClean="0"/>
              <a:t>       I want to see You</a:t>
            </a:r>
          </a:p>
          <a:p>
            <a:r>
              <a:rPr lang="fr-FR" smtClean="0"/>
              <a:t>       I want to see You</a:t>
            </a:r>
          </a:p>
          <a:p>
            <a:endParaRPr lang="fr-FR" smtClean="0"/>
          </a:p>
          <a:p>
            <a:r>
              <a:rPr lang="fr-FR" smtClean="0"/>
              <a:t>24-  ET FINALEMENT, J’AI TROUVÉ</a:t>
            </a:r>
            <a:br>
              <a:rPr lang="fr-FR" smtClean="0"/>
            </a:br>
            <a:r>
              <a:rPr lang="fr-FR" smtClean="0"/>
              <a:t>      CE QUE JE CHERCHAIS</a:t>
            </a:r>
          </a:p>
          <a:p>
            <a:r>
              <a:rPr lang="fr-FR" smtClean="0"/>
              <a:t>      And now I've finally found</a:t>
            </a:r>
          </a:p>
          <a:p>
            <a:r>
              <a:rPr lang="fr-FR" smtClean="0"/>
              <a:t>      What I'm looking for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MONTÉ SUR LA PLUS HAUTE MONTAGNE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 have climbed the highest mountain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J’AI PARCOURU TOUS LES CHAMPS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 have run through the fields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JUSTE POUR ÊTRE AVEC TOI</a:t>
            </a:r>
            <a:br>
              <a:rPr lang="fr-FR" smtClean="0"/>
            </a:br>
            <a:r>
              <a:rPr lang="fr-FR" smtClean="0"/>
              <a:t>     JUSTE POUR ÊTRE AVEC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J’AI COURU, J’AI RAMPÉ</a:t>
            </a:r>
            <a:br>
              <a:rPr lang="fr-FR" smtClean="0"/>
            </a:br>
            <a:r>
              <a:rPr lang="fr-FR" smtClean="0"/>
              <a:t>     JE SUIS MONTÉ SUR CES MURAILLES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have run, I have crawled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have scaled these city walls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SUR CES MURAILLES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These city walls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JUSTE POUR ÊTRE AVEC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MAIS JE N’AI PAS TROUVÉ</a:t>
            </a:r>
            <a:br>
              <a:rPr lang="fr-FR" smtClean="0"/>
            </a:br>
            <a:r>
              <a:rPr lang="fr-FR" smtClean="0"/>
              <a:t>    CE QUE JE CHERCHAIS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But I still haven't found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What I'm looking for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JE SUIS MONTÉ SUR LA PLUS HAUTE MONTAGNE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 have climbed the highest mountain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J’AI PARCOURU TOUS LES CHAMPS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 have run through the fields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JUSTE POUR ÊTRE AVEC TOI</a:t>
            </a:r>
            <a:br>
              <a:rPr lang="fr-FR" smtClean="0"/>
            </a:br>
            <a:r>
              <a:rPr lang="fr-FR" smtClean="0"/>
              <a:t>      JUSTE POUR ÊTRE AVEC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J’AI COURU, J’AI RAMPÉ</a:t>
            </a:r>
            <a:br>
              <a:rPr lang="fr-FR" smtClean="0"/>
            </a:br>
            <a:r>
              <a:rPr lang="fr-FR" smtClean="0"/>
              <a:t>      JE SUIS MONTÉ SUR CES MURAILLES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have run, I have crawled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have scaled these city walls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SUR CES MURAILLES</a:t>
            </a:r>
            <a:br>
              <a:rPr lang="fr-FR" smtClean="0"/>
            </a:br>
            <a:r>
              <a:rPr lang="fr-FR" smtClean="0"/>
              <a:t>      JUSTE POUR ÊTRE AVEC TOI</a:t>
            </a:r>
            <a:br>
              <a:rPr lang="fr-FR" smtClean="0"/>
            </a:br>
            <a:r>
              <a:rPr lang="fr-FR" smtClean="0"/>
              <a:t>      These city walls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MAIS JE N’AI PAS TROUVÉ</a:t>
            </a:r>
            <a:br>
              <a:rPr lang="fr-FR" smtClean="0"/>
            </a:br>
            <a:r>
              <a:rPr lang="fr-FR" smtClean="0"/>
              <a:t>      CE QUE JE CHERCHAIS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But I still haven't found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What I'm looking for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TON RÈGNE VIENT JE LE CROIS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believe in the Kingdom Come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QUAND TOUTES LES COULEURS S’UNIRONT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When all the colors will bleed into 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S’UNIRONT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Bleed into 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OUI, JE COURS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Yes, I'm still running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TU BRISAS LES JOUGS</a:t>
            </a:r>
            <a:br>
              <a:rPr lang="fr-FR" smtClean="0"/>
            </a:br>
            <a:r>
              <a:rPr lang="fr-FR" smtClean="0"/>
              <a:t>       TU BRISAS LES CHAÎNES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 broke the bonds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you loosed the chains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PORTAS LA CROIX DE TOUTE MA HONTE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Carried the cross of all my shame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DE TOUTE MA HONTE</a:t>
            </a:r>
            <a:br>
              <a:rPr lang="fr-FR" smtClean="0"/>
            </a:br>
            <a:r>
              <a:rPr lang="fr-FR" smtClean="0"/>
              <a:t>       SEIGNEUR JE LE CROIS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Of all my shame, Lord I believe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ET FINALEMENT, J’AI TROUVÉ</a:t>
            </a:r>
            <a:br>
              <a:rPr lang="fr-FR" smtClean="0"/>
            </a:br>
            <a:r>
              <a:rPr lang="fr-FR" smtClean="0"/>
              <a:t>      CE QUE JE CHERCHAIS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now I've finally found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What I'm looking for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OUVRE LES YEUX DE MON CŒUR</a:t>
            </a:r>
            <a:br>
              <a:rPr lang="fr-FR" smtClean="0"/>
            </a:br>
            <a:r>
              <a:rPr lang="fr-FR" smtClean="0"/>
              <a:t>       OUVRE LES YEUX DE MON CŒUR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Open the eyes of my heart,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Open the eyes of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VEUX TE VOIR SEIGNEUR</a:t>
            </a:r>
            <a:br>
              <a:rPr lang="fr-FR" smtClean="0"/>
            </a:br>
            <a:r>
              <a:rPr lang="fr-FR" smtClean="0"/>
              <a:t>       JE VEUX TE VOIR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want to see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want to see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ET FINALEMENT, J’AI TROUVÉ</a:t>
            </a:r>
            <a:br>
              <a:rPr lang="fr-FR" smtClean="0"/>
            </a:br>
            <a:r>
              <a:rPr lang="fr-FR" smtClean="0"/>
              <a:t>      CE QUE JE CHERCHAIS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now I've finally found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What I'm looking for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348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MONTÉ SUR LA PLUS HAUTE MONTAGNE</a:t>
            </a:r>
          </a:p>
          <a:p>
            <a:r>
              <a:rPr lang="fr-FR" smtClean="0"/>
              <a:t>     I have climbed the highest mountain</a:t>
            </a:r>
          </a:p>
          <a:p>
            <a:r>
              <a:rPr lang="fr-FR" smtClean="0"/>
              <a:t>2-  J’AI PARCOURU TOUS LES CHAMPS</a:t>
            </a:r>
          </a:p>
          <a:p>
            <a:r>
              <a:rPr lang="fr-FR" smtClean="0"/>
              <a:t>     I have run through the fields</a:t>
            </a:r>
          </a:p>
          <a:p>
            <a:endParaRPr lang="fr-FR" smtClean="0"/>
          </a:p>
          <a:p>
            <a:r>
              <a:rPr lang="fr-FR" smtClean="0"/>
              <a:t>3-  JUSTE POUR ÊTRE AVEC TOI</a:t>
            </a:r>
            <a:br>
              <a:rPr lang="fr-FR" smtClean="0"/>
            </a:br>
            <a:r>
              <a:rPr lang="fr-FR" smtClean="0"/>
              <a:t>     JUSTE POUR ÊTRE AVEC TOI</a:t>
            </a:r>
          </a:p>
          <a:p>
            <a:r>
              <a:rPr lang="fr-FR" smtClean="0"/>
              <a:t>     Only to be with You</a:t>
            </a:r>
          </a:p>
          <a:p>
            <a:r>
              <a:rPr lang="fr-FR" smtClean="0"/>
              <a:t>     Only to be with You</a:t>
            </a:r>
          </a:p>
          <a:p>
            <a:endParaRPr lang="fr-FR" smtClean="0"/>
          </a:p>
          <a:p>
            <a:r>
              <a:rPr lang="fr-FR" smtClean="0"/>
              <a:t>4-  J’AI COURU, J’AI RAMPÉ</a:t>
            </a:r>
            <a:br>
              <a:rPr lang="fr-FR" smtClean="0"/>
            </a:br>
            <a:r>
              <a:rPr lang="fr-FR" smtClean="0"/>
              <a:t>     JE SUIS MONTÉ SUR CES MURAILLES</a:t>
            </a:r>
          </a:p>
          <a:p>
            <a:r>
              <a:rPr lang="fr-FR" smtClean="0"/>
              <a:t>      I have run, I have crawled</a:t>
            </a:r>
          </a:p>
          <a:p>
            <a:r>
              <a:rPr lang="fr-FR" smtClean="0"/>
              <a:t>      I have scaled these city walls</a:t>
            </a:r>
          </a:p>
          <a:p>
            <a:r>
              <a:rPr lang="fr-FR" smtClean="0"/>
              <a:t>5-  SUR CES MURAILLES</a:t>
            </a:r>
          </a:p>
          <a:p>
            <a:r>
              <a:rPr lang="fr-FR" smtClean="0"/>
              <a:t>     These city walls</a:t>
            </a:r>
          </a:p>
          <a:p>
            <a:endParaRPr lang="fr-FR" smtClean="0"/>
          </a:p>
          <a:p>
            <a:r>
              <a:rPr lang="fr-FR" smtClean="0"/>
              <a:t>6-  JUSTE POUR ÊTRE AVEC TOI</a:t>
            </a:r>
          </a:p>
          <a:p>
            <a:r>
              <a:rPr lang="fr-FR" smtClean="0"/>
              <a:t>     Only to be with you</a:t>
            </a:r>
          </a:p>
          <a:p>
            <a:endParaRPr lang="fr-FR" smtClean="0"/>
          </a:p>
          <a:p>
            <a:r>
              <a:rPr lang="fr-FR" smtClean="0"/>
              <a:t>7-  MAIS JE N’AI PAS TROUVÉ</a:t>
            </a:r>
            <a:br>
              <a:rPr lang="fr-FR" smtClean="0"/>
            </a:br>
            <a:r>
              <a:rPr lang="fr-FR" smtClean="0"/>
              <a:t>    CE QUE JE CHERCHAIS</a:t>
            </a:r>
          </a:p>
          <a:p>
            <a:r>
              <a:rPr lang="fr-FR" smtClean="0"/>
              <a:t>    But I still haven't found</a:t>
            </a:r>
          </a:p>
          <a:p>
            <a:r>
              <a:rPr lang="fr-FR" smtClean="0"/>
              <a:t>    What I'm looking for</a:t>
            </a:r>
          </a:p>
          <a:p>
            <a:endParaRPr lang="fr-FR" smtClean="0"/>
          </a:p>
          <a:p>
            <a:r>
              <a:rPr lang="fr-FR" smtClean="0"/>
              <a:t>8-  JE SUIS MONTÉ SUR LA PLUS HAUTE MONTAGNE</a:t>
            </a:r>
          </a:p>
          <a:p>
            <a:r>
              <a:rPr lang="fr-FR" smtClean="0"/>
              <a:t>     I have climbed the highest mountain</a:t>
            </a:r>
          </a:p>
          <a:p>
            <a:endParaRPr lang="fr-FR" smtClean="0"/>
          </a:p>
          <a:p>
            <a:r>
              <a:rPr lang="fr-FR" smtClean="0"/>
              <a:t>9-  J’AI PARCOURU TOUS LES CHAMPS</a:t>
            </a:r>
          </a:p>
          <a:p>
            <a:r>
              <a:rPr lang="fr-FR" smtClean="0"/>
              <a:t>     I have run through the fields</a:t>
            </a:r>
          </a:p>
          <a:p>
            <a:endParaRPr lang="fr-FR" smtClean="0"/>
          </a:p>
          <a:p>
            <a:r>
              <a:rPr lang="fr-FR" smtClean="0"/>
              <a:t>10-  JUSTE POUR ÊTRE AVEC TOI</a:t>
            </a:r>
            <a:br>
              <a:rPr lang="fr-FR" smtClean="0"/>
            </a:br>
            <a:r>
              <a:rPr lang="fr-FR" smtClean="0"/>
              <a:t>      JUSTE POUR ÊTRE AVEC TOI</a:t>
            </a:r>
          </a:p>
          <a:p>
            <a:r>
              <a:rPr lang="fr-FR" smtClean="0"/>
              <a:t>      Only to be with You</a:t>
            </a:r>
          </a:p>
          <a:p>
            <a:r>
              <a:rPr lang="fr-FR" smtClean="0"/>
              <a:t>      Only to be with You</a:t>
            </a:r>
          </a:p>
          <a:p>
            <a:endParaRPr lang="fr-FR" smtClean="0"/>
          </a:p>
          <a:p>
            <a:r>
              <a:rPr lang="fr-FR" smtClean="0"/>
              <a:t>11-  J’AI COURU, J’AI RAMPÉ</a:t>
            </a:r>
            <a:br>
              <a:rPr lang="fr-FR" smtClean="0"/>
            </a:br>
            <a:r>
              <a:rPr lang="fr-FR" smtClean="0"/>
              <a:t>      JE SUIS MONTÉ SUR CES MURAILLES</a:t>
            </a:r>
          </a:p>
          <a:p>
            <a:r>
              <a:rPr lang="fr-FR" smtClean="0"/>
              <a:t>      I have run, I have crawled</a:t>
            </a:r>
          </a:p>
          <a:p>
            <a:r>
              <a:rPr lang="fr-FR" smtClean="0"/>
              <a:t>      I have scaled these city walls</a:t>
            </a:r>
          </a:p>
          <a:p>
            <a:endParaRPr lang="fr-FR" smtClean="0"/>
          </a:p>
          <a:p>
            <a:r>
              <a:rPr lang="fr-FR" smtClean="0"/>
              <a:t>12-  SUR CES MURAILLES</a:t>
            </a:r>
            <a:br>
              <a:rPr lang="fr-FR" smtClean="0"/>
            </a:br>
            <a:r>
              <a:rPr lang="fr-FR" smtClean="0"/>
              <a:t>      JUSTE POUR ÊTRE AVEC TOI</a:t>
            </a:r>
            <a:br>
              <a:rPr lang="fr-FR" smtClean="0"/>
            </a:br>
            <a:r>
              <a:rPr lang="fr-FR" smtClean="0"/>
              <a:t>      These city walls</a:t>
            </a:r>
          </a:p>
          <a:p>
            <a:r>
              <a:rPr lang="fr-FR" smtClean="0"/>
              <a:t>      Only to be with You</a:t>
            </a:r>
          </a:p>
          <a:p>
            <a:endParaRPr lang="fr-FR" smtClean="0"/>
          </a:p>
          <a:p>
            <a:r>
              <a:rPr lang="fr-FR" smtClean="0"/>
              <a:t>13-  MAIS JE N’AI PAS TROUVÉ</a:t>
            </a:r>
            <a:br>
              <a:rPr lang="fr-FR" smtClean="0"/>
            </a:br>
            <a:r>
              <a:rPr lang="fr-FR" smtClean="0"/>
              <a:t>      CE QUE JE CHERCHAIS</a:t>
            </a:r>
          </a:p>
          <a:p>
            <a:r>
              <a:rPr lang="fr-FR" smtClean="0"/>
              <a:t>      But I still haven't found</a:t>
            </a:r>
          </a:p>
          <a:p>
            <a:r>
              <a:rPr lang="fr-FR" smtClean="0"/>
              <a:t>      What I'm looking for</a:t>
            </a:r>
          </a:p>
          <a:p>
            <a:endParaRPr lang="fr-FR" smtClean="0"/>
          </a:p>
          <a:p>
            <a:r>
              <a:rPr lang="fr-FR" smtClean="0"/>
              <a:t>14-  TON RÈGNE VIENT JE LE CROIS</a:t>
            </a:r>
          </a:p>
          <a:p>
            <a:r>
              <a:rPr lang="fr-FR" smtClean="0"/>
              <a:t>       I believe in the Kingdom Come</a:t>
            </a:r>
          </a:p>
          <a:p>
            <a:r>
              <a:rPr lang="fr-FR" smtClean="0"/>
              <a:t>15-  QUAND TOUTES LES COULEURS S’UNIRONT EN TOI</a:t>
            </a:r>
          </a:p>
          <a:p>
            <a:r>
              <a:rPr lang="fr-FR" smtClean="0"/>
              <a:t>       When all the colors will bleed into one</a:t>
            </a:r>
          </a:p>
          <a:p>
            <a:r>
              <a:rPr lang="fr-FR" smtClean="0"/>
              <a:t>16-  S’UNIRONT EN TOI</a:t>
            </a:r>
          </a:p>
          <a:p>
            <a:r>
              <a:rPr lang="fr-FR" smtClean="0"/>
              <a:t>       Bleed into one</a:t>
            </a:r>
          </a:p>
          <a:p>
            <a:endParaRPr lang="fr-FR" smtClean="0"/>
          </a:p>
          <a:p>
            <a:r>
              <a:rPr lang="fr-FR" smtClean="0"/>
              <a:t>17-  OUI, JE COURS ENCORE</a:t>
            </a:r>
          </a:p>
          <a:p>
            <a:r>
              <a:rPr lang="fr-FR" smtClean="0"/>
              <a:t>       Yes, I'm still running</a:t>
            </a:r>
          </a:p>
          <a:p>
            <a:endParaRPr lang="fr-FR" smtClean="0"/>
          </a:p>
          <a:p>
            <a:r>
              <a:rPr lang="fr-FR" smtClean="0"/>
              <a:t>18-  TU BRISAS LES JOUGS</a:t>
            </a:r>
            <a:br>
              <a:rPr lang="fr-FR" smtClean="0"/>
            </a:br>
            <a:r>
              <a:rPr lang="fr-FR" smtClean="0"/>
              <a:t>       TU BRISAS LES CHAÎNES</a:t>
            </a:r>
          </a:p>
          <a:p>
            <a:r>
              <a:rPr lang="fr-FR" smtClean="0"/>
              <a:t>       You broke the bonds</a:t>
            </a:r>
          </a:p>
          <a:p>
            <a:r>
              <a:rPr lang="fr-FR" smtClean="0"/>
              <a:t>       And you loosed the chains</a:t>
            </a:r>
          </a:p>
          <a:p>
            <a:endParaRPr lang="fr-FR" smtClean="0"/>
          </a:p>
          <a:p>
            <a:r>
              <a:rPr lang="fr-FR" smtClean="0"/>
              <a:t>19-  PORTAS LA CROIX DE TOUTE MA HONTE</a:t>
            </a:r>
          </a:p>
          <a:p>
            <a:r>
              <a:rPr lang="fr-FR" smtClean="0"/>
              <a:t>      Carried the cross of all my shame</a:t>
            </a:r>
          </a:p>
          <a:p>
            <a:r>
              <a:rPr lang="fr-FR" smtClean="0"/>
              <a:t>20-  DE TOUTE MA HONTE</a:t>
            </a:r>
            <a:br>
              <a:rPr lang="fr-FR" smtClean="0"/>
            </a:br>
            <a:r>
              <a:rPr lang="fr-FR" smtClean="0"/>
              <a:t>       SEIGNEUR JE LE CROIS</a:t>
            </a:r>
          </a:p>
          <a:p>
            <a:r>
              <a:rPr lang="fr-FR" smtClean="0"/>
              <a:t>       Of all my shame, Lord I believe it</a:t>
            </a:r>
          </a:p>
          <a:p>
            <a:r>
              <a:rPr lang="fr-FR" smtClean="0"/>
              <a:t>21-  ET FINALEMENT, J’AI TROUVÉ</a:t>
            </a:r>
            <a:br>
              <a:rPr lang="fr-FR" smtClean="0"/>
            </a:br>
            <a:r>
              <a:rPr lang="fr-FR" smtClean="0"/>
              <a:t>      CE QUE JE CHERCHAIS</a:t>
            </a:r>
          </a:p>
          <a:p>
            <a:r>
              <a:rPr lang="fr-FR" smtClean="0"/>
              <a:t>      And now I've finally found</a:t>
            </a:r>
          </a:p>
          <a:p>
            <a:r>
              <a:rPr lang="fr-FR" smtClean="0"/>
              <a:t>      What I'm looking for</a:t>
            </a:r>
          </a:p>
          <a:p>
            <a:endParaRPr lang="fr-FR" smtClean="0"/>
          </a:p>
          <a:p>
            <a:r>
              <a:rPr lang="fr-FR" smtClean="0"/>
              <a:t>22-  OUVRE LES YEUX DE MON CŒUR</a:t>
            </a:r>
            <a:br>
              <a:rPr lang="fr-FR" smtClean="0"/>
            </a:br>
            <a:r>
              <a:rPr lang="fr-FR" smtClean="0"/>
              <a:t>       OUVRE LES YEUX DE MON CŒUR </a:t>
            </a:r>
          </a:p>
          <a:p>
            <a:r>
              <a:rPr lang="fr-FR" smtClean="0"/>
              <a:t>       Open the eyes of my heart, Lord</a:t>
            </a:r>
          </a:p>
          <a:p>
            <a:r>
              <a:rPr lang="fr-FR" smtClean="0"/>
              <a:t>       Open the eyes of my heart</a:t>
            </a:r>
          </a:p>
          <a:p>
            <a:r>
              <a:rPr lang="fr-FR" smtClean="0"/>
              <a:t>23-  JE VEUX TE VOIR SEIGNEUR</a:t>
            </a:r>
            <a:br>
              <a:rPr lang="fr-FR" smtClean="0"/>
            </a:br>
            <a:r>
              <a:rPr lang="fr-FR" smtClean="0"/>
              <a:t>       JE VEUX TE VOIR SEIGNEUR</a:t>
            </a:r>
          </a:p>
          <a:p>
            <a:r>
              <a:rPr lang="fr-FR" smtClean="0"/>
              <a:t>       I want to see You</a:t>
            </a:r>
          </a:p>
          <a:p>
            <a:r>
              <a:rPr lang="fr-FR" smtClean="0"/>
              <a:t>       I want to see You</a:t>
            </a:r>
          </a:p>
          <a:p>
            <a:endParaRPr lang="fr-FR" smtClean="0"/>
          </a:p>
          <a:p>
            <a:r>
              <a:rPr lang="fr-FR" smtClean="0"/>
              <a:t>24-  ET FINALEMENT, J’AI TROUVÉ</a:t>
            </a:r>
            <a:br>
              <a:rPr lang="fr-FR" smtClean="0"/>
            </a:br>
            <a:r>
              <a:rPr lang="fr-FR" smtClean="0"/>
              <a:t>      CE QUE JE CHERCHAIS</a:t>
            </a:r>
          </a:p>
          <a:p>
            <a:r>
              <a:rPr lang="fr-FR" smtClean="0"/>
              <a:t>      And now I've finally found</a:t>
            </a:r>
          </a:p>
          <a:p>
            <a:r>
              <a:rPr lang="fr-FR" smtClean="0"/>
              <a:t>      What I'm looking for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MONTÉ SUR LA PLUS HAUTE MONTAGNE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 have climbed the highest mountain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J’AI PARCOURU TOUS LES CHAMPS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 have run through the fields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JUSTE POUR ÊTRE AVEC TOI</a:t>
            </a:r>
            <a:br>
              <a:rPr lang="fr-FR" smtClean="0"/>
            </a:br>
            <a:r>
              <a:rPr lang="fr-FR" smtClean="0"/>
              <a:t>     JUSTE POUR ÊTRE AVEC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J’AI COURU, J’AI RAMPÉ</a:t>
            </a:r>
            <a:br>
              <a:rPr lang="fr-FR" smtClean="0"/>
            </a:br>
            <a:r>
              <a:rPr lang="fr-FR" smtClean="0"/>
              <a:t>     JE SUIS MONTÉ SUR CES MURAILLES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have run, I have crawled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have scaled these city walls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SUR CES MURAILLES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These city walls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JUSTE POUR ÊTRE AVEC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MAIS JE N’AI PAS TROUVÉ</a:t>
            </a:r>
            <a:br>
              <a:rPr lang="fr-FR" smtClean="0"/>
            </a:br>
            <a:r>
              <a:rPr lang="fr-FR" smtClean="0"/>
              <a:t>    CE QUE JE CHERCHAIS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But I still haven't found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What I'm looking for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JE SUIS MONTÉ SUR LA PLUS HAUTE MONTAGNE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 have climbed the highest mountain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J’AI PARCOURU TOUS LES CHAMPS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 have run through the fields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JUSTE POUR ÊTRE AVEC TOI</a:t>
            </a:r>
            <a:br>
              <a:rPr lang="fr-FR" smtClean="0"/>
            </a:br>
            <a:r>
              <a:rPr lang="fr-FR" smtClean="0"/>
              <a:t>      JUSTE POUR ÊTRE AVEC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J’AI COURU, J’AI RAMPÉ</a:t>
            </a:r>
            <a:br>
              <a:rPr lang="fr-FR" smtClean="0"/>
            </a:br>
            <a:r>
              <a:rPr lang="fr-FR" smtClean="0"/>
              <a:t>      JE SUIS MONTÉ SUR CES MURAILLES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have run, I have crawled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have scaled these city walls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SUR CES MURAILLES</a:t>
            </a:r>
            <a:br>
              <a:rPr lang="fr-FR" smtClean="0"/>
            </a:br>
            <a:r>
              <a:rPr lang="fr-FR" smtClean="0"/>
              <a:t>      JUSTE POUR ÊTRE AVEC TOI</a:t>
            </a:r>
            <a:br>
              <a:rPr lang="fr-FR" smtClean="0"/>
            </a:br>
            <a:r>
              <a:rPr lang="fr-FR" smtClean="0"/>
              <a:t>      These city walls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MAIS JE N’AI PAS TROUVÉ</a:t>
            </a:r>
            <a:br>
              <a:rPr lang="fr-FR" smtClean="0"/>
            </a:br>
            <a:r>
              <a:rPr lang="fr-FR" smtClean="0"/>
              <a:t>      CE QUE JE CHERCHAIS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But I still haven't found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What I'm looking for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TON RÈGNE VIENT JE LE CROIS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believe in the Kingdom Come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QUAND TOUTES LES COULEURS S’UNIRONT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When all the colors will bleed into 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S’UNIRONT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Bleed into 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OUI, JE COURS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Yes, I'm still running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TU BRISAS LES JOUGS</a:t>
            </a:r>
            <a:br>
              <a:rPr lang="fr-FR" smtClean="0"/>
            </a:br>
            <a:r>
              <a:rPr lang="fr-FR" smtClean="0"/>
              <a:t>       TU BRISAS LES CHAÎNES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 broke the bonds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you loosed the chains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PORTAS LA CROIX DE TOUTE MA HONTE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Carried the cross of all my shame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DE TOUTE MA HONTE</a:t>
            </a:r>
            <a:br>
              <a:rPr lang="fr-FR" smtClean="0"/>
            </a:br>
            <a:r>
              <a:rPr lang="fr-FR" smtClean="0"/>
              <a:t>       SEIGNEUR JE LE CROIS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Of all my shame, Lord I believe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ET FINALEMENT, J’AI TROUVÉ</a:t>
            </a:r>
            <a:br>
              <a:rPr lang="fr-FR" smtClean="0"/>
            </a:br>
            <a:r>
              <a:rPr lang="fr-FR" smtClean="0"/>
              <a:t>      CE QUE JE CHERCHAIS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now I've finally found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What I'm looking for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OUVRE LES YEUX DE MON CŒUR</a:t>
            </a:r>
            <a:br>
              <a:rPr lang="fr-FR" smtClean="0"/>
            </a:br>
            <a:r>
              <a:rPr lang="fr-FR" smtClean="0"/>
              <a:t>       OUVRE LES YEUX DE MON CŒUR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Open the eyes of my heart,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Open the eyes of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VEUX TE VOIR SEIGNEUR</a:t>
            </a:r>
            <a:br>
              <a:rPr lang="fr-FR" smtClean="0"/>
            </a:br>
            <a:r>
              <a:rPr lang="fr-FR" smtClean="0"/>
              <a:t>       JE VEUX TE VOIR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want to see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want to see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ET FINALEMENT, J’AI TROUVÉ</a:t>
            </a:r>
            <a:br>
              <a:rPr lang="fr-FR" smtClean="0"/>
            </a:br>
            <a:r>
              <a:rPr lang="fr-FR" smtClean="0"/>
              <a:t>      CE QUE JE CHERCHAIS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now I've finally found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What I'm looking for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358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MONTÉ SUR LA PLUS HAUTE MONTAGNE</a:t>
            </a:r>
          </a:p>
          <a:p>
            <a:r>
              <a:rPr lang="fr-FR" smtClean="0"/>
              <a:t>     I have climbed the highest mountain</a:t>
            </a:r>
          </a:p>
          <a:p>
            <a:r>
              <a:rPr lang="fr-FR" smtClean="0"/>
              <a:t>2-  J’AI PARCOURU TOUS LES CHAMPS</a:t>
            </a:r>
          </a:p>
          <a:p>
            <a:r>
              <a:rPr lang="fr-FR" smtClean="0"/>
              <a:t>     I have run through the fields</a:t>
            </a:r>
          </a:p>
          <a:p>
            <a:endParaRPr lang="fr-FR" smtClean="0"/>
          </a:p>
          <a:p>
            <a:r>
              <a:rPr lang="fr-FR" smtClean="0"/>
              <a:t>3-  JUSTE POUR ÊTRE AVEC TOI</a:t>
            </a:r>
            <a:br>
              <a:rPr lang="fr-FR" smtClean="0"/>
            </a:br>
            <a:r>
              <a:rPr lang="fr-FR" smtClean="0"/>
              <a:t>     JUSTE POUR ÊTRE AVEC TOI</a:t>
            </a:r>
          </a:p>
          <a:p>
            <a:r>
              <a:rPr lang="fr-FR" smtClean="0"/>
              <a:t>     Only to be with You</a:t>
            </a:r>
          </a:p>
          <a:p>
            <a:r>
              <a:rPr lang="fr-FR" smtClean="0"/>
              <a:t>     Only to be with You</a:t>
            </a:r>
          </a:p>
          <a:p>
            <a:endParaRPr lang="fr-FR" smtClean="0"/>
          </a:p>
          <a:p>
            <a:r>
              <a:rPr lang="fr-FR" smtClean="0"/>
              <a:t>4-  J’AI COURU, J’AI RAMPÉ</a:t>
            </a:r>
            <a:br>
              <a:rPr lang="fr-FR" smtClean="0"/>
            </a:br>
            <a:r>
              <a:rPr lang="fr-FR" smtClean="0"/>
              <a:t>     JE SUIS MONTÉ SUR CES MURAILLES</a:t>
            </a:r>
          </a:p>
          <a:p>
            <a:r>
              <a:rPr lang="fr-FR" smtClean="0"/>
              <a:t>      I have run, I have crawled</a:t>
            </a:r>
          </a:p>
          <a:p>
            <a:r>
              <a:rPr lang="fr-FR" smtClean="0"/>
              <a:t>      I have scaled these city walls</a:t>
            </a:r>
          </a:p>
          <a:p>
            <a:r>
              <a:rPr lang="fr-FR" smtClean="0"/>
              <a:t>5-  SUR CES MURAILLES</a:t>
            </a:r>
          </a:p>
          <a:p>
            <a:r>
              <a:rPr lang="fr-FR" smtClean="0"/>
              <a:t>     These city walls</a:t>
            </a:r>
          </a:p>
          <a:p>
            <a:endParaRPr lang="fr-FR" smtClean="0"/>
          </a:p>
          <a:p>
            <a:r>
              <a:rPr lang="fr-FR" smtClean="0"/>
              <a:t>6-  JUSTE POUR ÊTRE AVEC TOI</a:t>
            </a:r>
          </a:p>
          <a:p>
            <a:r>
              <a:rPr lang="fr-FR" smtClean="0"/>
              <a:t>     Only to be with you</a:t>
            </a:r>
          </a:p>
          <a:p>
            <a:endParaRPr lang="fr-FR" smtClean="0"/>
          </a:p>
          <a:p>
            <a:r>
              <a:rPr lang="fr-FR" smtClean="0"/>
              <a:t>7-  MAIS JE N’AI PAS TROUVÉ</a:t>
            </a:r>
            <a:br>
              <a:rPr lang="fr-FR" smtClean="0"/>
            </a:br>
            <a:r>
              <a:rPr lang="fr-FR" smtClean="0"/>
              <a:t>    CE QUE JE CHERCHAIS</a:t>
            </a:r>
          </a:p>
          <a:p>
            <a:r>
              <a:rPr lang="fr-FR" smtClean="0"/>
              <a:t>    But I still haven't found</a:t>
            </a:r>
          </a:p>
          <a:p>
            <a:r>
              <a:rPr lang="fr-FR" smtClean="0"/>
              <a:t>    What I'm looking for</a:t>
            </a:r>
          </a:p>
          <a:p>
            <a:endParaRPr lang="fr-FR" smtClean="0"/>
          </a:p>
          <a:p>
            <a:r>
              <a:rPr lang="fr-FR" smtClean="0"/>
              <a:t>8-  JE SUIS MONTÉ SUR LA PLUS HAUTE MONTAGNE</a:t>
            </a:r>
          </a:p>
          <a:p>
            <a:r>
              <a:rPr lang="fr-FR" smtClean="0"/>
              <a:t>     I have climbed the highest mountain</a:t>
            </a:r>
          </a:p>
          <a:p>
            <a:endParaRPr lang="fr-FR" smtClean="0"/>
          </a:p>
          <a:p>
            <a:r>
              <a:rPr lang="fr-FR" smtClean="0"/>
              <a:t>9-  J’AI PARCOURU TOUS LES CHAMPS</a:t>
            </a:r>
          </a:p>
          <a:p>
            <a:r>
              <a:rPr lang="fr-FR" smtClean="0"/>
              <a:t>     I have run through the fields</a:t>
            </a:r>
          </a:p>
          <a:p>
            <a:endParaRPr lang="fr-FR" smtClean="0"/>
          </a:p>
          <a:p>
            <a:r>
              <a:rPr lang="fr-FR" smtClean="0"/>
              <a:t>10-  JUSTE POUR ÊTRE AVEC TOI</a:t>
            </a:r>
            <a:br>
              <a:rPr lang="fr-FR" smtClean="0"/>
            </a:br>
            <a:r>
              <a:rPr lang="fr-FR" smtClean="0"/>
              <a:t>      JUSTE POUR ÊTRE AVEC TOI</a:t>
            </a:r>
          </a:p>
          <a:p>
            <a:r>
              <a:rPr lang="fr-FR" smtClean="0"/>
              <a:t>      Only to be with You</a:t>
            </a:r>
          </a:p>
          <a:p>
            <a:r>
              <a:rPr lang="fr-FR" smtClean="0"/>
              <a:t>      Only to be with You</a:t>
            </a:r>
          </a:p>
          <a:p>
            <a:endParaRPr lang="fr-FR" smtClean="0"/>
          </a:p>
          <a:p>
            <a:r>
              <a:rPr lang="fr-FR" smtClean="0"/>
              <a:t>11-  J’AI COURU, J’AI RAMPÉ</a:t>
            </a:r>
            <a:br>
              <a:rPr lang="fr-FR" smtClean="0"/>
            </a:br>
            <a:r>
              <a:rPr lang="fr-FR" smtClean="0"/>
              <a:t>      JE SUIS MONTÉ SUR CES MURAILLES</a:t>
            </a:r>
          </a:p>
          <a:p>
            <a:r>
              <a:rPr lang="fr-FR" smtClean="0"/>
              <a:t>      I have run, I have crawled</a:t>
            </a:r>
          </a:p>
          <a:p>
            <a:r>
              <a:rPr lang="fr-FR" smtClean="0"/>
              <a:t>      I have scaled these city walls</a:t>
            </a:r>
          </a:p>
          <a:p>
            <a:endParaRPr lang="fr-FR" smtClean="0"/>
          </a:p>
          <a:p>
            <a:r>
              <a:rPr lang="fr-FR" smtClean="0"/>
              <a:t>12-  SUR CES MURAILLES</a:t>
            </a:r>
            <a:br>
              <a:rPr lang="fr-FR" smtClean="0"/>
            </a:br>
            <a:r>
              <a:rPr lang="fr-FR" smtClean="0"/>
              <a:t>      JUSTE POUR ÊTRE AVEC TOI</a:t>
            </a:r>
            <a:br>
              <a:rPr lang="fr-FR" smtClean="0"/>
            </a:br>
            <a:r>
              <a:rPr lang="fr-FR" smtClean="0"/>
              <a:t>      These city walls</a:t>
            </a:r>
          </a:p>
          <a:p>
            <a:r>
              <a:rPr lang="fr-FR" smtClean="0"/>
              <a:t>      Only to be with You</a:t>
            </a:r>
          </a:p>
          <a:p>
            <a:endParaRPr lang="fr-FR" smtClean="0"/>
          </a:p>
          <a:p>
            <a:r>
              <a:rPr lang="fr-FR" smtClean="0"/>
              <a:t>13-  MAIS JE N’AI PAS TROUVÉ</a:t>
            </a:r>
            <a:br>
              <a:rPr lang="fr-FR" smtClean="0"/>
            </a:br>
            <a:r>
              <a:rPr lang="fr-FR" smtClean="0"/>
              <a:t>      CE QUE JE CHERCHAIS</a:t>
            </a:r>
          </a:p>
          <a:p>
            <a:r>
              <a:rPr lang="fr-FR" smtClean="0"/>
              <a:t>      But I still haven't found</a:t>
            </a:r>
          </a:p>
          <a:p>
            <a:r>
              <a:rPr lang="fr-FR" smtClean="0"/>
              <a:t>      What I'm looking for</a:t>
            </a:r>
          </a:p>
          <a:p>
            <a:endParaRPr lang="fr-FR" smtClean="0"/>
          </a:p>
          <a:p>
            <a:r>
              <a:rPr lang="fr-FR" smtClean="0"/>
              <a:t>14-  TON RÈGNE VIENT JE LE CROIS</a:t>
            </a:r>
          </a:p>
          <a:p>
            <a:r>
              <a:rPr lang="fr-FR" smtClean="0"/>
              <a:t>       I believe in the Kingdom Come</a:t>
            </a:r>
          </a:p>
          <a:p>
            <a:r>
              <a:rPr lang="fr-FR" smtClean="0"/>
              <a:t>15-  QUAND TOUTES LES COULEURS S’UNIRONT EN TOI</a:t>
            </a:r>
          </a:p>
          <a:p>
            <a:r>
              <a:rPr lang="fr-FR" smtClean="0"/>
              <a:t>       When all the colors will bleed into one</a:t>
            </a:r>
          </a:p>
          <a:p>
            <a:r>
              <a:rPr lang="fr-FR" smtClean="0"/>
              <a:t>16-  S’UNIRONT EN TOI</a:t>
            </a:r>
          </a:p>
          <a:p>
            <a:r>
              <a:rPr lang="fr-FR" smtClean="0"/>
              <a:t>       Bleed into one</a:t>
            </a:r>
          </a:p>
          <a:p>
            <a:endParaRPr lang="fr-FR" smtClean="0"/>
          </a:p>
          <a:p>
            <a:r>
              <a:rPr lang="fr-FR" smtClean="0"/>
              <a:t>17-  OUI, JE COURS ENCORE</a:t>
            </a:r>
          </a:p>
          <a:p>
            <a:r>
              <a:rPr lang="fr-FR" smtClean="0"/>
              <a:t>       Yes, I'm still running</a:t>
            </a:r>
          </a:p>
          <a:p>
            <a:endParaRPr lang="fr-FR" smtClean="0"/>
          </a:p>
          <a:p>
            <a:r>
              <a:rPr lang="fr-FR" smtClean="0"/>
              <a:t>18-  TU BRISAS LES JOUGS</a:t>
            </a:r>
            <a:br>
              <a:rPr lang="fr-FR" smtClean="0"/>
            </a:br>
            <a:r>
              <a:rPr lang="fr-FR" smtClean="0"/>
              <a:t>       TU BRISAS LES CHAÎNES</a:t>
            </a:r>
          </a:p>
          <a:p>
            <a:r>
              <a:rPr lang="fr-FR" smtClean="0"/>
              <a:t>       You broke the bonds</a:t>
            </a:r>
          </a:p>
          <a:p>
            <a:r>
              <a:rPr lang="fr-FR" smtClean="0"/>
              <a:t>       And you loosed the chains</a:t>
            </a:r>
          </a:p>
          <a:p>
            <a:endParaRPr lang="fr-FR" smtClean="0"/>
          </a:p>
          <a:p>
            <a:r>
              <a:rPr lang="fr-FR" smtClean="0"/>
              <a:t>19-  PORTAS LA CROIX DE TOUTE MA HONTE</a:t>
            </a:r>
          </a:p>
          <a:p>
            <a:r>
              <a:rPr lang="fr-FR" smtClean="0"/>
              <a:t>      Carried the cross of all my shame</a:t>
            </a:r>
          </a:p>
          <a:p>
            <a:r>
              <a:rPr lang="fr-FR" smtClean="0"/>
              <a:t>20-  DE TOUTE MA HONTE</a:t>
            </a:r>
            <a:br>
              <a:rPr lang="fr-FR" smtClean="0"/>
            </a:br>
            <a:r>
              <a:rPr lang="fr-FR" smtClean="0"/>
              <a:t>       SEIGNEUR JE LE CROIS</a:t>
            </a:r>
          </a:p>
          <a:p>
            <a:r>
              <a:rPr lang="fr-FR" smtClean="0"/>
              <a:t>       Of all my shame, Lord I believe it</a:t>
            </a:r>
          </a:p>
          <a:p>
            <a:r>
              <a:rPr lang="fr-FR" smtClean="0"/>
              <a:t>21-  ET FINALEMENT, J’AI TROUVÉ</a:t>
            </a:r>
            <a:br>
              <a:rPr lang="fr-FR" smtClean="0"/>
            </a:br>
            <a:r>
              <a:rPr lang="fr-FR" smtClean="0"/>
              <a:t>      CE QUE JE CHERCHAIS</a:t>
            </a:r>
          </a:p>
          <a:p>
            <a:r>
              <a:rPr lang="fr-FR" smtClean="0"/>
              <a:t>      And now I've finally found</a:t>
            </a:r>
          </a:p>
          <a:p>
            <a:r>
              <a:rPr lang="fr-FR" smtClean="0"/>
              <a:t>      What I'm looking for</a:t>
            </a:r>
          </a:p>
          <a:p>
            <a:endParaRPr lang="fr-FR" smtClean="0"/>
          </a:p>
          <a:p>
            <a:r>
              <a:rPr lang="fr-FR" smtClean="0"/>
              <a:t>22-  OUVRE LES YEUX DE MON CŒUR</a:t>
            </a:r>
            <a:br>
              <a:rPr lang="fr-FR" smtClean="0"/>
            </a:br>
            <a:r>
              <a:rPr lang="fr-FR" smtClean="0"/>
              <a:t>       OUVRE LES YEUX DE MON CŒUR </a:t>
            </a:r>
          </a:p>
          <a:p>
            <a:r>
              <a:rPr lang="fr-FR" smtClean="0"/>
              <a:t>       Open the eyes of my heart, Lord</a:t>
            </a:r>
          </a:p>
          <a:p>
            <a:r>
              <a:rPr lang="fr-FR" smtClean="0"/>
              <a:t>       Open the eyes of my heart</a:t>
            </a:r>
          </a:p>
          <a:p>
            <a:r>
              <a:rPr lang="fr-FR" smtClean="0"/>
              <a:t>23-  JE VEUX TE VOIR SEIGNEUR</a:t>
            </a:r>
            <a:br>
              <a:rPr lang="fr-FR" smtClean="0"/>
            </a:br>
            <a:r>
              <a:rPr lang="fr-FR" smtClean="0"/>
              <a:t>       JE VEUX TE VOIR SEIGNEUR</a:t>
            </a:r>
          </a:p>
          <a:p>
            <a:r>
              <a:rPr lang="fr-FR" smtClean="0"/>
              <a:t>       I want to see You</a:t>
            </a:r>
          </a:p>
          <a:p>
            <a:r>
              <a:rPr lang="fr-FR" smtClean="0"/>
              <a:t>       I want to see You</a:t>
            </a:r>
          </a:p>
          <a:p>
            <a:endParaRPr lang="fr-FR" smtClean="0"/>
          </a:p>
          <a:p>
            <a:r>
              <a:rPr lang="fr-FR" smtClean="0"/>
              <a:t>24-  ET FINALEMENT, J’AI TROUVÉ</a:t>
            </a:r>
            <a:br>
              <a:rPr lang="fr-FR" smtClean="0"/>
            </a:br>
            <a:r>
              <a:rPr lang="fr-FR" smtClean="0"/>
              <a:t>      CE QUE JE CHERCHAIS</a:t>
            </a:r>
          </a:p>
          <a:p>
            <a:r>
              <a:rPr lang="fr-FR" smtClean="0"/>
              <a:t>      And now I've finally found</a:t>
            </a:r>
          </a:p>
          <a:p>
            <a:r>
              <a:rPr lang="fr-FR" smtClean="0"/>
              <a:t>      What I'm looking for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MONTÉ SUR LA PLUS HAUTE MONTAGNE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 have climbed the highest mountain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J’AI PARCOURU TOUS LES CHAMPS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 have run through the fields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JUSTE POUR ÊTRE AVEC TOI</a:t>
            </a:r>
            <a:br>
              <a:rPr lang="fr-FR" smtClean="0"/>
            </a:br>
            <a:r>
              <a:rPr lang="fr-FR" smtClean="0"/>
              <a:t>     JUSTE POUR ÊTRE AVEC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J’AI COURU, J’AI RAMPÉ</a:t>
            </a:r>
            <a:br>
              <a:rPr lang="fr-FR" smtClean="0"/>
            </a:br>
            <a:r>
              <a:rPr lang="fr-FR" smtClean="0"/>
              <a:t>     JE SUIS MONTÉ SUR CES MURAILLES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have run, I have crawled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have scaled these city walls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SUR CES MURAILLES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These city walls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JUSTE POUR ÊTRE AVEC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MAIS JE N’AI PAS TROUVÉ</a:t>
            </a:r>
            <a:br>
              <a:rPr lang="fr-FR" smtClean="0"/>
            </a:br>
            <a:r>
              <a:rPr lang="fr-FR" smtClean="0"/>
              <a:t>    CE QUE JE CHERCHAIS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But I still haven't found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What I'm looking for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JE SUIS MONTÉ SUR LA PLUS HAUTE MONTAGNE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 have climbed the highest mountain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J’AI PARCOURU TOUS LES CHAMPS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 have run through the fields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JUSTE POUR ÊTRE AVEC TOI</a:t>
            </a:r>
            <a:br>
              <a:rPr lang="fr-FR" smtClean="0"/>
            </a:br>
            <a:r>
              <a:rPr lang="fr-FR" smtClean="0"/>
              <a:t>      JUSTE POUR ÊTRE AVEC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J’AI COURU, J’AI RAMPÉ</a:t>
            </a:r>
            <a:br>
              <a:rPr lang="fr-FR" smtClean="0"/>
            </a:br>
            <a:r>
              <a:rPr lang="fr-FR" smtClean="0"/>
              <a:t>      JE SUIS MONTÉ SUR CES MURAILLES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have run, I have crawled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have scaled these city walls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SUR CES MURAILLES</a:t>
            </a:r>
            <a:br>
              <a:rPr lang="fr-FR" smtClean="0"/>
            </a:br>
            <a:r>
              <a:rPr lang="fr-FR" smtClean="0"/>
              <a:t>      JUSTE POUR ÊTRE AVEC TOI</a:t>
            </a:r>
            <a:br>
              <a:rPr lang="fr-FR" smtClean="0"/>
            </a:br>
            <a:r>
              <a:rPr lang="fr-FR" smtClean="0"/>
              <a:t>      These city walls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MAIS JE N’AI PAS TROUVÉ</a:t>
            </a:r>
            <a:br>
              <a:rPr lang="fr-FR" smtClean="0"/>
            </a:br>
            <a:r>
              <a:rPr lang="fr-FR" smtClean="0"/>
              <a:t>      CE QUE JE CHERCHAIS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But I still haven't found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What I'm looking for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TON RÈGNE VIENT JE LE CROIS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believe in the Kingdom Come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QUAND TOUTES LES COULEURS S’UNIRONT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When all the colors will bleed into 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S’UNIRONT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Bleed into 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OUI, JE COURS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Yes, I'm still running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TU BRISAS LES JOUGS</a:t>
            </a:r>
            <a:br>
              <a:rPr lang="fr-FR" smtClean="0"/>
            </a:br>
            <a:r>
              <a:rPr lang="fr-FR" smtClean="0"/>
              <a:t>       TU BRISAS LES CHAÎNES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 broke the bonds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you loosed the chains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PORTAS LA CROIX DE TOUTE MA HONTE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Carried the cross of all my shame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DE TOUTE MA HONTE</a:t>
            </a:r>
            <a:br>
              <a:rPr lang="fr-FR" smtClean="0"/>
            </a:br>
            <a:r>
              <a:rPr lang="fr-FR" smtClean="0"/>
              <a:t>       SEIGNEUR JE LE CROIS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Of all my shame, Lord I believe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ET FINALEMENT, J’AI TROUVÉ</a:t>
            </a:r>
            <a:br>
              <a:rPr lang="fr-FR" smtClean="0"/>
            </a:br>
            <a:r>
              <a:rPr lang="fr-FR" smtClean="0"/>
              <a:t>      CE QUE JE CHERCHAIS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now I've finally found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What I'm looking for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OUVRE LES YEUX DE MON CŒUR</a:t>
            </a:r>
            <a:br>
              <a:rPr lang="fr-FR" smtClean="0"/>
            </a:br>
            <a:r>
              <a:rPr lang="fr-FR" smtClean="0"/>
              <a:t>       OUVRE LES YEUX DE MON CŒUR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Open the eyes of my heart,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Open the eyes of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VEUX TE VOIR SEIGNEUR</a:t>
            </a:r>
            <a:br>
              <a:rPr lang="fr-FR" smtClean="0"/>
            </a:br>
            <a:r>
              <a:rPr lang="fr-FR" smtClean="0"/>
              <a:t>       JE VEUX TE VOIR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want to see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want to see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ET FINALEMENT, J’AI TROUVÉ</a:t>
            </a:r>
            <a:br>
              <a:rPr lang="fr-FR" smtClean="0"/>
            </a:br>
            <a:r>
              <a:rPr lang="fr-FR" smtClean="0"/>
              <a:t>      CE QUE JE CHERCHAIS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now I've finally found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What I'm looking for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MONTÉ SUR LA PLUS HAUTE MONTAGNE</a:t>
            </a:r>
          </a:p>
          <a:p>
            <a:r>
              <a:rPr lang="fr-FR" smtClean="0"/>
              <a:t>     I have climbed the highest mountain</a:t>
            </a:r>
          </a:p>
          <a:p>
            <a:r>
              <a:rPr lang="fr-FR" smtClean="0"/>
              <a:t>2-  J’AI PARCOURU TOUS LES CHAMPS</a:t>
            </a:r>
          </a:p>
          <a:p>
            <a:r>
              <a:rPr lang="fr-FR" smtClean="0"/>
              <a:t>     I have run through the fields</a:t>
            </a:r>
          </a:p>
          <a:p>
            <a:endParaRPr lang="fr-FR" smtClean="0"/>
          </a:p>
          <a:p>
            <a:r>
              <a:rPr lang="fr-FR" smtClean="0"/>
              <a:t>3-  JUSTE POUR ÊTRE AVEC TOI</a:t>
            </a:r>
            <a:br>
              <a:rPr lang="fr-FR" smtClean="0"/>
            </a:br>
            <a:r>
              <a:rPr lang="fr-FR" smtClean="0"/>
              <a:t>     JUSTE POUR ÊTRE AVEC TOI</a:t>
            </a:r>
          </a:p>
          <a:p>
            <a:r>
              <a:rPr lang="fr-FR" smtClean="0"/>
              <a:t>     Only to be with You</a:t>
            </a:r>
          </a:p>
          <a:p>
            <a:r>
              <a:rPr lang="fr-FR" smtClean="0"/>
              <a:t>     Only to be with You</a:t>
            </a:r>
          </a:p>
          <a:p>
            <a:endParaRPr lang="fr-FR" smtClean="0"/>
          </a:p>
          <a:p>
            <a:r>
              <a:rPr lang="fr-FR" smtClean="0"/>
              <a:t>4-  J’AI COURU, J’AI RAMPÉ</a:t>
            </a:r>
            <a:br>
              <a:rPr lang="fr-FR" smtClean="0"/>
            </a:br>
            <a:r>
              <a:rPr lang="fr-FR" smtClean="0"/>
              <a:t>     JE SUIS MONTÉ SUR CES MURAILLES</a:t>
            </a:r>
          </a:p>
          <a:p>
            <a:r>
              <a:rPr lang="fr-FR" smtClean="0"/>
              <a:t>      I have run, I have crawled</a:t>
            </a:r>
          </a:p>
          <a:p>
            <a:r>
              <a:rPr lang="fr-FR" smtClean="0"/>
              <a:t>      I have scaled these city walls</a:t>
            </a:r>
          </a:p>
          <a:p>
            <a:r>
              <a:rPr lang="fr-FR" smtClean="0"/>
              <a:t>5-  SUR CES MURAILLES</a:t>
            </a:r>
          </a:p>
          <a:p>
            <a:r>
              <a:rPr lang="fr-FR" smtClean="0"/>
              <a:t>     These city walls</a:t>
            </a:r>
          </a:p>
          <a:p>
            <a:endParaRPr lang="fr-FR" smtClean="0"/>
          </a:p>
          <a:p>
            <a:r>
              <a:rPr lang="fr-FR" smtClean="0"/>
              <a:t>6-  JUSTE POUR ÊTRE AVEC TOI</a:t>
            </a:r>
          </a:p>
          <a:p>
            <a:r>
              <a:rPr lang="fr-FR" smtClean="0"/>
              <a:t>     Only to be with you</a:t>
            </a:r>
          </a:p>
          <a:p>
            <a:endParaRPr lang="fr-FR" smtClean="0"/>
          </a:p>
          <a:p>
            <a:r>
              <a:rPr lang="fr-FR" smtClean="0"/>
              <a:t>7-  MAIS JE N’AI PAS TROUVÉ</a:t>
            </a:r>
            <a:br>
              <a:rPr lang="fr-FR" smtClean="0"/>
            </a:br>
            <a:r>
              <a:rPr lang="fr-FR" smtClean="0"/>
              <a:t>    CE QUE JE CHERCHAIS</a:t>
            </a:r>
          </a:p>
          <a:p>
            <a:r>
              <a:rPr lang="fr-FR" smtClean="0"/>
              <a:t>    But I still haven't found</a:t>
            </a:r>
          </a:p>
          <a:p>
            <a:r>
              <a:rPr lang="fr-FR" smtClean="0"/>
              <a:t>    What I'm looking for</a:t>
            </a:r>
          </a:p>
          <a:p>
            <a:endParaRPr lang="fr-FR" smtClean="0"/>
          </a:p>
          <a:p>
            <a:r>
              <a:rPr lang="fr-FR" smtClean="0"/>
              <a:t>8-  JE SUIS MONTÉ SUR LA PLUS HAUTE MONTAGNE</a:t>
            </a:r>
          </a:p>
          <a:p>
            <a:r>
              <a:rPr lang="fr-FR" smtClean="0"/>
              <a:t>     I have climbed the highest mountain</a:t>
            </a:r>
          </a:p>
          <a:p>
            <a:endParaRPr lang="fr-FR" smtClean="0"/>
          </a:p>
          <a:p>
            <a:r>
              <a:rPr lang="fr-FR" smtClean="0"/>
              <a:t>9-  J’AI PARCOURU TOUS LES CHAMPS</a:t>
            </a:r>
          </a:p>
          <a:p>
            <a:r>
              <a:rPr lang="fr-FR" smtClean="0"/>
              <a:t>     I have run through the fields</a:t>
            </a:r>
          </a:p>
          <a:p>
            <a:endParaRPr lang="fr-FR" smtClean="0"/>
          </a:p>
          <a:p>
            <a:r>
              <a:rPr lang="fr-FR" smtClean="0"/>
              <a:t>10-  JUSTE POUR ÊTRE AVEC TOI</a:t>
            </a:r>
            <a:br>
              <a:rPr lang="fr-FR" smtClean="0"/>
            </a:br>
            <a:r>
              <a:rPr lang="fr-FR" smtClean="0"/>
              <a:t>      JUSTE POUR ÊTRE AVEC TOI</a:t>
            </a:r>
          </a:p>
          <a:p>
            <a:r>
              <a:rPr lang="fr-FR" smtClean="0"/>
              <a:t>      Only to be with You</a:t>
            </a:r>
          </a:p>
          <a:p>
            <a:r>
              <a:rPr lang="fr-FR" smtClean="0"/>
              <a:t>      Only to be with You</a:t>
            </a:r>
          </a:p>
          <a:p>
            <a:endParaRPr lang="fr-FR" smtClean="0"/>
          </a:p>
          <a:p>
            <a:r>
              <a:rPr lang="fr-FR" smtClean="0"/>
              <a:t>11-  J’AI COURU, J’AI RAMPÉ</a:t>
            </a:r>
            <a:br>
              <a:rPr lang="fr-FR" smtClean="0"/>
            </a:br>
            <a:r>
              <a:rPr lang="fr-FR" smtClean="0"/>
              <a:t>      JE SUIS MONTÉ SUR CES MURAILLES</a:t>
            </a:r>
          </a:p>
          <a:p>
            <a:r>
              <a:rPr lang="fr-FR" smtClean="0"/>
              <a:t>      I have run, I have crawled</a:t>
            </a:r>
          </a:p>
          <a:p>
            <a:r>
              <a:rPr lang="fr-FR" smtClean="0"/>
              <a:t>      I have scaled these city walls</a:t>
            </a:r>
          </a:p>
          <a:p>
            <a:endParaRPr lang="fr-FR" smtClean="0"/>
          </a:p>
          <a:p>
            <a:r>
              <a:rPr lang="fr-FR" smtClean="0"/>
              <a:t>12-  SUR CES MURAILLES</a:t>
            </a:r>
            <a:br>
              <a:rPr lang="fr-FR" smtClean="0"/>
            </a:br>
            <a:r>
              <a:rPr lang="fr-FR" smtClean="0"/>
              <a:t>      JUSTE POUR ÊTRE AVEC TOI</a:t>
            </a:r>
            <a:br>
              <a:rPr lang="fr-FR" smtClean="0"/>
            </a:br>
            <a:r>
              <a:rPr lang="fr-FR" smtClean="0"/>
              <a:t>      These city walls</a:t>
            </a:r>
          </a:p>
          <a:p>
            <a:r>
              <a:rPr lang="fr-FR" smtClean="0"/>
              <a:t>      Only to be with You</a:t>
            </a:r>
          </a:p>
          <a:p>
            <a:endParaRPr lang="fr-FR" smtClean="0"/>
          </a:p>
          <a:p>
            <a:r>
              <a:rPr lang="fr-FR" smtClean="0"/>
              <a:t>13-  MAIS JE N’AI PAS TROUVÉ</a:t>
            </a:r>
            <a:br>
              <a:rPr lang="fr-FR" smtClean="0"/>
            </a:br>
            <a:r>
              <a:rPr lang="fr-FR" smtClean="0"/>
              <a:t>      CE QUE JE CHERCHAIS</a:t>
            </a:r>
          </a:p>
          <a:p>
            <a:r>
              <a:rPr lang="fr-FR" smtClean="0"/>
              <a:t>      But I still haven't found</a:t>
            </a:r>
          </a:p>
          <a:p>
            <a:r>
              <a:rPr lang="fr-FR" smtClean="0"/>
              <a:t>      What I'm looking for</a:t>
            </a:r>
          </a:p>
          <a:p>
            <a:endParaRPr lang="fr-FR" smtClean="0"/>
          </a:p>
          <a:p>
            <a:r>
              <a:rPr lang="fr-FR" smtClean="0"/>
              <a:t>14-  TON RÈGNE VIENT JE LE CROIS</a:t>
            </a:r>
          </a:p>
          <a:p>
            <a:r>
              <a:rPr lang="fr-FR" smtClean="0"/>
              <a:t>       I believe in the Kingdom Come</a:t>
            </a:r>
          </a:p>
          <a:p>
            <a:r>
              <a:rPr lang="fr-FR" smtClean="0"/>
              <a:t>15-  QUAND TOUTES LES COULEURS S’UNIRONT EN TOI</a:t>
            </a:r>
          </a:p>
          <a:p>
            <a:r>
              <a:rPr lang="fr-FR" smtClean="0"/>
              <a:t>       When all the colors will bleed into one</a:t>
            </a:r>
          </a:p>
          <a:p>
            <a:r>
              <a:rPr lang="fr-FR" smtClean="0"/>
              <a:t>16-  S’UNIRONT EN TOI</a:t>
            </a:r>
          </a:p>
          <a:p>
            <a:r>
              <a:rPr lang="fr-FR" smtClean="0"/>
              <a:t>       Bleed into one</a:t>
            </a:r>
          </a:p>
          <a:p>
            <a:endParaRPr lang="fr-FR" smtClean="0"/>
          </a:p>
          <a:p>
            <a:r>
              <a:rPr lang="fr-FR" smtClean="0"/>
              <a:t>17-  OUI, JE COURS ENCORE</a:t>
            </a:r>
          </a:p>
          <a:p>
            <a:r>
              <a:rPr lang="fr-FR" smtClean="0"/>
              <a:t>       Yes, I'm still running</a:t>
            </a:r>
          </a:p>
          <a:p>
            <a:endParaRPr lang="fr-FR" smtClean="0"/>
          </a:p>
          <a:p>
            <a:r>
              <a:rPr lang="fr-FR" smtClean="0"/>
              <a:t>18-  TU BRISAS LES JOUGS</a:t>
            </a:r>
            <a:br>
              <a:rPr lang="fr-FR" smtClean="0"/>
            </a:br>
            <a:r>
              <a:rPr lang="fr-FR" smtClean="0"/>
              <a:t>       TU BRISAS LES CHAÎNES</a:t>
            </a:r>
          </a:p>
          <a:p>
            <a:r>
              <a:rPr lang="fr-FR" smtClean="0"/>
              <a:t>       You broke the bonds</a:t>
            </a:r>
          </a:p>
          <a:p>
            <a:r>
              <a:rPr lang="fr-FR" smtClean="0"/>
              <a:t>       And you loosed the chains</a:t>
            </a:r>
          </a:p>
          <a:p>
            <a:endParaRPr lang="fr-FR" smtClean="0"/>
          </a:p>
          <a:p>
            <a:r>
              <a:rPr lang="fr-FR" smtClean="0"/>
              <a:t>19-  PORTAS LA CROIX DE TOUTE MA HONTE</a:t>
            </a:r>
          </a:p>
          <a:p>
            <a:r>
              <a:rPr lang="fr-FR" smtClean="0"/>
              <a:t>      Carried the cross of all my shame</a:t>
            </a:r>
          </a:p>
          <a:p>
            <a:r>
              <a:rPr lang="fr-FR" smtClean="0"/>
              <a:t>20-  DE TOUTE MA HONTE</a:t>
            </a:r>
            <a:br>
              <a:rPr lang="fr-FR" smtClean="0"/>
            </a:br>
            <a:r>
              <a:rPr lang="fr-FR" smtClean="0"/>
              <a:t>       SEIGNEUR JE LE CROIS</a:t>
            </a:r>
          </a:p>
          <a:p>
            <a:r>
              <a:rPr lang="fr-FR" smtClean="0"/>
              <a:t>       Of all my shame, Lord I believe it</a:t>
            </a:r>
          </a:p>
          <a:p>
            <a:r>
              <a:rPr lang="fr-FR" smtClean="0"/>
              <a:t>21-  ET FINALEMENT, J’AI TROUVÉ</a:t>
            </a:r>
            <a:br>
              <a:rPr lang="fr-FR" smtClean="0"/>
            </a:br>
            <a:r>
              <a:rPr lang="fr-FR" smtClean="0"/>
              <a:t>      CE QUE JE CHERCHAIS</a:t>
            </a:r>
          </a:p>
          <a:p>
            <a:r>
              <a:rPr lang="fr-FR" smtClean="0"/>
              <a:t>      And now I've finally found</a:t>
            </a:r>
          </a:p>
          <a:p>
            <a:r>
              <a:rPr lang="fr-FR" smtClean="0"/>
              <a:t>      What I'm looking for</a:t>
            </a:r>
          </a:p>
          <a:p>
            <a:endParaRPr lang="fr-FR" smtClean="0"/>
          </a:p>
          <a:p>
            <a:r>
              <a:rPr lang="fr-FR" smtClean="0"/>
              <a:t>22-  OUVRE LES YEUX DE MON CŒUR</a:t>
            </a:r>
            <a:br>
              <a:rPr lang="fr-FR" smtClean="0"/>
            </a:br>
            <a:r>
              <a:rPr lang="fr-FR" smtClean="0"/>
              <a:t>       OUVRE LES YEUX DE MON CŒUR </a:t>
            </a:r>
          </a:p>
          <a:p>
            <a:r>
              <a:rPr lang="fr-FR" smtClean="0"/>
              <a:t>       Open the eyes of my heart, Lord</a:t>
            </a:r>
          </a:p>
          <a:p>
            <a:r>
              <a:rPr lang="fr-FR" smtClean="0"/>
              <a:t>       Open the eyes of my heart</a:t>
            </a:r>
          </a:p>
          <a:p>
            <a:r>
              <a:rPr lang="fr-FR" smtClean="0"/>
              <a:t>23-  JE VEUX TE VOIR SEIGNEUR</a:t>
            </a:r>
            <a:br>
              <a:rPr lang="fr-FR" smtClean="0"/>
            </a:br>
            <a:r>
              <a:rPr lang="fr-FR" smtClean="0"/>
              <a:t>       JE VEUX TE VOIR SEIGNEUR</a:t>
            </a:r>
          </a:p>
          <a:p>
            <a:r>
              <a:rPr lang="fr-FR" smtClean="0"/>
              <a:t>       I want to see You</a:t>
            </a:r>
          </a:p>
          <a:p>
            <a:r>
              <a:rPr lang="fr-FR" smtClean="0"/>
              <a:t>       I want to see You</a:t>
            </a:r>
          </a:p>
          <a:p>
            <a:endParaRPr lang="fr-FR" smtClean="0"/>
          </a:p>
          <a:p>
            <a:r>
              <a:rPr lang="fr-FR" smtClean="0"/>
              <a:t>24-  ET FINALEMENT, J’AI TROUVÉ</a:t>
            </a:r>
            <a:br>
              <a:rPr lang="fr-FR" smtClean="0"/>
            </a:br>
            <a:r>
              <a:rPr lang="fr-FR" smtClean="0"/>
              <a:t>      CE QUE JE CHERCHAIS</a:t>
            </a:r>
          </a:p>
          <a:p>
            <a:r>
              <a:rPr lang="fr-FR" smtClean="0"/>
              <a:t>      And now I've finally found</a:t>
            </a:r>
          </a:p>
          <a:p>
            <a:r>
              <a:rPr lang="fr-FR" smtClean="0"/>
              <a:t>      What I'm looking for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MONTÉ SUR LA PLUS HAUTE MONTAGNE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 have climbed the highest mountain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J’AI PARCOURU TOUS LES CHAMPS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 have run through the fields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JUSTE POUR ÊTRE AVEC TOI</a:t>
            </a:r>
            <a:br>
              <a:rPr lang="fr-FR" smtClean="0"/>
            </a:br>
            <a:r>
              <a:rPr lang="fr-FR" smtClean="0"/>
              <a:t>     JUSTE POUR ÊTRE AVEC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J’AI COURU, J’AI RAMPÉ</a:t>
            </a:r>
            <a:br>
              <a:rPr lang="fr-FR" smtClean="0"/>
            </a:br>
            <a:r>
              <a:rPr lang="fr-FR" smtClean="0"/>
              <a:t>     JE SUIS MONTÉ SUR CES MURAILLES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have run, I have crawled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have scaled these city walls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SUR CES MURAILLES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These city walls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JUSTE POUR ÊTRE AVEC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MAIS JE N’AI PAS TROUVÉ</a:t>
            </a:r>
            <a:br>
              <a:rPr lang="fr-FR" smtClean="0"/>
            </a:br>
            <a:r>
              <a:rPr lang="fr-FR" smtClean="0"/>
              <a:t>    CE QUE JE CHERCHAIS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But I still haven't found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What I'm looking for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JE SUIS MONTÉ SUR LA PLUS HAUTE MONTAGNE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 have climbed the highest mountain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J’AI PARCOURU TOUS LES CHAMPS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 have run through the fields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JUSTE POUR ÊTRE AVEC TOI</a:t>
            </a:r>
            <a:br>
              <a:rPr lang="fr-FR" smtClean="0"/>
            </a:br>
            <a:r>
              <a:rPr lang="fr-FR" smtClean="0"/>
              <a:t>      JUSTE POUR ÊTRE AVEC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J’AI COURU, J’AI RAMPÉ</a:t>
            </a:r>
            <a:br>
              <a:rPr lang="fr-FR" smtClean="0"/>
            </a:br>
            <a:r>
              <a:rPr lang="fr-FR" smtClean="0"/>
              <a:t>      JE SUIS MONTÉ SUR CES MURAILLES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have run, I have crawled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have scaled these city walls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SUR CES MURAILLES</a:t>
            </a:r>
            <a:br>
              <a:rPr lang="fr-FR" smtClean="0"/>
            </a:br>
            <a:r>
              <a:rPr lang="fr-FR" smtClean="0"/>
              <a:t>      JUSTE POUR ÊTRE AVEC TOI</a:t>
            </a:r>
            <a:br>
              <a:rPr lang="fr-FR" smtClean="0"/>
            </a:br>
            <a:r>
              <a:rPr lang="fr-FR" smtClean="0"/>
              <a:t>      These city walls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MAIS JE N’AI PAS TROUVÉ</a:t>
            </a:r>
            <a:br>
              <a:rPr lang="fr-FR" smtClean="0"/>
            </a:br>
            <a:r>
              <a:rPr lang="fr-FR" smtClean="0"/>
              <a:t>      CE QUE JE CHERCHAIS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But I still haven't found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What I'm looking for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TON RÈGNE VIENT JE LE CROIS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believe in the Kingdom Come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QUAND TOUTES LES COULEURS S’UNIRONT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When all the colors will bleed into 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S’UNIRONT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Bleed into 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OUI, JE COURS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Yes, I'm still running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TU BRISAS LES JOUGS</a:t>
            </a:r>
            <a:br>
              <a:rPr lang="fr-FR" smtClean="0"/>
            </a:br>
            <a:r>
              <a:rPr lang="fr-FR" smtClean="0"/>
              <a:t>       TU BRISAS LES CHAÎNES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 broke the bonds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you loosed the chains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PORTAS LA CROIX DE TOUTE MA HONTE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Carried the cross of all my shame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DE TOUTE MA HONTE</a:t>
            </a:r>
            <a:br>
              <a:rPr lang="fr-FR" smtClean="0"/>
            </a:br>
            <a:r>
              <a:rPr lang="fr-FR" smtClean="0"/>
              <a:t>       SEIGNEUR JE LE CROIS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Of all my shame, Lord I believe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ET FINALEMENT, J’AI TROUVÉ</a:t>
            </a:r>
            <a:br>
              <a:rPr lang="fr-FR" smtClean="0"/>
            </a:br>
            <a:r>
              <a:rPr lang="fr-FR" smtClean="0"/>
              <a:t>      CE QUE JE CHERCHAIS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now I've finally found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What I'm looking for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OUVRE LES YEUX DE MON CŒUR</a:t>
            </a:r>
            <a:br>
              <a:rPr lang="fr-FR" smtClean="0"/>
            </a:br>
            <a:r>
              <a:rPr lang="fr-FR" smtClean="0"/>
              <a:t>       OUVRE LES YEUX DE MON CŒUR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Open the eyes of my heart,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Open the eyes of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VEUX TE VOIR SEIGNEUR</a:t>
            </a:r>
            <a:br>
              <a:rPr lang="fr-FR" smtClean="0"/>
            </a:br>
            <a:r>
              <a:rPr lang="fr-FR" smtClean="0"/>
              <a:t>       JE VEUX TE VOIR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want to see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want to see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ET FINALEMENT, J’AI TROUVÉ</a:t>
            </a:r>
            <a:br>
              <a:rPr lang="fr-FR" smtClean="0"/>
            </a:br>
            <a:r>
              <a:rPr lang="fr-FR" smtClean="0"/>
              <a:t>      CE QUE JE CHERCHAIS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now I've finally found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What I'm looking for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378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MONTÉ SUR LA PLUS HAUTE MONTAGNE</a:t>
            </a:r>
          </a:p>
          <a:p>
            <a:r>
              <a:rPr lang="fr-FR" smtClean="0"/>
              <a:t>     I have climbed the highest mountain</a:t>
            </a:r>
          </a:p>
          <a:p>
            <a:r>
              <a:rPr lang="fr-FR" smtClean="0"/>
              <a:t>2-  J’AI PARCOURU TOUS LES CHAMPS</a:t>
            </a:r>
          </a:p>
          <a:p>
            <a:r>
              <a:rPr lang="fr-FR" smtClean="0"/>
              <a:t>     I have run through the fields</a:t>
            </a:r>
          </a:p>
          <a:p>
            <a:endParaRPr lang="fr-FR" smtClean="0"/>
          </a:p>
          <a:p>
            <a:r>
              <a:rPr lang="fr-FR" smtClean="0"/>
              <a:t>3-  JUSTE POUR ÊTRE AVEC TOI</a:t>
            </a:r>
            <a:br>
              <a:rPr lang="fr-FR" smtClean="0"/>
            </a:br>
            <a:r>
              <a:rPr lang="fr-FR" smtClean="0"/>
              <a:t>     JUSTE POUR ÊTRE AVEC TOI</a:t>
            </a:r>
          </a:p>
          <a:p>
            <a:r>
              <a:rPr lang="fr-FR" smtClean="0"/>
              <a:t>     Only to be with You</a:t>
            </a:r>
          </a:p>
          <a:p>
            <a:r>
              <a:rPr lang="fr-FR" smtClean="0"/>
              <a:t>     Only to be with You</a:t>
            </a:r>
          </a:p>
          <a:p>
            <a:endParaRPr lang="fr-FR" smtClean="0"/>
          </a:p>
          <a:p>
            <a:r>
              <a:rPr lang="fr-FR" smtClean="0"/>
              <a:t>4-  J’AI COURU, J’AI RAMPÉ</a:t>
            </a:r>
            <a:br>
              <a:rPr lang="fr-FR" smtClean="0"/>
            </a:br>
            <a:r>
              <a:rPr lang="fr-FR" smtClean="0"/>
              <a:t>     JE SUIS MONTÉ SUR CES MURAILLES</a:t>
            </a:r>
          </a:p>
          <a:p>
            <a:r>
              <a:rPr lang="fr-FR" smtClean="0"/>
              <a:t>      I have run, I have crawled</a:t>
            </a:r>
          </a:p>
          <a:p>
            <a:r>
              <a:rPr lang="fr-FR" smtClean="0"/>
              <a:t>      I have scaled these city walls</a:t>
            </a:r>
          </a:p>
          <a:p>
            <a:r>
              <a:rPr lang="fr-FR" smtClean="0"/>
              <a:t>5-  SUR CES MURAILLES</a:t>
            </a:r>
          </a:p>
          <a:p>
            <a:r>
              <a:rPr lang="fr-FR" smtClean="0"/>
              <a:t>     These city walls</a:t>
            </a:r>
          </a:p>
          <a:p>
            <a:endParaRPr lang="fr-FR" smtClean="0"/>
          </a:p>
          <a:p>
            <a:r>
              <a:rPr lang="fr-FR" smtClean="0"/>
              <a:t>6-  JUSTE POUR ÊTRE AVEC TOI</a:t>
            </a:r>
          </a:p>
          <a:p>
            <a:r>
              <a:rPr lang="fr-FR" smtClean="0"/>
              <a:t>     Only to be with you</a:t>
            </a:r>
          </a:p>
          <a:p>
            <a:endParaRPr lang="fr-FR" smtClean="0"/>
          </a:p>
          <a:p>
            <a:r>
              <a:rPr lang="fr-FR" smtClean="0"/>
              <a:t>7-  MAIS JE N’AI PAS TROUVÉ</a:t>
            </a:r>
            <a:br>
              <a:rPr lang="fr-FR" smtClean="0"/>
            </a:br>
            <a:r>
              <a:rPr lang="fr-FR" smtClean="0"/>
              <a:t>    CE QUE JE CHERCHAIS</a:t>
            </a:r>
          </a:p>
          <a:p>
            <a:r>
              <a:rPr lang="fr-FR" smtClean="0"/>
              <a:t>    But I still haven't found</a:t>
            </a:r>
          </a:p>
          <a:p>
            <a:r>
              <a:rPr lang="fr-FR" smtClean="0"/>
              <a:t>    What I'm looking for</a:t>
            </a:r>
          </a:p>
          <a:p>
            <a:endParaRPr lang="fr-FR" smtClean="0"/>
          </a:p>
          <a:p>
            <a:r>
              <a:rPr lang="fr-FR" smtClean="0"/>
              <a:t>8-  JE SUIS MONTÉ SUR LA PLUS HAUTE MONTAGNE</a:t>
            </a:r>
          </a:p>
          <a:p>
            <a:r>
              <a:rPr lang="fr-FR" smtClean="0"/>
              <a:t>     I have climbed the highest mountain</a:t>
            </a:r>
          </a:p>
          <a:p>
            <a:endParaRPr lang="fr-FR" smtClean="0"/>
          </a:p>
          <a:p>
            <a:r>
              <a:rPr lang="fr-FR" smtClean="0"/>
              <a:t>9-  J’AI PARCOURU TOUS LES CHAMPS</a:t>
            </a:r>
          </a:p>
          <a:p>
            <a:r>
              <a:rPr lang="fr-FR" smtClean="0"/>
              <a:t>     I have run through the fields</a:t>
            </a:r>
          </a:p>
          <a:p>
            <a:endParaRPr lang="fr-FR" smtClean="0"/>
          </a:p>
          <a:p>
            <a:r>
              <a:rPr lang="fr-FR" smtClean="0"/>
              <a:t>10-  JUSTE POUR ÊTRE AVEC TOI</a:t>
            </a:r>
            <a:br>
              <a:rPr lang="fr-FR" smtClean="0"/>
            </a:br>
            <a:r>
              <a:rPr lang="fr-FR" smtClean="0"/>
              <a:t>      JUSTE POUR ÊTRE AVEC TOI</a:t>
            </a:r>
          </a:p>
          <a:p>
            <a:r>
              <a:rPr lang="fr-FR" smtClean="0"/>
              <a:t>      Only to be with You</a:t>
            </a:r>
          </a:p>
          <a:p>
            <a:r>
              <a:rPr lang="fr-FR" smtClean="0"/>
              <a:t>      Only to be with You</a:t>
            </a:r>
          </a:p>
          <a:p>
            <a:endParaRPr lang="fr-FR" smtClean="0"/>
          </a:p>
          <a:p>
            <a:r>
              <a:rPr lang="fr-FR" smtClean="0"/>
              <a:t>11-  J’AI COURU, J’AI RAMPÉ</a:t>
            </a:r>
            <a:br>
              <a:rPr lang="fr-FR" smtClean="0"/>
            </a:br>
            <a:r>
              <a:rPr lang="fr-FR" smtClean="0"/>
              <a:t>      JE SUIS MONTÉ SUR CES MURAILLES</a:t>
            </a:r>
          </a:p>
          <a:p>
            <a:r>
              <a:rPr lang="fr-FR" smtClean="0"/>
              <a:t>      I have run, I have crawled</a:t>
            </a:r>
          </a:p>
          <a:p>
            <a:r>
              <a:rPr lang="fr-FR" smtClean="0"/>
              <a:t>      I have scaled these city walls</a:t>
            </a:r>
          </a:p>
          <a:p>
            <a:endParaRPr lang="fr-FR" smtClean="0"/>
          </a:p>
          <a:p>
            <a:r>
              <a:rPr lang="fr-FR" smtClean="0"/>
              <a:t>12-  SUR CES MURAILLES</a:t>
            </a:r>
            <a:br>
              <a:rPr lang="fr-FR" smtClean="0"/>
            </a:br>
            <a:r>
              <a:rPr lang="fr-FR" smtClean="0"/>
              <a:t>      JUSTE POUR ÊTRE AVEC TOI</a:t>
            </a:r>
            <a:br>
              <a:rPr lang="fr-FR" smtClean="0"/>
            </a:br>
            <a:r>
              <a:rPr lang="fr-FR" smtClean="0"/>
              <a:t>      These city walls</a:t>
            </a:r>
          </a:p>
          <a:p>
            <a:r>
              <a:rPr lang="fr-FR" smtClean="0"/>
              <a:t>      Only to be with You</a:t>
            </a:r>
          </a:p>
          <a:p>
            <a:endParaRPr lang="fr-FR" smtClean="0"/>
          </a:p>
          <a:p>
            <a:r>
              <a:rPr lang="fr-FR" smtClean="0"/>
              <a:t>13-  MAIS JE N’AI PAS TROUVÉ</a:t>
            </a:r>
            <a:br>
              <a:rPr lang="fr-FR" smtClean="0"/>
            </a:br>
            <a:r>
              <a:rPr lang="fr-FR" smtClean="0"/>
              <a:t>      CE QUE JE CHERCHAIS</a:t>
            </a:r>
          </a:p>
          <a:p>
            <a:r>
              <a:rPr lang="fr-FR" smtClean="0"/>
              <a:t>      But I still haven't found</a:t>
            </a:r>
          </a:p>
          <a:p>
            <a:r>
              <a:rPr lang="fr-FR" smtClean="0"/>
              <a:t>      What I'm looking for</a:t>
            </a:r>
          </a:p>
          <a:p>
            <a:endParaRPr lang="fr-FR" smtClean="0"/>
          </a:p>
          <a:p>
            <a:r>
              <a:rPr lang="fr-FR" smtClean="0"/>
              <a:t>14-  TON RÈGNE VIENT JE LE CROIS</a:t>
            </a:r>
          </a:p>
          <a:p>
            <a:r>
              <a:rPr lang="fr-FR" smtClean="0"/>
              <a:t>       I believe in the Kingdom Come</a:t>
            </a:r>
          </a:p>
          <a:p>
            <a:r>
              <a:rPr lang="fr-FR" smtClean="0"/>
              <a:t>15-  QUAND TOUTES LES COULEURS S’UNIRONT EN TOI</a:t>
            </a:r>
          </a:p>
          <a:p>
            <a:r>
              <a:rPr lang="fr-FR" smtClean="0"/>
              <a:t>       When all the colors will bleed into one</a:t>
            </a:r>
          </a:p>
          <a:p>
            <a:r>
              <a:rPr lang="fr-FR" smtClean="0"/>
              <a:t>16-  S’UNIRONT EN TOI</a:t>
            </a:r>
          </a:p>
          <a:p>
            <a:r>
              <a:rPr lang="fr-FR" smtClean="0"/>
              <a:t>       Bleed into one</a:t>
            </a:r>
          </a:p>
          <a:p>
            <a:endParaRPr lang="fr-FR" smtClean="0"/>
          </a:p>
          <a:p>
            <a:r>
              <a:rPr lang="fr-FR" smtClean="0"/>
              <a:t>17-  OUI, JE COURS ENCORE</a:t>
            </a:r>
          </a:p>
          <a:p>
            <a:r>
              <a:rPr lang="fr-FR" smtClean="0"/>
              <a:t>       Yes, I'm still running</a:t>
            </a:r>
          </a:p>
          <a:p>
            <a:endParaRPr lang="fr-FR" smtClean="0"/>
          </a:p>
          <a:p>
            <a:r>
              <a:rPr lang="fr-FR" smtClean="0"/>
              <a:t>18-  TU BRISAS LES JOUGS</a:t>
            </a:r>
            <a:br>
              <a:rPr lang="fr-FR" smtClean="0"/>
            </a:br>
            <a:r>
              <a:rPr lang="fr-FR" smtClean="0"/>
              <a:t>       TU BRISAS LES CHAÎNES</a:t>
            </a:r>
          </a:p>
          <a:p>
            <a:r>
              <a:rPr lang="fr-FR" smtClean="0"/>
              <a:t>       You broke the bonds</a:t>
            </a:r>
          </a:p>
          <a:p>
            <a:r>
              <a:rPr lang="fr-FR" smtClean="0"/>
              <a:t>       And you loosed the chains</a:t>
            </a:r>
          </a:p>
          <a:p>
            <a:endParaRPr lang="fr-FR" smtClean="0"/>
          </a:p>
          <a:p>
            <a:r>
              <a:rPr lang="fr-FR" smtClean="0"/>
              <a:t>19-  PORTAS LA CROIX DE TOUTE MA HONTE</a:t>
            </a:r>
          </a:p>
          <a:p>
            <a:r>
              <a:rPr lang="fr-FR" smtClean="0"/>
              <a:t>      Carried the cross of all my shame</a:t>
            </a:r>
          </a:p>
          <a:p>
            <a:r>
              <a:rPr lang="fr-FR" smtClean="0"/>
              <a:t>20-  DE TOUTE MA HONTE</a:t>
            </a:r>
            <a:br>
              <a:rPr lang="fr-FR" smtClean="0"/>
            </a:br>
            <a:r>
              <a:rPr lang="fr-FR" smtClean="0"/>
              <a:t>       SEIGNEUR JE LE CROIS</a:t>
            </a:r>
          </a:p>
          <a:p>
            <a:r>
              <a:rPr lang="fr-FR" smtClean="0"/>
              <a:t>       Of all my shame, Lord I believe it</a:t>
            </a:r>
          </a:p>
          <a:p>
            <a:r>
              <a:rPr lang="fr-FR" smtClean="0"/>
              <a:t>21-  ET FINALEMENT, J’AI TROUVÉ</a:t>
            </a:r>
            <a:br>
              <a:rPr lang="fr-FR" smtClean="0"/>
            </a:br>
            <a:r>
              <a:rPr lang="fr-FR" smtClean="0"/>
              <a:t>      CE QUE JE CHERCHAIS</a:t>
            </a:r>
          </a:p>
          <a:p>
            <a:r>
              <a:rPr lang="fr-FR" smtClean="0"/>
              <a:t>      And now I've finally found</a:t>
            </a:r>
          </a:p>
          <a:p>
            <a:r>
              <a:rPr lang="fr-FR" smtClean="0"/>
              <a:t>      What I'm looking for</a:t>
            </a:r>
          </a:p>
          <a:p>
            <a:endParaRPr lang="fr-FR" smtClean="0"/>
          </a:p>
          <a:p>
            <a:r>
              <a:rPr lang="fr-FR" smtClean="0"/>
              <a:t>22-  OUVRE LES YEUX DE MON CŒUR</a:t>
            </a:r>
            <a:br>
              <a:rPr lang="fr-FR" smtClean="0"/>
            </a:br>
            <a:r>
              <a:rPr lang="fr-FR" smtClean="0"/>
              <a:t>       OUVRE LES YEUX DE MON CŒUR </a:t>
            </a:r>
          </a:p>
          <a:p>
            <a:r>
              <a:rPr lang="fr-FR" smtClean="0"/>
              <a:t>       Open the eyes of my heart, Lord</a:t>
            </a:r>
          </a:p>
          <a:p>
            <a:r>
              <a:rPr lang="fr-FR" smtClean="0"/>
              <a:t>       Open the eyes of my heart</a:t>
            </a:r>
          </a:p>
          <a:p>
            <a:r>
              <a:rPr lang="fr-FR" smtClean="0"/>
              <a:t>23-  JE VEUX TE VOIR SEIGNEUR</a:t>
            </a:r>
            <a:br>
              <a:rPr lang="fr-FR" smtClean="0"/>
            </a:br>
            <a:r>
              <a:rPr lang="fr-FR" smtClean="0"/>
              <a:t>       JE VEUX TE VOIR SEIGNEUR</a:t>
            </a:r>
          </a:p>
          <a:p>
            <a:r>
              <a:rPr lang="fr-FR" smtClean="0"/>
              <a:t>       I want to see You</a:t>
            </a:r>
          </a:p>
          <a:p>
            <a:r>
              <a:rPr lang="fr-FR" smtClean="0"/>
              <a:t>       I want to see You</a:t>
            </a:r>
          </a:p>
          <a:p>
            <a:endParaRPr lang="fr-FR" smtClean="0"/>
          </a:p>
          <a:p>
            <a:r>
              <a:rPr lang="fr-FR" smtClean="0"/>
              <a:t>24-  ET FINALEMENT, J’AI TROUVÉ</a:t>
            </a:r>
            <a:br>
              <a:rPr lang="fr-FR" smtClean="0"/>
            </a:br>
            <a:r>
              <a:rPr lang="fr-FR" smtClean="0"/>
              <a:t>      CE QUE JE CHERCHAIS</a:t>
            </a:r>
          </a:p>
          <a:p>
            <a:r>
              <a:rPr lang="fr-FR" smtClean="0"/>
              <a:t>      And now I've finally found</a:t>
            </a:r>
          </a:p>
          <a:p>
            <a:r>
              <a:rPr lang="fr-FR" smtClean="0"/>
              <a:t>      What I'm looking for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MONTÉ SUR LA PLUS HAUTE MONTAGNE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 have climbed the highest mountain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J’AI PARCOURU TOUS LES CHAMPS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 have run through the fields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JUSTE POUR ÊTRE AVEC TOI</a:t>
            </a:r>
            <a:br>
              <a:rPr lang="fr-FR" smtClean="0"/>
            </a:br>
            <a:r>
              <a:rPr lang="fr-FR" smtClean="0"/>
              <a:t>     JUSTE POUR ÊTRE AVEC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J’AI COURU, J’AI RAMPÉ</a:t>
            </a:r>
            <a:br>
              <a:rPr lang="fr-FR" smtClean="0"/>
            </a:br>
            <a:r>
              <a:rPr lang="fr-FR" smtClean="0"/>
              <a:t>     JE SUIS MONTÉ SUR CES MURAILLES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have run, I have crawled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have scaled these city walls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SUR CES MURAILLES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These city walls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JUSTE POUR ÊTRE AVEC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MAIS JE N’AI PAS TROUVÉ</a:t>
            </a:r>
            <a:br>
              <a:rPr lang="fr-FR" smtClean="0"/>
            </a:br>
            <a:r>
              <a:rPr lang="fr-FR" smtClean="0"/>
              <a:t>    CE QUE JE CHERCHAIS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But I still haven't found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What I'm looking for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JE SUIS MONTÉ SUR LA PLUS HAUTE MONTAGNE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 have climbed the highest mountain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J’AI PARCOURU TOUS LES CHAMPS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 have run through the fields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JUSTE POUR ÊTRE AVEC TOI</a:t>
            </a:r>
            <a:br>
              <a:rPr lang="fr-FR" smtClean="0"/>
            </a:br>
            <a:r>
              <a:rPr lang="fr-FR" smtClean="0"/>
              <a:t>      JUSTE POUR ÊTRE AVEC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J’AI COURU, J’AI RAMPÉ</a:t>
            </a:r>
            <a:br>
              <a:rPr lang="fr-FR" smtClean="0"/>
            </a:br>
            <a:r>
              <a:rPr lang="fr-FR" smtClean="0"/>
              <a:t>      JE SUIS MONTÉ SUR CES MURAILLES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have run, I have crawled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have scaled these city walls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SUR CES MURAILLES</a:t>
            </a:r>
            <a:br>
              <a:rPr lang="fr-FR" smtClean="0"/>
            </a:br>
            <a:r>
              <a:rPr lang="fr-FR" smtClean="0"/>
              <a:t>      JUSTE POUR ÊTRE AVEC TOI</a:t>
            </a:r>
            <a:br>
              <a:rPr lang="fr-FR" smtClean="0"/>
            </a:br>
            <a:r>
              <a:rPr lang="fr-FR" smtClean="0"/>
              <a:t>      These city walls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MAIS JE N’AI PAS TROUVÉ</a:t>
            </a:r>
            <a:br>
              <a:rPr lang="fr-FR" smtClean="0"/>
            </a:br>
            <a:r>
              <a:rPr lang="fr-FR" smtClean="0"/>
              <a:t>      CE QUE JE CHERCHAIS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But I still haven't found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What I'm looking for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TON RÈGNE VIENT JE LE CROIS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believe in the Kingdom Come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QUAND TOUTES LES COULEURS S’UNIRONT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When all the colors will bleed into 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S’UNIRONT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Bleed into 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OUI, JE COURS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Yes, I'm still running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TU BRISAS LES JOUGS</a:t>
            </a:r>
            <a:br>
              <a:rPr lang="fr-FR" smtClean="0"/>
            </a:br>
            <a:r>
              <a:rPr lang="fr-FR" smtClean="0"/>
              <a:t>       TU BRISAS LES CHAÎNES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 broke the bonds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you loosed the chains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PORTAS LA CROIX DE TOUTE MA HONTE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Carried the cross of all my shame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DE TOUTE MA HONTE</a:t>
            </a:r>
            <a:br>
              <a:rPr lang="fr-FR" smtClean="0"/>
            </a:br>
            <a:r>
              <a:rPr lang="fr-FR" smtClean="0"/>
              <a:t>       SEIGNEUR JE LE CROIS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Of all my shame, Lord I believe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ET FINALEMENT, J’AI TROUVÉ</a:t>
            </a:r>
            <a:br>
              <a:rPr lang="fr-FR" smtClean="0"/>
            </a:br>
            <a:r>
              <a:rPr lang="fr-FR" smtClean="0"/>
              <a:t>      CE QUE JE CHERCHAIS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now I've finally found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What I'm looking for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OUVRE LES YEUX DE MON CŒUR</a:t>
            </a:r>
            <a:br>
              <a:rPr lang="fr-FR" smtClean="0"/>
            </a:br>
            <a:r>
              <a:rPr lang="fr-FR" smtClean="0"/>
              <a:t>       OUVRE LES YEUX DE MON CŒUR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Open the eyes of my heart,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Open the eyes of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VEUX TE VOIR SEIGNEUR</a:t>
            </a:r>
            <a:br>
              <a:rPr lang="fr-FR" smtClean="0"/>
            </a:br>
            <a:r>
              <a:rPr lang="fr-FR" smtClean="0"/>
              <a:t>       JE VEUX TE VOIR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want to see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want to see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ET FINALEMENT, J’AI TROUVÉ</a:t>
            </a:r>
            <a:br>
              <a:rPr lang="fr-FR" smtClean="0"/>
            </a:br>
            <a:r>
              <a:rPr lang="fr-FR" smtClean="0"/>
              <a:t>      CE QUE JE CHERCHAIS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now I've finally found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What I'm looking for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389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MONTÉ SUR LA PLUS HAUTE MONTAGNE</a:t>
            </a:r>
          </a:p>
          <a:p>
            <a:r>
              <a:rPr lang="fr-FR" smtClean="0"/>
              <a:t>     I have climbed the highest mountain</a:t>
            </a:r>
          </a:p>
          <a:p>
            <a:r>
              <a:rPr lang="fr-FR" smtClean="0"/>
              <a:t>2-  J’AI PARCOURU TOUS LES CHAMPS</a:t>
            </a:r>
          </a:p>
          <a:p>
            <a:r>
              <a:rPr lang="fr-FR" smtClean="0"/>
              <a:t>     I have run through the fields</a:t>
            </a:r>
          </a:p>
          <a:p>
            <a:endParaRPr lang="fr-FR" smtClean="0"/>
          </a:p>
          <a:p>
            <a:r>
              <a:rPr lang="fr-FR" smtClean="0"/>
              <a:t>3-  JUSTE POUR ÊTRE AVEC TOI</a:t>
            </a:r>
            <a:br>
              <a:rPr lang="fr-FR" smtClean="0"/>
            </a:br>
            <a:r>
              <a:rPr lang="fr-FR" smtClean="0"/>
              <a:t>     JUSTE POUR ÊTRE AVEC TOI</a:t>
            </a:r>
          </a:p>
          <a:p>
            <a:r>
              <a:rPr lang="fr-FR" smtClean="0"/>
              <a:t>     Only to be with You</a:t>
            </a:r>
          </a:p>
          <a:p>
            <a:r>
              <a:rPr lang="fr-FR" smtClean="0"/>
              <a:t>     Only to be with You</a:t>
            </a:r>
          </a:p>
          <a:p>
            <a:endParaRPr lang="fr-FR" smtClean="0"/>
          </a:p>
          <a:p>
            <a:r>
              <a:rPr lang="fr-FR" smtClean="0"/>
              <a:t>4-  J’AI COURU, J’AI RAMPÉ</a:t>
            </a:r>
            <a:br>
              <a:rPr lang="fr-FR" smtClean="0"/>
            </a:br>
            <a:r>
              <a:rPr lang="fr-FR" smtClean="0"/>
              <a:t>     JE SUIS MONTÉ SUR CES MURAILLES</a:t>
            </a:r>
          </a:p>
          <a:p>
            <a:r>
              <a:rPr lang="fr-FR" smtClean="0"/>
              <a:t>      I have run, I have crawled</a:t>
            </a:r>
          </a:p>
          <a:p>
            <a:r>
              <a:rPr lang="fr-FR" smtClean="0"/>
              <a:t>      I have scaled these city walls</a:t>
            </a:r>
          </a:p>
          <a:p>
            <a:r>
              <a:rPr lang="fr-FR" smtClean="0"/>
              <a:t>5-  SUR CES MURAILLES</a:t>
            </a:r>
          </a:p>
          <a:p>
            <a:r>
              <a:rPr lang="fr-FR" smtClean="0"/>
              <a:t>     These city walls</a:t>
            </a:r>
          </a:p>
          <a:p>
            <a:endParaRPr lang="fr-FR" smtClean="0"/>
          </a:p>
          <a:p>
            <a:r>
              <a:rPr lang="fr-FR" smtClean="0"/>
              <a:t>6-  JUSTE POUR ÊTRE AVEC TOI</a:t>
            </a:r>
          </a:p>
          <a:p>
            <a:r>
              <a:rPr lang="fr-FR" smtClean="0"/>
              <a:t>     Only to be with you</a:t>
            </a:r>
          </a:p>
          <a:p>
            <a:endParaRPr lang="fr-FR" smtClean="0"/>
          </a:p>
          <a:p>
            <a:r>
              <a:rPr lang="fr-FR" smtClean="0"/>
              <a:t>7-  MAIS JE N’AI PAS TROUVÉ</a:t>
            </a:r>
            <a:br>
              <a:rPr lang="fr-FR" smtClean="0"/>
            </a:br>
            <a:r>
              <a:rPr lang="fr-FR" smtClean="0"/>
              <a:t>    CE QUE JE CHERCHAIS</a:t>
            </a:r>
          </a:p>
          <a:p>
            <a:r>
              <a:rPr lang="fr-FR" smtClean="0"/>
              <a:t>    But I still haven't found</a:t>
            </a:r>
          </a:p>
          <a:p>
            <a:r>
              <a:rPr lang="fr-FR" smtClean="0"/>
              <a:t>    What I'm looking for</a:t>
            </a:r>
          </a:p>
          <a:p>
            <a:endParaRPr lang="fr-FR" smtClean="0"/>
          </a:p>
          <a:p>
            <a:r>
              <a:rPr lang="fr-FR" smtClean="0"/>
              <a:t>8-  JE SUIS MONTÉ SUR LA PLUS HAUTE MONTAGNE</a:t>
            </a:r>
          </a:p>
          <a:p>
            <a:r>
              <a:rPr lang="fr-FR" smtClean="0"/>
              <a:t>     I have climbed the highest mountain</a:t>
            </a:r>
          </a:p>
          <a:p>
            <a:endParaRPr lang="fr-FR" smtClean="0"/>
          </a:p>
          <a:p>
            <a:r>
              <a:rPr lang="fr-FR" smtClean="0"/>
              <a:t>9-  J’AI PARCOURU TOUS LES CHAMPS</a:t>
            </a:r>
          </a:p>
          <a:p>
            <a:r>
              <a:rPr lang="fr-FR" smtClean="0"/>
              <a:t>     I have run through the fields</a:t>
            </a:r>
          </a:p>
          <a:p>
            <a:endParaRPr lang="fr-FR" smtClean="0"/>
          </a:p>
          <a:p>
            <a:r>
              <a:rPr lang="fr-FR" smtClean="0"/>
              <a:t>10-  JUSTE POUR ÊTRE AVEC TOI</a:t>
            </a:r>
            <a:br>
              <a:rPr lang="fr-FR" smtClean="0"/>
            </a:br>
            <a:r>
              <a:rPr lang="fr-FR" smtClean="0"/>
              <a:t>      JUSTE POUR ÊTRE AVEC TOI</a:t>
            </a:r>
          </a:p>
          <a:p>
            <a:r>
              <a:rPr lang="fr-FR" smtClean="0"/>
              <a:t>      Only to be with You</a:t>
            </a:r>
          </a:p>
          <a:p>
            <a:r>
              <a:rPr lang="fr-FR" smtClean="0"/>
              <a:t>      Only to be with You</a:t>
            </a:r>
          </a:p>
          <a:p>
            <a:endParaRPr lang="fr-FR" smtClean="0"/>
          </a:p>
          <a:p>
            <a:r>
              <a:rPr lang="fr-FR" smtClean="0"/>
              <a:t>11-  J’AI COURU, J’AI RAMPÉ</a:t>
            </a:r>
            <a:br>
              <a:rPr lang="fr-FR" smtClean="0"/>
            </a:br>
            <a:r>
              <a:rPr lang="fr-FR" smtClean="0"/>
              <a:t>      JE SUIS MONTÉ SUR CES MURAILLES</a:t>
            </a:r>
          </a:p>
          <a:p>
            <a:r>
              <a:rPr lang="fr-FR" smtClean="0"/>
              <a:t>      I have run, I have crawled</a:t>
            </a:r>
          </a:p>
          <a:p>
            <a:r>
              <a:rPr lang="fr-FR" smtClean="0"/>
              <a:t>      I have scaled these city walls</a:t>
            </a:r>
          </a:p>
          <a:p>
            <a:endParaRPr lang="fr-FR" smtClean="0"/>
          </a:p>
          <a:p>
            <a:r>
              <a:rPr lang="fr-FR" smtClean="0"/>
              <a:t>12-  SUR CES MURAILLES</a:t>
            </a:r>
            <a:br>
              <a:rPr lang="fr-FR" smtClean="0"/>
            </a:br>
            <a:r>
              <a:rPr lang="fr-FR" smtClean="0"/>
              <a:t>      JUSTE POUR ÊTRE AVEC TOI</a:t>
            </a:r>
            <a:br>
              <a:rPr lang="fr-FR" smtClean="0"/>
            </a:br>
            <a:r>
              <a:rPr lang="fr-FR" smtClean="0"/>
              <a:t>      These city walls</a:t>
            </a:r>
          </a:p>
          <a:p>
            <a:r>
              <a:rPr lang="fr-FR" smtClean="0"/>
              <a:t>      Only to be with You</a:t>
            </a:r>
          </a:p>
          <a:p>
            <a:endParaRPr lang="fr-FR" smtClean="0"/>
          </a:p>
          <a:p>
            <a:r>
              <a:rPr lang="fr-FR" smtClean="0"/>
              <a:t>13-  MAIS JE N’AI PAS TROUVÉ</a:t>
            </a:r>
            <a:br>
              <a:rPr lang="fr-FR" smtClean="0"/>
            </a:br>
            <a:r>
              <a:rPr lang="fr-FR" smtClean="0"/>
              <a:t>      CE QUE JE CHERCHAIS</a:t>
            </a:r>
          </a:p>
          <a:p>
            <a:r>
              <a:rPr lang="fr-FR" smtClean="0"/>
              <a:t>      But I still haven't found</a:t>
            </a:r>
          </a:p>
          <a:p>
            <a:r>
              <a:rPr lang="fr-FR" smtClean="0"/>
              <a:t>      What I'm looking for</a:t>
            </a:r>
          </a:p>
          <a:p>
            <a:endParaRPr lang="fr-FR" smtClean="0"/>
          </a:p>
          <a:p>
            <a:r>
              <a:rPr lang="fr-FR" smtClean="0"/>
              <a:t>14-  TON RÈGNE VIENT JE LE CROIS</a:t>
            </a:r>
          </a:p>
          <a:p>
            <a:r>
              <a:rPr lang="fr-FR" smtClean="0"/>
              <a:t>       I believe in the Kingdom Come</a:t>
            </a:r>
          </a:p>
          <a:p>
            <a:r>
              <a:rPr lang="fr-FR" smtClean="0"/>
              <a:t>15-  QUAND TOUTES LES COULEURS S’UNIRONT EN TOI</a:t>
            </a:r>
          </a:p>
          <a:p>
            <a:r>
              <a:rPr lang="fr-FR" smtClean="0"/>
              <a:t>       When all the colors will bleed into one</a:t>
            </a:r>
          </a:p>
          <a:p>
            <a:r>
              <a:rPr lang="fr-FR" smtClean="0"/>
              <a:t>16-  S’UNIRONT EN TOI</a:t>
            </a:r>
          </a:p>
          <a:p>
            <a:r>
              <a:rPr lang="fr-FR" smtClean="0"/>
              <a:t>       Bleed into one</a:t>
            </a:r>
          </a:p>
          <a:p>
            <a:endParaRPr lang="fr-FR" smtClean="0"/>
          </a:p>
          <a:p>
            <a:r>
              <a:rPr lang="fr-FR" smtClean="0"/>
              <a:t>17-  OUI, JE COURS ENCORE</a:t>
            </a:r>
          </a:p>
          <a:p>
            <a:r>
              <a:rPr lang="fr-FR" smtClean="0"/>
              <a:t>       Yes, I'm still running</a:t>
            </a:r>
          </a:p>
          <a:p>
            <a:endParaRPr lang="fr-FR" smtClean="0"/>
          </a:p>
          <a:p>
            <a:r>
              <a:rPr lang="fr-FR" smtClean="0"/>
              <a:t>18-  TU BRISAS LES JOUGS</a:t>
            </a:r>
            <a:br>
              <a:rPr lang="fr-FR" smtClean="0"/>
            </a:br>
            <a:r>
              <a:rPr lang="fr-FR" smtClean="0"/>
              <a:t>       TU BRISAS LES CHAÎNES</a:t>
            </a:r>
          </a:p>
          <a:p>
            <a:r>
              <a:rPr lang="fr-FR" smtClean="0"/>
              <a:t>       You broke the bonds</a:t>
            </a:r>
          </a:p>
          <a:p>
            <a:r>
              <a:rPr lang="fr-FR" smtClean="0"/>
              <a:t>       And you loosed the chains</a:t>
            </a:r>
          </a:p>
          <a:p>
            <a:endParaRPr lang="fr-FR" smtClean="0"/>
          </a:p>
          <a:p>
            <a:r>
              <a:rPr lang="fr-FR" smtClean="0"/>
              <a:t>19-  PORTAS LA CROIX DE TOUTE MA HONTE</a:t>
            </a:r>
          </a:p>
          <a:p>
            <a:r>
              <a:rPr lang="fr-FR" smtClean="0"/>
              <a:t>      Carried the cross of all my shame</a:t>
            </a:r>
          </a:p>
          <a:p>
            <a:r>
              <a:rPr lang="fr-FR" smtClean="0"/>
              <a:t>20-  DE TOUTE MA HONTE</a:t>
            </a:r>
            <a:br>
              <a:rPr lang="fr-FR" smtClean="0"/>
            </a:br>
            <a:r>
              <a:rPr lang="fr-FR" smtClean="0"/>
              <a:t>       SEIGNEUR JE LE CROIS</a:t>
            </a:r>
          </a:p>
          <a:p>
            <a:r>
              <a:rPr lang="fr-FR" smtClean="0"/>
              <a:t>       Of all my shame, Lord I believe it</a:t>
            </a:r>
          </a:p>
          <a:p>
            <a:r>
              <a:rPr lang="fr-FR" smtClean="0"/>
              <a:t>21-  ET FINALEMENT, J’AI TROUVÉ</a:t>
            </a:r>
            <a:br>
              <a:rPr lang="fr-FR" smtClean="0"/>
            </a:br>
            <a:r>
              <a:rPr lang="fr-FR" smtClean="0"/>
              <a:t>      CE QUE JE CHERCHAIS</a:t>
            </a:r>
          </a:p>
          <a:p>
            <a:r>
              <a:rPr lang="fr-FR" smtClean="0"/>
              <a:t>      And now I've finally found</a:t>
            </a:r>
          </a:p>
          <a:p>
            <a:r>
              <a:rPr lang="fr-FR" smtClean="0"/>
              <a:t>      What I'm looking for</a:t>
            </a:r>
          </a:p>
          <a:p>
            <a:endParaRPr lang="fr-FR" smtClean="0"/>
          </a:p>
          <a:p>
            <a:r>
              <a:rPr lang="fr-FR" smtClean="0"/>
              <a:t>22-  OUVRE LES YEUX DE MON CŒUR</a:t>
            </a:r>
            <a:br>
              <a:rPr lang="fr-FR" smtClean="0"/>
            </a:br>
            <a:r>
              <a:rPr lang="fr-FR" smtClean="0"/>
              <a:t>       OUVRE LES YEUX DE MON CŒUR </a:t>
            </a:r>
          </a:p>
          <a:p>
            <a:r>
              <a:rPr lang="fr-FR" smtClean="0"/>
              <a:t>       Open the eyes of my heart, Lord</a:t>
            </a:r>
          </a:p>
          <a:p>
            <a:r>
              <a:rPr lang="fr-FR" smtClean="0"/>
              <a:t>       Open the eyes of my heart</a:t>
            </a:r>
          </a:p>
          <a:p>
            <a:r>
              <a:rPr lang="fr-FR" smtClean="0"/>
              <a:t>23-  JE VEUX TE VOIR SEIGNEUR</a:t>
            </a:r>
            <a:br>
              <a:rPr lang="fr-FR" smtClean="0"/>
            </a:br>
            <a:r>
              <a:rPr lang="fr-FR" smtClean="0"/>
              <a:t>       JE VEUX TE VOIR SEIGNEUR</a:t>
            </a:r>
          </a:p>
          <a:p>
            <a:r>
              <a:rPr lang="fr-FR" smtClean="0"/>
              <a:t>       I want to see You</a:t>
            </a:r>
          </a:p>
          <a:p>
            <a:r>
              <a:rPr lang="fr-FR" smtClean="0"/>
              <a:t>       I want to see You</a:t>
            </a:r>
          </a:p>
          <a:p>
            <a:endParaRPr lang="fr-FR" smtClean="0"/>
          </a:p>
          <a:p>
            <a:r>
              <a:rPr lang="fr-FR" smtClean="0"/>
              <a:t>24-  ET FINALEMENT, J’AI TROUVÉ</a:t>
            </a:r>
            <a:br>
              <a:rPr lang="fr-FR" smtClean="0"/>
            </a:br>
            <a:r>
              <a:rPr lang="fr-FR" smtClean="0"/>
              <a:t>      CE QUE JE CHERCHAIS</a:t>
            </a:r>
          </a:p>
          <a:p>
            <a:r>
              <a:rPr lang="fr-FR" smtClean="0"/>
              <a:t>      And now I've finally found</a:t>
            </a:r>
          </a:p>
          <a:p>
            <a:r>
              <a:rPr lang="fr-FR" smtClean="0"/>
              <a:t>      What I'm looking for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MONTÉ SUR LA PLUS HAUTE MONTAGNE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 have climbed the highest mountain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J’AI PARCOURU TOUS LES CHAMPS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 have run through the fields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JUSTE POUR ÊTRE AVEC TOI</a:t>
            </a:r>
            <a:br>
              <a:rPr lang="fr-FR" smtClean="0"/>
            </a:br>
            <a:r>
              <a:rPr lang="fr-FR" smtClean="0"/>
              <a:t>     JUSTE POUR ÊTRE AVEC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J’AI COURU, J’AI RAMPÉ</a:t>
            </a:r>
            <a:br>
              <a:rPr lang="fr-FR" smtClean="0"/>
            </a:br>
            <a:r>
              <a:rPr lang="fr-FR" smtClean="0"/>
              <a:t>     JE SUIS MONTÉ SUR CES MURAILLES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have run, I have crawled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have scaled these city walls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SUR CES MURAILLES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These city walls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JUSTE POUR ÊTRE AVEC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MAIS JE N’AI PAS TROUVÉ</a:t>
            </a:r>
            <a:br>
              <a:rPr lang="fr-FR" smtClean="0"/>
            </a:br>
            <a:r>
              <a:rPr lang="fr-FR" smtClean="0"/>
              <a:t>    CE QUE JE CHERCHAIS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But I still haven't found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What I'm looking for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JE SUIS MONTÉ SUR LA PLUS HAUTE MONTAGNE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 have climbed the highest mountain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J’AI PARCOURU TOUS LES CHAMPS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 have run through the fields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JUSTE POUR ÊTRE AVEC TOI</a:t>
            </a:r>
            <a:br>
              <a:rPr lang="fr-FR" smtClean="0"/>
            </a:br>
            <a:r>
              <a:rPr lang="fr-FR" smtClean="0"/>
              <a:t>      JUSTE POUR ÊTRE AVEC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J’AI COURU, J’AI RAMPÉ</a:t>
            </a:r>
            <a:br>
              <a:rPr lang="fr-FR" smtClean="0"/>
            </a:br>
            <a:r>
              <a:rPr lang="fr-FR" smtClean="0"/>
              <a:t>      JE SUIS MONTÉ SUR CES MURAILLES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have run, I have crawled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have scaled these city walls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SUR CES MURAILLES</a:t>
            </a:r>
            <a:br>
              <a:rPr lang="fr-FR" smtClean="0"/>
            </a:br>
            <a:r>
              <a:rPr lang="fr-FR" smtClean="0"/>
              <a:t>      JUSTE POUR ÊTRE AVEC TOI</a:t>
            </a:r>
            <a:br>
              <a:rPr lang="fr-FR" smtClean="0"/>
            </a:br>
            <a:r>
              <a:rPr lang="fr-FR" smtClean="0"/>
              <a:t>      These city walls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MAIS JE N’AI PAS TROUVÉ</a:t>
            </a:r>
            <a:br>
              <a:rPr lang="fr-FR" smtClean="0"/>
            </a:br>
            <a:r>
              <a:rPr lang="fr-FR" smtClean="0"/>
              <a:t>      CE QUE JE CHERCHAIS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But I still haven't found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What I'm looking for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TON RÈGNE VIENT JE LE CROIS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believe in the Kingdom Come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QUAND TOUTES LES COULEURS S’UNIRONT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When all the colors will bleed into 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S’UNIRONT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Bleed into 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OUI, JE COURS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Yes, I'm still running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TU BRISAS LES JOUGS</a:t>
            </a:r>
            <a:br>
              <a:rPr lang="fr-FR" smtClean="0"/>
            </a:br>
            <a:r>
              <a:rPr lang="fr-FR" smtClean="0"/>
              <a:t>       TU BRISAS LES CHAÎNES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 broke the bonds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you loosed the chains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PORTAS LA CROIX DE TOUTE MA HONTE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Carried the cross of all my shame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DE TOUTE MA HONTE</a:t>
            </a:r>
            <a:br>
              <a:rPr lang="fr-FR" smtClean="0"/>
            </a:br>
            <a:r>
              <a:rPr lang="fr-FR" smtClean="0"/>
              <a:t>       SEIGNEUR JE LE CROIS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Of all my shame, Lord I believe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ET FINALEMENT, J’AI TROUVÉ</a:t>
            </a:r>
            <a:br>
              <a:rPr lang="fr-FR" smtClean="0"/>
            </a:br>
            <a:r>
              <a:rPr lang="fr-FR" smtClean="0"/>
              <a:t>      CE QUE JE CHERCHAIS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now I've finally found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What I'm looking for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OUVRE LES YEUX DE MON CŒUR</a:t>
            </a:r>
            <a:br>
              <a:rPr lang="fr-FR" smtClean="0"/>
            </a:br>
            <a:r>
              <a:rPr lang="fr-FR" smtClean="0"/>
              <a:t>       OUVRE LES YEUX DE MON CŒUR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Open the eyes of my heart,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Open the eyes of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VEUX TE VOIR SEIGNEUR</a:t>
            </a:r>
            <a:br>
              <a:rPr lang="fr-FR" smtClean="0"/>
            </a:br>
            <a:r>
              <a:rPr lang="fr-FR" smtClean="0"/>
              <a:t>       JE VEUX TE VOIR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want to see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want to see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ET FINALEMENT, J’AI TROUVÉ</a:t>
            </a:r>
            <a:br>
              <a:rPr lang="fr-FR" smtClean="0"/>
            </a:br>
            <a:r>
              <a:rPr lang="fr-FR" smtClean="0"/>
              <a:t>      CE QUE JE CHERCHAIS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now I've finally found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What I'm looking for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399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MONTÉ SUR LA PLUS HAUTE MONTAGNE</a:t>
            </a:r>
          </a:p>
          <a:p>
            <a:r>
              <a:rPr lang="fr-FR" smtClean="0"/>
              <a:t>     I have climbed the highest mountain</a:t>
            </a:r>
          </a:p>
          <a:p>
            <a:r>
              <a:rPr lang="fr-FR" smtClean="0"/>
              <a:t>2-  J’AI PARCOURU TOUS LES CHAMPS</a:t>
            </a:r>
          </a:p>
          <a:p>
            <a:r>
              <a:rPr lang="fr-FR" smtClean="0"/>
              <a:t>     I have run through the fields</a:t>
            </a:r>
          </a:p>
          <a:p>
            <a:endParaRPr lang="fr-FR" smtClean="0"/>
          </a:p>
          <a:p>
            <a:r>
              <a:rPr lang="fr-FR" smtClean="0"/>
              <a:t>3-  JUSTE POUR ÊTRE AVEC TOI</a:t>
            </a:r>
            <a:br>
              <a:rPr lang="fr-FR" smtClean="0"/>
            </a:br>
            <a:r>
              <a:rPr lang="fr-FR" smtClean="0"/>
              <a:t>     JUSTE POUR ÊTRE AVEC TOI</a:t>
            </a:r>
          </a:p>
          <a:p>
            <a:r>
              <a:rPr lang="fr-FR" smtClean="0"/>
              <a:t>     Only to be with You</a:t>
            </a:r>
          </a:p>
          <a:p>
            <a:r>
              <a:rPr lang="fr-FR" smtClean="0"/>
              <a:t>     Only to be with You</a:t>
            </a:r>
          </a:p>
          <a:p>
            <a:endParaRPr lang="fr-FR" smtClean="0"/>
          </a:p>
          <a:p>
            <a:r>
              <a:rPr lang="fr-FR" smtClean="0"/>
              <a:t>4-  J’AI COURU, J’AI RAMPÉ</a:t>
            </a:r>
            <a:br>
              <a:rPr lang="fr-FR" smtClean="0"/>
            </a:br>
            <a:r>
              <a:rPr lang="fr-FR" smtClean="0"/>
              <a:t>     JE SUIS MONTÉ SUR CES MURAILLES</a:t>
            </a:r>
          </a:p>
          <a:p>
            <a:r>
              <a:rPr lang="fr-FR" smtClean="0"/>
              <a:t>      I have run, I have crawled</a:t>
            </a:r>
          </a:p>
          <a:p>
            <a:r>
              <a:rPr lang="fr-FR" smtClean="0"/>
              <a:t>      I have scaled these city walls</a:t>
            </a:r>
          </a:p>
          <a:p>
            <a:r>
              <a:rPr lang="fr-FR" smtClean="0"/>
              <a:t>5-  SUR CES MURAILLES</a:t>
            </a:r>
          </a:p>
          <a:p>
            <a:r>
              <a:rPr lang="fr-FR" smtClean="0"/>
              <a:t>     These city walls</a:t>
            </a:r>
          </a:p>
          <a:p>
            <a:endParaRPr lang="fr-FR" smtClean="0"/>
          </a:p>
          <a:p>
            <a:r>
              <a:rPr lang="fr-FR" smtClean="0"/>
              <a:t>6-  JUSTE POUR ÊTRE AVEC TOI</a:t>
            </a:r>
          </a:p>
          <a:p>
            <a:r>
              <a:rPr lang="fr-FR" smtClean="0"/>
              <a:t>     Only to be with you</a:t>
            </a:r>
          </a:p>
          <a:p>
            <a:endParaRPr lang="fr-FR" smtClean="0"/>
          </a:p>
          <a:p>
            <a:r>
              <a:rPr lang="fr-FR" smtClean="0"/>
              <a:t>7-  MAIS JE N’AI PAS TROUVÉ</a:t>
            </a:r>
            <a:br>
              <a:rPr lang="fr-FR" smtClean="0"/>
            </a:br>
            <a:r>
              <a:rPr lang="fr-FR" smtClean="0"/>
              <a:t>    CE QUE JE CHERCHAIS</a:t>
            </a:r>
          </a:p>
          <a:p>
            <a:r>
              <a:rPr lang="fr-FR" smtClean="0"/>
              <a:t>    But I still haven't found</a:t>
            </a:r>
          </a:p>
          <a:p>
            <a:r>
              <a:rPr lang="fr-FR" smtClean="0"/>
              <a:t>    What I'm looking for</a:t>
            </a:r>
          </a:p>
          <a:p>
            <a:endParaRPr lang="fr-FR" smtClean="0"/>
          </a:p>
          <a:p>
            <a:r>
              <a:rPr lang="fr-FR" smtClean="0"/>
              <a:t>8-  JE SUIS MONTÉ SUR LA PLUS HAUTE MONTAGNE</a:t>
            </a:r>
          </a:p>
          <a:p>
            <a:r>
              <a:rPr lang="fr-FR" smtClean="0"/>
              <a:t>     I have climbed the highest mountain</a:t>
            </a:r>
          </a:p>
          <a:p>
            <a:endParaRPr lang="fr-FR" smtClean="0"/>
          </a:p>
          <a:p>
            <a:r>
              <a:rPr lang="fr-FR" smtClean="0"/>
              <a:t>9-  J’AI PARCOURU TOUS LES CHAMPS</a:t>
            </a:r>
          </a:p>
          <a:p>
            <a:r>
              <a:rPr lang="fr-FR" smtClean="0"/>
              <a:t>     I have run through the fields</a:t>
            </a:r>
          </a:p>
          <a:p>
            <a:endParaRPr lang="fr-FR" smtClean="0"/>
          </a:p>
          <a:p>
            <a:r>
              <a:rPr lang="fr-FR" smtClean="0"/>
              <a:t>10-  JUSTE POUR ÊTRE AVEC TOI</a:t>
            </a:r>
            <a:br>
              <a:rPr lang="fr-FR" smtClean="0"/>
            </a:br>
            <a:r>
              <a:rPr lang="fr-FR" smtClean="0"/>
              <a:t>      JUSTE POUR ÊTRE AVEC TOI</a:t>
            </a:r>
          </a:p>
          <a:p>
            <a:r>
              <a:rPr lang="fr-FR" smtClean="0"/>
              <a:t>      Only to be with You</a:t>
            </a:r>
          </a:p>
          <a:p>
            <a:r>
              <a:rPr lang="fr-FR" smtClean="0"/>
              <a:t>      Only to be with You</a:t>
            </a:r>
          </a:p>
          <a:p>
            <a:endParaRPr lang="fr-FR" smtClean="0"/>
          </a:p>
          <a:p>
            <a:r>
              <a:rPr lang="fr-FR" smtClean="0"/>
              <a:t>11-  J’AI COURU, J’AI RAMPÉ</a:t>
            </a:r>
            <a:br>
              <a:rPr lang="fr-FR" smtClean="0"/>
            </a:br>
            <a:r>
              <a:rPr lang="fr-FR" smtClean="0"/>
              <a:t>      JE SUIS MONTÉ SUR CES MURAILLES</a:t>
            </a:r>
          </a:p>
          <a:p>
            <a:r>
              <a:rPr lang="fr-FR" smtClean="0"/>
              <a:t>      I have run, I have crawled</a:t>
            </a:r>
          </a:p>
          <a:p>
            <a:r>
              <a:rPr lang="fr-FR" smtClean="0"/>
              <a:t>      I have scaled these city walls</a:t>
            </a:r>
          </a:p>
          <a:p>
            <a:endParaRPr lang="fr-FR" smtClean="0"/>
          </a:p>
          <a:p>
            <a:r>
              <a:rPr lang="fr-FR" smtClean="0"/>
              <a:t>12-  SUR CES MURAILLES</a:t>
            </a:r>
            <a:br>
              <a:rPr lang="fr-FR" smtClean="0"/>
            </a:br>
            <a:r>
              <a:rPr lang="fr-FR" smtClean="0"/>
              <a:t>      JUSTE POUR ÊTRE AVEC TOI</a:t>
            </a:r>
            <a:br>
              <a:rPr lang="fr-FR" smtClean="0"/>
            </a:br>
            <a:r>
              <a:rPr lang="fr-FR" smtClean="0"/>
              <a:t>      These city walls</a:t>
            </a:r>
          </a:p>
          <a:p>
            <a:r>
              <a:rPr lang="fr-FR" smtClean="0"/>
              <a:t>      Only to be with You</a:t>
            </a:r>
          </a:p>
          <a:p>
            <a:endParaRPr lang="fr-FR" smtClean="0"/>
          </a:p>
          <a:p>
            <a:r>
              <a:rPr lang="fr-FR" smtClean="0"/>
              <a:t>13-  MAIS JE N’AI PAS TROUVÉ</a:t>
            </a:r>
            <a:br>
              <a:rPr lang="fr-FR" smtClean="0"/>
            </a:br>
            <a:r>
              <a:rPr lang="fr-FR" smtClean="0"/>
              <a:t>      CE QUE JE CHERCHAIS</a:t>
            </a:r>
          </a:p>
          <a:p>
            <a:r>
              <a:rPr lang="fr-FR" smtClean="0"/>
              <a:t>      But I still haven't found</a:t>
            </a:r>
          </a:p>
          <a:p>
            <a:r>
              <a:rPr lang="fr-FR" smtClean="0"/>
              <a:t>      What I'm looking for</a:t>
            </a:r>
          </a:p>
          <a:p>
            <a:endParaRPr lang="fr-FR" smtClean="0"/>
          </a:p>
          <a:p>
            <a:r>
              <a:rPr lang="fr-FR" smtClean="0"/>
              <a:t>14-  TON RÈGNE VIENT JE LE CROIS</a:t>
            </a:r>
          </a:p>
          <a:p>
            <a:r>
              <a:rPr lang="fr-FR" smtClean="0"/>
              <a:t>       I believe in the Kingdom Come</a:t>
            </a:r>
          </a:p>
          <a:p>
            <a:r>
              <a:rPr lang="fr-FR" smtClean="0"/>
              <a:t>15-  QUAND TOUTES LES COULEURS S’UNIRONT EN TOI</a:t>
            </a:r>
          </a:p>
          <a:p>
            <a:r>
              <a:rPr lang="fr-FR" smtClean="0"/>
              <a:t>       When all the colors will bleed into one</a:t>
            </a:r>
          </a:p>
          <a:p>
            <a:r>
              <a:rPr lang="fr-FR" smtClean="0"/>
              <a:t>16-  S’UNIRONT EN TOI</a:t>
            </a:r>
          </a:p>
          <a:p>
            <a:r>
              <a:rPr lang="fr-FR" smtClean="0"/>
              <a:t>       Bleed into one</a:t>
            </a:r>
          </a:p>
          <a:p>
            <a:endParaRPr lang="fr-FR" smtClean="0"/>
          </a:p>
          <a:p>
            <a:r>
              <a:rPr lang="fr-FR" smtClean="0"/>
              <a:t>17-  OUI, JE COURS ENCORE</a:t>
            </a:r>
          </a:p>
          <a:p>
            <a:r>
              <a:rPr lang="fr-FR" smtClean="0"/>
              <a:t>       Yes, I'm still running</a:t>
            </a:r>
          </a:p>
          <a:p>
            <a:endParaRPr lang="fr-FR" smtClean="0"/>
          </a:p>
          <a:p>
            <a:r>
              <a:rPr lang="fr-FR" smtClean="0"/>
              <a:t>18-  TU BRISAS LES JOUGS</a:t>
            </a:r>
            <a:br>
              <a:rPr lang="fr-FR" smtClean="0"/>
            </a:br>
            <a:r>
              <a:rPr lang="fr-FR" smtClean="0"/>
              <a:t>       TU BRISAS LES CHAÎNES</a:t>
            </a:r>
          </a:p>
          <a:p>
            <a:r>
              <a:rPr lang="fr-FR" smtClean="0"/>
              <a:t>       You broke the bonds</a:t>
            </a:r>
          </a:p>
          <a:p>
            <a:r>
              <a:rPr lang="fr-FR" smtClean="0"/>
              <a:t>       And you loosed the chains</a:t>
            </a:r>
          </a:p>
          <a:p>
            <a:endParaRPr lang="fr-FR" smtClean="0"/>
          </a:p>
          <a:p>
            <a:r>
              <a:rPr lang="fr-FR" smtClean="0"/>
              <a:t>19-  PORTAS LA CROIX DE TOUTE MA HONTE</a:t>
            </a:r>
          </a:p>
          <a:p>
            <a:r>
              <a:rPr lang="fr-FR" smtClean="0"/>
              <a:t>      Carried the cross of all my shame</a:t>
            </a:r>
          </a:p>
          <a:p>
            <a:r>
              <a:rPr lang="fr-FR" smtClean="0"/>
              <a:t>20-  DE TOUTE MA HONTE</a:t>
            </a:r>
            <a:br>
              <a:rPr lang="fr-FR" smtClean="0"/>
            </a:br>
            <a:r>
              <a:rPr lang="fr-FR" smtClean="0"/>
              <a:t>       SEIGNEUR JE LE CROIS</a:t>
            </a:r>
          </a:p>
          <a:p>
            <a:r>
              <a:rPr lang="fr-FR" smtClean="0"/>
              <a:t>       Of all my shame, Lord I believe it</a:t>
            </a:r>
          </a:p>
          <a:p>
            <a:r>
              <a:rPr lang="fr-FR" smtClean="0"/>
              <a:t>21-  ET FINALEMENT, J’AI TROUVÉ</a:t>
            </a:r>
            <a:br>
              <a:rPr lang="fr-FR" smtClean="0"/>
            </a:br>
            <a:r>
              <a:rPr lang="fr-FR" smtClean="0"/>
              <a:t>      CE QUE JE CHERCHAIS</a:t>
            </a:r>
          </a:p>
          <a:p>
            <a:r>
              <a:rPr lang="fr-FR" smtClean="0"/>
              <a:t>      And now I've finally found</a:t>
            </a:r>
          </a:p>
          <a:p>
            <a:r>
              <a:rPr lang="fr-FR" smtClean="0"/>
              <a:t>      What I'm looking for</a:t>
            </a:r>
          </a:p>
          <a:p>
            <a:endParaRPr lang="fr-FR" smtClean="0"/>
          </a:p>
          <a:p>
            <a:r>
              <a:rPr lang="fr-FR" smtClean="0"/>
              <a:t>22-  OUVRE LES YEUX DE MON CŒUR</a:t>
            </a:r>
            <a:br>
              <a:rPr lang="fr-FR" smtClean="0"/>
            </a:br>
            <a:r>
              <a:rPr lang="fr-FR" smtClean="0"/>
              <a:t>       OUVRE LES YEUX DE MON CŒUR </a:t>
            </a:r>
          </a:p>
          <a:p>
            <a:r>
              <a:rPr lang="fr-FR" smtClean="0"/>
              <a:t>       Open the eyes of my heart, Lord</a:t>
            </a:r>
          </a:p>
          <a:p>
            <a:r>
              <a:rPr lang="fr-FR" smtClean="0"/>
              <a:t>       Open the eyes of my heart</a:t>
            </a:r>
          </a:p>
          <a:p>
            <a:r>
              <a:rPr lang="fr-FR" smtClean="0"/>
              <a:t>23-  JE VEUX TE VOIR SEIGNEUR</a:t>
            </a:r>
            <a:br>
              <a:rPr lang="fr-FR" smtClean="0"/>
            </a:br>
            <a:r>
              <a:rPr lang="fr-FR" smtClean="0"/>
              <a:t>       JE VEUX TE VOIR SEIGNEUR</a:t>
            </a:r>
          </a:p>
          <a:p>
            <a:r>
              <a:rPr lang="fr-FR" smtClean="0"/>
              <a:t>       I want to see You</a:t>
            </a:r>
          </a:p>
          <a:p>
            <a:r>
              <a:rPr lang="fr-FR" smtClean="0"/>
              <a:t>       I want to see You</a:t>
            </a:r>
          </a:p>
          <a:p>
            <a:endParaRPr lang="fr-FR" smtClean="0"/>
          </a:p>
          <a:p>
            <a:r>
              <a:rPr lang="fr-FR" smtClean="0"/>
              <a:t>24-  ET FINALEMENT, J’AI TROUVÉ</a:t>
            </a:r>
            <a:br>
              <a:rPr lang="fr-FR" smtClean="0"/>
            </a:br>
            <a:r>
              <a:rPr lang="fr-FR" smtClean="0"/>
              <a:t>      CE QUE JE CHERCHAIS</a:t>
            </a:r>
          </a:p>
          <a:p>
            <a:r>
              <a:rPr lang="fr-FR" smtClean="0"/>
              <a:t>      And now I've finally found</a:t>
            </a:r>
          </a:p>
          <a:p>
            <a:r>
              <a:rPr lang="fr-FR" smtClean="0"/>
              <a:t>      What I'm looking for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MONTÉ SUR LA PLUS HAUTE MONTAGNE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 have climbed the highest mountain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J’AI PARCOURU TOUS LES CHAMPS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 have run through the fields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JUSTE POUR ÊTRE AVEC TOI</a:t>
            </a:r>
            <a:br>
              <a:rPr lang="fr-FR" smtClean="0"/>
            </a:br>
            <a:r>
              <a:rPr lang="fr-FR" smtClean="0"/>
              <a:t>     JUSTE POUR ÊTRE AVEC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J’AI COURU, J’AI RAMPÉ</a:t>
            </a:r>
            <a:br>
              <a:rPr lang="fr-FR" smtClean="0"/>
            </a:br>
            <a:r>
              <a:rPr lang="fr-FR" smtClean="0"/>
              <a:t>     JE SUIS MONTÉ SUR CES MURAILLES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have run, I have crawled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have scaled these city walls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SUR CES MURAILLES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These city walls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JUSTE POUR ÊTRE AVEC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MAIS JE N’AI PAS TROUVÉ</a:t>
            </a:r>
            <a:br>
              <a:rPr lang="fr-FR" smtClean="0"/>
            </a:br>
            <a:r>
              <a:rPr lang="fr-FR" smtClean="0"/>
              <a:t>    CE QUE JE CHERCHAIS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But I still haven't found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What I'm looking for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JE SUIS MONTÉ SUR LA PLUS HAUTE MONTAGNE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 have climbed the highest mountain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J’AI PARCOURU TOUS LES CHAMPS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 have run through the fields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JUSTE POUR ÊTRE AVEC TOI</a:t>
            </a:r>
            <a:br>
              <a:rPr lang="fr-FR" smtClean="0"/>
            </a:br>
            <a:r>
              <a:rPr lang="fr-FR" smtClean="0"/>
              <a:t>      JUSTE POUR ÊTRE AVEC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J’AI COURU, J’AI RAMPÉ</a:t>
            </a:r>
            <a:br>
              <a:rPr lang="fr-FR" smtClean="0"/>
            </a:br>
            <a:r>
              <a:rPr lang="fr-FR" smtClean="0"/>
              <a:t>      JE SUIS MONTÉ SUR CES MURAILLES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have run, I have crawled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have scaled these city walls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SUR CES MURAILLES</a:t>
            </a:r>
            <a:br>
              <a:rPr lang="fr-FR" smtClean="0"/>
            </a:br>
            <a:r>
              <a:rPr lang="fr-FR" smtClean="0"/>
              <a:t>      JUSTE POUR ÊTRE AVEC TOI</a:t>
            </a:r>
            <a:br>
              <a:rPr lang="fr-FR" smtClean="0"/>
            </a:br>
            <a:r>
              <a:rPr lang="fr-FR" smtClean="0"/>
              <a:t>      These city walls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MAIS JE N’AI PAS TROUVÉ</a:t>
            </a:r>
            <a:br>
              <a:rPr lang="fr-FR" smtClean="0"/>
            </a:br>
            <a:r>
              <a:rPr lang="fr-FR" smtClean="0"/>
              <a:t>      CE QUE JE CHERCHAIS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But I still haven't found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What I'm looking for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TON RÈGNE VIENT JE LE CROIS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believe in the Kingdom Come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QUAND TOUTES LES COULEURS S’UNIRONT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When all the colors will bleed into 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S’UNIRONT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Bleed into 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OUI, JE COURS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Yes, I'm still running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TU BRISAS LES JOUGS</a:t>
            </a:r>
            <a:br>
              <a:rPr lang="fr-FR" smtClean="0"/>
            </a:br>
            <a:r>
              <a:rPr lang="fr-FR" smtClean="0"/>
              <a:t>       TU BRISAS LES CHAÎNES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 broke the bonds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you loosed the chains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PORTAS LA CROIX DE TOUTE MA HONTE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Carried the cross of all my shame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DE TOUTE MA HONTE</a:t>
            </a:r>
            <a:br>
              <a:rPr lang="fr-FR" smtClean="0"/>
            </a:br>
            <a:r>
              <a:rPr lang="fr-FR" smtClean="0"/>
              <a:t>       SEIGNEUR JE LE CROIS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Of all my shame, Lord I believe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ET FINALEMENT, J’AI TROUVÉ</a:t>
            </a:r>
            <a:br>
              <a:rPr lang="fr-FR" smtClean="0"/>
            </a:br>
            <a:r>
              <a:rPr lang="fr-FR" smtClean="0"/>
              <a:t>      CE QUE JE CHERCHAIS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now I've finally found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What I'm looking for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OUVRE LES YEUX DE MON CŒUR</a:t>
            </a:r>
            <a:br>
              <a:rPr lang="fr-FR" smtClean="0"/>
            </a:br>
            <a:r>
              <a:rPr lang="fr-FR" smtClean="0"/>
              <a:t>       OUVRE LES YEUX DE MON CŒUR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Open the eyes of my heart,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Open the eyes of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VEUX TE VOIR SEIGNEUR</a:t>
            </a:r>
            <a:br>
              <a:rPr lang="fr-FR" smtClean="0"/>
            </a:br>
            <a:r>
              <a:rPr lang="fr-FR" smtClean="0"/>
              <a:t>       JE VEUX TE VOIR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want to see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want to see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ET FINALEMENT, J’AI TROUVÉ</a:t>
            </a:r>
            <a:br>
              <a:rPr lang="fr-FR" smtClean="0"/>
            </a:br>
            <a:r>
              <a:rPr lang="fr-FR" smtClean="0"/>
              <a:t>      CE QUE JE CHERCHAIS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now I've finally found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What I'm looking for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409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MONTÉ SUR LA PLUS HAUTE MONTAGNE</a:t>
            </a:r>
          </a:p>
          <a:p>
            <a:r>
              <a:rPr lang="fr-FR" smtClean="0"/>
              <a:t>     I have climbed the highest mountain</a:t>
            </a:r>
          </a:p>
          <a:p>
            <a:r>
              <a:rPr lang="fr-FR" smtClean="0"/>
              <a:t>2-  J’AI PARCOURU TOUS LES CHAMPS</a:t>
            </a:r>
          </a:p>
          <a:p>
            <a:r>
              <a:rPr lang="fr-FR" smtClean="0"/>
              <a:t>     I have run through the fields</a:t>
            </a:r>
          </a:p>
          <a:p>
            <a:endParaRPr lang="fr-FR" smtClean="0"/>
          </a:p>
          <a:p>
            <a:r>
              <a:rPr lang="fr-FR" smtClean="0"/>
              <a:t>3-  JUSTE POUR ÊTRE AVEC TOI</a:t>
            </a:r>
            <a:br>
              <a:rPr lang="fr-FR" smtClean="0"/>
            </a:br>
            <a:r>
              <a:rPr lang="fr-FR" smtClean="0"/>
              <a:t>     JUSTE POUR ÊTRE AVEC TOI</a:t>
            </a:r>
          </a:p>
          <a:p>
            <a:r>
              <a:rPr lang="fr-FR" smtClean="0"/>
              <a:t>     Only to be with You</a:t>
            </a:r>
          </a:p>
          <a:p>
            <a:r>
              <a:rPr lang="fr-FR" smtClean="0"/>
              <a:t>     Only to be with You</a:t>
            </a:r>
          </a:p>
          <a:p>
            <a:endParaRPr lang="fr-FR" smtClean="0"/>
          </a:p>
          <a:p>
            <a:r>
              <a:rPr lang="fr-FR" smtClean="0"/>
              <a:t>4-  J’AI COURU, J’AI RAMPÉ</a:t>
            </a:r>
            <a:br>
              <a:rPr lang="fr-FR" smtClean="0"/>
            </a:br>
            <a:r>
              <a:rPr lang="fr-FR" smtClean="0"/>
              <a:t>     JE SUIS MONTÉ SUR CES MURAILLES</a:t>
            </a:r>
          </a:p>
          <a:p>
            <a:r>
              <a:rPr lang="fr-FR" smtClean="0"/>
              <a:t>      I have run, I have crawled</a:t>
            </a:r>
          </a:p>
          <a:p>
            <a:r>
              <a:rPr lang="fr-FR" smtClean="0"/>
              <a:t>      I have scaled these city walls</a:t>
            </a:r>
          </a:p>
          <a:p>
            <a:r>
              <a:rPr lang="fr-FR" smtClean="0"/>
              <a:t>5-  SUR CES MURAILLES</a:t>
            </a:r>
          </a:p>
          <a:p>
            <a:r>
              <a:rPr lang="fr-FR" smtClean="0"/>
              <a:t>     These city walls</a:t>
            </a:r>
          </a:p>
          <a:p>
            <a:endParaRPr lang="fr-FR" smtClean="0"/>
          </a:p>
          <a:p>
            <a:r>
              <a:rPr lang="fr-FR" smtClean="0"/>
              <a:t>6-  JUSTE POUR ÊTRE AVEC TOI</a:t>
            </a:r>
          </a:p>
          <a:p>
            <a:r>
              <a:rPr lang="fr-FR" smtClean="0"/>
              <a:t>     Only to be with you</a:t>
            </a:r>
          </a:p>
          <a:p>
            <a:endParaRPr lang="fr-FR" smtClean="0"/>
          </a:p>
          <a:p>
            <a:r>
              <a:rPr lang="fr-FR" smtClean="0"/>
              <a:t>7-  MAIS JE N’AI PAS TROUVÉ</a:t>
            </a:r>
            <a:br>
              <a:rPr lang="fr-FR" smtClean="0"/>
            </a:br>
            <a:r>
              <a:rPr lang="fr-FR" smtClean="0"/>
              <a:t>    CE QUE JE CHERCHAIS</a:t>
            </a:r>
          </a:p>
          <a:p>
            <a:r>
              <a:rPr lang="fr-FR" smtClean="0"/>
              <a:t>    But I still haven't found</a:t>
            </a:r>
          </a:p>
          <a:p>
            <a:r>
              <a:rPr lang="fr-FR" smtClean="0"/>
              <a:t>    What I'm looking for</a:t>
            </a:r>
          </a:p>
          <a:p>
            <a:endParaRPr lang="fr-FR" smtClean="0"/>
          </a:p>
          <a:p>
            <a:r>
              <a:rPr lang="fr-FR" smtClean="0"/>
              <a:t>8-  JE SUIS MONTÉ SUR LA PLUS HAUTE MONTAGNE</a:t>
            </a:r>
          </a:p>
          <a:p>
            <a:r>
              <a:rPr lang="fr-FR" smtClean="0"/>
              <a:t>     I have climbed the highest mountain</a:t>
            </a:r>
          </a:p>
          <a:p>
            <a:endParaRPr lang="fr-FR" smtClean="0"/>
          </a:p>
          <a:p>
            <a:r>
              <a:rPr lang="fr-FR" smtClean="0"/>
              <a:t>9-  J’AI PARCOURU TOUS LES CHAMPS</a:t>
            </a:r>
          </a:p>
          <a:p>
            <a:r>
              <a:rPr lang="fr-FR" smtClean="0"/>
              <a:t>     I have run through the fields</a:t>
            </a:r>
          </a:p>
          <a:p>
            <a:endParaRPr lang="fr-FR" smtClean="0"/>
          </a:p>
          <a:p>
            <a:r>
              <a:rPr lang="fr-FR" smtClean="0"/>
              <a:t>10-  JUSTE POUR ÊTRE AVEC TOI</a:t>
            </a:r>
            <a:br>
              <a:rPr lang="fr-FR" smtClean="0"/>
            </a:br>
            <a:r>
              <a:rPr lang="fr-FR" smtClean="0"/>
              <a:t>      JUSTE POUR ÊTRE AVEC TOI</a:t>
            </a:r>
          </a:p>
          <a:p>
            <a:r>
              <a:rPr lang="fr-FR" smtClean="0"/>
              <a:t>      Only to be with You</a:t>
            </a:r>
          </a:p>
          <a:p>
            <a:r>
              <a:rPr lang="fr-FR" smtClean="0"/>
              <a:t>      Only to be with You</a:t>
            </a:r>
          </a:p>
          <a:p>
            <a:endParaRPr lang="fr-FR" smtClean="0"/>
          </a:p>
          <a:p>
            <a:r>
              <a:rPr lang="fr-FR" smtClean="0"/>
              <a:t>11-  J’AI COURU, J’AI RAMPÉ</a:t>
            </a:r>
            <a:br>
              <a:rPr lang="fr-FR" smtClean="0"/>
            </a:br>
            <a:r>
              <a:rPr lang="fr-FR" smtClean="0"/>
              <a:t>      JE SUIS MONTÉ SUR CES MURAILLES</a:t>
            </a:r>
          </a:p>
          <a:p>
            <a:r>
              <a:rPr lang="fr-FR" smtClean="0"/>
              <a:t>      I have run, I have crawled</a:t>
            </a:r>
          </a:p>
          <a:p>
            <a:r>
              <a:rPr lang="fr-FR" smtClean="0"/>
              <a:t>      I have scaled these city walls</a:t>
            </a:r>
          </a:p>
          <a:p>
            <a:endParaRPr lang="fr-FR" smtClean="0"/>
          </a:p>
          <a:p>
            <a:r>
              <a:rPr lang="fr-FR" smtClean="0"/>
              <a:t>12-  SUR CES MURAILLES</a:t>
            </a:r>
            <a:br>
              <a:rPr lang="fr-FR" smtClean="0"/>
            </a:br>
            <a:r>
              <a:rPr lang="fr-FR" smtClean="0"/>
              <a:t>      JUSTE POUR ÊTRE AVEC TOI</a:t>
            </a:r>
            <a:br>
              <a:rPr lang="fr-FR" smtClean="0"/>
            </a:br>
            <a:r>
              <a:rPr lang="fr-FR" smtClean="0"/>
              <a:t>      These city walls</a:t>
            </a:r>
          </a:p>
          <a:p>
            <a:r>
              <a:rPr lang="fr-FR" smtClean="0"/>
              <a:t>      Only to be with You</a:t>
            </a:r>
          </a:p>
          <a:p>
            <a:endParaRPr lang="fr-FR" smtClean="0"/>
          </a:p>
          <a:p>
            <a:r>
              <a:rPr lang="fr-FR" smtClean="0"/>
              <a:t>13-  MAIS JE N’AI PAS TROUVÉ</a:t>
            </a:r>
            <a:br>
              <a:rPr lang="fr-FR" smtClean="0"/>
            </a:br>
            <a:r>
              <a:rPr lang="fr-FR" smtClean="0"/>
              <a:t>      CE QUE JE CHERCHAIS</a:t>
            </a:r>
          </a:p>
          <a:p>
            <a:r>
              <a:rPr lang="fr-FR" smtClean="0"/>
              <a:t>      But I still haven't found</a:t>
            </a:r>
          </a:p>
          <a:p>
            <a:r>
              <a:rPr lang="fr-FR" smtClean="0"/>
              <a:t>      What I'm looking for</a:t>
            </a:r>
          </a:p>
          <a:p>
            <a:endParaRPr lang="fr-FR" smtClean="0"/>
          </a:p>
          <a:p>
            <a:r>
              <a:rPr lang="fr-FR" smtClean="0"/>
              <a:t>14-  TON RÈGNE VIENT JE LE CROIS</a:t>
            </a:r>
          </a:p>
          <a:p>
            <a:r>
              <a:rPr lang="fr-FR" smtClean="0"/>
              <a:t>       I believe in the Kingdom Come</a:t>
            </a:r>
          </a:p>
          <a:p>
            <a:r>
              <a:rPr lang="fr-FR" smtClean="0"/>
              <a:t>15-  QUAND TOUTES LES COULEURS S’UNIRONT EN TOI</a:t>
            </a:r>
          </a:p>
          <a:p>
            <a:r>
              <a:rPr lang="fr-FR" smtClean="0"/>
              <a:t>       When all the colors will bleed into one</a:t>
            </a:r>
          </a:p>
          <a:p>
            <a:r>
              <a:rPr lang="fr-FR" smtClean="0"/>
              <a:t>16-  S’UNIRONT EN TOI</a:t>
            </a:r>
          </a:p>
          <a:p>
            <a:r>
              <a:rPr lang="fr-FR" smtClean="0"/>
              <a:t>       Bleed into one</a:t>
            </a:r>
          </a:p>
          <a:p>
            <a:endParaRPr lang="fr-FR" smtClean="0"/>
          </a:p>
          <a:p>
            <a:r>
              <a:rPr lang="fr-FR" smtClean="0"/>
              <a:t>17-  OUI, JE COURS ENCORE</a:t>
            </a:r>
          </a:p>
          <a:p>
            <a:r>
              <a:rPr lang="fr-FR" smtClean="0"/>
              <a:t>       Yes, I'm still running</a:t>
            </a:r>
          </a:p>
          <a:p>
            <a:endParaRPr lang="fr-FR" smtClean="0"/>
          </a:p>
          <a:p>
            <a:r>
              <a:rPr lang="fr-FR" smtClean="0"/>
              <a:t>18-  TU BRISAS LES JOUGS</a:t>
            </a:r>
            <a:br>
              <a:rPr lang="fr-FR" smtClean="0"/>
            </a:br>
            <a:r>
              <a:rPr lang="fr-FR" smtClean="0"/>
              <a:t>       TU BRISAS LES CHAÎNES</a:t>
            </a:r>
          </a:p>
          <a:p>
            <a:r>
              <a:rPr lang="fr-FR" smtClean="0"/>
              <a:t>       You broke the bonds</a:t>
            </a:r>
          </a:p>
          <a:p>
            <a:r>
              <a:rPr lang="fr-FR" smtClean="0"/>
              <a:t>       And you loosed the chains</a:t>
            </a:r>
          </a:p>
          <a:p>
            <a:endParaRPr lang="fr-FR" smtClean="0"/>
          </a:p>
          <a:p>
            <a:r>
              <a:rPr lang="fr-FR" smtClean="0"/>
              <a:t>19-  PORTAS LA CROIX DE TOUTE MA HONTE</a:t>
            </a:r>
          </a:p>
          <a:p>
            <a:r>
              <a:rPr lang="fr-FR" smtClean="0"/>
              <a:t>      Carried the cross of all my shame</a:t>
            </a:r>
          </a:p>
          <a:p>
            <a:r>
              <a:rPr lang="fr-FR" smtClean="0"/>
              <a:t>20-  DE TOUTE MA HONTE</a:t>
            </a:r>
            <a:br>
              <a:rPr lang="fr-FR" smtClean="0"/>
            </a:br>
            <a:r>
              <a:rPr lang="fr-FR" smtClean="0"/>
              <a:t>       SEIGNEUR JE LE CROIS</a:t>
            </a:r>
          </a:p>
          <a:p>
            <a:r>
              <a:rPr lang="fr-FR" smtClean="0"/>
              <a:t>       Of all my shame, Lord I believe it</a:t>
            </a:r>
          </a:p>
          <a:p>
            <a:r>
              <a:rPr lang="fr-FR" smtClean="0"/>
              <a:t>21-  ET FINALEMENT, J’AI TROUVÉ</a:t>
            </a:r>
            <a:br>
              <a:rPr lang="fr-FR" smtClean="0"/>
            </a:br>
            <a:r>
              <a:rPr lang="fr-FR" smtClean="0"/>
              <a:t>      CE QUE JE CHERCHAIS</a:t>
            </a:r>
          </a:p>
          <a:p>
            <a:r>
              <a:rPr lang="fr-FR" smtClean="0"/>
              <a:t>      And now I've finally found</a:t>
            </a:r>
          </a:p>
          <a:p>
            <a:r>
              <a:rPr lang="fr-FR" smtClean="0"/>
              <a:t>      What I'm looking for</a:t>
            </a:r>
          </a:p>
          <a:p>
            <a:endParaRPr lang="fr-FR" smtClean="0"/>
          </a:p>
          <a:p>
            <a:r>
              <a:rPr lang="fr-FR" smtClean="0"/>
              <a:t>22-  OUVRE LES YEUX DE MON CŒUR</a:t>
            </a:r>
            <a:br>
              <a:rPr lang="fr-FR" smtClean="0"/>
            </a:br>
            <a:r>
              <a:rPr lang="fr-FR" smtClean="0"/>
              <a:t>       OUVRE LES YEUX DE MON CŒUR </a:t>
            </a:r>
          </a:p>
          <a:p>
            <a:r>
              <a:rPr lang="fr-FR" smtClean="0"/>
              <a:t>       Open the eyes of my heart, Lord</a:t>
            </a:r>
          </a:p>
          <a:p>
            <a:r>
              <a:rPr lang="fr-FR" smtClean="0"/>
              <a:t>       Open the eyes of my heart</a:t>
            </a:r>
          </a:p>
          <a:p>
            <a:r>
              <a:rPr lang="fr-FR" smtClean="0"/>
              <a:t>23-  JE VEUX TE VOIR SEIGNEUR</a:t>
            </a:r>
            <a:br>
              <a:rPr lang="fr-FR" smtClean="0"/>
            </a:br>
            <a:r>
              <a:rPr lang="fr-FR" smtClean="0"/>
              <a:t>       JE VEUX TE VOIR SEIGNEUR</a:t>
            </a:r>
          </a:p>
          <a:p>
            <a:r>
              <a:rPr lang="fr-FR" smtClean="0"/>
              <a:t>       I want to see You</a:t>
            </a:r>
          </a:p>
          <a:p>
            <a:r>
              <a:rPr lang="fr-FR" smtClean="0"/>
              <a:t>       I want to see You</a:t>
            </a:r>
          </a:p>
          <a:p>
            <a:endParaRPr lang="fr-FR" smtClean="0"/>
          </a:p>
          <a:p>
            <a:r>
              <a:rPr lang="fr-FR" smtClean="0"/>
              <a:t>24-  ET FINALEMENT, J’AI TROUVÉ</a:t>
            </a:r>
            <a:br>
              <a:rPr lang="fr-FR" smtClean="0"/>
            </a:br>
            <a:r>
              <a:rPr lang="fr-FR" smtClean="0"/>
              <a:t>      CE QUE JE CHERCHAIS</a:t>
            </a:r>
          </a:p>
          <a:p>
            <a:r>
              <a:rPr lang="fr-FR" smtClean="0"/>
              <a:t>      And now I've finally found</a:t>
            </a:r>
          </a:p>
          <a:p>
            <a:r>
              <a:rPr lang="fr-FR" smtClean="0"/>
              <a:t>      What I'm looking for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MONTÉ SUR LA PLUS HAUTE MONTAGNE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 have climbed the highest mountain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J’AI PARCOURU TOUS LES CHAMPS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 have run through the fields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JUSTE POUR ÊTRE AVEC TOI</a:t>
            </a:r>
            <a:br>
              <a:rPr lang="fr-FR" smtClean="0"/>
            </a:br>
            <a:r>
              <a:rPr lang="fr-FR" smtClean="0"/>
              <a:t>     JUSTE POUR ÊTRE AVEC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J’AI COURU, J’AI RAMPÉ</a:t>
            </a:r>
            <a:br>
              <a:rPr lang="fr-FR" smtClean="0"/>
            </a:br>
            <a:r>
              <a:rPr lang="fr-FR" smtClean="0"/>
              <a:t>     JE SUIS MONTÉ SUR CES MURAILLES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have run, I have crawled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have scaled these city walls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SUR CES MURAILLES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These city walls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JUSTE POUR ÊTRE AVEC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MAIS JE N’AI PAS TROUVÉ</a:t>
            </a:r>
            <a:br>
              <a:rPr lang="fr-FR" smtClean="0"/>
            </a:br>
            <a:r>
              <a:rPr lang="fr-FR" smtClean="0"/>
              <a:t>    CE QUE JE CHERCHAIS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But I still haven't found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What I'm looking for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JE SUIS MONTÉ SUR LA PLUS HAUTE MONTAGNE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 have climbed the highest mountain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J’AI PARCOURU TOUS LES CHAMPS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 have run through the fields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JUSTE POUR ÊTRE AVEC TOI</a:t>
            </a:r>
            <a:br>
              <a:rPr lang="fr-FR" smtClean="0"/>
            </a:br>
            <a:r>
              <a:rPr lang="fr-FR" smtClean="0"/>
              <a:t>      JUSTE POUR ÊTRE AVEC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J’AI COURU, J’AI RAMPÉ</a:t>
            </a:r>
            <a:br>
              <a:rPr lang="fr-FR" smtClean="0"/>
            </a:br>
            <a:r>
              <a:rPr lang="fr-FR" smtClean="0"/>
              <a:t>      JE SUIS MONTÉ SUR CES MURAILLES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have run, I have crawled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have scaled these city walls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SUR CES MURAILLES</a:t>
            </a:r>
            <a:br>
              <a:rPr lang="fr-FR" smtClean="0"/>
            </a:br>
            <a:r>
              <a:rPr lang="fr-FR" smtClean="0"/>
              <a:t>      JUSTE POUR ÊTRE AVEC TOI</a:t>
            </a:r>
            <a:br>
              <a:rPr lang="fr-FR" smtClean="0"/>
            </a:br>
            <a:r>
              <a:rPr lang="fr-FR" smtClean="0"/>
              <a:t>      These city walls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MAIS JE N’AI PAS TROUVÉ</a:t>
            </a:r>
            <a:br>
              <a:rPr lang="fr-FR" smtClean="0"/>
            </a:br>
            <a:r>
              <a:rPr lang="fr-FR" smtClean="0"/>
              <a:t>      CE QUE JE CHERCHAIS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But I still haven't found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What I'm looking for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TON RÈGNE VIENT JE LE CROIS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believe in the Kingdom Come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QUAND TOUTES LES COULEURS S’UNIRONT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When all the colors will bleed into 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S’UNIRONT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Bleed into 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OUI, JE COURS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Yes, I'm still running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TU BRISAS LES JOUGS</a:t>
            </a:r>
            <a:br>
              <a:rPr lang="fr-FR" smtClean="0"/>
            </a:br>
            <a:r>
              <a:rPr lang="fr-FR" smtClean="0"/>
              <a:t>       TU BRISAS LES CHAÎNES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 broke the bonds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you loosed the chains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PORTAS LA CROIX DE TOUTE MA HONTE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Carried the cross of all my shame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DE TOUTE MA HONTE</a:t>
            </a:r>
            <a:br>
              <a:rPr lang="fr-FR" smtClean="0"/>
            </a:br>
            <a:r>
              <a:rPr lang="fr-FR" smtClean="0"/>
              <a:t>       SEIGNEUR JE LE CROIS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Of all my shame, Lord I believe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ET FINALEMENT, J’AI TROUVÉ</a:t>
            </a:r>
            <a:br>
              <a:rPr lang="fr-FR" smtClean="0"/>
            </a:br>
            <a:r>
              <a:rPr lang="fr-FR" smtClean="0"/>
              <a:t>      CE QUE JE CHERCHAIS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now I've finally found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What I'm looking for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OUVRE LES YEUX DE MON CŒUR</a:t>
            </a:r>
            <a:br>
              <a:rPr lang="fr-FR" smtClean="0"/>
            </a:br>
            <a:r>
              <a:rPr lang="fr-FR" smtClean="0"/>
              <a:t>       OUVRE LES YEUX DE MON CŒUR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Open the eyes of my heart,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Open the eyes of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VEUX TE VOIR SEIGNEUR</a:t>
            </a:r>
            <a:br>
              <a:rPr lang="fr-FR" smtClean="0"/>
            </a:br>
            <a:r>
              <a:rPr lang="fr-FR" smtClean="0"/>
              <a:t>       JE VEUX TE VOIR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want to see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want to see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ET FINALEMENT, J’AI TROUVÉ</a:t>
            </a:r>
            <a:br>
              <a:rPr lang="fr-FR" smtClean="0"/>
            </a:br>
            <a:r>
              <a:rPr lang="fr-FR" smtClean="0"/>
              <a:t>      CE QUE JE CHERCHAIS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now I've finally found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What I'm looking for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419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MONTÉ SUR LA PLUS HAUTE MONTAGNE</a:t>
            </a:r>
          </a:p>
          <a:p>
            <a:r>
              <a:rPr lang="fr-FR" smtClean="0"/>
              <a:t>     I have climbed the highest mountain</a:t>
            </a:r>
          </a:p>
          <a:p>
            <a:r>
              <a:rPr lang="fr-FR" smtClean="0"/>
              <a:t>2-  J’AI PARCOURU TOUS LES CHAMPS</a:t>
            </a:r>
          </a:p>
          <a:p>
            <a:r>
              <a:rPr lang="fr-FR" smtClean="0"/>
              <a:t>     I have run through the fields</a:t>
            </a:r>
          </a:p>
          <a:p>
            <a:endParaRPr lang="fr-FR" smtClean="0"/>
          </a:p>
          <a:p>
            <a:r>
              <a:rPr lang="fr-FR" smtClean="0"/>
              <a:t>3-  JUSTE POUR ÊTRE AVEC TOI</a:t>
            </a:r>
            <a:br>
              <a:rPr lang="fr-FR" smtClean="0"/>
            </a:br>
            <a:r>
              <a:rPr lang="fr-FR" smtClean="0"/>
              <a:t>     JUSTE POUR ÊTRE AVEC TOI</a:t>
            </a:r>
          </a:p>
          <a:p>
            <a:r>
              <a:rPr lang="fr-FR" smtClean="0"/>
              <a:t>     Only to be with You</a:t>
            </a:r>
          </a:p>
          <a:p>
            <a:r>
              <a:rPr lang="fr-FR" smtClean="0"/>
              <a:t>     Only to be with You</a:t>
            </a:r>
          </a:p>
          <a:p>
            <a:endParaRPr lang="fr-FR" smtClean="0"/>
          </a:p>
          <a:p>
            <a:r>
              <a:rPr lang="fr-FR" smtClean="0"/>
              <a:t>4-  J’AI COURU, J’AI RAMPÉ</a:t>
            </a:r>
            <a:br>
              <a:rPr lang="fr-FR" smtClean="0"/>
            </a:br>
            <a:r>
              <a:rPr lang="fr-FR" smtClean="0"/>
              <a:t>     JE SUIS MONTÉ SUR CES MURAILLES</a:t>
            </a:r>
          </a:p>
          <a:p>
            <a:r>
              <a:rPr lang="fr-FR" smtClean="0"/>
              <a:t>      I have run, I have crawled</a:t>
            </a:r>
          </a:p>
          <a:p>
            <a:r>
              <a:rPr lang="fr-FR" smtClean="0"/>
              <a:t>      I have scaled these city walls</a:t>
            </a:r>
          </a:p>
          <a:p>
            <a:r>
              <a:rPr lang="fr-FR" smtClean="0"/>
              <a:t>5-  SUR CES MURAILLES</a:t>
            </a:r>
          </a:p>
          <a:p>
            <a:r>
              <a:rPr lang="fr-FR" smtClean="0"/>
              <a:t>     These city walls</a:t>
            </a:r>
          </a:p>
          <a:p>
            <a:endParaRPr lang="fr-FR" smtClean="0"/>
          </a:p>
          <a:p>
            <a:r>
              <a:rPr lang="fr-FR" smtClean="0"/>
              <a:t>6-  JUSTE POUR ÊTRE AVEC TOI</a:t>
            </a:r>
          </a:p>
          <a:p>
            <a:r>
              <a:rPr lang="fr-FR" smtClean="0"/>
              <a:t>     Only to be with you</a:t>
            </a:r>
          </a:p>
          <a:p>
            <a:endParaRPr lang="fr-FR" smtClean="0"/>
          </a:p>
          <a:p>
            <a:r>
              <a:rPr lang="fr-FR" smtClean="0"/>
              <a:t>7-  MAIS JE N’AI PAS TROUVÉ</a:t>
            </a:r>
            <a:br>
              <a:rPr lang="fr-FR" smtClean="0"/>
            </a:br>
            <a:r>
              <a:rPr lang="fr-FR" smtClean="0"/>
              <a:t>    CE QUE JE CHERCHAIS</a:t>
            </a:r>
          </a:p>
          <a:p>
            <a:r>
              <a:rPr lang="fr-FR" smtClean="0"/>
              <a:t>    But I still haven't found</a:t>
            </a:r>
          </a:p>
          <a:p>
            <a:r>
              <a:rPr lang="fr-FR" smtClean="0"/>
              <a:t>    What I'm looking for</a:t>
            </a:r>
          </a:p>
          <a:p>
            <a:endParaRPr lang="fr-FR" smtClean="0"/>
          </a:p>
          <a:p>
            <a:r>
              <a:rPr lang="fr-FR" smtClean="0"/>
              <a:t>8-  JE SUIS MONTÉ SUR LA PLUS HAUTE MONTAGNE</a:t>
            </a:r>
          </a:p>
          <a:p>
            <a:r>
              <a:rPr lang="fr-FR" smtClean="0"/>
              <a:t>     I have climbed the highest mountain</a:t>
            </a:r>
          </a:p>
          <a:p>
            <a:endParaRPr lang="fr-FR" smtClean="0"/>
          </a:p>
          <a:p>
            <a:r>
              <a:rPr lang="fr-FR" smtClean="0"/>
              <a:t>9-  J’AI PARCOURU TOUS LES CHAMPS</a:t>
            </a:r>
          </a:p>
          <a:p>
            <a:r>
              <a:rPr lang="fr-FR" smtClean="0"/>
              <a:t>     I have run through the fields</a:t>
            </a:r>
          </a:p>
          <a:p>
            <a:endParaRPr lang="fr-FR" smtClean="0"/>
          </a:p>
          <a:p>
            <a:r>
              <a:rPr lang="fr-FR" smtClean="0"/>
              <a:t>10-  JUSTE POUR ÊTRE AVEC TOI</a:t>
            </a:r>
            <a:br>
              <a:rPr lang="fr-FR" smtClean="0"/>
            </a:br>
            <a:r>
              <a:rPr lang="fr-FR" smtClean="0"/>
              <a:t>      JUSTE POUR ÊTRE AVEC TOI</a:t>
            </a:r>
          </a:p>
          <a:p>
            <a:r>
              <a:rPr lang="fr-FR" smtClean="0"/>
              <a:t>      Only to be with You</a:t>
            </a:r>
          </a:p>
          <a:p>
            <a:r>
              <a:rPr lang="fr-FR" smtClean="0"/>
              <a:t>      Only to be with You</a:t>
            </a:r>
          </a:p>
          <a:p>
            <a:endParaRPr lang="fr-FR" smtClean="0"/>
          </a:p>
          <a:p>
            <a:r>
              <a:rPr lang="fr-FR" smtClean="0"/>
              <a:t>11-  J’AI COURU, J’AI RAMPÉ</a:t>
            </a:r>
            <a:br>
              <a:rPr lang="fr-FR" smtClean="0"/>
            </a:br>
            <a:r>
              <a:rPr lang="fr-FR" smtClean="0"/>
              <a:t>      JE SUIS MONTÉ SUR CES MURAILLES</a:t>
            </a:r>
          </a:p>
          <a:p>
            <a:r>
              <a:rPr lang="fr-FR" smtClean="0"/>
              <a:t>      I have run, I have crawled</a:t>
            </a:r>
          </a:p>
          <a:p>
            <a:r>
              <a:rPr lang="fr-FR" smtClean="0"/>
              <a:t>      I have scaled these city walls</a:t>
            </a:r>
          </a:p>
          <a:p>
            <a:endParaRPr lang="fr-FR" smtClean="0"/>
          </a:p>
          <a:p>
            <a:r>
              <a:rPr lang="fr-FR" smtClean="0"/>
              <a:t>12-  SUR CES MURAILLES</a:t>
            </a:r>
            <a:br>
              <a:rPr lang="fr-FR" smtClean="0"/>
            </a:br>
            <a:r>
              <a:rPr lang="fr-FR" smtClean="0"/>
              <a:t>      JUSTE POUR ÊTRE AVEC TOI</a:t>
            </a:r>
            <a:br>
              <a:rPr lang="fr-FR" smtClean="0"/>
            </a:br>
            <a:r>
              <a:rPr lang="fr-FR" smtClean="0"/>
              <a:t>      These city walls</a:t>
            </a:r>
          </a:p>
          <a:p>
            <a:r>
              <a:rPr lang="fr-FR" smtClean="0"/>
              <a:t>      Only to be with You</a:t>
            </a:r>
          </a:p>
          <a:p>
            <a:endParaRPr lang="fr-FR" smtClean="0"/>
          </a:p>
          <a:p>
            <a:r>
              <a:rPr lang="fr-FR" smtClean="0"/>
              <a:t>13-  MAIS JE N’AI PAS TROUVÉ</a:t>
            </a:r>
            <a:br>
              <a:rPr lang="fr-FR" smtClean="0"/>
            </a:br>
            <a:r>
              <a:rPr lang="fr-FR" smtClean="0"/>
              <a:t>      CE QUE JE CHERCHAIS</a:t>
            </a:r>
          </a:p>
          <a:p>
            <a:r>
              <a:rPr lang="fr-FR" smtClean="0"/>
              <a:t>      But I still haven't found</a:t>
            </a:r>
          </a:p>
          <a:p>
            <a:r>
              <a:rPr lang="fr-FR" smtClean="0"/>
              <a:t>      What I'm looking for</a:t>
            </a:r>
          </a:p>
          <a:p>
            <a:endParaRPr lang="fr-FR" smtClean="0"/>
          </a:p>
          <a:p>
            <a:r>
              <a:rPr lang="fr-FR" smtClean="0"/>
              <a:t>14-  TON RÈGNE VIENT JE LE CROIS</a:t>
            </a:r>
          </a:p>
          <a:p>
            <a:r>
              <a:rPr lang="fr-FR" smtClean="0"/>
              <a:t>       I believe in the Kingdom Come</a:t>
            </a:r>
          </a:p>
          <a:p>
            <a:r>
              <a:rPr lang="fr-FR" smtClean="0"/>
              <a:t>15-  QUAND TOUTES LES COULEURS S’UNIRONT EN TOI</a:t>
            </a:r>
          </a:p>
          <a:p>
            <a:r>
              <a:rPr lang="fr-FR" smtClean="0"/>
              <a:t>       When all the colors will bleed into one</a:t>
            </a:r>
          </a:p>
          <a:p>
            <a:r>
              <a:rPr lang="fr-FR" smtClean="0"/>
              <a:t>16-  S’UNIRONT EN TOI</a:t>
            </a:r>
          </a:p>
          <a:p>
            <a:r>
              <a:rPr lang="fr-FR" smtClean="0"/>
              <a:t>       Bleed into one</a:t>
            </a:r>
          </a:p>
          <a:p>
            <a:endParaRPr lang="fr-FR" smtClean="0"/>
          </a:p>
          <a:p>
            <a:r>
              <a:rPr lang="fr-FR" smtClean="0"/>
              <a:t>17-  OUI, JE COURS ENCORE</a:t>
            </a:r>
          </a:p>
          <a:p>
            <a:r>
              <a:rPr lang="fr-FR" smtClean="0"/>
              <a:t>       Yes, I'm still running</a:t>
            </a:r>
          </a:p>
          <a:p>
            <a:endParaRPr lang="fr-FR" smtClean="0"/>
          </a:p>
          <a:p>
            <a:r>
              <a:rPr lang="fr-FR" smtClean="0"/>
              <a:t>18-  TU BRISAS LES JOUGS</a:t>
            </a:r>
            <a:br>
              <a:rPr lang="fr-FR" smtClean="0"/>
            </a:br>
            <a:r>
              <a:rPr lang="fr-FR" smtClean="0"/>
              <a:t>       TU BRISAS LES CHAÎNES</a:t>
            </a:r>
          </a:p>
          <a:p>
            <a:r>
              <a:rPr lang="fr-FR" smtClean="0"/>
              <a:t>       You broke the bonds</a:t>
            </a:r>
          </a:p>
          <a:p>
            <a:r>
              <a:rPr lang="fr-FR" smtClean="0"/>
              <a:t>       And you loosed the chains</a:t>
            </a:r>
          </a:p>
          <a:p>
            <a:endParaRPr lang="fr-FR" smtClean="0"/>
          </a:p>
          <a:p>
            <a:r>
              <a:rPr lang="fr-FR" smtClean="0"/>
              <a:t>19-  PORTAS LA CROIX DE TOUTE MA HONTE</a:t>
            </a:r>
          </a:p>
          <a:p>
            <a:r>
              <a:rPr lang="fr-FR" smtClean="0"/>
              <a:t>      Carried the cross of all my shame</a:t>
            </a:r>
          </a:p>
          <a:p>
            <a:r>
              <a:rPr lang="fr-FR" smtClean="0"/>
              <a:t>20-  DE TOUTE MA HONTE</a:t>
            </a:r>
            <a:br>
              <a:rPr lang="fr-FR" smtClean="0"/>
            </a:br>
            <a:r>
              <a:rPr lang="fr-FR" smtClean="0"/>
              <a:t>       SEIGNEUR JE LE CROIS</a:t>
            </a:r>
          </a:p>
          <a:p>
            <a:r>
              <a:rPr lang="fr-FR" smtClean="0"/>
              <a:t>       Of all my shame, Lord I believe it</a:t>
            </a:r>
          </a:p>
          <a:p>
            <a:r>
              <a:rPr lang="fr-FR" smtClean="0"/>
              <a:t>21-  ET FINALEMENT, J’AI TROUVÉ</a:t>
            </a:r>
            <a:br>
              <a:rPr lang="fr-FR" smtClean="0"/>
            </a:br>
            <a:r>
              <a:rPr lang="fr-FR" smtClean="0"/>
              <a:t>      CE QUE JE CHERCHAIS</a:t>
            </a:r>
          </a:p>
          <a:p>
            <a:r>
              <a:rPr lang="fr-FR" smtClean="0"/>
              <a:t>      And now I've finally found</a:t>
            </a:r>
          </a:p>
          <a:p>
            <a:r>
              <a:rPr lang="fr-FR" smtClean="0"/>
              <a:t>      What I'm looking for</a:t>
            </a:r>
          </a:p>
          <a:p>
            <a:endParaRPr lang="fr-FR" smtClean="0"/>
          </a:p>
          <a:p>
            <a:r>
              <a:rPr lang="fr-FR" smtClean="0"/>
              <a:t>22-  OUVRE LES YEUX DE MON CŒUR</a:t>
            </a:r>
            <a:br>
              <a:rPr lang="fr-FR" smtClean="0"/>
            </a:br>
            <a:r>
              <a:rPr lang="fr-FR" smtClean="0"/>
              <a:t>       OUVRE LES YEUX DE MON CŒUR </a:t>
            </a:r>
          </a:p>
          <a:p>
            <a:r>
              <a:rPr lang="fr-FR" smtClean="0"/>
              <a:t>       Open the eyes of my heart, Lord</a:t>
            </a:r>
          </a:p>
          <a:p>
            <a:r>
              <a:rPr lang="fr-FR" smtClean="0"/>
              <a:t>       Open the eyes of my heart</a:t>
            </a:r>
          </a:p>
          <a:p>
            <a:r>
              <a:rPr lang="fr-FR" smtClean="0"/>
              <a:t>23-  JE VEUX TE VOIR SEIGNEUR</a:t>
            </a:r>
            <a:br>
              <a:rPr lang="fr-FR" smtClean="0"/>
            </a:br>
            <a:r>
              <a:rPr lang="fr-FR" smtClean="0"/>
              <a:t>       JE VEUX TE VOIR SEIGNEUR</a:t>
            </a:r>
          </a:p>
          <a:p>
            <a:r>
              <a:rPr lang="fr-FR" smtClean="0"/>
              <a:t>       I want to see You</a:t>
            </a:r>
          </a:p>
          <a:p>
            <a:r>
              <a:rPr lang="fr-FR" smtClean="0"/>
              <a:t>       I want to see You</a:t>
            </a:r>
          </a:p>
          <a:p>
            <a:endParaRPr lang="fr-FR" smtClean="0"/>
          </a:p>
          <a:p>
            <a:r>
              <a:rPr lang="fr-FR" smtClean="0"/>
              <a:t>24-  ET FINALEMENT, J’AI TROUVÉ</a:t>
            </a:r>
            <a:br>
              <a:rPr lang="fr-FR" smtClean="0"/>
            </a:br>
            <a:r>
              <a:rPr lang="fr-FR" smtClean="0"/>
              <a:t>      CE QUE JE CHERCHAIS</a:t>
            </a:r>
          </a:p>
          <a:p>
            <a:r>
              <a:rPr lang="fr-FR" smtClean="0"/>
              <a:t>      And now I've finally found</a:t>
            </a:r>
          </a:p>
          <a:p>
            <a:r>
              <a:rPr lang="fr-FR" smtClean="0"/>
              <a:t>      What I'm looking for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MONTÉ SUR LA PLUS HAUTE MONTAGNE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 have climbed the highest mountain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J’AI PARCOURU TOUS LES CHAMPS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 have run through the fields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JUSTE POUR ÊTRE AVEC TOI</a:t>
            </a:r>
            <a:br>
              <a:rPr lang="fr-FR" smtClean="0"/>
            </a:br>
            <a:r>
              <a:rPr lang="fr-FR" smtClean="0"/>
              <a:t>     JUSTE POUR ÊTRE AVEC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J’AI COURU, J’AI RAMPÉ</a:t>
            </a:r>
            <a:br>
              <a:rPr lang="fr-FR" smtClean="0"/>
            </a:br>
            <a:r>
              <a:rPr lang="fr-FR" smtClean="0"/>
              <a:t>     JE SUIS MONTÉ SUR CES MURAILLES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have run, I have crawled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have scaled these city walls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SUR CES MURAILLES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These city walls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JUSTE POUR ÊTRE AVEC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MAIS JE N’AI PAS TROUVÉ</a:t>
            </a:r>
            <a:br>
              <a:rPr lang="fr-FR" smtClean="0"/>
            </a:br>
            <a:r>
              <a:rPr lang="fr-FR" smtClean="0"/>
              <a:t>    CE QUE JE CHERCHAIS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But I still haven't found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What I'm looking for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JE SUIS MONTÉ SUR LA PLUS HAUTE MONTAGNE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 have climbed the highest mountain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J’AI PARCOURU TOUS LES CHAMPS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 have run through the fields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JUSTE POUR ÊTRE AVEC TOI</a:t>
            </a:r>
            <a:br>
              <a:rPr lang="fr-FR" smtClean="0"/>
            </a:br>
            <a:r>
              <a:rPr lang="fr-FR" smtClean="0"/>
              <a:t>      JUSTE POUR ÊTRE AVEC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J’AI COURU, J’AI RAMPÉ</a:t>
            </a:r>
            <a:br>
              <a:rPr lang="fr-FR" smtClean="0"/>
            </a:br>
            <a:r>
              <a:rPr lang="fr-FR" smtClean="0"/>
              <a:t>      JE SUIS MONTÉ SUR CES MURAILLES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have run, I have crawled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have scaled these city walls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SUR CES MURAILLES</a:t>
            </a:r>
            <a:br>
              <a:rPr lang="fr-FR" smtClean="0"/>
            </a:br>
            <a:r>
              <a:rPr lang="fr-FR" smtClean="0"/>
              <a:t>      JUSTE POUR ÊTRE AVEC TOI</a:t>
            </a:r>
            <a:br>
              <a:rPr lang="fr-FR" smtClean="0"/>
            </a:br>
            <a:r>
              <a:rPr lang="fr-FR" smtClean="0"/>
              <a:t>      These city walls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MAIS JE N’AI PAS TROUVÉ</a:t>
            </a:r>
            <a:br>
              <a:rPr lang="fr-FR" smtClean="0"/>
            </a:br>
            <a:r>
              <a:rPr lang="fr-FR" smtClean="0"/>
              <a:t>      CE QUE JE CHERCHAIS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But I still haven't found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What I'm looking for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TON RÈGNE VIENT JE LE CROIS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believe in the Kingdom Come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QUAND TOUTES LES COULEURS S’UNIRONT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When all the colors will bleed into 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S’UNIRONT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Bleed into 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OUI, JE COURS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Yes, I'm still running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TU BRISAS LES JOUGS</a:t>
            </a:r>
            <a:br>
              <a:rPr lang="fr-FR" smtClean="0"/>
            </a:br>
            <a:r>
              <a:rPr lang="fr-FR" smtClean="0"/>
              <a:t>       TU BRISAS LES CHAÎNES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 broke the bonds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you loosed the chains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PORTAS LA CROIX DE TOUTE MA HONTE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Carried the cross of all my shame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DE TOUTE MA HONTE</a:t>
            </a:r>
            <a:br>
              <a:rPr lang="fr-FR" smtClean="0"/>
            </a:br>
            <a:r>
              <a:rPr lang="fr-FR" smtClean="0"/>
              <a:t>       SEIGNEUR JE LE CROIS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Of all my shame, Lord I believe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ET FINALEMENT, J’AI TROUVÉ</a:t>
            </a:r>
            <a:br>
              <a:rPr lang="fr-FR" smtClean="0"/>
            </a:br>
            <a:r>
              <a:rPr lang="fr-FR" smtClean="0"/>
              <a:t>      CE QUE JE CHERCHAIS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now I've finally found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What I'm looking for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OUVRE LES YEUX DE MON CŒUR</a:t>
            </a:r>
            <a:br>
              <a:rPr lang="fr-FR" smtClean="0"/>
            </a:br>
            <a:r>
              <a:rPr lang="fr-FR" smtClean="0"/>
              <a:t>       OUVRE LES YEUX DE MON CŒUR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Open the eyes of my heart,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Open the eyes of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VEUX TE VOIR SEIGNEUR</a:t>
            </a:r>
            <a:br>
              <a:rPr lang="fr-FR" smtClean="0"/>
            </a:br>
            <a:r>
              <a:rPr lang="fr-FR" smtClean="0"/>
              <a:t>       JE VEUX TE VOIR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want to see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want to see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ET FINALEMENT, J’AI TROUVÉ</a:t>
            </a:r>
            <a:br>
              <a:rPr lang="fr-FR" smtClean="0"/>
            </a:br>
            <a:r>
              <a:rPr lang="fr-FR" smtClean="0"/>
              <a:t>      CE QUE JE CHERCHAIS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now I've finally found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What I'm looking for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430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MONTÉ SUR LA PLUS HAUTE MONTAGNE</a:t>
            </a:r>
          </a:p>
          <a:p>
            <a:r>
              <a:rPr lang="fr-FR" smtClean="0"/>
              <a:t>     I have climbed the highest mountain</a:t>
            </a:r>
          </a:p>
          <a:p>
            <a:r>
              <a:rPr lang="fr-FR" smtClean="0"/>
              <a:t>2-  J’AI PARCOURU TOUS LES CHAMPS</a:t>
            </a:r>
          </a:p>
          <a:p>
            <a:r>
              <a:rPr lang="fr-FR" smtClean="0"/>
              <a:t>     I have run through the fields</a:t>
            </a:r>
          </a:p>
          <a:p>
            <a:endParaRPr lang="fr-FR" smtClean="0"/>
          </a:p>
          <a:p>
            <a:r>
              <a:rPr lang="fr-FR" smtClean="0"/>
              <a:t>3-  JUSTE POUR ÊTRE AVEC TOI</a:t>
            </a:r>
            <a:br>
              <a:rPr lang="fr-FR" smtClean="0"/>
            </a:br>
            <a:r>
              <a:rPr lang="fr-FR" smtClean="0"/>
              <a:t>     JUSTE POUR ÊTRE AVEC TOI</a:t>
            </a:r>
          </a:p>
          <a:p>
            <a:r>
              <a:rPr lang="fr-FR" smtClean="0"/>
              <a:t>     Only to be with You</a:t>
            </a:r>
          </a:p>
          <a:p>
            <a:r>
              <a:rPr lang="fr-FR" smtClean="0"/>
              <a:t>     Only to be with You</a:t>
            </a:r>
          </a:p>
          <a:p>
            <a:endParaRPr lang="fr-FR" smtClean="0"/>
          </a:p>
          <a:p>
            <a:r>
              <a:rPr lang="fr-FR" smtClean="0"/>
              <a:t>4-  J’AI COURU, J’AI RAMPÉ</a:t>
            </a:r>
            <a:br>
              <a:rPr lang="fr-FR" smtClean="0"/>
            </a:br>
            <a:r>
              <a:rPr lang="fr-FR" smtClean="0"/>
              <a:t>     JE SUIS MONTÉ SUR CES MURAILLES</a:t>
            </a:r>
          </a:p>
          <a:p>
            <a:r>
              <a:rPr lang="fr-FR" smtClean="0"/>
              <a:t>      I have run, I have crawled</a:t>
            </a:r>
          </a:p>
          <a:p>
            <a:r>
              <a:rPr lang="fr-FR" smtClean="0"/>
              <a:t>      I have scaled these city walls</a:t>
            </a:r>
          </a:p>
          <a:p>
            <a:r>
              <a:rPr lang="fr-FR" smtClean="0"/>
              <a:t>5-  SUR CES MURAILLES</a:t>
            </a:r>
          </a:p>
          <a:p>
            <a:r>
              <a:rPr lang="fr-FR" smtClean="0"/>
              <a:t>     These city walls</a:t>
            </a:r>
          </a:p>
          <a:p>
            <a:endParaRPr lang="fr-FR" smtClean="0"/>
          </a:p>
          <a:p>
            <a:r>
              <a:rPr lang="fr-FR" smtClean="0"/>
              <a:t>6-  JUSTE POUR ÊTRE AVEC TOI</a:t>
            </a:r>
          </a:p>
          <a:p>
            <a:r>
              <a:rPr lang="fr-FR" smtClean="0"/>
              <a:t>     Only to be with you</a:t>
            </a:r>
          </a:p>
          <a:p>
            <a:endParaRPr lang="fr-FR" smtClean="0"/>
          </a:p>
          <a:p>
            <a:r>
              <a:rPr lang="fr-FR" smtClean="0"/>
              <a:t>7-  MAIS JE N’AI PAS TROUVÉ</a:t>
            </a:r>
            <a:br>
              <a:rPr lang="fr-FR" smtClean="0"/>
            </a:br>
            <a:r>
              <a:rPr lang="fr-FR" smtClean="0"/>
              <a:t>    CE QUE JE CHERCHAIS</a:t>
            </a:r>
          </a:p>
          <a:p>
            <a:r>
              <a:rPr lang="fr-FR" smtClean="0"/>
              <a:t>    But I still haven't found</a:t>
            </a:r>
          </a:p>
          <a:p>
            <a:r>
              <a:rPr lang="fr-FR" smtClean="0"/>
              <a:t>    What I'm looking for</a:t>
            </a:r>
          </a:p>
          <a:p>
            <a:endParaRPr lang="fr-FR" smtClean="0"/>
          </a:p>
          <a:p>
            <a:r>
              <a:rPr lang="fr-FR" smtClean="0"/>
              <a:t>8-  JE SUIS MONTÉ SUR LA PLUS HAUTE MONTAGNE</a:t>
            </a:r>
          </a:p>
          <a:p>
            <a:r>
              <a:rPr lang="fr-FR" smtClean="0"/>
              <a:t>     I have climbed the highest mountain</a:t>
            </a:r>
          </a:p>
          <a:p>
            <a:endParaRPr lang="fr-FR" smtClean="0"/>
          </a:p>
          <a:p>
            <a:r>
              <a:rPr lang="fr-FR" smtClean="0"/>
              <a:t>9-  J’AI PARCOURU TOUS LES CHAMPS</a:t>
            </a:r>
          </a:p>
          <a:p>
            <a:r>
              <a:rPr lang="fr-FR" smtClean="0"/>
              <a:t>     I have run through the fields</a:t>
            </a:r>
          </a:p>
          <a:p>
            <a:endParaRPr lang="fr-FR" smtClean="0"/>
          </a:p>
          <a:p>
            <a:r>
              <a:rPr lang="fr-FR" smtClean="0"/>
              <a:t>10-  JUSTE POUR ÊTRE AVEC TOI</a:t>
            </a:r>
            <a:br>
              <a:rPr lang="fr-FR" smtClean="0"/>
            </a:br>
            <a:r>
              <a:rPr lang="fr-FR" smtClean="0"/>
              <a:t>      JUSTE POUR ÊTRE AVEC TOI</a:t>
            </a:r>
          </a:p>
          <a:p>
            <a:r>
              <a:rPr lang="fr-FR" smtClean="0"/>
              <a:t>      Only to be with You</a:t>
            </a:r>
          </a:p>
          <a:p>
            <a:r>
              <a:rPr lang="fr-FR" smtClean="0"/>
              <a:t>      Only to be with You</a:t>
            </a:r>
          </a:p>
          <a:p>
            <a:endParaRPr lang="fr-FR" smtClean="0"/>
          </a:p>
          <a:p>
            <a:r>
              <a:rPr lang="fr-FR" smtClean="0"/>
              <a:t>11-  J’AI COURU, J’AI RAMPÉ</a:t>
            </a:r>
            <a:br>
              <a:rPr lang="fr-FR" smtClean="0"/>
            </a:br>
            <a:r>
              <a:rPr lang="fr-FR" smtClean="0"/>
              <a:t>      JE SUIS MONTÉ SUR CES MURAILLES</a:t>
            </a:r>
          </a:p>
          <a:p>
            <a:r>
              <a:rPr lang="fr-FR" smtClean="0"/>
              <a:t>      I have run, I have crawled</a:t>
            </a:r>
          </a:p>
          <a:p>
            <a:r>
              <a:rPr lang="fr-FR" smtClean="0"/>
              <a:t>      I have scaled these city walls</a:t>
            </a:r>
          </a:p>
          <a:p>
            <a:endParaRPr lang="fr-FR" smtClean="0"/>
          </a:p>
          <a:p>
            <a:r>
              <a:rPr lang="fr-FR" smtClean="0"/>
              <a:t>12-  SUR CES MURAILLES</a:t>
            </a:r>
            <a:br>
              <a:rPr lang="fr-FR" smtClean="0"/>
            </a:br>
            <a:r>
              <a:rPr lang="fr-FR" smtClean="0"/>
              <a:t>      JUSTE POUR ÊTRE AVEC TOI</a:t>
            </a:r>
            <a:br>
              <a:rPr lang="fr-FR" smtClean="0"/>
            </a:br>
            <a:r>
              <a:rPr lang="fr-FR" smtClean="0"/>
              <a:t>      These city walls</a:t>
            </a:r>
          </a:p>
          <a:p>
            <a:r>
              <a:rPr lang="fr-FR" smtClean="0"/>
              <a:t>      Only to be with You</a:t>
            </a:r>
          </a:p>
          <a:p>
            <a:endParaRPr lang="fr-FR" smtClean="0"/>
          </a:p>
          <a:p>
            <a:r>
              <a:rPr lang="fr-FR" smtClean="0"/>
              <a:t>13-  MAIS JE N’AI PAS TROUVÉ</a:t>
            </a:r>
            <a:br>
              <a:rPr lang="fr-FR" smtClean="0"/>
            </a:br>
            <a:r>
              <a:rPr lang="fr-FR" smtClean="0"/>
              <a:t>      CE QUE JE CHERCHAIS</a:t>
            </a:r>
          </a:p>
          <a:p>
            <a:r>
              <a:rPr lang="fr-FR" smtClean="0"/>
              <a:t>      But I still haven't found</a:t>
            </a:r>
          </a:p>
          <a:p>
            <a:r>
              <a:rPr lang="fr-FR" smtClean="0"/>
              <a:t>      What I'm looking for</a:t>
            </a:r>
          </a:p>
          <a:p>
            <a:endParaRPr lang="fr-FR" smtClean="0"/>
          </a:p>
          <a:p>
            <a:r>
              <a:rPr lang="fr-FR" smtClean="0"/>
              <a:t>14-  TON RÈGNE VIENT JE LE CROIS</a:t>
            </a:r>
          </a:p>
          <a:p>
            <a:r>
              <a:rPr lang="fr-FR" smtClean="0"/>
              <a:t>       I believe in the Kingdom Come</a:t>
            </a:r>
          </a:p>
          <a:p>
            <a:r>
              <a:rPr lang="fr-FR" smtClean="0"/>
              <a:t>15-  QUAND TOUTES LES COULEURS S’UNIRONT EN TOI</a:t>
            </a:r>
          </a:p>
          <a:p>
            <a:r>
              <a:rPr lang="fr-FR" smtClean="0"/>
              <a:t>       When all the colors will bleed into one</a:t>
            </a:r>
          </a:p>
          <a:p>
            <a:r>
              <a:rPr lang="fr-FR" smtClean="0"/>
              <a:t>16-  S’UNIRONT EN TOI</a:t>
            </a:r>
          </a:p>
          <a:p>
            <a:r>
              <a:rPr lang="fr-FR" smtClean="0"/>
              <a:t>       Bleed into one</a:t>
            </a:r>
          </a:p>
          <a:p>
            <a:endParaRPr lang="fr-FR" smtClean="0"/>
          </a:p>
          <a:p>
            <a:r>
              <a:rPr lang="fr-FR" smtClean="0"/>
              <a:t>17-  OUI, JE COURS ENCORE</a:t>
            </a:r>
          </a:p>
          <a:p>
            <a:r>
              <a:rPr lang="fr-FR" smtClean="0"/>
              <a:t>       Yes, I'm still running</a:t>
            </a:r>
          </a:p>
          <a:p>
            <a:endParaRPr lang="fr-FR" smtClean="0"/>
          </a:p>
          <a:p>
            <a:r>
              <a:rPr lang="fr-FR" smtClean="0"/>
              <a:t>18-  TU BRISAS LES JOUGS</a:t>
            </a:r>
            <a:br>
              <a:rPr lang="fr-FR" smtClean="0"/>
            </a:br>
            <a:r>
              <a:rPr lang="fr-FR" smtClean="0"/>
              <a:t>       TU BRISAS LES CHAÎNES</a:t>
            </a:r>
          </a:p>
          <a:p>
            <a:r>
              <a:rPr lang="fr-FR" smtClean="0"/>
              <a:t>       You broke the bonds</a:t>
            </a:r>
          </a:p>
          <a:p>
            <a:r>
              <a:rPr lang="fr-FR" smtClean="0"/>
              <a:t>       And you loosed the chains</a:t>
            </a:r>
          </a:p>
          <a:p>
            <a:endParaRPr lang="fr-FR" smtClean="0"/>
          </a:p>
          <a:p>
            <a:r>
              <a:rPr lang="fr-FR" smtClean="0"/>
              <a:t>19-  PORTAS LA CROIX DE TOUTE MA HONTE</a:t>
            </a:r>
          </a:p>
          <a:p>
            <a:r>
              <a:rPr lang="fr-FR" smtClean="0"/>
              <a:t>      Carried the cross of all my shame</a:t>
            </a:r>
          </a:p>
          <a:p>
            <a:r>
              <a:rPr lang="fr-FR" smtClean="0"/>
              <a:t>20-  DE TOUTE MA HONTE</a:t>
            </a:r>
            <a:br>
              <a:rPr lang="fr-FR" smtClean="0"/>
            </a:br>
            <a:r>
              <a:rPr lang="fr-FR" smtClean="0"/>
              <a:t>       SEIGNEUR JE LE CROIS</a:t>
            </a:r>
          </a:p>
          <a:p>
            <a:r>
              <a:rPr lang="fr-FR" smtClean="0"/>
              <a:t>       Of all my shame, Lord I believe it</a:t>
            </a:r>
          </a:p>
          <a:p>
            <a:r>
              <a:rPr lang="fr-FR" smtClean="0"/>
              <a:t>21-  ET FINALEMENT, J’AI TROUVÉ</a:t>
            </a:r>
            <a:br>
              <a:rPr lang="fr-FR" smtClean="0"/>
            </a:br>
            <a:r>
              <a:rPr lang="fr-FR" smtClean="0"/>
              <a:t>      CE QUE JE CHERCHAIS</a:t>
            </a:r>
          </a:p>
          <a:p>
            <a:r>
              <a:rPr lang="fr-FR" smtClean="0"/>
              <a:t>      And now I've finally found</a:t>
            </a:r>
          </a:p>
          <a:p>
            <a:r>
              <a:rPr lang="fr-FR" smtClean="0"/>
              <a:t>      What I'm looking for</a:t>
            </a:r>
          </a:p>
          <a:p>
            <a:endParaRPr lang="fr-FR" smtClean="0"/>
          </a:p>
          <a:p>
            <a:r>
              <a:rPr lang="fr-FR" smtClean="0"/>
              <a:t>22-  OUVRE LES YEUX DE MON CŒUR</a:t>
            </a:r>
            <a:br>
              <a:rPr lang="fr-FR" smtClean="0"/>
            </a:br>
            <a:r>
              <a:rPr lang="fr-FR" smtClean="0"/>
              <a:t>       OUVRE LES YEUX DE MON CŒUR </a:t>
            </a:r>
          </a:p>
          <a:p>
            <a:r>
              <a:rPr lang="fr-FR" smtClean="0"/>
              <a:t>       Open the eyes of my heart, Lord</a:t>
            </a:r>
          </a:p>
          <a:p>
            <a:r>
              <a:rPr lang="fr-FR" smtClean="0"/>
              <a:t>       Open the eyes of my heart</a:t>
            </a:r>
          </a:p>
          <a:p>
            <a:r>
              <a:rPr lang="fr-FR" smtClean="0"/>
              <a:t>23-  JE VEUX TE VOIR SEIGNEUR</a:t>
            </a:r>
            <a:br>
              <a:rPr lang="fr-FR" smtClean="0"/>
            </a:br>
            <a:r>
              <a:rPr lang="fr-FR" smtClean="0"/>
              <a:t>       JE VEUX TE VOIR SEIGNEUR</a:t>
            </a:r>
          </a:p>
          <a:p>
            <a:r>
              <a:rPr lang="fr-FR" smtClean="0"/>
              <a:t>       I want to see You</a:t>
            </a:r>
          </a:p>
          <a:p>
            <a:r>
              <a:rPr lang="fr-FR" smtClean="0"/>
              <a:t>       I want to see You</a:t>
            </a:r>
          </a:p>
          <a:p>
            <a:endParaRPr lang="fr-FR" smtClean="0"/>
          </a:p>
          <a:p>
            <a:r>
              <a:rPr lang="fr-FR" smtClean="0"/>
              <a:t>24-  ET FINALEMENT, J’AI TROUVÉ</a:t>
            </a:r>
            <a:br>
              <a:rPr lang="fr-FR" smtClean="0"/>
            </a:br>
            <a:r>
              <a:rPr lang="fr-FR" smtClean="0"/>
              <a:t>      CE QUE JE CHERCHAIS</a:t>
            </a:r>
          </a:p>
          <a:p>
            <a:r>
              <a:rPr lang="fr-FR" smtClean="0"/>
              <a:t>      And now I've finally found</a:t>
            </a:r>
          </a:p>
          <a:p>
            <a:r>
              <a:rPr lang="fr-FR" smtClean="0"/>
              <a:t>      What I'm looking for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MONTÉ SUR LA PLUS HAUTE MONTAGNE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 have climbed the highest mountain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J’AI PARCOURU TOUS LES CHAMPS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 have run through the fields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JUSTE POUR ÊTRE AVEC TOI</a:t>
            </a:r>
            <a:br>
              <a:rPr lang="fr-FR" smtClean="0"/>
            </a:br>
            <a:r>
              <a:rPr lang="fr-FR" smtClean="0"/>
              <a:t>     JUSTE POUR ÊTRE AVEC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J’AI COURU, J’AI RAMPÉ</a:t>
            </a:r>
            <a:br>
              <a:rPr lang="fr-FR" smtClean="0"/>
            </a:br>
            <a:r>
              <a:rPr lang="fr-FR" smtClean="0"/>
              <a:t>     JE SUIS MONTÉ SUR CES MURAILLES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have run, I have crawled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have scaled these city walls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SUR CES MURAILLES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These city walls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JUSTE POUR ÊTRE AVEC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MAIS JE N’AI PAS TROUVÉ</a:t>
            </a:r>
            <a:br>
              <a:rPr lang="fr-FR" smtClean="0"/>
            </a:br>
            <a:r>
              <a:rPr lang="fr-FR" smtClean="0"/>
              <a:t>    CE QUE JE CHERCHAIS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But I still haven't found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What I'm looking for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JE SUIS MONTÉ SUR LA PLUS HAUTE MONTAGNE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 have climbed the highest mountain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J’AI PARCOURU TOUS LES CHAMPS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 have run through the fields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JUSTE POUR ÊTRE AVEC TOI</a:t>
            </a:r>
            <a:br>
              <a:rPr lang="fr-FR" smtClean="0"/>
            </a:br>
            <a:r>
              <a:rPr lang="fr-FR" smtClean="0"/>
              <a:t>      JUSTE POUR ÊTRE AVEC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J’AI COURU, J’AI RAMPÉ</a:t>
            </a:r>
            <a:br>
              <a:rPr lang="fr-FR" smtClean="0"/>
            </a:br>
            <a:r>
              <a:rPr lang="fr-FR" smtClean="0"/>
              <a:t>      JE SUIS MONTÉ SUR CES MURAILLES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have run, I have crawled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have scaled these city walls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SUR CES MURAILLES</a:t>
            </a:r>
            <a:br>
              <a:rPr lang="fr-FR" smtClean="0"/>
            </a:br>
            <a:r>
              <a:rPr lang="fr-FR" smtClean="0"/>
              <a:t>      JUSTE POUR ÊTRE AVEC TOI</a:t>
            </a:r>
            <a:br>
              <a:rPr lang="fr-FR" smtClean="0"/>
            </a:br>
            <a:r>
              <a:rPr lang="fr-FR" smtClean="0"/>
              <a:t>      These city walls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MAIS JE N’AI PAS TROUVÉ</a:t>
            </a:r>
            <a:br>
              <a:rPr lang="fr-FR" smtClean="0"/>
            </a:br>
            <a:r>
              <a:rPr lang="fr-FR" smtClean="0"/>
              <a:t>      CE QUE JE CHERCHAIS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But I still haven't found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What I'm looking for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TON RÈGNE VIENT JE LE CROIS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believe in the Kingdom Come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QUAND TOUTES LES COULEURS S’UNIRONT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When all the colors will bleed into 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S’UNIRONT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Bleed into 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OUI, JE COURS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Yes, I'm still running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TU BRISAS LES JOUGS</a:t>
            </a:r>
            <a:br>
              <a:rPr lang="fr-FR" smtClean="0"/>
            </a:br>
            <a:r>
              <a:rPr lang="fr-FR" smtClean="0"/>
              <a:t>       TU BRISAS LES CHAÎNES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 broke the bonds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you loosed the chains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PORTAS LA CROIX DE TOUTE MA HONTE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Carried the cross of all my shame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DE TOUTE MA HONTE</a:t>
            </a:r>
            <a:br>
              <a:rPr lang="fr-FR" smtClean="0"/>
            </a:br>
            <a:r>
              <a:rPr lang="fr-FR" smtClean="0"/>
              <a:t>       SEIGNEUR JE LE CROIS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Of all my shame, Lord I believe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ET FINALEMENT, J’AI TROUVÉ</a:t>
            </a:r>
            <a:br>
              <a:rPr lang="fr-FR" smtClean="0"/>
            </a:br>
            <a:r>
              <a:rPr lang="fr-FR" smtClean="0"/>
              <a:t>      CE QUE JE CHERCHAIS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now I've finally found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What I'm looking for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OUVRE LES YEUX DE MON CŒUR</a:t>
            </a:r>
            <a:br>
              <a:rPr lang="fr-FR" smtClean="0"/>
            </a:br>
            <a:r>
              <a:rPr lang="fr-FR" smtClean="0"/>
              <a:t>       OUVRE LES YEUX DE MON CŒUR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Open the eyes of my heart,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Open the eyes of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VEUX TE VOIR SEIGNEUR</a:t>
            </a:r>
            <a:br>
              <a:rPr lang="fr-FR" smtClean="0"/>
            </a:br>
            <a:r>
              <a:rPr lang="fr-FR" smtClean="0"/>
              <a:t>       JE VEUX TE VOIR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want to see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want to see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ET FINALEMENT, J’AI TROUVÉ</a:t>
            </a:r>
            <a:br>
              <a:rPr lang="fr-FR" smtClean="0"/>
            </a:br>
            <a:r>
              <a:rPr lang="fr-FR" smtClean="0"/>
              <a:t>      CE QUE JE CHERCHAIS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now I've finally found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What I'm looking for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440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MONTÉ SUR LA PLUS HAUTE MONTAGNE</a:t>
            </a:r>
          </a:p>
          <a:p>
            <a:r>
              <a:rPr lang="fr-FR" smtClean="0"/>
              <a:t>     I have climbed the highest mountain</a:t>
            </a:r>
          </a:p>
          <a:p>
            <a:r>
              <a:rPr lang="fr-FR" smtClean="0"/>
              <a:t>2-  J’AI PARCOURU TOUS LES CHAMPS</a:t>
            </a:r>
          </a:p>
          <a:p>
            <a:r>
              <a:rPr lang="fr-FR" smtClean="0"/>
              <a:t>     I have run through the fields</a:t>
            </a:r>
          </a:p>
          <a:p>
            <a:endParaRPr lang="fr-FR" smtClean="0"/>
          </a:p>
          <a:p>
            <a:r>
              <a:rPr lang="fr-FR" smtClean="0"/>
              <a:t>3-  JUSTE POUR ÊTRE AVEC TOI</a:t>
            </a:r>
            <a:br>
              <a:rPr lang="fr-FR" smtClean="0"/>
            </a:br>
            <a:r>
              <a:rPr lang="fr-FR" smtClean="0"/>
              <a:t>     JUSTE POUR ÊTRE AVEC TOI</a:t>
            </a:r>
          </a:p>
          <a:p>
            <a:r>
              <a:rPr lang="fr-FR" smtClean="0"/>
              <a:t>     Only to be with You</a:t>
            </a:r>
          </a:p>
          <a:p>
            <a:r>
              <a:rPr lang="fr-FR" smtClean="0"/>
              <a:t>     Only to be with You</a:t>
            </a:r>
          </a:p>
          <a:p>
            <a:endParaRPr lang="fr-FR" smtClean="0"/>
          </a:p>
          <a:p>
            <a:r>
              <a:rPr lang="fr-FR" smtClean="0"/>
              <a:t>4-  J’AI COURU, J’AI RAMPÉ</a:t>
            </a:r>
            <a:br>
              <a:rPr lang="fr-FR" smtClean="0"/>
            </a:br>
            <a:r>
              <a:rPr lang="fr-FR" smtClean="0"/>
              <a:t>     JE SUIS MONTÉ SUR CES MURAILLES</a:t>
            </a:r>
          </a:p>
          <a:p>
            <a:r>
              <a:rPr lang="fr-FR" smtClean="0"/>
              <a:t>      I have run, I have crawled</a:t>
            </a:r>
          </a:p>
          <a:p>
            <a:r>
              <a:rPr lang="fr-FR" smtClean="0"/>
              <a:t>      I have scaled these city walls</a:t>
            </a:r>
          </a:p>
          <a:p>
            <a:r>
              <a:rPr lang="fr-FR" smtClean="0"/>
              <a:t>5-  SUR CES MURAILLES</a:t>
            </a:r>
          </a:p>
          <a:p>
            <a:r>
              <a:rPr lang="fr-FR" smtClean="0"/>
              <a:t>     These city walls</a:t>
            </a:r>
          </a:p>
          <a:p>
            <a:endParaRPr lang="fr-FR" smtClean="0"/>
          </a:p>
          <a:p>
            <a:r>
              <a:rPr lang="fr-FR" smtClean="0"/>
              <a:t>6-  JUSTE POUR ÊTRE AVEC TOI</a:t>
            </a:r>
          </a:p>
          <a:p>
            <a:r>
              <a:rPr lang="fr-FR" smtClean="0"/>
              <a:t>     Only to be with you</a:t>
            </a:r>
          </a:p>
          <a:p>
            <a:endParaRPr lang="fr-FR" smtClean="0"/>
          </a:p>
          <a:p>
            <a:r>
              <a:rPr lang="fr-FR" smtClean="0"/>
              <a:t>7-  MAIS JE N’AI PAS TROUVÉ</a:t>
            </a:r>
            <a:br>
              <a:rPr lang="fr-FR" smtClean="0"/>
            </a:br>
            <a:r>
              <a:rPr lang="fr-FR" smtClean="0"/>
              <a:t>    CE QUE JE CHERCHAIS</a:t>
            </a:r>
          </a:p>
          <a:p>
            <a:r>
              <a:rPr lang="fr-FR" smtClean="0"/>
              <a:t>    But I still haven't found</a:t>
            </a:r>
          </a:p>
          <a:p>
            <a:r>
              <a:rPr lang="fr-FR" smtClean="0"/>
              <a:t>    What I'm looking for</a:t>
            </a:r>
          </a:p>
          <a:p>
            <a:endParaRPr lang="fr-FR" smtClean="0"/>
          </a:p>
          <a:p>
            <a:r>
              <a:rPr lang="fr-FR" smtClean="0"/>
              <a:t>8-  JE SUIS MONTÉ SUR LA PLUS HAUTE MONTAGNE</a:t>
            </a:r>
          </a:p>
          <a:p>
            <a:r>
              <a:rPr lang="fr-FR" smtClean="0"/>
              <a:t>     I have climbed the highest mountain</a:t>
            </a:r>
          </a:p>
          <a:p>
            <a:endParaRPr lang="fr-FR" smtClean="0"/>
          </a:p>
          <a:p>
            <a:r>
              <a:rPr lang="fr-FR" smtClean="0"/>
              <a:t>9-  J’AI PARCOURU TOUS LES CHAMPS</a:t>
            </a:r>
          </a:p>
          <a:p>
            <a:r>
              <a:rPr lang="fr-FR" smtClean="0"/>
              <a:t>     I have run through the fields</a:t>
            </a:r>
          </a:p>
          <a:p>
            <a:endParaRPr lang="fr-FR" smtClean="0"/>
          </a:p>
          <a:p>
            <a:r>
              <a:rPr lang="fr-FR" smtClean="0"/>
              <a:t>10-  JUSTE POUR ÊTRE AVEC TOI</a:t>
            </a:r>
            <a:br>
              <a:rPr lang="fr-FR" smtClean="0"/>
            </a:br>
            <a:r>
              <a:rPr lang="fr-FR" smtClean="0"/>
              <a:t>      JUSTE POUR ÊTRE AVEC TOI</a:t>
            </a:r>
          </a:p>
          <a:p>
            <a:r>
              <a:rPr lang="fr-FR" smtClean="0"/>
              <a:t>      Only to be with You</a:t>
            </a:r>
          </a:p>
          <a:p>
            <a:r>
              <a:rPr lang="fr-FR" smtClean="0"/>
              <a:t>      Only to be with You</a:t>
            </a:r>
          </a:p>
          <a:p>
            <a:endParaRPr lang="fr-FR" smtClean="0"/>
          </a:p>
          <a:p>
            <a:r>
              <a:rPr lang="fr-FR" smtClean="0"/>
              <a:t>11-  J’AI COURU, J’AI RAMPÉ</a:t>
            </a:r>
            <a:br>
              <a:rPr lang="fr-FR" smtClean="0"/>
            </a:br>
            <a:r>
              <a:rPr lang="fr-FR" smtClean="0"/>
              <a:t>      JE SUIS MONTÉ SUR CES MURAILLES</a:t>
            </a:r>
          </a:p>
          <a:p>
            <a:r>
              <a:rPr lang="fr-FR" smtClean="0"/>
              <a:t>      I have run, I have crawled</a:t>
            </a:r>
          </a:p>
          <a:p>
            <a:r>
              <a:rPr lang="fr-FR" smtClean="0"/>
              <a:t>      I have scaled these city walls</a:t>
            </a:r>
          </a:p>
          <a:p>
            <a:endParaRPr lang="fr-FR" smtClean="0"/>
          </a:p>
          <a:p>
            <a:r>
              <a:rPr lang="fr-FR" smtClean="0"/>
              <a:t>12-  SUR CES MURAILLES</a:t>
            </a:r>
            <a:br>
              <a:rPr lang="fr-FR" smtClean="0"/>
            </a:br>
            <a:r>
              <a:rPr lang="fr-FR" smtClean="0"/>
              <a:t>      JUSTE POUR ÊTRE AVEC TOI</a:t>
            </a:r>
            <a:br>
              <a:rPr lang="fr-FR" smtClean="0"/>
            </a:br>
            <a:r>
              <a:rPr lang="fr-FR" smtClean="0"/>
              <a:t>      These city walls</a:t>
            </a:r>
          </a:p>
          <a:p>
            <a:r>
              <a:rPr lang="fr-FR" smtClean="0"/>
              <a:t>      Only to be with You</a:t>
            </a:r>
          </a:p>
          <a:p>
            <a:endParaRPr lang="fr-FR" smtClean="0"/>
          </a:p>
          <a:p>
            <a:r>
              <a:rPr lang="fr-FR" smtClean="0"/>
              <a:t>13-  MAIS JE N’AI PAS TROUVÉ</a:t>
            </a:r>
            <a:br>
              <a:rPr lang="fr-FR" smtClean="0"/>
            </a:br>
            <a:r>
              <a:rPr lang="fr-FR" smtClean="0"/>
              <a:t>      CE QUE JE CHERCHAIS</a:t>
            </a:r>
          </a:p>
          <a:p>
            <a:r>
              <a:rPr lang="fr-FR" smtClean="0"/>
              <a:t>      But I still haven't found</a:t>
            </a:r>
          </a:p>
          <a:p>
            <a:r>
              <a:rPr lang="fr-FR" smtClean="0"/>
              <a:t>      What I'm looking for</a:t>
            </a:r>
          </a:p>
          <a:p>
            <a:endParaRPr lang="fr-FR" smtClean="0"/>
          </a:p>
          <a:p>
            <a:r>
              <a:rPr lang="fr-FR" smtClean="0"/>
              <a:t>14-  TON RÈGNE VIENT JE LE CROIS</a:t>
            </a:r>
          </a:p>
          <a:p>
            <a:r>
              <a:rPr lang="fr-FR" smtClean="0"/>
              <a:t>       I believe in the Kingdom Come</a:t>
            </a:r>
          </a:p>
          <a:p>
            <a:r>
              <a:rPr lang="fr-FR" smtClean="0"/>
              <a:t>15-  QUAND TOUTES LES COULEURS S’UNIRONT EN TOI</a:t>
            </a:r>
          </a:p>
          <a:p>
            <a:r>
              <a:rPr lang="fr-FR" smtClean="0"/>
              <a:t>       When all the colors will bleed into one</a:t>
            </a:r>
          </a:p>
          <a:p>
            <a:r>
              <a:rPr lang="fr-FR" smtClean="0"/>
              <a:t>16-  S’UNIRONT EN TOI</a:t>
            </a:r>
          </a:p>
          <a:p>
            <a:r>
              <a:rPr lang="fr-FR" smtClean="0"/>
              <a:t>       Bleed into one</a:t>
            </a:r>
          </a:p>
          <a:p>
            <a:endParaRPr lang="fr-FR" smtClean="0"/>
          </a:p>
          <a:p>
            <a:r>
              <a:rPr lang="fr-FR" smtClean="0"/>
              <a:t>17-  OUI, JE COURS ENCORE</a:t>
            </a:r>
          </a:p>
          <a:p>
            <a:r>
              <a:rPr lang="fr-FR" smtClean="0"/>
              <a:t>       Yes, I'm still running</a:t>
            </a:r>
          </a:p>
          <a:p>
            <a:endParaRPr lang="fr-FR" smtClean="0"/>
          </a:p>
          <a:p>
            <a:r>
              <a:rPr lang="fr-FR" smtClean="0"/>
              <a:t>18-  TU BRISAS LES JOUGS</a:t>
            </a:r>
            <a:br>
              <a:rPr lang="fr-FR" smtClean="0"/>
            </a:br>
            <a:r>
              <a:rPr lang="fr-FR" smtClean="0"/>
              <a:t>       TU BRISAS LES CHAÎNES</a:t>
            </a:r>
          </a:p>
          <a:p>
            <a:r>
              <a:rPr lang="fr-FR" smtClean="0"/>
              <a:t>       You broke the bonds</a:t>
            </a:r>
          </a:p>
          <a:p>
            <a:r>
              <a:rPr lang="fr-FR" smtClean="0"/>
              <a:t>       And you loosed the chains</a:t>
            </a:r>
          </a:p>
          <a:p>
            <a:endParaRPr lang="fr-FR" smtClean="0"/>
          </a:p>
          <a:p>
            <a:r>
              <a:rPr lang="fr-FR" smtClean="0"/>
              <a:t>19-  PORTAS LA CROIX DE TOUTE MA HONTE</a:t>
            </a:r>
          </a:p>
          <a:p>
            <a:r>
              <a:rPr lang="fr-FR" smtClean="0"/>
              <a:t>      Carried the cross of all my shame</a:t>
            </a:r>
          </a:p>
          <a:p>
            <a:r>
              <a:rPr lang="fr-FR" smtClean="0"/>
              <a:t>20-  DE TOUTE MA HONTE</a:t>
            </a:r>
            <a:br>
              <a:rPr lang="fr-FR" smtClean="0"/>
            </a:br>
            <a:r>
              <a:rPr lang="fr-FR" smtClean="0"/>
              <a:t>       SEIGNEUR JE LE CROIS</a:t>
            </a:r>
          </a:p>
          <a:p>
            <a:r>
              <a:rPr lang="fr-FR" smtClean="0"/>
              <a:t>       Of all my shame, Lord I believe it</a:t>
            </a:r>
          </a:p>
          <a:p>
            <a:r>
              <a:rPr lang="fr-FR" smtClean="0"/>
              <a:t>21-  ET FINALEMENT, J’AI TROUVÉ</a:t>
            </a:r>
            <a:br>
              <a:rPr lang="fr-FR" smtClean="0"/>
            </a:br>
            <a:r>
              <a:rPr lang="fr-FR" smtClean="0"/>
              <a:t>      CE QUE JE CHERCHAIS</a:t>
            </a:r>
          </a:p>
          <a:p>
            <a:r>
              <a:rPr lang="fr-FR" smtClean="0"/>
              <a:t>      And now I've finally found</a:t>
            </a:r>
          </a:p>
          <a:p>
            <a:r>
              <a:rPr lang="fr-FR" smtClean="0"/>
              <a:t>      What I'm looking for</a:t>
            </a:r>
          </a:p>
          <a:p>
            <a:endParaRPr lang="fr-FR" smtClean="0"/>
          </a:p>
          <a:p>
            <a:r>
              <a:rPr lang="fr-FR" smtClean="0"/>
              <a:t>22-  OUVRE LES YEUX DE MON CŒUR</a:t>
            </a:r>
            <a:br>
              <a:rPr lang="fr-FR" smtClean="0"/>
            </a:br>
            <a:r>
              <a:rPr lang="fr-FR" smtClean="0"/>
              <a:t>       OUVRE LES YEUX DE MON CŒUR </a:t>
            </a:r>
          </a:p>
          <a:p>
            <a:r>
              <a:rPr lang="fr-FR" smtClean="0"/>
              <a:t>       Open the eyes of my heart, Lord</a:t>
            </a:r>
          </a:p>
          <a:p>
            <a:r>
              <a:rPr lang="fr-FR" smtClean="0"/>
              <a:t>       Open the eyes of my heart</a:t>
            </a:r>
          </a:p>
          <a:p>
            <a:r>
              <a:rPr lang="fr-FR" smtClean="0"/>
              <a:t>23-  JE VEUX TE VOIR SEIGNEUR</a:t>
            </a:r>
            <a:br>
              <a:rPr lang="fr-FR" smtClean="0"/>
            </a:br>
            <a:r>
              <a:rPr lang="fr-FR" smtClean="0"/>
              <a:t>       JE VEUX TE VOIR SEIGNEUR</a:t>
            </a:r>
          </a:p>
          <a:p>
            <a:r>
              <a:rPr lang="fr-FR" smtClean="0"/>
              <a:t>       I want to see You</a:t>
            </a:r>
          </a:p>
          <a:p>
            <a:r>
              <a:rPr lang="fr-FR" smtClean="0"/>
              <a:t>       I want to see You</a:t>
            </a:r>
          </a:p>
          <a:p>
            <a:endParaRPr lang="fr-FR" smtClean="0"/>
          </a:p>
          <a:p>
            <a:r>
              <a:rPr lang="fr-FR" smtClean="0"/>
              <a:t>24-  ET FINALEMENT, J’AI TROUVÉ</a:t>
            </a:r>
            <a:br>
              <a:rPr lang="fr-FR" smtClean="0"/>
            </a:br>
            <a:r>
              <a:rPr lang="fr-FR" smtClean="0"/>
              <a:t>      CE QUE JE CHERCHAIS</a:t>
            </a:r>
          </a:p>
          <a:p>
            <a:r>
              <a:rPr lang="fr-FR" smtClean="0"/>
              <a:t>      And now I've finally found</a:t>
            </a:r>
          </a:p>
          <a:p>
            <a:r>
              <a:rPr lang="fr-FR" smtClean="0"/>
              <a:t>      What I'm looking for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MONTÉ SUR LA PLUS HAUTE MONTAGNE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 have climbed the highest mountain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J’AI PARCOURU TOUS LES CHAMPS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 have run through the fields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JUSTE POUR ÊTRE AVEC TOI</a:t>
            </a:r>
            <a:br>
              <a:rPr lang="fr-FR" smtClean="0"/>
            </a:br>
            <a:r>
              <a:rPr lang="fr-FR" smtClean="0"/>
              <a:t>     JUSTE POUR ÊTRE AVEC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J’AI COURU, J’AI RAMPÉ</a:t>
            </a:r>
            <a:br>
              <a:rPr lang="fr-FR" smtClean="0"/>
            </a:br>
            <a:r>
              <a:rPr lang="fr-FR" smtClean="0"/>
              <a:t>     JE SUIS MONTÉ SUR CES MURAILLES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have run, I have crawled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have scaled these city walls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SUR CES MURAILLES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These city walls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JUSTE POUR ÊTRE AVEC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MAIS JE N’AI PAS TROUVÉ</a:t>
            </a:r>
            <a:br>
              <a:rPr lang="fr-FR" smtClean="0"/>
            </a:br>
            <a:r>
              <a:rPr lang="fr-FR" smtClean="0"/>
              <a:t>    CE QUE JE CHERCHAIS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But I still haven't found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What I'm looking for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JE SUIS MONTÉ SUR LA PLUS HAUTE MONTAGNE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 have climbed the highest mountain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J’AI PARCOURU TOUS LES CHAMPS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 have run through the fields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JUSTE POUR ÊTRE AVEC TOI</a:t>
            </a:r>
            <a:br>
              <a:rPr lang="fr-FR" smtClean="0"/>
            </a:br>
            <a:r>
              <a:rPr lang="fr-FR" smtClean="0"/>
              <a:t>      JUSTE POUR ÊTRE AVEC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J’AI COURU, J’AI RAMPÉ</a:t>
            </a:r>
            <a:br>
              <a:rPr lang="fr-FR" smtClean="0"/>
            </a:br>
            <a:r>
              <a:rPr lang="fr-FR" smtClean="0"/>
              <a:t>      JE SUIS MONTÉ SUR CES MURAILLES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have run, I have crawled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have scaled these city walls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SUR CES MURAILLES</a:t>
            </a:r>
            <a:br>
              <a:rPr lang="fr-FR" smtClean="0"/>
            </a:br>
            <a:r>
              <a:rPr lang="fr-FR" smtClean="0"/>
              <a:t>      JUSTE POUR ÊTRE AVEC TOI</a:t>
            </a:r>
            <a:br>
              <a:rPr lang="fr-FR" smtClean="0"/>
            </a:br>
            <a:r>
              <a:rPr lang="fr-FR" smtClean="0"/>
              <a:t>      These city walls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MAIS JE N’AI PAS TROUVÉ</a:t>
            </a:r>
            <a:br>
              <a:rPr lang="fr-FR" smtClean="0"/>
            </a:br>
            <a:r>
              <a:rPr lang="fr-FR" smtClean="0"/>
              <a:t>      CE QUE JE CHERCHAIS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But I still haven't found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What I'm looking for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TON RÈGNE VIENT JE LE CROIS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believe in the Kingdom Come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QUAND TOUTES LES COULEURS S’UNIRONT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When all the colors will bleed into 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S’UNIRONT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Bleed into 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OUI, JE COURS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Yes, I'm still running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TU BRISAS LES JOUGS</a:t>
            </a:r>
            <a:br>
              <a:rPr lang="fr-FR" smtClean="0"/>
            </a:br>
            <a:r>
              <a:rPr lang="fr-FR" smtClean="0"/>
              <a:t>       TU BRISAS LES CHAÎNES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 broke the bonds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you loosed the chains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PORTAS LA CROIX DE TOUTE MA HONTE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Carried the cross of all my shame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DE TOUTE MA HONTE</a:t>
            </a:r>
            <a:br>
              <a:rPr lang="fr-FR" smtClean="0"/>
            </a:br>
            <a:r>
              <a:rPr lang="fr-FR" smtClean="0"/>
              <a:t>       SEIGNEUR JE LE CROIS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Of all my shame, Lord I believe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ET FINALEMENT, J’AI TROUVÉ</a:t>
            </a:r>
            <a:br>
              <a:rPr lang="fr-FR" smtClean="0"/>
            </a:br>
            <a:r>
              <a:rPr lang="fr-FR" smtClean="0"/>
              <a:t>      CE QUE JE CHERCHAIS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now I've finally found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What I'm looking for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OUVRE LES YEUX DE MON CŒUR</a:t>
            </a:r>
            <a:br>
              <a:rPr lang="fr-FR" smtClean="0"/>
            </a:br>
            <a:r>
              <a:rPr lang="fr-FR" smtClean="0"/>
              <a:t>       OUVRE LES YEUX DE MON CŒUR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Open the eyes of my heart,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Open the eyes of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VEUX TE VOIR SEIGNEUR</a:t>
            </a:r>
            <a:br>
              <a:rPr lang="fr-FR" smtClean="0"/>
            </a:br>
            <a:r>
              <a:rPr lang="fr-FR" smtClean="0"/>
              <a:t>       JE VEUX TE VOIR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want to see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want to see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ET FINALEMENT, J’AI TROUVÉ</a:t>
            </a:r>
            <a:br>
              <a:rPr lang="fr-FR" smtClean="0"/>
            </a:br>
            <a:r>
              <a:rPr lang="fr-FR" smtClean="0"/>
              <a:t>      CE QUE JE CHERCHAIS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now I've finally found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What I'm looking for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450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MONTÉ SUR LA PLUS HAUTE MONTAGNE</a:t>
            </a:r>
          </a:p>
          <a:p>
            <a:r>
              <a:rPr lang="fr-FR" smtClean="0"/>
              <a:t>     I have climbed the highest mountain</a:t>
            </a:r>
          </a:p>
          <a:p>
            <a:r>
              <a:rPr lang="fr-FR" smtClean="0"/>
              <a:t>2-  J’AI PARCOURU TOUS LES CHAMPS</a:t>
            </a:r>
          </a:p>
          <a:p>
            <a:r>
              <a:rPr lang="fr-FR" smtClean="0"/>
              <a:t>     I have run through the fields</a:t>
            </a:r>
          </a:p>
          <a:p>
            <a:endParaRPr lang="fr-FR" smtClean="0"/>
          </a:p>
          <a:p>
            <a:r>
              <a:rPr lang="fr-FR" smtClean="0"/>
              <a:t>3-  JUSTE POUR ÊTRE AVEC TOI</a:t>
            </a:r>
            <a:br>
              <a:rPr lang="fr-FR" smtClean="0"/>
            </a:br>
            <a:r>
              <a:rPr lang="fr-FR" smtClean="0"/>
              <a:t>     JUSTE POUR ÊTRE AVEC TOI</a:t>
            </a:r>
          </a:p>
          <a:p>
            <a:r>
              <a:rPr lang="fr-FR" smtClean="0"/>
              <a:t>     Only to be with You</a:t>
            </a:r>
          </a:p>
          <a:p>
            <a:r>
              <a:rPr lang="fr-FR" smtClean="0"/>
              <a:t>     Only to be with You</a:t>
            </a:r>
          </a:p>
          <a:p>
            <a:endParaRPr lang="fr-FR" smtClean="0"/>
          </a:p>
          <a:p>
            <a:r>
              <a:rPr lang="fr-FR" smtClean="0"/>
              <a:t>4-  J’AI COURU, J’AI RAMPÉ</a:t>
            </a:r>
            <a:br>
              <a:rPr lang="fr-FR" smtClean="0"/>
            </a:br>
            <a:r>
              <a:rPr lang="fr-FR" smtClean="0"/>
              <a:t>     JE SUIS MONTÉ SUR CES MURAILLES</a:t>
            </a:r>
          </a:p>
          <a:p>
            <a:r>
              <a:rPr lang="fr-FR" smtClean="0"/>
              <a:t>      I have run, I have crawled</a:t>
            </a:r>
          </a:p>
          <a:p>
            <a:r>
              <a:rPr lang="fr-FR" smtClean="0"/>
              <a:t>      I have scaled these city walls</a:t>
            </a:r>
          </a:p>
          <a:p>
            <a:r>
              <a:rPr lang="fr-FR" smtClean="0"/>
              <a:t>5-  SUR CES MURAILLES</a:t>
            </a:r>
          </a:p>
          <a:p>
            <a:r>
              <a:rPr lang="fr-FR" smtClean="0"/>
              <a:t>     These city walls</a:t>
            </a:r>
          </a:p>
          <a:p>
            <a:endParaRPr lang="fr-FR" smtClean="0"/>
          </a:p>
          <a:p>
            <a:r>
              <a:rPr lang="fr-FR" smtClean="0"/>
              <a:t>6-  JUSTE POUR ÊTRE AVEC TOI</a:t>
            </a:r>
          </a:p>
          <a:p>
            <a:r>
              <a:rPr lang="fr-FR" smtClean="0"/>
              <a:t>     Only to be with you</a:t>
            </a:r>
          </a:p>
          <a:p>
            <a:endParaRPr lang="fr-FR" smtClean="0"/>
          </a:p>
          <a:p>
            <a:r>
              <a:rPr lang="fr-FR" smtClean="0"/>
              <a:t>7-  MAIS JE N’AI PAS TROUVÉ</a:t>
            </a:r>
            <a:br>
              <a:rPr lang="fr-FR" smtClean="0"/>
            </a:br>
            <a:r>
              <a:rPr lang="fr-FR" smtClean="0"/>
              <a:t>    CE QUE JE CHERCHAIS</a:t>
            </a:r>
          </a:p>
          <a:p>
            <a:r>
              <a:rPr lang="fr-FR" smtClean="0"/>
              <a:t>    But I still haven't found</a:t>
            </a:r>
          </a:p>
          <a:p>
            <a:r>
              <a:rPr lang="fr-FR" smtClean="0"/>
              <a:t>    What I'm looking for</a:t>
            </a:r>
          </a:p>
          <a:p>
            <a:endParaRPr lang="fr-FR" smtClean="0"/>
          </a:p>
          <a:p>
            <a:r>
              <a:rPr lang="fr-FR" smtClean="0"/>
              <a:t>8-  JE SUIS MONTÉ SUR LA PLUS HAUTE MONTAGNE</a:t>
            </a:r>
          </a:p>
          <a:p>
            <a:r>
              <a:rPr lang="fr-FR" smtClean="0"/>
              <a:t>     I have climbed the highest mountain</a:t>
            </a:r>
          </a:p>
          <a:p>
            <a:endParaRPr lang="fr-FR" smtClean="0"/>
          </a:p>
          <a:p>
            <a:r>
              <a:rPr lang="fr-FR" smtClean="0"/>
              <a:t>9-  J’AI PARCOURU TOUS LES CHAMPS</a:t>
            </a:r>
          </a:p>
          <a:p>
            <a:r>
              <a:rPr lang="fr-FR" smtClean="0"/>
              <a:t>     I have run through the fields</a:t>
            </a:r>
          </a:p>
          <a:p>
            <a:endParaRPr lang="fr-FR" smtClean="0"/>
          </a:p>
          <a:p>
            <a:r>
              <a:rPr lang="fr-FR" smtClean="0"/>
              <a:t>10-  JUSTE POUR ÊTRE AVEC TOI</a:t>
            </a:r>
            <a:br>
              <a:rPr lang="fr-FR" smtClean="0"/>
            </a:br>
            <a:r>
              <a:rPr lang="fr-FR" smtClean="0"/>
              <a:t>      JUSTE POUR ÊTRE AVEC TOI</a:t>
            </a:r>
          </a:p>
          <a:p>
            <a:r>
              <a:rPr lang="fr-FR" smtClean="0"/>
              <a:t>      Only to be with You</a:t>
            </a:r>
          </a:p>
          <a:p>
            <a:r>
              <a:rPr lang="fr-FR" smtClean="0"/>
              <a:t>      Only to be with You</a:t>
            </a:r>
          </a:p>
          <a:p>
            <a:endParaRPr lang="fr-FR" smtClean="0"/>
          </a:p>
          <a:p>
            <a:r>
              <a:rPr lang="fr-FR" smtClean="0"/>
              <a:t>11-  J’AI COURU, J’AI RAMPÉ</a:t>
            </a:r>
            <a:br>
              <a:rPr lang="fr-FR" smtClean="0"/>
            </a:br>
            <a:r>
              <a:rPr lang="fr-FR" smtClean="0"/>
              <a:t>      JE SUIS MONTÉ SUR CES MURAILLES</a:t>
            </a:r>
          </a:p>
          <a:p>
            <a:r>
              <a:rPr lang="fr-FR" smtClean="0"/>
              <a:t>      I have run, I have crawled</a:t>
            </a:r>
          </a:p>
          <a:p>
            <a:r>
              <a:rPr lang="fr-FR" smtClean="0"/>
              <a:t>      I have scaled these city walls</a:t>
            </a:r>
          </a:p>
          <a:p>
            <a:endParaRPr lang="fr-FR" smtClean="0"/>
          </a:p>
          <a:p>
            <a:r>
              <a:rPr lang="fr-FR" smtClean="0"/>
              <a:t>12-  SUR CES MURAILLES</a:t>
            </a:r>
            <a:br>
              <a:rPr lang="fr-FR" smtClean="0"/>
            </a:br>
            <a:r>
              <a:rPr lang="fr-FR" smtClean="0"/>
              <a:t>      JUSTE POUR ÊTRE AVEC TOI</a:t>
            </a:r>
            <a:br>
              <a:rPr lang="fr-FR" smtClean="0"/>
            </a:br>
            <a:r>
              <a:rPr lang="fr-FR" smtClean="0"/>
              <a:t>      These city walls</a:t>
            </a:r>
          </a:p>
          <a:p>
            <a:r>
              <a:rPr lang="fr-FR" smtClean="0"/>
              <a:t>      Only to be with You</a:t>
            </a:r>
          </a:p>
          <a:p>
            <a:endParaRPr lang="fr-FR" smtClean="0"/>
          </a:p>
          <a:p>
            <a:r>
              <a:rPr lang="fr-FR" smtClean="0"/>
              <a:t>13-  MAIS JE N’AI PAS TROUVÉ</a:t>
            </a:r>
            <a:br>
              <a:rPr lang="fr-FR" smtClean="0"/>
            </a:br>
            <a:r>
              <a:rPr lang="fr-FR" smtClean="0"/>
              <a:t>      CE QUE JE CHERCHAIS</a:t>
            </a:r>
          </a:p>
          <a:p>
            <a:r>
              <a:rPr lang="fr-FR" smtClean="0"/>
              <a:t>      But I still haven't found</a:t>
            </a:r>
          </a:p>
          <a:p>
            <a:r>
              <a:rPr lang="fr-FR" smtClean="0"/>
              <a:t>      What I'm looking for</a:t>
            </a:r>
          </a:p>
          <a:p>
            <a:endParaRPr lang="fr-FR" smtClean="0"/>
          </a:p>
          <a:p>
            <a:r>
              <a:rPr lang="fr-FR" smtClean="0"/>
              <a:t>14-  TON RÈGNE VIENT JE LE CROIS</a:t>
            </a:r>
          </a:p>
          <a:p>
            <a:r>
              <a:rPr lang="fr-FR" smtClean="0"/>
              <a:t>       I believe in the Kingdom Come</a:t>
            </a:r>
          </a:p>
          <a:p>
            <a:r>
              <a:rPr lang="fr-FR" smtClean="0"/>
              <a:t>15-  QUAND TOUTES LES COULEURS S’UNIRONT EN TOI</a:t>
            </a:r>
          </a:p>
          <a:p>
            <a:r>
              <a:rPr lang="fr-FR" smtClean="0"/>
              <a:t>       When all the colors will bleed into one</a:t>
            </a:r>
          </a:p>
          <a:p>
            <a:r>
              <a:rPr lang="fr-FR" smtClean="0"/>
              <a:t>16-  S’UNIRONT EN TOI</a:t>
            </a:r>
          </a:p>
          <a:p>
            <a:r>
              <a:rPr lang="fr-FR" smtClean="0"/>
              <a:t>       Bleed into one</a:t>
            </a:r>
          </a:p>
          <a:p>
            <a:endParaRPr lang="fr-FR" smtClean="0"/>
          </a:p>
          <a:p>
            <a:r>
              <a:rPr lang="fr-FR" smtClean="0"/>
              <a:t>17-  OUI, JE COURS ENCORE</a:t>
            </a:r>
          </a:p>
          <a:p>
            <a:r>
              <a:rPr lang="fr-FR" smtClean="0"/>
              <a:t>       Yes, I'm still running</a:t>
            </a:r>
          </a:p>
          <a:p>
            <a:endParaRPr lang="fr-FR" smtClean="0"/>
          </a:p>
          <a:p>
            <a:r>
              <a:rPr lang="fr-FR" smtClean="0"/>
              <a:t>18-  TU BRISAS LES JOUGS</a:t>
            </a:r>
            <a:br>
              <a:rPr lang="fr-FR" smtClean="0"/>
            </a:br>
            <a:r>
              <a:rPr lang="fr-FR" smtClean="0"/>
              <a:t>       TU BRISAS LES CHAÎNES</a:t>
            </a:r>
          </a:p>
          <a:p>
            <a:r>
              <a:rPr lang="fr-FR" smtClean="0"/>
              <a:t>       You broke the bonds</a:t>
            </a:r>
          </a:p>
          <a:p>
            <a:r>
              <a:rPr lang="fr-FR" smtClean="0"/>
              <a:t>       And you loosed the chains</a:t>
            </a:r>
          </a:p>
          <a:p>
            <a:endParaRPr lang="fr-FR" smtClean="0"/>
          </a:p>
          <a:p>
            <a:r>
              <a:rPr lang="fr-FR" smtClean="0"/>
              <a:t>19-  PORTAS LA CROIX DE TOUTE MA HONTE</a:t>
            </a:r>
          </a:p>
          <a:p>
            <a:r>
              <a:rPr lang="fr-FR" smtClean="0"/>
              <a:t>      Carried the cross of all my shame</a:t>
            </a:r>
          </a:p>
          <a:p>
            <a:r>
              <a:rPr lang="fr-FR" smtClean="0"/>
              <a:t>20-  DE TOUTE MA HONTE</a:t>
            </a:r>
            <a:br>
              <a:rPr lang="fr-FR" smtClean="0"/>
            </a:br>
            <a:r>
              <a:rPr lang="fr-FR" smtClean="0"/>
              <a:t>       SEIGNEUR JE LE CROIS</a:t>
            </a:r>
          </a:p>
          <a:p>
            <a:r>
              <a:rPr lang="fr-FR" smtClean="0"/>
              <a:t>       Of all my shame, Lord I believe it</a:t>
            </a:r>
          </a:p>
          <a:p>
            <a:r>
              <a:rPr lang="fr-FR" smtClean="0"/>
              <a:t>21-  ET FINALEMENT, J’AI TROUVÉ</a:t>
            </a:r>
            <a:br>
              <a:rPr lang="fr-FR" smtClean="0"/>
            </a:br>
            <a:r>
              <a:rPr lang="fr-FR" smtClean="0"/>
              <a:t>      CE QUE JE CHERCHAIS</a:t>
            </a:r>
          </a:p>
          <a:p>
            <a:r>
              <a:rPr lang="fr-FR" smtClean="0"/>
              <a:t>      And now I've finally found</a:t>
            </a:r>
          </a:p>
          <a:p>
            <a:r>
              <a:rPr lang="fr-FR" smtClean="0"/>
              <a:t>      What I'm looking for</a:t>
            </a:r>
          </a:p>
          <a:p>
            <a:endParaRPr lang="fr-FR" smtClean="0"/>
          </a:p>
          <a:p>
            <a:r>
              <a:rPr lang="fr-FR" smtClean="0"/>
              <a:t>22-  OUVRE LES YEUX DE MON CŒUR</a:t>
            </a:r>
            <a:br>
              <a:rPr lang="fr-FR" smtClean="0"/>
            </a:br>
            <a:r>
              <a:rPr lang="fr-FR" smtClean="0"/>
              <a:t>       OUVRE LES YEUX DE MON CŒUR </a:t>
            </a:r>
          </a:p>
          <a:p>
            <a:r>
              <a:rPr lang="fr-FR" smtClean="0"/>
              <a:t>       Open the eyes of my heart, Lord</a:t>
            </a:r>
          </a:p>
          <a:p>
            <a:r>
              <a:rPr lang="fr-FR" smtClean="0"/>
              <a:t>       Open the eyes of my heart</a:t>
            </a:r>
          </a:p>
          <a:p>
            <a:r>
              <a:rPr lang="fr-FR" smtClean="0"/>
              <a:t>23-  JE VEUX TE VOIR SEIGNEUR</a:t>
            </a:r>
            <a:br>
              <a:rPr lang="fr-FR" smtClean="0"/>
            </a:br>
            <a:r>
              <a:rPr lang="fr-FR" smtClean="0"/>
              <a:t>       JE VEUX TE VOIR SEIGNEUR</a:t>
            </a:r>
          </a:p>
          <a:p>
            <a:r>
              <a:rPr lang="fr-FR" smtClean="0"/>
              <a:t>       I want to see You</a:t>
            </a:r>
          </a:p>
          <a:p>
            <a:r>
              <a:rPr lang="fr-FR" smtClean="0"/>
              <a:t>       I want to see You</a:t>
            </a:r>
          </a:p>
          <a:p>
            <a:endParaRPr lang="fr-FR" smtClean="0"/>
          </a:p>
          <a:p>
            <a:r>
              <a:rPr lang="fr-FR" smtClean="0"/>
              <a:t>24-  ET FINALEMENT, J’AI TROUVÉ</a:t>
            </a:r>
            <a:br>
              <a:rPr lang="fr-FR" smtClean="0"/>
            </a:br>
            <a:r>
              <a:rPr lang="fr-FR" smtClean="0"/>
              <a:t>      CE QUE JE CHERCHAIS</a:t>
            </a:r>
          </a:p>
          <a:p>
            <a:r>
              <a:rPr lang="fr-FR" smtClean="0"/>
              <a:t>      And now I've finally found</a:t>
            </a:r>
          </a:p>
          <a:p>
            <a:r>
              <a:rPr lang="fr-FR" smtClean="0"/>
              <a:t>      What I'm looking for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MONTÉ SUR LA PLUS HAUTE MONTAGNE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 have climbed the highest mountain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J’AI PARCOURU TOUS LES CHAMPS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 have run through the fields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JUSTE POUR ÊTRE AVEC TOI</a:t>
            </a:r>
            <a:br>
              <a:rPr lang="fr-FR" smtClean="0"/>
            </a:br>
            <a:r>
              <a:rPr lang="fr-FR" smtClean="0"/>
              <a:t>     JUSTE POUR ÊTRE AVEC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J’AI COURU, J’AI RAMPÉ</a:t>
            </a:r>
            <a:br>
              <a:rPr lang="fr-FR" smtClean="0"/>
            </a:br>
            <a:r>
              <a:rPr lang="fr-FR" smtClean="0"/>
              <a:t>     JE SUIS MONTÉ SUR CES MURAILLES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have run, I have crawled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have scaled these city walls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SUR CES MURAILLES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These city walls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JUSTE POUR ÊTRE AVEC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MAIS JE N’AI PAS TROUVÉ</a:t>
            </a:r>
            <a:br>
              <a:rPr lang="fr-FR" smtClean="0"/>
            </a:br>
            <a:r>
              <a:rPr lang="fr-FR" smtClean="0"/>
              <a:t>    CE QUE JE CHERCHAIS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But I still haven't found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What I'm looking for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JE SUIS MONTÉ SUR LA PLUS HAUTE MONTAGNE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 have climbed the highest mountain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J’AI PARCOURU TOUS LES CHAMPS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 have run through the fields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JUSTE POUR ÊTRE AVEC TOI</a:t>
            </a:r>
            <a:br>
              <a:rPr lang="fr-FR" smtClean="0"/>
            </a:br>
            <a:r>
              <a:rPr lang="fr-FR" smtClean="0"/>
              <a:t>      JUSTE POUR ÊTRE AVEC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J’AI COURU, J’AI RAMPÉ</a:t>
            </a:r>
            <a:br>
              <a:rPr lang="fr-FR" smtClean="0"/>
            </a:br>
            <a:r>
              <a:rPr lang="fr-FR" smtClean="0"/>
              <a:t>      JE SUIS MONTÉ SUR CES MURAILLES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have run, I have crawled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have scaled these city walls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SUR CES MURAILLES</a:t>
            </a:r>
            <a:br>
              <a:rPr lang="fr-FR" smtClean="0"/>
            </a:br>
            <a:r>
              <a:rPr lang="fr-FR" smtClean="0"/>
              <a:t>      JUSTE POUR ÊTRE AVEC TOI</a:t>
            </a:r>
            <a:br>
              <a:rPr lang="fr-FR" smtClean="0"/>
            </a:br>
            <a:r>
              <a:rPr lang="fr-FR" smtClean="0"/>
              <a:t>      These city walls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MAIS JE N’AI PAS TROUVÉ</a:t>
            </a:r>
            <a:br>
              <a:rPr lang="fr-FR" smtClean="0"/>
            </a:br>
            <a:r>
              <a:rPr lang="fr-FR" smtClean="0"/>
              <a:t>      CE QUE JE CHERCHAIS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But I still haven't found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What I'm looking for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TON RÈGNE VIENT JE LE CROIS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believe in the Kingdom Come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QUAND TOUTES LES COULEURS S’UNIRONT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When all the colors will bleed into 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S’UNIRONT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Bleed into 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OUI, JE COURS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Yes, I'm still running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TU BRISAS LES JOUGS</a:t>
            </a:r>
            <a:br>
              <a:rPr lang="fr-FR" smtClean="0"/>
            </a:br>
            <a:r>
              <a:rPr lang="fr-FR" smtClean="0"/>
              <a:t>       TU BRISAS LES CHAÎNES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 broke the bonds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you loosed the chains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PORTAS LA CROIX DE TOUTE MA HONTE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Carried the cross of all my shame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DE TOUTE MA HONTE</a:t>
            </a:r>
            <a:br>
              <a:rPr lang="fr-FR" smtClean="0"/>
            </a:br>
            <a:r>
              <a:rPr lang="fr-FR" smtClean="0"/>
              <a:t>       SEIGNEUR JE LE CROIS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Of all my shame, Lord I believe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ET FINALEMENT, J’AI TROUVÉ</a:t>
            </a:r>
            <a:br>
              <a:rPr lang="fr-FR" smtClean="0"/>
            </a:br>
            <a:r>
              <a:rPr lang="fr-FR" smtClean="0"/>
              <a:t>      CE QUE JE CHERCHAIS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now I've finally found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What I'm looking for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OUVRE LES YEUX DE MON CŒUR</a:t>
            </a:r>
            <a:br>
              <a:rPr lang="fr-FR" smtClean="0"/>
            </a:br>
            <a:r>
              <a:rPr lang="fr-FR" smtClean="0"/>
              <a:t>       OUVRE LES YEUX DE MON CŒUR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Open the eyes of my heart,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Open the eyes of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VEUX TE VOIR SEIGNEUR</a:t>
            </a:r>
            <a:br>
              <a:rPr lang="fr-FR" smtClean="0"/>
            </a:br>
            <a:r>
              <a:rPr lang="fr-FR" smtClean="0"/>
              <a:t>       JE VEUX TE VOIR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want to see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want to see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ET FINALEMENT, J’AI TROUVÉ</a:t>
            </a:r>
            <a:br>
              <a:rPr lang="fr-FR" smtClean="0"/>
            </a:br>
            <a:r>
              <a:rPr lang="fr-FR" smtClean="0"/>
              <a:t>      CE QUE JE CHERCHAIS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now I've finally found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What I'm looking for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460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MONTÉ SUR LA PLUS HAUTE MONTAGNE</a:t>
            </a:r>
          </a:p>
          <a:p>
            <a:r>
              <a:rPr lang="fr-FR" smtClean="0"/>
              <a:t>     I have climbed the highest mountain</a:t>
            </a:r>
          </a:p>
          <a:p>
            <a:r>
              <a:rPr lang="fr-FR" smtClean="0"/>
              <a:t>2-  J’AI PARCOURU TOUS LES CHAMPS</a:t>
            </a:r>
          </a:p>
          <a:p>
            <a:r>
              <a:rPr lang="fr-FR" smtClean="0"/>
              <a:t>     I have run through the fields</a:t>
            </a:r>
          </a:p>
          <a:p>
            <a:endParaRPr lang="fr-FR" smtClean="0"/>
          </a:p>
          <a:p>
            <a:r>
              <a:rPr lang="fr-FR" smtClean="0"/>
              <a:t>3-  JUSTE POUR ÊTRE AVEC TOI</a:t>
            </a:r>
            <a:br>
              <a:rPr lang="fr-FR" smtClean="0"/>
            </a:br>
            <a:r>
              <a:rPr lang="fr-FR" smtClean="0"/>
              <a:t>     JUSTE POUR ÊTRE AVEC TOI</a:t>
            </a:r>
          </a:p>
          <a:p>
            <a:r>
              <a:rPr lang="fr-FR" smtClean="0"/>
              <a:t>     Only to be with You</a:t>
            </a:r>
          </a:p>
          <a:p>
            <a:r>
              <a:rPr lang="fr-FR" smtClean="0"/>
              <a:t>     Only to be with You</a:t>
            </a:r>
          </a:p>
          <a:p>
            <a:endParaRPr lang="fr-FR" smtClean="0"/>
          </a:p>
          <a:p>
            <a:r>
              <a:rPr lang="fr-FR" smtClean="0"/>
              <a:t>4-  J’AI COURU, J’AI RAMPÉ</a:t>
            </a:r>
            <a:br>
              <a:rPr lang="fr-FR" smtClean="0"/>
            </a:br>
            <a:r>
              <a:rPr lang="fr-FR" smtClean="0"/>
              <a:t>     JE SUIS MONTÉ SUR CES MURAILLES</a:t>
            </a:r>
          </a:p>
          <a:p>
            <a:r>
              <a:rPr lang="fr-FR" smtClean="0"/>
              <a:t>      I have run, I have crawled</a:t>
            </a:r>
          </a:p>
          <a:p>
            <a:r>
              <a:rPr lang="fr-FR" smtClean="0"/>
              <a:t>      I have scaled these city walls</a:t>
            </a:r>
          </a:p>
          <a:p>
            <a:r>
              <a:rPr lang="fr-FR" smtClean="0"/>
              <a:t>5-  SUR CES MURAILLES</a:t>
            </a:r>
          </a:p>
          <a:p>
            <a:r>
              <a:rPr lang="fr-FR" smtClean="0"/>
              <a:t>     These city walls</a:t>
            </a:r>
          </a:p>
          <a:p>
            <a:endParaRPr lang="fr-FR" smtClean="0"/>
          </a:p>
          <a:p>
            <a:r>
              <a:rPr lang="fr-FR" smtClean="0"/>
              <a:t>6-  JUSTE POUR ÊTRE AVEC TOI</a:t>
            </a:r>
          </a:p>
          <a:p>
            <a:r>
              <a:rPr lang="fr-FR" smtClean="0"/>
              <a:t>     Only to be with you</a:t>
            </a:r>
          </a:p>
          <a:p>
            <a:endParaRPr lang="fr-FR" smtClean="0"/>
          </a:p>
          <a:p>
            <a:r>
              <a:rPr lang="fr-FR" smtClean="0"/>
              <a:t>7-  MAIS JE N’AI PAS TROUVÉ</a:t>
            </a:r>
            <a:br>
              <a:rPr lang="fr-FR" smtClean="0"/>
            </a:br>
            <a:r>
              <a:rPr lang="fr-FR" smtClean="0"/>
              <a:t>    CE QUE JE CHERCHAIS</a:t>
            </a:r>
          </a:p>
          <a:p>
            <a:r>
              <a:rPr lang="fr-FR" smtClean="0"/>
              <a:t>    But I still haven't found</a:t>
            </a:r>
          </a:p>
          <a:p>
            <a:r>
              <a:rPr lang="fr-FR" smtClean="0"/>
              <a:t>    What I'm looking for</a:t>
            </a:r>
          </a:p>
          <a:p>
            <a:endParaRPr lang="fr-FR" smtClean="0"/>
          </a:p>
          <a:p>
            <a:r>
              <a:rPr lang="fr-FR" smtClean="0"/>
              <a:t>8-  JE SUIS MONTÉ SUR LA PLUS HAUTE MONTAGNE</a:t>
            </a:r>
          </a:p>
          <a:p>
            <a:r>
              <a:rPr lang="fr-FR" smtClean="0"/>
              <a:t>     I have climbed the highest mountain</a:t>
            </a:r>
          </a:p>
          <a:p>
            <a:endParaRPr lang="fr-FR" smtClean="0"/>
          </a:p>
          <a:p>
            <a:r>
              <a:rPr lang="fr-FR" smtClean="0"/>
              <a:t>9-  J’AI PARCOURU TOUS LES CHAMPS</a:t>
            </a:r>
          </a:p>
          <a:p>
            <a:r>
              <a:rPr lang="fr-FR" smtClean="0"/>
              <a:t>     I have run through the fields</a:t>
            </a:r>
          </a:p>
          <a:p>
            <a:endParaRPr lang="fr-FR" smtClean="0"/>
          </a:p>
          <a:p>
            <a:r>
              <a:rPr lang="fr-FR" smtClean="0"/>
              <a:t>10-  JUSTE POUR ÊTRE AVEC TOI</a:t>
            </a:r>
            <a:br>
              <a:rPr lang="fr-FR" smtClean="0"/>
            </a:br>
            <a:r>
              <a:rPr lang="fr-FR" smtClean="0"/>
              <a:t>      JUSTE POUR ÊTRE AVEC TOI</a:t>
            </a:r>
          </a:p>
          <a:p>
            <a:r>
              <a:rPr lang="fr-FR" smtClean="0"/>
              <a:t>      Only to be with You</a:t>
            </a:r>
          </a:p>
          <a:p>
            <a:r>
              <a:rPr lang="fr-FR" smtClean="0"/>
              <a:t>      Only to be with You</a:t>
            </a:r>
          </a:p>
          <a:p>
            <a:endParaRPr lang="fr-FR" smtClean="0"/>
          </a:p>
          <a:p>
            <a:r>
              <a:rPr lang="fr-FR" smtClean="0"/>
              <a:t>11-  J’AI COURU, J’AI RAMPÉ</a:t>
            </a:r>
            <a:br>
              <a:rPr lang="fr-FR" smtClean="0"/>
            </a:br>
            <a:r>
              <a:rPr lang="fr-FR" smtClean="0"/>
              <a:t>      JE SUIS MONTÉ SUR CES MURAILLES</a:t>
            </a:r>
          </a:p>
          <a:p>
            <a:r>
              <a:rPr lang="fr-FR" smtClean="0"/>
              <a:t>      I have run, I have crawled</a:t>
            </a:r>
          </a:p>
          <a:p>
            <a:r>
              <a:rPr lang="fr-FR" smtClean="0"/>
              <a:t>      I have scaled these city walls</a:t>
            </a:r>
          </a:p>
          <a:p>
            <a:endParaRPr lang="fr-FR" smtClean="0"/>
          </a:p>
          <a:p>
            <a:r>
              <a:rPr lang="fr-FR" smtClean="0"/>
              <a:t>12-  SUR CES MURAILLES</a:t>
            </a:r>
            <a:br>
              <a:rPr lang="fr-FR" smtClean="0"/>
            </a:br>
            <a:r>
              <a:rPr lang="fr-FR" smtClean="0"/>
              <a:t>      JUSTE POUR ÊTRE AVEC TOI</a:t>
            </a:r>
            <a:br>
              <a:rPr lang="fr-FR" smtClean="0"/>
            </a:br>
            <a:r>
              <a:rPr lang="fr-FR" smtClean="0"/>
              <a:t>      These city walls</a:t>
            </a:r>
          </a:p>
          <a:p>
            <a:r>
              <a:rPr lang="fr-FR" smtClean="0"/>
              <a:t>      Only to be with You</a:t>
            </a:r>
          </a:p>
          <a:p>
            <a:endParaRPr lang="fr-FR" smtClean="0"/>
          </a:p>
          <a:p>
            <a:r>
              <a:rPr lang="fr-FR" smtClean="0"/>
              <a:t>13-  MAIS JE N’AI PAS TROUVÉ</a:t>
            </a:r>
            <a:br>
              <a:rPr lang="fr-FR" smtClean="0"/>
            </a:br>
            <a:r>
              <a:rPr lang="fr-FR" smtClean="0"/>
              <a:t>      CE QUE JE CHERCHAIS</a:t>
            </a:r>
          </a:p>
          <a:p>
            <a:r>
              <a:rPr lang="fr-FR" smtClean="0"/>
              <a:t>      But I still haven't found</a:t>
            </a:r>
          </a:p>
          <a:p>
            <a:r>
              <a:rPr lang="fr-FR" smtClean="0"/>
              <a:t>      What I'm looking for</a:t>
            </a:r>
          </a:p>
          <a:p>
            <a:endParaRPr lang="fr-FR" smtClean="0"/>
          </a:p>
          <a:p>
            <a:r>
              <a:rPr lang="fr-FR" smtClean="0"/>
              <a:t>14-  TON RÈGNE VIENT JE LE CROIS</a:t>
            </a:r>
          </a:p>
          <a:p>
            <a:r>
              <a:rPr lang="fr-FR" smtClean="0"/>
              <a:t>       I believe in the Kingdom Come</a:t>
            </a:r>
          </a:p>
          <a:p>
            <a:r>
              <a:rPr lang="fr-FR" smtClean="0"/>
              <a:t>15-  QUAND TOUTES LES COULEURS S’UNIRONT EN TOI</a:t>
            </a:r>
          </a:p>
          <a:p>
            <a:r>
              <a:rPr lang="fr-FR" smtClean="0"/>
              <a:t>       When all the colors will bleed into one</a:t>
            </a:r>
          </a:p>
          <a:p>
            <a:r>
              <a:rPr lang="fr-FR" smtClean="0"/>
              <a:t>16-  S’UNIRONT EN TOI</a:t>
            </a:r>
          </a:p>
          <a:p>
            <a:r>
              <a:rPr lang="fr-FR" smtClean="0"/>
              <a:t>       Bleed into one</a:t>
            </a:r>
          </a:p>
          <a:p>
            <a:endParaRPr lang="fr-FR" smtClean="0"/>
          </a:p>
          <a:p>
            <a:r>
              <a:rPr lang="fr-FR" smtClean="0"/>
              <a:t>17-  OUI, JE COURS ENCORE</a:t>
            </a:r>
          </a:p>
          <a:p>
            <a:r>
              <a:rPr lang="fr-FR" smtClean="0"/>
              <a:t>       Yes, I'm still running</a:t>
            </a:r>
          </a:p>
          <a:p>
            <a:endParaRPr lang="fr-FR" smtClean="0"/>
          </a:p>
          <a:p>
            <a:r>
              <a:rPr lang="fr-FR" smtClean="0"/>
              <a:t>18-  TU BRISAS LES JOUGS</a:t>
            </a:r>
            <a:br>
              <a:rPr lang="fr-FR" smtClean="0"/>
            </a:br>
            <a:r>
              <a:rPr lang="fr-FR" smtClean="0"/>
              <a:t>       TU BRISAS LES CHAÎNES</a:t>
            </a:r>
          </a:p>
          <a:p>
            <a:r>
              <a:rPr lang="fr-FR" smtClean="0"/>
              <a:t>       You broke the bonds</a:t>
            </a:r>
          </a:p>
          <a:p>
            <a:r>
              <a:rPr lang="fr-FR" smtClean="0"/>
              <a:t>       And you loosed the chains</a:t>
            </a:r>
          </a:p>
          <a:p>
            <a:endParaRPr lang="fr-FR" smtClean="0"/>
          </a:p>
          <a:p>
            <a:r>
              <a:rPr lang="fr-FR" smtClean="0"/>
              <a:t>19-  PORTAS LA CROIX DE TOUTE MA HONTE</a:t>
            </a:r>
          </a:p>
          <a:p>
            <a:r>
              <a:rPr lang="fr-FR" smtClean="0"/>
              <a:t>      Carried the cross of all my shame</a:t>
            </a:r>
          </a:p>
          <a:p>
            <a:r>
              <a:rPr lang="fr-FR" smtClean="0"/>
              <a:t>20-  DE TOUTE MA HONTE</a:t>
            </a:r>
            <a:br>
              <a:rPr lang="fr-FR" smtClean="0"/>
            </a:br>
            <a:r>
              <a:rPr lang="fr-FR" smtClean="0"/>
              <a:t>       SEIGNEUR JE LE CROIS</a:t>
            </a:r>
          </a:p>
          <a:p>
            <a:r>
              <a:rPr lang="fr-FR" smtClean="0"/>
              <a:t>       Of all my shame, Lord I believe it</a:t>
            </a:r>
          </a:p>
          <a:p>
            <a:r>
              <a:rPr lang="fr-FR" smtClean="0"/>
              <a:t>21-  ET FINALEMENT, J’AI TROUVÉ</a:t>
            </a:r>
            <a:br>
              <a:rPr lang="fr-FR" smtClean="0"/>
            </a:br>
            <a:r>
              <a:rPr lang="fr-FR" smtClean="0"/>
              <a:t>      CE QUE JE CHERCHAIS</a:t>
            </a:r>
          </a:p>
          <a:p>
            <a:r>
              <a:rPr lang="fr-FR" smtClean="0"/>
              <a:t>      And now I've finally found</a:t>
            </a:r>
          </a:p>
          <a:p>
            <a:r>
              <a:rPr lang="fr-FR" smtClean="0"/>
              <a:t>      What I'm looking for</a:t>
            </a:r>
          </a:p>
          <a:p>
            <a:endParaRPr lang="fr-FR" smtClean="0"/>
          </a:p>
          <a:p>
            <a:r>
              <a:rPr lang="fr-FR" smtClean="0"/>
              <a:t>22-  OUVRE LES YEUX DE MON CŒUR</a:t>
            </a:r>
            <a:br>
              <a:rPr lang="fr-FR" smtClean="0"/>
            </a:br>
            <a:r>
              <a:rPr lang="fr-FR" smtClean="0"/>
              <a:t>       OUVRE LES YEUX DE MON CŒUR </a:t>
            </a:r>
          </a:p>
          <a:p>
            <a:r>
              <a:rPr lang="fr-FR" smtClean="0"/>
              <a:t>       Open the eyes of my heart, Lord</a:t>
            </a:r>
          </a:p>
          <a:p>
            <a:r>
              <a:rPr lang="fr-FR" smtClean="0"/>
              <a:t>       Open the eyes of my heart</a:t>
            </a:r>
          </a:p>
          <a:p>
            <a:r>
              <a:rPr lang="fr-FR" smtClean="0"/>
              <a:t>23-  JE VEUX TE VOIR SEIGNEUR</a:t>
            </a:r>
            <a:br>
              <a:rPr lang="fr-FR" smtClean="0"/>
            </a:br>
            <a:r>
              <a:rPr lang="fr-FR" smtClean="0"/>
              <a:t>       JE VEUX TE VOIR SEIGNEUR</a:t>
            </a:r>
          </a:p>
          <a:p>
            <a:r>
              <a:rPr lang="fr-FR" smtClean="0"/>
              <a:t>       I want to see You</a:t>
            </a:r>
          </a:p>
          <a:p>
            <a:r>
              <a:rPr lang="fr-FR" smtClean="0"/>
              <a:t>       I want to see You</a:t>
            </a:r>
          </a:p>
          <a:p>
            <a:endParaRPr lang="fr-FR" smtClean="0"/>
          </a:p>
          <a:p>
            <a:r>
              <a:rPr lang="fr-FR" smtClean="0"/>
              <a:t>24-  ET FINALEMENT, J’AI TROUVÉ</a:t>
            </a:r>
            <a:br>
              <a:rPr lang="fr-FR" smtClean="0"/>
            </a:br>
            <a:r>
              <a:rPr lang="fr-FR" smtClean="0"/>
              <a:t>      CE QUE JE CHERCHAIS</a:t>
            </a:r>
          </a:p>
          <a:p>
            <a:r>
              <a:rPr lang="fr-FR" smtClean="0"/>
              <a:t>      And now I've finally found</a:t>
            </a:r>
          </a:p>
          <a:p>
            <a:r>
              <a:rPr lang="fr-FR" smtClean="0"/>
              <a:t>      What I'm looking for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MONTÉ SUR LA PLUS HAUTE MONTAGNE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 have climbed the highest mountain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J’AI PARCOURU TOUS LES CHAMPS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 have run through the fields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JUSTE POUR ÊTRE AVEC TOI</a:t>
            </a:r>
            <a:br>
              <a:rPr lang="fr-FR" smtClean="0"/>
            </a:br>
            <a:r>
              <a:rPr lang="fr-FR" smtClean="0"/>
              <a:t>     JUSTE POUR ÊTRE AVEC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J’AI COURU, J’AI RAMPÉ</a:t>
            </a:r>
            <a:br>
              <a:rPr lang="fr-FR" smtClean="0"/>
            </a:br>
            <a:r>
              <a:rPr lang="fr-FR" smtClean="0"/>
              <a:t>     JE SUIS MONTÉ SUR CES MURAILLES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have run, I have crawled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have scaled these city walls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SUR CES MURAILLES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These city walls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JUSTE POUR ÊTRE AVEC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MAIS JE N’AI PAS TROUVÉ</a:t>
            </a:r>
            <a:br>
              <a:rPr lang="fr-FR" smtClean="0"/>
            </a:br>
            <a:r>
              <a:rPr lang="fr-FR" smtClean="0"/>
              <a:t>    CE QUE JE CHERCHAIS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But I still haven't found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What I'm looking for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JE SUIS MONTÉ SUR LA PLUS HAUTE MONTAGNE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 have climbed the highest mountain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J’AI PARCOURU TOUS LES CHAMPS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 have run through the fields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JUSTE POUR ÊTRE AVEC TOI</a:t>
            </a:r>
            <a:br>
              <a:rPr lang="fr-FR" smtClean="0"/>
            </a:br>
            <a:r>
              <a:rPr lang="fr-FR" smtClean="0"/>
              <a:t>      JUSTE POUR ÊTRE AVEC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J’AI COURU, J’AI RAMPÉ</a:t>
            </a:r>
            <a:br>
              <a:rPr lang="fr-FR" smtClean="0"/>
            </a:br>
            <a:r>
              <a:rPr lang="fr-FR" smtClean="0"/>
              <a:t>      JE SUIS MONTÉ SUR CES MURAILLES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have run, I have crawled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have scaled these city walls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SUR CES MURAILLES</a:t>
            </a:r>
            <a:br>
              <a:rPr lang="fr-FR" smtClean="0"/>
            </a:br>
            <a:r>
              <a:rPr lang="fr-FR" smtClean="0"/>
              <a:t>      JUSTE POUR ÊTRE AVEC TOI</a:t>
            </a:r>
            <a:br>
              <a:rPr lang="fr-FR" smtClean="0"/>
            </a:br>
            <a:r>
              <a:rPr lang="fr-FR" smtClean="0"/>
              <a:t>      These city walls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MAIS JE N’AI PAS TROUVÉ</a:t>
            </a:r>
            <a:br>
              <a:rPr lang="fr-FR" smtClean="0"/>
            </a:br>
            <a:r>
              <a:rPr lang="fr-FR" smtClean="0"/>
              <a:t>      CE QUE JE CHERCHAIS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But I still haven't found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What I'm looking for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TON RÈGNE VIENT JE LE CROIS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believe in the Kingdom Come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QUAND TOUTES LES COULEURS S’UNIRONT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When all the colors will bleed into 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S’UNIRONT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Bleed into 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OUI, JE COURS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Yes, I'm still running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TU BRISAS LES JOUGS</a:t>
            </a:r>
            <a:br>
              <a:rPr lang="fr-FR" smtClean="0"/>
            </a:br>
            <a:r>
              <a:rPr lang="fr-FR" smtClean="0"/>
              <a:t>       TU BRISAS LES CHAÎNES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 broke the bonds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you loosed the chains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PORTAS LA CROIX DE TOUTE MA HONTE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Carried the cross of all my shame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DE TOUTE MA HONTE</a:t>
            </a:r>
            <a:br>
              <a:rPr lang="fr-FR" smtClean="0"/>
            </a:br>
            <a:r>
              <a:rPr lang="fr-FR" smtClean="0"/>
              <a:t>       SEIGNEUR JE LE CROIS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Of all my shame, Lord I believe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ET FINALEMENT, J’AI TROUVÉ</a:t>
            </a:r>
            <a:br>
              <a:rPr lang="fr-FR" smtClean="0"/>
            </a:br>
            <a:r>
              <a:rPr lang="fr-FR" smtClean="0"/>
              <a:t>      CE QUE JE CHERCHAIS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now I've finally found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What I'm looking for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OUVRE LES YEUX DE MON CŒUR</a:t>
            </a:r>
            <a:br>
              <a:rPr lang="fr-FR" smtClean="0"/>
            </a:br>
            <a:r>
              <a:rPr lang="fr-FR" smtClean="0"/>
              <a:t>       OUVRE LES YEUX DE MON CŒUR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Open the eyes of my heart,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Open the eyes of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VEUX TE VOIR SEIGNEUR</a:t>
            </a:r>
            <a:br>
              <a:rPr lang="fr-FR" smtClean="0"/>
            </a:br>
            <a:r>
              <a:rPr lang="fr-FR" smtClean="0"/>
              <a:t>       JE VEUX TE VOIR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want to see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want to see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ET FINALEMENT, J’AI TROUVÉ</a:t>
            </a:r>
            <a:br>
              <a:rPr lang="fr-FR" smtClean="0"/>
            </a:br>
            <a:r>
              <a:rPr lang="fr-FR" smtClean="0"/>
              <a:t>      CE QUE JE CHERCHAIS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now I've finally found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What I'm looking for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471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MONTÉ SUR LA PLUS HAUTE MONTAGNE</a:t>
            </a:r>
          </a:p>
          <a:p>
            <a:r>
              <a:rPr lang="fr-FR" smtClean="0"/>
              <a:t>     I have climbed the highest mountain</a:t>
            </a:r>
          </a:p>
          <a:p>
            <a:r>
              <a:rPr lang="fr-FR" smtClean="0"/>
              <a:t>2-  J’AI PARCOURU TOUS LES CHAMPS</a:t>
            </a:r>
          </a:p>
          <a:p>
            <a:r>
              <a:rPr lang="fr-FR" smtClean="0"/>
              <a:t>     I have run through the fields</a:t>
            </a:r>
          </a:p>
          <a:p>
            <a:endParaRPr lang="fr-FR" smtClean="0"/>
          </a:p>
          <a:p>
            <a:r>
              <a:rPr lang="fr-FR" smtClean="0"/>
              <a:t>3-  JUSTE POUR ÊTRE AVEC TOI</a:t>
            </a:r>
            <a:br>
              <a:rPr lang="fr-FR" smtClean="0"/>
            </a:br>
            <a:r>
              <a:rPr lang="fr-FR" smtClean="0"/>
              <a:t>     JUSTE POUR ÊTRE AVEC TOI</a:t>
            </a:r>
          </a:p>
          <a:p>
            <a:r>
              <a:rPr lang="fr-FR" smtClean="0"/>
              <a:t>     Only to be with You</a:t>
            </a:r>
          </a:p>
          <a:p>
            <a:r>
              <a:rPr lang="fr-FR" smtClean="0"/>
              <a:t>     Only to be with You</a:t>
            </a:r>
          </a:p>
          <a:p>
            <a:endParaRPr lang="fr-FR" smtClean="0"/>
          </a:p>
          <a:p>
            <a:r>
              <a:rPr lang="fr-FR" smtClean="0"/>
              <a:t>4-  J’AI COURU, J’AI RAMPÉ</a:t>
            </a:r>
            <a:br>
              <a:rPr lang="fr-FR" smtClean="0"/>
            </a:br>
            <a:r>
              <a:rPr lang="fr-FR" smtClean="0"/>
              <a:t>     JE SUIS MONTÉ SUR CES MURAILLES</a:t>
            </a:r>
          </a:p>
          <a:p>
            <a:r>
              <a:rPr lang="fr-FR" smtClean="0"/>
              <a:t>      I have run, I have crawled</a:t>
            </a:r>
          </a:p>
          <a:p>
            <a:r>
              <a:rPr lang="fr-FR" smtClean="0"/>
              <a:t>      I have scaled these city walls</a:t>
            </a:r>
          </a:p>
          <a:p>
            <a:r>
              <a:rPr lang="fr-FR" smtClean="0"/>
              <a:t>5-  SUR CES MURAILLES</a:t>
            </a:r>
          </a:p>
          <a:p>
            <a:r>
              <a:rPr lang="fr-FR" smtClean="0"/>
              <a:t>     These city walls</a:t>
            </a:r>
          </a:p>
          <a:p>
            <a:endParaRPr lang="fr-FR" smtClean="0"/>
          </a:p>
          <a:p>
            <a:r>
              <a:rPr lang="fr-FR" smtClean="0"/>
              <a:t>6-  JUSTE POUR ÊTRE AVEC TOI</a:t>
            </a:r>
          </a:p>
          <a:p>
            <a:r>
              <a:rPr lang="fr-FR" smtClean="0"/>
              <a:t>     Only to be with you</a:t>
            </a:r>
          </a:p>
          <a:p>
            <a:endParaRPr lang="fr-FR" smtClean="0"/>
          </a:p>
          <a:p>
            <a:r>
              <a:rPr lang="fr-FR" smtClean="0"/>
              <a:t>7-  MAIS JE N’AI PAS TROUVÉ</a:t>
            </a:r>
            <a:br>
              <a:rPr lang="fr-FR" smtClean="0"/>
            </a:br>
            <a:r>
              <a:rPr lang="fr-FR" smtClean="0"/>
              <a:t>    CE QUE JE CHERCHAIS</a:t>
            </a:r>
          </a:p>
          <a:p>
            <a:r>
              <a:rPr lang="fr-FR" smtClean="0"/>
              <a:t>    But I still haven't found</a:t>
            </a:r>
          </a:p>
          <a:p>
            <a:r>
              <a:rPr lang="fr-FR" smtClean="0"/>
              <a:t>    What I'm looking for</a:t>
            </a:r>
          </a:p>
          <a:p>
            <a:endParaRPr lang="fr-FR" smtClean="0"/>
          </a:p>
          <a:p>
            <a:r>
              <a:rPr lang="fr-FR" smtClean="0"/>
              <a:t>8-  JE SUIS MONTÉ SUR LA PLUS HAUTE MONTAGNE</a:t>
            </a:r>
          </a:p>
          <a:p>
            <a:r>
              <a:rPr lang="fr-FR" smtClean="0"/>
              <a:t>     I have climbed the highest mountain</a:t>
            </a:r>
          </a:p>
          <a:p>
            <a:endParaRPr lang="fr-FR" smtClean="0"/>
          </a:p>
          <a:p>
            <a:r>
              <a:rPr lang="fr-FR" smtClean="0"/>
              <a:t>9-  J’AI PARCOURU TOUS LES CHAMPS</a:t>
            </a:r>
          </a:p>
          <a:p>
            <a:r>
              <a:rPr lang="fr-FR" smtClean="0"/>
              <a:t>     I have run through the fields</a:t>
            </a:r>
          </a:p>
          <a:p>
            <a:endParaRPr lang="fr-FR" smtClean="0"/>
          </a:p>
          <a:p>
            <a:r>
              <a:rPr lang="fr-FR" smtClean="0"/>
              <a:t>10-  JUSTE POUR ÊTRE AVEC TOI</a:t>
            </a:r>
            <a:br>
              <a:rPr lang="fr-FR" smtClean="0"/>
            </a:br>
            <a:r>
              <a:rPr lang="fr-FR" smtClean="0"/>
              <a:t>      JUSTE POUR ÊTRE AVEC TOI</a:t>
            </a:r>
          </a:p>
          <a:p>
            <a:r>
              <a:rPr lang="fr-FR" smtClean="0"/>
              <a:t>      Only to be with You</a:t>
            </a:r>
          </a:p>
          <a:p>
            <a:r>
              <a:rPr lang="fr-FR" smtClean="0"/>
              <a:t>      Only to be with You</a:t>
            </a:r>
          </a:p>
          <a:p>
            <a:endParaRPr lang="fr-FR" smtClean="0"/>
          </a:p>
          <a:p>
            <a:r>
              <a:rPr lang="fr-FR" smtClean="0"/>
              <a:t>11-  J’AI COURU, J’AI RAMPÉ</a:t>
            </a:r>
            <a:br>
              <a:rPr lang="fr-FR" smtClean="0"/>
            </a:br>
            <a:r>
              <a:rPr lang="fr-FR" smtClean="0"/>
              <a:t>      JE SUIS MONTÉ SUR CES MURAILLES</a:t>
            </a:r>
          </a:p>
          <a:p>
            <a:r>
              <a:rPr lang="fr-FR" smtClean="0"/>
              <a:t>      I have run, I have crawled</a:t>
            </a:r>
          </a:p>
          <a:p>
            <a:r>
              <a:rPr lang="fr-FR" smtClean="0"/>
              <a:t>      I have scaled these city walls</a:t>
            </a:r>
          </a:p>
          <a:p>
            <a:endParaRPr lang="fr-FR" smtClean="0"/>
          </a:p>
          <a:p>
            <a:r>
              <a:rPr lang="fr-FR" smtClean="0"/>
              <a:t>12-  SUR CES MURAILLES</a:t>
            </a:r>
            <a:br>
              <a:rPr lang="fr-FR" smtClean="0"/>
            </a:br>
            <a:r>
              <a:rPr lang="fr-FR" smtClean="0"/>
              <a:t>      JUSTE POUR ÊTRE AVEC TOI</a:t>
            </a:r>
            <a:br>
              <a:rPr lang="fr-FR" smtClean="0"/>
            </a:br>
            <a:r>
              <a:rPr lang="fr-FR" smtClean="0"/>
              <a:t>      These city walls</a:t>
            </a:r>
          </a:p>
          <a:p>
            <a:r>
              <a:rPr lang="fr-FR" smtClean="0"/>
              <a:t>      Only to be with You</a:t>
            </a:r>
          </a:p>
          <a:p>
            <a:endParaRPr lang="fr-FR" smtClean="0"/>
          </a:p>
          <a:p>
            <a:r>
              <a:rPr lang="fr-FR" smtClean="0"/>
              <a:t>13-  MAIS JE N’AI PAS TROUVÉ</a:t>
            </a:r>
            <a:br>
              <a:rPr lang="fr-FR" smtClean="0"/>
            </a:br>
            <a:r>
              <a:rPr lang="fr-FR" smtClean="0"/>
              <a:t>      CE QUE JE CHERCHAIS</a:t>
            </a:r>
          </a:p>
          <a:p>
            <a:r>
              <a:rPr lang="fr-FR" smtClean="0"/>
              <a:t>      But I still haven't found</a:t>
            </a:r>
          </a:p>
          <a:p>
            <a:r>
              <a:rPr lang="fr-FR" smtClean="0"/>
              <a:t>      What I'm looking for</a:t>
            </a:r>
          </a:p>
          <a:p>
            <a:endParaRPr lang="fr-FR" smtClean="0"/>
          </a:p>
          <a:p>
            <a:r>
              <a:rPr lang="fr-FR" smtClean="0"/>
              <a:t>14-  TON RÈGNE VIENT JE LE CROIS</a:t>
            </a:r>
          </a:p>
          <a:p>
            <a:r>
              <a:rPr lang="fr-FR" smtClean="0"/>
              <a:t>       I believe in the Kingdom Come</a:t>
            </a:r>
          </a:p>
          <a:p>
            <a:r>
              <a:rPr lang="fr-FR" smtClean="0"/>
              <a:t>15-  QUAND TOUTES LES COULEURS S’UNIRONT EN TOI</a:t>
            </a:r>
          </a:p>
          <a:p>
            <a:r>
              <a:rPr lang="fr-FR" smtClean="0"/>
              <a:t>       When all the colors will bleed into one</a:t>
            </a:r>
          </a:p>
          <a:p>
            <a:r>
              <a:rPr lang="fr-FR" smtClean="0"/>
              <a:t>16-  S’UNIRONT EN TOI</a:t>
            </a:r>
          </a:p>
          <a:p>
            <a:r>
              <a:rPr lang="fr-FR" smtClean="0"/>
              <a:t>       Bleed into one</a:t>
            </a:r>
          </a:p>
          <a:p>
            <a:endParaRPr lang="fr-FR" smtClean="0"/>
          </a:p>
          <a:p>
            <a:r>
              <a:rPr lang="fr-FR" smtClean="0"/>
              <a:t>17-  OUI, JE COURS ENCORE</a:t>
            </a:r>
          </a:p>
          <a:p>
            <a:r>
              <a:rPr lang="fr-FR" smtClean="0"/>
              <a:t>       Yes, I'm still running</a:t>
            </a:r>
          </a:p>
          <a:p>
            <a:endParaRPr lang="fr-FR" smtClean="0"/>
          </a:p>
          <a:p>
            <a:r>
              <a:rPr lang="fr-FR" smtClean="0"/>
              <a:t>18-  TU BRISAS LES JOUGS</a:t>
            </a:r>
            <a:br>
              <a:rPr lang="fr-FR" smtClean="0"/>
            </a:br>
            <a:r>
              <a:rPr lang="fr-FR" smtClean="0"/>
              <a:t>       TU BRISAS LES CHAÎNES</a:t>
            </a:r>
          </a:p>
          <a:p>
            <a:r>
              <a:rPr lang="fr-FR" smtClean="0"/>
              <a:t>       You broke the bonds</a:t>
            </a:r>
          </a:p>
          <a:p>
            <a:r>
              <a:rPr lang="fr-FR" smtClean="0"/>
              <a:t>       And you loosed the chains</a:t>
            </a:r>
          </a:p>
          <a:p>
            <a:endParaRPr lang="fr-FR" smtClean="0"/>
          </a:p>
          <a:p>
            <a:r>
              <a:rPr lang="fr-FR" smtClean="0"/>
              <a:t>19-  PORTAS LA CROIX DE TOUTE MA HONTE</a:t>
            </a:r>
          </a:p>
          <a:p>
            <a:r>
              <a:rPr lang="fr-FR" smtClean="0"/>
              <a:t>      Carried the cross of all my shame</a:t>
            </a:r>
          </a:p>
          <a:p>
            <a:r>
              <a:rPr lang="fr-FR" smtClean="0"/>
              <a:t>20-  DE TOUTE MA HONTE</a:t>
            </a:r>
            <a:br>
              <a:rPr lang="fr-FR" smtClean="0"/>
            </a:br>
            <a:r>
              <a:rPr lang="fr-FR" smtClean="0"/>
              <a:t>       SEIGNEUR JE LE CROIS</a:t>
            </a:r>
          </a:p>
          <a:p>
            <a:r>
              <a:rPr lang="fr-FR" smtClean="0"/>
              <a:t>       Of all my shame, Lord I believe it</a:t>
            </a:r>
          </a:p>
          <a:p>
            <a:r>
              <a:rPr lang="fr-FR" smtClean="0"/>
              <a:t>21-  ET FINALEMENT, J’AI TROUVÉ</a:t>
            </a:r>
            <a:br>
              <a:rPr lang="fr-FR" smtClean="0"/>
            </a:br>
            <a:r>
              <a:rPr lang="fr-FR" smtClean="0"/>
              <a:t>      CE QUE JE CHERCHAIS</a:t>
            </a:r>
          </a:p>
          <a:p>
            <a:r>
              <a:rPr lang="fr-FR" smtClean="0"/>
              <a:t>      And now I've finally found</a:t>
            </a:r>
          </a:p>
          <a:p>
            <a:r>
              <a:rPr lang="fr-FR" smtClean="0"/>
              <a:t>      What I'm looking for</a:t>
            </a:r>
          </a:p>
          <a:p>
            <a:endParaRPr lang="fr-FR" smtClean="0"/>
          </a:p>
          <a:p>
            <a:r>
              <a:rPr lang="fr-FR" smtClean="0"/>
              <a:t>22-  OUVRE LES YEUX DE MON CŒUR</a:t>
            </a:r>
            <a:br>
              <a:rPr lang="fr-FR" smtClean="0"/>
            </a:br>
            <a:r>
              <a:rPr lang="fr-FR" smtClean="0"/>
              <a:t>       OUVRE LES YEUX DE MON CŒUR </a:t>
            </a:r>
          </a:p>
          <a:p>
            <a:r>
              <a:rPr lang="fr-FR" smtClean="0"/>
              <a:t>       Open the eyes of my heart, Lord</a:t>
            </a:r>
          </a:p>
          <a:p>
            <a:r>
              <a:rPr lang="fr-FR" smtClean="0"/>
              <a:t>       Open the eyes of my heart</a:t>
            </a:r>
          </a:p>
          <a:p>
            <a:r>
              <a:rPr lang="fr-FR" smtClean="0"/>
              <a:t>23-  JE VEUX TE VOIR SEIGNEUR</a:t>
            </a:r>
            <a:br>
              <a:rPr lang="fr-FR" smtClean="0"/>
            </a:br>
            <a:r>
              <a:rPr lang="fr-FR" smtClean="0"/>
              <a:t>       JE VEUX TE VOIR SEIGNEUR</a:t>
            </a:r>
          </a:p>
          <a:p>
            <a:r>
              <a:rPr lang="fr-FR" smtClean="0"/>
              <a:t>       I want to see You</a:t>
            </a:r>
          </a:p>
          <a:p>
            <a:r>
              <a:rPr lang="fr-FR" smtClean="0"/>
              <a:t>       I want to see You</a:t>
            </a:r>
          </a:p>
          <a:p>
            <a:endParaRPr lang="fr-FR" smtClean="0"/>
          </a:p>
          <a:p>
            <a:r>
              <a:rPr lang="fr-FR" smtClean="0"/>
              <a:t>24-  ET FINALEMENT, J’AI TROUVÉ</a:t>
            </a:r>
            <a:br>
              <a:rPr lang="fr-FR" smtClean="0"/>
            </a:br>
            <a:r>
              <a:rPr lang="fr-FR" smtClean="0"/>
              <a:t>      CE QUE JE CHERCHAIS</a:t>
            </a:r>
          </a:p>
          <a:p>
            <a:r>
              <a:rPr lang="fr-FR" smtClean="0"/>
              <a:t>      And now I've finally found</a:t>
            </a:r>
          </a:p>
          <a:p>
            <a:r>
              <a:rPr lang="fr-FR" smtClean="0"/>
              <a:t>      What I'm looking for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MONTÉ SUR LA PLUS HAUTE MONTAGNE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 have climbed the highest mountain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J’AI PARCOURU TOUS LES CHAMPS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 have run through the fields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JUSTE POUR ÊTRE AVEC TOI</a:t>
            </a:r>
            <a:br>
              <a:rPr lang="fr-FR" smtClean="0"/>
            </a:br>
            <a:r>
              <a:rPr lang="fr-FR" smtClean="0"/>
              <a:t>     JUSTE POUR ÊTRE AVEC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J’AI COURU, J’AI RAMPÉ</a:t>
            </a:r>
            <a:br>
              <a:rPr lang="fr-FR" smtClean="0"/>
            </a:br>
            <a:r>
              <a:rPr lang="fr-FR" smtClean="0"/>
              <a:t>     JE SUIS MONTÉ SUR CES MURAILLES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have run, I have crawled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have scaled these city walls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SUR CES MURAILLES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These city walls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JUSTE POUR ÊTRE AVEC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MAIS JE N’AI PAS TROUVÉ</a:t>
            </a:r>
            <a:br>
              <a:rPr lang="fr-FR" smtClean="0"/>
            </a:br>
            <a:r>
              <a:rPr lang="fr-FR" smtClean="0"/>
              <a:t>    CE QUE JE CHERCHAIS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But I still haven't found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What I'm looking for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JE SUIS MONTÉ SUR LA PLUS HAUTE MONTAGNE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 have climbed the highest mountain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J’AI PARCOURU TOUS LES CHAMPS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 have run through the fields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JUSTE POUR ÊTRE AVEC TOI</a:t>
            </a:r>
            <a:br>
              <a:rPr lang="fr-FR" smtClean="0"/>
            </a:br>
            <a:r>
              <a:rPr lang="fr-FR" smtClean="0"/>
              <a:t>      JUSTE POUR ÊTRE AVEC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J’AI COURU, J’AI RAMPÉ</a:t>
            </a:r>
            <a:br>
              <a:rPr lang="fr-FR" smtClean="0"/>
            </a:br>
            <a:r>
              <a:rPr lang="fr-FR" smtClean="0"/>
              <a:t>      JE SUIS MONTÉ SUR CES MURAILLES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have run, I have crawled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have scaled these city walls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SUR CES MURAILLES</a:t>
            </a:r>
            <a:br>
              <a:rPr lang="fr-FR" smtClean="0"/>
            </a:br>
            <a:r>
              <a:rPr lang="fr-FR" smtClean="0"/>
              <a:t>      JUSTE POUR ÊTRE AVEC TOI</a:t>
            </a:r>
            <a:br>
              <a:rPr lang="fr-FR" smtClean="0"/>
            </a:br>
            <a:r>
              <a:rPr lang="fr-FR" smtClean="0"/>
              <a:t>      These city walls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MAIS JE N’AI PAS TROUVÉ</a:t>
            </a:r>
            <a:br>
              <a:rPr lang="fr-FR" smtClean="0"/>
            </a:br>
            <a:r>
              <a:rPr lang="fr-FR" smtClean="0"/>
              <a:t>      CE QUE JE CHERCHAIS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But I still haven't found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What I'm looking for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TON RÈGNE VIENT JE LE CROIS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believe in the Kingdom Come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QUAND TOUTES LES COULEURS S’UNIRONT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When all the colors will bleed into 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S’UNIRONT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Bleed into 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OUI, JE COURS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Yes, I'm still running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TU BRISAS LES JOUGS</a:t>
            </a:r>
            <a:br>
              <a:rPr lang="fr-FR" smtClean="0"/>
            </a:br>
            <a:r>
              <a:rPr lang="fr-FR" smtClean="0"/>
              <a:t>       TU BRISAS LES CHAÎNES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 broke the bonds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you loosed the chains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PORTAS LA CROIX DE TOUTE MA HONTE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Carried the cross of all my shame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DE TOUTE MA HONTE</a:t>
            </a:r>
            <a:br>
              <a:rPr lang="fr-FR" smtClean="0"/>
            </a:br>
            <a:r>
              <a:rPr lang="fr-FR" smtClean="0"/>
              <a:t>       SEIGNEUR JE LE CROIS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Of all my shame, Lord I believe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ET FINALEMENT, J’AI TROUVÉ</a:t>
            </a:r>
            <a:br>
              <a:rPr lang="fr-FR" smtClean="0"/>
            </a:br>
            <a:r>
              <a:rPr lang="fr-FR" smtClean="0"/>
              <a:t>      CE QUE JE CHERCHAIS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now I've finally found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What I'm looking for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OUVRE LES YEUX DE MON CŒUR</a:t>
            </a:r>
            <a:br>
              <a:rPr lang="fr-FR" smtClean="0"/>
            </a:br>
            <a:r>
              <a:rPr lang="fr-FR" smtClean="0"/>
              <a:t>       OUVRE LES YEUX DE MON CŒUR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Open the eyes of my heart,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Open the eyes of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VEUX TE VOIR SEIGNEUR</a:t>
            </a:r>
            <a:br>
              <a:rPr lang="fr-FR" smtClean="0"/>
            </a:br>
            <a:r>
              <a:rPr lang="fr-FR" smtClean="0"/>
              <a:t>       JE VEUX TE VOIR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want to see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want to see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ET FINALEMENT, J’AI TROUVÉ</a:t>
            </a:r>
            <a:br>
              <a:rPr lang="fr-FR" smtClean="0"/>
            </a:br>
            <a:r>
              <a:rPr lang="fr-FR" smtClean="0"/>
              <a:t>      CE QUE JE CHERCHAIS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now I've finally found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What I'm looking for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481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MONTÉ SUR LA PLUS HAUTE MONTAGNE</a:t>
            </a:r>
          </a:p>
          <a:p>
            <a:r>
              <a:rPr lang="fr-FR" smtClean="0"/>
              <a:t>     I have climbed the highest mountain</a:t>
            </a:r>
          </a:p>
          <a:p>
            <a:r>
              <a:rPr lang="fr-FR" smtClean="0"/>
              <a:t>2-  J’AI PARCOURU TOUS LES CHAMPS</a:t>
            </a:r>
          </a:p>
          <a:p>
            <a:r>
              <a:rPr lang="fr-FR" smtClean="0"/>
              <a:t>     I have run through the fields</a:t>
            </a:r>
          </a:p>
          <a:p>
            <a:endParaRPr lang="fr-FR" smtClean="0"/>
          </a:p>
          <a:p>
            <a:r>
              <a:rPr lang="fr-FR" smtClean="0"/>
              <a:t>3-  JUSTE POUR ÊTRE AVEC TOI</a:t>
            </a:r>
            <a:br>
              <a:rPr lang="fr-FR" smtClean="0"/>
            </a:br>
            <a:r>
              <a:rPr lang="fr-FR" smtClean="0"/>
              <a:t>     JUSTE POUR ÊTRE AVEC TOI</a:t>
            </a:r>
          </a:p>
          <a:p>
            <a:r>
              <a:rPr lang="fr-FR" smtClean="0"/>
              <a:t>     Only to be with You</a:t>
            </a:r>
          </a:p>
          <a:p>
            <a:r>
              <a:rPr lang="fr-FR" smtClean="0"/>
              <a:t>     Only to be with You</a:t>
            </a:r>
          </a:p>
          <a:p>
            <a:endParaRPr lang="fr-FR" smtClean="0"/>
          </a:p>
          <a:p>
            <a:r>
              <a:rPr lang="fr-FR" smtClean="0"/>
              <a:t>4-  J’AI COURU, J’AI RAMPÉ</a:t>
            </a:r>
            <a:br>
              <a:rPr lang="fr-FR" smtClean="0"/>
            </a:br>
            <a:r>
              <a:rPr lang="fr-FR" smtClean="0"/>
              <a:t>     JE SUIS MONTÉ SUR CES MURAILLES</a:t>
            </a:r>
          </a:p>
          <a:p>
            <a:r>
              <a:rPr lang="fr-FR" smtClean="0"/>
              <a:t>      I have run, I have crawled</a:t>
            </a:r>
          </a:p>
          <a:p>
            <a:r>
              <a:rPr lang="fr-FR" smtClean="0"/>
              <a:t>      I have scaled these city walls</a:t>
            </a:r>
          </a:p>
          <a:p>
            <a:r>
              <a:rPr lang="fr-FR" smtClean="0"/>
              <a:t>5-  SUR CES MURAILLES</a:t>
            </a:r>
          </a:p>
          <a:p>
            <a:r>
              <a:rPr lang="fr-FR" smtClean="0"/>
              <a:t>     These city walls</a:t>
            </a:r>
          </a:p>
          <a:p>
            <a:endParaRPr lang="fr-FR" smtClean="0"/>
          </a:p>
          <a:p>
            <a:r>
              <a:rPr lang="fr-FR" smtClean="0"/>
              <a:t>6-  JUSTE POUR ÊTRE AVEC TOI</a:t>
            </a:r>
          </a:p>
          <a:p>
            <a:r>
              <a:rPr lang="fr-FR" smtClean="0"/>
              <a:t>     Only to be with you</a:t>
            </a:r>
          </a:p>
          <a:p>
            <a:endParaRPr lang="fr-FR" smtClean="0"/>
          </a:p>
          <a:p>
            <a:r>
              <a:rPr lang="fr-FR" smtClean="0"/>
              <a:t>7-  MAIS JE N’AI PAS TROUVÉ</a:t>
            </a:r>
            <a:br>
              <a:rPr lang="fr-FR" smtClean="0"/>
            </a:br>
            <a:r>
              <a:rPr lang="fr-FR" smtClean="0"/>
              <a:t>    CE QUE JE CHERCHAIS</a:t>
            </a:r>
          </a:p>
          <a:p>
            <a:r>
              <a:rPr lang="fr-FR" smtClean="0"/>
              <a:t>    But I still haven't found</a:t>
            </a:r>
          </a:p>
          <a:p>
            <a:r>
              <a:rPr lang="fr-FR" smtClean="0"/>
              <a:t>    What I'm looking for</a:t>
            </a:r>
          </a:p>
          <a:p>
            <a:endParaRPr lang="fr-FR" smtClean="0"/>
          </a:p>
          <a:p>
            <a:r>
              <a:rPr lang="fr-FR" smtClean="0"/>
              <a:t>8-  JE SUIS MONTÉ SUR LA PLUS HAUTE MONTAGNE</a:t>
            </a:r>
          </a:p>
          <a:p>
            <a:r>
              <a:rPr lang="fr-FR" smtClean="0"/>
              <a:t>     I have climbed the highest mountain</a:t>
            </a:r>
          </a:p>
          <a:p>
            <a:endParaRPr lang="fr-FR" smtClean="0"/>
          </a:p>
          <a:p>
            <a:r>
              <a:rPr lang="fr-FR" smtClean="0"/>
              <a:t>9-  J’AI PARCOURU TOUS LES CHAMPS</a:t>
            </a:r>
          </a:p>
          <a:p>
            <a:r>
              <a:rPr lang="fr-FR" smtClean="0"/>
              <a:t>     I have run through the fields</a:t>
            </a:r>
          </a:p>
          <a:p>
            <a:endParaRPr lang="fr-FR" smtClean="0"/>
          </a:p>
          <a:p>
            <a:r>
              <a:rPr lang="fr-FR" smtClean="0"/>
              <a:t>10-  JUSTE POUR ÊTRE AVEC TOI</a:t>
            </a:r>
            <a:br>
              <a:rPr lang="fr-FR" smtClean="0"/>
            </a:br>
            <a:r>
              <a:rPr lang="fr-FR" smtClean="0"/>
              <a:t>      JUSTE POUR ÊTRE AVEC TOI</a:t>
            </a:r>
          </a:p>
          <a:p>
            <a:r>
              <a:rPr lang="fr-FR" smtClean="0"/>
              <a:t>      Only to be with You</a:t>
            </a:r>
          </a:p>
          <a:p>
            <a:r>
              <a:rPr lang="fr-FR" smtClean="0"/>
              <a:t>      Only to be with You</a:t>
            </a:r>
          </a:p>
          <a:p>
            <a:endParaRPr lang="fr-FR" smtClean="0"/>
          </a:p>
          <a:p>
            <a:r>
              <a:rPr lang="fr-FR" smtClean="0"/>
              <a:t>11-  J’AI COURU, J’AI RAMPÉ</a:t>
            </a:r>
            <a:br>
              <a:rPr lang="fr-FR" smtClean="0"/>
            </a:br>
            <a:r>
              <a:rPr lang="fr-FR" smtClean="0"/>
              <a:t>      JE SUIS MONTÉ SUR CES MURAILLES</a:t>
            </a:r>
          </a:p>
          <a:p>
            <a:r>
              <a:rPr lang="fr-FR" smtClean="0"/>
              <a:t>      I have run, I have crawled</a:t>
            </a:r>
          </a:p>
          <a:p>
            <a:r>
              <a:rPr lang="fr-FR" smtClean="0"/>
              <a:t>      I have scaled these city walls</a:t>
            </a:r>
          </a:p>
          <a:p>
            <a:endParaRPr lang="fr-FR" smtClean="0"/>
          </a:p>
          <a:p>
            <a:r>
              <a:rPr lang="fr-FR" smtClean="0"/>
              <a:t>12-  SUR CES MURAILLES</a:t>
            </a:r>
            <a:br>
              <a:rPr lang="fr-FR" smtClean="0"/>
            </a:br>
            <a:r>
              <a:rPr lang="fr-FR" smtClean="0"/>
              <a:t>      JUSTE POUR ÊTRE AVEC TOI</a:t>
            </a:r>
            <a:br>
              <a:rPr lang="fr-FR" smtClean="0"/>
            </a:br>
            <a:r>
              <a:rPr lang="fr-FR" smtClean="0"/>
              <a:t>      These city walls</a:t>
            </a:r>
          </a:p>
          <a:p>
            <a:r>
              <a:rPr lang="fr-FR" smtClean="0"/>
              <a:t>      Only to be with You</a:t>
            </a:r>
          </a:p>
          <a:p>
            <a:endParaRPr lang="fr-FR" smtClean="0"/>
          </a:p>
          <a:p>
            <a:r>
              <a:rPr lang="fr-FR" smtClean="0"/>
              <a:t>13-  MAIS JE N’AI PAS TROUVÉ</a:t>
            </a:r>
            <a:br>
              <a:rPr lang="fr-FR" smtClean="0"/>
            </a:br>
            <a:r>
              <a:rPr lang="fr-FR" smtClean="0"/>
              <a:t>      CE QUE JE CHERCHAIS</a:t>
            </a:r>
          </a:p>
          <a:p>
            <a:r>
              <a:rPr lang="fr-FR" smtClean="0"/>
              <a:t>      But I still haven't found</a:t>
            </a:r>
          </a:p>
          <a:p>
            <a:r>
              <a:rPr lang="fr-FR" smtClean="0"/>
              <a:t>      What I'm looking for</a:t>
            </a:r>
          </a:p>
          <a:p>
            <a:endParaRPr lang="fr-FR" smtClean="0"/>
          </a:p>
          <a:p>
            <a:r>
              <a:rPr lang="fr-FR" smtClean="0"/>
              <a:t>14-  TON RÈGNE VIENT JE LE CROIS</a:t>
            </a:r>
          </a:p>
          <a:p>
            <a:r>
              <a:rPr lang="fr-FR" smtClean="0"/>
              <a:t>       I believe in the Kingdom Come</a:t>
            </a:r>
          </a:p>
          <a:p>
            <a:r>
              <a:rPr lang="fr-FR" smtClean="0"/>
              <a:t>15-  QUAND TOUTES LES COULEURS S’UNIRONT EN TOI</a:t>
            </a:r>
          </a:p>
          <a:p>
            <a:r>
              <a:rPr lang="fr-FR" smtClean="0"/>
              <a:t>       When all the colors will bleed into one</a:t>
            </a:r>
          </a:p>
          <a:p>
            <a:r>
              <a:rPr lang="fr-FR" smtClean="0"/>
              <a:t>16-  S’UNIRONT EN TOI</a:t>
            </a:r>
          </a:p>
          <a:p>
            <a:r>
              <a:rPr lang="fr-FR" smtClean="0"/>
              <a:t>       Bleed into one</a:t>
            </a:r>
          </a:p>
          <a:p>
            <a:endParaRPr lang="fr-FR" smtClean="0"/>
          </a:p>
          <a:p>
            <a:r>
              <a:rPr lang="fr-FR" smtClean="0"/>
              <a:t>17-  OUI, JE COURS ENCORE</a:t>
            </a:r>
          </a:p>
          <a:p>
            <a:r>
              <a:rPr lang="fr-FR" smtClean="0"/>
              <a:t>       Yes, I'm still running</a:t>
            </a:r>
          </a:p>
          <a:p>
            <a:endParaRPr lang="fr-FR" smtClean="0"/>
          </a:p>
          <a:p>
            <a:r>
              <a:rPr lang="fr-FR" smtClean="0"/>
              <a:t>18-  TU BRISAS LES JOUGS</a:t>
            </a:r>
            <a:br>
              <a:rPr lang="fr-FR" smtClean="0"/>
            </a:br>
            <a:r>
              <a:rPr lang="fr-FR" smtClean="0"/>
              <a:t>       TU BRISAS LES CHAÎNES</a:t>
            </a:r>
          </a:p>
          <a:p>
            <a:r>
              <a:rPr lang="fr-FR" smtClean="0"/>
              <a:t>       You broke the bonds</a:t>
            </a:r>
          </a:p>
          <a:p>
            <a:r>
              <a:rPr lang="fr-FR" smtClean="0"/>
              <a:t>       And you loosed the chains</a:t>
            </a:r>
          </a:p>
          <a:p>
            <a:endParaRPr lang="fr-FR" smtClean="0"/>
          </a:p>
          <a:p>
            <a:r>
              <a:rPr lang="fr-FR" smtClean="0"/>
              <a:t>19-  PORTAS LA CROIX DE TOUTE MA HONTE</a:t>
            </a:r>
          </a:p>
          <a:p>
            <a:r>
              <a:rPr lang="fr-FR" smtClean="0"/>
              <a:t>      Carried the cross of all my shame</a:t>
            </a:r>
          </a:p>
          <a:p>
            <a:r>
              <a:rPr lang="fr-FR" smtClean="0"/>
              <a:t>20-  DE TOUTE MA HONTE</a:t>
            </a:r>
            <a:br>
              <a:rPr lang="fr-FR" smtClean="0"/>
            </a:br>
            <a:r>
              <a:rPr lang="fr-FR" smtClean="0"/>
              <a:t>       SEIGNEUR JE LE CROIS</a:t>
            </a:r>
          </a:p>
          <a:p>
            <a:r>
              <a:rPr lang="fr-FR" smtClean="0"/>
              <a:t>       Of all my shame, Lord I believe it</a:t>
            </a:r>
          </a:p>
          <a:p>
            <a:r>
              <a:rPr lang="fr-FR" smtClean="0"/>
              <a:t>21-  ET FINALEMENT, J’AI TROUVÉ</a:t>
            </a:r>
            <a:br>
              <a:rPr lang="fr-FR" smtClean="0"/>
            </a:br>
            <a:r>
              <a:rPr lang="fr-FR" smtClean="0"/>
              <a:t>      CE QUE JE CHERCHAIS</a:t>
            </a:r>
          </a:p>
          <a:p>
            <a:r>
              <a:rPr lang="fr-FR" smtClean="0"/>
              <a:t>      And now I've finally found</a:t>
            </a:r>
          </a:p>
          <a:p>
            <a:r>
              <a:rPr lang="fr-FR" smtClean="0"/>
              <a:t>      What I'm looking for</a:t>
            </a:r>
          </a:p>
          <a:p>
            <a:endParaRPr lang="fr-FR" smtClean="0"/>
          </a:p>
          <a:p>
            <a:r>
              <a:rPr lang="fr-FR" smtClean="0"/>
              <a:t>22-  OUVRE LES YEUX DE MON CŒUR</a:t>
            </a:r>
            <a:br>
              <a:rPr lang="fr-FR" smtClean="0"/>
            </a:br>
            <a:r>
              <a:rPr lang="fr-FR" smtClean="0"/>
              <a:t>       OUVRE LES YEUX DE MON CŒUR </a:t>
            </a:r>
          </a:p>
          <a:p>
            <a:r>
              <a:rPr lang="fr-FR" smtClean="0"/>
              <a:t>       Open the eyes of my heart, Lord</a:t>
            </a:r>
          </a:p>
          <a:p>
            <a:r>
              <a:rPr lang="fr-FR" smtClean="0"/>
              <a:t>       Open the eyes of my heart</a:t>
            </a:r>
          </a:p>
          <a:p>
            <a:r>
              <a:rPr lang="fr-FR" smtClean="0"/>
              <a:t>23-  JE VEUX TE VOIR SEIGNEUR</a:t>
            </a:r>
            <a:br>
              <a:rPr lang="fr-FR" smtClean="0"/>
            </a:br>
            <a:r>
              <a:rPr lang="fr-FR" smtClean="0"/>
              <a:t>       JE VEUX TE VOIR SEIGNEUR</a:t>
            </a:r>
          </a:p>
          <a:p>
            <a:r>
              <a:rPr lang="fr-FR" smtClean="0"/>
              <a:t>       I want to see You</a:t>
            </a:r>
          </a:p>
          <a:p>
            <a:r>
              <a:rPr lang="fr-FR" smtClean="0"/>
              <a:t>       I want to see You</a:t>
            </a:r>
          </a:p>
          <a:p>
            <a:endParaRPr lang="fr-FR" smtClean="0"/>
          </a:p>
          <a:p>
            <a:r>
              <a:rPr lang="fr-FR" smtClean="0"/>
              <a:t>24-  ET FINALEMENT, J’AI TROUVÉ</a:t>
            </a:r>
            <a:br>
              <a:rPr lang="fr-FR" smtClean="0"/>
            </a:br>
            <a:r>
              <a:rPr lang="fr-FR" smtClean="0"/>
              <a:t>      CE QUE JE CHERCHAIS</a:t>
            </a:r>
          </a:p>
          <a:p>
            <a:r>
              <a:rPr lang="fr-FR" smtClean="0"/>
              <a:t>      And now I've finally found</a:t>
            </a:r>
          </a:p>
          <a:p>
            <a:r>
              <a:rPr lang="fr-FR" smtClean="0"/>
              <a:t>      What I'm looking for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MONTÉ SUR LA PLUS HAUTE MONTAGNE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 have climbed the highest mountain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J’AI PARCOURU TOUS LES CHAMPS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 have run through the fields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JUSTE POUR ÊTRE AVEC TOI</a:t>
            </a:r>
            <a:br>
              <a:rPr lang="fr-FR" smtClean="0"/>
            </a:br>
            <a:r>
              <a:rPr lang="fr-FR" smtClean="0"/>
              <a:t>     JUSTE POUR ÊTRE AVEC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J’AI COURU, J’AI RAMPÉ</a:t>
            </a:r>
            <a:br>
              <a:rPr lang="fr-FR" smtClean="0"/>
            </a:br>
            <a:r>
              <a:rPr lang="fr-FR" smtClean="0"/>
              <a:t>     JE SUIS MONTÉ SUR CES MURAILLES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have run, I have crawled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have scaled these city walls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SUR CES MURAILLES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These city walls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JUSTE POUR ÊTRE AVEC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MAIS JE N’AI PAS TROUVÉ</a:t>
            </a:r>
            <a:br>
              <a:rPr lang="fr-FR" smtClean="0"/>
            </a:br>
            <a:r>
              <a:rPr lang="fr-FR" smtClean="0"/>
              <a:t>    CE QUE JE CHERCHAIS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But I still haven't found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What I'm looking for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JE SUIS MONTÉ SUR LA PLUS HAUTE MONTAGNE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 have climbed the highest mountain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J’AI PARCOURU TOUS LES CHAMPS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 have run through the fields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JUSTE POUR ÊTRE AVEC TOI</a:t>
            </a:r>
            <a:br>
              <a:rPr lang="fr-FR" smtClean="0"/>
            </a:br>
            <a:r>
              <a:rPr lang="fr-FR" smtClean="0"/>
              <a:t>      JUSTE POUR ÊTRE AVEC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J’AI COURU, J’AI RAMPÉ</a:t>
            </a:r>
            <a:br>
              <a:rPr lang="fr-FR" smtClean="0"/>
            </a:br>
            <a:r>
              <a:rPr lang="fr-FR" smtClean="0"/>
              <a:t>      JE SUIS MONTÉ SUR CES MURAILLES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have run, I have crawled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have scaled these city walls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SUR CES MURAILLES</a:t>
            </a:r>
            <a:br>
              <a:rPr lang="fr-FR" smtClean="0"/>
            </a:br>
            <a:r>
              <a:rPr lang="fr-FR" smtClean="0"/>
              <a:t>      JUSTE POUR ÊTRE AVEC TOI</a:t>
            </a:r>
            <a:br>
              <a:rPr lang="fr-FR" smtClean="0"/>
            </a:br>
            <a:r>
              <a:rPr lang="fr-FR" smtClean="0"/>
              <a:t>      These city walls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MAIS JE N’AI PAS TROUVÉ</a:t>
            </a:r>
            <a:br>
              <a:rPr lang="fr-FR" smtClean="0"/>
            </a:br>
            <a:r>
              <a:rPr lang="fr-FR" smtClean="0"/>
              <a:t>      CE QUE JE CHERCHAIS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But I still haven't found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What I'm looking for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TON RÈGNE VIENT JE LE CROIS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believe in the Kingdom Come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QUAND TOUTES LES COULEURS S’UNIRONT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When all the colors will bleed into 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S’UNIRONT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Bleed into 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OUI, JE COURS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Yes, I'm still running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TU BRISAS LES JOUGS</a:t>
            </a:r>
            <a:br>
              <a:rPr lang="fr-FR" smtClean="0"/>
            </a:br>
            <a:r>
              <a:rPr lang="fr-FR" smtClean="0"/>
              <a:t>       TU BRISAS LES CHAÎNES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 broke the bonds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you loosed the chains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PORTAS LA CROIX DE TOUTE MA HONTE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Carried the cross of all my shame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DE TOUTE MA HONTE</a:t>
            </a:r>
            <a:br>
              <a:rPr lang="fr-FR" smtClean="0"/>
            </a:br>
            <a:r>
              <a:rPr lang="fr-FR" smtClean="0"/>
              <a:t>       SEIGNEUR JE LE CROIS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Of all my shame, Lord I believe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ET FINALEMENT, J’AI TROUVÉ</a:t>
            </a:r>
            <a:br>
              <a:rPr lang="fr-FR" smtClean="0"/>
            </a:br>
            <a:r>
              <a:rPr lang="fr-FR" smtClean="0"/>
              <a:t>      CE QUE JE CHERCHAIS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now I've finally found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What I'm looking for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OUVRE LES YEUX DE MON CŒUR</a:t>
            </a:r>
            <a:br>
              <a:rPr lang="fr-FR" smtClean="0"/>
            </a:br>
            <a:r>
              <a:rPr lang="fr-FR" smtClean="0"/>
              <a:t>       OUVRE LES YEUX DE MON CŒUR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Open the eyes of my heart,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Open the eyes of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VEUX TE VOIR SEIGNEUR</a:t>
            </a:r>
            <a:br>
              <a:rPr lang="fr-FR" smtClean="0"/>
            </a:br>
            <a:r>
              <a:rPr lang="fr-FR" smtClean="0"/>
              <a:t>       JE VEUX TE VOIR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want to see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want to see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ET FINALEMENT, J’AI TROUVÉ</a:t>
            </a:r>
            <a:br>
              <a:rPr lang="fr-FR" smtClean="0"/>
            </a:br>
            <a:r>
              <a:rPr lang="fr-FR" smtClean="0"/>
              <a:t>      CE QUE JE CHERCHAIS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now I've finally found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What I'm looking for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491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MONTÉ SUR LA PLUS HAUTE MONTAGNE</a:t>
            </a:r>
          </a:p>
          <a:p>
            <a:r>
              <a:rPr lang="fr-FR" smtClean="0"/>
              <a:t>     I have climbed the highest mountain</a:t>
            </a:r>
          </a:p>
          <a:p>
            <a:r>
              <a:rPr lang="fr-FR" smtClean="0"/>
              <a:t>2-  J’AI PARCOURU TOUS LES CHAMPS</a:t>
            </a:r>
          </a:p>
          <a:p>
            <a:r>
              <a:rPr lang="fr-FR" smtClean="0"/>
              <a:t>     I have run through the fields</a:t>
            </a:r>
          </a:p>
          <a:p>
            <a:endParaRPr lang="fr-FR" smtClean="0"/>
          </a:p>
          <a:p>
            <a:r>
              <a:rPr lang="fr-FR" smtClean="0"/>
              <a:t>3-  JUSTE POUR ÊTRE AVEC TOI</a:t>
            </a:r>
            <a:br>
              <a:rPr lang="fr-FR" smtClean="0"/>
            </a:br>
            <a:r>
              <a:rPr lang="fr-FR" smtClean="0"/>
              <a:t>     JUSTE POUR ÊTRE AVEC TOI</a:t>
            </a:r>
          </a:p>
          <a:p>
            <a:r>
              <a:rPr lang="fr-FR" smtClean="0"/>
              <a:t>     Only to be with You</a:t>
            </a:r>
          </a:p>
          <a:p>
            <a:r>
              <a:rPr lang="fr-FR" smtClean="0"/>
              <a:t>     Only to be with You</a:t>
            </a:r>
          </a:p>
          <a:p>
            <a:endParaRPr lang="fr-FR" smtClean="0"/>
          </a:p>
          <a:p>
            <a:r>
              <a:rPr lang="fr-FR" smtClean="0"/>
              <a:t>4-  J’AI COURU, J’AI RAMPÉ</a:t>
            </a:r>
            <a:br>
              <a:rPr lang="fr-FR" smtClean="0"/>
            </a:br>
            <a:r>
              <a:rPr lang="fr-FR" smtClean="0"/>
              <a:t>     JE SUIS MONTÉ SUR CES MURAILLES</a:t>
            </a:r>
          </a:p>
          <a:p>
            <a:r>
              <a:rPr lang="fr-FR" smtClean="0"/>
              <a:t>      I have run, I have crawled</a:t>
            </a:r>
          </a:p>
          <a:p>
            <a:r>
              <a:rPr lang="fr-FR" smtClean="0"/>
              <a:t>      I have scaled these city walls</a:t>
            </a:r>
          </a:p>
          <a:p>
            <a:r>
              <a:rPr lang="fr-FR" smtClean="0"/>
              <a:t>5-  SUR CES MURAILLES</a:t>
            </a:r>
          </a:p>
          <a:p>
            <a:r>
              <a:rPr lang="fr-FR" smtClean="0"/>
              <a:t>     These city walls</a:t>
            </a:r>
          </a:p>
          <a:p>
            <a:endParaRPr lang="fr-FR" smtClean="0"/>
          </a:p>
          <a:p>
            <a:r>
              <a:rPr lang="fr-FR" smtClean="0"/>
              <a:t>6-  JUSTE POUR ÊTRE AVEC TOI</a:t>
            </a:r>
          </a:p>
          <a:p>
            <a:r>
              <a:rPr lang="fr-FR" smtClean="0"/>
              <a:t>     Only to be with you</a:t>
            </a:r>
          </a:p>
          <a:p>
            <a:endParaRPr lang="fr-FR" smtClean="0"/>
          </a:p>
          <a:p>
            <a:r>
              <a:rPr lang="fr-FR" smtClean="0"/>
              <a:t>7-  MAIS JE N’AI PAS TROUVÉ</a:t>
            </a:r>
            <a:br>
              <a:rPr lang="fr-FR" smtClean="0"/>
            </a:br>
            <a:r>
              <a:rPr lang="fr-FR" smtClean="0"/>
              <a:t>    CE QUE JE CHERCHAIS</a:t>
            </a:r>
          </a:p>
          <a:p>
            <a:r>
              <a:rPr lang="fr-FR" smtClean="0"/>
              <a:t>    But I still haven't found</a:t>
            </a:r>
          </a:p>
          <a:p>
            <a:r>
              <a:rPr lang="fr-FR" smtClean="0"/>
              <a:t>    What I'm looking for</a:t>
            </a:r>
          </a:p>
          <a:p>
            <a:endParaRPr lang="fr-FR" smtClean="0"/>
          </a:p>
          <a:p>
            <a:r>
              <a:rPr lang="fr-FR" smtClean="0"/>
              <a:t>8-  JE SUIS MONTÉ SUR LA PLUS HAUTE MONTAGNE</a:t>
            </a:r>
          </a:p>
          <a:p>
            <a:r>
              <a:rPr lang="fr-FR" smtClean="0"/>
              <a:t>     I have climbed the highest mountain</a:t>
            </a:r>
          </a:p>
          <a:p>
            <a:endParaRPr lang="fr-FR" smtClean="0"/>
          </a:p>
          <a:p>
            <a:r>
              <a:rPr lang="fr-FR" smtClean="0"/>
              <a:t>9-  J’AI PARCOURU TOUS LES CHAMPS</a:t>
            </a:r>
          </a:p>
          <a:p>
            <a:r>
              <a:rPr lang="fr-FR" smtClean="0"/>
              <a:t>     I have run through the fields</a:t>
            </a:r>
          </a:p>
          <a:p>
            <a:endParaRPr lang="fr-FR" smtClean="0"/>
          </a:p>
          <a:p>
            <a:r>
              <a:rPr lang="fr-FR" smtClean="0"/>
              <a:t>10-  JUSTE POUR ÊTRE AVEC TOI</a:t>
            </a:r>
            <a:br>
              <a:rPr lang="fr-FR" smtClean="0"/>
            </a:br>
            <a:r>
              <a:rPr lang="fr-FR" smtClean="0"/>
              <a:t>      JUSTE POUR ÊTRE AVEC TOI</a:t>
            </a:r>
          </a:p>
          <a:p>
            <a:r>
              <a:rPr lang="fr-FR" smtClean="0"/>
              <a:t>      Only to be with You</a:t>
            </a:r>
          </a:p>
          <a:p>
            <a:r>
              <a:rPr lang="fr-FR" smtClean="0"/>
              <a:t>      Only to be with You</a:t>
            </a:r>
          </a:p>
          <a:p>
            <a:endParaRPr lang="fr-FR" smtClean="0"/>
          </a:p>
          <a:p>
            <a:r>
              <a:rPr lang="fr-FR" smtClean="0"/>
              <a:t>11-  J’AI COURU, J’AI RAMPÉ</a:t>
            </a:r>
            <a:br>
              <a:rPr lang="fr-FR" smtClean="0"/>
            </a:br>
            <a:r>
              <a:rPr lang="fr-FR" smtClean="0"/>
              <a:t>      JE SUIS MONTÉ SUR CES MURAILLES</a:t>
            </a:r>
          </a:p>
          <a:p>
            <a:r>
              <a:rPr lang="fr-FR" smtClean="0"/>
              <a:t>      I have run, I have crawled</a:t>
            </a:r>
          </a:p>
          <a:p>
            <a:r>
              <a:rPr lang="fr-FR" smtClean="0"/>
              <a:t>      I have scaled these city walls</a:t>
            </a:r>
          </a:p>
          <a:p>
            <a:endParaRPr lang="fr-FR" smtClean="0"/>
          </a:p>
          <a:p>
            <a:r>
              <a:rPr lang="fr-FR" smtClean="0"/>
              <a:t>12-  SUR CES MURAILLES</a:t>
            </a:r>
            <a:br>
              <a:rPr lang="fr-FR" smtClean="0"/>
            </a:br>
            <a:r>
              <a:rPr lang="fr-FR" smtClean="0"/>
              <a:t>      JUSTE POUR ÊTRE AVEC TOI</a:t>
            </a:r>
            <a:br>
              <a:rPr lang="fr-FR" smtClean="0"/>
            </a:br>
            <a:r>
              <a:rPr lang="fr-FR" smtClean="0"/>
              <a:t>      These city walls</a:t>
            </a:r>
          </a:p>
          <a:p>
            <a:r>
              <a:rPr lang="fr-FR" smtClean="0"/>
              <a:t>      Only to be with You</a:t>
            </a:r>
          </a:p>
          <a:p>
            <a:endParaRPr lang="fr-FR" smtClean="0"/>
          </a:p>
          <a:p>
            <a:r>
              <a:rPr lang="fr-FR" smtClean="0"/>
              <a:t>13-  MAIS JE N’AI PAS TROUVÉ</a:t>
            </a:r>
            <a:br>
              <a:rPr lang="fr-FR" smtClean="0"/>
            </a:br>
            <a:r>
              <a:rPr lang="fr-FR" smtClean="0"/>
              <a:t>      CE QUE JE CHERCHAIS</a:t>
            </a:r>
          </a:p>
          <a:p>
            <a:r>
              <a:rPr lang="fr-FR" smtClean="0"/>
              <a:t>      But I still haven't found</a:t>
            </a:r>
          </a:p>
          <a:p>
            <a:r>
              <a:rPr lang="fr-FR" smtClean="0"/>
              <a:t>      What I'm looking for</a:t>
            </a:r>
          </a:p>
          <a:p>
            <a:endParaRPr lang="fr-FR" smtClean="0"/>
          </a:p>
          <a:p>
            <a:r>
              <a:rPr lang="fr-FR" smtClean="0"/>
              <a:t>14-  TON RÈGNE VIENT JE LE CROIS</a:t>
            </a:r>
          </a:p>
          <a:p>
            <a:r>
              <a:rPr lang="fr-FR" smtClean="0"/>
              <a:t>       I believe in the Kingdom Come</a:t>
            </a:r>
          </a:p>
          <a:p>
            <a:r>
              <a:rPr lang="fr-FR" smtClean="0"/>
              <a:t>15-  QUAND TOUTES LES COULEURS S’UNIRONT EN TOI</a:t>
            </a:r>
          </a:p>
          <a:p>
            <a:r>
              <a:rPr lang="fr-FR" smtClean="0"/>
              <a:t>       When all the colors will bleed into one</a:t>
            </a:r>
          </a:p>
          <a:p>
            <a:r>
              <a:rPr lang="fr-FR" smtClean="0"/>
              <a:t>16-  S’UNIRONT EN TOI</a:t>
            </a:r>
          </a:p>
          <a:p>
            <a:r>
              <a:rPr lang="fr-FR" smtClean="0"/>
              <a:t>       Bleed into one</a:t>
            </a:r>
          </a:p>
          <a:p>
            <a:endParaRPr lang="fr-FR" smtClean="0"/>
          </a:p>
          <a:p>
            <a:r>
              <a:rPr lang="fr-FR" smtClean="0"/>
              <a:t>17-  OUI, JE COURS ENCORE</a:t>
            </a:r>
          </a:p>
          <a:p>
            <a:r>
              <a:rPr lang="fr-FR" smtClean="0"/>
              <a:t>       Yes, I'm still running</a:t>
            </a:r>
          </a:p>
          <a:p>
            <a:endParaRPr lang="fr-FR" smtClean="0"/>
          </a:p>
          <a:p>
            <a:r>
              <a:rPr lang="fr-FR" smtClean="0"/>
              <a:t>18-  TU BRISAS LES JOUGS</a:t>
            </a:r>
            <a:br>
              <a:rPr lang="fr-FR" smtClean="0"/>
            </a:br>
            <a:r>
              <a:rPr lang="fr-FR" smtClean="0"/>
              <a:t>       TU BRISAS LES CHAÎNES</a:t>
            </a:r>
          </a:p>
          <a:p>
            <a:r>
              <a:rPr lang="fr-FR" smtClean="0"/>
              <a:t>       You broke the bonds</a:t>
            </a:r>
          </a:p>
          <a:p>
            <a:r>
              <a:rPr lang="fr-FR" smtClean="0"/>
              <a:t>       And you loosed the chains</a:t>
            </a:r>
          </a:p>
          <a:p>
            <a:endParaRPr lang="fr-FR" smtClean="0"/>
          </a:p>
          <a:p>
            <a:r>
              <a:rPr lang="fr-FR" smtClean="0"/>
              <a:t>19-  PORTAS LA CROIX DE TOUTE MA HONTE</a:t>
            </a:r>
          </a:p>
          <a:p>
            <a:r>
              <a:rPr lang="fr-FR" smtClean="0"/>
              <a:t>      Carried the cross of all my shame</a:t>
            </a:r>
          </a:p>
          <a:p>
            <a:r>
              <a:rPr lang="fr-FR" smtClean="0"/>
              <a:t>20-  DE TOUTE MA HONTE</a:t>
            </a:r>
            <a:br>
              <a:rPr lang="fr-FR" smtClean="0"/>
            </a:br>
            <a:r>
              <a:rPr lang="fr-FR" smtClean="0"/>
              <a:t>       SEIGNEUR JE LE CROIS</a:t>
            </a:r>
          </a:p>
          <a:p>
            <a:r>
              <a:rPr lang="fr-FR" smtClean="0"/>
              <a:t>       Of all my shame, Lord I believe it</a:t>
            </a:r>
          </a:p>
          <a:p>
            <a:r>
              <a:rPr lang="fr-FR" smtClean="0"/>
              <a:t>21-  ET FINALEMENT, J’AI TROUVÉ</a:t>
            </a:r>
            <a:br>
              <a:rPr lang="fr-FR" smtClean="0"/>
            </a:br>
            <a:r>
              <a:rPr lang="fr-FR" smtClean="0"/>
              <a:t>      CE QUE JE CHERCHAIS</a:t>
            </a:r>
          </a:p>
          <a:p>
            <a:r>
              <a:rPr lang="fr-FR" smtClean="0"/>
              <a:t>      And now I've finally found</a:t>
            </a:r>
          </a:p>
          <a:p>
            <a:r>
              <a:rPr lang="fr-FR" smtClean="0"/>
              <a:t>      What I'm looking for</a:t>
            </a:r>
          </a:p>
          <a:p>
            <a:endParaRPr lang="fr-FR" smtClean="0"/>
          </a:p>
          <a:p>
            <a:r>
              <a:rPr lang="fr-FR" smtClean="0"/>
              <a:t>22-  OUVRE LES YEUX DE MON CŒUR</a:t>
            </a:r>
            <a:br>
              <a:rPr lang="fr-FR" smtClean="0"/>
            </a:br>
            <a:r>
              <a:rPr lang="fr-FR" smtClean="0"/>
              <a:t>       OUVRE LES YEUX DE MON CŒUR </a:t>
            </a:r>
          </a:p>
          <a:p>
            <a:r>
              <a:rPr lang="fr-FR" smtClean="0"/>
              <a:t>       Open the eyes of my heart, Lord</a:t>
            </a:r>
          </a:p>
          <a:p>
            <a:r>
              <a:rPr lang="fr-FR" smtClean="0"/>
              <a:t>       Open the eyes of my heart</a:t>
            </a:r>
          </a:p>
          <a:p>
            <a:r>
              <a:rPr lang="fr-FR" smtClean="0"/>
              <a:t>23-  JE VEUX TE VOIR SEIGNEUR</a:t>
            </a:r>
            <a:br>
              <a:rPr lang="fr-FR" smtClean="0"/>
            </a:br>
            <a:r>
              <a:rPr lang="fr-FR" smtClean="0"/>
              <a:t>       JE VEUX TE VOIR SEIGNEUR</a:t>
            </a:r>
          </a:p>
          <a:p>
            <a:r>
              <a:rPr lang="fr-FR" smtClean="0"/>
              <a:t>       I want to see You</a:t>
            </a:r>
          </a:p>
          <a:p>
            <a:r>
              <a:rPr lang="fr-FR" smtClean="0"/>
              <a:t>       I want to see You</a:t>
            </a:r>
          </a:p>
          <a:p>
            <a:endParaRPr lang="fr-FR" smtClean="0"/>
          </a:p>
          <a:p>
            <a:r>
              <a:rPr lang="fr-FR" smtClean="0"/>
              <a:t>24-  ET FINALEMENT, J’AI TROUVÉ</a:t>
            </a:r>
            <a:br>
              <a:rPr lang="fr-FR" smtClean="0"/>
            </a:br>
            <a:r>
              <a:rPr lang="fr-FR" smtClean="0"/>
              <a:t>      CE QUE JE CHERCHAIS</a:t>
            </a:r>
          </a:p>
          <a:p>
            <a:r>
              <a:rPr lang="fr-FR" smtClean="0"/>
              <a:t>      And now I've finally found</a:t>
            </a:r>
          </a:p>
          <a:p>
            <a:r>
              <a:rPr lang="fr-FR" smtClean="0"/>
              <a:t>      What I'm looking for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MONTÉ SUR LA PLUS HAUTE MONTAGNE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 have climbed the highest mountain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J’AI PARCOURU TOUS LES CHAMPS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 have run through the fields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JUSTE POUR ÊTRE AVEC TOI</a:t>
            </a:r>
            <a:br>
              <a:rPr lang="fr-FR" smtClean="0"/>
            </a:br>
            <a:r>
              <a:rPr lang="fr-FR" smtClean="0"/>
              <a:t>     JUSTE POUR ÊTRE AVEC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J’AI COURU, J’AI RAMPÉ</a:t>
            </a:r>
            <a:br>
              <a:rPr lang="fr-FR" smtClean="0"/>
            </a:br>
            <a:r>
              <a:rPr lang="fr-FR" smtClean="0"/>
              <a:t>     JE SUIS MONTÉ SUR CES MURAILLES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have run, I have crawled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have scaled these city walls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SUR CES MURAILLES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These city walls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JUSTE POUR ÊTRE AVEC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MAIS JE N’AI PAS TROUVÉ</a:t>
            </a:r>
            <a:br>
              <a:rPr lang="fr-FR" smtClean="0"/>
            </a:br>
            <a:r>
              <a:rPr lang="fr-FR" smtClean="0"/>
              <a:t>    CE QUE JE CHERCHAIS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But I still haven't found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What I'm looking for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JE SUIS MONTÉ SUR LA PLUS HAUTE MONTAGNE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 have climbed the highest mountain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J’AI PARCOURU TOUS LES CHAMPS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 have run through the fields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JUSTE POUR ÊTRE AVEC TOI</a:t>
            </a:r>
            <a:br>
              <a:rPr lang="fr-FR" smtClean="0"/>
            </a:br>
            <a:r>
              <a:rPr lang="fr-FR" smtClean="0"/>
              <a:t>      JUSTE POUR ÊTRE AVEC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J’AI COURU, J’AI RAMPÉ</a:t>
            </a:r>
            <a:br>
              <a:rPr lang="fr-FR" smtClean="0"/>
            </a:br>
            <a:r>
              <a:rPr lang="fr-FR" smtClean="0"/>
              <a:t>      JE SUIS MONTÉ SUR CES MURAILLES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have run, I have crawled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have scaled these city walls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SUR CES MURAILLES</a:t>
            </a:r>
            <a:br>
              <a:rPr lang="fr-FR" smtClean="0"/>
            </a:br>
            <a:r>
              <a:rPr lang="fr-FR" smtClean="0"/>
              <a:t>      JUSTE POUR ÊTRE AVEC TOI</a:t>
            </a:r>
            <a:br>
              <a:rPr lang="fr-FR" smtClean="0"/>
            </a:br>
            <a:r>
              <a:rPr lang="fr-FR" smtClean="0"/>
              <a:t>      These city walls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MAIS JE N’AI PAS TROUVÉ</a:t>
            </a:r>
            <a:br>
              <a:rPr lang="fr-FR" smtClean="0"/>
            </a:br>
            <a:r>
              <a:rPr lang="fr-FR" smtClean="0"/>
              <a:t>      CE QUE JE CHERCHAIS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But I still haven't found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What I'm looking for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TON RÈGNE VIENT JE LE CROIS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believe in the Kingdom Come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QUAND TOUTES LES COULEURS S’UNIRONT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When all the colors will bleed into 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S’UNIRONT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Bleed into 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OUI, JE COURS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Yes, I'm still running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TU BRISAS LES JOUGS</a:t>
            </a:r>
            <a:br>
              <a:rPr lang="fr-FR" smtClean="0"/>
            </a:br>
            <a:r>
              <a:rPr lang="fr-FR" smtClean="0"/>
              <a:t>       TU BRISAS LES CHAÎNES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 broke the bonds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you loosed the chains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PORTAS LA CROIX DE TOUTE MA HONTE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Carried the cross of all my shame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DE TOUTE MA HONTE</a:t>
            </a:r>
            <a:br>
              <a:rPr lang="fr-FR" smtClean="0"/>
            </a:br>
            <a:r>
              <a:rPr lang="fr-FR" smtClean="0"/>
              <a:t>       SEIGNEUR JE LE CROIS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Of all my shame, Lord I believe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ET FINALEMENT, J’AI TROUVÉ</a:t>
            </a:r>
            <a:br>
              <a:rPr lang="fr-FR" smtClean="0"/>
            </a:br>
            <a:r>
              <a:rPr lang="fr-FR" smtClean="0"/>
              <a:t>      CE QUE JE CHERCHAIS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now I've finally found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What I'm looking for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OUVRE LES YEUX DE MON CŒUR</a:t>
            </a:r>
            <a:br>
              <a:rPr lang="fr-FR" smtClean="0"/>
            </a:br>
            <a:r>
              <a:rPr lang="fr-FR" smtClean="0"/>
              <a:t>       OUVRE LES YEUX DE MON CŒUR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Open the eyes of my heart,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Open the eyes of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VEUX TE VOIR SEIGNEUR</a:t>
            </a:r>
            <a:br>
              <a:rPr lang="fr-FR" smtClean="0"/>
            </a:br>
            <a:r>
              <a:rPr lang="fr-FR" smtClean="0"/>
              <a:t>       JE VEUX TE VOIR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want to see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want to see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ET FINALEMENT, J’AI TROUVÉ</a:t>
            </a:r>
            <a:br>
              <a:rPr lang="fr-FR" smtClean="0"/>
            </a:br>
            <a:r>
              <a:rPr lang="fr-FR" smtClean="0"/>
              <a:t>      CE QUE JE CHERCHAIS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now I've finally found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What I'm looking for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501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MONTÉ SUR LA PLUS HAUTE MONTAGNE</a:t>
            </a:r>
          </a:p>
          <a:p>
            <a:r>
              <a:rPr lang="fr-FR" smtClean="0"/>
              <a:t>     I have climbed the highest mountain</a:t>
            </a:r>
          </a:p>
          <a:p>
            <a:r>
              <a:rPr lang="fr-FR" smtClean="0"/>
              <a:t>2-  J’AI PARCOURU TOUS LES CHAMPS</a:t>
            </a:r>
          </a:p>
          <a:p>
            <a:r>
              <a:rPr lang="fr-FR" smtClean="0"/>
              <a:t>     I have run through the fields</a:t>
            </a:r>
          </a:p>
          <a:p>
            <a:endParaRPr lang="fr-FR" smtClean="0"/>
          </a:p>
          <a:p>
            <a:r>
              <a:rPr lang="fr-FR" smtClean="0"/>
              <a:t>3-  JUSTE POUR ÊTRE AVEC TOI</a:t>
            </a:r>
            <a:br>
              <a:rPr lang="fr-FR" smtClean="0"/>
            </a:br>
            <a:r>
              <a:rPr lang="fr-FR" smtClean="0"/>
              <a:t>     JUSTE POUR ÊTRE AVEC TOI</a:t>
            </a:r>
          </a:p>
          <a:p>
            <a:r>
              <a:rPr lang="fr-FR" smtClean="0"/>
              <a:t>     Only to be with You</a:t>
            </a:r>
          </a:p>
          <a:p>
            <a:r>
              <a:rPr lang="fr-FR" smtClean="0"/>
              <a:t>     Only to be with You</a:t>
            </a:r>
          </a:p>
          <a:p>
            <a:endParaRPr lang="fr-FR" smtClean="0"/>
          </a:p>
          <a:p>
            <a:r>
              <a:rPr lang="fr-FR" smtClean="0"/>
              <a:t>4-  J’AI COURU, J’AI RAMPÉ</a:t>
            </a:r>
            <a:br>
              <a:rPr lang="fr-FR" smtClean="0"/>
            </a:br>
            <a:r>
              <a:rPr lang="fr-FR" smtClean="0"/>
              <a:t>     JE SUIS MONTÉ SUR CES MURAILLES</a:t>
            </a:r>
          </a:p>
          <a:p>
            <a:r>
              <a:rPr lang="fr-FR" smtClean="0"/>
              <a:t>      I have run, I have crawled</a:t>
            </a:r>
          </a:p>
          <a:p>
            <a:r>
              <a:rPr lang="fr-FR" smtClean="0"/>
              <a:t>      I have scaled these city walls</a:t>
            </a:r>
          </a:p>
          <a:p>
            <a:r>
              <a:rPr lang="fr-FR" smtClean="0"/>
              <a:t>5-  SUR CES MURAILLES</a:t>
            </a:r>
          </a:p>
          <a:p>
            <a:r>
              <a:rPr lang="fr-FR" smtClean="0"/>
              <a:t>     These city walls</a:t>
            </a:r>
          </a:p>
          <a:p>
            <a:endParaRPr lang="fr-FR" smtClean="0"/>
          </a:p>
          <a:p>
            <a:r>
              <a:rPr lang="fr-FR" smtClean="0"/>
              <a:t>6-  JUSTE POUR ÊTRE AVEC TOI</a:t>
            </a:r>
          </a:p>
          <a:p>
            <a:r>
              <a:rPr lang="fr-FR" smtClean="0"/>
              <a:t>     Only to be with you</a:t>
            </a:r>
          </a:p>
          <a:p>
            <a:endParaRPr lang="fr-FR" smtClean="0"/>
          </a:p>
          <a:p>
            <a:r>
              <a:rPr lang="fr-FR" smtClean="0"/>
              <a:t>7-  MAIS JE N’AI PAS TROUVÉ</a:t>
            </a:r>
            <a:br>
              <a:rPr lang="fr-FR" smtClean="0"/>
            </a:br>
            <a:r>
              <a:rPr lang="fr-FR" smtClean="0"/>
              <a:t>    CE QUE JE CHERCHAIS</a:t>
            </a:r>
          </a:p>
          <a:p>
            <a:r>
              <a:rPr lang="fr-FR" smtClean="0"/>
              <a:t>    But I still haven't found</a:t>
            </a:r>
          </a:p>
          <a:p>
            <a:r>
              <a:rPr lang="fr-FR" smtClean="0"/>
              <a:t>    What I'm looking for</a:t>
            </a:r>
          </a:p>
          <a:p>
            <a:endParaRPr lang="fr-FR" smtClean="0"/>
          </a:p>
          <a:p>
            <a:r>
              <a:rPr lang="fr-FR" smtClean="0"/>
              <a:t>8-  JE SUIS MONTÉ SUR LA PLUS HAUTE MONTAGNE</a:t>
            </a:r>
          </a:p>
          <a:p>
            <a:r>
              <a:rPr lang="fr-FR" smtClean="0"/>
              <a:t>     I have climbed the highest mountain</a:t>
            </a:r>
          </a:p>
          <a:p>
            <a:endParaRPr lang="fr-FR" smtClean="0"/>
          </a:p>
          <a:p>
            <a:r>
              <a:rPr lang="fr-FR" smtClean="0"/>
              <a:t>9-  J’AI PARCOURU TOUS LES CHAMPS</a:t>
            </a:r>
          </a:p>
          <a:p>
            <a:r>
              <a:rPr lang="fr-FR" smtClean="0"/>
              <a:t>     I have run through the fields</a:t>
            </a:r>
          </a:p>
          <a:p>
            <a:endParaRPr lang="fr-FR" smtClean="0"/>
          </a:p>
          <a:p>
            <a:r>
              <a:rPr lang="fr-FR" smtClean="0"/>
              <a:t>10-  JUSTE POUR ÊTRE AVEC TOI</a:t>
            </a:r>
            <a:br>
              <a:rPr lang="fr-FR" smtClean="0"/>
            </a:br>
            <a:r>
              <a:rPr lang="fr-FR" smtClean="0"/>
              <a:t>      JUSTE POUR ÊTRE AVEC TOI</a:t>
            </a:r>
          </a:p>
          <a:p>
            <a:r>
              <a:rPr lang="fr-FR" smtClean="0"/>
              <a:t>      Only to be with You</a:t>
            </a:r>
          </a:p>
          <a:p>
            <a:r>
              <a:rPr lang="fr-FR" smtClean="0"/>
              <a:t>      Only to be with You</a:t>
            </a:r>
          </a:p>
          <a:p>
            <a:endParaRPr lang="fr-FR" smtClean="0"/>
          </a:p>
          <a:p>
            <a:r>
              <a:rPr lang="fr-FR" smtClean="0"/>
              <a:t>11-  J’AI COURU, J’AI RAMPÉ</a:t>
            </a:r>
            <a:br>
              <a:rPr lang="fr-FR" smtClean="0"/>
            </a:br>
            <a:r>
              <a:rPr lang="fr-FR" smtClean="0"/>
              <a:t>      JE SUIS MONTÉ SUR CES MURAILLES</a:t>
            </a:r>
          </a:p>
          <a:p>
            <a:r>
              <a:rPr lang="fr-FR" smtClean="0"/>
              <a:t>      I have run, I have crawled</a:t>
            </a:r>
          </a:p>
          <a:p>
            <a:r>
              <a:rPr lang="fr-FR" smtClean="0"/>
              <a:t>      I have scaled these city walls</a:t>
            </a:r>
          </a:p>
          <a:p>
            <a:endParaRPr lang="fr-FR" smtClean="0"/>
          </a:p>
          <a:p>
            <a:r>
              <a:rPr lang="fr-FR" smtClean="0"/>
              <a:t>12-  SUR CES MURAILLES</a:t>
            </a:r>
            <a:br>
              <a:rPr lang="fr-FR" smtClean="0"/>
            </a:br>
            <a:r>
              <a:rPr lang="fr-FR" smtClean="0"/>
              <a:t>      JUSTE POUR ÊTRE AVEC TOI</a:t>
            </a:r>
            <a:br>
              <a:rPr lang="fr-FR" smtClean="0"/>
            </a:br>
            <a:r>
              <a:rPr lang="fr-FR" smtClean="0"/>
              <a:t>      These city walls</a:t>
            </a:r>
          </a:p>
          <a:p>
            <a:r>
              <a:rPr lang="fr-FR" smtClean="0"/>
              <a:t>      Only to be with You</a:t>
            </a:r>
          </a:p>
          <a:p>
            <a:endParaRPr lang="fr-FR" smtClean="0"/>
          </a:p>
          <a:p>
            <a:r>
              <a:rPr lang="fr-FR" smtClean="0"/>
              <a:t>13-  MAIS JE N’AI PAS TROUVÉ</a:t>
            </a:r>
            <a:br>
              <a:rPr lang="fr-FR" smtClean="0"/>
            </a:br>
            <a:r>
              <a:rPr lang="fr-FR" smtClean="0"/>
              <a:t>      CE QUE JE CHERCHAIS</a:t>
            </a:r>
          </a:p>
          <a:p>
            <a:r>
              <a:rPr lang="fr-FR" smtClean="0"/>
              <a:t>      But I still haven't found</a:t>
            </a:r>
          </a:p>
          <a:p>
            <a:r>
              <a:rPr lang="fr-FR" smtClean="0"/>
              <a:t>      What I'm looking for</a:t>
            </a:r>
          </a:p>
          <a:p>
            <a:endParaRPr lang="fr-FR" smtClean="0"/>
          </a:p>
          <a:p>
            <a:r>
              <a:rPr lang="fr-FR" smtClean="0"/>
              <a:t>14-  TON RÈGNE VIENT JE LE CROIS</a:t>
            </a:r>
          </a:p>
          <a:p>
            <a:r>
              <a:rPr lang="fr-FR" smtClean="0"/>
              <a:t>       I believe in the Kingdom Come</a:t>
            </a:r>
          </a:p>
          <a:p>
            <a:r>
              <a:rPr lang="fr-FR" smtClean="0"/>
              <a:t>15-  QUAND TOUTES LES COULEURS S’UNIRONT EN TOI</a:t>
            </a:r>
          </a:p>
          <a:p>
            <a:r>
              <a:rPr lang="fr-FR" smtClean="0"/>
              <a:t>       When all the colors will bleed into one</a:t>
            </a:r>
          </a:p>
          <a:p>
            <a:r>
              <a:rPr lang="fr-FR" smtClean="0"/>
              <a:t>16-  S’UNIRONT EN TOI</a:t>
            </a:r>
          </a:p>
          <a:p>
            <a:r>
              <a:rPr lang="fr-FR" smtClean="0"/>
              <a:t>       Bleed into one</a:t>
            </a:r>
          </a:p>
          <a:p>
            <a:endParaRPr lang="fr-FR" smtClean="0"/>
          </a:p>
          <a:p>
            <a:r>
              <a:rPr lang="fr-FR" smtClean="0"/>
              <a:t>17-  OUI, JE COURS ENCORE</a:t>
            </a:r>
          </a:p>
          <a:p>
            <a:r>
              <a:rPr lang="fr-FR" smtClean="0"/>
              <a:t>       Yes, I'm still running</a:t>
            </a:r>
          </a:p>
          <a:p>
            <a:endParaRPr lang="fr-FR" smtClean="0"/>
          </a:p>
          <a:p>
            <a:r>
              <a:rPr lang="fr-FR" smtClean="0"/>
              <a:t>18-  TU BRISAS LES JOUGS</a:t>
            </a:r>
            <a:br>
              <a:rPr lang="fr-FR" smtClean="0"/>
            </a:br>
            <a:r>
              <a:rPr lang="fr-FR" smtClean="0"/>
              <a:t>       TU BRISAS LES CHAÎNES</a:t>
            </a:r>
          </a:p>
          <a:p>
            <a:r>
              <a:rPr lang="fr-FR" smtClean="0"/>
              <a:t>       You broke the bonds</a:t>
            </a:r>
          </a:p>
          <a:p>
            <a:r>
              <a:rPr lang="fr-FR" smtClean="0"/>
              <a:t>       And you loosed the chains</a:t>
            </a:r>
          </a:p>
          <a:p>
            <a:endParaRPr lang="fr-FR" smtClean="0"/>
          </a:p>
          <a:p>
            <a:r>
              <a:rPr lang="fr-FR" smtClean="0"/>
              <a:t>19-  PORTAS LA CROIX DE TOUTE MA HONTE</a:t>
            </a:r>
          </a:p>
          <a:p>
            <a:r>
              <a:rPr lang="fr-FR" smtClean="0"/>
              <a:t>      Carried the cross of all my shame</a:t>
            </a:r>
          </a:p>
          <a:p>
            <a:r>
              <a:rPr lang="fr-FR" smtClean="0"/>
              <a:t>20-  DE TOUTE MA HONTE</a:t>
            </a:r>
            <a:br>
              <a:rPr lang="fr-FR" smtClean="0"/>
            </a:br>
            <a:r>
              <a:rPr lang="fr-FR" smtClean="0"/>
              <a:t>       SEIGNEUR JE LE CROIS</a:t>
            </a:r>
          </a:p>
          <a:p>
            <a:r>
              <a:rPr lang="fr-FR" smtClean="0"/>
              <a:t>       Of all my shame, Lord I believe it</a:t>
            </a:r>
          </a:p>
          <a:p>
            <a:r>
              <a:rPr lang="fr-FR" smtClean="0"/>
              <a:t>21-  ET FINALEMENT, J’AI TROUVÉ</a:t>
            </a:r>
            <a:br>
              <a:rPr lang="fr-FR" smtClean="0"/>
            </a:br>
            <a:r>
              <a:rPr lang="fr-FR" smtClean="0"/>
              <a:t>      CE QUE JE CHERCHAIS</a:t>
            </a:r>
          </a:p>
          <a:p>
            <a:r>
              <a:rPr lang="fr-FR" smtClean="0"/>
              <a:t>      And now I've finally found</a:t>
            </a:r>
          </a:p>
          <a:p>
            <a:r>
              <a:rPr lang="fr-FR" smtClean="0"/>
              <a:t>      What I'm looking for</a:t>
            </a:r>
          </a:p>
          <a:p>
            <a:endParaRPr lang="fr-FR" smtClean="0"/>
          </a:p>
          <a:p>
            <a:r>
              <a:rPr lang="fr-FR" smtClean="0"/>
              <a:t>22-  OUVRE LES YEUX DE MON CŒUR</a:t>
            </a:r>
            <a:br>
              <a:rPr lang="fr-FR" smtClean="0"/>
            </a:br>
            <a:r>
              <a:rPr lang="fr-FR" smtClean="0"/>
              <a:t>       OUVRE LES YEUX DE MON CŒUR </a:t>
            </a:r>
          </a:p>
          <a:p>
            <a:r>
              <a:rPr lang="fr-FR" smtClean="0"/>
              <a:t>       Open the eyes of my heart, Lord</a:t>
            </a:r>
          </a:p>
          <a:p>
            <a:r>
              <a:rPr lang="fr-FR" smtClean="0"/>
              <a:t>       Open the eyes of my heart</a:t>
            </a:r>
          </a:p>
          <a:p>
            <a:r>
              <a:rPr lang="fr-FR" smtClean="0"/>
              <a:t>23-  JE VEUX TE VOIR SEIGNEUR</a:t>
            </a:r>
            <a:br>
              <a:rPr lang="fr-FR" smtClean="0"/>
            </a:br>
            <a:r>
              <a:rPr lang="fr-FR" smtClean="0"/>
              <a:t>       JE VEUX TE VOIR SEIGNEUR</a:t>
            </a:r>
          </a:p>
          <a:p>
            <a:r>
              <a:rPr lang="fr-FR" smtClean="0"/>
              <a:t>       I want to see You</a:t>
            </a:r>
          </a:p>
          <a:p>
            <a:r>
              <a:rPr lang="fr-FR" smtClean="0"/>
              <a:t>       I want to see You</a:t>
            </a:r>
          </a:p>
          <a:p>
            <a:endParaRPr lang="fr-FR" smtClean="0"/>
          </a:p>
          <a:p>
            <a:r>
              <a:rPr lang="fr-FR" smtClean="0"/>
              <a:t>24-  ET FINALEMENT, J’AI TROUVÉ</a:t>
            </a:r>
            <a:br>
              <a:rPr lang="fr-FR" smtClean="0"/>
            </a:br>
            <a:r>
              <a:rPr lang="fr-FR" smtClean="0"/>
              <a:t>      CE QUE JE CHERCHAIS</a:t>
            </a:r>
          </a:p>
          <a:p>
            <a:r>
              <a:rPr lang="fr-FR" smtClean="0"/>
              <a:t>      And now I've finally found</a:t>
            </a:r>
          </a:p>
          <a:p>
            <a:r>
              <a:rPr lang="fr-FR" smtClean="0"/>
              <a:t>      What I'm looking for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SUIS MONTÉ SUR LA PLUS HAUTE MONTAGNE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 have climbed the highest mountain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J’AI PARCOURU TOUS LES CHAMPS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 have run through the fields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JUSTE POUR ÊTRE AVEC TOI</a:t>
            </a:r>
            <a:br>
              <a:rPr lang="fr-FR" smtClean="0"/>
            </a:br>
            <a:r>
              <a:rPr lang="fr-FR" smtClean="0"/>
              <a:t>     JUSTE POUR ÊTRE AVEC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J’AI COURU, J’AI RAMPÉ</a:t>
            </a:r>
            <a:br>
              <a:rPr lang="fr-FR" smtClean="0"/>
            </a:br>
            <a:r>
              <a:rPr lang="fr-FR" smtClean="0"/>
              <a:t>     JE SUIS MONTÉ SUR CES MURAILLES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have run, I have crawled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have scaled these city walls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SUR CES MURAILLES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These city walls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JUSTE POUR ÊTRE AVEC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MAIS JE N’AI PAS TROUVÉ</a:t>
            </a:r>
            <a:br>
              <a:rPr lang="fr-FR" smtClean="0"/>
            </a:br>
            <a:r>
              <a:rPr lang="fr-FR" smtClean="0"/>
              <a:t>    CE QUE JE CHERCHAIS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But I still haven't found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What I'm looking for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JE SUIS MONTÉ SUR LA PLUS HAUTE MONTAGNE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 have climbed the highest mountain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J’AI PARCOURU TOUS LES CHAMPS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 have run through the fields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JUSTE POUR ÊTRE AVEC TOI</a:t>
            </a:r>
            <a:br>
              <a:rPr lang="fr-FR" smtClean="0"/>
            </a:br>
            <a:r>
              <a:rPr lang="fr-FR" smtClean="0"/>
              <a:t>      JUSTE POUR ÊTRE AVEC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J’AI COURU, J’AI RAMPÉ</a:t>
            </a:r>
            <a:br>
              <a:rPr lang="fr-FR" smtClean="0"/>
            </a:br>
            <a:r>
              <a:rPr lang="fr-FR" smtClean="0"/>
              <a:t>      JE SUIS MONTÉ SUR CES MURAILLES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have run, I have crawled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have scaled these city walls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SUR CES MURAILLES</a:t>
            </a:r>
            <a:br>
              <a:rPr lang="fr-FR" smtClean="0"/>
            </a:br>
            <a:r>
              <a:rPr lang="fr-FR" smtClean="0"/>
              <a:t>      JUSTE POUR ÊTRE AVEC TOI</a:t>
            </a:r>
            <a:br>
              <a:rPr lang="fr-FR" smtClean="0"/>
            </a:br>
            <a:r>
              <a:rPr lang="fr-FR" smtClean="0"/>
              <a:t>      These city walls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Only to be with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MAIS JE N’AI PAS TROUVÉ</a:t>
            </a:r>
            <a:br>
              <a:rPr lang="fr-FR" smtClean="0"/>
            </a:br>
            <a:r>
              <a:rPr lang="fr-FR" smtClean="0"/>
              <a:t>      CE QUE JE CHERCHAIS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But I still haven't found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What I'm looking for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TON RÈGNE VIENT JE LE CROIS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believe in the Kingdom Come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QUAND TOUTES LES COULEURS S’UNIRONT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When all the colors will bleed into 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S’UNIRONT EN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Bleed into 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OUI, JE COURS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Yes, I'm still running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TU BRISAS LES JOUGS</a:t>
            </a:r>
            <a:br>
              <a:rPr lang="fr-FR" smtClean="0"/>
            </a:br>
            <a:r>
              <a:rPr lang="fr-FR" smtClean="0"/>
              <a:t>       TU BRISAS LES CHAÎNES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 broke the bonds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you loosed the chains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PORTAS LA CROIX DE TOUTE MA HONTE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Carried the cross of all my shame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DE TOUTE MA HONTE</a:t>
            </a:r>
            <a:br>
              <a:rPr lang="fr-FR" smtClean="0"/>
            </a:br>
            <a:r>
              <a:rPr lang="fr-FR" smtClean="0"/>
              <a:t>       SEIGNEUR JE LE CROIS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Of all my shame, Lord I believe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ET FINALEMENT, J’AI TROUVÉ</a:t>
            </a:r>
            <a:br>
              <a:rPr lang="fr-FR" smtClean="0"/>
            </a:br>
            <a:r>
              <a:rPr lang="fr-FR" smtClean="0"/>
              <a:t>      CE QUE JE CHERCHAIS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now I've finally found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What I'm looking for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OUVRE LES YEUX DE MON CŒUR</a:t>
            </a:r>
            <a:br>
              <a:rPr lang="fr-FR" smtClean="0"/>
            </a:br>
            <a:r>
              <a:rPr lang="fr-FR" smtClean="0"/>
              <a:t>       OUVRE LES YEUX DE MON CŒUR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Open the eyes of my heart,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Open the eyes of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VEUX TE VOIR SEIGNEUR</a:t>
            </a:r>
            <a:br>
              <a:rPr lang="fr-FR" smtClean="0"/>
            </a:br>
            <a:r>
              <a:rPr lang="fr-FR" smtClean="0"/>
              <a:t>       JE VEUX TE VOIR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want to see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want to see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ET FINALEMENT, J’AI TROUVÉ</a:t>
            </a:r>
            <a:br>
              <a:rPr lang="fr-FR" smtClean="0"/>
            </a:br>
            <a:r>
              <a:rPr lang="fr-FR" smtClean="0"/>
              <a:t>      CE QUE JE CHERCHAIS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now I've finally found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What I'm looking for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12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MONTÉ SUR LA PLUS HAUTE MONTAGNE</a:t>
            </a:r>
          </a:p>
          <a:p>
            <a:r>
              <a:rPr lang="fr-FR" smtClean="0"/>
              <a:t>     I have climbed the highest mountain</a:t>
            </a:r>
          </a:p>
          <a:p>
            <a:r>
              <a:rPr lang="fr-FR" smtClean="0"/>
              <a:t>2-  J’AI PARCOURU TOUS LES CHAMPS</a:t>
            </a:r>
          </a:p>
          <a:p>
            <a:r>
              <a:rPr lang="fr-FR" smtClean="0"/>
              <a:t>     I have run through the fields</a:t>
            </a:r>
          </a:p>
          <a:p>
            <a:endParaRPr lang="fr-FR" smtClean="0"/>
          </a:p>
          <a:p>
            <a:r>
              <a:rPr lang="fr-FR" smtClean="0"/>
              <a:t>3-  JUSTE POUR ÊTRE AVEC TOI</a:t>
            </a:r>
            <a:br>
              <a:rPr lang="fr-FR" smtClean="0"/>
            </a:br>
            <a:r>
              <a:rPr lang="fr-FR" smtClean="0"/>
              <a:t>     JUSTE POUR ÊTRE AVEC TOI</a:t>
            </a:r>
          </a:p>
          <a:p>
            <a:r>
              <a:rPr lang="fr-FR" smtClean="0"/>
              <a:t>     Only to be with You</a:t>
            </a:r>
          </a:p>
          <a:p>
            <a:r>
              <a:rPr lang="fr-FR" smtClean="0"/>
              <a:t>     Only to be with You</a:t>
            </a:r>
          </a:p>
          <a:p>
            <a:endParaRPr lang="fr-FR" smtClean="0"/>
          </a:p>
          <a:p>
            <a:r>
              <a:rPr lang="fr-FR" smtClean="0"/>
              <a:t>4-  J’AI COURU, J’AI RAMPÉ</a:t>
            </a:r>
            <a:br>
              <a:rPr lang="fr-FR" smtClean="0"/>
            </a:br>
            <a:r>
              <a:rPr lang="fr-FR" smtClean="0"/>
              <a:t>     JE SUIS MONTÉ SUR CES MURAILLES</a:t>
            </a:r>
          </a:p>
          <a:p>
            <a:r>
              <a:rPr lang="fr-FR" smtClean="0"/>
              <a:t>      I have run, I have crawled</a:t>
            </a:r>
          </a:p>
          <a:p>
            <a:r>
              <a:rPr lang="fr-FR" smtClean="0"/>
              <a:t>      I have scaled these city walls</a:t>
            </a:r>
          </a:p>
          <a:p>
            <a:r>
              <a:rPr lang="fr-FR" smtClean="0"/>
              <a:t>5-  SUR CES MURAILLES</a:t>
            </a:r>
          </a:p>
          <a:p>
            <a:r>
              <a:rPr lang="fr-FR" smtClean="0"/>
              <a:t>     These city walls</a:t>
            </a:r>
          </a:p>
          <a:p>
            <a:endParaRPr lang="fr-FR" smtClean="0"/>
          </a:p>
          <a:p>
            <a:r>
              <a:rPr lang="fr-FR" smtClean="0"/>
              <a:t>6-  JUSTE POUR ÊTRE AVEC TOI</a:t>
            </a:r>
          </a:p>
          <a:p>
            <a:r>
              <a:rPr lang="fr-FR" smtClean="0"/>
              <a:t>     Only to be with you</a:t>
            </a:r>
          </a:p>
          <a:p>
            <a:endParaRPr lang="fr-FR" smtClean="0"/>
          </a:p>
          <a:p>
            <a:r>
              <a:rPr lang="fr-FR" smtClean="0"/>
              <a:t>7-  MAIS JE N’AI PAS TROUVÉ</a:t>
            </a:r>
            <a:br>
              <a:rPr lang="fr-FR" smtClean="0"/>
            </a:br>
            <a:r>
              <a:rPr lang="fr-FR" smtClean="0"/>
              <a:t>    CE QUE JE CHERCHAIS</a:t>
            </a:r>
          </a:p>
          <a:p>
            <a:r>
              <a:rPr lang="fr-FR" smtClean="0"/>
              <a:t>    But I still haven't found</a:t>
            </a:r>
          </a:p>
          <a:p>
            <a:r>
              <a:rPr lang="fr-FR" smtClean="0"/>
              <a:t>    What I'm looking for</a:t>
            </a:r>
          </a:p>
          <a:p>
            <a:endParaRPr lang="fr-FR" smtClean="0"/>
          </a:p>
          <a:p>
            <a:r>
              <a:rPr lang="fr-FR" smtClean="0"/>
              <a:t>8-  JE SUIS MONTÉ SUR LA PLUS HAUTE MONTAGNE</a:t>
            </a:r>
          </a:p>
          <a:p>
            <a:r>
              <a:rPr lang="fr-FR" smtClean="0"/>
              <a:t>     I have climbed the highest mountain</a:t>
            </a:r>
          </a:p>
          <a:p>
            <a:endParaRPr lang="fr-FR" smtClean="0"/>
          </a:p>
          <a:p>
            <a:r>
              <a:rPr lang="fr-FR" smtClean="0"/>
              <a:t>9-  J’AI PARCOURU TOUS LES CHAMPS</a:t>
            </a:r>
          </a:p>
          <a:p>
            <a:r>
              <a:rPr lang="fr-FR" smtClean="0"/>
              <a:t>     I have run through the fields</a:t>
            </a:r>
          </a:p>
          <a:p>
            <a:endParaRPr lang="fr-FR" smtClean="0"/>
          </a:p>
          <a:p>
            <a:r>
              <a:rPr lang="fr-FR" smtClean="0"/>
              <a:t>10-  JUSTE POUR ÊTRE AVEC TOI</a:t>
            </a:r>
            <a:br>
              <a:rPr lang="fr-FR" smtClean="0"/>
            </a:br>
            <a:r>
              <a:rPr lang="fr-FR" smtClean="0"/>
              <a:t>      JUSTE POUR ÊTRE AVEC TOI</a:t>
            </a:r>
          </a:p>
          <a:p>
            <a:r>
              <a:rPr lang="fr-FR" smtClean="0"/>
              <a:t>      Only to be with You</a:t>
            </a:r>
          </a:p>
          <a:p>
            <a:r>
              <a:rPr lang="fr-FR" smtClean="0"/>
              <a:t>      Only to be with You</a:t>
            </a:r>
          </a:p>
          <a:p>
            <a:endParaRPr lang="fr-FR" smtClean="0"/>
          </a:p>
          <a:p>
            <a:r>
              <a:rPr lang="fr-FR" smtClean="0"/>
              <a:t>11-  J’AI COURU, J’AI RAMPÉ</a:t>
            </a:r>
            <a:br>
              <a:rPr lang="fr-FR" smtClean="0"/>
            </a:br>
            <a:r>
              <a:rPr lang="fr-FR" smtClean="0"/>
              <a:t>      JE SUIS MONTÉ SUR CES MURAILLES</a:t>
            </a:r>
          </a:p>
          <a:p>
            <a:r>
              <a:rPr lang="fr-FR" smtClean="0"/>
              <a:t>      I have run, I have crawled</a:t>
            </a:r>
          </a:p>
          <a:p>
            <a:r>
              <a:rPr lang="fr-FR" smtClean="0"/>
              <a:t>      I have scaled these city walls</a:t>
            </a:r>
          </a:p>
          <a:p>
            <a:endParaRPr lang="fr-FR" smtClean="0"/>
          </a:p>
          <a:p>
            <a:r>
              <a:rPr lang="fr-FR" smtClean="0"/>
              <a:t>12-  SUR CES MURAILLES</a:t>
            </a:r>
            <a:br>
              <a:rPr lang="fr-FR" smtClean="0"/>
            </a:br>
            <a:r>
              <a:rPr lang="fr-FR" smtClean="0"/>
              <a:t>      JUSTE POUR ÊTRE AVEC TOI</a:t>
            </a:r>
            <a:br>
              <a:rPr lang="fr-FR" smtClean="0"/>
            </a:br>
            <a:r>
              <a:rPr lang="fr-FR" smtClean="0"/>
              <a:t>      These city walls</a:t>
            </a:r>
          </a:p>
          <a:p>
            <a:r>
              <a:rPr lang="fr-FR" smtClean="0"/>
              <a:t>      Only to be with You</a:t>
            </a:r>
          </a:p>
          <a:p>
            <a:endParaRPr lang="fr-FR" smtClean="0"/>
          </a:p>
          <a:p>
            <a:r>
              <a:rPr lang="fr-FR" smtClean="0"/>
              <a:t>13-  MAIS JE N’AI PAS TROUVÉ</a:t>
            </a:r>
            <a:br>
              <a:rPr lang="fr-FR" smtClean="0"/>
            </a:br>
            <a:r>
              <a:rPr lang="fr-FR" smtClean="0"/>
              <a:t>      CE QUE JE CHERCHAIS</a:t>
            </a:r>
          </a:p>
          <a:p>
            <a:r>
              <a:rPr lang="fr-FR" smtClean="0"/>
              <a:t>      But I still haven't found</a:t>
            </a:r>
          </a:p>
          <a:p>
            <a:r>
              <a:rPr lang="fr-FR" smtClean="0"/>
              <a:t>      What I'm looking for</a:t>
            </a:r>
          </a:p>
          <a:p>
            <a:endParaRPr lang="fr-FR" smtClean="0"/>
          </a:p>
          <a:p>
            <a:r>
              <a:rPr lang="fr-FR" smtClean="0"/>
              <a:t>14-  TON RÈGNE VIENT JE LE CROIS</a:t>
            </a:r>
          </a:p>
          <a:p>
            <a:r>
              <a:rPr lang="fr-FR" smtClean="0"/>
              <a:t>       I believe in the Kingdom Come</a:t>
            </a:r>
          </a:p>
          <a:p>
            <a:r>
              <a:rPr lang="fr-FR" smtClean="0"/>
              <a:t>15-  QUAND TOUTES LES COULEURS S’UNIRONT EN TOI</a:t>
            </a:r>
          </a:p>
          <a:p>
            <a:r>
              <a:rPr lang="fr-FR" smtClean="0"/>
              <a:t>       When all the colors will bleed into one</a:t>
            </a:r>
          </a:p>
          <a:p>
            <a:r>
              <a:rPr lang="fr-FR" smtClean="0"/>
              <a:t>16-  S’UNIRONT EN TOI</a:t>
            </a:r>
          </a:p>
          <a:p>
            <a:r>
              <a:rPr lang="fr-FR" smtClean="0"/>
              <a:t>       Bleed into one</a:t>
            </a:r>
          </a:p>
          <a:p>
            <a:endParaRPr lang="fr-FR" smtClean="0"/>
          </a:p>
          <a:p>
            <a:r>
              <a:rPr lang="fr-FR" smtClean="0"/>
              <a:t>17-  OUI, JE COURS ENCORE</a:t>
            </a:r>
          </a:p>
          <a:p>
            <a:r>
              <a:rPr lang="fr-FR" smtClean="0"/>
              <a:t>       Yes, I'm still running</a:t>
            </a:r>
          </a:p>
          <a:p>
            <a:endParaRPr lang="fr-FR" smtClean="0"/>
          </a:p>
          <a:p>
            <a:r>
              <a:rPr lang="fr-FR" smtClean="0"/>
              <a:t>18-  TU BRISAS LES JOUGS</a:t>
            </a:r>
            <a:br>
              <a:rPr lang="fr-FR" smtClean="0"/>
            </a:br>
            <a:r>
              <a:rPr lang="fr-FR" smtClean="0"/>
              <a:t>       TU BRISAS LES CHAÎNES</a:t>
            </a:r>
          </a:p>
          <a:p>
            <a:r>
              <a:rPr lang="fr-FR" smtClean="0"/>
              <a:t>       You broke the bonds</a:t>
            </a:r>
          </a:p>
          <a:p>
            <a:r>
              <a:rPr lang="fr-FR" smtClean="0"/>
              <a:t>       And you loosed the chains</a:t>
            </a:r>
          </a:p>
          <a:p>
            <a:endParaRPr lang="fr-FR" smtClean="0"/>
          </a:p>
          <a:p>
            <a:r>
              <a:rPr lang="fr-FR" smtClean="0"/>
              <a:t>19-  PORTAS LA CROIX DE TOUTE MA HONTE</a:t>
            </a:r>
          </a:p>
          <a:p>
            <a:r>
              <a:rPr lang="fr-FR" smtClean="0"/>
              <a:t>      Carried the cross of all my shame</a:t>
            </a:r>
          </a:p>
          <a:p>
            <a:r>
              <a:rPr lang="fr-FR" smtClean="0"/>
              <a:t>20-  DE TOUTE MA HONTE</a:t>
            </a:r>
            <a:br>
              <a:rPr lang="fr-FR" smtClean="0"/>
            </a:br>
            <a:r>
              <a:rPr lang="fr-FR" smtClean="0"/>
              <a:t>       SEIGNEUR JE LE CROIS</a:t>
            </a:r>
          </a:p>
          <a:p>
            <a:r>
              <a:rPr lang="fr-FR" smtClean="0"/>
              <a:t>       Of all my shame, Lord I believe it</a:t>
            </a:r>
          </a:p>
          <a:p>
            <a:r>
              <a:rPr lang="fr-FR" smtClean="0"/>
              <a:t>21-  ET FINALEMENT, J’AI TROUVÉ</a:t>
            </a:r>
            <a:br>
              <a:rPr lang="fr-FR" smtClean="0"/>
            </a:br>
            <a:r>
              <a:rPr lang="fr-FR" smtClean="0"/>
              <a:t>      CE QUE JE CHERCHAIS</a:t>
            </a:r>
          </a:p>
          <a:p>
            <a:r>
              <a:rPr lang="fr-FR" smtClean="0"/>
              <a:t>      And now I've finally found</a:t>
            </a:r>
          </a:p>
          <a:p>
            <a:r>
              <a:rPr lang="fr-FR" smtClean="0"/>
              <a:t>      What I'm looking for</a:t>
            </a:r>
          </a:p>
          <a:p>
            <a:endParaRPr lang="fr-FR" smtClean="0"/>
          </a:p>
          <a:p>
            <a:r>
              <a:rPr lang="fr-FR" smtClean="0"/>
              <a:t>22-  OUVRE LES YEUX DE MON CŒUR</a:t>
            </a:r>
            <a:br>
              <a:rPr lang="fr-FR" smtClean="0"/>
            </a:br>
            <a:r>
              <a:rPr lang="fr-FR" smtClean="0"/>
              <a:t>       OUVRE LES YEUX DE MON CŒUR </a:t>
            </a:r>
          </a:p>
          <a:p>
            <a:r>
              <a:rPr lang="fr-FR" smtClean="0"/>
              <a:t>       Open the eyes of my heart, Lord</a:t>
            </a:r>
          </a:p>
          <a:p>
            <a:r>
              <a:rPr lang="fr-FR" smtClean="0"/>
              <a:t>       Open the eyes of my heart</a:t>
            </a:r>
          </a:p>
          <a:p>
            <a:r>
              <a:rPr lang="fr-FR" smtClean="0"/>
              <a:t>23-  JE VEUX TE VOIR SEIGNEUR</a:t>
            </a:r>
            <a:br>
              <a:rPr lang="fr-FR" smtClean="0"/>
            </a:br>
            <a:r>
              <a:rPr lang="fr-FR" smtClean="0"/>
              <a:t>       JE VEUX TE VOIR SEIGNEUR</a:t>
            </a:r>
          </a:p>
          <a:p>
            <a:r>
              <a:rPr lang="fr-FR" smtClean="0"/>
              <a:t>       I want to see You</a:t>
            </a:r>
          </a:p>
          <a:p>
            <a:r>
              <a:rPr lang="fr-FR" smtClean="0"/>
              <a:t>       I want to see You</a:t>
            </a:r>
          </a:p>
          <a:p>
            <a:endParaRPr lang="fr-FR" smtClean="0"/>
          </a:p>
          <a:p>
            <a:r>
              <a:rPr lang="fr-FR" smtClean="0"/>
              <a:t>24-  ET FINALEMENT, J’AI TROUVÉ</a:t>
            </a:r>
            <a:br>
              <a:rPr lang="fr-FR" smtClean="0"/>
            </a:br>
            <a:r>
              <a:rPr lang="fr-FR" smtClean="0"/>
              <a:t>      CE QUE JE CHERCHAIS</a:t>
            </a:r>
          </a:p>
          <a:p>
            <a:r>
              <a:rPr lang="fr-FR" smtClean="0"/>
              <a:t>      And now I've finally found</a:t>
            </a:r>
          </a:p>
          <a:p>
            <a:r>
              <a:rPr lang="fr-FR" smtClean="0"/>
              <a:t>      What I'm looking for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E48DCF0-B414-4513-8308-DBFFE7C532F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6C33C86-A94D-4689-BF2B-9C08257CE29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10174FC-E520-4528-A6BA-B544B11C7BD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6F09B26-79DC-4975-AE50-8B15395A956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341C4A3-3166-410B-80B7-A297439C6EE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9FF3527-E9B1-49EE-A627-DB61B8F8E04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B46A20-7BBB-4E99-A1B9-37F9748420B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4F2A7B5-153D-42B5-BAF7-63B15A1C891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938B3CA-D1FB-4F3B-B3BA-2AD015AC08C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9CE097B-C1D8-46C4-8D47-B0BE3F4B856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D0299B7-177E-4CCE-9225-07AA64355B0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Franklin Gothic Medium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Franklin Gothic Medium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Franklin Gothic Medium" pitchFamily="34" charset="0"/>
              </a:defRPr>
            </a:lvl1pPr>
          </a:lstStyle>
          <a:p>
            <a:pPr>
              <a:defRPr/>
            </a:pPr>
            <a:fld id="{960E36AF-AB6C-451D-A75E-5B4C86B42B6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310804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SUIS MONTÉ SUR LA PLUS HAUTE MONTAGNE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310804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J’AI PARCOURU TOUS LES CHAMPS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310804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JUSTE POUR ÊTRE AVEC TOI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JUSTE POUR ÊTRE AVEC TOI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310804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J’AI COURU, J’AI RAMPÉ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SUIS MONTÉ SUR CES MURAILLES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310804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SUR CES MURAILLES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310804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JUSTE POUR ÊTRE AVEC TOI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310804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MAIS JE N’AI PAS TROUVÉ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CE QUE JE CHERCHAIS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310804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SUIS MONTÉ SUR LA PLUS HAUTE MONTAGNE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310804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J’AI PARCOURU TOUS LES CHAMPS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310804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JUSTE POUR ÊTRE AVEC TOI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JUSTE POUR ÊTRE AVEC TOI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310804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J’AI COURU, J’AI RAMPÉ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SUIS MONTÉ SUR CES MURAILLES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310804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SUR CES MURAILLES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JUSTE POUR ÊTRE AVEC TOI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 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310804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MAIS JE N’AI PAS TROUVÉ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CE QUE JE CHERCHAIS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310804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TON RÈGNE VIENT JE LE CROIS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310804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QUAND TOUTES LES COULEURS S’UNIRONT EN TOI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310804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S’UNIRONT EN TOI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310804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OUI, JE COURS ENCORE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310804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BRISAS LES JOUGS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BRISAS LES CHAÎNES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310804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PORTAS LA CROIX DE TOUTE MA HONTE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310804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DE TOUTE MA HONTE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SEIGNEUR JE LE CROIS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310804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FINALEMENT, J’AI TROUVÉ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CE QUE JE CHERCHAIS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310804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OUVRE LES YEUX DE MON CŒUR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OUVRE LES YEUX DE MON CŒUR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310804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VEUX TE VOIR SEIGNEUR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VEUX TE VOIR SEIGNEUR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310804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FINALEMENT, J’AI TROUVÉ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CE QUE JE CHERCHAIS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974</TotalTime>
  <Words>1804</Words>
  <Application>Microsoft Office PowerPoint</Application>
  <PresentationFormat>On-screen Show (4:3)</PresentationFormat>
  <Paragraphs>3624</Paragraphs>
  <Slides>24</Slides>
  <Notes>24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24</vt:i4>
      </vt:variant>
    </vt:vector>
  </HeadingPairs>
  <TitlesOfParts>
    <vt:vector size="28" baseType="lpstr">
      <vt:lpstr>Franklin Gothic Medium</vt:lpstr>
      <vt:lpstr>Arial</vt:lpstr>
      <vt:lpstr>Calibri</vt:lpstr>
      <vt:lpstr>Default Design</vt:lpstr>
      <vt:lpstr>JE SUIS MONTÉ SUR LA PLUS HAUTE MONTAGNE  </vt:lpstr>
      <vt:lpstr>J’AI PARCOURU TOUS LES CHAMPS</vt:lpstr>
      <vt:lpstr>JUSTE POUR ÊTRE AVEC TOI JUSTE POUR ÊTRE AVEC TOI</vt:lpstr>
      <vt:lpstr>J’AI COURU, J’AI RAMPÉ JE SUIS MONTÉ SUR CES MURAILLES</vt:lpstr>
      <vt:lpstr>SUR CES MURAILLES</vt:lpstr>
      <vt:lpstr>JUSTE POUR ÊTRE AVEC TOI</vt:lpstr>
      <vt:lpstr>MAIS JE N’AI PAS TROUVÉ CE QUE JE CHERCHAIS</vt:lpstr>
      <vt:lpstr>JE SUIS MONTÉ SUR LA PLUS HAUTE MONTAGNE  </vt:lpstr>
      <vt:lpstr>J’AI PARCOURU TOUS LES CHAMPS</vt:lpstr>
      <vt:lpstr>JUSTE POUR ÊTRE AVEC TOI JUSTE POUR ÊTRE AVEC TOI</vt:lpstr>
      <vt:lpstr>J’AI COURU, J’AI RAMPÉ JE SUIS MONTÉ SUR CES MURAILLES</vt:lpstr>
      <vt:lpstr>SUR CES MURAILLES JUSTE POUR ÊTRE AVEC TOI   </vt:lpstr>
      <vt:lpstr>MAIS JE N’AI PAS TROUVÉ CE QUE JE CHERCHAIS</vt:lpstr>
      <vt:lpstr>TON RÈGNE VIENT JE LE CROIS  </vt:lpstr>
      <vt:lpstr>QUAND TOUTES LES COULEURS S’UNIRONT EN TOI</vt:lpstr>
      <vt:lpstr>S’UNIRONT EN TOI</vt:lpstr>
      <vt:lpstr>OUI, JE COURS ENCORE</vt:lpstr>
      <vt:lpstr>TU BRISAS LES JOUGS TU BRISAS LES CHAÎNES</vt:lpstr>
      <vt:lpstr>PORTAS LA CROIX DE TOUTE MA HONTE</vt:lpstr>
      <vt:lpstr>DE TOUTE MA HONTE SEIGNEUR JE LE CROIS</vt:lpstr>
      <vt:lpstr>ET FINALEMENT, J’AI TROUVÉ CE QUE JE CHERCHAIS</vt:lpstr>
      <vt:lpstr>OUVRE LES YEUX DE MON CŒUR OUVRE LES YEUX DE MON CŒUR </vt:lpstr>
      <vt:lpstr>JE VEUX TE VOIR SEIGNEUR JE VEUX TE VOIR SEIGNEUR</vt:lpstr>
      <vt:lpstr>ET FINALEMENT, J’AI TROUVÉ CE QUE JE CHERCHAIS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Admin</cp:lastModifiedBy>
  <cp:revision>92</cp:revision>
  <dcterms:created xsi:type="dcterms:W3CDTF">2002-08-17T10:50:50Z</dcterms:created>
  <dcterms:modified xsi:type="dcterms:W3CDTF">2014-11-28T14:07:17Z</dcterms:modified>
</cp:coreProperties>
</file>