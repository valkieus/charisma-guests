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36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50" r:id="rId10"/>
    <p:sldId id="344" r:id="rId11"/>
    <p:sldId id="353" r:id="rId12"/>
    <p:sldId id="354" r:id="rId13"/>
    <p:sldId id="345" r:id="rId14"/>
    <p:sldId id="355" r:id="rId15"/>
    <p:sldId id="356" r:id="rId16"/>
    <p:sldId id="346" r:id="rId17"/>
    <p:sldId id="347" r:id="rId18"/>
    <p:sldId id="349" r:id="rId19"/>
    <p:sldId id="351" r:id="rId20"/>
    <p:sldId id="348" r:id="rId21"/>
    <p:sldId id="352" r:id="rId22"/>
    <p:sldId id="357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5421" autoAdjust="0"/>
  </p:normalViewPr>
  <p:slideViewPr>
    <p:cSldViewPr>
      <p:cViewPr>
        <p:scale>
          <a:sx n="45" d="100"/>
          <a:sy n="45" d="100"/>
        </p:scale>
        <p:origin x="-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F98AFF1-2DED-45D3-A6DA-CFA030DB8AC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8A0E8D8-BA60-4253-9164-0562A42DEA9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SEIGNEUR JE T’AI VU CETTE NUIT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I saw your face last night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EN REGARDANT LES CIEUX TU M’AS SOURIT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looked in the sky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were smiling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M’AS DIT QUE TOUT IRAIT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told me it would be okay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QUE TU FERAIS 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AU MILIEU DES TROUBLES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would make a way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dark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When all my friends go away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I'll be glad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TU ES TOUJOURS PRÈS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You're still near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ET MÊME QUAND SOUFFLENT LES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Even when the wind blows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feel warm inside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You're so lovely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Without you I can't survive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hear your voice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Every time I feel your touch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It makes me know that I can face tomorrow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JE SAIS QUE JE FERAI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One more time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SEIGNEUR JE T’AI VU CETTE NUIT</a:t>
            </a:r>
          </a:p>
          <a:p>
            <a:r>
              <a:rPr lang="fr-FR" smtClean="0"/>
              <a:t>     Lord, I saw your face last night </a:t>
            </a:r>
          </a:p>
          <a:p>
            <a:r>
              <a:rPr lang="fr-FR" smtClean="0"/>
              <a:t>2-  EN REGARDANT LES CIEUX TU M’AS SOURIT</a:t>
            </a:r>
          </a:p>
          <a:p>
            <a:r>
              <a:rPr lang="fr-FR" smtClean="0"/>
              <a:t>     When I looked in the sky  </a:t>
            </a:r>
          </a:p>
          <a:p>
            <a:r>
              <a:rPr lang="fr-FR" smtClean="0"/>
              <a:t>     You were smiling </a:t>
            </a:r>
          </a:p>
          <a:p>
            <a:endParaRPr lang="fr-FR" smtClean="0"/>
          </a:p>
          <a:p>
            <a:r>
              <a:rPr lang="fr-FR" smtClean="0"/>
              <a:t>3-  TU M’AS DIT QUE TOUT IRAIT BIEN</a:t>
            </a:r>
          </a:p>
          <a:p>
            <a:r>
              <a:rPr lang="fr-FR" smtClean="0"/>
              <a:t>     You told me it would be okay </a:t>
            </a:r>
          </a:p>
          <a:p>
            <a:r>
              <a:rPr lang="fr-FR" smtClean="0"/>
              <a:t>4-  QUE TU FERAIS UN CHEMIN</a:t>
            </a:r>
          </a:p>
          <a:p>
            <a:r>
              <a:rPr lang="fr-FR" smtClean="0"/>
              <a:t>     AU MILIEU DES TROUBLES</a:t>
            </a:r>
          </a:p>
          <a:p>
            <a:r>
              <a:rPr lang="fr-FR" smtClean="0"/>
              <a:t>     You would make a way  </a:t>
            </a:r>
          </a:p>
          <a:p>
            <a:r>
              <a:rPr lang="fr-FR" smtClean="0"/>
              <a:t>     In my dark times</a:t>
            </a:r>
          </a:p>
          <a:p>
            <a:endParaRPr lang="fr-FR" smtClean="0"/>
          </a:p>
          <a:p>
            <a:r>
              <a:rPr lang="fr-FR" smtClean="0"/>
              <a:t>	5-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6-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7-  QUAND IL N’Y A PLUS D’AMI</a:t>
            </a:r>
            <a:br>
              <a:rPr lang="fr-FR" smtClean="0"/>
            </a:br>
            <a:r>
              <a:rPr lang="fr-FR" smtClean="0"/>
              <a:t>     TOUT EN MOI ME DIT</a:t>
            </a:r>
          </a:p>
          <a:p>
            <a:r>
              <a:rPr lang="fr-FR" smtClean="0"/>
              <a:t>      When all my friends go away </a:t>
            </a:r>
          </a:p>
          <a:p>
            <a:r>
              <a:rPr lang="fr-FR" smtClean="0"/>
              <a:t>      I'll be glad to say </a:t>
            </a:r>
          </a:p>
          <a:p>
            <a:r>
              <a:rPr lang="fr-FR" smtClean="0"/>
              <a:t>8-  QUE TU ES TOUJOURS PRÈS DE MOI</a:t>
            </a:r>
          </a:p>
          <a:p>
            <a:r>
              <a:rPr lang="fr-FR" smtClean="0"/>
              <a:t>     You're still near me  </a:t>
            </a:r>
          </a:p>
          <a:p>
            <a:r>
              <a:rPr lang="fr-FR" smtClean="0"/>
              <a:t>9-  ET MÊME QUAND SOUFFLENT LES VENTS</a:t>
            </a:r>
          </a:p>
          <a:p>
            <a:r>
              <a:rPr lang="fr-FR" smtClean="0"/>
              <a:t>     Even when the wind blows by </a:t>
            </a:r>
          </a:p>
          <a:p>
            <a:r>
              <a:rPr lang="fr-FR" smtClean="0"/>
              <a:t>10-  TA CHALEUR JE RESSENS</a:t>
            </a:r>
            <a:br>
              <a:rPr lang="fr-FR" smtClean="0"/>
            </a:br>
            <a:r>
              <a:rPr lang="fr-FR" smtClean="0"/>
              <a:t>       TU ES SI DOUX</a:t>
            </a:r>
          </a:p>
          <a:p>
            <a:r>
              <a:rPr lang="fr-FR" smtClean="0"/>
              <a:t>       I feel warm inside  </a:t>
            </a:r>
          </a:p>
          <a:p>
            <a:r>
              <a:rPr lang="fr-FR" smtClean="0"/>
              <a:t>       You're so lovely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11-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12-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13-  J’AI TANT BESOIN DE TOI</a:t>
            </a:r>
            <a:br>
              <a:rPr lang="fr-FR" smtClean="0"/>
            </a:br>
            <a:r>
              <a:rPr lang="fr-FR" smtClean="0"/>
              <a:t>       SANS TOI JE NE SURVIVRAI PAS</a:t>
            </a:r>
            <a:br>
              <a:rPr lang="fr-FR" smtClean="0"/>
            </a:br>
            <a:r>
              <a:rPr lang="fr-FR" smtClean="0"/>
              <a:t>       I need you, don't leave me  </a:t>
            </a:r>
          </a:p>
          <a:p>
            <a:r>
              <a:rPr lang="fr-FR" smtClean="0"/>
              <a:t>       Without you I can't survive	x2</a:t>
            </a:r>
          </a:p>
          <a:p>
            <a:endParaRPr lang="fr-FR" smtClean="0"/>
          </a:p>
          <a:p>
            <a:r>
              <a:rPr lang="fr-FR" smtClean="0"/>
              <a:t>	14-  CHAQUE FOIS QUE J’ENTENDS TA VOIX</a:t>
            </a:r>
            <a:br>
              <a:rPr lang="fr-FR" smtClean="0"/>
            </a:br>
            <a:r>
              <a:rPr lang="fr-FR" smtClean="0"/>
              <a:t>     	     CHAQUE TOUCHER DE TA MAIN</a:t>
            </a:r>
          </a:p>
          <a:p>
            <a:r>
              <a:rPr lang="fr-FR" smtClean="0"/>
              <a:t>                         Every time I hear your voice  </a:t>
            </a:r>
          </a:p>
          <a:p>
            <a:r>
              <a:rPr lang="fr-FR" smtClean="0"/>
              <a:t>                         Every time I feel your touch </a:t>
            </a:r>
          </a:p>
          <a:p>
            <a:r>
              <a:rPr lang="fr-FR" smtClean="0"/>
              <a:t>	15-  ME DIT QUE JE PEUX FAIRE FACE</a:t>
            </a:r>
            <a:br>
              <a:rPr lang="fr-FR" smtClean="0"/>
            </a:br>
            <a:r>
              <a:rPr lang="fr-FR" smtClean="0"/>
              <a:t>    	     À DEMAIN À NOUVEAU</a:t>
            </a:r>
          </a:p>
          <a:p>
            <a:r>
              <a:rPr lang="fr-FR" smtClean="0"/>
              <a:t>                        It makes me know that I can face tomorrow</a:t>
            </a:r>
          </a:p>
          <a:p>
            <a:r>
              <a:rPr lang="fr-FR" smtClean="0"/>
              <a:t>                        One more time</a:t>
            </a:r>
          </a:p>
          <a:p>
            <a:endParaRPr lang="fr-FR" smtClean="0"/>
          </a:p>
          <a:p>
            <a:r>
              <a:rPr lang="fr-FR" smtClean="0"/>
              <a:t>16-  JE SAIS QUE JE FERAI FACE À DEMAIN</a:t>
            </a:r>
          </a:p>
          <a:p>
            <a:r>
              <a:rPr lang="fr-FR" smtClean="0"/>
              <a:t>       I know that I can face tomorrow </a:t>
            </a:r>
            <a:br>
              <a:rPr lang="fr-FR" smtClean="0"/>
            </a:br>
            <a:r>
              <a:rPr lang="fr-FR" smtClean="0"/>
              <a:t>17-  TU ME CONDUIRAS À VAINCRE</a:t>
            </a:r>
            <a:br>
              <a:rPr lang="fr-FR" smtClean="0"/>
            </a:br>
            <a:r>
              <a:rPr lang="fr-FR" smtClean="0"/>
              <a:t>       TOUT CHAGRIN</a:t>
            </a:r>
            <a:br>
              <a:rPr lang="fr-FR" smtClean="0"/>
            </a:br>
            <a:r>
              <a:rPr lang="fr-FR" smtClean="0"/>
              <a:t>        Cause you will walk me through  </a:t>
            </a:r>
          </a:p>
          <a:p>
            <a:r>
              <a:rPr lang="fr-FR" smtClean="0"/>
              <a:t>        My pain and sorrow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18-  JE SAIS QUE JE PEUX FAIRE FACE</a:t>
            </a:r>
            <a:br>
              <a:rPr lang="fr-FR" smtClean="0"/>
            </a:br>
            <a:r>
              <a:rPr lang="fr-FR" smtClean="0"/>
              <a:t>      À DEMAIN</a:t>
            </a:r>
          </a:p>
          <a:p>
            <a:r>
              <a:rPr lang="fr-FR" smtClean="0"/>
              <a:t>      I know that I can face tomorrow </a:t>
            </a:r>
            <a:br>
              <a:rPr lang="fr-FR" smtClean="0"/>
            </a:br>
            <a:r>
              <a:rPr lang="fr-FR" smtClean="0"/>
              <a:t>19-  À NOUVEAU</a:t>
            </a:r>
          </a:p>
          <a:p>
            <a:r>
              <a:rPr lang="fr-FR" smtClean="0"/>
              <a:t>      One more time  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JE PEUX FAIRE FACE À DEMAIN</a:t>
            </a:r>
            <a:br>
              <a:rPr lang="fr-FR" smtClean="0"/>
            </a:br>
            <a:r>
              <a:rPr lang="fr-FR" smtClean="0"/>
              <a:t>       TU PEUX FAIRE FACE À DEMAIN</a:t>
            </a:r>
          </a:p>
          <a:p>
            <a:r>
              <a:rPr lang="fr-FR" smtClean="0"/>
              <a:t>       I can face tomorrow  You can face tomorrow We can face tomorrow </a:t>
            </a:r>
            <a:br>
              <a:rPr lang="fr-FR" smtClean="0"/>
            </a:br>
            <a:r>
              <a:rPr lang="fr-FR" smtClean="0"/>
              <a:t>21-  À NOUVEAU</a:t>
            </a:r>
            <a:br>
              <a:rPr lang="fr-FR" smtClean="0"/>
            </a:br>
            <a:r>
              <a:rPr lang="fr-FR" smtClean="0"/>
              <a:t>      One more time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EFED1-809D-4791-BAB5-AD99174AF7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CF14-CF0B-402E-A7DF-9A2FE57C10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79669-9925-48A9-9E22-58C5EA8C64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324BC-75A1-440F-BD49-517D27DD93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3C3CB-EDF5-40C7-B76C-F6CF04A85F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B1F8-3048-4098-B025-A29D44DB9F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08359-305B-4E65-882E-183A48BBB4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E90B9-EE15-4171-A012-98A934FDA8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AA34C-5DD1-4A16-98FA-5A87A72D62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2B47B-5EC5-4A23-9479-136856E722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E35C89-FD4C-43A9-80DC-EE114A7821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7A25660-C2E5-48C7-A6A3-F7CD139B52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JE T’AI VU CETTE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REGARDANT LES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SOURI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DIT QUE TOUT IRAIT BIEN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FERAIS UN CHEMIN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MILIEU DES TROUBLES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FOIS QUE J’ENTENDS TA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TOUCHER DE TA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DIT QUE JE PEUX FAIRE FACE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DEMAIN À NOUVEAU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IL N’Y A PLUS D’AMI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EN MOI ME DIT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ES TOUJOURS PRÈS DE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QUAND SOUFFLENT LES 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CHALEUR JE RESSENS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SI DOUX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FOIS QUE J’ENTENDS TA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TOUCHER DE TA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DIT QUE JE PEUX FAIRE FACE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DEMAIN À NOUVEAU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TANT BESOIN DE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TOI JE NE SURVIVRAI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FOIS QUE J’ENTENDS TA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TOUCHER DE TA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DIT QUE JE PEUX FAIRE FACE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DEMAIN À NOUVEAU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JE FERAI FACE À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CONDUIRAS À VAINCRE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CHAGRIN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JE PEUX FAIRE FACE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NOUVEAU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FAIRE FACE À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FAIRE FACE À DEMAIN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NOUVEAU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3120</TotalTime>
  <Words>1436</Words>
  <Application>Microsoft Office PowerPoint</Application>
  <PresentationFormat>On-screen Show (4:3)</PresentationFormat>
  <Paragraphs>2497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Franklin Gothic Medium</vt:lpstr>
      <vt:lpstr>Arial</vt:lpstr>
      <vt:lpstr>Calibri</vt:lpstr>
      <vt:lpstr>Default Design</vt:lpstr>
      <vt:lpstr>SEIGNEUR, JE T’AI VU CETTE NUIT</vt:lpstr>
      <vt:lpstr>EN REGARDANT LES CIEUX TU M’AS SOURI</vt:lpstr>
      <vt:lpstr>TU M’AS DIT QUE TOUT IRAIT BIEN </vt:lpstr>
      <vt:lpstr>QUE TU FERAIS UN CHEMIN AU MILIEU DES TROUBLES</vt:lpstr>
      <vt:lpstr>CHAQUE FOIS QUE J’ENTENDS TA VOIX CHAQUE TOUCHER DE TA MAIN</vt:lpstr>
      <vt:lpstr>ME DIT QUE JE PEUX FAIRE FACE À DEMAIN À NOUVEAU</vt:lpstr>
      <vt:lpstr>QUAND IL N’Y A PLUS D’AMI TOUT EN MOI ME DIT</vt:lpstr>
      <vt:lpstr>QUE TU ES TOUJOURS PRÈS DE MOI</vt:lpstr>
      <vt:lpstr>ET MÊME QUAND SOUFFLENT LES VENTS</vt:lpstr>
      <vt:lpstr>TA CHALEUR JE RESSENS TU ES SI DOUX </vt:lpstr>
      <vt:lpstr>CHAQUE FOIS QUE J’ENTENDS TA VOIX CHAQUE TOUCHER DE TA MAIN</vt:lpstr>
      <vt:lpstr>ME DIT QUE JE PEUX FAIRE FACE À DEMAIN À NOUVEAU</vt:lpstr>
      <vt:lpstr>J’AI TANT BESOIN DE TOI SANS TOI JE NE SURVIVRAI PAS </vt:lpstr>
      <vt:lpstr>CHAQUE FOIS QUE J’ENTENDS TA VOIX CHAQUE TOUCHER DE TA MAIN</vt:lpstr>
      <vt:lpstr>ME DIT QUE JE PEUX FAIRE FACE À DEMAIN À NOUVEAU</vt:lpstr>
      <vt:lpstr>JE SAIS QUE JE FERAI FACE À DEMAIN </vt:lpstr>
      <vt:lpstr>TU ME CONDUIRAS À VAINCRE TOUT CHAGRIN  </vt:lpstr>
      <vt:lpstr>JE SAIS QUE JE PEUX FAIRE FACE À DEMAIN  </vt:lpstr>
      <vt:lpstr>À NOUVEAU  </vt:lpstr>
      <vt:lpstr>JE PEUX FAIRE FACE À DEMAIN TU PEUX FAIRE FACE À DEMAIN  </vt:lpstr>
      <vt:lpstr>À NOUVEAU  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151</cp:revision>
  <dcterms:created xsi:type="dcterms:W3CDTF">2002-08-17T10:50:50Z</dcterms:created>
  <dcterms:modified xsi:type="dcterms:W3CDTF">2014-04-13T08:32:24Z</dcterms:modified>
</cp:coreProperties>
</file>