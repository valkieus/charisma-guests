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06" r:id="rId2"/>
    <p:sldId id="307" r:id="rId3"/>
    <p:sldId id="308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714" y="-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25D14A0-634B-499C-BD6B-405C132D735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0E01BB0-BD83-4405-8AA5-B89D4597D80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QUE TA PLUIE VIENNE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Rain, rain on me Open the windows of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 2-  OUVRE NOUS LES CIEUX VERSE UNE BÉNÉDICTION</a:t>
            </a:r>
            <a:br>
              <a:rPr lang="fr-FR" smtClean="0"/>
            </a:br>
            <a:r>
              <a:rPr lang="fr-FR" smtClean="0"/>
              <a:t>     Open up the heavens Pouring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SEIGNEUR, UNE FRAÎCHE ONCTION UNE COUPE DÉBORDANTE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 we need refreshing, till it overflows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QUE TA PLUIE VIENNE OUVRE LES ÉCLUSES DES CIEUX</a:t>
            </a:r>
          </a:p>
          <a:p>
            <a:r>
              <a:rPr lang="fr-FR" smtClean="0"/>
              <a:t>                        Rain, rain on me Open the windows of Heaven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 2-  OUVRE NOUS LES CIEUX VERSE UNE BÉNÉDICTION</a:t>
            </a:r>
            <a:br>
              <a:rPr lang="fr-FR" smtClean="0"/>
            </a:br>
            <a:r>
              <a:rPr lang="fr-FR" smtClean="0"/>
              <a:t>     Open up the heavens Pouring out a blessing</a:t>
            </a:r>
          </a:p>
          <a:p>
            <a:endParaRPr lang="fr-FR" smtClean="0"/>
          </a:p>
          <a:p>
            <a:r>
              <a:rPr lang="fr-FR" smtClean="0"/>
              <a:t>3-  SEIGNEUR, UNE FRAÎCHE ONCTION UNE COUPE DÉBORDANTE</a:t>
            </a:r>
          </a:p>
          <a:p>
            <a:r>
              <a:rPr lang="fr-FR" smtClean="0"/>
              <a:t>     Lord we need refreshing, till it overflows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QUE TA PLUIE VIENNE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Rain, rain on me Open the windows of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 2-  OUVRE NOUS LES CIEUX VERSE UNE BÉNÉDICTION</a:t>
            </a:r>
            <a:br>
              <a:rPr lang="fr-FR" smtClean="0"/>
            </a:br>
            <a:r>
              <a:rPr lang="fr-FR" smtClean="0"/>
              <a:t>     Open up the heavens Pouring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SEIGNEUR, UNE FRAÎCHE ONCTION UNE COUPE DÉBORDANTE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 we need refreshing, till it overflows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QUE TA PLUIE VIENNE OUVRE LES ÉCLUSES DES CIEUX</a:t>
            </a:r>
          </a:p>
          <a:p>
            <a:r>
              <a:rPr lang="fr-FR" smtClean="0"/>
              <a:t>                        Rain, rain on me Open the windows of Heaven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 2-  OUVRE NOUS LES CIEUX VERSE UNE BÉNÉDICTION</a:t>
            </a:r>
            <a:br>
              <a:rPr lang="fr-FR" smtClean="0"/>
            </a:br>
            <a:r>
              <a:rPr lang="fr-FR" smtClean="0"/>
              <a:t>     Open up the heavens Pouring out a blessing</a:t>
            </a:r>
          </a:p>
          <a:p>
            <a:endParaRPr lang="fr-FR" smtClean="0"/>
          </a:p>
          <a:p>
            <a:r>
              <a:rPr lang="fr-FR" smtClean="0"/>
              <a:t>3-  SEIGNEUR, UNE FRAÎCHE ONCTION UNE COUPE DÉBORDANTE</a:t>
            </a:r>
          </a:p>
          <a:p>
            <a:r>
              <a:rPr lang="fr-FR" smtClean="0"/>
              <a:t>     Lord we need refreshing, till it overflows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1-  QUE TA PLUIE VIENNE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</a:t>
            </a:r>
            <a:r>
              <a:rPr lang="fr-FR" dirty="0" err="1" smtClean="0"/>
              <a:t>Rain</a:t>
            </a:r>
            <a:r>
              <a:rPr lang="fr-FR" dirty="0" smtClean="0"/>
              <a:t>, </a:t>
            </a:r>
            <a:r>
              <a:rPr lang="fr-FR" dirty="0" err="1" smtClean="0"/>
              <a:t>rain</a:t>
            </a:r>
            <a:r>
              <a:rPr lang="fr-FR" dirty="0" smtClean="0"/>
              <a:t> on me Open the </a:t>
            </a:r>
            <a:r>
              <a:rPr lang="fr-FR" dirty="0" err="1" smtClean="0"/>
              <a:t>windows</a:t>
            </a:r>
            <a:r>
              <a:rPr lang="fr-FR" dirty="0" smtClean="0"/>
              <a:t> of </a:t>
            </a:r>
            <a:r>
              <a:rPr lang="fr-FR" dirty="0" err="1" smtClean="0"/>
              <a:t>Heaven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 </a:t>
            </a:r>
            <a:br>
              <a:rPr lang="fr-FR" dirty="0" smtClean="0"/>
            </a:br>
            <a:r>
              <a:rPr lang="fr-FR" dirty="0" smtClean="0"/>
              <a:t> 2-  OUVRE NOUS LES CIEUX VERSE UNE BÉNÉDICTION</a:t>
            </a:r>
            <a:br>
              <a:rPr lang="fr-FR" dirty="0" smtClean="0"/>
            </a:br>
            <a:r>
              <a:rPr lang="fr-FR" dirty="0" smtClean="0"/>
              <a:t>     Open up the </a:t>
            </a:r>
            <a:r>
              <a:rPr lang="fr-FR" dirty="0" err="1" smtClean="0"/>
              <a:t>heavens</a:t>
            </a:r>
            <a:r>
              <a:rPr lang="fr-FR" dirty="0" smtClean="0"/>
              <a:t> </a:t>
            </a:r>
            <a:r>
              <a:rPr lang="fr-FR" dirty="0" err="1" smtClean="0"/>
              <a:t>Pouring</a:t>
            </a:r>
            <a:r>
              <a:rPr lang="fr-FR" dirty="0" smtClean="0"/>
              <a:t>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SEIGNEUR, UNE FRAÎCHE ONCTION UNE COUPE DÉBORDANTE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Lord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refreshing</a:t>
            </a:r>
            <a:r>
              <a:rPr lang="fr-FR" dirty="0" smtClean="0"/>
              <a:t>, till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overflows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QUE TA PLUIE VIENNE OUVRE LES ÉCLUSES DES CIEUX</a:t>
            </a:r>
          </a:p>
          <a:p>
            <a:r>
              <a:rPr lang="fr-FR" smtClean="0"/>
              <a:t>                        Rain, rain on me Open the windows of Heaven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 2-  OUVRE NOUS LES CIEUX VERSE UNE BÉNÉDICTION</a:t>
            </a:r>
            <a:br>
              <a:rPr lang="fr-FR" smtClean="0"/>
            </a:br>
            <a:r>
              <a:rPr lang="fr-FR" smtClean="0"/>
              <a:t>     Open up the heavens Pouring out a blessing</a:t>
            </a:r>
          </a:p>
          <a:p>
            <a:endParaRPr lang="fr-FR" smtClean="0"/>
          </a:p>
          <a:p>
            <a:r>
              <a:rPr lang="fr-FR" smtClean="0"/>
              <a:t>3-  SEIGNEUR, UNE FRAÎCHE ONCTION UNE COUPE DÉBORDANTE</a:t>
            </a:r>
          </a:p>
          <a:p>
            <a:r>
              <a:rPr lang="fr-FR" smtClean="0"/>
              <a:t>     Lord we need refreshing, till it overflows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3941C-6CE0-4D12-B41E-32A9C71230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9927BE-BE8F-44DB-88B9-C2D33F458C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AB21A3-3B06-49CD-80CB-F4DE54CA2A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8C76D2-1E73-4ECA-B788-29A3C9FB01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F7543-F5BF-4F07-AB32-25F3573DF1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30FE8C-7B56-4984-9177-469F7205AF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189604-880D-4B9A-8AEC-89F58F9FF0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056D84-BD18-4E46-A376-DB84467EAC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D5A94-DFA7-471C-82E1-459D88C6C9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6C8B1F-6771-41B1-A24F-2218B974B2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0532CD-CB3D-4467-90F8-4A776B78A8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748B5E2-22BB-466A-A7FD-C426D1A448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TA PLUIE VIENNE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LES ÉCLUSES DES CIEUX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NOUS LES CIEUX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VERSE UNE BÉNÉDICTION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UNE FRAÎCHE ONCTION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COUPE DÉBORDANTE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3024</TotalTime>
  <Words>13</Words>
  <Application>Microsoft Office PowerPoint</Application>
  <PresentationFormat>On-screen Show (4:3)</PresentationFormat>
  <Paragraphs>45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Franklin Gothic Medium</vt:lpstr>
      <vt:lpstr>Arial</vt:lpstr>
      <vt:lpstr>Calibri</vt:lpstr>
      <vt:lpstr>Default Design</vt:lpstr>
      <vt:lpstr>QUE TA PLUIE VIENNE OUVRE LES ÉCLUSES DES CIEUX     </vt:lpstr>
      <vt:lpstr>OUVRE NOUS LES CIEUX VERSE UNE BÉNÉDICTION    </vt:lpstr>
      <vt:lpstr>SEIGNEUR, UNE FRAÎCHE ONCTION UNE COUPE DÉBORDANTE   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135</cp:revision>
  <dcterms:created xsi:type="dcterms:W3CDTF">2002-08-17T10:50:50Z</dcterms:created>
  <dcterms:modified xsi:type="dcterms:W3CDTF">2014-04-12T21:09:30Z</dcterms:modified>
</cp:coreProperties>
</file>