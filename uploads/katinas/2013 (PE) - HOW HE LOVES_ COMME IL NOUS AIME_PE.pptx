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68" r:id="rId4"/>
    <p:sldId id="269" r:id="rId5"/>
    <p:sldId id="270" r:id="rId6"/>
    <p:sldId id="266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0" autoAdjust="0"/>
    <p:restoredTop sz="86355" autoAdjust="0"/>
  </p:normalViewPr>
  <p:slideViewPr>
    <p:cSldViewPr>
      <p:cViewPr varScale="1">
        <p:scale>
          <a:sx n="44" d="100"/>
          <a:sy n="44" d="100"/>
        </p:scale>
        <p:origin x="-102" y="-7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536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CAD78FC-36E2-44A2-8A2C-2F1FA0CE983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EB51F283-9D49-4CD4-A11A-974516D4C0FA}" type="slidenum">
              <a:rPr lang="fr-FR" sz="1200">
                <a:latin typeface="Franklin Gothic Medium" pitchFamily="34" charset="0"/>
              </a:rPr>
              <a:pPr algn="r"/>
              <a:t>1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FC37583-E18C-40E4-B0CB-6818A9F4B6F9}" type="slidenum">
              <a:rPr lang="fr-FR" sz="1200">
                <a:latin typeface="Franklin Gothic Medium" pitchFamily="34" charset="0"/>
              </a:rPr>
              <a:pPr algn="r"/>
              <a:t>2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74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D54C47E-2C2A-4C2C-A48F-AFE6928F6927}" type="slidenum">
              <a:rPr lang="fr-FR" sz="1200">
                <a:latin typeface="Franklin Gothic Medium" pitchFamily="34" charset="0"/>
              </a:rPr>
              <a:pPr algn="r"/>
              <a:t>3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84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FD0ED60-3C33-4111-A1FC-D3E531BD0659}" type="slidenum">
              <a:rPr lang="fr-FR" sz="1200">
                <a:latin typeface="Franklin Gothic Medium" pitchFamily="34" charset="0"/>
              </a:rPr>
              <a:pPr algn="r"/>
              <a:t>4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94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C62E6D2-364A-4380-A33C-956FA5C5A604}" type="slidenum">
              <a:rPr lang="fr-FR" sz="1200">
                <a:latin typeface="Franklin Gothic Medium" pitchFamily="34" charset="0"/>
              </a:rPr>
              <a:pPr algn="r"/>
              <a:t>5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204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51A7DF73-4317-4628-9841-AEA06106974D}" type="slidenum">
              <a:rPr lang="fr-FR" sz="1200">
                <a:latin typeface="Franklin Gothic Medium" pitchFamily="34" charset="0"/>
              </a:rPr>
              <a:pPr algn="r"/>
              <a:t>6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215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D3C14B5C-06E9-4623-BC41-C86C2E536E45}" type="slidenum">
              <a:rPr lang="fr-FR" sz="1200">
                <a:latin typeface="Franklin Gothic Medium" pitchFamily="34" charset="0"/>
              </a:rPr>
              <a:pPr algn="r"/>
              <a:t>7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225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FD71E97-C42A-471A-B820-4BE5E5369440}" type="slidenum">
              <a:rPr lang="fr-FR" sz="1200">
                <a:latin typeface="Franklin Gothic Medium" pitchFamily="34" charset="0"/>
              </a:rPr>
              <a:pPr algn="r"/>
              <a:t>8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235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BC0CC77-3CE6-4EB5-8FE4-5EF0721ABC28}" type="slidenum">
              <a:rPr lang="fr-FR" sz="1200">
                <a:latin typeface="Franklin Gothic Medium" pitchFamily="34" charset="0"/>
              </a:rPr>
              <a:pPr algn="r"/>
              <a:t>9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245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2975AA2-31E1-444C-B0AB-E7F6F6A86E28}" type="slidenum">
              <a:rPr lang="fr-FR" sz="1200">
                <a:latin typeface="Franklin Gothic Medium" pitchFamily="34" charset="0"/>
              </a:rPr>
              <a:pPr algn="r"/>
              <a:t>10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256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30CC7D7-080C-475D-A26E-D72D8E6144A0}" type="slidenum">
              <a:rPr lang="fr-FR" sz="1200">
                <a:latin typeface="Franklin Gothic Medium" pitchFamily="34" charset="0"/>
              </a:rPr>
              <a:pPr algn="r"/>
              <a:t>11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266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A71F4B22-D8C0-4634-B2B8-2E2414B5ED28}" type="slidenum">
              <a:rPr lang="fr-FR" sz="1200">
                <a:latin typeface="Franklin Gothic Medium" pitchFamily="34" charset="0"/>
              </a:rPr>
              <a:pPr algn="r"/>
              <a:t>12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276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192D90D-6477-4963-AA83-7D69B30FCBAF}" type="slidenum">
              <a:rPr lang="fr-FR" sz="1200">
                <a:latin typeface="Franklin Gothic Medium" pitchFamily="34" charset="0"/>
              </a:rPr>
              <a:pPr algn="r"/>
              <a:t>13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286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2D50C7-E827-4514-8B37-10A4975713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279F0-9C8B-4874-A793-6E074C8795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216EC1-E4C2-4E17-A55F-A3E2079688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D71923-E029-4A4F-B2D8-6267861452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97D2D-52DE-401E-8616-6ED5FA105A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438190-C2F4-48A8-92B4-B1CC10BF00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BD25F9-9DC3-4DB1-915B-49E6990CA0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912283-1798-4EE9-B432-E6B820A631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373EE3-6FC0-4296-AA44-1DCA530945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2CD97-85F4-4C8E-9C16-EEDEE72387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A67C46-2505-463E-8EDA-E2B912FCFD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5ABFF44-D65B-473E-9931-B9253FF5F7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UN DIEU JALOUX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SON AMOUR, UN OURAGAN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SUIS UN ARBRE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PLIANT SOUS LE POIDS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POIDS DE SA GRÂCE ENVERS MOI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QUAND TOUT À COUP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 GLOIRE PARAÎT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EFFACE TOUTES AFFLICTIONS 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RÉALISE 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TA BEAUTÉ ET TON ÉCLAT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LA GRANDEUR 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TON AMOUR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OH COMME IL NOUS AIME TANT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OUI, IL NOUS AIME 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NOUS AIME TANT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UN DIEU JALOUX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SON AMOUR, UN OURAGAN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SUIS UN ARBRE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PLIANT SOUS LE 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POIDS DE SA GRÂCE ENVERS MOI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QUAND TOUT À COUP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SA GLOIRE PARAÎT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EFFACE TOUTES AFFLICTIONS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RÉALISE 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TA BEAUTÉ ET TON ÉCLAT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LA GRANDEUR 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TON AMOUR POUR MOI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OH COMME IL NOUS AIME TANT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OUI, IL NOUS AIME 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NOUS AIME TANT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NOUS AIME TANT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OUI, IL NOUS AIME TANT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OUI, IL NOUS AIME TANT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NOUS AIME 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SOMMES SON PARTAGE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NOTRE PRIX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RACHETÉS PAR LA GRÂCE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VIENT DE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SI SA GRÂCE EST UN OCÉAN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NOUS NOYONS DEDANS</a:t>
            </a:r>
          </a:p>
          <a:p>
            <a:pPr algn="ctr"/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LE CIEL EMBRASSE LA TERRE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DANS UN ÉLAN SPONTANÉ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MES BATTEMENTS DE CŒUR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SEMBLENT S’ACCÉLÉRER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N’AI PAS LE TEMPS DE GARDER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MES REGRETS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QUAND JE COMMENCE À PENSER…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QU’IL NOUS AIME TANT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OUI, IL NOUS AIME TANT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OUI, IL NOUS AIME TANT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NOUS AIME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EST UN DIEU JALOUX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SON AMOUR, UN OURAGAN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SUIS UN ARBRE</a:t>
            </a:r>
          </a:p>
          <a:p>
            <a:pPr algn="ctr"/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PLIANT SOUS LE POIDS,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POIDS DE SA GRÂCE ENVERS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 IS JEALOUS FOR ME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LOVE'S LIKE A HURRICANE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 AM A TREE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BENDING BENEATH THE WEIGHT OF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HIS WIND AND MERCY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WHEN ALL OF A SUDDEN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I'M UNAWARE OF THESE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AFFLICTIONS ECLIPSED BY GLORY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I REALIZE JUST HOW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BEAUTIFUL YOU ARE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HOW GREAT YOUR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AFFECTIONS ARE FOR ME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OH, HOW HE LOVES US SO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OH, HOW HE LOVES US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HOW HE LOVES US ALL </a:t>
            </a:r>
          </a:p>
          <a:p>
            <a:pPr algn="ctr"/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 IS JEALOUS FOR ME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LOVE'S LIKE A HURRICANE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 AM A TREE</a:t>
            </a:r>
          </a:p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BENDING BENEATH THE WEIGHT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OF HIS WIND AND MERCY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WHEN ALL OF A SUDDEN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I'M UNAWARE OF THESE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AFFLICTIONS ECLIPSED BY GLORY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I REALIZE JUST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HOW BEAUTIFUL YOU 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HOW GREAT YOUR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AFFECTIONS ARE FOR ME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OH, HOW HE LOVES US SO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 HOW HE LOVES US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HOW HE LOVES US ALL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 LOVES US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 HOW HE LOVES US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 HOW HE LOVES US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 HOW HE LOVES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 ARE HIS PORTION AND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 IS OUR PRIZE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DRAWN TO REDEMPTION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 BY THE GRACE IN HIS EYES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IF GRACE IS AN OCEAN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WE'RE ALL SINKING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HEAVEN MEETS EARTH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LIKE AN UNFORESEEN KISS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AND MY HEART TURNS VIOLENTLY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INSIDE OF MY CHEST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 DON'T HAVE TIME TO MAINTAIN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THESE REGRETS WHEN I THINK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ABOUT THE WAY....</a:t>
            </a:r>
          </a:p>
          <a:p>
            <a:pPr algn="ctr"/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 LOVES US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 HOW HE LOVES US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 HOW HE LOVES US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OH HOW HE LOVES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 IS JEALOUS FOR ME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LOVE'S LIKE A HURRICANE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 AM A TREE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BENDING BENEATH THE WEIGHT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OF HIS WIND AND MERCY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 IS JEALOUS FOR ME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LOVE'S LIKE A HURRICANE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 AM A TREE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BENDING BENEATH THE WEIGHT 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OF HIS WIND AND MERCY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172</Words>
  <Application>Microsoft PowerPoint</Application>
  <PresentationFormat>On-screen Show (4:3)</PresentationFormat>
  <Paragraphs>168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Times New Roman</vt:lpstr>
      <vt:lpstr>Arial</vt:lpstr>
      <vt:lpstr>Arial Black</vt:lpstr>
      <vt:lpstr>Franklin Gothic Medium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SANDRA TAHIRO-APERANO (X114353)</cp:lastModifiedBy>
  <cp:revision>44</cp:revision>
  <dcterms:created xsi:type="dcterms:W3CDTF">2002-08-17T09:48:48Z</dcterms:created>
  <dcterms:modified xsi:type="dcterms:W3CDTF">2014-11-28T15:58:07Z</dcterms:modified>
</cp:coreProperties>
</file>