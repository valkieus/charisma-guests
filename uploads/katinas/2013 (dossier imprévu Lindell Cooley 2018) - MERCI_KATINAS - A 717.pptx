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72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43" autoAdjust="0"/>
    <p:restoredTop sz="41400" autoAdjust="0"/>
  </p:normalViewPr>
  <p:slideViewPr>
    <p:cSldViewPr>
      <p:cViewPr varScale="1">
        <p:scale>
          <a:sx n="40" d="100"/>
          <a:sy n="40" d="100"/>
        </p:scale>
        <p:origin x="-228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FA3D961-DAA4-4204-A391-28EF0AAB1A05}" type="datetimeFigureOut">
              <a:rPr lang="fr-FR"/>
              <a:pPr>
                <a:defRPr/>
              </a:pPr>
              <a:t>24/06/2018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612826C-5D8D-460D-B57B-A55D20F08E2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pPr>
              <a:defRPr/>
            </a:pPr>
            <a:r>
              <a:rPr lang="fr-FR" smtClean="0"/>
              <a:t>6-  TU ES TOUJOURS LÀ DANS MES BESOINS 
7-  TU ME SOUTIENS TON AMOUR EST SI PUISSANT 
8-  POUR ME CHANGER 
</a:t>
            </a:r>
          </a:p>
          <a:p>
            <a:pPr>
              <a:defRPr/>
            </a:pPr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pPr>
              <a:defRPr/>
            </a:pPr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pPr>
              <a:defRPr/>
            </a:pPr>
            <a:r>
              <a:rPr lang="fr-FR" smtClean="0"/>
              <a:t>20-  MÊME SI JE NE MÉRITE PAS  TON AMOUR POUR MOI  
21-  TU NE M’AS JUGÉ TU M’AS PARDONNÉ 
</a:t>
            </a:r>
          </a:p>
          <a:p>
            <a:pPr>
              <a:defRPr/>
            </a:pPr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MERCI SAINT-ESPRIT MERCI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r>
              <a:rPr lang="fr-FR" smtClean="0"/>
              <a:t>6-  TU ES TOUJOURS LÀ DANS MES BESOINS 
7-  TU ME SOUTIENS TON AMOUR EST SI PUISSANT 
8-  POUR ME CHANGER 
</a:t>
            </a:r>
          </a:p>
          <a:p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r>
              <a:rPr lang="fr-FR" smtClean="0"/>
              <a:t>20-  MÊME SI JE NE MÉRITE PAS  TON AMOUR POUR MOI  
21-  TU NE M’AS JUGÉ TU M’AS PARDONNÉ 
</a:t>
            </a:r>
          </a:p>
          <a:p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MERCI SAINT-ESPRIT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pPr>
              <a:defRPr/>
            </a:pPr>
            <a:r>
              <a:rPr lang="fr-FR" smtClean="0"/>
              <a:t>6-  TU ES TOUJOURS LÀ DANS MES BESOINS 
7-  TU ME SOUTIENS TON AMOUR EST SI PUISSANT 
8-  POUR ME CHANGER 
</a:t>
            </a:r>
          </a:p>
          <a:p>
            <a:pPr>
              <a:defRPr/>
            </a:pPr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pPr>
              <a:defRPr/>
            </a:pPr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pPr>
              <a:defRPr/>
            </a:pPr>
            <a:r>
              <a:rPr lang="fr-FR" smtClean="0"/>
              <a:t>20-  MÊME SI JE NE MÉRITE PAS  TON AMOUR POUR MOI  
21-  TU NE M’AS JUGÉ TU M’AS PARDONNÉ 
</a:t>
            </a:r>
          </a:p>
          <a:p>
            <a:pPr>
              <a:defRPr/>
            </a:pPr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MERCI SAINT-ESPRIT MERCI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r>
              <a:rPr lang="fr-FR" smtClean="0"/>
              <a:t>6-  TU ES TOUJOURS LÀ DANS MES BESOINS 
7-  TU ME SOUTIENS TON AMOUR EST SI PUISSANT 
8-  POUR ME CHANGER 
</a:t>
            </a:r>
          </a:p>
          <a:p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r>
              <a:rPr lang="fr-FR" smtClean="0"/>
              <a:t>20-  MÊME SI JE NE MÉRITE PAS  TON AMOUR POUR MOI  
21-  TU NE M’AS JUGÉ TU M’AS PARDONNÉ 
</a:t>
            </a:r>
          </a:p>
          <a:p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MERCI SAINT-ESPRIT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pPr>
              <a:defRPr/>
            </a:pPr>
            <a:r>
              <a:rPr lang="fr-FR" smtClean="0"/>
              <a:t>6-  TU ES TOUJOURS LÀ DANS MES BESOINS 
7-  TU ME SOUTIENS TON AMOUR EST SI PUISSANT 
8-  POUR ME CHANGER 
</a:t>
            </a:r>
          </a:p>
          <a:p>
            <a:pPr>
              <a:defRPr/>
            </a:pPr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pPr>
              <a:defRPr/>
            </a:pPr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pPr>
              <a:defRPr/>
            </a:pPr>
            <a:r>
              <a:rPr lang="fr-FR" smtClean="0"/>
              <a:t>20-  MÊME SI JE NE MÉRITE PAS  TON AMOUR POUR MOI  
21-  TU NE M’AS JUGÉ TU M’AS PARDONNÉ 
</a:t>
            </a:r>
          </a:p>
          <a:p>
            <a:pPr>
              <a:defRPr/>
            </a:pPr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MERCI SAINT-ESPRIT MERCI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r>
              <a:rPr lang="fr-FR" smtClean="0"/>
              <a:t>6-  TU ES TOUJOURS LÀ DANS MES BESOINS 
7-  TU ME SOUTIENS TON AMOUR EST SI PUISSANT 
8-  POUR ME CHANGER 
</a:t>
            </a:r>
          </a:p>
          <a:p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r>
              <a:rPr lang="fr-FR" smtClean="0"/>
              <a:t>20-  MÊME SI JE NE MÉRITE PAS  TON AMOUR POUR MOI  
21-  TU NE M’AS JUGÉ TU M’AS PARDONNÉ 
</a:t>
            </a:r>
          </a:p>
          <a:p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MERCI SAINT-ESPRIT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pPr>
              <a:defRPr/>
            </a:pPr>
            <a:r>
              <a:rPr lang="fr-FR" smtClean="0"/>
              <a:t>6-  TU ES TOUJOURS LÀ DANS MES BESOINS 
7-  TU ME SOUTIENS TON AMOUR EST SI PUISSANT 
8-  POUR ME CHANGER 
</a:t>
            </a:r>
          </a:p>
          <a:p>
            <a:pPr>
              <a:defRPr/>
            </a:pPr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pPr>
              <a:defRPr/>
            </a:pPr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pPr>
              <a:defRPr/>
            </a:pPr>
            <a:r>
              <a:rPr lang="fr-FR" smtClean="0"/>
              <a:t>20-  MÊME SI JE NE MÉRITE PAS  TON AMOUR POUR MOI  
21-  TU NE M’AS JUGÉ TU M’AS PARDONNÉ 
</a:t>
            </a:r>
          </a:p>
          <a:p>
            <a:pPr>
              <a:defRPr/>
            </a:pPr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MERCI SAINT-ESPRIT MERCI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r>
              <a:rPr lang="fr-FR" smtClean="0"/>
              <a:t>6-  TU ES TOUJOURS LÀ DANS MES BESOINS 
7-  TU ME SOUTIENS TON AMOUR EST SI PUISSANT 
8-  POUR ME CHANGER 
</a:t>
            </a:r>
          </a:p>
          <a:p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r>
              <a:rPr lang="fr-FR" smtClean="0"/>
              <a:t>20-  MÊME SI JE NE MÉRITE PAS  TON AMOUR POUR MOI  
21-  TU NE M’AS JUGÉ TU M’AS PARDONNÉ 
</a:t>
            </a:r>
          </a:p>
          <a:p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MERCI SAINT-ESPRIT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pPr>
              <a:defRPr/>
            </a:pPr>
            <a:r>
              <a:rPr lang="fr-FR" smtClean="0"/>
              <a:t>6-  TU ES TOUJOURS LÀ DANS MES BESOINS 
7-  TU ME SOUTIENS TON AMOUR EST SI PUISSANT 
8-  POUR ME CHANGER 
</a:t>
            </a:r>
          </a:p>
          <a:p>
            <a:pPr>
              <a:defRPr/>
            </a:pPr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pPr>
              <a:defRPr/>
            </a:pPr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pPr>
              <a:defRPr/>
            </a:pPr>
            <a:r>
              <a:rPr lang="fr-FR" smtClean="0"/>
              <a:t>20-  MÊME SI JE NE MÉRITE PAS  TON AMOUR POUR MOI  
21-  TU NE M’AS JUGÉ TU M’AS PARDONNÉ 
</a:t>
            </a:r>
          </a:p>
          <a:p>
            <a:pPr>
              <a:defRPr/>
            </a:pPr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MERCI SAINT-ESPRIT MERCI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r>
              <a:rPr lang="fr-FR" smtClean="0"/>
              <a:t>6-  TU ES TOUJOURS LÀ DANS MES BESOINS 
7-  TU ME SOUTIENS TON AMOUR EST SI PUISSANT 
8-  POUR ME CHANGER 
</a:t>
            </a:r>
          </a:p>
          <a:p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r>
              <a:rPr lang="fr-FR" smtClean="0"/>
              <a:t>20-  MÊME SI JE NE MÉRITE PAS  TON AMOUR POUR MOI  
21-  TU NE M’AS JUGÉ TU M’AS PARDONNÉ 
</a:t>
            </a:r>
          </a:p>
          <a:p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MERCI SAINT-ESPRIT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pPr>
              <a:defRPr/>
            </a:pPr>
            <a:r>
              <a:rPr lang="fr-FR" smtClean="0"/>
              <a:t>6-  TU ES TOUJOURS LÀ DANS MES BESOINS 
7-  TU ME SOUTIENS TON AMOUR EST SI PUISSANT 
8-  POUR ME CHANGER 
</a:t>
            </a:r>
          </a:p>
          <a:p>
            <a:pPr>
              <a:defRPr/>
            </a:pPr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pPr>
              <a:defRPr/>
            </a:pPr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pPr>
              <a:defRPr/>
            </a:pPr>
            <a:r>
              <a:rPr lang="fr-FR" smtClean="0"/>
              <a:t>20-  MÊME SI JE NE MÉRITE PAS  TON AMOUR POUR MOI  
21-  TU NE M’AS JUGÉ TU M’AS PARDONNÉ 
</a:t>
            </a:r>
          </a:p>
          <a:p>
            <a:pPr>
              <a:defRPr/>
            </a:pPr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MERCI SAINT-ESPRIT MERCI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r>
              <a:rPr lang="fr-FR" smtClean="0"/>
              <a:t>6-  TU ES TOUJOURS LÀ DANS MES BESOINS 
7-  TU ME SOUTIENS TON AMOUR EST SI PUISSANT 
8-  POUR ME CHANGER 
</a:t>
            </a:r>
          </a:p>
          <a:p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r>
              <a:rPr lang="fr-FR" smtClean="0"/>
              <a:t>20-  MÊME SI JE NE MÉRITE PAS  TON AMOUR POUR MOI  
21-  TU NE M’AS JUGÉ TU M’AS PARDONNÉ 
</a:t>
            </a:r>
          </a:p>
          <a:p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MERCI SAINT-ESPRIT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pPr>
              <a:defRPr/>
            </a:pPr>
            <a:r>
              <a:rPr lang="fr-FR" smtClean="0"/>
              <a:t>6-  TU ES TOUJOURS LÀ DANS MES BESOINS 
7-  TU ME SOUTIENS TON AMOUR EST SI PUISSANT 
8-  POUR ME CHANGER 
</a:t>
            </a:r>
          </a:p>
          <a:p>
            <a:pPr>
              <a:defRPr/>
            </a:pPr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pPr>
              <a:defRPr/>
            </a:pPr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pPr>
              <a:defRPr/>
            </a:pPr>
            <a:r>
              <a:rPr lang="fr-FR" smtClean="0"/>
              <a:t>20-  MÊME SI JE NE MÉRITE PAS  TON AMOUR POUR MOI  
21-  TU NE M’AS JUGÉ TU M’AS PARDONNÉ 
</a:t>
            </a:r>
          </a:p>
          <a:p>
            <a:pPr>
              <a:defRPr/>
            </a:pPr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MERCI SAINT-ESPRIT MERCI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r>
              <a:rPr lang="fr-FR" smtClean="0"/>
              <a:t>6-  TU ES TOUJOURS LÀ DANS MES BESOINS 
7-  TU ME SOUTIENS TON AMOUR EST SI PUISSANT 
8-  POUR ME CHANGER 
</a:t>
            </a:r>
          </a:p>
          <a:p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r>
              <a:rPr lang="fr-FR" smtClean="0"/>
              <a:t>20-  MÊME SI JE NE MÉRITE PAS  TON AMOUR POUR MOI  
21-  TU NE M’AS JUGÉ TU M’AS PARDONNÉ 
</a:t>
            </a:r>
          </a:p>
          <a:p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MERCI SAINT-ESPRIT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pPr>
              <a:defRPr/>
            </a:pPr>
            <a:r>
              <a:rPr lang="fr-FR" smtClean="0"/>
              <a:t>6-  TU ES TOUJOURS LÀ DANS MES BESOINS 
7-  TU ME SOUTIENS TON AMOUR EST SI PUISSANT 
8-  POUR ME CHANGER 
</a:t>
            </a:r>
          </a:p>
          <a:p>
            <a:pPr>
              <a:defRPr/>
            </a:pPr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pPr>
              <a:defRPr/>
            </a:pPr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pPr>
              <a:defRPr/>
            </a:pPr>
            <a:r>
              <a:rPr lang="fr-FR" smtClean="0"/>
              <a:t>20-  MÊME SI JE NE MÉRITE PAS  TON AMOUR POUR MOI  
21-  TU NE M’AS JUGÉ TU M’AS PARDONNÉ 
</a:t>
            </a:r>
          </a:p>
          <a:p>
            <a:pPr>
              <a:defRPr/>
            </a:pPr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MERCI SAINT-ESPRIT MERCI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r>
              <a:rPr lang="fr-FR" smtClean="0"/>
              <a:t>6-  TU ES TOUJOURS LÀ DANS MES BESOINS 
7-  TU ME SOUTIENS TON AMOUR EST SI PUISSANT 
8-  POUR ME CHANGER 
</a:t>
            </a:r>
          </a:p>
          <a:p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r>
              <a:rPr lang="fr-FR" smtClean="0"/>
              <a:t>20-  MÊME SI JE NE MÉRITE PAS  TON AMOUR POUR MOI  
21-  TU NE M’AS JUGÉ TU M’AS PARDONNÉ 
</a:t>
            </a:r>
          </a:p>
          <a:p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MERCI SAINT-ESPRIT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pPr>
              <a:defRPr/>
            </a:pPr>
            <a:r>
              <a:rPr lang="fr-FR" smtClean="0"/>
              <a:t>6-  TU ES TOUJOURS LÀ DANS MES BESOINS 
7-  TU ME SOUTIENS TON AMOUR EST SI PUISSANT 
8-  POUR ME CHANGER 
</a:t>
            </a:r>
          </a:p>
          <a:p>
            <a:pPr>
              <a:defRPr/>
            </a:pPr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pPr>
              <a:defRPr/>
            </a:pPr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pPr>
              <a:defRPr/>
            </a:pPr>
            <a:r>
              <a:rPr lang="fr-FR" smtClean="0"/>
              <a:t>20-  MÊME SI JE NE MÉRITE PAS  TON AMOUR POUR MOI  
21-  TU NE M’AS JUGÉ TU M’AS PARDONNÉ 
</a:t>
            </a:r>
          </a:p>
          <a:p>
            <a:pPr>
              <a:defRPr/>
            </a:pPr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MERCI SAINT-ESPRIT MERCI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r>
              <a:rPr lang="fr-FR" smtClean="0"/>
              <a:t>6-  TU ES TOUJOURS LÀ DANS MES BESOINS 
7-  TU ME SOUTIENS TON AMOUR EST SI PUISSANT 
8-  POUR ME CHANGER 
</a:t>
            </a:r>
          </a:p>
          <a:p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r>
              <a:rPr lang="fr-FR" smtClean="0"/>
              <a:t>20-  MÊME SI JE NE MÉRITE PAS  TON AMOUR POUR MOI  
21-  TU NE M’AS JUGÉ TU M’AS PARDONNÉ 
</a:t>
            </a:r>
          </a:p>
          <a:p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MERCI SAINT-ESPRIT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pPr>
              <a:defRPr/>
            </a:pPr>
            <a:r>
              <a:rPr lang="fr-FR" smtClean="0"/>
              <a:t>6-  TU ES TOUJOURS LÀ DANS MES BESOINS 
7-  TU ME SOUTIENS TON AMOUR EST SI PUISSANT 
8-  POUR ME CHANGER 
</a:t>
            </a:r>
          </a:p>
          <a:p>
            <a:pPr>
              <a:defRPr/>
            </a:pPr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pPr>
              <a:defRPr/>
            </a:pPr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pPr>
              <a:defRPr/>
            </a:pPr>
            <a:r>
              <a:rPr lang="fr-FR" smtClean="0"/>
              <a:t>20-  MÊME SI JE NE MÉRITE PAS  TON AMOUR POUR MOI  
21-  TU NE M’AS JUGÉ TU M’AS PARDONNÉ 
</a:t>
            </a:r>
          </a:p>
          <a:p>
            <a:pPr>
              <a:defRPr/>
            </a:pPr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MERCI SAINT-ESPRIT MERCI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r>
              <a:rPr lang="fr-FR" smtClean="0"/>
              <a:t>6-  TU ES TOUJOURS LÀ DANS MES BESOINS 
7-  TU ME SOUTIENS TON AMOUR EST SI PUISSANT 
8-  POUR ME CHANGER 
</a:t>
            </a:r>
          </a:p>
          <a:p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r>
              <a:rPr lang="fr-FR" smtClean="0"/>
              <a:t>20-  MÊME SI JE NE MÉRITE PAS  TON AMOUR POUR MOI  
21-  TU NE M’AS JUGÉ TU M’AS PARDONNÉ 
</a:t>
            </a:r>
          </a:p>
          <a:p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MERCI SAINT-ESPRIT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pPr>
              <a:defRPr/>
            </a:pPr>
            <a:r>
              <a:rPr lang="fr-FR" smtClean="0"/>
              <a:t>6-  TU ES TOUJOURS LÀ DANS MES BESOINS 
7-  TU ME SOUTIENS TON AMOUR EST SI PUISSANT 
8-  POUR ME CHANGER 
</a:t>
            </a:r>
          </a:p>
          <a:p>
            <a:pPr>
              <a:defRPr/>
            </a:pPr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pPr>
              <a:defRPr/>
            </a:pPr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pPr>
              <a:defRPr/>
            </a:pPr>
            <a:r>
              <a:rPr lang="fr-FR" smtClean="0"/>
              <a:t>20-  MÊME SI JE NE MÉRITE PAS  TON AMOUR POUR MOI  
21-  TU NE M’AS JUGÉ TU M’AS PARDONNÉ 
</a:t>
            </a:r>
          </a:p>
          <a:p>
            <a:pPr>
              <a:defRPr/>
            </a:pPr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MERCI SAINT-ESPRIT MERCI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r>
              <a:rPr lang="fr-FR" smtClean="0"/>
              <a:t>6-  TU ES TOUJOURS LÀ DANS MES BESOINS 
7-  TU ME SOUTIENS TON AMOUR EST SI PUISSANT 
8-  POUR ME CHANGER 
</a:t>
            </a:r>
          </a:p>
          <a:p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r>
              <a:rPr lang="fr-FR" smtClean="0"/>
              <a:t>20-  MÊME SI JE NE MÉRITE PAS  TON AMOUR POUR MOI  
21-  TU NE M’AS JUGÉ TU M’AS PARDONNÉ 
</a:t>
            </a:r>
          </a:p>
          <a:p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MERCI SAINT-ESPRIT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pPr>
              <a:defRPr/>
            </a:pPr>
            <a:r>
              <a:rPr lang="fr-FR" smtClean="0"/>
              <a:t>6-  TU ES TOUJOURS LÀ DANS MES BESOINS 
7-  TU ME SOUTIENS TON AMOUR EST SI PUISSANT 
8-  POUR ME CHANGER 
</a:t>
            </a:r>
          </a:p>
          <a:p>
            <a:pPr>
              <a:defRPr/>
            </a:pPr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pPr>
              <a:defRPr/>
            </a:pPr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pPr>
              <a:defRPr/>
            </a:pPr>
            <a:r>
              <a:rPr lang="fr-FR" smtClean="0"/>
              <a:t>20-  MÊME SI JE NE MÉRITE PAS  TON AMOUR POUR MOI  
21-  TU NE M’AS JUGÉ TU M’AS PARDONNÉ 
</a:t>
            </a:r>
          </a:p>
          <a:p>
            <a:pPr>
              <a:defRPr/>
            </a:pPr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MERCI SAINT-ESPRIT MERCI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r>
              <a:rPr lang="fr-FR" smtClean="0"/>
              <a:t>6-  TU ES TOUJOURS LÀ DANS MES BESOINS 
7-  TU ME SOUTIENS TON AMOUR EST SI PUISSANT 
8-  POUR ME CHANGER 
</a:t>
            </a:r>
          </a:p>
          <a:p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r>
              <a:rPr lang="fr-FR" smtClean="0"/>
              <a:t>20-  MÊME SI JE NE MÉRITE PAS  TON AMOUR POUR MOI  
21-  TU NE M’AS JUGÉ TU M’AS PARDONNÉ 
</a:t>
            </a:r>
          </a:p>
          <a:p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MERCI SAINT-ESPRIT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pPr>
              <a:defRPr/>
            </a:pPr>
            <a:r>
              <a:rPr lang="fr-FR" smtClean="0"/>
              <a:t>6-  TU ES TOUJOURS LÀ DANS MES BESOINS 
7-  TU ME SOUTIENS TON AMOUR EST SI PUISSANT 
8-  POUR ME CHANGER 
</a:t>
            </a:r>
          </a:p>
          <a:p>
            <a:pPr>
              <a:defRPr/>
            </a:pPr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pPr>
              <a:defRPr/>
            </a:pPr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pPr>
              <a:defRPr/>
            </a:pPr>
            <a:r>
              <a:rPr lang="fr-FR" smtClean="0"/>
              <a:t>20-  MÊME SI JE NE MÉRITE PAS  TON AMOUR POUR MOI  
21-  TU NE M’AS JUGÉ TU M’AS PARDONNÉ 
</a:t>
            </a:r>
          </a:p>
          <a:p>
            <a:pPr>
              <a:defRPr/>
            </a:pPr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MERCI SAINT-ESPRIT MERCI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r>
              <a:rPr lang="fr-FR" smtClean="0"/>
              <a:t>6-  TU ES TOUJOURS LÀ DANS MES BESOINS 
7-  TU ME SOUTIENS TON AMOUR EST SI PUISSANT 
8-  POUR ME CHANGER 
</a:t>
            </a:r>
          </a:p>
          <a:p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r>
              <a:rPr lang="fr-FR" smtClean="0"/>
              <a:t>20-  MÊME SI JE NE MÉRITE PAS  TON AMOUR POUR MOI  
21-  TU NE M’AS JUGÉ TU M’AS PARDONNÉ 
</a:t>
            </a:r>
          </a:p>
          <a:p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MERCI SAINT-ESPRIT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pPr>
              <a:defRPr/>
            </a:pPr>
            <a:r>
              <a:rPr lang="fr-FR" smtClean="0"/>
              <a:t>6-  TU ES TOUJOURS LÀ DANS MES BESOINS 
7-  TU ME SOUTIENS TON AMOUR EST SI PUISSANT 
8-  POUR ME CHANGER 
</a:t>
            </a:r>
          </a:p>
          <a:p>
            <a:pPr>
              <a:defRPr/>
            </a:pPr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pPr>
              <a:defRPr/>
            </a:pPr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pPr>
              <a:defRPr/>
            </a:pPr>
            <a:r>
              <a:rPr lang="fr-FR" smtClean="0"/>
              <a:t>20-  MÊME SI JE NE MÉRITE PAS  TON AMOUR POUR MOI  
21-  TU NE M’AS JUGÉ TU M’AS PARDONNÉ 
</a:t>
            </a:r>
          </a:p>
          <a:p>
            <a:pPr>
              <a:defRPr/>
            </a:pPr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MERCI SAINT-ESPRIT MERCI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r>
              <a:rPr lang="fr-FR" smtClean="0"/>
              <a:t>6-  TU ES TOUJOURS LÀ DANS MES BESOINS 
7-  TU ME SOUTIENS TON AMOUR EST SI PUISSANT 
8-  POUR ME CHANGER 
</a:t>
            </a:r>
          </a:p>
          <a:p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r>
              <a:rPr lang="fr-FR" smtClean="0"/>
              <a:t>20-  MÊME SI JE NE MÉRITE PAS  TON AMOUR POUR MOI  
21-  TU NE M’AS JUGÉ TU M’AS PARDONNÉ 
</a:t>
            </a:r>
          </a:p>
          <a:p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MERCI SAINT-ESPRIT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pPr>
              <a:defRPr/>
            </a:pPr>
            <a:r>
              <a:rPr lang="fr-FR" smtClean="0"/>
              <a:t>6-  TU ES TOUJOURS LÀ DANS MES BESOINS 
7-  TU ME SOUTIENS TON AMOUR EST SI PUISSANT 
8-  POUR ME CHANGER 
</a:t>
            </a:r>
          </a:p>
          <a:p>
            <a:pPr>
              <a:defRPr/>
            </a:pPr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pPr>
              <a:defRPr/>
            </a:pPr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pPr>
              <a:defRPr/>
            </a:pPr>
            <a:r>
              <a:rPr lang="fr-FR" smtClean="0"/>
              <a:t>20-  MÊME SI JE NE MÉRITE PAS  TON AMOUR POUR MOI  
21-  TU NE M’AS JUGÉ TU M’AS PARDONNÉ 
</a:t>
            </a:r>
          </a:p>
          <a:p>
            <a:pPr>
              <a:defRPr/>
            </a:pPr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MERCI SAINT-ESPRIT MERCI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r>
              <a:rPr lang="fr-FR" smtClean="0"/>
              <a:t>6-  TU ES TOUJOURS LÀ DANS MES BESOINS 
7-  TU ME SOUTIENS TON AMOUR EST SI PUISSANT 
8-  POUR ME CHANGER 
</a:t>
            </a:r>
          </a:p>
          <a:p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r>
              <a:rPr lang="fr-FR" smtClean="0"/>
              <a:t>20-  MÊME SI JE NE MÉRITE PAS  TON AMOUR POUR MOI  
21-  TU NE M’AS JUGÉ TU M’AS PARDONNÉ 
</a:t>
            </a:r>
          </a:p>
          <a:p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MERCI SAINT-ESPRIT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pPr>
              <a:defRPr/>
            </a:pPr>
            <a:r>
              <a:rPr lang="fr-FR" smtClean="0"/>
              <a:t>6-  TU ES TOUJOURS LÀ DANS MES BESOINS 
7-  TU ME SOUTIENS TON AMOUR EST SI PUISSANT 
8-  POUR ME CHANGER 
</a:t>
            </a:r>
          </a:p>
          <a:p>
            <a:pPr>
              <a:defRPr/>
            </a:pPr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pPr>
              <a:defRPr/>
            </a:pPr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pPr>
              <a:defRPr/>
            </a:pPr>
            <a:r>
              <a:rPr lang="fr-FR" smtClean="0"/>
              <a:t>20-  MÊME SI JE NE MÉRITE PAS  TON AMOUR POUR MOI  
21-  TU NE M’AS JUGÉ TU M’AS PARDONNÉ 
</a:t>
            </a:r>
          </a:p>
          <a:p>
            <a:pPr>
              <a:defRPr/>
            </a:pPr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MERCI SAINT-ESPRIT MERCI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r>
              <a:rPr lang="fr-FR" smtClean="0"/>
              <a:t>6-  TU ES TOUJOURS LÀ DANS MES BESOINS 
7-  TU ME SOUTIENS TON AMOUR EST SI PUISSANT 
8-  POUR ME CHANGER 
</a:t>
            </a:r>
          </a:p>
          <a:p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r>
              <a:rPr lang="fr-FR" smtClean="0"/>
              <a:t>20-  MÊME SI JE NE MÉRITE PAS  TON AMOUR POUR MOI  
21-  TU NE M’AS JUGÉ TU M’AS PARDONNÉ 
</a:t>
            </a:r>
          </a:p>
          <a:p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MERCI SAINT-ESPRIT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pPr>
              <a:defRPr/>
            </a:pPr>
            <a:r>
              <a:rPr lang="fr-FR" smtClean="0"/>
              <a:t>6-  TU ES TOUJOURS LÀ DANS MES BESOINS 
7-  TU ME SOUTIENS TON AMOUR EST SI PUISSANT 
8-  POUR ME CHANGER 
</a:t>
            </a:r>
          </a:p>
          <a:p>
            <a:pPr>
              <a:defRPr/>
            </a:pPr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pPr>
              <a:defRPr/>
            </a:pPr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pPr>
              <a:defRPr/>
            </a:pPr>
            <a:r>
              <a:rPr lang="fr-FR" smtClean="0"/>
              <a:t>20-  MÊME SI JE NE MÉRITE PAS  TON AMOUR POUR MOI  
21-  TU NE M’AS JUGÉ TU M’AS PARDONNÉ 
</a:t>
            </a:r>
          </a:p>
          <a:p>
            <a:pPr>
              <a:defRPr/>
            </a:pPr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MERCI SAINT-ESPRIT MERCI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r>
              <a:rPr lang="fr-FR" smtClean="0"/>
              <a:t>6-  TU ES TOUJOURS LÀ DANS MES BESOINS 
7-  TU ME SOUTIENS TON AMOUR EST SI PUISSANT 
8-  POUR ME CHANGER 
</a:t>
            </a:r>
          </a:p>
          <a:p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r>
              <a:rPr lang="fr-FR" smtClean="0"/>
              <a:t>20-  MÊME SI JE NE MÉRITE PAS  TON AMOUR POUR MOI  
21-  TU NE M’AS JUGÉ TU M’AS PARDONNÉ 
</a:t>
            </a:r>
          </a:p>
          <a:p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MERCI SAINT-ESPRIT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pPr>
              <a:defRPr/>
            </a:pPr>
            <a:r>
              <a:rPr lang="fr-FR" smtClean="0"/>
              <a:t>6-  TU ES TOUJOURS LÀ DANS MES BESOINS 
7-  TU ME SOUTIENS TON AMOUR EST SI PUISSANT 
8-  POUR ME CHANGER 
</a:t>
            </a:r>
          </a:p>
          <a:p>
            <a:pPr>
              <a:defRPr/>
            </a:pPr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pPr>
              <a:defRPr/>
            </a:pPr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pPr>
              <a:defRPr/>
            </a:pPr>
            <a:r>
              <a:rPr lang="fr-FR" smtClean="0"/>
              <a:t>20-  MÊME SI JE NE MÉRITE PAS  TON AMOUR POUR MOI  
21-  TU NE M’AS JUGÉ TU M’AS PARDONNÉ 
</a:t>
            </a:r>
          </a:p>
          <a:p>
            <a:pPr>
              <a:defRPr/>
            </a:pPr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MERCI SAINT-ESPRIT MERCI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r>
              <a:rPr lang="fr-FR" smtClean="0"/>
              <a:t>6-  TU ES TOUJOURS LÀ DANS MES BESOINS 
7-  TU ME SOUTIENS TON AMOUR EST SI PUISSANT 
8-  POUR ME CHANGER 
</a:t>
            </a:r>
          </a:p>
          <a:p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r>
              <a:rPr lang="fr-FR" smtClean="0"/>
              <a:t>20-  MÊME SI JE NE MÉRITE PAS  TON AMOUR POUR MOI  
21-  TU NE M’AS JUGÉ TU M’AS PARDONNÉ 
</a:t>
            </a:r>
          </a:p>
          <a:p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MERCI SAINT-ESPRIT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pPr>
              <a:defRPr/>
            </a:pPr>
            <a:r>
              <a:rPr lang="fr-FR" smtClean="0"/>
              <a:t>6-  TU ES TOUJOURS LÀ DANS MES BESOINS 
7-  TU ME SOUTIENS TON AMOUR EST SI PUISSANT 
8-  POUR ME CHANGER 
</a:t>
            </a:r>
          </a:p>
          <a:p>
            <a:pPr>
              <a:defRPr/>
            </a:pPr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pPr>
              <a:defRPr/>
            </a:pPr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pPr>
              <a:defRPr/>
            </a:pPr>
            <a:r>
              <a:rPr lang="fr-FR" smtClean="0"/>
              <a:t>20-  MÊME SI JE NE MÉRITE PAS  TON AMOUR POUR MOI  
21-  TU NE M’AS JUGÉ TU M’AS PARDONNÉ 
</a:t>
            </a:r>
          </a:p>
          <a:p>
            <a:pPr>
              <a:defRPr/>
            </a:pPr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MERCI SAINT-ESPRIT MERCI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r>
              <a:rPr lang="fr-FR" smtClean="0"/>
              <a:t>6-  TU ES TOUJOURS LÀ DANS MES BESOINS 
7-  TU ME SOUTIENS TON AMOUR EST SI PUISSANT 
8-  POUR ME CHANGER 
</a:t>
            </a:r>
          </a:p>
          <a:p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r>
              <a:rPr lang="fr-FR" smtClean="0"/>
              <a:t>20-  MÊME SI JE NE MÉRITE PAS  TON AMOUR POUR MOI  
21-  TU NE M’AS JUGÉ TU M’AS PARDONNÉ 
</a:t>
            </a:r>
          </a:p>
          <a:p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MERCI SAINT-ESPRIT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pPr>
              <a:defRPr/>
            </a:pPr>
            <a:r>
              <a:rPr lang="fr-FR" smtClean="0"/>
              <a:t>6-  TU ES TOUJOURS LÀ DANS MES BESOINS 
7-  TU ME SOUTIENS TON AMOUR EST SI PUISSANT 
8-  POUR ME CHANGER 
</a:t>
            </a:r>
          </a:p>
          <a:p>
            <a:pPr>
              <a:defRPr/>
            </a:pPr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pPr>
              <a:defRPr/>
            </a:pPr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pPr>
              <a:defRPr/>
            </a:pPr>
            <a:r>
              <a:rPr lang="fr-FR" smtClean="0"/>
              <a:t>20-  MÊME SI JE NE MÉRITE PAS  TON AMOUR POUR MOI  
21-  TU NE M’AS JUGÉ TU M’AS PARDONNÉ 
</a:t>
            </a:r>
          </a:p>
          <a:p>
            <a:pPr>
              <a:defRPr/>
            </a:pPr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MERCI SAINT-ESPRIT MERCI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r>
              <a:rPr lang="fr-FR" smtClean="0"/>
              <a:t>6-  TU ES TOUJOURS LÀ DANS MES BESOINS 
7-  TU ME SOUTIENS TON AMOUR EST SI PUISSANT 
8-  POUR ME CHANGER 
</a:t>
            </a:r>
          </a:p>
          <a:p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r>
              <a:rPr lang="fr-FR" smtClean="0"/>
              <a:t>20-  MÊME SI JE NE MÉRITE PAS  TON AMOUR POUR MOI  
21-  TU NE M’AS JUGÉ TU M’AS PARDONNÉ 
</a:t>
            </a:r>
          </a:p>
          <a:p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MERCI SAINT-ESPRIT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pPr>
              <a:defRPr/>
            </a:pPr>
            <a:r>
              <a:rPr lang="fr-FR" smtClean="0"/>
              <a:t>6-  TU ES TOUJOURS LÀ DANS MES BESOINS 
7-  TU ME SOUTIENS TON AMOUR EST SI PUISSANT 
8-  POUR ME CHANGER 
</a:t>
            </a:r>
          </a:p>
          <a:p>
            <a:pPr>
              <a:defRPr/>
            </a:pPr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pPr>
              <a:defRPr/>
            </a:pPr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pPr>
              <a:defRPr/>
            </a:pPr>
            <a:r>
              <a:rPr lang="fr-FR" smtClean="0"/>
              <a:t>20-  MÊME SI JE NE MÉRITE PAS  TON AMOUR POUR MOI  
21-  TU NE M’AS JUGÉ TU M’AS PARDONNÉ 
</a:t>
            </a:r>
          </a:p>
          <a:p>
            <a:pPr>
              <a:defRPr/>
            </a:pPr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MERCI SAINT-ESPRIT MERCI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r>
              <a:rPr lang="fr-FR" smtClean="0"/>
              <a:t>6-  TU ES TOUJOURS LÀ DANS MES BESOINS 
7-  TU ME SOUTIENS TON AMOUR EST SI PUISSANT 
8-  POUR ME CHANGER 
</a:t>
            </a:r>
          </a:p>
          <a:p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r>
              <a:rPr lang="fr-FR" smtClean="0"/>
              <a:t>20-  MÊME SI JE NE MÉRITE PAS  TON AMOUR POUR MOI  
21-  TU NE M’AS JUGÉ TU M’AS PARDONNÉ 
</a:t>
            </a:r>
          </a:p>
          <a:p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MERCI SAINT-ESPRIT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pPr>
              <a:defRPr/>
            </a:pPr>
            <a:r>
              <a:rPr lang="fr-FR" smtClean="0"/>
              <a:t>6-  TU ES TOUJOURS LÀ DANS MES BESOINS 
7-  TU ME SOUTIENS TON AMOUR EST SI PUISSANT 
8-  POUR ME CHANGER 
</a:t>
            </a:r>
          </a:p>
          <a:p>
            <a:pPr>
              <a:defRPr/>
            </a:pPr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pPr>
              <a:defRPr/>
            </a:pPr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pPr>
              <a:defRPr/>
            </a:pPr>
            <a:r>
              <a:rPr lang="fr-FR" smtClean="0"/>
              <a:t>20-  MÊME SI JE NE MÉRITE PAS  TON AMOUR POUR MOI  
21-  TU NE M’AS JUGÉ TU M’AS PARDONNÉ 
</a:t>
            </a:r>
          </a:p>
          <a:p>
            <a:pPr>
              <a:defRPr/>
            </a:pPr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MERCI SAINT-ESPRIT MERCI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r>
              <a:rPr lang="fr-FR" smtClean="0"/>
              <a:t>6-  TU ES TOUJOURS LÀ DANS MES BESOINS 
7-  TU ME SOUTIENS TON AMOUR EST SI PUISSANT 
8-  POUR ME CHANGER 
</a:t>
            </a:r>
          </a:p>
          <a:p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r>
              <a:rPr lang="fr-FR" smtClean="0"/>
              <a:t>20-  MÊME SI JE NE MÉRITE PAS  TON AMOUR POUR MOI  
21-  TU NE M’AS JUGÉ TU M’AS PARDONNÉ 
</a:t>
            </a:r>
          </a:p>
          <a:p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MERCI SAINT-ESPRIT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pPr>
              <a:defRPr/>
            </a:pPr>
            <a:r>
              <a:rPr lang="fr-FR" smtClean="0"/>
              <a:t>6-  TU ES TOUJOURS LÀ DANS MES BESOINS 
7-  TU ME SOUTIENS TON AMOUR EST SI PUISSANT 
8-  POUR ME CHANGER 
</a:t>
            </a:r>
          </a:p>
          <a:p>
            <a:pPr>
              <a:defRPr/>
            </a:pPr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pPr>
              <a:defRPr/>
            </a:pPr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pPr>
              <a:defRPr/>
            </a:pPr>
            <a:r>
              <a:rPr lang="fr-FR" smtClean="0"/>
              <a:t>20-  MÊME SI JE NE MÉRITE PAS  TON AMOUR POUR MOI  
21-  TU NE M’AS JUGÉ TU M’AS PARDONNÉ 
</a:t>
            </a:r>
          </a:p>
          <a:p>
            <a:pPr>
              <a:defRPr/>
            </a:pPr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MERCI SAINT-ESPRIT MERCI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r>
              <a:rPr lang="fr-FR" smtClean="0"/>
              <a:t>6-  TU ES TOUJOURS LÀ DANS MES BESOINS 
7-  TU ME SOUTIENS TON AMOUR EST SI PUISSANT 
8-  POUR ME CHANGER 
</a:t>
            </a:r>
          </a:p>
          <a:p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r>
              <a:rPr lang="fr-FR" smtClean="0"/>
              <a:t>20-  MÊME SI JE NE MÉRITE PAS  TON AMOUR POUR MOI  
21-  TU NE M’AS JUGÉ TU M’AS PARDONNÉ 
</a:t>
            </a:r>
          </a:p>
          <a:p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MERCI SAINT-ESPRIT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pPr>
              <a:defRPr/>
            </a:pPr>
            <a:r>
              <a:rPr lang="fr-FR" smtClean="0"/>
              <a:t>6-  TU ES TOUJOURS LÀ DANS MES BESOINS 
7-  TU ME SOUTIENS TON AMOUR EST SI PUISSANT 
8-  POUR ME CHANGER 
</a:t>
            </a:r>
          </a:p>
          <a:p>
            <a:pPr>
              <a:defRPr/>
            </a:pPr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pPr>
              <a:defRPr/>
            </a:pPr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pPr>
              <a:defRPr/>
            </a:pPr>
            <a:r>
              <a:rPr lang="fr-FR" smtClean="0"/>
              <a:t>20-  MÊME SI JE NE MÉRITE PAS  TON AMOUR POUR MOI  
21-  TU NE M’AS JUGÉ TU M’AS PARDONNÉ 
</a:t>
            </a:r>
          </a:p>
          <a:p>
            <a:pPr>
              <a:defRPr/>
            </a:pPr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MERCI SAINT-ESPRIT MERCI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r>
              <a:rPr lang="fr-FR" smtClean="0"/>
              <a:t>6-  TU ES TOUJOURS LÀ DANS MES BESOINS 
7-  TU ME SOUTIENS TON AMOUR EST SI PUISSANT 
8-  POUR ME CHANGER 
</a:t>
            </a:r>
          </a:p>
          <a:p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r>
              <a:rPr lang="fr-FR" smtClean="0"/>
              <a:t>20-  MÊME SI JE NE MÉRITE PAS  TON AMOUR POUR MOI  
21-  TU NE M’AS JUGÉ TU M’AS PARDONNÉ 
</a:t>
            </a:r>
          </a:p>
          <a:p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MERCI SAINT-ESPRIT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pPr>
              <a:defRPr/>
            </a:pPr>
            <a:r>
              <a:rPr lang="fr-FR" smtClean="0"/>
              <a:t>6-  TU ES TOUJOURS LÀ DANS MES BESOINS 
7-  TU ME SOUTIENS TON AMOUR EST SI PUISSANT 
8-  POUR ME CHANGER 
</a:t>
            </a:r>
          </a:p>
          <a:p>
            <a:pPr>
              <a:defRPr/>
            </a:pPr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pPr>
              <a:defRPr/>
            </a:pPr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pPr>
              <a:defRPr/>
            </a:pPr>
            <a:r>
              <a:rPr lang="fr-FR" smtClean="0"/>
              <a:t>20-  MÊME SI JE NE MÉRITE PAS  TON AMOUR POUR MOI  
21-  TU NE M’AS JUGÉ TU M’AS PARDONNÉ 
</a:t>
            </a:r>
          </a:p>
          <a:p>
            <a:pPr>
              <a:defRPr/>
            </a:pPr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MERCI SAINT-ESPRIT MERCI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r>
              <a:rPr lang="fr-FR" smtClean="0"/>
              <a:t>6-  TU ES TOUJOURS LÀ DANS MES BESOINS 
7-  TU ME SOUTIENS TON AMOUR EST SI PUISSANT 
8-  POUR ME CHANGER 
</a:t>
            </a:r>
          </a:p>
          <a:p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r>
              <a:rPr lang="fr-FR" smtClean="0"/>
              <a:t>20-  MÊME SI JE NE MÉRITE PAS  TON AMOUR POUR MOI  
21-  TU NE M’AS JUGÉ TU M’AS PARDONNÉ 
</a:t>
            </a:r>
          </a:p>
          <a:p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MERCI SAINT-ESPRIT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pPr>
              <a:defRPr/>
            </a:pPr>
            <a:r>
              <a:rPr lang="fr-FR" smtClean="0"/>
              <a:t>6-  TU ES TOUJOURS LÀ DANS MES BESOINS 
7-  TU ME SOUTIENS TON AMOUR EST SI PUISSANT 
8-  POUR ME CHANGER 
</a:t>
            </a:r>
          </a:p>
          <a:p>
            <a:pPr>
              <a:defRPr/>
            </a:pPr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pPr>
              <a:defRPr/>
            </a:pPr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pPr>
              <a:defRPr/>
            </a:pPr>
            <a:r>
              <a:rPr lang="fr-FR" smtClean="0"/>
              <a:t>20-  MÊME SI JE NE MÉRITE PAS  TON AMOUR POUR MOI  
21-  TU NE M’AS JUGÉ TU M’AS PARDONNÉ 
</a:t>
            </a:r>
          </a:p>
          <a:p>
            <a:pPr>
              <a:defRPr/>
            </a:pPr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MERCI SAINT-ESPRIT MERCI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r>
              <a:rPr lang="fr-FR" smtClean="0"/>
              <a:t>6-  TU ES TOUJOURS LÀ DANS MES BESOINS 
7-  TU ME SOUTIENS TON AMOUR EST SI PUISSANT 
8-  POUR ME CHANGER 
</a:t>
            </a:r>
          </a:p>
          <a:p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r>
              <a:rPr lang="fr-FR" smtClean="0"/>
              <a:t>20-  MÊME SI JE NE MÉRITE PAS  TON AMOUR POUR MOI  
21-  TU NE M’AS JUGÉ TU M’AS PARDONNÉ 
</a:t>
            </a:r>
          </a:p>
          <a:p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MERCI SAINT-ESPRIT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pPr>
              <a:defRPr/>
            </a:pPr>
            <a:r>
              <a:rPr lang="fr-FR" smtClean="0"/>
              <a:t>6-  TU ES TOUJOURS LÀ DANS MES BESOINS 
7-  TU ME SOUTIENS TON AMOUR EST SI PUISSANT 
8-  POUR ME CHANGER 
</a:t>
            </a:r>
          </a:p>
          <a:p>
            <a:pPr>
              <a:defRPr/>
            </a:pPr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pPr>
              <a:defRPr/>
            </a:pPr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pPr>
              <a:defRPr/>
            </a:pPr>
            <a:r>
              <a:rPr lang="fr-FR" smtClean="0"/>
              <a:t>20-  MÊME SI JE NE MÉRITE PAS  TON AMOUR POUR MOI  
21-  TU NE M’AS JUGÉ TU M’AS PARDONNÉ 
</a:t>
            </a:r>
          </a:p>
          <a:p>
            <a:pPr>
              <a:defRPr/>
            </a:pPr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MERCI SAINT-ESPRIT MERCI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r>
              <a:rPr lang="fr-FR" smtClean="0"/>
              <a:t>6-  TU ES TOUJOURS LÀ DANS MES BESOINS 
7-  TU ME SOUTIENS TON AMOUR EST SI PUISSANT 
8-  POUR ME CHANGER 
</a:t>
            </a:r>
          </a:p>
          <a:p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r>
              <a:rPr lang="fr-FR" smtClean="0"/>
              <a:t>20-  MÊME SI JE NE MÉRITE PAS  TON AMOUR POUR MOI  
21-  TU NE M’AS JUGÉ TU M’AS PARDONNÉ 
</a:t>
            </a:r>
          </a:p>
          <a:p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MERCI SAINT-ESPRIT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pPr>
              <a:defRPr/>
            </a:pPr>
            <a:r>
              <a:rPr lang="fr-FR" smtClean="0"/>
              <a:t>6-  TU ES TOUJOURS LÀ DANS MES BESOINS 
7-  TU ME SOUTIENS TON AMOUR EST SI PUISSANT 
8-  POUR ME CHANGER 
</a:t>
            </a:r>
          </a:p>
          <a:p>
            <a:pPr>
              <a:defRPr/>
            </a:pPr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pPr>
              <a:defRPr/>
            </a:pPr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pPr>
              <a:defRPr/>
            </a:pPr>
            <a:r>
              <a:rPr lang="fr-FR" smtClean="0"/>
              <a:t>20-  MÊME SI JE NE MÉRITE PAS  TON AMOUR POUR MOI  
21-  TU NE M’AS JUGÉ TU M’AS PARDONNÉ 
</a:t>
            </a:r>
          </a:p>
          <a:p>
            <a:pPr>
              <a:defRPr/>
            </a:pPr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MERCI SAINT-ESPRIT MERCI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r>
              <a:rPr lang="fr-FR" smtClean="0"/>
              <a:t>6-  TU ES TOUJOURS LÀ DANS MES BESOINS 
7-  TU ME SOUTIENS TON AMOUR EST SI PUISSANT 
8-  POUR ME CHANGER 
</a:t>
            </a:r>
          </a:p>
          <a:p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r>
              <a:rPr lang="fr-FR" smtClean="0"/>
              <a:t>20-  MÊME SI JE NE MÉRITE PAS  TON AMOUR POUR MOI  
21-  TU NE M’AS JUGÉ TU M’AS PARDONNÉ 
</a:t>
            </a:r>
          </a:p>
          <a:p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MERCI SAINT-ESPRIT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pPr>
              <a:defRPr/>
            </a:pPr>
            <a:r>
              <a:rPr lang="fr-FR" smtClean="0"/>
              <a:t>6-  TU ES TOUJOURS LÀ DANS MES BESOINS 
7-  TU ME SOUTIENS TON AMOUR EST SI PUISSANT 
8-  POUR ME CHANGER 
</a:t>
            </a:r>
          </a:p>
          <a:p>
            <a:pPr>
              <a:defRPr/>
            </a:pPr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pPr>
              <a:defRPr/>
            </a:pPr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pPr>
              <a:defRPr/>
            </a:pPr>
            <a:r>
              <a:rPr lang="fr-FR" smtClean="0"/>
              <a:t>20-  MÊME SI JE NE MÉRITE PAS  TON AMOUR POUR MOI  
21-  TU NE M’AS JUGÉ TU M’AS PARDONNÉ 
</a:t>
            </a:r>
          </a:p>
          <a:p>
            <a:pPr>
              <a:defRPr/>
            </a:pPr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MERCI SAINT-ESPRIT MERCI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r>
              <a:rPr lang="fr-FR" smtClean="0"/>
              <a:t>6-  TU ES TOUJOURS LÀ DANS MES BESOINS 
7-  TU ME SOUTIENS TON AMOUR EST SI PUISSANT 
8-  POUR ME CHANGER 
</a:t>
            </a:r>
          </a:p>
          <a:p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r>
              <a:rPr lang="fr-FR" smtClean="0"/>
              <a:t>20-  MÊME SI JE NE MÉRITE PAS  TON AMOUR POUR MOI  
21-  TU NE M’AS JUGÉ TU M’AS PARDONNÉ 
</a:t>
            </a:r>
          </a:p>
          <a:p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MERCI SAINT-ESPRIT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pPr>
              <a:defRPr/>
            </a:pPr>
            <a:r>
              <a:rPr lang="fr-FR" smtClean="0"/>
              <a:t>6-  TU ES TOUJOURS LÀ DANS MES BESOINS 
7-  TU ME SOUTIENS TON AMOUR EST SI PUISSANT 
8-  POUR ME CHANGER 
</a:t>
            </a:r>
          </a:p>
          <a:p>
            <a:pPr>
              <a:defRPr/>
            </a:pPr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pPr>
              <a:defRPr/>
            </a:pPr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pPr>
              <a:defRPr/>
            </a:pPr>
            <a:r>
              <a:rPr lang="fr-FR" smtClean="0"/>
              <a:t>20-  MÊME SI JE NE MÉRITE PAS  TON AMOUR POUR MOI  
21-  TU NE M’AS JUGÉ TU M’AS PARDONNÉ 
</a:t>
            </a:r>
          </a:p>
          <a:p>
            <a:pPr>
              <a:defRPr/>
            </a:pPr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MERCI SAINT-ESPRIT MERCI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r>
              <a:rPr lang="fr-FR" smtClean="0"/>
              <a:t>6-  TU ES TOUJOURS LÀ DANS MES BESOINS 
7-  TU ME SOUTIENS TON AMOUR EST SI PUISSANT 
8-  POUR ME CHANGER 
</a:t>
            </a:r>
          </a:p>
          <a:p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r>
              <a:rPr lang="fr-FR" smtClean="0"/>
              <a:t>20-  MÊME SI JE NE MÉRITE PAS  TON AMOUR POUR MOI  
21-  TU NE M’AS JUGÉ TU M’AS PARDONNÉ 
</a:t>
            </a:r>
          </a:p>
          <a:p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MERCI SAINT-ESPRIT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pPr>
              <a:defRPr/>
            </a:pPr>
            <a:r>
              <a:rPr lang="fr-FR" smtClean="0"/>
              <a:t>6-  TU ES TOUJOURS LÀ DANS MES BESOINS 
7-  TU ME SOUTIENS TON AMOUR EST SI PUISSANT 
8-  POUR ME CHANGER 
</a:t>
            </a:r>
          </a:p>
          <a:p>
            <a:pPr>
              <a:defRPr/>
            </a:pPr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pPr>
              <a:defRPr/>
            </a:pPr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pPr>
              <a:defRPr/>
            </a:pPr>
            <a:r>
              <a:rPr lang="fr-FR" smtClean="0"/>
              <a:t>20-  MÊME SI JE NE MÉRITE PAS  TON AMOUR POUR MOI  
21-  TU NE M’AS JUGÉ TU M’AS PARDONNÉ 
</a:t>
            </a:r>
          </a:p>
          <a:p>
            <a:pPr>
              <a:defRPr/>
            </a:pPr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MERCI SAINT-ESPRIT MERCI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r>
              <a:rPr lang="fr-FR" smtClean="0"/>
              <a:t>6-  TU ES TOUJOURS LÀ DANS MES BESOINS 
7-  TU ME SOUTIENS TON AMOUR EST SI PUISSANT 
8-  POUR ME CHANGER 
</a:t>
            </a:r>
          </a:p>
          <a:p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r>
              <a:rPr lang="fr-FR" smtClean="0"/>
              <a:t>20-  MÊME SI JE NE MÉRITE PAS  TON AMOUR POUR MOI  
21-  TU NE M’AS JUGÉ TU M’AS PARDONNÉ 
</a:t>
            </a:r>
          </a:p>
          <a:p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MERCI SAINT-ESPRIT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pPr>
              <a:defRPr/>
            </a:pPr>
            <a:r>
              <a:rPr lang="fr-FR" smtClean="0"/>
              <a:t>6-  TU ES TOUJOURS LÀ DANS MES BESOINS 
7-  TU ME SOUTIENS TON AMOUR EST SI PUISSANT 
8-  POUR ME CHANGER 
</a:t>
            </a:r>
          </a:p>
          <a:p>
            <a:pPr>
              <a:defRPr/>
            </a:pPr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pPr>
              <a:defRPr/>
            </a:pPr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pPr>
              <a:defRPr/>
            </a:pPr>
            <a:r>
              <a:rPr lang="fr-FR" smtClean="0"/>
              <a:t>20-  MÊME SI JE NE MÉRITE PAS  TON AMOUR POUR MOI  
21-  TU NE M’AS JUGÉ TU M’AS PARDONNÉ 
</a:t>
            </a:r>
          </a:p>
          <a:p>
            <a:pPr>
              <a:defRPr/>
            </a:pPr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MERCI SAINT-ESPRIT MERCI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r>
              <a:rPr lang="fr-FR" smtClean="0"/>
              <a:t>6-  TU ES TOUJOURS LÀ DANS MES BESOINS 
7-  TU ME SOUTIENS TON AMOUR EST SI PUISSANT 
8-  POUR ME CHANGER 
</a:t>
            </a:r>
          </a:p>
          <a:p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r>
              <a:rPr lang="fr-FR" smtClean="0"/>
              <a:t>20-  MÊME SI JE NE MÉRITE PAS  TON AMOUR POUR MOI  
21-  TU NE M’AS JUGÉ TU M’AS PARDONNÉ 
</a:t>
            </a:r>
          </a:p>
          <a:p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MERCI SAINT-ESPRIT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pPr>
              <a:defRPr/>
            </a:pPr>
            <a:r>
              <a:rPr lang="fr-FR" smtClean="0"/>
              <a:t>6-  TU ES TOUJOURS LÀ DANS MES BESOINS 
7-  TU ME SOUTIENS TON AMOUR EST SI PUISSANT 
8-  POUR ME CHANGER 
</a:t>
            </a:r>
          </a:p>
          <a:p>
            <a:pPr>
              <a:defRPr/>
            </a:pPr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pPr>
              <a:defRPr/>
            </a:pPr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pPr>
              <a:defRPr/>
            </a:pPr>
            <a:r>
              <a:rPr lang="fr-FR" smtClean="0"/>
              <a:t>20-  MÊME SI JE NE MÉRITE PAS  TON AMOUR POUR MOI  
21-  TU NE M’AS JUGÉ TU M’AS PARDONNÉ 
</a:t>
            </a:r>
          </a:p>
          <a:p>
            <a:pPr>
              <a:defRPr/>
            </a:pPr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MERCI SAINT-ESPRIT MERCI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MES BESOINS QUE TU AS COMBLÉS  
5-  MERCI, SEIGNEUR  DE ME LE RAPPELER  
</a:t>
            </a:r>
          </a:p>
          <a:p>
            <a:r>
              <a:rPr lang="fr-FR" smtClean="0"/>
              <a:t>6-  TU ES TOUJOURS LÀ DANS MES BESOINS 
7-  TU ME SOUTIENS TON AMOUR EST SI PUISSANT 
8-  POUR ME CHANGER 
</a:t>
            </a:r>
          </a:p>
          <a:p>
            <a:r>
              <a:rPr lang="fr-FR" smtClean="0"/>
              <a:t>	9-  ME VOICI TEL QUE JE SUIS 
	10-  JE LÈVE MES MAINS  MON CŒUR REMPLI 
	11-  JE VEUX TE DIRE MERCI  OUI MERCI  
	12-  POUR TOUT LE RESTE  POUR QUI TU ES 
	13-  POUR TES MERVEILLES  ET TES BIENFAITS 
	14-  JE VEUX TE DIRE MERCI OUI MERCI
</a:t>
            </a:r>
          </a:p>
          <a:p>
            <a:r>
              <a:rPr lang="fr-FR" smtClean="0"/>
              <a:t>15-  J’ÉTAIS PRISONNIER DU PÉCHÉ MAIS TU M’AS SAUVÉ 
16-  QUAND J’ÉTAIS DÉSESPÉRÉ 
17-  TU M’AS DONNÉ TA PAIX POUR ÊTRE BIEN PLUS GRAND  
18-  C’EST MOI QUI AURAIS DÛ PAYER MAIS POUR MOI, TU L’AS FAIT  
19-  QUELLE GRÂCE ADMIRABLE C’EST PLUS QU’UN SIMPLE CHANT  
</a:t>
            </a:r>
          </a:p>
          <a:p>
            <a:r>
              <a:rPr lang="fr-FR" smtClean="0"/>
              <a:t>20-  MÊME SI JE NE MÉRITE PAS  TON AMOUR POUR MOI  
21-  TU NE M’AS JUGÉ TU M’AS PARDONNÉ 
</a:t>
            </a:r>
          </a:p>
          <a:p>
            <a:r>
              <a:rPr lang="fr-FR" smtClean="0"/>
              <a:t>	22-  ME VOICI TEL QUE JE SUIS 
	23-  JE LÈVE MES MAINS  MON CŒUR REMPLI 
	24-  JE VEUX TE DIRE MERCI  OUI MERCI  
	25-  POUR TOUT LE RESTE  POUR QUI TU ES 
	26-  POUR TES MERVEILLES  ET TES BIENFAITS 
	27-  JE VEUX TE DIRE MERCI  
	28-  JE TE DIS MERCI POUR LE SOLEIL  
	29-  SEIGNEUR, MERCI POUR LA PLUIE 
	30-  MERCI DE M’AVOIR AIMÉ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31- MERCI SAINT-ESPRIT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D83A2C-18C9-43E8-88B8-882CF2AE7CF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A202C3-CE32-4C02-8414-2289CDA0BC6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DD9D36-572E-4333-8CFD-166AA3FA2D4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3B5CD5-AC9A-4773-9121-A47A5517219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037C14-C866-477D-A25E-3710DD2ED1B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AD9F85-5220-4EFC-982A-E8ADA64F8D2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81F4A2-8D7F-4267-8B2B-56871FBE83B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B7F67D-C1A9-4A7F-B8D9-1F4DDAF6DC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1CD5B3-65BC-404D-B056-1C3AF072F51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9FE649-C6A7-4BD2-8C72-D9AD845E385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1F5662-5248-4CFA-B163-3D6D827AB6C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8EE981A-D482-436D-A02C-5945FB952C5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ENCORE UN MOMENT DE PLUS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VOUDRAIS PRIER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REMPLIS MES PENSÉES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TE DIRE MERCI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M’AVOIR AIMÉ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TANT DE FOIS, J’AI OUBLIÉ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MES BESOINS QUE TU AS COMBLÉS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MERCI, SEIGNEUR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ME LE RAPPELER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TOUJOURS LÀ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MES BESOINS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71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ME SOUTIENS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AMOUR EST SI PUISSANT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ME CHANGER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921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VOICI TEL QUE JE SUIS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LÈVE MES MAINS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MON CŒUR REMPLI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TE DIRE MERCI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MERCI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TOUT LE RESTE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QUI TU 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1331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TES MERVEILLES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TES BIENFAITS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TE DIRE MERCI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MERCI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1536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J’ÉTAIS PRISONNIER DU PÉCHÉ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TU M’AS SAUVÉ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J’ÉTAIS DÉSESPÉRÉ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1741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M’AS DONNÉ LA PAIX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ÊTRE BIEN PLUS GRAND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MOI QUI AURAIS DÛ PAYER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POUR MOI, TU L’AS FAIT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1945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QUELLE GRÂCE ADMIRABLE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PLUS QU’UN SIMPLE CHANT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2048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MÊME SI JE NE MÉRITE PAS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TON AMOUR POUR MOI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2150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NE M’AS PAS JUGÉ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M’AS PARDONNÉ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VOICI TEL QUE JE SUIS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2355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LÈVE MES MAINS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MON CŒUR REMPLI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2457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TE DIRE MERCI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MERCI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2560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TOUT LE RESTE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QUI TU 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2662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TES MERVEILLES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TES BIENFAITS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2765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TE DIRE MERCI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MERCI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286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TE DIS MERCI POUR LE SOLEIL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296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SEIGNEUR, MERCI POUR LA PLUIE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307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MERCI DE M’AVOIR AIMÉ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317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MERCI SAINT-ESPRIT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MERCI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327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ME PURIFIER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337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PURIFIE MON CŒUR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  <p:sp>
        <p:nvSpPr>
          <p:cNvPr id="3481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822</Words>
  <Application>Microsoft Office PowerPoint</Application>
  <PresentationFormat>Affichage à l'écran (4:3)</PresentationFormat>
  <Paragraphs>650</Paragraphs>
  <Slides>33</Slides>
  <Notes>33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4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78</cp:revision>
  <dcterms:created xsi:type="dcterms:W3CDTF">2002-08-17T13:12:10Z</dcterms:created>
  <dcterms:modified xsi:type="dcterms:W3CDTF">2018-06-24T08:24:52Z</dcterms:modified>
</cp:coreProperties>
</file>