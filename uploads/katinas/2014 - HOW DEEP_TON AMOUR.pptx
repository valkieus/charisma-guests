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70" r:id="rId2"/>
    <p:sldId id="312" r:id="rId3"/>
    <p:sldId id="313" r:id="rId4"/>
    <p:sldId id="314" r:id="rId5"/>
    <p:sldId id="315" r:id="rId6"/>
    <p:sldId id="316" r:id="rId7"/>
    <p:sldId id="327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1" autoAdjust="0"/>
    <p:restoredTop sz="50369" autoAdjust="0"/>
  </p:normalViewPr>
  <p:slideViewPr>
    <p:cSldViewPr>
      <p:cViewPr varScale="1">
        <p:scale>
          <a:sx n="36" d="100"/>
          <a:sy n="36" d="100"/>
        </p:scale>
        <p:origin x="-124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22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6C0DE6-31C3-4A6B-B923-BFCC47FF09E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D5D72F2-6F0C-4131-A170-9B3ADF73D15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JE VOIS TES YEUX DANS LA LUMIÈRE DU JOUR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KNOW YOUR EYES IN THE MORNING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JE RESSENS TON TOUCHER QUAND VIENT LA PLUIE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FEEL YOU TOUCH ME IN THE POURING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ET À CHAQUE FOIS QUE TU T’ÉLOIGNES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THE MOMENT THAT YOU WANDER FAR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JE VOUDRAIS T’AVOIR ENCORE DANS MES 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 WANT TO FEEL YOU IN MY ARMS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YOU COME TO ME ON A SUMMER BREEZE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PUIS TU DISPARAIS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KEEP ME WARM IN YOUR LOVE THEN YOU SOFTLY LEAVE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TON AMOUR POUR MOI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HOW DEEP IS YOUR LOVE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MONTRE-LE-MOI J’APPRENDRAI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 REALLY MEAN TO LEARN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CAR NOUS VIVONS DANS UN MONDE FOU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'CAUSE WE'RE LIVING IN A WORLD OF FOOLS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QUI NOUS SÉPARE ET ÉLOIGNE NOS DEUX VIES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BREAKING US DOWN WHEN THEY ALL SHOULD LET US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12-  QUAND NOUS DEVRIONS ÊTRE UNIS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WE BELONG TO YOU AND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OUI, JE CROIS EN TOI TU CONNAIS LA PORTE QUI MÈNE À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 BELIEVE IN YOU YOU KNOW THE DOOR TO MY VERY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TU ES LA LUMIÈRE QUI ÉCLAIRE MES HEURES SOMBRES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THE LIGHT IN MY DEEPEST DARKEST HOUR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ET MON SAUVEUR, CHAQUE FOIS QUE JE TOMBE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YOU'RE MY SAVIOR WHEN I FALL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SI TU DOUTES DE MOI CHERCHE ET TU VERRAS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AND YOU MAY NOT THINK I CARE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AND IT'S ME YOU NEED TO SHOW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JE VOIS TES YEUX DANS LA LUMIÈRE DU JOUR </a:t>
            </a:r>
          </a:p>
          <a:p>
            <a:pPr>
              <a:defRPr/>
            </a:pPr>
            <a:r>
              <a:rPr lang="en-US" smtClean="0"/>
              <a:t>     I KNOW YOUR EYES IN THE MORNING SUN</a:t>
            </a:r>
          </a:p>
          <a:p>
            <a:pPr>
              <a:defRPr/>
            </a:pPr>
            <a:r>
              <a:rPr lang="en-US" smtClean="0"/>
              <a:t>2-  JE RESSENS TON TOUCHER QUAND VIENT LA PLUIE</a:t>
            </a:r>
          </a:p>
          <a:p>
            <a:pPr>
              <a:defRPr/>
            </a:pPr>
            <a:r>
              <a:rPr lang="en-US" smtClean="0"/>
              <a:t>     I FEEL YOU TOUCH ME IN THE POURING RAIN</a:t>
            </a:r>
          </a:p>
          <a:p>
            <a:pPr>
              <a:defRPr/>
            </a:pPr>
            <a:r>
              <a:rPr lang="en-US" smtClean="0"/>
              <a:t>3-  ET À CHAQUE FOIS QUE TU T’ÉLOIGNES DE MOI</a:t>
            </a:r>
          </a:p>
          <a:p>
            <a:pPr>
              <a:defRPr/>
            </a:pPr>
            <a:r>
              <a:rPr lang="en-US" smtClean="0"/>
              <a:t>    AND THE MOMENT THAT YOU WANDER FAR FROM ME</a:t>
            </a:r>
          </a:p>
          <a:p>
            <a:pPr>
              <a:defRPr/>
            </a:pPr>
            <a:r>
              <a:rPr lang="en-US" smtClean="0"/>
              <a:t>4-  JE VOUDRAIS T’AVOIR ENCORE DANS MES BRAS</a:t>
            </a:r>
          </a:p>
          <a:p>
            <a:pPr>
              <a:defRPr/>
            </a:pPr>
            <a:r>
              <a:rPr lang="en-US" smtClean="0"/>
              <a:t>     I WANT TO FEEL YOU IN MY ARMS AGAIN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5-  ET TU VIENS VERS MOI, COMME UN VENT D’ÉTÉ TON AMOUR ME RÉCHAUFFE</a:t>
            </a:r>
          </a:p>
          <a:p>
            <a:pPr>
              <a:defRPr/>
            </a:pPr>
            <a:r>
              <a:rPr lang="en-US" smtClean="0"/>
              <a:t>    AND YOU COME TO ME ON A SUMMER BREEZE</a:t>
            </a:r>
          </a:p>
          <a:p>
            <a:pPr>
              <a:defRPr/>
            </a:pPr>
            <a:r>
              <a:rPr lang="en-US" smtClean="0"/>
              <a:t>6-  PUIS TU DISPARAIS ET J’AI BESOIN DE CONNAÎTRE</a:t>
            </a:r>
          </a:p>
          <a:p>
            <a:pPr>
              <a:defRPr/>
            </a:pPr>
            <a:r>
              <a:rPr lang="en-US" smtClean="0"/>
              <a:t>    KEEP ME WARM IN YOUR LOVE THEN YOU SOFTLY LEAVE</a:t>
            </a:r>
          </a:p>
          <a:p>
            <a:pPr>
              <a:defRPr/>
            </a:pPr>
            <a:r>
              <a:rPr lang="en-US" smtClean="0"/>
              <a:t>7-  ET J’AI BESOIN DE CONNAÎTRE</a:t>
            </a:r>
          </a:p>
          <a:p>
            <a:pPr>
              <a:defRPr/>
            </a:pPr>
            <a:r>
              <a:rPr lang="en-US" smtClean="0"/>
              <a:t>   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8-  TON AMOUR POUR MOI TON AMOUR POUR MOI</a:t>
            </a:r>
          </a:p>
          <a:p>
            <a:pPr>
              <a:defRPr/>
            </a:pPr>
            <a:r>
              <a:rPr lang="en-US" smtClean="0"/>
              <a:t>	     HOW DEEP IS YOUR LOVE ?</a:t>
            </a:r>
          </a:p>
          <a:p>
            <a:pPr>
              <a:defRPr/>
            </a:pPr>
            <a:r>
              <a:rPr lang="en-US" smtClean="0"/>
              <a:t>	9-  MONTRE-LE-MOI J’APPRENDRAI AVEC TOI</a:t>
            </a:r>
          </a:p>
          <a:p>
            <a:pPr>
              <a:defRPr/>
            </a:pPr>
            <a:r>
              <a:rPr lang="en-US" smtClean="0"/>
              <a:t>	     I REALLY MEAN TO LEARN</a:t>
            </a:r>
          </a:p>
          <a:p>
            <a:pPr>
              <a:defRPr/>
            </a:pPr>
            <a:r>
              <a:rPr lang="en-US" smtClean="0"/>
              <a:t>	10-  CAR NOUS VIVONS DANS UN MONDE FOU</a:t>
            </a:r>
          </a:p>
          <a:p>
            <a:pPr>
              <a:defRPr/>
            </a:pPr>
            <a:r>
              <a:rPr lang="en-US" smtClean="0"/>
              <a:t>	     'CAUSE WE'RE LIVING IN A WORLD OF FOOLS</a:t>
            </a:r>
          </a:p>
          <a:p>
            <a:pPr>
              <a:defRPr/>
            </a:pPr>
            <a:r>
              <a:rPr lang="en-US" smtClean="0"/>
              <a:t>	11-  QUI NOUS SÉPARE ET ÉLOIGNE NOS DEUX VIES</a:t>
            </a:r>
          </a:p>
          <a:p>
            <a:pPr>
              <a:defRPr/>
            </a:pPr>
            <a:r>
              <a:rPr lang="en-US" smtClean="0"/>
              <a:t>	       BREAKING US DOWN WHEN THEY ALL SHOULD LET US BE</a:t>
            </a:r>
          </a:p>
          <a:p>
            <a:pPr>
              <a:defRPr/>
            </a:pPr>
            <a:r>
              <a:rPr lang="en-US" smtClean="0"/>
              <a:t>	12-  QUAND NOUS DEVRIONS ÊTRE UNIS</a:t>
            </a:r>
          </a:p>
          <a:p>
            <a:pPr>
              <a:defRPr/>
            </a:pPr>
            <a:r>
              <a:rPr lang="en-US" smtClean="0"/>
              <a:t>	      WE BELONG TO YOU AND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OUI, JE CROIS EN TOI TU CONNAIS LA PORTE QUI MÈNE À MON ÂME</a:t>
            </a:r>
          </a:p>
          <a:p>
            <a:pPr>
              <a:defRPr/>
            </a:pPr>
            <a:r>
              <a:rPr lang="en-US" smtClean="0"/>
              <a:t>       I BELIEVE IN YOU YOU KNOW THE DOOR TO MY VERY SOUL</a:t>
            </a:r>
          </a:p>
          <a:p>
            <a:pPr>
              <a:defRPr/>
            </a:pPr>
            <a:r>
              <a:rPr lang="en-US" smtClean="0"/>
              <a:t>14-  TU ES LA LUMIÈRE QUI ÉCLAIRE MES HEURES SOMBRES</a:t>
            </a:r>
          </a:p>
          <a:p>
            <a:pPr>
              <a:defRPr/>
            </a:pPr>
            <a:r>
              <a:rPr lang="en-US" smtClean="0"/>
              <a:t>      YOU'RE THE LIGHT IN MY DEEPEST DARKEST HOUR</a:t>
            </a:r>
          </a:p>
          <a:p>
            <a:pPr>
              <a:defRPr/>
            </a:pPr>
            <a:r>
              <a:rPr lang="en-US" smtClean="0"/>
              <a:t>15-  ET MON SAUVEUR, CHAQUE FOIS QUE JE TOMBE</a:t>
            </a:r>
          </a:p>
          <a:p>
            <a:pPr>
              <a:defRPr/>
            </a:pPr>
            <a:r>
              <a:rPr lang="en-US" smtClean="0"/>
              <a:t>      YOU'RE MY SAVIOR WHEN I FALL</a:t>
            </a:r>
          </a:p>
          <a:p>
            <a:pPr>
              <a:defRPr/>
            </a:pPr>
            <a:r>
              <a:rPr lang="en-US" smtClean="0"/>
              <a:t>16-  SI TU DOUTES DE MOI CHERCHE ET TU VERRAS</a:t>
            </a:r>
          </a:p>
          <a:p>
            <a:pPr>
              <a:defRPr/>
            </a:pPr>
            <a:r>
              <a:rPr lang="en-US" smtClean="0"/>
              <a:t>      AND YOU MAY NOT THINK I CARE FOR YOU</a:t>
            </a:r>
          </a:p>
          <a:p>
            <a:pPr>
              <a:defRPr/>
            </a:pPr>
            <a:r>
              <a:rPr lang="en-US" smtClean="0"/>
              <a:t>17-  LA GRANDEUR DE TOUT MON AMOUR POUR TOI ET J’AI BESOIN DE CONNAÎTRE</a:t>
            </a:r>
          </a:p>
          <a:p>
            <a:pPr>
              <a:defRPr/>
            </a:pPr>
            <a:r>
              <a:rPr lang="en-US" smtClean="0"/>
              <a:t>      WHEN YOU KNOW DOWN INSIDE THAT I REALLY DO, AND IT'S ME YOU NEED TO SHOW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********************************</a:t>
            </a:r>
          </a:p>
          <a:p>
            <a:pPr>
              <a:defRPr/>
            </a:pPr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33-  AND YOU MAY NOT THINK I CARE FOR YOU 
34-  WHEN YOU KNOW DOWN INSIDE THAT I REALLY DO </a:t>
            </a:r>
          </a:p>
          <a:p>
            <a:pPr>
              <a:defRPr/>
            </a:pPr>
            <a:r>
              <a:rPr lang="en-US" smtClean="0"/>
              <a:t>35-  AND IT'S ME YOU NEED TO SHOW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VOIS TES YEUX DANS LA LUMIÈRE DU JOUR </a:t>
            </a:r>
          </a:p>
          <a:p>
            <a:r>
              <a:rPr lang="en-US" smtClean="0"/>
              <a:t>     I KNOW YOUR EYES IN THE MORNING SUN</a:t>
            </a:r>
          </a:p>
          <a:p>
            <a:r>
              <a:rPr lang="en-US" smtClean="0"/>
              <a:t>2-  JE RESSENS TON TOUCHER QUAND VIENT LA PLUIE</a:t>
            </a:r>
          </a:p>
          <a:p>
            <a:r>
              <a:rPr lang="en-US" smtClean="0"/>
              <a:t>     I FEEL YOU TOUCH ME IN THE POURING RAIN</a:t>
            </a:r>
          </a:p>
          <a:p>
            <a:r>
              <a:rPr lang="en-US" smtClean="0"/>
              <a:t>3-  ET À CHAQUE FOIS QUE TU T’ÉLOIGNES DE MOI</a:t>
            </a:r>
          </a:p>
          <a:p>
            <a:r>
              <a:rPr lang="en-US" smtClean="0"/>
              <a:t>    AND THE MOMENT THAT YOU WANDER FAR FROM ME</a:t>
            </a:r>
          </a:p>
          <a:p>
            <a:r>
              <a:rPr lang="en-US" smtClean="0"/>
              <a:t>4-  JE VOUDRAIS T’AVOIR ENCORE DANS MES BRAS</a:t>
            </a:r>
          </a:p>
          <a:p>
            <a:r>
              <a:rPr lang="en-US" smtClean="0"/>
              <a:t>     I WANT TO FEEL YOU IN MY ARMS AGAIN</a:t>
            </a:r>
          </a:p>
          <a:p>
            <a:endParaRPr lang="en-US" smtClean="0"/>
          </a:p>
          <a:p>
            <a:r>
              <a:rPr lang="en-US" smtClean="0"/>
              <a:t>5-  ET TU VIENS VERS MOI, COMME UN VENT D’ÉTÉ TON AMOUR ME RÉCHAUFFE</a:t>
            </a:r>
          </a:p>
          <a:p>
            <a:r>
              <a:rPr lang="en-US" smtClean="0"/>
              <a:t>    AND YOU COME TO ME ON A SUMMER BREEZE</a:t>
            </a:r>
          </a:p>
          <a:p>
            <a:r>
              <a:rPr lang="en-US" smtClean="0"/>
              <a:t>6-  PUIS TU DISPARAIS ET J’AI BESOIN DE CONNAÎTRE</a:t>
            </a:r>
          </a:p>
          <a:p>
            <a:r>
              <a:rPr lang="en-US" smtClean="0"/>
              <a:t>    KEEP ME WARM IN YOUR LOVE THEN YOU SOFTLY LEAVE</a:t>
            </a:r>
          </a:p>
          <a:p>
            <a:r>
              <a:rPr lang="en-US" smtClean="0"/>
              <a:t>7-  ET J’AI BESOIN DE CONNAÎTRE</a:t>
            </a:r>
          </a:p>
          <a:p>
            <a:r>
              <a:rPr lang="en-US" smtClean="0"/>
              <a:t>    AND IT'S ME YOU NEED TO SHOW</a:t>
            </a:r>
          </a:p>
          <a:p>
            <a:endParaRPr lang="en-US" smtClean="0"/>
          </a:p>
          <a:p>
            <a:r>
              <a:rPr lang="en-US" smtClean="0"/>
              <a:t>	8-  TON AMOUR POUR MOI TON AMOUR POUR MOI</a:t>
            </a:r>
          </a:p>
          <a:p>
            <a:r>
              <a:rPr lang="en-US" smtClean="0"/>
              <a:t>	     HOW DEEP IS YOUR LOVE ?</a:t>
            </a:r>
          </a:p>
          <a:p>
            <a:r>
              <a:rPr lang="en-US" smtClean="0"/>
              <a:t>	9-  MONTRE-LE-MOI J’APPRENDRAI AVEC TOI</a:t>
            </a:r>
          </a:p>
          <a:p>
            <a:r>
              <a:rPr lang="en-US" smtClean="0"/>
              <a:t>	     I REALLY MEAN TO LEARN</a:t>
            </a:r>
          </a:p>
          <a:p>
            <a:r>
              <a:rPr lang="en-US" smtClean="0"/>
              <a:t>	10-  CAR NOUS VIVONS DANS UN MONDE FOU</a:t>
            </a:r>
          </a:p>
          <a:p>
            <a:r>
              <a:rPr lang="en-US" smtClean="0"/>
              <a:t>	     'CAUSE WE'RE LIVING IN A WORLD OF FOOLS</a:t>
            </a:r>
          </a:p>
          <a:p>
            <a:r>
              <a:rPr lang="en-US" smtClean="0"/>
              <a:t>	11-  QUI NOUS SÉPARE ET ÉLOIGNE NOS DEUX VIES</a:t>
            </a:r>
          </a:p>
          <a:p>
            <a:r>
              <a:rPr lang="en-US" smtClean="0"/>
              <a:t>	       BREAKING US DOWN WHEN THEY ALL SHOULD LET US BE</a:t>
            </a:r>
          </a:p>
          <a:p>
            <a:r>
              <a:rPr lang="en-US" smtClean="0"/>
              <a:t>	12-  QUAND NOUS DEVRIONS ÊTRE UNIS</a:t>
            </a:r>
          </a:p>
          <a:p>
            <a:r>
              <a:rPr lang="en-US" smtClean="0"/>
              <a:t>	      WE BELONG TO YOU AND ME</a:t>
            </a:r>
          </a:p>
          <a:p>
            <a:endParaRPr lang="en-US" smtClean="0"/>
          </a:p>
          <a:p>
            <a:r>
              <a:rPr lang="en-US" smtClean="0"/>
              <a:t>13-  OUI, JE CROIS EN TOI TU CONNAIS LA PORTE QUI MÈNE À MON ÂME</a:t>
            </a:r>
          </a:p>
          <a:p>
            <a:r>
              <a:rPr lang="en-US" smtClean="0"/>
              <a:t>       I BELIEVE IN YOU YOU KNOW THE DOOR TO MY VERY SOUL</a:t>
            </a:r>
          </a:p>
          <a:p>
            <a:r>
              <a:rPr lang="en-US" smtClean="0"/>
              <a:t>14-  TU ES LA LUMIÈRE QUI ÉCLAIRE MES HEURES SOMBRES</a:t>
            </a:r>
          </a:p>
          <a:p>
            <a:r>
              <a:rPr lang="en-US" smtClean="0"/>
              <a:t>      YOU'RE THE LIGHT IN MY DEEPEST DARKEST HOUR</a:t>
            </a:r>
          </a:p>
          <a:p>
            <a:r>
              <a:rPr lang="en-US" smtClean="0"/>
              <a:t>15-  ET MON SAUVEUR, CHAQUE FOIS QUE JE TOMBE</a:t>
            </a:r>
          </a:p>
          <a:p>
            <a:r>
              <a:rPr lang="en-US" smtClean="0"/>
              <a:t>      YOU'RE MY SAVIOR WHEN I FALL</a:t>
            </a:r>
          </a:p>
          <a:p>
            <a:r>
              <a:rPr lang="en-US" smtClean="0"/>
              <a:t>16-  SI TU DOUTES DE MOI CHERCHE ET TU VERRAS</a:t>
            </a:r>
          </a:p>
          <a:p>
            <a:r>
              <a:rPr lang="en-US" smtClean="0"/>
              <a:t>      AND YOU MAY NOT THINK I CARE FOR YOU</a:t>
            </a:r>
          </a:p>
          <a:p>
            <a:r>
              <a:rPr lang="en-US" smtClean="0"/>
              <a:t>17-  LA GRANDEUR DE TOUT MON AMOUR POUR TOI ET J’AI BESOIN DE CONNAÎTRE</a:t>
            </a:r>
          </a:p>
          <a:p>
            <a:r>
              <a:rPr lang="en-US" smtClean="0"/>
              <a:t>      WHEN YOU KNOW DOWN INSIDE THAT I REALLY DO, AND IT'S ME YOU NEED TO SHOW</a:t>
            </a:r>
          </a:p>
          <a:p>
            <a:endParaRPr lang="en-US" smtClean="0"/>
          </a:p>
          <a:p>
            <a:r>
              <a:rPr lang="en-US" smtClean="0"/>
              <a:t>********************************</a:t>
            </a:r>
          </a:p>
          <a:p>
            <a:r>
              <a:rPr lang="en-US" smtClean="0"/>
              <a:t>18-  I KNOW YOUR EYES IN THE MORNING SUN 
19-  I FEEL YOU TOUCH ME IN THE POURING RAIN 
20-  AND THE MOMENT THAT YOU WANDER FAR FROM ME 
21-  I WANT TO FEEL YOU IN MY ARMS AGAIN </a:t>
            </a:r>
          </a:p>
          <a:p>
            <a:endParaRPr lang="en-US" smtClean="0"/>
          </a:p>
          <a:p>
            <a:r>
              <a:rPr lang="en-US" smtClean="0"/>
              <a:t>22-  AND YOU COME TO ME ON A SUMMER BREEZE 
23-  KEEP ME WARM IN YOUR LOVE THEN YOU SOFTLY LEAVE 
24-  AND IT'S ME YOU NEED TO SHOW </a:t>
            </a:r>
          </a:p>
          <a:p>
            <a:endParaRPr lang="en-US" smtClean="0"/>
          </a:p>
          <a:p>
            <a:r>
              <a:rPr lang="en-US" smtClean="0"/>
              <a:t>	25-  HOW DEEP IS YOUR LOVE ? 
	26-  I REALLY MEAN TO LEARN 
	27-  'CAUSE WE'RE LIVING IN A WORLD OF FOOLS 
	28-  BREAKING US DOWN WHEN THEY ALL SHOULD LET US BE 
	29-  WE BELONG TO YOU AND ME </a:t>
            </a:r>
          </a:p>
          <a:p>
            <a:endParaRPr lang="en-US" smtClean="0"/>
          </a:p>
          <a:p>
            <a:r>
              <a:rPr lang="en-US" smtClean="0"/>
              <a:t>30-  I BELIEVE IN YOU YOU KNOW THE DOOR TO MY VERY SOUL 
31-  YOU'RE THE LIGHT IN MY DEEPEST DARKEST HOUR 
32-  YOU'RE MY SAVIOR WHEN I FALL </a:t>
            </a:r>
          </a:p>
          <a:p>
            <a:endParaRPr lang="en-US" smtClean="0"/>
          </a:p>
          <a:p>
            <a:r>
              <a:rPr lang="en-US" smtClean="0"/>
              <a:t>33-  AND YOU MAY NOT THINK I CARE FOR YOU 
34-  WHEN YOU KNOW DOWN INSIDE THAT I REALLY DO </a:t>
            </a:r>
          </a:p>
          <a:p>
            <a:r>
              <a:rPr lang="en-US" smtClean="0"/>
              <a:t>35-  AND IT'S ME YOU NEED TO SHOW </a:t>
            </a:r>
          </a:p>
          <a:p>
            <a:endParaRPr lang="en-US" smtClean="0"/>
          </a:p>
          <a:p>
            <a:r>
              <a:rPr lang="en-US" smtClean="0"/>
              <a:t>	36-  HOW DEEP IS YOUR LOVE ? 
	37-  I REALLY MEAN TO LEARN 
	38-  'CAUSE WE'RE LIVING IN A WORLD OF FOOLS 
	39-  BREAKING US DOWN WHEN THEY ALL SHOULD LET US BE 
	40-  WE BELONG TO YOU AND ME </a:t>
            </a:r>
          </a:p>
          <a:p>
            <a:endParaRPr lang="en-US" smtClean="0"/>
          </a:p>
          <a:p>
            <a:r>
              <a:rPr lang="en-US" smtClean="0"/>
              <a:t>41-  AND YOU COME TO ME ON A SUMMER BREEZE 
42-  KEEP ME WARM IN YOUR LOVE THEN YOU SOFTLY LEAVE 
43-  AND IT'S ME YOU NEED TO SHOW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3C78F-2A2D-4621-8492-0C416AF7A1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83FF5-7ABA-49D1-957F-46B39688B8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A8AF0-6016-485A-9E87-BA4530D648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B3B25-8559-4A08-A662-CAC8227833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E4BF7-D2BA-49B8-9B66-E22973FCD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3DE33-EEB2-4E3F-A77E-E13500B3E8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79276-40AB-4C6E-A738-E739F9E69E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2D4BA-CE13-4A8D-B839-6B961324E4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A7D102-FC24-4574-B760-5E70C5DABC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DF449-A796-4868-8672-0968D56DEA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5251C-45A7-4434-A81F-0FB3550127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017BDF4-3D40-4E1D-822C-DAD9B841F4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TES YEUX DANS LA LUMIÈRE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RESSENS TON TOUCHER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VIENT LA PLUIE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À CHAQUE FOIS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T’ÉLOIGNES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VOUDRAIS T’AVOIR ENCORE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MES BRAS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VIENS VERS MOI COMME UN VENT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D’ÉTÉ TON AMOUR ME RÉCHAUFFE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 TU DISPARAIS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J’AI BESOIN DE CONNAÎTRE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138206" y="0"/>
            <a:ext cx="6867586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J’AI BESOIN DE CONNAÎTRE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POUR MOI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MONTRE-LE-MOI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J’APPRENDRAI AVEC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NOUS VIVONS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 MONDE FOU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NOUS SÉPARE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ÉLOIGNE NOS DEUX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DEVRIONS ÊTRE UNIS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1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JE CROIS EN TOI TU CONNAIS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PORTE QUI MÈNE À MON ÂME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LA LUMIÈRE QUI ÉCLAIRE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HEURES SOMBRES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MON SAUVEUR, CHAQUE FOIS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TOMBE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DOUTES DE MOI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CHERCHE ET TU VERRAS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GRANDEUR DE TOUT MON AMOUR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TOI ET J’AI BESOIN DE CONNAÎTRE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KNOW YOUR EYES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THE MORNING SUN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FEEL YOU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 ME IN THE POURING RAIN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THE MOMENT THAT YOU WANDER FAR FROM 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WANT TO FEEL YOU IN MY ARMS AGAIN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YOU COME TO ME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A SUMMER BREEZE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KEEP ME WARM IN YOUR LOVE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THEN YOU SOFTLY LEAVE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IT'S ME YOU NEED TO SHOW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HOW DEEP IS YOUR LOVE ?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REALLY MEAN TO LEARN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'CAUSE WE'RE LIVING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A WORLD OF FOOLS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BREAKING US DOWN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WHEN THEY ALL SHOULD LET US BE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BELONG TO YOU AND 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BELIEVE IN YOU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KNOW THE DOOR TO MY VERY SOUL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YOU'RE THE LIGHT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MY DEEPEST DARKEST HOUR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YOU'RE MY SAVIOR WHEN I FALL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YOU MAY NOT THINK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CARE FOR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WHEN YOU KNOW DOWN INSIDE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I REALLY DO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IT'S ME YOU NEED TO SHOW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HOW DEEP IS YOUR LOVE ?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REALLY MEAN TO LEARN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'CAUSE WE'RE LIVING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A WORLD OF FOOLS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BREAKING US DOWN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WHEN THEY ALL SHOULD LET US BE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BELONG TO YOU AND 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YOU COME TO ME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A SUMMER BREEZE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KEEP ME WARM IN YOUR LOVE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THEN YOU SOFTLY LEAVE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IT'S ME YOU NEED TO SHOW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1541</TotalTime>
  <Words>11912</Words>
  <Application>Microsoft Office PowerPoint</Application>
  <PresentationFormat>On-screen Show (4:3)</PresentationFormat>
  <Paragraphs>4617</Paragraphs>
  <Slides>43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142</cp:revision>
  <dcterms:created xsi:type="dcterms:W3CDTF">2002-08-17T10:50:50Z</dcterms:created>
  <dcterms:modified xsi:type="dcterms:W3CDTF">2014-11-30T04:15:03Z</dcterms:modified>
</cp:coreProperties>
</file>