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0" r:id="rId4"/>
    <p:sldId id="259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9745" autoAdjust="0"/>
    <p:restoredTop sz="90929"/>
  </p:normalViewPr>
  <p:slideViewPr>
    <p:cSldViewPr>
      <p:cViewPr>
        <p:scale>
          <a:sx n="50" d="100"/>
          <a:sy n="50" d="100"/>
        </p:scale>
        <p:origin x="-3432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09DCCEE-A69D-4436-9DB6-C982672B907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4D94BED6-1683-4EED-B867-1F875F581C2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OUI PEUX-TU CROIRE CE QUE LE SEIGNEUR A FAIT EN MOI ?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M’A SAUVÉ, LAVÉ, CHANGÉ TOUTE MA VIE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SUR LE ROCHER JE NE VAIS PLUS BOUGER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OUI PEUX-TU CROIRE CE QUE LE SEIGNEUR A FAIT EN MOI 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OUI PEUX-TU CROIRE CE QUE LE SEIGNEUR A FAIT EN MOI ?  X2</a:t>
            </a:r>
          </a:p>
          <a:p>
            <a:r>
              <a:rPr lang="fr-FR" smtClean="0">
                <a:latin typeface="Times New Roman" charset="0"/>
              </a:rPr>
              <a:t>2-  IL M’A SAUVÉ, LAVÉ, CHANGÉ TOUTE MA VIE</a:t>
            </a:r>
          </a:p>
          <a:p>
            <a:r>
              <a:rPr lang="fr-FR" smtClean="0">
                <a:latin typeface="Times New Roman" charset="0"/>
              </a:rPr>
              <a:t>3-  SUR LE ROCHER JE NE VAIS PLUS BOUGER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4-  OUI PEUX-TU CROIRE CE QUE LE SEIGNEUR A FAIT EN MOI ?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OUI PEUX-TU CROIRE CE QUE LE SEIGNEUR A FAIT EN MOI ?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M’A SAUVÉ, LAVÉ, CHANGÉ TOUTE MA VIE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SUR LE ROCHER JE NE VAIS PLUS BOUGER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OUI PEUX-TU CROIRE CE QUE LE SEIGNEUR A FAIT EN MOI 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OUI PEUX-TU CROIRE CE QUE LE SEIGNEUR A FAIT EN MOI ?  X2</a:t>
            </a:r>
          </a:p>
          <a:p>
            <a:r>
              <a:rPr lang="fr-FR" smtClean="0">
                <a:latin typeface="Times New Roman" charset="0"/>
              </a:rPr>
              <a:t>2-  IL M’A SAUVÉ, LAVÉ, CHANGÉ TOUTE MA VIE</a:t>
            </a:r>
          </a:p>
          <a:p>
            <a:r>
              <a:rPr lang="fr-FR" smtClean="0">
                <a:latin typeface="Times New Roman" charset="0"/>
              </a:rPr>
              <a:t>3-  SUR LE ROCHER JE NE VAIS PLUS BOUGER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4-  OUI PEUX-TU CROIRE CE QUE LE SEIGNEUR A FAIT EN MOI ?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OUI PEUX-TU CROIRE CE QUE LE SEIGNEUR A FAIT EN MOI ?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M’A SAUVÉ, LAVÉ, CHANGÉ TOUTE MA VIE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SUR LE ROCHER JE NE VAIS PLUS BOUGER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OUI PEUX-TU CROIRE CE QUE LE SEIGNEUR A FAIT EN MOI 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OUI PEUX-TU CROIRE CE QUE LE SEIGNEUR A FAIT EN MOI ?  X2</a:t>
            </a:r>
          </a:p>
          <a:p>
            <a:r>
              <a:rPr lang="fr-FR" smtClean="0">
                <a:latin typeface="Times New Roman" charset="0"/>
              </a:rPr>
              <a:t>2-  IL M’A SAUVÉ, LAVÉ, CHANGÉ TOUTE MA VIE</a:t>
            </a:r>
          </a:p>
          <a:p>
            <a:r>
              <a:rPr lang="fr-FR" smtClean="0">
                <a:latin typeface="Times New Roman" charset="0"/>
              </a:rPr>
              <a:t>3-  SUR LE ROCHER JE NE VAIS PLUS BOUGER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4-  OUI PEUX-TU CROIRE CE QUE LE SEIGNEUR A FAIT EN MOI ?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OUI PEUX-TU CROIRE CE QUE LE SEIGNEUR A FAIT EN MOI ?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M’A SAUVÉ, LAVÉ, CHANGÉ TOUTE MA VIE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SUR LE ROCHER JE NE VAIS PLUS BOUGER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OUI PEUX-TU CROIRE CE QUE LE SEIGNEUR A FAIT EN MOI ?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charset="0"/>
              </a:rPr>
              <a:t>1-  OUI PEUX-TU CROIRE CE QUE LE SEIGNEUR A FAIT EN MOI ?  X2</a:t>
            </a:r>
          </a:p>
          <a:p>
            <a:r>
              <a:rPr lang="fr-FR" smtClean="0">
                <a:latin typeface="Times New Roman" charset="0"/>
              </a:rPr>
              <a:t>2-  IL M’A SAUVÉ, LAVÉ, CHANGÉ TOUTE MA VIE</a:t>
            </a:r>
          </a:p>
          <a:p>
            <a:r>
              <a:rPr lang="fr-FR" smtClean="0">
                <a:latin typeface="Times New Roman" charset="0"/>
              </a:rPr>
              <a:t>3-  SUR LE ROCHER JE NE VAIS PLUS BOUGER</a:t>
            </a:r>
          </a:p>
          <a:p>
            <a:endParaRPr lang="fr-FR" smtClean="0">
              <a:latin typeface="Times New Roman" charset="0"/>
            </a:endParaRPr>
          </a:p>
          <a:p>
            <a:r>
              <a:rPr lang="fr-FR" smtClean="0">
                <a:latin typeface="Times New Roman" charset="0"/>
              </a:rPr>
              <a:t>4-  OUI PEUX-TU CROIRE CE QUE LE SEIGNEUR A FAIT EN MOI ?</a:t>
            </a:r>
          </a:p>
          <a:p>
            <a:endParaRPr lang="fr-FR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63919-8A50-4173-AF82-45CCCF479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2A8DE-EEC3-4B0E-88DD-2C31A24DE3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09411-1236-4B07-99FE-2D689D4B15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4D7DB-8A34-49AE-9556-E5AF56C2F9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4302F-CA83-47B6-B6F9-52F0326824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75B1E-CFCC-4F93-BE1F-AE8D52020A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8F12A-B30B-4D33-AB7E-603A76D82F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CC5D1-D772-4F7C-8EAD-489FDD70CF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2D7E8C-A0B7-4312-8703-4EFF65D5CF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C43CB-CCF5-4894-BCA3-D0A170CB58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5F08B-EF16-432D-9991-7D7521352F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EF7F0577-BDA6-4734-9537-8A502DA4DF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PEUX-TU CROIRE CE QUE 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A FAIT EN MOI ?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M’A SAUVÉ, LAVÉ, CHANGÉ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MA VIE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 ROCHER JE NE VAIS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BOUGER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PEUX-TU CROIRE CE QUE 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A FAIT EN MOI ?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418</Words>
  <Application>Microsoft PowerPoint</Application>
  <PresentationFormat>On-screen Show (4:3)</PresentationFormat>
  <Paragraphs>48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23</cp:revision>
  <dcterms:created xsi:type="dcterms:W3CDTF">2002-08-17T11:26:18Z</dcterms:created>
  <dcterms:modified xsi:type="dcterms:W3CDTF">2017-06-30T10:18:49Z</dcterms:modified>
</cp:coreProperties>
</file>