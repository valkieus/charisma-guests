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0" r:id="rId2"/>
    <p:sldId id="272" r:id="rId3"/>
    <p:sldId id="273" r:id="rId4"/>
    <p:sldId id="274" r:id="rId5"/>
    <p:sldId id="271" r:id="rId6"/>
    <p:sldId id="266" r:id="rId7"/>
    <p:sldId id="267" r:id="rId8"/>
    <p:sldId id="268" r:id="rId9"/>
    <p:sldId id="269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102" y="-7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26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fld id="{064CB6BE-B2B7-48A3-90CE-A2A93A7D0E9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35F9F0-A786-4E30-8458-0E4EA2385E3A}" type="slidenum">
              <a:rPr lang="fr-FR" smtClean="0">
                <a:ea typeface="MS PGothic" pitchFamily="34" charset="-128"/>
              </a:rPr>
              <a:pPr/>
              <a:t>1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FAC9BF-F839-435C-BB08-C2B5278E95EB}" type="slidenum">
              <a:rPr lang="fr-FR" smtClean="0">
                <a:ea typeface="MS PGothic" pitchFamily="34" charset="-128"/>
              </a:rPr>
              <a:pPr/>
              <a:t>2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1E1930-8A73-41B0-8D96-58DBD0FBED60}" type="slidenum">
              <a:rPr lang="fr-FR" smtClean="0">
                <a:ea typeface="MS PGothic" pitchFamily="34" charset="-128"/>
              </a:rPr>
              <a:pPr/>
              <a:t>3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D3B738-D7BF-4586-8EDB-168CBBA4B723}" type="slidenum">
              <a:rPr lang="fr-FR" smtClean="0">
                <a:ea typeface="MS PGothic" pitchFamily="34" charset="-128"/>
              </a:rPr>
              <a:pPr/>
              <a:t>4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D8651F-4278-48EF-880C-DD9A826F8413}" type="slidenum">
              <a:rPr lang="fr-FR" smtClean="0">
                <a:ea typeface="MS PGothic" pitchFamily="34" charset="-128"/>
              </a:rPr>
              <a:pPr/>
              <a:t>5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E98BE4-0357-4BFB-AC8C-3399FF98EE40}" type="slidenum">
              <a:rPr lang="fr-FR" smtClean="0">
                <a:ea typeface="MS PGothic" pitchFamily="34" charset="-128"/>
              </a:rPr>
              <a:pPr/>
              <a:t>6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EC26F8-3A65-45CC-8E8D-34FEA63CF480}" type="slidenum">
              <a:rPr lang="fr-FR" smtClean="0">
                <a:ea typeface="MS PGothic" pitchFamily="34" charset="-128"/>
              </a:rPr>
              <a:pPr/>
              <a:t>7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445437-E882-49BA-8A6A-2DC0D786DBD7}" type="slidenum">
              <a:rPr lang="fr-FR" smtClean="0">
                <a:ea typeface="MS PGothic" pitchFamily="34" charset="-128"/>
              </a:rPr>
              <a:pPr/>
              <a:t>8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C01089-70A9-47B4-B66B-5CF936987C93}" type="slidenum">
              <a:rPr lang="fr-FR" smtClean="0">
                <a:ea typeface="MS PGothic" pitchFamily="34" charset="-128"/>
              </a:rPr>
              <a:pPr/>
              <a:t>9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82C0E6-6F3F-4FA3-87CE-F135FDC92D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9C8646-E2D8-40CD-B5CE-A37D729C54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97B3C-EA8A-4643-BD74-73F96DC899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18F3A-987E-45A1-8667-50936BA1BB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65D4CF-6359-4AAB-8FC8-6702A3468A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B457FD-E2DC-4785-A29D-15CB73A094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22A899-ACAB-4626-8A21-6FC8C17314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43628-736A-4321-AF50-80538B2BA5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FD0B4-4E80-4ADC-9178-EEB063BCE2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B3FACC-74F7-468F-8B49-7D38BCBBE9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E5C7E1-1A18-42CD-9F2A-6EB68BE8FF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fld id="{0BAD21E4-962F-4CD0-B742-8F1A4FF2A1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DANS LE GROOVE, DANS LE GROOVE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DANS UN PUISSANT GROOVE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DANS LE GROOVE, DANS LE GROOVE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DANS UN PUISSANT GROOVE (x2)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PLUS HAUTE SCIENCE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UNE PHILOSOPHIE ÉLEVÉE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SI GRANDE INTÉGRITÉ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PETITS ENFANTS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VIENNENT POUR RECEVOIR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 MYSTÈRE SIMPLE POURTANT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C’EST SI BON DE LE CONNAÎTRE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MON AMOUR EST SI BON ET DISPONIBLE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N’ATTENDS PAS TROP LONGTEMPS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POUR LE CONNAÎTRE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MON AMOUR EST SI BON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TU PEUX ME PARLER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LE GROOVE, DANS LE GROOVE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UN PUISSANT GROOVE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LE GROOVE, DANS LE GROOVE 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UN PUISSANT GROOVE  (x2)</a:t>
            </a: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C’EST SI BON DE LE CONNAÎTRE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MON AMOUR EST SI BON ET DISPONIBLE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N’ATTENDS PAS TROP LONGTEMPS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POUR LE CONNAÎTRE MON AMOUR EST SI BON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TU PEUX ME PARLER</a:t>
            </a:r>
          </a:p>
          <a:p>
            <a:pPr algn="ctr">
              <a:lnSpc>
                <a:spcPct val="110000"/>
              </a:lnSpc>
            </a:pPr>
            <a:r>
              <a:rPr lang="fr-FR" sz="15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LE GROOVE, DANS LE GROOVE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UN PUISSANT GROOVE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LE GROOVE, DANS LE GROOVE 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UN PUISSANT GROOVE  (x2)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CALCULANT SANS FIN L’INIQUITÉ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LA MISÈRE DES ÊTRE HUMAINS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C’EST EXTRAORDINAIRE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COMME EN UN INSTANT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CHANGERAI TON DESTIN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LE GROOVE, DANS LE GROOVE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UN PUISSANT GROOVE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LE GROOVE, DANS LE GROOVE 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UN PUISSANT GROOVE (x2)</a:t>
            </a:r>
          </a:p>
          <a:p>
            <a:pPr algn="ctr">
              <a:lnSpc>
                <a:spcPct val="110000"/>
              </a:lnSpc>
            </a:pPr>
            <a:r>
              <a:rPr lang="fr-FR" sz="15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SUIS HEUREUX, JÉSUS EST SI BON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(IL EST SI BON POUR MOI)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TU DOIS SAVOIR, QU’IL EST SI (WOUAH)</a:t>
            </a:r>
          </a:p>
          <a:p>
            <a:pPr algn="ctr">
              <a:lnSpc>
                <a:spcPct val="110000"/>
              </a:lnSpc>
            </a:pPr>
            <a:r>
              <a:rPr lang="fr-FR" sz="15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FRAPPE TES MAINS x4 </a:t>
            </a:r>
          </a:p>
          <a:p>
            <a:pPr algn="ctr">
              <a:lnSpc>
                <a:spcPct val="110000"/>
              </a:lnSpc>
            </a:pPr>
            <a:r>
              <a:rPr lang="fr-FR" sz="15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BON BON BON BON BON BON….</a:t>
            </a:r>
          </a:p>
          <a:p>
            <a:pPr algn="ctr">
              <a:lnSpc>
                <a:spcPct val="110000"/>
              </a:lnSpc>
            </a:pPr>
            <a:r>
              <a:rPr lang="fr-FR" sz="15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LE GROOVE, DANS LE GROOVE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UN PUISSANT GROOVE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LE GROOVE, DANS LE GROOVE 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UN PUISSANT GROOVE   (x2)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IN THE VIBE IN THE VIBE IN THE MIGHTY VIBE (THIS MIGHTY VIBE)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IN THE VIBE IN THE VIBE IN THE MIGHTY VIBE (IT FEELS ALRIGHT) (2X)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HIGHEST SCIENCE, LOFTY PHILOSOPHY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SERIOUS INTEGRITY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LITTLE CHILDREN, BECKON TO COME RECEIVE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 SIMPLE MYSTERY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IT’S SO GOOD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JUST TO KNOW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MY LOVE IS SOO GOOD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IT’S AVAILABLE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WON’T YOU TAKE TIME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TO GET TO KNOW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MY LOVE IS SO FINE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YOU CAN TALK TO ME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IN THE VIBE IN THE VIBE IN THE MIGHTY VIBE (THIS MIGHTY VIBE)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IN THE VIBE IN THE VIBE IN THE MIGHTY VIBE (IT FEELS ALRIGHT)   (2X)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CALCULATING, ENDLESS INIQUITIES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PSYCHO MISERY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EXTRAORDINARY, HOW IN A MOMENTS TIME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I’LL CHANGE YOUR DESTINY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IN THE VIBE IN THE VIBE IN THE MIGHTY VIBE (THIS MIGHTY VIBE)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IN THE VIBE IN THE VIBE IN THE MIGHTY VIBE (IT FEELS ALRIGHT)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(2X)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I’M GLAD THAT JESUS IS SO GOOD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(HE’S MIGHTY GOOD TO ME)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YOU NEED TO KNOW THAT HE IS SO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(WH-OAH)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(PUT YOUR HANDS TOGETHER)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(PUT YOUR HANDS TOGETHER)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(PUT YOUR HANDS TOGETHER)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(HIT ME ONE TIME)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(Good)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GOOD GOOD GOOD GOOD GOOD GOOD GOOD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GOOD GOOD GOOD GOOD GOOD GOOD GOOD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IN THE VIBE IN THE VIBE IN THE MIGHTY VIBE (THIS MIGHTY VIBE)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IN THE VIBE IN THE VIBE IN THE MIGHTY VIBE (IT FEELS ALRIGHT)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(2X)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ALRIGHT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1886</TotalTime>
  <Words>9</Words>
  <Application>Microsoft Office PowerPoint</Application>
  <PresentationFormat>On-screen Show (4:3)</PresentationFormat>
  <Paragraphs>305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Franklin Gothic Medium</vt:lpstr>
      <vt:lpstr>MS PGothic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SANDRA TAHIRO-APERANO (X114353)</cp:lastModifiedBy>
  <cp:revision>68</cp:revision>
  <dcterms:created xsi:type="dcterms:W3CDTF">2002-08-17T10:50:50Z</dcterms:created>
  <dcterms:modified xsi:type="dcterms:W3CDTF">2014-11-28T15:28:16Z</dcterms:modified>
</cp:coreProperties>
</file>