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9" r:id="rId2"/>
    <p:sldId id="274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5" r:id="rId14"/>
    <p:sldId id="270" r:id="rId15"/>
    <p:sldId id="276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43" autoAdjust="0"/>
    <p:restoredTop sz="52388" autoAdjust="0"/>
  </p:normalViewPr>
  <p:slideViewPr>
    <p:cSldViewPr>
      <p:cViewPr varScale="1">
        <p:scale>
          <a:sx n="47" d="100"/>
          <a:sy n="47" d="100"/>
        </p:scale>
        <p:origin x="72" y="1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23/03/2025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1962761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3662459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2903460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1879241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327831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1547381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3021720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1155025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714211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1752503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2084502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16360795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3006580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1306645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17043856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4191467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r>
              <a:rPr lang="en-US"/>
              <a:t>	</a:t>
            </a:r>
          </a:p>
          <a:p>
            <a:r>
              <a:rPr lang="en-US"/>
              <a:t>	Refrain:
	6-  THEN SINGS MY SOUL, MY SAVIOR GOD TO THEE [Ainsi, mon âme chante louange à toi] 
	7-  HOW GREAT THOU ART [Tu es si grand] x2                         x2</a:t>
            </a:r>
          </a:p>
          <a:p>
            <a:r>
              <a:rPr lang="en-US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endParaRPr lang="en-US"/>
          </a:p>
          <a:p>
            <a:r>
              <a:rPr lang="en-US"/>
              <a:t>	Refrain: ---</a:t>
            </a:r>
          </a:p>
          <a:p>
            <a:r>
              <a:rPr lang="en-US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endParaRPr lang="en-US"/>
          </a:p>
          <a:p>
            <a:r>
              <a:rPr lang="en-US"/>
              <a:t>	Refrain:
18-  HOW GREAT THOU ART, HOW GREAT THOU ART [Tu es si grand, tu es si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32465589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1-  OH LORD, MY GOD [Dieu tout-puissant] 
2-  WHEN I, IN AWESOME WONDER [</a:t>
            </a:r>
            <a:r>
              <a:rPr lang="en-US" dirty="0" err="1"/>
              <a:t>Quand</a:t>
            </a:r>
            <a:r>
              <a:rPr lang="en-US" dirty="0"/>
              <a:t> </a:t>
            </a:r>
            <a:r>
              <a:rPr lang="en-US" dirty="0" err="1"/>
              <a:t>mon</a:t>
            </a:r>
            <a:r>
              <a:rPr lang="en-US" dirty="0"/>
              <a:t> </a:t>
            </a:r>
            <a:r>
              <a:rPr lang="en-US" dirty="0" err="1"/>
              <a:t>cœur</a:t>
            </a:r>
            <a:r>
              <a:rPr lang="en-US" dirty="0"/>
              <a:t> </a:t>
            </a:r>
            <a:r>
              <a:rPr lang="en-US" dirty="0" err="1"/>
              <a:t>considère</a:t>
            </a:r>
            <a:r>
              <a:rPr lang="en-US" dirty="0"/>
              <a:t>] 
3-  CONSIDER ALL THE WORLDS THY HANDS HAVE MADE [Tout </a:t>
            </a:r>
            <a:r>
              <a:rPr lang="en-US" dirty="0" err="1"/>
              <a:t>l'univers</a:t>
            </a:r>
            <a:r>
              <a:rPr lang="en-US" dirty="0"/>
              <a:t> </a:t>
            </a:r>
            <a:r>
              <a:rPr lang="en-US" dirty="0" err="1"/>
              <a:t>créé</a:t>
            </a:r>
            <a:r>
              <a:rPr lang="en-US" dirty="0"/>
              <a:t> par ton </a:t>
            </a:r>
            <a:r>
              <a:rPr lang="en-US" dirty="0" err="1"/>
              <a:t>pouvoir</a:t>
            </a:r>
            <a:r>
              <a:rPr lang="en-US" dirty="0"/>
              <a:t>] 
4-  I SEE THE STARS, I HEAR THE ROLLING THUNDER [Le </a:t>
            </a:r>
            <a:r>
              <a:rPr lang="en-US" dirty="0" err="1"/>
              <a:t>ciel</a:t>
            </a:r>
            <a:r>
              <a:rPr lang="en-US" dirty="0"/>
              <a:t> </a:t>
            </a:r>
            <a:r>
              <a:rPr lang="en-US" dirty="0" err="1"/>
              <a:t>d'azur</a:t>
            </a:r>
            <a:r>
              <a:rPr lang="en-US" dirty="0"/>
              <a:t>, les éclairs, le </a:t>
            </a:r>
            <a:r>
              <a:rPr lang="en-US" dirty="0" err="1"/>
              <a:t>tonnerre</a:t>
            </a:r>
            <a:r>
              <a:rPr lang="en-US" dirty="0"/>
              <a:t>] 
5-  THY POWER THROUGHOUT THE UNIVERSE DISPLAYED [Le </a:t>
            </a:r>
            <a:r>
              <a:rPr lang="en-US" dirty="0" err="1"/>
              <a:t>clair</a:t>
            </a:r>
            <a:r>
              <a:rPr lang="en-US" dirty="0"/>
              <a:t> matin </a:t>
            </a:r>
            <a:r>
              <a:rPr lang="en-US" dirty="0" err="1"/>
              <a:t>ou</a:t>
            </a:r>
            <a:r>
              <a:rPr lang="en-US" dirty="0"/>
              <a:t> les ombres du </a:t>
            </a:r>
            <a:r>
              <a:rPr lang="en-US" dirty="0" err="1"/>
              <a:t>soir</a:t>
            </a:r>
            <a:r>
              <a:rPr lang="en-US" dirty="0"/>
              <a:t>] 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Refrain:
	6-  THEN SINGS MY SOUL, MY SAVIOR GOD TO THEE [</a:t>
            </a:r>
            <a:r>
              <a:rPr lang="en-US" dirty="0" err="1"/>
              <a:t>Ainsi</a:t>
            </a:r>
            <a:r>
              <a:rPr lang="en-US" dirty="0"/>
              <a:t>, </a:t>
            </a:r>
            <a:r>
              <a:rPr lang="en-US" dirty="0" err="1"/>
              <a:t>mon</a:t>
            </a:r>
            <a:r>
              <a:rPr lang="en-US" dirty="0"/>
              <a:t> âme </a:t>
            </a:r>
            <a:r>
              <a:rPr lang="en-US" dirty="0" err="1"/>
              <a:t>chante</a:t>
            </a:r>
            <a:r>
              <a:rPr lang="en-US" dirty="0"/>
              <a:t> </a:t>
            </a:r>
            <a:r>
              <a:rPr lang="en-US" dirty="0" err="1"/>
              <a:t>louange</a:t>
            </a:r>
            <a:r>
              <a:rPr lang="en-US" dirty="0"/>
              <a:t> à </a:t>
            </a:r>
            <a:r>
              <a:rPr lang="en-US" dirty="0" err="1"/>
              <a:t>toi</a:t>
            </a:r>
            <a:r>
              <a:rPr lang="en-US" dirty="0"/>
              <a:t>] 
	7-  HOW GREAT THOU ART [Tu es </a:t>
            </a:r>
            <a:r>
              <a:rPr lang="en-US" dirty="0" err="1"/>
              <a:t>si</a:t>
            </a:r>
            <a:r>
              <a:rPr lang="en-US" dirty="0"/>
              <a:t> grand] x2                         </a:t>
            </a:r>
            <a:r>
              <a:rPr lang="en-US" dirty="0" err="1"/>
              <a:t>x2</a:t>
            </a:r>
            <a:endParaRPr lang="en-US" dirty="0"/>
          </a:p>
          <a:p>
            <a:r>
              <a:rPr lang="en-US" dirty="0"/>
              <a:t>
8-  AND WHEN I THINK THAT GOD, HIS SON NOT SPARING [Et </a:t>
            </a:r>
            <a:r>
              <a:rPr lang="en-US" dirty="0" err="1"/>
              <a:t>quand</a:t>
            </a:r>
            <a:r>
              <a:rPr lang="en-US" dirty="0"/>
              <a:t> je </a:t>
            </a:r>
            <a:r>
              <a:rPr lang="en-US" dirty="0" err="1"/>
              <a:t>pense</a:t>
            </a:r>
            <a:r>
              <a:rPr lang="en-US" dirty="0"/>
              <a:t> que Dieu </a:t>
            </a:r>
            <a:r>
              <a:rPr lang="en-US" dirty="0" err="1"/>
              <a:t>n’a</a:t>
            </a:r>
            <a:r>
              <a:rPr lang="en-US" dirty="0"/>
              <a:t> pas </a:t>
            </a:r>
            <a:r>
              <a:rPr lang="en-US" dirty="0" err="1"/>
              <a:t>épargné</a:t>
            </a:r>
            <a:r>
              <a:rPr lang="en-US" dirty="0"/>
              <a:t>] 
9-  SENT HIM TO DIE, I SCARCE CAN TAKE IT IN [Son </a:t>
            </a:r>
            <a:r>
              <a:rPr lang="en-US" dirty="0" err="1"/>
              <a:t>fils</a:t>
            </a:r>
            <a:r>
              <a:rPr lang="en-US" dirty="0"/>
              <a:t> unique </a:t>
            </a:r>
            <a:r>
              <a:rPr lang="en-US" dirty="0" err="1"/>
              <a:t>venu</a:t>
            </a:r>
            <a:r>
              <a:rPr lang="en-US" dirty="0"/>
              <a:t> </a:t>
            </a:r>
            <a:r>
              <a:rPr lang="en-US" dirty="0" err="1"/>
              <a:t>mourir</a:t>
            </a:r>
            <a:r>
              <a:rPr lang="en-US" dirty="0"/>
              <a:t> pour </a:t>
            </a:r>
            <a:r>
              <a:rPr lang="en-US" dirty="0" err="1"/>
              <a:t>moi</a:t>
            </a:r>
            <a:r>
              <a:rPr lang="en-US" dirty="0"/>
              <a:t>] 
10-  THAT ON THE CROSS, MY BURDEN GLADLY BEARING [Que sur la </a:t>
            </a:r>
            <a:r>
              <a:rPr lang="en-US" dirty="0" err="1"/>
              <a:t>croix</a:t>
            </a:r>
            <a:r>
              <a:rPr lang="en-US" dirty="0"/>
              <a:t>, </a:t>
            </a:r>
            <a:r>
              <a:rPr lang="en-US" dirty="0" err="1"/>
              <a:t>mes</a:t>
            </a:r>
            <a:r>
              <a:rPr lang="en-US" dirty="0"/>
              <a:t> </a:t>
            </a:r>
            <a:r>
              <a:rPr lang="en-US" dirty="0" err="1"/>
              <a:t>fardeaux</a:t>
            </a:r>
            <a:r>
              <a:rPr lang="en-US" dirty="0"/>
              <a:t> Il a </a:t>
            </a:r>
            <a:r>
              <a:rPr lang="en-US" dirty="0" err="1"/>
              <a:t>portés</a:t>
            </a:r>
            <a:r>
              <a:rPr lang="en-US" dirty="0"/>
              <a:t>] 
11-  HE BLED AND DIED TO TAKE AWAY MY SIN [Versant Son Sang pour </a:t>
            </a:r>
            <a:r>
              <a:rPr lang="en-US" dirty="0" err="1"/>
              <a:t>ôter</a:t>
            </a:r>
            <a:r>
              <a:rPr lang="en-US" dirty="0"/>
              <a:t> </a:t>
            </a:r>
            <a:r>
              <a:rPr lang="en-US" dirty="0" err="1"/>
              <a:t>mon</a:t>
            </a:r>
            <a:r>
              <a:rPr lang="en-US" dirty="0"/>
              <a:t> </a:t>
            </a:r>
            <a:r>
              <a:rPr lang="en-US" dirty="0" err="1"/>
              <a:t>péché</a:t>
            </a:r>
            <a:r>
              <a:rPr lang="en-US" dirty="0"/>
              <a:t>] </a:t>
            </a:r>
          </a:p>
          <a:p>
            <a:endParaRPr lang="en-US" dirty="0"/>
          </a:p>
          <a:p>
            <a:r>
              <a:rPr lang="en-US" dirty="0"/>
              <a:t>	Refrain: ---</a:t>
            </a:r>
          </a:p>
          <a:p>
            <a:r>
              <a:rPr lang="en-US" dirty="0"/>
              <a:t>
12-  WHEN CHRIST SHALL COME [</a:t>
            </a:r>
            <a:r>
              <a:rPr lang="en-US" dirty="0" err="1"/>
              <a:t>Quand</a:t>
            </a:r>
            <a:r>
              <a:rPr lang="en-US" dirty="0"/>
              <a:t> Christ </a:t>
            </a:r>
            <a:r>
              <a:rPr lang="en-US" dirty="0" err="1"/>
              <a:t>viendra</a:t>
            </a:r>
            <a:r>
              <a:rPr lang="en-US" dirty="0"/>
              <a:t>] 
13-  WITH SHOUT OF ACCLAMATION [Sous les cris </a:t>
            </a:r>
            <a:r>
              <a:rPr lang="en-US" dirty="0" err="1"/>
              <a:t>d’acclamation</a:t>
            </a:r>
            <a:r>
              <a:rPr lang="en-US" dirty="0"/>
              <a:t>] 
14-  AND TAKE ME HOME  [Pour </a:t>
            </a:r>
            <a:r>
              <a:rPr lang="en-US" dirty="0" err="1"/>
              <a:t>m’emmener</a:t>
            </a:r>
            <a:r>
              <a:rPr lang="en-US" dirty="0"/>
              <a:t>] 
15-  WHAT JOY SHALL FILL MY HEART [Si </a:t>
            </a:r>
            <a:r>
              <a:rPr lang="en-US" dirty="0" err="1"/>
              <a:t>grande</a:t>
            </a:r>
            <a:r>
              <a:rPr lang="en-US" dirty="0"/>
              <a:t> sera ma joie] 
16-  THEN I SHALL BOW, IN HUMBLE ADORATION [Je me </a:t>
            </a:r>
            <a:r>
              <a:rPr lang="en-US" dirty="0" err="1"/>
              <a:t>prosternerai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adoration] 
17-  AND THEN PROCLAIM, MY GOD, HOW GREAT THOU ART [En </a:t>
            </a:r>
            <a:r>
              <a:rPr lang="en-US" dirty="0" err="1"/>
              <a:t>proclamant</a:t>
            </a:r>
            <a:r>
              <a:rPr lang="en-US" dirty="0"/>
              <a:t> Ta grandeur et Ta gloire] </a:t>
            </a:r>
          </a:p>
          <a:p>
            <a:endParaRPr lang="en-US" dirty="0"/>
          </a:p>
          <a:p>
            <a:r>
              <a:rPr lang="en-US" dirty="0"/>
              <a:t>	Refrain:
18-  HOW GREAT THOU ART, HOW GREAT THOU ART [Tu es </a:t>
            </a:r>
            <a:r>
              <a:rPr lang="en-US" dirty="0" err="1"/>
              <a:t>si</a:t>
            </a:r>
            <a:r>
              <a:rPr lang="en-US" dirty="0"/>
              <a:t> grand, </a:t>
            </a:r>
            <a:r>
              <a:rPr lang="en-US" dirty="0" err="1"/>
              <a:t>tu</a:t>
            </a:r>
            <a:r>
              <a:rPr lang="en-US" dirty="0"/>
              <a:t> es </a:t>
            </a:r>
            <a:r>
              <a:rPr lang="en-US" dirty="0" err="1"/>
              <a:t>si</a:t>
            </a:r>
            <a:r>
              <a:rPr lang="en-US" dirty="0"/>
              <a:t> grand]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OH LORD, MY GOD [Dieu tout-puissant] 
2-  WHEN I, IN AWESOME WONDER [Quand mon cœur considère] 
3-  CONSIDER ALL THE WORLDS THY HANDS HAVE MADE [Tout l'univers créé par ton pouvoir] 
4-  I SEE THE STARS, I HEAR THE ROLLING THUNDER [Le ciel d'azur, les éclairs, le tonnerre] 
5-  THY POWER THROUGHOUT THE UNIVERSE DISPLAYED [Le clair matin ou les ombres du soir] </a:t>
            </a:r>
          </a:p>
          <a:p>
            <a:pPr>
              <a:defRPr/>
            </a:pPr>
            <a:r>
              <a:rPr lang="fr-FR"/>
              <a:t>	</a:t>
            </a:r>
          </a:p>
          <a:p>
            <a:pPr>
              <a:defRPr/>
            </a:pPr>
            <a:r>
              <a:rPr lang="fr-FR"/>
              <a:t>	Refrain:
	6-  THEN SINGS MY SOUL, MY SAVIOR GOD TO THEE [Ainsi, mon âme chante louange à toi] 
	7-  HOW GREAT THOU ART [Tu es si grand] x2                         x2</a:t>
            </a:r>
          </a:p>
          <a:p>
            <a:pPr>
              <a:defRPr/>
            </a:pPr>
            <a:r>
              <a:rPr lang="fr-FR"/>
              <a:t>
8-  AND WHEN I THINK THAT GOD, HIS SON NOT SPARING [Et quand je pense que Dieu n’a pas épargné] 
9-  SENT HIM TO DIE, I SCARCE CAN TAKE IT IN [Son fils unique venu mourir pour moi] 
10-  THAT ON THE CROSS, MY BURDEN GLADLY BEARING [Que sur la croix, mes fardeaux Il a portés] 
11-  HE BLED AND DIED TO TAKE AWAY MY SIN [Versant Son Sang pour ôter mon péché]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 ---</a:t>
            </a:r>
          </a:p>
          <a:p>
            <a:pPr>
              <a:defRPr/>
            </a:pPr>
            <a:r>
              <a:rPr lang="fr-FR"/>
              <a:t>
12-  WHEN CHRIST SHALL COME [Quand Christ viendra] 
13-  WITH SHOUT OF ACCLAMATION [Sous les cris d’acclamation] 
14-  AND TAKE ME HOME  [Pour m’emmener] 
15-  WHAT JOY SHALL FILL MY HEART [Si grande sera ma joie] 
16-  THEN I SHALL BOW, IN HUMBLE ADORATION [Je me prosternerai en adoration] 
17-  AND THEN PROCLAIM, MY GOD, HOW GREAT THOU ART [En proclamant Ta grandeur et Ta gloire]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18-  HOW GREAT THOU ART, HOW GREAT THOU ART [Tu es si grand, tu es si grand] 
</a:t>
            </a:r>
          </a:p>
        </p:txBody>
      </p:sp>
    </p:spTree>
    <p:extLst>
      <p:ext uri="{BB962C8B-B14F-4D97-AF65-F5344CB8AC3E}">
        <p14:creationId xmlns:p14="http://schemas.microsoft.com/office/powerpoint/2010/main" val="42402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OH LORD, MY GOD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[Dieu tout-puissant]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5645A-20BE-B61B-8573-55C35FCA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7C4261-59C8-2175-6729-A78FAB137276}"/>
              </a:ext>
            </a:extLst>
          </p:cNvPr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WHEN I, IN AWESOME WONDER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[Quand mon cœur considère]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465664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336" y="5461001"/>
            <a:ext cx="11737304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CONSIDER ALL THE WORLDS THY HANDS HAVE MADE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[Tout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l'univers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créé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par ton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pouvoir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44" y="5461001"/>
            <a:ext cx="11809312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 SEE THE STARS, I HEAR THE ROLLING THUNDER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[Le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ciel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d'azur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, les éclairs, le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tonnerre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1"/>
            <a:ext cx="12192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THY POWER THROUGHOUT THE UNIVERSE DISPLAYED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[Le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clair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matin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ou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les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ombres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du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soir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360" y="5461001"/>
            <a:ext cx="11665296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THEN SINGS MY SOUL, MY SAVIOR GOD TO THEE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Ainsi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, mon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âme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chante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louange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à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 panose="00000700000000000000"/>
              </a:rPr>
              <a:t>oi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HOW GREAT THOU ART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[Tu es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si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grand]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40704" y="5461001"/>
            <a:ext cx="12745416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AND WHEN I THINK THAT GOD, HIS SON NOT SPARING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[Et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quand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je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pense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que Dieu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n’a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pas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épargné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SENT HIM TO DIE, I SCARCE CAN TAKE IT IN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[Son fils unique venu mourir pour moi]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00744" y="5461001"/>
            <a:ext cx="12792744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THAT ON THE CROSS, MY BURDEN GLADLY BEARING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[Que sur la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croix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,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mes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fardeaux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Il a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portés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HE BLED AND DIED TO TAKE AWAY MY SIN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[Versant Son Sang pour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ôter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mon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péché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WHEN CHRIST SHALL COME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Quand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Christ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viendra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A8F1B-9370-B97A-1820-5AEF72741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B57D3F-55B2-6FE3-4354-95BEC79F1E72}"/>
              </a:ext>
            </a:extLst>
          </p:cNvPr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WITH SHOUT OF ACCLAMATION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[Sous les cris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d’acclamation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22253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AND TAKE ME HOME 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[Pour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m’emmener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52E8A-E633-57BE-BB00-302A18470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AD9C99-57BE-DE9B-2E57-865D80B2E676}"/>
              </a:ext>
            </a:extLst>
          </p:cNvPr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WHAT JOY SHALL FILL MY HEART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[Si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grande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sera ma joie]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26168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368" y="5461001"/>
            <a:ext cx="1152128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THEN I SHALL BOW, IN HUMBLE ADORATION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[Je me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prosternerai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en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adoration]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12360696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AND THEN PROCLAIM, MY GOD, HOW GREAT THOU ART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[En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proclamant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Ta grandeur et Ta gloire]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HOW GREAT THOU ART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[Tu es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si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grand]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630</Words>
  <Application>Microsoft Office PowerPoint</Application>
  <PresentationFormat>Grand écran</PresentationFormat>
  <Paragraphs>360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98</cp:revision>
  <dcterms:created xsi:type="dcterms:W3CDTF">2011-01-30T10:04:33Z</dcterms:created>
  <dcterms:modified xsi:type="dcterms:W3CDTF">2025-03-23T08:54:12Z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2025-03-23T00:04:40Z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b8c07c27-3857-45b3-be0f-db1da888486a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