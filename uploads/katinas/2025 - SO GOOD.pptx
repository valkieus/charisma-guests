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7" r:id="rId9"/>
    <p:sldId id="268" r:id="rId10"/>
    <p:sldId id="270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81" r:id="rId19"/>
    <p:sldId id="282" r:id="rId20"/>
    <p:sldId id="283" r:id="rId21"/>
    <p:sldId id="284" r:id="rId22"/>
    <p:sldId id="285" r:id="rId23"/>
    <p:sldId id="288" r:id="rId24"/>
    <p:sldId id="289" r:id="rId25"/>
    <p:sldId id="290" r:id="rId26"/>
    <p:sldId id="291" r:id="rId27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93" autoAdjust="0"/>
    <p:restoredTop sz="46529" autoAdjust="0"/>
  </p:normalViewPr>
  <p:slideViewPr>
    <p:cSldViewPr>
      <p:cViewPr varScale="1">
        <p:scale>
          <a:sx n="47" d="100"/>
          <a:sy n="47" d="100"/>
        </p:scale>
        <p:origin x="252" y="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44F3788D-452C-40A0-81E7-399DA342C293}" type="datetimeFigureOut">
              <a:rPr lang="fr-FR"/>
              <a:pPr>
                <a:defRPr/>
              </a:pPr>
              <a:t>23/03/2025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FCEE1332-E515-426F-80E1-80FD162FFE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1-  IN THE VIBE, IN THE VIBE IN THE MIGHTY [Dans le groove, dans un puissant groove] 
2-  IN THE VIBE IN THE VIBE IN THE MIGHTY VIBE [Dans le groove, dans un puissant groove]   x2</a:t>
            </a:r>
          </a:p>
          <a:p>
            <a:r>
              <a:rPr lang="en-US" dirty="0"/>
              <a:t>
3-  HIGHEST SCIENCE, LOFTY PHILOSOPHY [La plus haute science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philosophie</a:t>
            </a:r>
            <a:r>
              <a:rPr lang="en-US" dirty="0"/>
              <a:t> </a:t>
            </a:r>
            <a:r>
              <a:rPr lang="en-US" dirty="0" err="1"/>
              <a:t>élevée</a:t>
            </a:r>
            <a:r>
              <a:rPr lang="en-US" dirty="0"/>
              <a:t>] 
4-  SERIOUS INTEGRITY [Si </a:t>
            </a:r>
            <a:r>
              <a:rPr lang="en-US" dirty="0" err="1"/>
              <a:t>grande</a:t>
            </a:r>
            <a:r>
              <a:rPr lang="en-US" dirty="0"/>
              <a:t> </a:t>
            </a:r>
            <a:r>
              <a:rPr lang="en-US" dirty="0" err="1"/>
              <a:t>intégrité</a:t>
            </a:r>
            <a:r>
              <a:rPr lang="en-US" dirty="0"/>
              <a:t>] 
5-  LITTLE CHILDREN, BECKON TO COME RECEIVE [Les petits enfants </a:t>
            </a:r>
            <a:r>
              <a:rPr lang="en-US" dirty="0" err="1"/>
              <a:t>viennent</a:t>
            </a:r>
            <a:r>
              <a:rPr lang="en-US" dirty="0"/>
              <a:t> pour </a:t>
            </a:r>
            <a:r>
              <a:rPr lang="en-US" dirty="0" err="1"/>
              <a:t>recevoir</a:t>
            </a:r>
            <a:r>
              <a:rPr lang="en-US" dirty="0"/>
              <a:t>] 
6-  A SIMPLE MYSTERY [Un </a:t>
            </a:r>
            <a:r>
              <a:rPr lang="en-US" dirty="0" err="1"/>
              <a:t>mystère</a:t>
            </a:r>
            <a:r>
              <a:rPr lang="en-US" dirty="0"/>
              <a:t> simple </a:t>
            </a:r>
            <a:r>
              <a:rPr lang="en-US" dirty="0" err="1"/>
              <a:t>pourtant</a:t>
            </a:r>
            <a:r>
              <a:rPr lang="en-US" dirty="0"/>
              <a:t>] </a:t>
            </a:r>
          </a:p>
          <a:p>
            <a:endParaRPr lang="en-US" dirty="0"/>
          </a:p>
          <a:p>
            <a:r>
              <a:rPr lang="en-US" dirty="0"/>
              <a:t>	Refrain:
	7-  AND IT'S SO GOOD JUST TO KNOW [Et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bon de le </a:t>
            </a:r>
            <a:r>
              <a:rPr lang="en-US" dirty="0" err="1"/>
              <a:t>connaître</a:t>
            </a:r>
            <a:r>
              <a:rPr lang="en-US" dirty="0"/>
              <a:t>] 
	8-  MY LOVE IS SOO GOOD [Mon amour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bon] 
	9-  IT'S AVAILABLE, WON'T YOU TAKE TIME [Et disponible, </a:t>
            </a:r>
            <a:r>
              <a:rPr lang="en-US" dirty="0" err="1"/>
              <a:t>N’attends</a:t>
            </a:r>
            <a:r>
              <a:rPr lang="en-US" dirty="0"/>
              <a:t> pas trop </a:t>
            </a:r>
            <a:r>
              <a:rPr lang="en-US" dirty="0" err="1"/>
              <a:t>longtemps</a:t>
            </a:r>
            <a:r>
              <a:rPr lang="en-US" dirty="0"/>
              <a:t>] 
	10-  TO GET TO KNOW, MY LOVE IS SO FINE [Pour le </a:t>
            </a:r>
            <a:r>
              <a:rPr lang="en-US" dirty="0" err="1"/>
              <a:t>connaître</a:t>
            </a:r>
            <a:r>
              <a:rPr lang="en-US" dirty="0"/>
              <a:t>, </a:t>
            </a:r>
            <a:r>
              <a:rPr lang="en-US" dirty="0" err="1"/>
              <a:t>mon</a:t>
            </a:r>
            <a:r>
              <a:rPr lang="en-US" dirty="0"/>
              <a:t> amour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bon] 
	11-  YOU CAN TALK TO ME [Tu </a:t>
            </a:r>
            <a:r>
              <a:rPr lang="en-US" dirty="0" err="1"/>
              <a:t>peux</a:t>
            </a:r>
            <a:r>
              <a:rPr lang="en-US" dirty="0"/>
              <a:t> me </a:t>
            </a:r>
            <a:r>
              <a:rPr lang="en-US" dirty="0" err="1"/>
              <a:t>parler</a:t>
            </a:r>
            <a:r>
              <a:rPr lang="en-US" dirty="0"/>
              <a:t>] 
	12-  IN THE VIBE IN THE VIBE IN THE MIGHTY VIBE [Dans le groove, dans un puissant groove] 
	13-  IN THE VIBE IN THE VIBE IN THE MIGHTY [Dans le groove, dans un puissant groove] </a:t>
            </a:r>
          </a:p>
          <a:p>
            <a:r>
              <a:rPr lang="en-US" dirty="0"/>
              <a:t>
14-  CALCULATING, ENDLESS INIQUITIES [</a:t>
            </a:r>
            <a:r>
              <a:rPr lang="en-US" dirty="0" err="1"/>
              <a:t>Calculant</a:t>
            </a:r>
            <a:r>
              <a:rPr lang="en-US" dirty="0"/>
              <a:t> sans fin </a:t>
            </a:r>
            <a:r>
              <a:rPr lang="en-US" dirty="0" err="1"/>
              <a:t>l’iniquité</a:t>
            </a:r>
            <a:r>
              <a:rPr lang="en-US" dirty="0"/>
              <a:t>] 
15-  PSYCHO MISERY [La misère des </a:t>
            </a:r>
            <a:r>
              <a:rPr lang="en-US" dirty="0" err="1"/>
              <a:t>êtres</a:t>
            </a:r>
            <a:r>
              <a:rPr lang="en-US" dirty="0"/>
              <a:t> </a:t>
            </a:r>
            <a:r>
              <a:rPr lang="en-US" dirty="0" err="1"/>
              <a:t>humains</a:t>
            </a:r>
            <a:r>
              <a:rPr lang="en-US" dirty="0"/>
              <a:t>] 
16-  EXTRAORDINARY, HOW IN A MOMENTS TIME [</a:t>
            </a:r>
            <a:r>
              <a:rPr lang="en-US" dirty="0" err="1"/>
              <a:t>C’est</a:t>
            </a:r>
            <a:r>
              <a:rPr lang="en-US" dirty="0"/>
              <a:t> extraordinaire </a:t>
            </a:r>
            <a:r>
              <a:rPr lang="en-US" dirty="0" err="1"/>
              <a:t>comme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instant] 
17-  I'LL CHANGE YOUR DESTINY [Je </a:t>
            </a:r>
            <a:r>
              <a:rPr lang="en-US" dirty="0" err="1"/>
              <a:t>changerai</a:t>
            </a:r>
            <a:r>
              <a:rPr lang="en-US" dirty="0"/>
              <a:t> ton </a:t>
            </a:r>
            <a:r>
              <a:rPr lang="en-US" dirty="0" err="1"/>
              <a:t>destin</a:t>
            </a:r>
            <a:r>
              <a:rPr lang="en-US" dirty="0"/>
              <a:t>] </a:t>
            </a:r>
          </a:p>
          <a:p>
            <a:endParaRPr lang="en-US" dirty="0"/>
          </a:p>
          <a:p>
            <a:r>
              <a:rPr lang="en-US" dirty="0"/>
              <a:t>	Refrain:</a:t>
            </a:r>
          </a:p>
          <a:p>
            <a:r>
              <a:rPr lang="en-US" dirty="0"/>
              <a:t>
18-  I'M GLAD THAT JESUS IS SO GOOD [Je suis </a:t>
            </a:r>
            <a:r>
              <a:rPr lang="en-US" dirty="0" err="1"/>
              <a:t>heureux</a:t>
            </a:r>
            <a:r>
              <a:rPr lang="en-US" dirty="0"/>
              <a:t> </a:t>
            </a:r>
            <a:r>
              <a:rPr lang="en-US" dirty="0" err="1"/>
              <a:t>Jésus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bon] 
19-  HE'S MIGHTY GOOD TO ME [Il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bon pour </a:t>
            </a:r>
            <a:r>
              <a:rPr lang="en-US" dirty="0" err="1"/>
              <a:t>moi</a:t>
            </a:r>
            <a:r>
              <a:rPr lang="en-US" dirty="0"/>
              <a:t>] 
20-  YOU NEED TO KNOW THAT HE IS SO GOOD [Tu </a:t>
            </a:r>
            <a:r>
              <a:rPr lang="en-US" dirty="0" err="1"/>
              <a:t>dois</a:t>
            </a:r>
            <a:r>
              <a:rPr lang="en-US" dirty="0"/>
              <a:t> savoir </a:t>
            </a:r>
            <a:r>
              <a:rPr lang="en-US" dirty="0" err="1"/>
              <a:t>qu’il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bon] 
21-  WH-OAH [</a:t>
            </a:r>
            <a:r>
              <a:rPr lang="en-US" dirty="0" err="1"/>
              <a:t>waouh</a:t>
            </a:r>
            <a:r>
              <a:rPr lang="en-US" dirty="0"/>
              <a:t>] ----- Couper</a:t>
            </a:r>
          </a:p>
          <a:p>
            <a:r>
              <a:rPr lang="en-US" dirty="0"/>
              <a:t>
22-  PUT YOUR HANDS TOGETHER [frappe </a:t>
            </a:r>
            <a:r>
              <a:rPr lang="en-US" dirty="0" err="1"/>
              <a:t>tes</a:t>
            </a:r>
            <a:r>
              <a:rPr lang="en-US" dirty="0"/>
              <a:t> mains] 
23-  HIT ME ONE TIME [frappe </a:t>
            </a:r>
            <a:r>
              <a:rPr lang="en-US" dirty="0" err="1"/>
              <a:t>tes</a:t>
            </a:r>
            <a:r>
              <a:rPr lang="en-US" dirty="0"/>
              <a:t>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IN THE VIBE, IN THE VIBE IN THE MIGHTY [Dans le groove, dans un puissant groove] 
2-  IN THE VIBE IN THE VIBE IN THE MIGHTY VIBE [Dans le groove, dans un puissant groove]   x2</a:t>
            </a:r>
          </a:p>
          <a:p>
            <a:pPr>
              <a:defRPr/>
            </a:pPr>
            <a:r>
              <a:rPr lang="fr-FR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pPr>
              <a:defRPr/>
            </a:pPr>
            <a:r>
              <a:rPr lang="fr-FR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pPr>
              <a:defRPr/>
            </a:pPr>
            <a:r>
              <a:rPr lang="fr-FR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</p:spTree>
    <p:extLst>
      <p:ext uri="{BB962C8B-B14F-4D97-AF65-F5344CB8AC3E}">
        <p14:creationId xmlns:p14="http://schemas.microsoft.com/office/powerpoint/2010/main" val="2275707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1-  IN THE VIBE, IN THE VIBE IN THE MIGHTY [Dans le groove, dans un puissant groove] 
2-  IN THE VIBE IN THE VIBE IN THE MIGHTY VIBE [Dans le groove, dans un puissant groove]   x2</a:t>
            </a:r>
          </a:p>
          <a:p>
            <a:r>
              <a:rPr lang="en-US" dirty="0"/>
              <a:t>
3-  HIGHEST SCIENCE, LOFTY PHILOSOPHY [La plus haute science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philosophie</a:t>
            </a:r>
            <a:r>
              <a:rPr lang="en-US" dirty="0"/>
              <a:t> </a:t>
            </a:r>
            <a:r>
              <a:rPr lang="en-US" dirty="0" err="1"/>
              <a:t>élevée</a:t>
            </a:r>
            <a:r>
              <a:rPr lang="en-US" dirty="0"/>
              <a:t>] 
4-  SERIOUS INTEGRITY [Si </a:t>
            </a:r>
            <a:r>
              <a:rPr lang="en-US" dirty="0" err="1"/>
              <a:t>grande</a:t>
            </a:r>
            <a:r>
              <a:rPr lang="en-US" dirty="0"/>
              <a:t> </a:t>
            </a:r>
            <a:r>
              <a:rPr lang="en-US" dirty="0" err="1"/>
              <a:t>intégrité</a:t>
            </a:r>
            <a:r>
              <a:rPr lang="en-US" dirty="0"/>
              <a:t>] 
5-  LITTLE CHILDREN, BECKON TO COME RECEIVE [Les petits enfants </a:t>
            </a:r>
            <a:r>
              <a:rPr lang="en-US" dirty="0" err="1"/>
              <a:t>viennent</a:t>
            </a:r>
            <a:r>
              <a:rPr lang="en-US" dirty="0"/>
              <a:t> pour </a:t>
            </a:r>
            <a:r>
              <a:rPr lang="en-US" dirty="0" err="1"/>
              <a:t>recevoir</a:t>
            </a:r>
            <a:r>
              <a:rPr lang="en-US" dirty="0"/>
              <a:t>] 
6-  A SIMPLE MYSTERY [Un </a:t>
            </a:r>
            <a:r>
              <a:rPr lang="en-US" dirty="0" err="1"/>
              <a:t>mystère</a:t>
            </a:r>
            <a:r>
              <a:rPr lang="en-US" dirty="0"/>
              <a:t> simple </a:t>
            </a:r>
            <a:r>
              <a:rPr lang="en-US" dirty="0" err="1"/>
              <a:t>pourtant</a:t>
            </a:r>
            <a:r>
              <a:rPr lang="en-US" dirty="0"/>
              <a:t>] </a:t>
            </a:r>
          </a:p>
          <a:p>
            <a:endParaRPr lang="en-US" dirty="0"/>
          </a:p>
          <a:p>
            <a:r>
              <a:rPr lang="en-US" dirty="0"/>
              <a:t>	Refrain:
	7-  AND IT'S SO GOOD JUST TO KNOW [Et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bon de le </a:t>
            </a:r>
            <a:r>
              <a:rPr lang="en-US" dirty="0" err="1"/>
              <a:t>connaître</a:t>
            </a:r>
            <a:r>
              <a:rPr lang="en-US" dirty="0"/>
              <a:t>] 
	8-  MY LOVE IS SOO GOOD [Mon amour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bon] 
	9-  IT'S AVAILABLE, WON'T YOU TAKE TIME [Et disponible, </a:t>
            </a:r>
            <a:r>
              <a:rPr lang="en-US" dirty="0" err="1"/>
              <a:t>N’attends</a:t>
            </a:r>
            <a:r>
              <a:rPr lang="en-US" dirty="0"/>
              <a:t> pas trop </a:t>
            </a:r>
            <a:r>
              <a:rPr lang="en-US" dirty="0" err="1"/>
              <a:t>longtemps</a:t>
            </a:r>
            <a:r>
              <a:rPr lang="en-US" dirty="0"/>
              <a:t>] 
	10-  TO GET TO KNOW, MY LOVE IS SO FINE [Pour le </a:t>
            </a:r>
            <a:r>
              <a:rPr lang="en-US" dirty="0" err="1"/>
              <a:t>connaître</a:t>
            </a:r>
            <a:r>
              <a:rPr lang="en-US" dirty="0"/>
              <a:t>, </a:t>
            </a:r>
            <a:r>
              <a:rPr lang="en-US" dirty="0" err="1"/>
              <a:t>mon</a:t>
            </a:r>
            <a:r>
              <a:rPr lang="en-US" dirty="0"/>
              <a:t> amour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bon] 
	11-  YOU CAN TALK TO ME [Tu </a:t>
            </a:r>
            <a:r>
              <a:rPr lang="en-US" dirty="0" err="1"/>
              <a:t>peux</a:t>
            </a:r>
            <a:r>
              <a:rPr lang="en-US" dirty="0"/>
              <a:t> me </a:t>
            </a:r>
            <a:r>
              <a:rPr lang="en-US" dirty="0" err="1"/>
              <a:t>parler</a:t>
            </a:r>
            <a:r>
              <a:rPr lang="en-US" dirty="0"/>
              <a:t>] 
	12-  IN THE VIBE IN THE VIBE IN THE MIGHTY VIBE [Dans le groove, dans un puissant groove] 
	13-  IN THE VIBE IN THE VIBE IN THE MIGHTY [Dans le groove, dans un puissant groove] </a:t>
            </a:r>
          </a:p>
          <a:p>
            <a:r>
              <a:rPr lang="en-US" dirty="0"/>
              <a:t>
14-  CALCULATING, ENDLESS INIQUITIES [</a:t>
            </a:r>
            <a:r>
              <a:rPr lang="en-US" dirty="0" err="1"/>
              <a:t>Calculant</a:t>
            </a:r>
            <a:r>
              <a:rPr lang="en-US" dirty="0"/>
              <a:t> sans fin </a:t>
            </a:r>
            <a:r>
              <a:rPr lang="en-US" dirty="0" err="1"/>
              <a:t>l’iniquité</a:t>
            </a:r>
            <a:r>
              <a:rPr lang="en-US" dirty="0"/>
              <a:t>] 
15-  PSYCHO MISERY [La misère des </a:t>
            </a:r>
            <a:r>
              <a:rPr lang="en-US" dirty="0" err="1"/>
              <a:t>êtres</a:t>
            </a:r>
            <a:r>
              <a:rPr lang="en-US" dirty="0"/>
              <a:t> </a:t>
            </a:r>
            <a:r>
              <a:rPr lang="en-US" dirty="0" err="1"/>
              <a:t>humains</a:t>
            </a:r>
            <a:r>
              <a:rPr lang="en-US" dirty="0"/>
              <a:t>] 
16-  EXTRAORDINARY, HOW IN A MOMENTS TIME [</a:t>
            </a:r>
            <a:r>
              <a:rPr lang="en-US" dirty="0" err="1"/>
              <a:t>C’est</a:t>
            </a:r>
            <a:r>
              <a:rPr lang="en-US" dirty="0"/>
              <a:t> extraordinaire </a:t>
            </a:r>
            <a:r>
              <a:rPr lang="en-US" dirty="0" err="1"/>
              <a:t>comme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instant] 
17-  I'LL CHANGE YOUR DESTINY [Je </a:t>
            </a:r>
            <a:r>
              <a:rPr lang="en-US" dirty="0" err="1"/>
              <a:t>changerai</a:t>
            </a:r>
            <a:r>
              <a:rPr lang="en-US" dirty="0"/>
              <a:t> ton </a:t>
            </a:r>
            <a:r>
              <a:rPr lang="en-US" dirty="0" err="1"/>
              <a:t>destin</a:t>
            </a:r>
            <a:r>
              <a:rPr lang="en-US" dirty="0"/>
              <a:t>] </a:t>
            </a:r>
          </a:p>
          <a:p>
            <a:endParaRPr lang="en-US" dirty="0"/>
          </a:p>
          <a:p>
            <a:r>
              <a:rPr lang="en-US" dirty="0"/>
              <a:t>	Refrain:</a:t>
            </a:r>
          </a:p>
          <a:p>
            <a:r>
              <a:rPr lang="en-US" dirty="0"/>
              <a:t>
18-  I'M GLAD THAT JESUS IS SO GOOD [Je suis </a:t>
            </a:r>
            <a:r>
              <a:rPr lang="en-US" dirty="0" err="1"/>
              <a:t>heureux</a:t>
            </a:r>
            <a:r>
              <a:rPr lang="en-US" dirty="0"/>
              <a:t> </a:t>
            </a:r>
            <a:r>
              <a:rPr lang="en-US" dirty="0" err="1"/>
              <a:t>Jésus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bon] 
19-  HE'S MIGHTY GOOD TO ME [Il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bon pour </a:t>
            </a:r>
            <a:r>
              <a:rPr lang="en-US" dirty="0" err="1"/>
              <a:t>moi</a:t>
            </a:r>
            <a:r>
              <a:rPr lang="en-US" dirty="0"/>
              <a:t>] 
20-  YOU NEED TO KNOW THAT HE IS SO GOOD [Tu </a:t>
            </a:r>
            <a:r>
              <a:rPr lang="en-US" dirty="0" err="1"/>
              <a:t>dois</a:t>
            </a:r>
            <a:r>
              <a:rPr lang="en-US" dirty="0"/>
              <a:t> savoir </a:t>
            </a:r>
            <a:r>
              <a:rPr lang="en-US" dirty="0" err="1"/>
              <a:t>qu’il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bon] 
21-  WH-OAH [</a:t>
            </a:r>
            <a:r>
              <a:rPr lang="en-US" dirty="0" err="1"/>
              <a:t>waouh</a:t>
            </a:r>
            <a:r>
              <a:rPr lang="en-US" dirty="0"/>
              <a:t>] ----- Couper</a:t>
            </a:r>
          </a:p>
          <a:p>
            <a:r>
              <a:rPr lang="en-US" dirty="0"/>
              <a:t>
22-  PUT YOUR HANDS TOGETHER [frappe </a:t>
            </a:r>
            <a:r>
              <a:rPr lang="en-US" dirty="0" err="1"/>
              <a:t>tes</a:t>
            </a:r>
            <a:r>
              <a:rPr lang="en-US" dirty="0"/>
              <a:t> mains] 
23-  HIT ME ONE TIME [frappe </a:t>
            </a:r>
            <a:r>
              <a:rPr lang="en-US" dirty="0" err="1"/>
              <a:t>tes</a:t>
            </a:r>
            <a:r>
              <a:rPr lang="en-US" dirty="0"/>
              <a:t>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IN THE VIBE, IN THE VIBE IN THE MIGHTY [Dans le groove, dans un puissant groove] 
2-  IN THE VIBE IN THE VIBE IN THE MIGHTY VIBE [Dans le groove, dans un puissant groove]   x2</a:t>
            </a:r>
          </a:p>
          <a:p>
            <a:pPr>
              <a:defRPr/>
            </a:pPr>
            <a:r>
              <a:rPr lang="fr-FR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pPr>
              <a:defRPr/>
            </a:pPr>
            <a:r>
              <a:rPr lang="fr-FR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pPr>
              <a:defRPr/>
            </a:pPr>
            <a:r>
              <a:rPr lang="fr-FR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</p:spTree>
    <p:extLst>
      <p:ext uri="{BB962C8B-B14F-4D97-AF65-F5344CB8AC3E}">
        <p14:creationId xmlns:p14="http://schemas.microsoft.com/office/powerpoint/2010/main" val="1063262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1-  IN THE VIBE, IN THE VIBE IN THE MIGHTY [Dans le groove, dans un puissant groove] 
2-  IN THE VIBE IN THE VIBE IN THE MIGHTY VIBE [Dans le groove, dans un puissant groove]   x2</a:t>
            </a:r>
          </a:p>
          <a:p>
            <a:r>
              <a:rPr lang="en-US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endParaRPr lang="en-US"/>
          </a:p>
          <a:p>
            <a:r>
              <a:rPr lang="en-US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r>
              <a:rPr lang="en-US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r>
              <a:rPr lang="en-US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IN THE VIBE, IN THE VIBE IN THE MIGHTY [Dans le groove, dans un puissant groove] 
2-  IN THE VIBE IN THE VIBE IN THE MIGHTY VIBE [Dans le groove, dans un puissant groove]   x2</a:t>
            </a:r>
          </a:p>
          <a:p>
            <a:pPr>
              <a:defRPr/>
            </a:pPr>
            <a:r>
              <a:rPr lang="fr-FR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pPr>
              <a:defRPr/>
            </a:pPr>
            <a:r>
              <a:rPr lang="fr-FR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pPr>
              <a:defRPr/>
            </a:pPr>
            <a:r>
              <a:rPr lang="fr-FR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</p:spTree>
    <p:extLst>
      <p:ext uri="{BB962C8B-B14F-4D97-AF65-F5344CB8AC3E}">
        <p14:creationId xmlns:p14="http://schemas.microsoft.com/office/powerpoint/2010/main" val="2086562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1-  IN THE VIBE, IN THE VIBE IN THE MIGHTY [Dans le groove, dans un puissant groove] 
2-  IN THE VIBE IN THE VIBE IN THE MIGHTY VIBE [Dans le groove, dans un puissant groove]   x2</a:t>
            </a:r>
          </a:p>
          <a:p>
            <a:r>
              <a:rPr lang="en-US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endParaRPr lang="en-US"/>
          </a:p>
          <a:p>
            <a:r>
              <a:rPr lang="en-US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r>
              <a:rPr lang="en-US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r>
              <a:rPr lang="en-US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IN THE VIBE, IN THE VIBE IN THE MIGHTY [Dans le groove, dans un puissant groove] 
2-  IN THE VIBE IN THE VIBE IN THE MIGHTY VIBE [Dans le groove, dans un puissant groove]   x2</a:t>
            </a:r>
          </a:p>
          <a:p>
            <a:pPr>
              <a:defRPr/>
            </a:pPr>
            <a:r>
              <a:rPr lang="fr-FR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pPr>
              <a:defRPr/>
            </a:pPr>
            <a:r>
              <a:rPr lang="fr-FR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pPr>
              <a:defRPr/>
            </a:pPr>
            <a:r>
              <a:rPr lang="fr-FR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</p:spTree>
    <p:extLst>
      <p:ext uri="{BB962C8B-B14F-4D97-AF65-F5344CB8AC3E}">
        <p14:creationId xmlns:p14="http://schemas.microsoft.com/office/powerpoint/2010/main" val="1008060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1-  IN THE VIBE, IN THE VIBE IN THE MIGHTY [Dans le groove, dans un puissant groove] 
2-  IN THE VIBE IN THE VIBE IN THE MIGHTY VIBE [Dans le groove, dans un puissant groove]   x2</a:t>
            </a:r>
          </a:p>
          <a:p>
            <a:r>
              <a:rPr lang="en-US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endParaRPr lang="en-US"/>
          </a:p>
          <a:p>
            <a:r>
              <a:rPr lang="en-US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r>
              <a:rPr lang="en-US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r>
              <a:rPr lang="en-US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IN THE VIBE, IN THE VIBE IN THE MIGHTY [Dans le groove, dans un puissant groove] 
2-  IN THE VIBE IN THE VIBE IN THE MIGHTY VIBE [Dans le groove, dans un puissant groove]   x2</a:t>
            </a:r>
          </a:p>
          <a:p>
            <a:pPr>
              <a:defRPr/>
            </a:pPr>
            <a:r>
              <a:rPr lang="fr-FR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pPr>
              <a:defRPr/>
            </a:pPr>
            <a:r>
              <a:rPr lang="fr-FR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pPr>
              <a:defRPr/>
            </a:pPr>
            <a:r>
              <a:rPr lang="fr-FR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</p:spTree>
    <p:extLst>
      <p:ext uri="{BB962C8B-B14F-4D97-AF65-F5344CB8AC3E}">
        <p14:creationId xmlns:p14="http://schemas.microsoft.com/office/powerpoint/2010/main" val="418373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1-  IN THE VIBE, IN THE VIBE IN THE MIGHTY [Dans le groove, dans un puissant groove] 
2-  IN THE VIBE IN THE VIBE IN THE MIGHTY VIBE [Dans le groove, dans un puissant groove]   x2</a:t>
            </a:r>
          </a:p>
          <a:p>
            <a:r>
              <a:rPr lang="en-US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endParaRPr lang="en-US"/>
          </a:p>
          <a:p>
            <a:r>
              <a:rPr lang="en-US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r>
              <a:rPr lang="en-US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r>
              <a:rPr lang="en-US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IN THE VIBE, IN THE VIBE IN THE MIGHTY [Dans le groove, dans un puissant groove] 
2-  IN THE VIBE IN THE VIBE IN THE MIGHTY VIBE [Dans le groove, dans un puissant groove]   x2</a:t>
            </a:r>
          </a:p>
          <a:p>
            <a:pPr>
              <a:defRPr/>
            </a:pPr>
            <a:r>
              <a:rPr lang="fr-FR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pPr>
              <a:defRPr/>
            </a:pPr>
            <a:r>
              <a:rPr lang="fr-FR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pPr>
              <a:defRPr/>
            </a:pPr>
            <a:r>
              <a:rPr lang="fr-FR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</p:spTree>
    <p:extLst>
      <p:ext uri="{BB962C8B-B14F-4D97-AF65-F5344CB8AC3E}">
        <p14:creationId xmlns:p14="http://schemas.microsoft.com/office/powerpoint/2010/main" val="32358835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1-  IN THE VIBE, IN THE VIBE IN THE MIGHTY [Dans le groove, dans un puissant groove] 
2-  IN THE VIBE IN THE VIBE IN THE MIGHTY VIBE [Dans le groove, dans un puissant groove]   x2</a:t>
            </a:r>
          </a:p>
          <a:p>
            <a:r>
              <a:rPr lang="en-US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endParaRPr lang="en-US"/>
          </a:p>
          <a:p>
            <a:r>
              <a:rPr lang="en-US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r>
              <a:rPr lang="en-US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r>
              <a:rPr lang="en-US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IN THE VIBE, IN THE VIBE IN THE MIGHTY [Dans le groove, dans un puissant groove] 
2-  IN THE VIBE IN THE VIBE IN THE MIGHTY VIBE [Dans le groove, dans un puissant groove]   x2</a:t>
            </a:r>
          </a:p>
          <a:p>
            <a:pPr>
              <a:defRPr/>
            </a:pPr>
            <a:r>
              <a:rPr lang="fr-FR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pPr>
              <a:defRPr/>
            </a:pPr>
            <a:r>
              <a:rPr lang="fr-FR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pPr>
              <a:defRPr/>
            </a:pPr>
            <a:r>
              <a:rPr lang="fr-FR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</p:spTree>
    <p:extLst>
      <p:ext uri="{BB962C8B-B14F-4D97-AF65-F5344CB8AC3E}">
        <p14:creationId xmlns:p14="http://schemas.microsoft.com/office/powerpoint/2010/main" val="40207235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1-  IN THE VIBE, IN THE VIBE IN THE MIGHTY [Dans le groove, dans un puissant groove] 
2-  IN THE VIBE IN THE VIBE IN THE MIGHTY VIBE [Dans le groove, dans un puissant groove]   x2</a:t>
            </a:r>
          </a:p>
          <a:p>
            <a:r>
              <a:rPr lang="en-US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endParaRPr lang="en-US"/>
          </a:p>
          <a:p>
            <a:r>
              <a:rPr lang="en-US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r>
              <a:rPr lang="en-US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r>
              <a:rPr lang="en-US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IN THE VIBE, IN THE VIBE IN THE MIGHTY [Dans le groove, dans un puissant groove] 
2-  IN THE VIBE IN THE VIBE IN THE MIGHTY VIBE [Dans le groove, dans un puissant groove]   x2</a:t>
            </a:r>
          </a:p>
          <a:p>
            <a:pPr>
              <a:defRPr/>
            </a:pPr>
            <a:r>
              <a:rPr lang="fr-FR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pPr>
              <a:defRPr/>
            </a:pPr>
            <a:r>
              <a:rPr lang="fr-FR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pPr>
              <a:defRPr/>
            </a:pPr>
            <a:r>
              <a:rPr lang="fr-FR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</p:spTree>
    <p:extLst>
      <p:ext uri="{BB962C8B-B14F-4D97-AF65-F5344CB8AC3E}">
        <p14:creationId xmlns:p14="http://schemas.microsoft.com/office/powerpoint/2010/main" val="8729055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1-  IN THE VIBE, IN THE VIBE IN THE MIGHTY [Dans le groove, dans un puissant groove] 
2-  IN THE VIBE IN THE VIBE IN THE MIGHTY VIBE [Dans le groove, dans un puissant groove]   x2</a:t>
            </a:r>
          </a:p>
          <a:p>
            <a:r>
              <a:rPr lang="en-US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endParaRPr lang="en-US"/>
          </a:p>
          <a:p>
            <a:r>
              <a:rPr lang="en-US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r>
              <a:rPr lang="en-US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r>
              <a:rPr lang="en-US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IN THE VIBE, IN THE VIBE IN THE MIGHTY [Dans le groove, dans un puissant groove] 
2-  IN THE VIBE IN THE VIBE IN THE MIGHTY VIBE [Dans le groove, dans un puissant groove]   x2</a:t>
            </a:r>
          </a:p>
          <a:p>
            <a:pPr>
              <a:defRPr/>
            </a:pPr>
            <a:r>
              <a:rPr lang="fr-FR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pPr>
              <a:defRPr/>
            </a:pPr>
            <a:r>
              <a:rPr lang="fr-FR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pPr>
              <a:defRPr/>
            </a:pPr>
            <a:r>
              <a:rPr lang="fr-FR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</p:spTree>
    <p:extLst>
      <p:ext uri="{BB962C8B-B14F-4D97-AF65-F5344CB8AC3E}">
        <p14:creationId xmlns:p14="http://schemas.microsoft.com/office/powerpoint/2010/main" val="13732003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1-  IN THE VIBE, IN THE VIBE IN THE MIGHTY [Dans le groove, dans un puissant groove] 
2-  IN THE VIBE IN THE VIBE IN THE MIGHTY VIBE [Dans le groove, dans un puissant groove]   x2</a:t>
            </a:r>
          </a:p>
          <a:p>
            <a:r>
              <a:rPr lang="en-US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endParaRPr lang="en-US"/>
          </a:p>
          <a:p>
            <a:r>
              <a:rPr lang="en-US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r>
              <a:rPr lang="en-US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r>
              <a:rPr lang="en-US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IN THE VIBE, IN THE VIBE IN THE MIGHTY [Dans le groove, dans un puissant groove] 
2-  IN THE VIBE IN THE VIBE IN THE MIGHTY VIBE [Dans le groove, dans un puissant groove]   x2</a:t>
            </a:r>
          </a:p>
          <a:p>
            <a:pPr>
              <a:defRPr/>
            </a:pPr>
            <a:r>
              <a:rPr lang="fr-FR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pPr>
              <a:defRPr/>
            </a:pPr>
            <a:r>
              <a:rPr lang="fr-FR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pPr>
              <a:defRPr/>
            </a:pPr>
            <a:r>
              <a:rPr lang="fr-FR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</p:spTree>
    <p:extLst>
      <p:ext uri="{BB962C8B-B14F-4D97-AF65-F5344CB8AC3E}">
        <p14:creationId xmlns:p14="http://schemas.microsoft.com/office/powerpoint/2010/main" val="23888000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1-  IN THE VIBE, IN THE VIBE IN THE MIGHTY [Dans le groove, dans un puissant groove] 
2-  IN THE VIBE IN THE VIBE IN THE MIGHTY VIBE [Dans le groove, dans un puissant groove]   x2</a:t>
            </a:r>
          </a:p>
          <a:p>
            <a:r>
              <a:rPr lang="en-US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endParaRPr lang="en-US"/>
          </a:p>
          <a:p>
            <a:r>
              <a:rPr lang="en-US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r>
              <a:rPr lang="en-US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r>
              <a:rPr lang="en-US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IN THE VIBE, IN THE VIBE IN THE MIGHTY [Dans le groove, dans un puissant groove] 
2-  IN THE VIBE IN THE VIBE IN THE MIGHTY VIBE [Dans le groove, dans un puissant groove]   x2</a:t>
            </a:r>
          </a:p>
          <a:p>
            <a:pPr>
              <a:defRPr/>
            </a:pPr>
            <a:r>
              <a:rPr lang="fr-FR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pPr>
              <a:defRPr/>
            </a:pPr>
            <a:r>
              <a:rPr lang="fr-FR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pPr>
              <a:defRPr/>
            </a:pPr>
            <a:r>
              <a:rPr lang="fr-FR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</p:spTree>
    <p:extLst>
      <p:ext uri="{BB962C8B-B14F-4D97-AF65-F5344CB8AC3E}">
        <p14:creationId xmlns:p14="http://schemas.microsoft.com/office/powerpoint/2010/main" val="10076046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1-  IN THE VIBE, IN THE VIBE IN THE MIGHTY [Dans le groove, dans un puissant groove] 
2-  IN THE VIBE IN THE VIBE IN THE MIGHTY VIBE [Dans le groove, dans un puissant groove]   x2</a:t>
            </a:r>
          </a:p>
          <a:p>
            <a:r>
              <a:rPr lang="en-US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endParaRPr lang="en-US"/>
          </a:p>
          <a:p>
            <a:r>
              <a:rPr lang="en-US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r>
              <a:rPr lang="en-US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r>
              <a:rPr lang="en-US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IN THE VIBE, IN THE VIBE IN THE MIGHTY [Dans le groove, dans un puissant groove] 
2-  IN THE VIBE IN THE VIBE IN THE MIGHTY VIBE [Dans le groove, dans un puissant groove]   x2</a:t>
            </a:r>
          </a:p>
          <a:p>
            <a:pPr>
              <a:defRPr/>
            </a:pPr>
            <a:r>
              <a:rPr lang="fr-FR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pPr>
              <a:defRPr/>
            </a:pPr>
            <a:r>
              <a:rPr lang="fr-FR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pPr>
              <a:defRPr/>
            </a:pPr>
            <a:r>
              <a:rPr lang="fr-FR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</p:spTree>
    <p:extLst>
      <p:ext uri="{BB962C8B-B14F-4D97-AF65-F5344CB8AC3E}">
        <p14:creationId xmlns:p14="http://schemas.microsoft.com/office/powerpoint/2010/main" val="3192746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1-  IN THE VIBE, IN THE VIBE IN THE MIGHTY [Dans le groove, dans un puissant groove] 
2-  IN THE VIBE IN THE VIBE IN THE MIGHTY VIBE [Dans le groove, dans un puissant groove]   x2</a:t>
            </a:r>
          </a:p>
          <a:p>
            <a:r>
              <a:rPr lang="en-US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endParaRPr lang="en-US"/>
          </a:p>
          <a:p>
            <a:r>
              <a:rPr lang="en-US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r>
              <a:rPr lang="en-US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r>
              <a:rPr lang="en-US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IN THE VIBE, IN THE VIBE IN THE MIGHTY [Dans le groove, dans un puissant groove] 
2-  IN THE VIBE IN THE VIBE IN THE MIGHTY VIBE [Dans le groove, dans un puissant groove]   x2</a:t>
            </a:r>
          </a:p>
          <a:p>
            <a:pPr>
              <a:defRPr/>
            </a:pPr>
            <a:r>
              <a:rPr lang="fr-FR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pPr>
              <a:defRPr/>
            </a:pPr>
            <a:r>
              <a:rPr lang="fr-FR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pPr>
              <a:defRPr/>
            </a:pPr>
            <a:r>
              <a:rPr lang="fr-FR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</p:spTree>
    <p:extLst>
      <p:ext uri="{BB962C8B-B14F-4D97-AF65-F5344CB8AC3E}">
        <p14:creationId xmlns:p14="http://schemas.microsoft.com/office/powerpoint/2010/main" val="27293528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1-  IN THE VIBE, IN THE VIBE IN THE MIGHTY [Dans le groove, dans un puissant groove] 
2-  IN THE VIBE IN THE VIBE IN THE MIGHTY VIBE [Dans le groove, dans un puissant groove]   x2</a:t>
            </a:r>
          </a:p>
          <a:p>
            <a:r>
              <a:rPr lang="en-US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endParaRPr lang="en-US"/>
          </a:p>
          <a:p>
            <a:r>
              <a:rPr lang="en-US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r>
              <a:rPr lang="en-US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r>
              <a:rPr lang="en-US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IN THE VIBE, IN THE VIBE IN THE MIGHTY [Dans le groove, dans un puissant groove] 
2-  IN THE VIBE IN THE VIBE IN THE MIGHTY VIBE [Dans le groove, dans un puissant groove]   x2</a:t>
            </a:r>
          </a:p>
          <a:p>
            <a:pPr>
              <a:defRPr/>
            </a:pPr>
            <a:r>
              <a:rPr lang="fr-FR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pPr>
              <a:defRPr/>
            </a:pPr>
            <a:r>
              <a:rPr lang="fr-FR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pPr>
              <a:defRPr/>
            </a:pPr>
            <a:r>
              <a:rPr lang="fr-FR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</p:spTree>
    <p:extLst>
      <p:ext uri="{BB962C8B-B14F-4D97-AF65-F5344CB8AC3E}">
        <p14:creationId xmlns:p14="http://schemas.microsoft.com/office/powerpoint/2010/main" val="9790688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1-  IN THE VIBE, IN THE VIBE IN THE MIGHTY [Dans le groove, dans un puissant groove] 
2-  IN THE VIBE IN THE VIBE IN THE MIGHTY VIBE [Dans le groove, dans un puissant groove]   x2</a:t>
            </a:r>
          </a:p>
          <a:p>
            <a:r>
              <a:rPr lang="en-US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endParaRPr lang="en-US"/>
          </a:p>
          <a:p>
            <a:r>
              <a:rPr lang="en-US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r>
              <a:rPr lang="en-US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r>
              <a:rPr lang="en-US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IN THE VIBE, IN THE VIBE IN THE MIGHTY [Dans le groove, dans un puissant groove] 
2-  IN THE VIBE IN THE VIBE IN THE MIGHTY VIBE [Dans le groove, dans un puissant groove]   x2</a:t>
            </a:r>
          </a:p>
          <a:p>
            <a:pPr>
              <a:defRPr/>
            </a:pPr>
            <a:r>
              <a:rPr lang="fr-FR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pPr>
              <a:defRPr/>
            </a:pPr>
            <a:r>
              <a:rPr lang="fr-FR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pPr>
              <a:defRPr/>
            </a:pPr>
            <a:r>
              <a:rPr lang="fr-FR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</p:spTree>
    <p:extLst>
      <p:ext uri="{BB962C8B-B14F-4D97-AF65-F5344CB8AC3E}">
        <p14:creationId xmlns:p14="http://schemas.microsoft.com/office/powerpoint/2010/main" val="8769970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1-  IN THE VIBE, IN THE VIBE IN THE MIGHTY [Dans le groove, dans un puissant groove] 
2-  IN THE VIBE IN THE VIBE IN THE MIGHTY VIBE [Dans le groove, dans un puissant groove]   x2</a:t>
            </a:r>
          </a:p>
          <a:p>
            <a:r>
              <a:rPr lang="en-US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endParaRPr lang="en-US"/>
          </a:p>
          <a:p>
            <a:r>
              <a:rPr lang="en-US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r>
              <a:rPr lang="en-US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r>
              <a:rPr lang="en-US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IN THE VIBE, IN THE VIBE IN THE MIGHTY [Dans le groove, dans un puissant groove] 
2-  IN THE VIBE IN THE VIBE IN THE MIGHTY VIBE [Dans le groove, dans un puissant groove]   x2</a:t>
            </a:r>
          </a:p>
          <a:p>
            <a:pPr>
              <a:defRPr/>
            </a:pPr>
            <a:r>
              <a:rPr lang="fr-FR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pPr>
              <a:defRPr/>
            </a:pPr>
            <a:r>
              <a:rPr lang="fr-FR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pPr>
              <a:defRPr/>
            </a:pPr>
            <a:r>
              <a:rPr lang="fr-FR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</p:spTree>
    <p:extLst>
      <p:ext uri="{BB962C8B-B14F-4D97-AF65-F5344CB8AC3E}">
        <p14:creationId xmlns:p14="http://schemas.microsoft.com/office/powerpoint/2010/main" val="23778846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1-  IN THE VIBE, IN THE VIBE IN THE MIGHTY [Dans le groove, dans un puissant groove] 
2-  IN THE VIBE IN THE VIBE IN THE MIGHTY VIBE [Dans le groove, dans un puissant groove]   x2</a:t>
            </a:r>
          </a:p>
          <a:p>
            <a:r>
              <a:rPr lang="en-US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endParaRPr lang="en-US"/>
          </a:p>
          <a:p>
            <a:r>
              <a:rPr lang="en-US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r>
              <a:rPr lang="en-US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r>
              <a:rPr lang="en-US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IN THE VIBE, IN THE VIBE IN THE MIGHTY [Dans le groove, dans un puissant groove] 
2-  IN THE VIBE IN THE VIBE IN THE MIGHTY VIBE [Dans le groove, dans un puissant groove]   x2</a:t>
            </a:r>
          </a:p>
          <a:p>
            <a:pPr>
              <a:defRPr/>
            </a:pPr>
            <a:r>
              <a:rPr lang="fr-FR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pPr>
              <a:defRPr/>
            </a:pPr>
            <a:r>
              <a:rPr lang="fr-FR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pPr>
              <a:defRPr/>
            </a:pPr>
            <a:r>
              <a:rPr lang="fr-FR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</p:spTree>
    <p:extLst>
      <p:ext uri="{BB962C8B-B14F-4D97-AF65-F5344CB8AC3E}">
        <p14:creationId xmlns:p14="http://schemas.microsoft.com/office/powerpoint/2010/main" val="26357827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1-  IN THE VIBE, IN THE VIBE IN THE MIGHTY [Dans le groove, dans un puissant groove] 
2-  IN THE VIBE IN THE VIBE IN THE MIGHTY VIBE [Dans le groove, dans un puissant groove]   x2</a:t>
            </a:r>
          </a:p>
          <a:p>
            <a:r>
              <a:rPr lang="en-US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endParaRPr lang="en-US"/>
          </a:p>
          <a:p>
            <a:r>
              <a:rPr lang="en-US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r>
              <a:rPr lang="en-US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r>
              <a:rPr lang="en-US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IN THE VIBE, IN THE VIBE IN THE MIGHTY [Dans le groove, dans un puissant groove] 
2-  IN THE VIBE IN THE VIBE IN THE MIGHTY VIBE [Dans le groove, dans un puissant groove]   x2</a:t>
            </a:r>
          </a:p>
          <a:p>
            <a:pPr>
              <a:defRPr/>
            </a:pPr>
            <a:r>
              <a:rPr lang="fr-FR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pPr>
              <a:defRPr/>
            </a:pPr>
            <a:r>
              <a:rPr lang="fr-FR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pPr>
              <a:defRPr/>
            </a:pPr>
            <a:r>
              <a:rPr lang="fr-FR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</p:spTree>
    <p:extLst>
      <p:ext uri="{BB962C8B-B14F-4D97-AF65-F5344CB8AC3E}">
        <p14:creationId xmlns:p14="http://schemas.microsoft.com/office/powerpoint/2010/main" val="2075765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1-  IN THE VIBE, IN THE VIBE IN THE MIGHTY [Dans le groove, dans un puissant groove] 
2-  IN THE VIBE IN THE VIBE IN THE MIGHTY VIBE [Dans le groove, dans un puissant groove]   x2</a:t>
            </a:r>
          </a:p>
          <a:p>
            <a:r>
              <a:rPr lang="en-US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endParaRPr lang="en-US"/>
          </a:p>
          <a:p>
            <a:r>
              <a:rPr lang="en-US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r>
              <a:rPr lang="en-US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r>
              <a:rPr lang="en-US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IN THE VIBE, IN THE VIBE IN THE MIGHTY [Dans le groove, dans un puissant groove] 
2-  IN THE VIBE IN THE VIBE IN THE MIGHTY VIBE [Dans le groove, dans un puissant groove]   x2</a:t>
            </a:r>
          </a:p>
          <a:p>
            <a:pPr>
              <a:defRPr/>
            </a:pPr>
            <a:r>
              <a:rPr lang="fr-FR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pPr>
              <a:defRPr/>
            </a:pPr>
            <a:r>
              <a:rPr lang="fr-FR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pPr>
              <a:defRPr/>
            </a:pPr>
            <a:r>
              <a:rPr lang="fr-FR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</p:spTree>
    <p:extLst>
      <p:ext uri="{BB962C8B-B14F-4D97-AF65-F5344CB8AC3E}">
        <p14:creationId xmlns:p14="http://schemas.microsoft.com/office/powerpoint/2010/main" val="27681945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1-  IN THE VIBE, IN THE VIBE IN THE MIGHTY [Dans le groove, dans un puissant groove] 
2-  IN THE VIBE IN THE VIBE IN THE MIGHTY VIBE [Dans le groove, dans un puissant groove]   x2</a:t>
            </a:r>
          </a:p>
          <a:p>
            <a:r>
              <a:rPr lang="en-US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endParaRPr lang="en-US"/>
          </a:p>
          <a:p>
            <a:r>
              <a:rPr lang="en-US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r>
              <a:rPr lang="en-US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r>
              <a:rPr lang="en-US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IN THE VIBE, IN THE VIBE IN THE MIGHTY [Dans le groove, dans un puissant groove] 
2-  IN THE VIBE IN THE VIBE IN THE MIGHTY VIBE [Dans le groove, dans un puissant groove]   x2</a:t>
            </a:r>
          </a:p>
          <a:p>
            <a:pPr>
              <a:defRPr/>
            </a:pPr>
            <a:r>
              <a:rPr lang="fr-FR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pPr>
              <a:defRPr/>
            </a:pPr>
            <a:r>
              <a:rPr lang="fr-FR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pPr>
              <a:defRPr/>
            </a:pPr>
            <a:r>
              <a:rPr lang="fr-FR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</p:spTree>
    <p:extLst>
      <p:ext uri="{BB962C8B-B14F-4D97-AF65-F5344CB8AC3E}">
        <p14:creationId xmlns:p14="http://schemas.microsoft.com/office/powerpoint/2010/main" val="31247223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1-  IN THE VIBE, IN THE VIBE IN THE MIGHTY [Dans le groove, dans un puissant groove] 
2-  IN THE VIBE IN THE VIBE IN THE MIGHTY VIBE [Dans le groove, dans un puissant groove]   x2</a:t>
            </a:r>
          </a:p>
          <a:p>
            <a:r>
              <a:rPr lang="en-US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endParaRPr lang="en-US"/>
          </a:p>
          <a:p>
            <a:r>
              <a:rPr lang="en-US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r>
              <a:rPr lang="en-US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r>
              <a:rPr lang="en-US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IN THE VIBE, IN THE VIBE IN THE MIGHTY [Dans le groove, dans un puissant groove] 
2-  IN THE VIBE IN THE VIBE IN THE MIGHTY VIBE [Dans le groove, dans un puissant groove]   x2</a:t>
            </a:r>
          </a:p>
          <a:p>
            <a:pPr>
              <a:defRPr/>
            </a:pPr>
            <a:r>
              <a:rPr lang="fr-FR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pPr>
              <a:defRPr/>
            </a:pPr>
            <a:r>
              <a:rPr lang="fr-FR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pPr>
              <a:defRPr/>
            </a:pPr>
            <a:r>
              <a:rPr lang="fr-FR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</p:spTree>
    <p:extLst>
      <p:ext uri="{BB962C8B-B14F-4D97-AF65-F5344CB8AC3E}">
        <p14:creationId xmlns:p14="http://schemas.microsoft.com/office/powerpoint/2010/main" val="10173754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1-  IN THE VIBE, IN THE VIBE IN THE MIGHTY [Dans le groove, dans un puissant groove] 
2-  IN THE VIBE IN THE VIBE IN THE MIGHTY VIBE [Dans le groove, dans un puissant groove]   x2</a:t>
            </a:r>
          </a:p>
          <a:p>
            <a:r>
              <a:rPr lang="en-US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endParaRPr lang="en-US"/>
          </a:p>
          <a:p>
            <a:r>
              <a:rPr lang="en-US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r>
              <a:rPr lang="en-US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r>
              <a:rPr lang="en-US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IN THE VIBE, IN THE VIBE IN THE MIGHTY [Dans le groove, dans un puissant groove] 
2-  IN THE VIBE IN THE VIBE IN THE MIGHTY VIBE [Dans le groove, dans un puissant groove]   x2</a:t>
            </a:r>
          </a:p>
          <a:p>
            <a:pPr>
              <a:defRPr/>
            </a:pPr>
            <a:r>
              <a:rPr lang="fr-FR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pPr>
              <a:defRPr/>
            </a:pPr>
            <a:r>
              <a:rPr lang="fr-FR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pPr>
              <a:defRPr/>
            </a:pPr>
            <a:r>
              <a:rPr lang="fr-FR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</p:spTree>
    <p:extLst>
      <p:ext uri="{BB962C8B-B14F-4D97-AF65-F5344CB8AC3E}">
        <p14:creationId xmlns:p14="http://schemas.microsoft.com/office/powerpoint/2010/main" val="38202731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1-  IN THE VIBE, IN THE VIBE IN THE MIGHTY [Dans le groove, dans un puissant groove] 
2-  IN THE VIBE IN THE VIBE IN THE MIGHTY VIBE [Dans le groove, dans un puissant groove]   x2</a:t>
            </a:r>
          </a:p>
          <a:p>
            <a:r>
              <a:rPr lang="en-US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endParaRPr lang="en-US"/>
          </a:p>
          <a:p>
            <a:r>
              <a:rPr lang="en-US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r>
              <a:rPr lang="en-US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r>
              <a:rPr lang="en-US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IN THE VIBE, IN THE VIBE IN THE MIGHTY [Dans le groove, dans un puissant groove] 
2-  IN THE VIBE IN THE VIBE IN THE MIGHTY VIBE [Dans le groove, dans un puissant groove]   x2</a:t>
            </a:r>
          </a:p>
          <a:p>
            <a:pPr>
              <a:defRPr/>
            </a:pPr>
            <a:r>
              <a:rPr lang="fr-FR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pPr>
              <a:defRPr/>
            </a:pPr>
            <a:r>
              <a:rPr lang="fr-FR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pPr>
              <a:defRPr/>
            </a:pPr>
            <a:r>
              <a:rPr lang="fr-FR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</p:spTree>
    <p:extLst>
      <p:ext uri="{BB962C8B-B14F-4D97-AF65-F5344CB8AC3E}">
        <p14:creationId xmlns:p14="http://schemas.microsoft.com/office/powerpoint/2010/main" val="7667971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1-  IN THE VIBE, IN THE VIBE IN THE MIGHTY [Dans le groove, dans un puissant groove] 
2-  IN THE VIBE IN THE VIBE IN THE MIGHTY VIBE [Dans le groove, dans un puissant groove]   x2</a:t>
            </a:r>
          </a:p>
          <a:p>
            <a:r>
              <a:rPr lang="en-US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endParaRPr lang="en-US"/>
          </a:p>
          <a:p>
            <a:r>
              <a:rPr lang="en-US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r>
              <a:rPr lang="en-US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r>
              <a:rPr lang="en-US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IN THE VIBE, IN THE VIBE IN THE MIGHTY [Dans le groove, dans un puissant groove] 
2-  IN THE VIBE IN THE VIBE IN THE MIGHTY VIBE [Dans le groove, dans un puissant groove]   x2</a:t>
            </a:r>
          </a:p>
          <a:p>
            <a:pPr>
              <a:defRPr/>
            </a:pPr>
            <a:r>
              <a:rPr lang="fr-FR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pPr>
              <a:defRPr/>
            </a:pPr>
            <a:r>
              <a:rPr lang="fr-FR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pPr>
              <a:defRPr/>
            </a:pPr>
            <a:r>
              <a:rPr lang="fr-FR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</p:spTree>
    <p:extLst>
      <p:ext uri="{BB962C8B-B14F-4D97-AF65-F5344CB8AC3E}">
        <p14:creationId xmlns:p14="http://schemas.microsoft.com/office/powerpoint/2010/main" val="35865814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1-  IN THE VIBE, IN THE VIBE IN THE MIGHTY [Dans le groove, dans un puissant groove] 
2-  IN THE VIBE IN THE VIBE IN THE MIGHTY VIBE [Dans le groove, dans un puissant groove]   x2</a:t>
            </a:r>
          </a:p>
          <a:p>
            <a:r>
              <a:rPr lang="en-US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endParaRPr lang="en-US"/>
          </a:p>
          <a:p>
            <a:r>
              <a:rPr lang="en-US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r>
              <a:rPr lang="en-US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r>
              <a:rPr lang="en-US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IN THE VIBE, IN THE VIBE IN THE MIGHTY [Dans le groove, dans un puissant groove] 
2-  IN THE VIBE IN THE VIBE IN THE MIGHTY VIBE [Dans le groove, dans un puissant groove]   x2</a:t>
            </a:r>
          </a:p>
          <a:p>
            <a:pPr>
              <a:defRPr/>
            </a:pPr>
            <a:r>
              <a:rPr lang="fr-FR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pPr>
              <a:defRPr/>
            </a:pPr>
            <a:r>
              <a:rPr lang="fr-FR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pPr>
              <a:defRPr/>
            </a:pPr>
            <a:r>
              <a:rPr lang="fr-FR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</p:spTree>
    <p:extLst>
      <p:ext uri="{BB962C8B-B14F-4D97-AF65-F5344CB8AC3E}">
        <p14:creationId xmlns:p14="http://schemas.microsoft.com/office/powerpoint/2010/main" val="30952260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/>
              <a:t>1-  IN THE VIBE, IN THE VIBE IN THE MIGHTY [Dans le groove, dans un puissant groove] 
2-  IN THE VIBE IN THE VIBE IN THE MIGHTY VIBE [Dans le groove, dans un puissant groove]   x2</a:t>
            </a:r>
          </a:p>
          <a:p>
            <a:r>
              <a:rPr lang="en-US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endParaRPr lang="en-US"/>
          </a:p>
          <a:p>
            <a:r>
              <a:rPr lang="en-US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r>
              <a:rPr lang="en-US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r>
              <a:rPr lang="en-US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IN THE VIBE, IN THE VIBE IN THE MIGHTY [Dans le groove, dans un puissant groove] 
2-  IN THE VIBE IN THE VIBE IN THE MIGHTY VIBE [Dans le groove, dans un puissant groove]   x2</a:t>
            </a:r>
          </a:p>
          <a:p>
            <a:pPr>
              <a:defRPr/>
            </a:pPr>
            <a:r>
              <a:rPr lang="fr-FR"/>
              <a:t>
3-  HIGHEST SCIENCE, LOFTY PHILOSOPHY [La plus haute science une philosophie élevée] 
4-  SERIOUS INTEGRITY [Si grande intégrité] 
5-  LITTLE CHILDREN, BECKON TO COME RECEIVE [Les petits enfants viennent pour recevoir] 
6-  A SIMPLE MYSTERY [Un mystère simple pourtant]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IT'S SO GOOD JUST TO KNOW [Et c’est si bon de le connaître] 
	8-  MY LOVE IS SOO GOOD [Mon amour est si bon] 
	9-  IT'S AVAILABLE, WON'T YOU TAKE TIME [Et disponible, N’attends pas trop longtemps] 
	10-  TO GET TO KNOW, MY LOVE IS SO FINE [Pour le connaître, mon amour est si bon] 
	11-  YOU CAN TALK TO ME [Tu peux me parler] 
	12-  IN THE VIBE IN THE VIBE IN THE MIGHTY VIBE [Dans le groove, dans un puissant groove] 
	13-  IN THE VIBE IN THE VIBE IN THE MIGHTY [Dans le groove, dans un puissant groove] </a:t>
            </a:r>
          </a:p>
          <a:p>
            <a:pPr>
              <a:defRPr/>
            </a:pPr>
            <a:r>
              <a:rPr lang="fr-FR"/>
              <a:t>
14-  CALCULATING, ENDLESS INIQUITIES [Calculant sans fin l’iniquité] 
15-  PSYCHO MISERY [La misère des êtres humains] 
16-  EXTRAORDINARY, HOW IN A MOMENTS TIME [C’est extraordinaire comme en un instant] 
17-  I'LL CHANGE YOUR DESTINY [Je changerai ton destin]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18-  I'M GLAD THAT JESUS IS SO GOOD [Je suis heureux Jésus est si bon] 
19-  HE'S MIGHTY GOOD TO ME [Il est si bon pour moi] 
20-  YOU NEED TO KNOW THAT HE IS SO GOOD [Tu dois savoir qu’il est si bon] 
21-  WH-OAH [waouh] ----- Couper</a:t>
            </a:r>
          </a:p>
          <a:p>
            <a:pPr>
              <a:defRPr/>
            </a:pPr>
            <a:r>
              <a:rPr lang="fr-FR"/>
              <a:t>
22-  PUT YOUR HANDS TOGETHER [frappe tes mains] 
23-  HIT ME ONE TIME [frappe tes mains] 
24-  GOOD [Bon] 
25-  IN THE VIBE IN THE VIBE IN THE MIGHTY [Dans le groove, dans un puissant groove] 
26-  IN THE VIBE IN THE VIBE IN THE MIGHTY VIBE [Dans le groove, dans un puissant groove] 
</a:t>
            </a:r>
          </a:p>
        </p:txBody>
      </p:sp>
    </p:spTree>
    <p:extLst>
      <p:ext uri="{BB962C8B-B14F-4D97-AF65-F5344CB8AC3E}">
        <p14:creationId xmlns:p14="http://schemas.microsoft.com/office/powerpoint/2010/main" val="3733517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9E07-2C3F-4B5C-9797-D716FF940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84E8D-F4BD-40C7-BD3B-E48B13115C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C8222-253B-47B7-8E08-1B702005A8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E137B-5001-4A99-89B4-C65538301D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933B9-58D4-4DA8-AF1B-F126506F5E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73B9-393F-4264-9D44-AFC2C4BE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2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D0926-EBA5-4376-A6C4-CAEC83312F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51574-9C12-47E3-B746-B2ADA2D9C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85CB8-8926-46CB-A875-366C1D7FB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AC86-1969-4BDB-8DA6-85EE5EDD7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0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45AF8-B4E8-4E36-9BBF-0E4F7EED32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45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C9FEC3-8A03-4EEE-8C4C-027D40843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67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828584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IN THE VIBE, IN THE VIBE IN THE MIGHTY VIBE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[Dans le groove, dans un puissant groove]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828584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IN THE VIBE IN THE VIBE IN THE MIGHTY VIBE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[Dans le groove, dans un puissant groove]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9376" y="5461000"/>
            <a:ext cx="10873208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HIGHEST SCIENCE, LOFTY PHILOSOPHY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[La plus haute science une philosophie élevée]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SERIOUS INTEGRITY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[Si grande intégrité]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1421928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LITTLE CHILDREN, BECKON TO COME RECEIVE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[Les petits enfants viennent pour recevoir]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A SIMPLE MYSTERY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[Un mystère simple pourtant]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AND IT'S SO GOOD JUST TO KNOW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[Et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c’est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si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bon de le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connaître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MY LOVE IS SOO GOOD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[Mon amour est si bon]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9416" y="5461000"/>
            <a:ext cx="11352584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IT'S AVAILABLE, WON'T YOU TAKE TIME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[Et disponible,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N’attends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pas trop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longtemps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TO GET TO KNOW, MY LOVE IS SO FINE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[Pour le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connaître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,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mon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amour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est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si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bon]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YOU CAN TALK TO ME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[Tu peux me parler]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1424" y="5461000"/>
            <a:ext cx="10297144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IN THE VIBE IN THE VIBE IN THE MIGHTY VIBE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[Dans le groove, dans un puissant groove]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5480" y="5461000"/>
            <a:ext cx="9793088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IN THE VIBE IN THE VIBE IN THE MIGHTY VIBE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[Dans le groove, dans un puissant groove]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CALCULATING, ENDLESS INIQUITIES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[Calculant sans fin l’iniquité]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PSYCHO MISERY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[La misère des êtres humains]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1464" y="5461000"/>
            <a:ext cx="10009112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EXTRAORDINARY, HOW IN A MOMENTS TIME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C’est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extraordinaire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comme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en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un instant]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I'LL CHANGE YOUR DESTINY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[Je changerai ton destin]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I'M GLAD THAT JESUS IS SO GOOD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[Je suis heureux Jésus est si bon]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HE'S MIGHTY GOOD TO ME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[Il est si bon pour moi]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YOU NEED TO KNOW THAT HE IS SO GOOD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[Tu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dois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savoir </a:t>
            </a:r>
            <a:r>
              <a:rPr lang="en-US" sz="3200" dirty="0" err="1" smtClean="0">
                <a:solidFill>
                  <a:srgbClr val="FFFFFF"/>
                </a:solidFill>
                <a:latin typeface="Metropolis Semi Bold" panose="00000700000000000000"/>
              </a:rPr>
              <a:t>qu’Il</a:t>
            </a:r>
            <a:r>
              <a:rPr lang="en-US" sz="3200" dirty="0" smtClean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est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si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bon]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WH-OAH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waouh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PUT YOUR HANDS TOGETHER</a:t>
            </a:r>
          </a:p>
          <a:p>
            <a:pPr algn="ctr">
              <a:lnSpc>
                <a:spcPct val="90000"/>
              </a:lnSpc>
            </a:pPr>
            <a:r>
              <a:rPr lang="en-US" sz="3200" dirty="0" smtClean="0">
                <a:solidFill>
                  <a:srgbClr val="FFFFFF"/>
                </a:solidFill>
                <a:latin typeface="Metropolis Semi Bold" panose="00000700000000000000"/>
              </a:rPr>
              <a:t>[Frappe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tes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mains]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HIT ME ONE TIME</a:t>
            </a:r>
          </a:p>
          <a:p>
            <a:pPr algn="ctr">
              <a:lnSpc>
                <a:spcPct val="90000"/>
              </a:lnSpc>
            </a:pPr>
            <a:r>
              <a:rPr lang="en-US" sz="3200" dirty="0" smtClean="0">
                <a:solidFill>
                  <a:srgbClr val="FFFFFF"/>
                </a:solidFill>
                <a:latin typeface="Metropolis Semi Bold" panose="00000700000000000000"/>
              </a:rPr>
              <a:t>[Frappe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tes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mains]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GOOD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[Bon]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5480" y="5461000"/>
            <a:ext cx="972108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IN THE VIBE IN THE VIBE IN THE MIGHTY VIBE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[Dans le groove, dans un puissant groove]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1464" y="5461000"/>
            <a:ext cx="972108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IN THE VIBE IN THE VIBE IN THE MIGHTY VIBE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[Dans le groove, dans un puissant groove]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1319</TotalTime>
  <Words>1451</Words>
  <Application>Microsoft Office PowerPoint</Application>
  <PresentationFormat>Grand écran</PresentationFormat>
  <Paragraphs>520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1" baseType="lpstr">
      <vt:lpstr>ＭＳ Ｐゴシック</vt:lpstr>
      <vt:lpstr>Calibri</vt:lpstr>
      <vt:lpstr>Franklin Gothic Medium</vt:lpstr>
      <vt:lpstr>Metropolis Semi Bold</vt:lpstr>
      <vt:lpstr>1_Default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101</cp:revision>
  <dcterms:created xsi:type="dcterms:W3CDTF">2011-01-30T10:04:33Z</dcterms:created>
  <dcterms:modified xsi:type="dcterms:W3CDTF">2025-03-23T08:58:59Z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2025-03-22T21:16:49Z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76588b2c-6ffb-42d0-9721-ee0943140e0d</vt:lpwstr>
  </property>
  <property fmtid="{D5CDD505-2E9C-101B-9397-08002B2CF9AE}" pid="8" name="MSIP_Label_d0979fc8-5559-4f19-93ee-e28ca03d7638_ContentBits">
    <vt:lpwstr>0</vt:lpwstr>
  </property>
  <property fmtid="{D5CDD505-2E9C-101B-9397-08002B2CF9AE}" pid="9" name="MSIP_Label_d0979fc8-5559-4f19-93ee-e28ca03d7638_Tag">
    <vt:lpwstr>10, 0, 1, 1</vt:lpwstr>
  </property>
</Properties>
</file>