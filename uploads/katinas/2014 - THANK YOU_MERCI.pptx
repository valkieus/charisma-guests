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70" r:id="rId2"/>
    <p:sldId id="272" r:id="rId3"/>
    <p:sldId id="273" r:id="rId4"/>
    <p:sldId id="301" r:id="rId5"/>
    <p:sldId id="274" r:id="rId6"/>
    <p:sldId id="277" r:id="rId7"/>
    <p:sldId id="278" r:id="rId8"/>
    <p:sldId id="279" r:id="rId9"/>
    <p:sldId id="302" r:id="rId10"/>
    <p:sldId id="280" r:id="rId11"/>
    <p:sldId id="281" r:id="rId12"/>
    <p:sldId id="282" r:id="rId13"/>
    <p:sldId id="346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03" r:id="rId22"/>
    <p:sldId id="304" r:id="rId23"/>
    <p:sldId id="305" r:id="rId24"/>
    <p:sldId id="306" r:id="rId25"/>
    <p:sldId id="307" r:id="rId26"/>
    <p:sldId id="347" r:id="rId27"/>
    <p:sldId id="300" r:id="rId28"/>
    <p:sldId id="295" r:id="rId29"/>
    <p:sldId id="308" r:id="rId30"/>
    <p:sldId id="309" r:id="rId31"/>
    <p:sldId id="310" r:id="rId32"/>
    <p:sldId id="311" r:id="rId33"/>
    <p:sldId id="312" r:id="rId34"/>
    <p:sldId id="313" r:id="rId35"/>
    <p:sldId id="348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5" r:id="rId46"/>
    <p:sldId id="324" r:id="rId47"/>
    <p:sldId id="323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  <p:sldId id="340" r:id="rId63"/>
    <p:sldId id="341" r:id="rId64"/>
    <p:sldId id="342" r:id="rId65"/>
    <p:sldId id="345" r:id="rId66"/>
    <p:sldId id="344" r:id="rId67"/>
    <p:sldId id="343" r:id="rId6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8" autoAdjust="0"/>
    <p:restoredTop sz="41869" autoAdjust="0"/>
  </p:normalViewPr>
  <p:slideViewPr>
    <p:cSldViewPr>
      <p:cViewPr varScale="1">
        <p:scale>
          <a:sx n="23" d="100"/>
          <a:sy n="23" d="100"/>
        </p:scale>
        <p:origin x="-17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18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34AC9A-BA40-4F24-8792-30A6154CCE7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B44499-068F-4B65-B6B8-A74B912AD5B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gave me </a:t>
            </a:r>
            <a:r>
              <a:rPr lang="fr-FR" dirty="0" err="1" smtClean="0"/>
              <a:t>peace</a:t>
            </a:r>
            <a:r>
              <a:rPr lang="fr-FR" dirty="0" smtClean="0"/>
              <a:t> divine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r>
              <a:rPr lang="fr-FR" dirty="0" smtClean="0"/>
              <a:t>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Thank</a:t>
            </a:r>
            <a:r>
              <a:rPr lang="fr-FR" dirty="0" smtClean="0"/>
              <a:t>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  <a:br>
              <a:rPr lang="fr-FR" dirty="0" smtClean="0"/>
            </a:br>
            <a:r>
              <a:rPr lang="fr-FR" dirty="0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  <a:br>
              <a:rPr lang="fr-FR" dirty="0" smtClean="0"/>
            </a:br>
            <a:r>
              <a:rPr lang="fr-FR" dirty="0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4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5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6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7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8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MOMENT DE PLUS JE VOUDRAI PRIER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Can't get You off my mind So, I came to say Thank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MES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 RAPPELER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TU ES TOUJOURS LÀ DANS MES BESOINS TU ME SOUTIENS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AMOUR EST SI PUISSANT POUR ME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J’ETAIS PRISONNIER DU PÉCHÉ TU M’AS DELIVRÉ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J’ÉTAIS DÉSÉSPÉRÉ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Didn't have any hope at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M’AS DONNÉ TA PAIX POUR ETRE BIEN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gave me peace divine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AS PAYÉ LE PRIX POUR MOI  PRIS MA PLACE SUR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GRACE ADMIRABLE C’EST PLUS Q’UN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MERITE PAS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TE DIRE MERCI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SEIGNEUR MERCI POUR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Thank You for the love You gave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ME VOICI TEL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 OUI MERCI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say, thank you,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POUR TOUT LE RESTE POUR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covered me and touched my heart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CAN'T GET YOU OFF MY MIND SO, I CAME TO SAY THANK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YOU ARE THERE WHEN I AM DOWN AND OUT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42-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43-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44-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 SHOULD HAVE BEEN THE ONE TO PAY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AMAZING GRACE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EVEN THOUGH I DON'T DESERVE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YOU LOOKED BEYOND MY FAULT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52-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53-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54-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55-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I WANNA SAY, THANK YOU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59-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60-  I WANNA SAY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61-  FOR EVERYTHING, FOR WHO YOU ARE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62-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63-  I WANNA SAY 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64-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9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 PRIER</a:t>
            </a:r>
          </a:p>
          <a:p>
            <a:r>
              <a:rPr lang="fr-FR" smtClean="0"/>
              <a:t>Just a little while longer I wanna pray</a:t>
            </a:r>
            <a:br>
              <a:rPr lang="fr-FR" smtClean="0"/>
            </a:br>
            <a:r>
              <a:rPr lang="fr-FR" smtClean="0"/>
              <a:t>2-  TU REMPLIS MES PENSÉES JE VEUX TE DIRE MERCI </a:t>
            </a:r>
          </a:p>
          <a:p>
            <a:r>
              <a:rPr lang="fr-FR" smtClean="0"/>
              <a:t>Can't get You off my mind So, I came to say Thank you, Lord</a:t>
            </a:r>
          </a:p>
          <a:p>
            <a:r>
              <a:rPr lang="fr-FR" smtClean="0"/>
              <a:t>3-  DE M’AVOIR AIMÉ</a:t>
            </a:r>
          </a:p>
          <a:p>
            <a:r>
              <a:rPr lang="fr-FR" smtClean="0"/>
              <a:t>Just for lovin' me</a:t>
            </a:r>
          </a:p>
          <a:p>
            <a:r>
              <a:rPr lang="fr-FR" smtClean="0"/>
              <a:t>4-  TANT DE FOIS J’AI OUBLIÉ MES BESOINS QUE TU AS COMBLÉS</a:t>
            </a:r>
          </a:p>
          <a:p>
            <a:r>
              <a:rPr lang="fr-FR" smtClean="0"/>
              <a:t>Many times I do forget every need that You have met</a:t>
            </a:r>
          </a:p>
          <a:p>
            <a:r>
              <a:rPr lang="fr-FR" smtClean="0"/>
              <a:t>5-  MERCI SEIGNEUR DE ME LE RAPPELER</a:t>
            </a:r>
          </a:p>
          <a:p>
            <a:r>
              <a:rPr lang="fr-FR" smtClean="0"/>
              <a:t>Oh thank you, Lord I know You're showing me</a:t>
            </a:r>
          </a:p>
          <a:p>
            <a:r>
              <a:rPr lang="fr-FR" smtClean="0"/>
              <a:t> 6-  TU ES TOUJOURS LÀ DANS MES BESOINS TU ME SOUTIENS</a:t>
            </a:r>
          </a:p>
          <a:p>
            <a:r>
              <a:rPr lang="fr-FR" smtClean="0"/>
              <a:t>You are there when I am down and out You're holding me</a:t>
            </a:r>
          </a:p>
          <a:p>
            <a:r>
              <a:rPr lang="fr-FR" smtClean="0"/>
              <a:t>7-  TON AMOUR EST SI PUISSANT POUR ME CHANGER</a:t>
            </a:r>
          </a:p>
          <a:p>
            <a:r>
              <a:rPr lang="fr-FR" smtClean="0"/>
              <a:t>Your love is so amazing Oh, it changed me</a:t>
            </a:r>
          </a:p>
          <a:p>
            <a:endParaRPr lang="fr-FR" smtClean="0"/>
          </a:p>
          <a:p>
            <a:r>
              <a:rPr lang="fr-FR" smtClean="0"/>
              <a:t>	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10-  JE VEUX TE DIRE MERCI OUI MERCI </a:t>
            </a:r>
          </a:p>
          <a:p>
            <a:r>
              <a:rPr lang="fr-FR" smtClean="0"/>
              <a:t>	I wanna say, thank You Oh, thank You</a:t>
            </a:r>
          </a:p>
          <a:p>
            <a:r>
              <a:rPr lang="fr-FR" smtClean="0"/>
              <a:t>	11-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12-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13-  J’ETAIS PRISONNIER DU PÉCHÉ TU M’AS DELIVRÉ </a:t>
            </a:r>
          </a:p>
          <a:p>
            <a:r>
              <a:rPr lang="fr-FR" smtClean="0"/>
              <a:t>I could have died in my sin But You saved me</a:t>
            </a:r>
          </a:p>
          <a:p>
            <a:r>
              <a:rPr lang="fr-FR" smtClean="0"/>
              <a:t>14-  QUAND J’ÉTAIS DÉSÉSPÉRÉ </a:t>
            </a:r>
          </a:p>
          <a:p>
            <a:r>
              <a:rPr lang="fr-FR" smtClean="0"/>
              <a:t>Didn't have any hope at all</a:t>
            </a:r>
          </a:p>
          <a:p>
            <a:r>
              <a:rPr lang="fr-FR" smtClean="0"/>
              <a:t>15-  TU M’AS DONNÉ TA PAIX POUR ETRE BIEN PLUS GRAND</a:t>
            </a:r>
          </a:p>
          <a:p>
            <a:r>
              <a:rPr lang="fr-FR" smtClean="0"/>
              <a:t>You gave me peace divine Strength to carry on</a:t>
            </a:r>
          </a:p>
          <a:p>
            <a:r>
              <a:rPr lang="fr-FR" smtClean="0"/>
              <a:t>16-  TU AS PAYÉ LE PRIX POUR MOI  PRIS MA PLACE SUR LA CROIX</a:t>
            </a:r>
          </a:p>
          <a:p>
            <a:r>
              <a:rPr lang="fr-FR" smtClean="0"/>
              <a:t>I should have been the one to pay But instead You took my place</a:t>
            </a:r>
          </a:p>
          <a:p>
            <a:r>
              <a:rPr lang="fr-FR" smtClean="0"/>
              <a:t>17-  QUELLE GRACE ADMIRABLE C’EST PLUS Q’UN SIMPLE CHANT</a:t>
            </a:r>
          </a:p>
          <a:p>
            <a:r>
              <a:rPr lang="fr-FR" smtClean="0"/>
              <a:t>Amazing grace it's more than just a song</a:t>
            </a:r>
          </a:p>
          <a:p>
            <a:r>
              <a:rPr lang="fr-FR" smtClean="0"/>
              <a:t>18-  MÊME SI JE NE MERITE PAS TON AMOUR POUR MOI</a:t>
            </a:r>
          </a:p>
          <a:p>
            <a:r>
              <a:rPr lang="fr-FR" smtClean="0"/>
              <a:t>Even though I don't deserve Your love for me</a:t>
            </a:r>
          </a:p>
          <a:p>
            <a:r>
              <a:rPr lang="fr-FR" smtClean="0"/>
              <a:t>19-  PLUTÔT QUE DE ME JUGER  TU M’AS PARDONNÉ</a:t>
            </a:r>
          </a:p>
          <a:p>
            <a:r>
              <a:rPr lang="fr-FR" smtClean="0"/>
              <a:t>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20-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21-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22-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23-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24-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endParaRPr lang="fr-FR" smtClean="0"/>
          </a:p>
          <a:p>
            <a:r>
              <a:rPr lang="fr-FR" smtClean="0"/>
              <a:t>25-  JE VEUX TE DIRE MERCI  POUR LE SOLEIL</a:t>
            </a:r>
          </a:p>
          <a:p>
            <a:r>
              <a:rPr lang="fr-FR" smtClean="0"/>
              <a:t>I wanna say, thank You for the sun</a:t>
            </a:r>
          </a:p>
          <a:p>
            <a:r>
              <a:rPr lang="fr-FR" smtClean="0"/>
              <a:t>26-  SEIGNEUR MERCI POUR LA PLUIE</a:t>
            </a:r>
          </a:p>
          <a:p>
            <a:r>
              <a:rPr lang="fr-FR" smtClean="0"/>
              <a:t>Lord, we thank You for the rain</a:t>
            </a:r>
            <a:br>
              <a:rPr lang="fr-FR" smtClean="0"/>
            </a:br>
            <a:r>
              <a:rPr lang="fr-FR" smtClean="0"/>
              <a:t>27-  MERCI DE M’AVOIR AIMÉ</a:t>
            </a:r>
          </a:p>
          <a:p>
            <a:r>
              <a:rPr lang="fr-FR" smtClean="0"/>
              <a:t>Thank You for the love You gave </a:t>
            </a:r>
          </a:p>
          <a:p>
            <a:endParaRPr lang="fr-FR" smtClean="0"/>
          </a:p>
          <a:p>
            <a:r>
              <a:rPr lang="fr-FR" smtClean="0"/>
              <a:t>	28-  ME VOICI TEL QUE JE SUIS</a:t>
            </a:r>
          </a:p>
          <a:p>
            <a:r>
              <a:rPr lang="fr-FR" smtClean="0"/>
              <a:t>	Here I am with all I have</a:t>
            </a:r>
            <a:br>
              <a:rPr lang="fr-FR" smtClean="0"/>
            </a:br>
            <a:r>
              <a:rPr lang="fr-FR" smtClean="0"/>
              <a:t>	29-  JE LÈVE MES MAINS MON CŒUR REMPLI</a:t>
            </a:r>
          </a:p>
          <a:p>
            <a:r>
              <a:rPr lang="fr-FR" smtClean="0"/>
              <a:t>	I raise my hands to worship You</a:t>
            </a:r>
          </a:p>
          <a:p>
            <a:r>
              <a:rPr lang="fr-FR" smtClean="0"/>
              <a:t>	30-  JE VEUX TE DIRE MERCI OUI MERCI </a:t>
            </a:r>
          </a:p>
          <a:p>
            <a:r>
              <a:rPr lang="fr-FR" smtClean="0"/>
              <a:t>	I wanna say, thank you, Oh, thank you</a:t>
            </a:r>
          </a:p>
          <a:p>
            <a:r>
              <a:rPr lang="fr-FR" smtClean="0"/>
              <a:t>	31-  POUR TOUT LE RESTE POUR QUI TU ES</a:t>
            </a:r>
          </a:p>
          <a:p>
            <a:r>
              <a:rPr lang="fr-FR" smtClean="0"/>
              <a:t>	For everything, for who You are</a:t>
            </a:r>
            <a:br>
              <a:rPr lang="fr-FR" smtClean="0"/>
            </a:br>
            <a:r>
              <a:rPr lang="fr-FR" smtClean="0"/>
              <a:t>	32-  POUR TES MERVEILLES ET TES BIENFAITS JE VEUX TE DIRE MERCI</a:t>
            </a:r>
          </a:p>
          <a:p>
            <a:r>
              <a:rPr lang="fr-FR" smtClean="0"/>
              <a:t>	You covered me and touched my heart I wanna say thank You</a:t>
            </a:r>
          </a:p>
          <a:p>
            <a:r>
              <a:rPr lang="fr-FR" smtClean="0"/>
              <a:t>	33-  JE VEUX TE DIRE MERCI</a:t>
            </a:r>
          </a:p>
          <a:p>
            <a:r>
              <a:rPr lang="fr-FR" smtClean="0"/>
              <a:t>	I wanna say thank You</a:t>
            </a:r>
          </a:p>
          <a:p>
            <a:endParaRPr lang="fr-FR" smtClean="0"/>
          </a:p>
          <a:p>
            <a:r>
              <a:rPr lang="fr-FR" smtClean="0"/>
              <a:t>******************</a:t>
            </a:r>
          </a:p>
          <a:p>
            <a:endParaRPr lang="fr-FR" smtClean="0"/>
          </a:p>
          <a:p>
            <a:r>
              <a:rPr lang="fr-FR" smtClean="0"/>
              <a:t>34-  JUST A LITTLE WHILE LONGER I WANNA PRAY</a:t>
            </a:r>
          </a:p>
          <a:p>
            <a:r>
              <a:rPr lang="fr-FR" smtClean="0"/>
              <a:t>35-  CAN'T GET YOU OFF MY MIND SO, I CAME TO SAY THANK YOU </a:t>
            </a:r>
          </a:p>
          <a:p>
            <a:r>
              <a:rPr lang="fr-FR" smtClean="0"/>
              <a:t>36-  JUST FOR LOVIN' ME</a:t>
            </a:r>
          </a:p>
          <a:p>
            <a:r>
              <a:rPr lang="fr-FR" smtClean="0"/>
              <a:t>37-  MANY TIMES I DO FORGET EVERY NEED THAT YOU HAVE MET</a:t>
            </a:r>
          </a:p>
          <a:p>
            <a:r>
              <a:rPr lang="fr-FR" smtClean="0"/>
              <a:t>38-  OH THANK YOU, LORD I KNOW YOU'RE SHOWING ME</a:t>
            </a:r>
          </a:p>
          <a:p>
            <a:r>
              <a:rPr lang="fr-FR" smtClean="0"/>
              <a:t>39-  YOU ARE THERE WHEN I AM DOWN AND OUT YOU'RE HOLDING ME</a:t>
            </a:r>
          </a:p>
          <a:p>
            <a:r>
              <a:rPr lang="fr-FR" smtClean="0"/>
              <a:t>40-  YOUR LOVE IS SO AMAZING OH, IT CHANGED ME</a:t>
            </a:r>
          </a:p>
          <a:p>
            <a:endParaRPr lang="fr-FR" smtClean="0"/>
          </a:p>
          <a:p>
            <a:r>
              <a:rPr lang="fr-FR" smtClean="0"/>
              <a:t>	41-  HERE I AM WITH ALL I HAVE I RAISE MY HANDS TO WORSHIP YOU</a:t>
            </a:r>
          </a:p>
          <a:p>
            <a:r>
              <a:rPr lang="fr-FR" smtClean="0"/>
              <a:t>	42-  I WANNA SAY THANK YOU OH, THANK YOU</a:t>
            </a:r>
          </a:p>
          <a:p>
            <a:r>
              <a:rPr lang="fr-FR" smtClean="0"/>
              <a:t>	43-  FOR EVERYTHING, FOR WHO YOU ARE YOU COVERED ME AND TOUCHED MY HEART</a:t>
            </a:r>
          </a:p>
          <a:p>
            <a:r>
              <a:rPr lang="fr-FR" smtClean="0"/>
              <a:t>	44-  I WANNA SAY THANK YOU</a:t>
            </a:r>
          </a:p>
          <a:p>
            <a:endParaRPr lang="fr-FR" smtClean="0"/>
          </a:p>
          <a:p>
            <a:r>
              <a:rPr lang="fr-FR" smtClean="0"/>
              <a:t>45-  I COULD HAVE DIED IN MY SIN BUT YOU SAVED ME</a:t>
            </a:r>
          </a:p>
          <a:p>
            <a:r>
              <a:rPr lang="fr-FR" smtClean="0"/>
              <a:t>46-  DIDN'T HAVE ANY HOPE AT ALL YOU GAVE ME PEACE DIVINE</a:t>
            </a:r>
          </a:p>
          <a:p>
            <a:r>
              <a:rPr lang="fr-FR" smtClean="0"/>
              <a:t>47-  STRENGTH TO CARRY ON</a:t>
            </a:r>
          </a:p>
          <a:p>
            <a:r>
              <a:rPr lang="fr-FR" smtClean="0"/>
              <a:t>48-  I SHOULD HAVE BEEN THE ONE TO PAY BUT INSTEAD YOU TOOK MY PLACE</a:t>
            </a:r>
          </a:p>
          <a:p>
            <a:r>
              <a:rPr lang="fr-FR" smtClean="0"/>
              <a:t>49-  AMAZING GRACE IT'S MORE THAN JUST A SONG</a:t>
            </a:r>
          </a:p>
          <a:p>
            <a:r>
              <a:rPr lang="fr-FR" smtClean="0"/>
              <a:t>50-  EVEN THOUGH I DON'T DESERVE YOUR LOVE FOR ME</a:t>
            </a:r>
          </a:p>
          <a:p>
            <a:r>
              <a:rPr lang="fr-FR" smtClean="0"/>
              <a:t>51-  YOU LOOKED BEYOND MY FAULT AND YOU SHOWED ME MERCY</a:t>
            </a:r>
          </a:p>
          <a:p>
            <a:endParaRPr lang="fr-FR" smtClean="0"/>
          </a:p>
          <a:p>
            <a:r>
              <a:rPr lang="fr-FR" smtClean="0"/>
              <a:t>	52-  HERE I AM WITH ALL I HAVE I RAISE MY HANDS TO WORSHIP YOU</a:t>
            </a:r>
          </a:p>
          <a:p>
            <a:r>
              <a:rPr lang="fr-FR" smtClean="0"/>
              <a:t>	53-  I WANNA SAY THANK YOU OH, THANK YOU</a:t>
            </a:r>
          </a:p>
          <a:p>
            <a:r>
              <a:rPr lang="fr-FR" smtClean="0"/>
              <a:t>	54-  FOR EVERYTHING, FOR WHO YOU ARE YOU COVERED ME AND TOUCHED MY HEART</a:t>
            </a:r>
          </a:p>
          <a:p>
            <a:r>
              <a:rPr lang="fr-FR" smtClean="0"/>
              <a:t>	55-  I WANNA SAY THANK YOU</a:t>
            </a:r>
          </a:p>
          <a:p>
            <a:endParaRPr lang="fr-FR" smtClean="0"/>
          </a:p>
          <a:p>
            <a:r>
              <a:rPr lang="fr-FR" smtClean="0"/>
              <a:t>56-  I WANNA SAY, THANK YOU FOR THE SUN</a:t>
            </a:r>
          </a:p>
          <a:p>
            <a:r>
              <a:rPr lang="fr-FR" smtClean="0"/>
              <a:t>57-  LORD, WE THANK YOU FOR THE RAIN</a:t>
            </a:r>
          </a:p>
          <a:p>
            <a:r>
              <a:rPr lang="fr-FR" smtClean="0"/>
              <a:t>58-  THANK YOU FOR THE LOVE YOU GAVE</a:t>
            </a:r>
          </a:p>
          <a:p>
            <a:endParaRPr lang="fr-FR" smtClean="0"/>
          </a:p>
          <a:p>
            <a:r>
              <a:rPr lang="fr-FR" smtClean="0"/>
              <a:t>	59-  HERE I AM WITH ALL I HAVE I RAISE MY HANDS TO WORSHIP YOU</a:t>
            </a:r>
          </a:p>
          <a:p>
            <a:r>
              <a:rPr lang="fr-FR" smtClean="0"/>
              <a:t>	60-  I WANNA SAY THANK YOU OH, THANK YOU</a:t>
            </a:r>
          </a:p>
          <a:p>
            <a:r>
              <a:rPr lang="fr-FR" smtClean="0"/>
              <a:t>	61-  FOR EVERYTHING, FOR WHO YOU ARE YOU COVERED ME AND TOUCHED MY HEART</a:t>
            </a:r>
          </a:p>
          <a:p>
            <a:r>
              <a:rPr lang="fr-FR" smtClean="0"/>
              <a:t>	62-  I WANNA SAY THANK YOU</a:t>
            </a:r>
          </a:p>
          <a:p>
            <a:r>
              <a:rPr lang="fr-FR" smtClean="0"/>
              <a:t>	63-  I WANNA SAY ….</a:t>
            </a:r>
          </a:p>
          <a:p>
            <a:r>
              <a:rPr lang="fr-FR" smtClean="0"/>
              <a:t>	64-  THANK YOU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A7F68-CCDC-4C68-9D3D-5539A709CC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91A53-E665-411A-A5E6-AB5C45E7BC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132F7-E1D3-49C6-AE0D-0D640A7924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7565C-42C6-469E-8B21-D265473960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1EE85-FC34-4C52-8A52-0928EF053F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8C169-2D28-4A05-90ED-58E3365D8C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81B1-8694-4EAE-B7CD-F3409AE23A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A5429-BD72-43E0-A60A-081CD6A86C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E731D-3F6A-4F8C-8808-4A4F312549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07CF4-9459-4164-82AB-4271EA3A7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39C3-2F28-47FE-B8E9-4CFB778DFC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4BCC27F-BD64-4F29-AC0A-81A3A695F8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UN MOMENT DE PLUS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 PRIER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REMPLIS MES PENSÉES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M’AVOIR AIMÉ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DE FOIS J’AI OUBLIÉ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MES BESOINS QUE TU AS COMBLÉS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SEIGNEUR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ME LE RAPPELER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TOUJOURS LÀ DANS MES BESOINS TU ME SOUTIENS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SI PUISSANT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ME CHANGER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TEL QUE JE SUIS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MON CŒUR REMPLI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OUI MERCI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 LE RESTE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QUI TU 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TES MERVEILLES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TES BIENFAITS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J’ETAIS PRISONNIER DU PÉCHÉ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DELIVRÉ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J’ÉTAIS DÉSÉSPÉRÉ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DONNÉ TA PAIX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ETRE BIEN PLUS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PAYÉ LE PRIX POUR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 MA PLACE SUR LA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GRACE ADMIRABLE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PLUS QU’UN SIMPLE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JE NE MERITE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POUR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PLUTÔT QUE DE ME JUGER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PARDONNÉ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TEL QUE JE SUIS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MON CŒUR REMPLI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OUI MERCI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 LE RESTE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QUI TU 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TES MERVEILLES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TES BIENFAITS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POUR LE SOLEIL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MERCI POUR LA PLUIE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DE M’AVOIR AIMÉ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TEL QUE JE SUIS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MON CŒUR REMPLI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OUI MERCI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 LE RESTE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QUI TU 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TES MERVEILLES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TES BIENFAITS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A LITTLE WHILE LONGER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PRAY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CAN'T GET YOU OFF MY MIND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SO, I CAME TO SAY THANK YOU 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FOR LOVIN'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MANY TIMES I DO FORGET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 NEED THAT YOU HAVE MET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THANK YOU, LORD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KNOW YOU'RE SHOWING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THERE WHEN I AM DOWN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AND OUT YOU'RE HOLDING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IS SO AMAZING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IT CHANGED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HERE I AM WITH ALL I HAVE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RAISE MY HANDS TO WORSHIP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EVERYTHING, FOR WHO YOU ARE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COVERED ME AND TOUCHED MY HEART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COULD HAVE DIED IN MY SIN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SAVED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DIDN'T HAVE ANY HOPE AT ALL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GAVE ME PEACE DIVINE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STRENGTH TO CARRY ON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SHOULD HAVE BEEN THE ONE TO PAY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INSTEAD YOU TOOK MY PLACE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AMAZING GRACE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MORE THAN JUST A SONG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THOUGH I DON'T DESERVE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FOR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LOOKED BEYOND MY FAULT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YOU SHOWED ME MERCY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HERE I AM WITH ALL I HAVE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RAISE MY HANDS TO WORSHIP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EVERYTHING, FOR WHO YOU ARE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COVERED ME AND TOUCHED MY HEART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SAY, THANK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THE SUN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LORD, WE THANK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THE RAIN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THANK YOU FOR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LOVE YOU GAVE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HERE I AM WITH ALL I HAVE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RAISE MY HANDS TO WORSHIP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EVERYTHING, FOR WHO YOU ARE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COVERED ME AND TOUCHED MY HEART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WANNA SAY ….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THANK YOU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2600</Words>
  <Application>Microsoft Office PowerPoint</Application>
  <PresentationFormat>On-screen Show (4:3)</PresentationFormat>
  <Paragraphs>13735</Paragraphs>
  <Slides>67</Slides>
  <Notes>67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67</vt:i4>
      </vt:variant>
    </vt:vector>
  </HeadingPairs>
  <TitlesOfParts>
    <vt:vector size="71" baseType="lpstr">
      <vt:lpstr>Franklin Gothic Medium</vt:lpstr>
      <vt:lpstr>Arial</vt:lpstr>
      <vt:lpstr>Calibri</vt:lpstr>
      <vt:lpstr>Default Design</vt:lpstr>
      <vt:lpstr>ENCORE UN MOMENT DE PLUS  JE VOUDRAI PRIER </vt:lpstr>
      <vt:lpstr>TU REMPLIS MES PENSÉES JE VEUX TE DIRE MERCI  </vt:lpstr>
      <vt:lpstr>DE M’AVOIR AIMÉ </vt:lpstr>
      <vt:lpstr>TANT DE FOIS J’AI OUBLIÉ  MES BESOINS QUE TU AS COMBLÉS</vt:lpstr>
      <vt:lpstr>MERCI SEIGNEUR  DE ME LE RAPPELER </vt:lpstr>
      <vt:lpstr>TU ES TOUJOURS LÀ DANS MES BESOINS TU ME SOUTIENS </vt:lpstr>
      <vt:lpstr>TON AMOUR EST SI PUISSANT POUR ME CHANGER</vt:lpstr>
      <vt:lpstr>ME VOICI  TEL QUE JE SUIS </vt:lpstr>
      <vt:lpstr>JE LÈVE MES MAINS  MON CŒUR REMPLI</vt:lpstr>
      <vt:lpstr>JE VEUX TE DIRE MERCI  OUI MERCI </vt:lpstr>
      <vt:lpstr>POUR TOUT LE RESTE POUR QUI TU ES </vt:lpstr>
      <vt:lpstr>POUR TES MERVEILLES  ET TES BIENFAITS </vt:lpstr>
      <vt:lpstr>JE VEUX TE DIRE MERCI</vt:lpstr>
      <vt:lpstr>J’ETAIS PRISONNIER DU PÉCHÉ TU M’AS DELIVRÉ </vt:lpstr>
      <vt:lpstr>QUAND J’ÉTAIS DÉSÉSPÉRÉ  </vt:lpstr>
      <vt:lpstr>TU M’AS DONNÉ TA PAIX  POUR ETRE BIEN PLUS GRAND</vt:lpstr>
      <vt:lpstr>TU AS PAYÉ LE PRIX POUR MOI  PRIS MA PLACE SUR LA CROIX</vt:lpstr>
      <vt:lpstr>QUELLE GRACE ADMIRABLE C’EST PLUS QU’UN SIMPLE CHANT</vt:lpstr>
      <vt:lpstr>MÊME SI JE NE MERITE PAS TON AMOUR POUR MOI</vt:lpstr>
      <vt:lpstr>PLUTÔT QUE DE ME JUGER  TU M’AS PARDONNÉ</vt:lpstr>
      <vt:lpstr>ME VOICI  TEL QUE JE SUIS </vt:lpstr>
      <vt:lpstr>JE LÈVE MES MAINS  MON CŒUR REMPLI</vt:lpstr>
      <vt:lpstr>JE VEUX TE DIRE MERCI  OUI MERCI </vt:lpstr>
      <vt:lpstr>POUR TOUT LE RESTE POUR QUI TU ES </vt:lpstr>
      <vt:lpstr>POUR TES MERVEILLES  ET TES BIENFAITS </vt:lpstr>
      <vt:lpstr>JE VEUX TE DIRE MERCI</vt:lpstr>
      <vt:lpstr>JE VEUX TE DIRE MERCI   POUR LE SOLEIL</vt:lpstr>
      <vt:lpstr>SEIGNEUR MERCI POUR LA PLUIE </vt:lpstr>
      <vt:lpstr>MERCI DE M’AVOIR AIMÉ</vt:lpstr>
      <vt:lpstr>ME VOICI  TEL QUE JE SUIS </vt:lpstr>
      <vt:lpstr>JE LÈVE MES MAINS  MON CŒUR REMPLI</vt:lpstr>
      <vt:lpstr>JE VEUX TE DIRE MERCI  OUI MERCI </vt:lpstr>
      <vt:lpstr>POUR TOUT LE RESTE POUR QUI TU ES </vt:lpstr>
      <vt:lpstr>POUR TES MERVEILLES  ET TES BIENFAITS </vt:lpstr>
      <vt:lpstr>JE VEUX TE DIRE MERCI</vt:lpstr>
      <vt:lpstr>JE VEUX TE DIRE MERCI</vt:lpstr>
      <vt:lpstr>JUST A LITTLE WHILE LONGER I WANNA PRAY</vt:lpstr>
      <vt:lpstr>CAN'T GET YOU OFF MY MIND  SO, I CAME TO SAY THANK YOU </vt:lpstr>
      <vt:lpstr>JUST FOR LOVIN' ME</vt:lpstr>
      <vt:lpstr>MANY TIMES I DO FORGET EVERY NEED THAT YOU HAVE MET</vt:lpstr>
      <vt:lpstr>OH THANK YOU, LORD I KNOW YOU'RE SHOWING ME</vt:lpstr>
      <vt:lpstr>YOU ARE THERE WHEN I AM DOWN  AND OUT YOU'RE HOLDING ME</vt:lpstr>
      <vt:lpstr>YOUR LOVE IS SO AMAZING OH, IT CHANGED ME</vt:lpstr>
      <vt:lpstr>HERE I AM WITH ALL I HAVE I RAISE MY HANDS TO WORSHIP YOU</vt:lpstr>
      <vt:lpstr>I WANNA SAY THANK YOU OH, THANK YOU</vt:lpstr>
      <vt:lpstr>FOR EVERYTHING, FOR WHO YOU ARE YOU COVERED ME AND TOUCHED MY HEART</vt:lpstr>
      <vt:lpstr>I WANNA SAY THANK YOU</vt:lpstr>
      <vt:lpstr>I COULD HAVE DIED IN MY SIN BUT YOU SAVED ME</vt:lpstr>
      <vt:lpstr>DIDN'T HAVE ANY HOPE AT ALL YOU GAVE ME PEACE DIVINE</vt:lpstr>
      <vt:lpstr>STRENGTH TO CARRY ON</vt:lpstr>
      <vt:lpstr>I SHOULD HAVE BEEN THE ONE TO PAY BUT INSTEAD YOU TOOK MY PLACE</vt:lpstr>
      <vt:lpstr>AMAZING GRACE IT'S MORE THAN JUST A SONG</vt:lpstr>
      <vt:lpstr>EVEN THOUGH I DON'T DESERVE YOUR LOVE FOR ME</vt:lpstr>
      <vt:lpstr>YOU LOOKED BEYOND MY FAULT  AND YOU SHOWED ME MERCY</vt:lpstr>
      <vt:lpstr>HERE I AM WITH ALL I HAVE I RAISE MY HANDS TO WORSHIP YOU</vt:lpstr>
      <vt:lpstr>I WANNA SAY THANK YOU OH, THANK YOU</vt:lpstr>
      <vt:lpstr>FOR EVERYTHING, FOR WHO YOU ARE YOU COVERED ME AND TOUCHED MY HEART</vt:lpstr>
      <vt:lpstr>I WANNA SAY THANK YOU</vt:lpstr>
      <vt:lpstr>I WANNA SAY, THANK YOU FOR THE SUN</vt:lpstr>
      <vt:lpstr>LORD, WE THANK YOU FOR THE RAIN</vt:lpstr>
      <vt:lpstr>THANK YOU FOR THE LOVE YOU GAVE</vt:lpstr>
      <vt:lpstr>HERE I AM WITH ALL I HAVE I RAISE MY HANDS TO WORSHIP YOU</vt:lpstr>
      <vt:lpstr>I WANNA SAY THANK YOU OH, THANK YOU</vt:lpstr>
      <vt:lpstr>FOR EVERYTHING, FOR WHO YOU ARE YOU COVERED ME AND TOUCHED MY HEART</vt:lpstr>
      <vt:lpstr>I WANNA SAY THANK YOU</vt:lpstr>
      <vt:lpstr>I WANNA SAY ….</vt:lpstr>
      <vt:lpstr>THANK YOU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173</cp:revision>
  <dcterms:created xsi:type="dcterms:W3CDTF">2002-08-17T10:50:50Z</dcterms:created>
  <dcterms:modified xsi:type="dcterms:W3CDTF">2014-12-01T21:07:36Z</dcterms:modified>
</cp:coreProperties>
</file>