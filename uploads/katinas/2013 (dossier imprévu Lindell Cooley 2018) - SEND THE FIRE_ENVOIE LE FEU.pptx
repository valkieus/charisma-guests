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96" r:id="rId2"/>
    <p:sldId id="321" r:id="rId3"/>
    <p:sldId id="320" r:id="rId4"/>
    <p:sldId id="319" r:id="rId5"/>
    <p:sldId id="318" r:id="rId6"/>
    <p:sldId id="322" r:id="rId7"/>
    <p:sldId id="317" r:id="rId8"/>
    <p:sldId id="316" r:id="rId9"/>
    <p:sldId id="315" r:id="rId10"/>
    <p:sldId id="314" r:id="rId11"/>
    <p:sldId id="313" r:id="rId12"/>
    <p:sldId id="312" r:id="rId13"/>
    <p:sldId id="311" r:id="rId14"/>
    <p:sldId id="309" r:id="rId15"/>
    <p:sldId id="308" r:id="rId16"/>
    <p:sldId id="323" r:id="rId17"/>
    <p:sldId id="307" r:id="rId18"/>
    <p:sldId id="306" r:id="rId19"/>
    <p:sldId id="305" r:id="rId20"/>
    <p:sldId id="304" r:id="rId21"/>
    <p:sldId id="303" r:id="rId22"/>
    <p:sldId id="325" r:id="rId23"/>
    <p:sldId id="302" r:id="rId24"/>
    <p:sldId id="301" r:id="rId25"/>
    <p:sldId id="300" r:id="rId26"/>
    <p:sldId id="326" r:id="rId27"/>
    <p:sldId id="299" r:id="rId28"/>
    <p:sldId id="327" r:id="rId29"/>
    <p:sldId id="298" r:id="rId30"/>
    <p:sldId id="297" r:id="rId31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0" autoAdjust="0"/>
    <p:restoredTop sz="72240" autoAdjust="0"/>
  </p:normalViewPr>
  <p:slideViewPr>
    <p:cSldViewPr>
      <p:cViewPr varScale="1">
        <p:scale>
          <a:sx n="49" d="100"/>
          <a:sy n="49" d="100"/>
        </p:scale>
        <p:origin x="1862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28A9632-4C85-4837-9202-7DE41DA9065D}" type="datetimeFigureOut">
              <a:rPr lang="fr-FR"/>
              <a:pPr>
                <a:defRPr/>
              </a:pPr>
              <a:t>24/06/2018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7DCA80A-8400-4AE9-8C4D-4EA1B13572F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Ô DIEU PUISSANT, FLAMME DÉVORANTE ENVOIE LE FEU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burning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cleansing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flame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2-  TON PRÉCIEUX SANG  NOUS RÉCLAMONS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blood-bought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gift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claim 
3-  ENVOIE-LE AUJOURD’HUI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2:
4-  Ô DIEU D’ÉLIE, ENTENDS NOS CRIS ENVOIE LE FEU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Elijah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RENDS-NOUS CAPABLES DE VIVRE  EN TOI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 fit to live or die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ENVOIE-LE AUJOURD’HUI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 refrain: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7-  POUR BRÛLER CHAQUE TRACE  DE PÉCHÉ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burn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up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ev'ry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trace of sin 
	8-  APPORTER LA GLOIRE ET LA LUMIÈRE LA RÉVOLUTION COMMENCE ICI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light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glory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revolution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begin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9-  ENVOIE-LE AUJOURD’HUI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10-  ENVOIE LE FEU X3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(3x)  
	11-  ENVOIE-LE AUJOURD’HUI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3:
12-  TON FEU EST NOTRE SEUL DÉSIR ENVOIE LE FEU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want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plead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13-  IL COMBLERA TOUS NOS BESOINS ENVOIE-LE AUJOURD’HUI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meet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need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14-  DONNE-NOUS LA FORCE DE FAIRE  CE QUI EST DROIT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strength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always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what's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right 
15-  LA GRÂCE DE VAINCRE  DANS NOS COMBATS 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grace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conquer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fight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16-  ET DE MARCHER DANS CE MONDE  EN BLANC VÊTUS DE BLANC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pow'r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walk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world in white 
17-  ENVOIE-LE AUJOURD’HUI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18-  ENVOIE LE FEU X3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(3x) 
	19-  ENVOIE-LE AUJOURD’HUI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20-  REGARDE-NOUS, NOUS T’ATTENDONS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 down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waiting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host 
21-  ENVOIE LE SAINT-ESPRIT PROMIS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promised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Holy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Ghost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22-  NOUS AVONS BESOIN  D’UNE AUTRE PENTECÔTE 
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need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another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Pentecost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23-  ENVOIE-LE AUJOURD’HUI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Impro: 
24-  QUE NOS CŒURS FAIBLES  SOIENT FORTS ET BRAVES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weak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hearts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strong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brave 
25-  ENVOIE LE FEU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26-  VIVRE ET MOURIR POUR SAUVER  CE MONDE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live a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dying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world to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save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27-  ENVOIE LE FEU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28-  NOUS VOICI, SUR TON AUTEL ENVOIE LE FEU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 on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altar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29-  NOUS TE DONNONS NOS VIES AUJOURD’HUI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give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lives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You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30-  ENVOIE LE FEU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Ô DIEU PUISSANT, FLAMME DÉVORANTE ENVOIE LE FEU </a:t>
            </a:r>
          </a:p>
          <a:p>
            <a:r>
              <a:rPr lang="fr-FR" smtClean="0"/>
              <a:t>O God of burning cleansing flame Send the fire</a:t>
            </a:r>
          </a:p>
          <a:p>
            <a:r>
              <a:rPr lang="fr-FR" smtClean="0"/>
              <a:t>2-  TON PRÉCIEUX SANG  NOUS RÉCLAMONS</a:t>
            </a:r>
          </a:p>
          <a:p>
            <a:r>
              <a:rPr lang="fr-FR" smtClean="0"/>
              <a:t>Your blood-bought gift today we claim 
3-  ENVOIE-LE AUJOURD’HUI </a:t>
            </a:r>
          </a:p>
          <a:p>
            <a:r>
              <a:rPr lang="fr-FR" smtClean="0"/>
              <a:t>Send the fire today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Couplet 2:
4-  Ô DIEU D’ÉLIE, ENTENDS NOS CRIS ENVOIE LE FEU </a:t>
            </a:r>
          </a:p>
          <a:p>
            <a:r>
              <a:rPr lang="fr-FR" smtClean="0"/>
              <a:t>God of Elijah hear our cry Send the fire</a:t>
            </a:r>
          </a:p>
          <a:p>
            <a:r>
              <a:rPr lang="fr-FR" smtClean="0"/>
              <a:t>5-  RENDS-NOUS CAPABLES DE VIVRE  EN TOI </a:t>
            </a:r>
          </a:p>
          <a:p>
            <a:r>
              <a:rPr lang="fr-FR" smtClean="0"/>
              <a:t>And make us fit to live or die</a:t>
            </a:r>
          </a:p>
          <a:p>
            <a:r>
              <a:rPr lang="fr-FR" smtClean="0"/>
              <a:t>6-  ENVOIE-LE AUJOURD’HUI </a:t>
            </a:r>
          </a:p>
          <a:p>
            <a:r>
              <a:rPr lang="fr-FR" smtClean="0"/>
              <a:t>Send the fire today</a:t>
            </a:r>
          </a:p>
          <a:p>
            <a:endParaRPr lang="fr-FR" smtClean="0"/>
          </a:p>
          <a:p>
            <a:r>
              <a:rPr lang="fr-FR" smtClean="0"/>
              <a:t>	Pré refrain:</a:t>
            </a:r>
          </a:p>
          <a:p>
            <a:r>
              <a:rPr lang="fr-FR" smtClean="0"/>
              <a:t>	7-  POUR BRÛLER CHAQUE TRACE  DE PÉCHÉ</a:t>
            </a:r>
          </a:p>
          <a:p>
            <a:r>
              <a:rPr lang="fr-FR" smtClean="0"/>
              <a:t>	To burn up ev'ry trace of sin 
	8-  APPORTER LA GLOIRE ET LA LUMIÈRE LA RÉVOLUTION COMMENCE ICI </a:t>
            </a:r>
          </a:p>
          <a:p>
            <a:r>
              <a:rPr lang="fr-FR" smtClean="0"/>
              <a:t>	To bring the light and glory in The revolution now begin</a:t>
            </a:r>
          </a:p>
          <a:p>
            <a:r>
              <a:rPr lang="fr-FR" smtClean="0"/>
              <a:t>	9-  ENVOIE-LE AUJOURD’HUI </a:t>
            </a:r>
          </a:p>
          <a:p>
            <a:r>
              <a:rPr lang="fr-FR" smtClean="0"/>
              <a:t>	Send the fire today</a:t>
            </a:r>
          </a:p>
          <a:p>
            <a:endParaRPr lang="fr-FR" smtClean="0"/>
          </a:p>
          <a:p>
            <a:r>
              <a:rPr lang="fr-FR" smtClean="0"/>
              <a:t>	Refrain:
	10-  ENVOIE LE FEU X3</a:t>
            </a:r>
          </a:p>
          <a:p>
            <a:r>
              <a:rPr lang="fr-FR" smtClean="0"/>
              <a:t>	Send the fire (3x)  
	11-  ENVOIE-LE AUJOURD’HUI</a:t>
            </a:r>
          </a:p>
          <a:p>
            <a:r>
              <a:rPr lang="fr-FR" smtClean="0"/>
              <a:t>	Send the fire today </a:t>
            </a:r>
          </a:p>
          <a:p>
            <a:endParaRPr lang="fr-FR" smtClean="0"/>
          </a:p>
          <a:p>
            <a:r>
              <a:rPr lang="fr-FR" smtClean="0"/>
              <a:t>Couplet 3:
12-  TON FEU EST NOTRE SEUL DÉSIR ENVOIE LE FEU </a:t>
            </a:r>
          </a:p>
          <a:p>
            <a:r>
              <a:rPr lang="fr-FR" smtClean="0"/>
              <a:t>It's fire we want for fire we plead Send the fire
13-  IL COMBLERA TOUS NOS BESOINS ENVOIE-LE AUJOURD’HUI</a:t>
            </a:r>
          </a:p>
          <a:p>
            <a:r>
              <a:rPr lang="fr-FR" smtClean="0"/>
              <a:t>The fire will meet our every need Send the fire today 
14-  DONNE-NOUS LA FORCE DE FAIRE  CE QUI EST DROIT </a:t>
            </a:r>
          </a:p>
          <a:p>
            <a:r>
              <a:rPr lang="fr-FR" smtClean="0"/>
              <a:t>For strength to always do what's right 
15-  LA GRÂCE DE VAINCRE  DANS NOS COMBATS  </a:t>
            </a:r>
          </a:p>
          <a:p>
            <a:r>
              <a:rPr lang="fr-FR" smtClean="0"/>
              <a:t>For grace to conquer in the fight 
16-  ET DE MARCHER DANS CE MONDE  EN BLANC VÊTUS DE BLANC </a:t>
            </a:r>
          </a:p>
          <a:p>
            <a:r>
              <a:rPr lang="fr-FR" smtClean="0"/>
              <a:t>For pow'r to walk the world in white 
17-  ENVOIE-LE AUJOURD’HUI </a:t>
            </a:r>
          </a:p>
          <a:p>
            <a:r>
              <a:rPr lang="fr-FR" smtClean="0"/>
              <a:t>Send the fire today </a:t>
            </a:r>
          </a:p>
          <a:p>
            <a:endParaRPr lang="fr-FR" smtClean="0"/>
          </a:p>
          <a:p>
            <a:r>
              <a:rPr lang="fr-FR" smtClean="0"/>
              <a:t>	Refrain:
	18-  ENVOIE LE FEU X3 </a:t>
            </a:r>
          </a:p>
          <a:p>
            <a:r>
              <a:rPr lang="fr-FR" smtClean="0"/>
              <a:t>	Send the fire (3x) 
	19-  ENVOIE-LE AUJOURD’HUI </a:t>
            </a:r>
          </a:p>
          <a:p>
            <a:r>
              <a:rPr lang="fr-FR" smtClean="0"/>
              <a:t>	Send the fire today 
</a:t>
            </a:r>
          </a:p>
          <a:p>
            <a:r>
              <a:rPr lang="fr-FR" smtClean="0"/>
              <a:t>Pont:</a:t>
            </a:r>
          </a:p>
          <a:p>
            <a:r>
              <a:rPr lang="fr-FR" smtClean="0"/>
              <a:t>20-  REGARDE-NOUS, NOUS T’ATTENDONS</a:t>
            </a:r>
          </a:p>
          <a:p>
            <a:r>
              <a:rPr lang="fr-FR" smtClean="0"/>
              <a:t>Look down and see this waiting host 
21-  ENVOIE LE SAINT-ESPRIT PROMIS </a:t>
            </a:r>
          </a:p>
          <a:p>
            <a:r>
              <a:rPr lang="fr-FR" smtClean="0"/>
              <a:t>And send the promised Holy Ghost 
22-  NOUS AVONS BESOIN  D’UNE AUTRE PENTECÔTE 
We need another Pentecost 
23-  ENVOIE-LE AUJOURD’HUI </a:t>
            </a:r>
          </a:p>
          <a:p>
            <a:r>
              <a:rPr lang="fr-FR" smtClean="0"/>
              <a:t>Send the fire today </a:t>
            </a:r>
          </a:p>
          <a:p>
            <a:endParaRPr lang="fr-FR" smtClean="0"/>
          </a:p>
          <a:p>
            <a:r>
              <a:rPr lang="fr-FR" smtClean="0"/>
              <a:t>Impro: 
24-  QUE NOS CŒURS FAIBLES  SOIENT FORTS ET BRAVES </a:t>
            </a:r>
          </a:p>
          <a:p>
            <a:r>
              <a:rPr lang="fr-FR" smtClean="0"/>
              <a:t>To make our weak hearts strong and brave 
25-  ENVOIE LE FEU </a:t>
            </a:r>
          </a:p>
          <a:p>
            <a:r>
              <a:rPr lang="fr-FR" smtClean="0"/>
              <a:t>Send the fire 
26-  VIVRE ET MOURIR POUR SAUVER  CE MONDE </a:t>
            </a:r>
          </a:p>
          <a:p>
            <a:r>
              <a:rPr lang="fr-FR" smtClean="0"/>
              <a:t>To live a dying world to save 
27-  ENVOIE LE FEU </a:t>
            </a:r>
          </a:p>
          <a:p>
            <a:r>
              <a:rPr lang="fr-FR" smtClean="0"/>
              <a:t>Send the fire
28-  NOUS VOICI, SUR TON AUTEL ENVOIE LE FEU</a:t>
            </a:r>
          </a:p>
          <a:p>
            <a:r>
              <a:rPr lang="fr-FR" smtClean="0"/>
              <a:t>Oh see us on Your altar lay Send the fire</a:t>
            </a:r>
          </a:p>
          <a:p>
            <a:r>
              <a:rPr lang="fr-FR" smtClean="0"/>
              <a:t>29-  NOUS TE DONNONS NOS VIES AUJOURD’HUI</a:t>
            </a:r>
          </a:p>
          <a:p>
            <a:r>
              <a:rPr lang="fr-FR" smtClean="0"/>
              <a:t>We give our lives to You today  
30-  ENVOIE LE FEU </a:t>
            </a:r>
          </a:p>
          <a:p>
            <a:r>
              <a:rPr lang="fr-FR" smtClean="0"/>
              <a:t>Send the fire</a:t>
            </a:r>
          </a:p>
          <a:p>
            <a:endParaRPr lang="fr-FR" smtClean="0"/>
          </a:p>
          <a:p>
            <a:r>
              <a:rPr lang="fr-FR" smtClean="0"/>
              <a:t>	REFRAIN: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Ô DIEU PUISSANT, FLAMME DÉVORANTE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God of burning cleansing flame Send the fire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2-  TON PRÉCIEUX SANG  NOUS RÉCLAMONS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 blood-bought gift today we claim 
3-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2:
4-  Ô DIEU D’ÉLIE, ENTENDS NOS CRIS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God of Elijah hear our cry Send the fire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RENDS-NOUS CAPABLES DE VIVRE  EN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make us fit to live or die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 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7-  POUR BRÛLER CHAQUE TRACE  DE PÉCHÉ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To burn up ev'ry trace of sin 
	8-  APPORTER LA GLOIRE ET LA LUMIÈRE LA RÉVOLUTION COMMENCE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To bring the light and glory in The revolution now begin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9-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today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10-  ENVOIE LE FEU X3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(3x)  
	11-  ENVOIE-LE AUJOURD’HUI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today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3:
12-  TON FEU EST NOTRE SEUL DÉSIR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 fire we want for fire we plead Send the fire
13-  IL COMBLERA TOUS NOS BESOINS ENVOIE-LE AUJOURD’HUI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fire will meet our every need Send the fire today 
14-  DONNE-NOUS LA FORCE DE FAIRE  CE QUI EST DROIT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strength to always do what's right 
15-  LA GRÂCE DE VAINCRE  DANS NOS COMBATS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grace to conquer in the fight 
16-  ET DE MARCHER DANS CE MONDE  EN BLANC VÊTUS DE BLANC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pow'r to walk the world in white 
17-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18-  ENVOIE LE FEU X3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(3x) 
	19-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today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20-  REGARDE-NOUS, NOUS T’ATTENDONS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 down and see this waiting host 
21-  ENVOIE LE SAINT-ESPRIT PROMIS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send the promised Holy Ghost 
22-  NOUS AVONS BESOIN  D’UNE AUTRE PENTECÔTE 
We need another Pentecost 
23-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Impro: 
24-  QUE NOS CŒURS FAIBLES  SOIENT FORTS ET BRAVES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make our weak hearts strong and brave 
25- 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
26-  VIVRE ET MOURIR POUR SAUVER  CE MONDE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live a dying world to save 
27- 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
28-  NOUS VOICI, SUR TON AUTEL ENVOIE LE FEU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 see us on Your altar lay Send the fire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29-  NOUS TE DONNONS NOS VIES AUJOURD’HUI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give our lives to You today  
30- 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</a:t>
            </a:r>
            <a:endParaRPr lang="fr-F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Ô DIEU PUISSANT, FLAMME DÉVORANTE ENVOIE LE FEU </a:t>
            </a:r>
          </a:p>
          <a:p>
            <a:r>
              <a:rPr lang="fr-FR" smtClean="0"/>
              <a:t>O God of burning cleansing flame Send the fire</a:t>
            </a:r>
          </a:p>
          <a:p>
            <a:r>
              <a:rPr lang="fr-FR" smtClean="0"/>
              <a:t>2-  TON PRÉCIEUX SANG  NOUS RÉCLAMONS</a:t>
            </a:r>
          </a:p>
          <a:p>
            <a:r>
              <a:rPr lang="fr-FR" smtClean="0"/>
              <a:t>Your blood-bought gift today we claim 
3-  ENVOIE-LE AUJOURD’HUI </a:t>
            </a:r>
          </a:p>
          <a:p>
            <a:r>
              <a:rPr lang="fr-FR" smtClean="0"/>
              <a:t>Send the fire today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Couplet 2:
4-  Ô DIEU D’ÉLIE, ENTENDS NOS CRIS ENVOIE LE FEU </a:t>
            </a:r>
          </a:p>
          <a:p>
            <a:r>
              <a:rPr lang="fr-FR" smtClean="0"/>
              <a:t>God of Elijah hear our cry Send the fire</a:t>
            </a:r>
          </a:p>
          <a:p>
            <a:r>
              <a:rPr lang="fr-FR" smtClean="0"/>
              <a:t>5-  RENDS-NOUS CAPABLES DE VIVRE  EN TOI </a:t>
            </a:r>
          </a:p>
          <a:p>
            <a:r>
              <a:rPr lang="fr-FR" smtClean="0"/>
              <a:t>And make us fit to live or die</a:t>
            </a:r>
          </a:p>
          <a:p>
            <a:r>
              <a:rPr lang="fr-FR" smtClean="0"/>
              <a:t>6-  ENVOIE-LE AUJOURD’HUI </a:t>
            </a:r>
          </a:p>
          <a:p>
            <a:r>
              <a:rPr lang="fr-FR" smtClean="0"/>
              <a:t>Send the fire today</a:t>
            </a:r>
          </a:p>
          <a:p>
            <a:endParaRPr lang="fr-FR" smtClean="0"/>
          </a:p>
          <a:p>
            <a:r>
              <a:rPr lang="fr-FR" smtClean="0"/>
              <a:t>	Pré refrain:</a:t>
            </a:r>
          </a:p>
          <a:p>
            <a:r>
              <a:rPr lang="fr-FR" smtClean="0"/>
              <a:t>	7-  POUR BRÛLER CHAQUE TRACE  DE PÉCHÉ</a:t>
            </a:r>
          </a:p>
          <a:p>
            <a:r>
              <a:rPr lang="fr-FR" smtClean="0"/>
              <a:t>	To burn up ev'ry trace of sin 
	8-  APPORTER LA GLOIRE ET LA LUMIÈRE LA RÉVOLUTION COMMENCE ICI </a:t>
            </a:r>
          </a:p>
          <a:p>
            <a:r>
              <a:rPr lang="fr-FR" smtClean="0"/>
              <a:t>	To bring the light and glory in The revolution now begin</a:t>
            </a:r>
          </a:p>
          <a:p>
            <a:r>
              <a:rPr lang="fr-FR" smtClean="0"/>
              <a:t>	9-  ENVOIE-LE AUJOURD’HUI </a:t>
            </a:r>
          </a:p>
          <a:p>
            <a:r>
              <a:rPr lang="fr-FR" smtClean="0"/>
              <a:t>	Send the fire today</a:t>
            </a:r>
          </a:p>
          <a:p>
            <a:endParaRPr lang="fr-FR" smtClean="0"/>
          </a:p>
          <a:p>
            <a:r>
              <a:rPr lang="fr-FR" smtClean="0"/>
              <a:t>	Refrain:
	10-  ENVOIE LE FEU X3</a:t>
            </a:r>
          </a:p>
          <a:p>
            <a:r>
              <a:rPr lang="fr-FR" smtClean="0"/>
              <a:t>	Send the fire (3x)  
	11-  ENVOIE-LE AUJOURD’HUI</a:t>
            </a:r>
          </a:p>
          <a:p>
            <a:r>
              <a:rPr lang="fr-FR" smtClean="0"/>
              <a:t>	Send the fire today </a:t>
            </a:r>
          </a:p>
          <a:p>
            <a:endParaRPr lang="fr-FR" smtClean="0"/>
          </a:p>
          <a:p>
            <a:r>
              <a:rPr lang="fr-FR" smtClean="0"/>
              <a:t>Couplet 3:
12-  TON FEU EST NOTRE SEUL DÉSIR ENVOIE LE FEU </a:t>
            </a:r>
          </a:p>
          <a:p>
            <a:r>
              <a:rPr lang="fr-FR" smtClean="0"/>
              <a:t>It's fire we want for fire we plead Send the fire
13-  IL COMBLERA TOUS NOS BESOINS ENVOIE-LE AUJOURD’HUI</a:t>
            </a:r>
          </a:p>
          <a:p>
            <a:r>
              <a:rPr lang="fr-FR" smtClean="0"/>
              <a:t>The fire will meet our every need Send the fire today 
14-  DONNE-NOUS LA FORCE DE FAIRE  CE QUI EST DROIT </a:t>
            </a:r>
          </a:p>
          <a:p>
            <a:r>
              <a:rPr lang="fr-FR" smtClean="0"/>
              <a:t>For strength to always do what's right 
15-  LA GRÂCE DE VAINCRE  DANS NOS COMBATS  </a:t>
            </a:r>
          </a:p>
          <a:p>
            <a:r>
              <a:rPr lang="fr-FR" smtClean="0"/>
              <a:t>For grace to conquer in the fight 
16-  ET DE MARCHER DANS CE MONDE  EN BLANC VÊTUS DE BLANC </a:t>
            </a:r>
          </a:p>
          <a:p>
            <a:r>
              <a:rPr lang="fr-FR" smtClean="0"/>
              <a:t>For pow'r to walk the world in white 
17-  ENVOIE-LE AUJOURD’HUI </a:t>
            </a:r>
          </a:p>
          <a:p>
            <a:r>
              <a:rPr lang="fr-FR" smtClean="0"/>
              <a:t>Send the fire today </a:t>
            </a:r>
          </a:p>
          <a:p>
            <a:endParaRPr lang="fr-FR" smtClean="0"/>
          </a:p>
          <a:p>
            <a:r>
              <a:rPr lang="fr-FR" smtClean="0"/>
              <a:t>	Refrain:
	18-  ENVOIE LE FEU X3 </a:t>
            </a:r>
          </a:p>
          <a:p>
            <a:r>
              <a:rPr lang="fr-FR" smtClean="0"/>
              <a:t>	Send the fire (3x) 
	19-  ENVOIE-LE AUJOURD’HUI </a:t>
            </a:r>
          </a:p>
          <a:p>
            <a:r>
              <a:rPr lang="fr-FR" smtClean="0"/>
              <a:t>	Send the fire today 
</a:t>
            </a:r>
          </a:p>
          <a:p>
            <a:r>
              <a:rPr lang="fr-FR" smtClean="0"/>
              <a:t>Pont:</a:t>
            </a:r>
          </a:p>
          <a:p>
            <a:r>
              <a:rPr lang="fr-FR" smtClean="0"/>
              <a:t>20-  REGARDE-NOUS, NOUS T’ATTENDONS</a:t>
            </a:r>
          </a:p>
          <a:p>
            <a:r>
              <a:rPr lang="fr-FR" smtClean="0"/>
              <a:t>Look down and see this waiting host 
21-  ENVOIE LE SAINT-ESPRIT PROMIS </a:t>
            </a:r>
          </a:p>
          <a:p>
            <a:r>
              <a:rPr lang="fr-FR" smtClean="0"/>
              <a:t>And send the promised Holy Ghost 
22-  NOUS AVONS BESOIN  D’UNE AUTRE PENTECÔTE 
We need another Pentecost 
23-  ENVOIE-LE AUJOURD’HUI </a:t>
            </a:r>
          </a:p>
          <a:p>
            <a:r>
              <a:rPr lang="fr-FR" smtClean="0"/>
              <a:t>Send the fire today </a:t>
            </a:r>
          </a:p>
          <a:p>
            <a:endParaRPr lang="fr-FR" smtClean="0"/>
          </a:p>
          <a:p>
            <a:r>
              <a:rPr lang="fr-FR" smtClean="0"/>
              <a:t>Impro: 
24-  QUE NOS CŒURS FAIBLES  SOIENT FORTS ET BRAVES </a:t>
            </a:r>
          </a:p>
          <a:p>
            <a:r>
              <a:rPr lang="fr-FR" smtClean="0"/>
              <a:t>To make our weak hearts strong and brave 
25-  ENVOIE LE FEU </a:t>
            </a:r>
          </a:p>
          <a:p>
            <a:r>
              <a:rPr lang="fr-FR" smtClean="0"/>
              <a:t>Send the fire 
26-  VIVRE ET MOURIR POUR SAUVER  CE MONDE </a:t>
            </a:r>
          </a:p>
          <a:p>
            <a:r>
              <a:rPr lang="fr-FR" smtClean="0"/>
              <a:t>To live a dying world to save 
27-  ENVOIE LE FEU </a:t>
            </a:r>
          </a:p>
          <a:p>
            <a:r>
              <a:rPr lang="fr-FR" smtClean="0"/>
              <a:t>Send the fire
28-  NOUS VOICI, SUR TON AUTEL ENVOIE LE FEU</a:t>
            </a:r>
          </a:p>
          <a:p>
            <a:r>
              <a:rPr lang="fr-FR" smtClean="0"/>
              <a:t>Oh see us on Your altar lay Send the fire</a:t>
            </a:r>
          </a:p>
          <a:p>
            <a:r>
              <a:rPr lang="fr-FR" smtClean="0"/>
              <a:t>29-  NOUS TE DONNONS NOS VIES AUJOURD’HUI</a:t>
            </a:r>
          </a:p>
          <a:p>
            <a:r>
              <a:rPr lang="fr-FR" smtClean="0"/>
              <a:t>We give our lives to You today  
30-  ENVOIE LE FEU </a:t>
            </a:r>
          </a:p>
          <a:p>
            <a:r>
              <a:rPr lang="fr-FR" smtClean="0"/>
              <a:t>Send the fire</a:t>
            </a:r>
          </a:p>
          <a:p>
            <a:endParaRPr lang="fr-FR" smtClean="0"/>
          </a:p>
          <a:p>
            <a:r>
              <a:rPr lang="fr-FR" smtClean="0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42284745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Ô DIEU PUISSANT, FLAMME DÉVORANTE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God of burning cleansing flame Send the fire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2-  TON PRÉCIEUX SANG  NOUS RÉCLAMONS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 blood-bought gift today we claim 
3-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2:
4-  Ô DIEU D’ÉLIE, ENTENDS NOS CRIS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God of Elijah hear our cry Send the fire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RENDS-NOUS CAPABLES DE VIVRE  EN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make us fit to live or die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 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7-  POUR BRÛLER CHAQUE TRACE  DE PÉCHÉ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To burn up ev'ry trace of sin 
	8-  APPORTER LA GLOIRE ET LA LUMIÈRE LA RÉVOLUTION COMMENCE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To bring the light and glory in The revolution now begin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9-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today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10-  ENVOIE LE FEU X3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(3x)  
	11-  ENVOIE-LE AUJOURD’HUI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today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3:
12-  TON FEU EST NOTRE SEUL DÉSIR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 fire we want for fire we plead Send the fire
13-  IL COMBLERA TOUS NOS BESOINS ENVOIE-LE AUJOURD’HUI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fire will meet our every need Send the fire today 
14-  DONNE-NOUS LA FORCE DE FAIRE  CE QUI EST DROIT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strength to always do what's right 
15-  LA GRÂCE DE VAINCRE  DANS NOS COMBATS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grace to conquer in the fight 
16-  ET DE MARCHER DANS CE MONDE  EN BLANC VÊTUS DE BLANC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pow'r to walk the world in white 
17-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18-  ENVOIE LE FEU X3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(3x) 
	19-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today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20-  REGARDE-NOUS, NOUS T’ATTENDONS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 down and see this waiting host 
21-  ENVOIE LE SAINT-ESPRIT PROMIS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send the promised Holy Ghost 
22-  NOUS AVONS BESOIN  D’UNE AUTRE PENTECÔTE 
We need another Pentecost 
23-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Impro: 
24-  QUE NOS CŒURS FAIBLES  SOIENT FORTS ET BRAVES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make our weak hearts strong and brave 
25- 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
26-  VIVRE ET MOURIR POUR SAUVER  CE MONDE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live a dying world to save 
27- 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
28-  NOUS VOICI, SUR TON AUTEL ENVOIE LE FEU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 see us on Your altar lay Send the fire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29-  NOUS TE DONNONS NOS VIES AUJOURD’HUI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give our lives to You today  
30- 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</a:t>
            </a:r>
            <a:endParaRPr lang="fr-F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Ô DIEU PUISSANT, FLAMME DÉVORANTE ENVOIE LE FEU </a:t>
            </a:r>
          </a:p>
          <a:p>
            <a:r>
              <a:rPr lang="fr-FR" smtClean="0"/>
              <a:t>O God of burning cleansing flame Send the fire</a:t>
            </a:r>
          </a:p>
          <a:p>
            <a:r>
              <a:rPr lang="fr-FR" smtClean="0"/>
              <a:t>2-  TON PRÉCIEUX SANG  NOUS RÉCLAMONS</a:t>
            </a:r>
          </a:p>
          <a:p>
            <a:r>
              <a:rPr lang="fr-FR" smtClean="0"/>
              <a:t>Your blood-bought gift today we claim 
3-  ENVOIE-LE AUJOURD’HUI </a:t>
            </a:r>
          </a:p>
          <a:p>
            <a:r>
              <a:rPr lang="fr-FR" smtClean="0"/>
              <a:t>Send the fire today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Couplet 2:
4-  Ô DIEU D’ÉLIE, ENTENDS NOS CRIS ENVOIE LE FEU </a:t>
            </a:r>
          </a:p>
          <a:p>
            <a:r>
              <a:rPr lang="fr-FR" smtClean="0"/>
              <a:t>God of Elijah hear our cry Send the fire</a:t>
            </a:r>
          </a:p>
          <a:p>
            <a:r>
              <a:rPr lang="fr-FR" smtClean="0"/>
              <a:t>5-  RENDS-NOUS CAPABLES DE VIVRE  EN TOI </a:t>
            </a:r>
          </a:p>
          <a:p>
            <a:r>
              <a:rPr lang="fr-FR" smtClean="0"/>
              <a:t>And make us fit to live or die</a:t>
            </a:r>
          </a:p>
          <a:p>
            <a:r>
              <a:rPr lang="fr-FR" smtClean="0"/>
              <a:t>6-  ENVOIE-LE AUJOURD’HUI </a:t>
            </a:r>
          </a:p>
          <a:p>
            <a:r>
              <a:rPr lang="fr-FR" smtClean="0"/>
              <a:t>Send the fire today</a:t>
            </a:r>
          </a:p>
          <a:p>
            <a:endParaRPr lang="fr-FR" smtClean="0"/>
          </a:p>
          <a:p>
            <a:r>
              <a:rPr lang="fr-FR" smtClean="0"/>
              <a:t>	Pré refrain:</a:t>
            </a:r>
          </a:p>
          <a:p>
            <a:r>
              <a:rPr lang="fr-FR" smtClean="0"/>
              <a:t>	7-  POUR BRÛLER CHAQUE TRACE  DE PÉCHÉ</a:t>
            </a:r>
          </a:p>
          <a:p>
            <a:r>
              <a:rPr lang="fr-FR" smtClean="0"/>
              <a:t>	To burn up ev'ry trace of sin 
	8-  APPORTER LA GLOIRE ET LA LUMIÈRE LA RÉVOLUTION COMMENCE ICI </a:t>
            </a:r>
          </a:p>
          <a:p>
            <a:r>
              <a:rPr lang="fr-FR" smtClean="0"/>
              <a:t>	To bring the light and glory in The revolution now begin</a:t>
            </a:r>
          </a:p>
          <a:p>
            <a:r>
              <a:rPr lang="fr-FR" smtClean="0"/>
              <a:t>	9-  ENVOIE-LE AUJOURD’HUI </a:t>
            </a:r>
          </a:p>
          <a:p>
            <a:r>
              <a:rPr lang="fr-FR" smtClean="0"/>
              <a:t>	Send the fire today</a:t>
            </a:r>
          </a:p>
          <a:p>
            <a:endParaRPr lang="fr-FR" smtClean="0"/>
          </a:p>
          <a:p>
            <a:r>
              <a:rPr lang="fr-FR" smtClean="0"/>
              <a:t>	Refrain:
	10-  ENVOIE LE FEU X3</a:t>
            </a:r>
          </a:p>
          <a:p>
            <a:r>
              <a:rPr lang="fr-FR" smtClean="0"/>
              <a:t>	Send the fire (3x)  
	11-  ENVOIE-LE AUJOURD’HUI</a:t>
            </a:r>
          </a:p>
          <a:p>
            <a:r>
              <a:rPr lang="fr-FR" smtClean="0"/>
              <a:t>	Send the fire today </a:t>
            </a:r>
          </a:p>
          <a:p>
            <a:endParaRPr lang="fr-FR" smtClean="0"/>
          </a:p>
          <a:p>
            <a:r>
              <a:rPr lang="fr-FR" smtClean="0"/>
              <a:t>Couplet 3:
12-  TON FEU EST NOTRE SEUL DÉSIR ENVOIE LE FEU </a:t>
            </a:r>
          </a:p>
          <a:p>
            <a:r>
              <a:rPr lang="fr-FR" smtClean="0"/>
              <a:t>It's fire we want for fire we plead Send the fire
13-  IL COMBLERA TOUS NOS BESOINS ENVOIE-LE AUJOURD’HUI</a:t>
            </a:r>
          </a:p>
          <a:p>
            <a:r>
              <a:rPr lang="fr-FR" smtClean="0"/>
              <a:t>The fire will meet our every need Send the fire today 
14-  DONNE-NOUS LA FORCE DE FAIRE  CE QUI EST DROIT </a:t>
            </a:r>
          </a:p>
          <a:p>
            <a:r>
              <a:rPr lang="fr-FR" smtClean="0"/>
              <a:t>For strength to always do what's right 
15-  LA GRÂCE DE VAINCRE  DANS NOS COMBATS  </a:t>
            </a:r>
          </a:p>
          <a:p>
            <a:r>
              <a:rPr lang="fr-FR" smtClean="0"/>
              <a:t>For grace to conquer in the fight 
16-  ET DE MARCHER DANS CE MONDE  EN BLANC VÊTUS DE BLANC </a:t>
            </a:r>
          </a:p>
          <a:p>
            <a:r>
              <a:rPr lang="fr-FR" smtClean="0"/>
              <a:t>For pow'r to walk the world in white 
17-  ENVOIE-LE AUJOURD’HUI </a:t>
            </a:r>
          </a:p>
          <a:p>
            <a:r>
              <a:rPr lang="fr-FR" smtClean="0"/>
              <a:t>Send the fire today </a:t>
            </a:r>
          </a:p>
          <a:p>
            <a:endParaRPr lang="fr-FR" smtClean="0"/>
          </a:p>
          <a:p>
            <a:r>
              <a:rPr lang="fr-FR" smtClean="0"/>
              <a:t>	Refrain:
	18-  ENVOIE LE FEU X3 </a:t>
            </a:r>
          </a:p>
          <a:p>
            <a:r>
              <a:rPr lang="fr-FR" smtClean="0"/>
              <a:t>	Send the fire (3x) 
	19-  ENVOIE-LE AUJOURD’HUI </a:t>
            </a:r>
          </a:p>
          <a:p>
            <a:r>
              <a:rPr lang="fr-FR" smtClean="0"/>
              <a:t>	Send the fire today 
</a:t>
            </a:r>
          </a:p>
          <a:p>
            <a:r>
              <a:rPr lang="fr-FR" smtClean="0"/>
              <a:t>Pont:</a:t>
            </a:r>
          </a:p>
          <a:p>
            <a:r>
              <a:rPr lang="fr-FR" smtClean="0"/>
              <a:t>20-  REGARDE-NOUS, NOUS T’ATTENDONS</a:t>
            </a:r>
          </a:p>
          <a:p>
            <a:r>
              <a:rPr lang="fr-FR" smtClean="0"/>
              <a:t>Look down and see this waiting host 
21-  ENVOIE LE SAINT-ESPRIT PROMIS </a:t>
            </a:r>
          </a:p>
          <a:p>
            <a:r>
              <a:rPr lang="fr-FR" smtClean="0"/>
              <a:t>And send the promised Holy Ghost 
22-  NOUS AVONS BESOIN  D’UNE AUTRE PENTECÔTE 
We need another Pentecost 
23-  ENVOIE-LE AUJOURD’HUI </a:t>
            </a:r>
          </a:p>
          <a:p>
            <a:r>
              <a:rPr lang="fr-FR" smtClean="0"/>
              <a:t>Send the fire today </a:t>
            </a:r>
          </a:p>
          <a:p>
            <a:endParaRPr lang="fr-FR" smtClean="0"/>
          </a:p>
          <a:p>
            <a:r>
              <a:rPr lang="fr-FR" smtClean="0"/>
              <a:t>Impro: 
24-  QUE NOS CŒURS FAIBLES  SOIENT FORTS ET BRAVES </a:t>
            </a:r>
          </a:p>
          <a:p>
            <a:r>
              <a:rPr lang="fr-FR" smtClean="0"/>
              <a:t>To make our weak hearts strong and brave 
25-  ENVOIE LE FEU </a:t>
            </a:r>
          </a:p>
          <a:p>
            <a:r>
              <a:rPr lang="fr-FR" smtClean="0"/>
              <a:t>Send the fire 
26-  VIVRE ET MOURIR POUR SAUVER  CE MONDE </a:t>
            </a:r>
          </a:p>
          <a:p>
            <a:r>
              <a:rPr lang="fr-FR" smtClean="0"/>
              <a:t>To live a dying world to save 
27-  ENVOIE LE FEU </a:t>
            </a:r>
          </a:p>
          <a:p>
            <a:r>
              <a:rPr lang="fr-FR" smtClean="0"/>
              <a:t>Send the fire
28-  NOUS VOICI, SUR TON AUTEL ENVOIE LE FEU</a:t>
            </a:r>
          </a:p>
          <a:p>
            <a:r>
              <a:rPr lang="fr-FR" smtClean="0"/>
              <a:t>Oh see us on Your altar lay Send the fire</a:t>
            </a:r>
          </a:p>
          <a:p>
            <a:r>
              <a:rPr lang="fr-FR" smtClean="0"/>
              <a:t>29-  NOUS TE DONNONS NOS VIES AUJOURD’HUI</a:t>
            </a:r>
          </a:p>
          <a:p>
            <a:r>
              <a:rPr lang="fr-FR" smtClean="0"/>
              <a:t>We give our lives to You today  
30-  ENVOIE LE FEU </a:t>
            </a:r>
          </a:p>
          <a:p>
            <a:r>
              <a:rPr lang="fr-FR" smtClean="0"/>
              <a:t>Send the fire</a:t>
            </a:r>
          </a:p>
          <a:p>
            <a:endParaRPr lang="fr-FR" smtClean="0"/>
          </a:p>
          <a:p>
            <a:r>
              <a:rPr lang="fr-FR" smtClean="0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33702307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Ô DIEU PUISSANT, FLAMME DÉVORANTE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God of burning cleansing flame Send the fire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2-  TON PRÉCIEUX SANG  NOUS RÉCLAMONS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 blood-bought gift today we claim 
3-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2:
4-  Ô DIEU D’ÉLIE, ENTENDS NOS CRIS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God of Elijah hear our cry Send the fire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RENDS-NOUS CAPABLES DE VIVRE  EN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make us fit to live or die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 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7-  POUR BRÛLER CHAQUE TRACE  DE PÉCHÉ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To burn up ev'ry trace of sin 
	8-  APPORTER LA GLOIRE ET LA LUMIÈRE LA RÉVOLUTION COMMENCE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To bring the light and glory in The revolution now begin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9-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today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10-  ENVOIE LE FEU X3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(3x)  
	11-  ENVOIE-LE AUJOURD’HUI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today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3:
12-  TON FEU EST NOTRE SEUL DÉSIR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 fire we want for fire we plead Send the fire
13-  IL COMBLERA TOUS NOS BESOINS ENVOIE-LE AUJOURD’HUI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fire will meet our every need Send the fire today 
14-  DONNE-NOUS LA FORCE DE FAIRE  CE QUI EST DROIT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strength to always do what's right 
15-  LA GRÂCE DE VAINCRE  DANS NOS COMBATS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grace to conquer in the fight 
16-  ET DE MARCHER DANS CE MONDE  EN BLANC VÊTUS DE BLANC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pow'r to walk the world in white 
17-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18-  ENVOIE LE FEU X3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(3x) 
	19-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today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20-  REGARDE-NOUS, NOUS T’ATTENDONS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 down and see this waiting host 
21-  ENVOIE LE SAINT-ESPRIT PROMIS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send the promised Holy Ghost 
22-  NOUS AVONS BESOIN  D’UNE AUTRE PENTECÔTE 
We need another Pentecost 
23-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Impro: 
24-  QUE NOS CŒURS FAIBLES  SOIENT FORTS ET BRAVES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make our weak hearts strong and brave 
25- 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
26-  VIVRE ET MOURIR POUR SAUVER  CE MONDE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live a dying world to save 
27- 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
28-  NOUS VOICI, SUR TON AUTEL ENVOIE LE FEU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 see us on Your altar lay Send the fire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29-  NOUS TE DONNONS NOS VIES AUJOURD’HUI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give our lives to You today  
30- 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</a:t>
            </a:r>
            <a:endParaRPr lang="fr-F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Ô DIEU PUISSANT, FLAMME DÉVORANTE ENVOIE LE FEU </a:t>
            </a:r>
          </a:p>
          <a:p>
            <a:r>
              <a:rPr lang="fr-FR" smtClean="0"/>
              <a:t>O God of burning cleansing flame Send the fire</a:t>
            </a:r>
          </a:p>
          <a:p>
            <a:r>
              <a:rPr lang="fr-FR" smtClean="0"/>
              <a:t>2-  TON PRÉCIEUX SANG  NOUS RÉCLAMONS</a:t>
            </a:r>
          </a:p>
          <a:p>
            <a:r>
              <a:rPr lang="fr-FR" smtClean="0"/>
              <a:t>Your blood-bought gift today we claim 
3-  ENVOIE-LE AUJOURD’HUI </a:t>
            </a:r>
          </a:p>
          <a:p>
            <a:r>
              <a:rPr lang="fr-FR" smtClean="0"/>
              <a:t>Send the fire today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Couplet 2:
4-  Ô DIEU D’ÉLIE, ENTENDS NOS CRIS ENVOIE LE FEU </a:t>
            </a:r>
          </a:p>
          <a:p>
            <a:r>
              <a:rPr lang="fr-FR" smtClean="0"/>
              <a:t>God of Elijah hear our cry Send the fire</a:t>
            </a:r>
          </a:p>
          <a:p>
            <a:r>
              <a:rPr lang="fr-FR" smtClean="0"/>
              <a:t>5-  RENDS-NOUS CAPABLES DE VIVRE  EN TOI </a:t>
            </a:r>
          </a:p>
          <a:p>
            <a:r>
              <a:rPr lang="fr-FR" smtClean="0"/>
              <a:t>And make us fit to live or die</a:t>
            </a:r>
          </a:p>
          <a:p>
            <a:r>
              <a:rPr lang="fr-FR" smtClean="0"/>
              <a:t>6-  ENVOIE-LE AUJOURD’HUI </a:t>
            </a:r>
          </a:p>
          <a:p>
            <a:r>
              <a:rPr lang="fr-FR" smtClean="0"/>
              <a:t>Send the fire today</a:t>
            </a:r>
          </a:p>
          <a:p>
            <a:endParaRPr lang="fr-FR" smtClean="0"/>
          </a:p>
          <a:p>
            <a:r>
              <a:rPr lang="fr-FR" smtClean="0"/>
              <a:t>	Pré refrain:</a:t>
            </a:r>
          </a:p>
          <a:p>
            <a:r>
              <a:rPr lang="fr-FR" smtClean="0"/>
              <a:t>	7-  POUR BRÛLER CHAQUE TRACE  DE PÉCHÉ</a:t>
            </a:r>
          </a:p>
          <a:p>
            <a:r>
              <a:rPr lang="fr-FR" smtClean="0"/>
              <a:t>	To burn up ev'ry trace of sin 
	8-  APPORTER LA GLOIRE ET LA LUMIÈRE LA RÉVOLUTION COMMENCE ICI </a:t>
            </a:r>
          </a:p>
          <a:p>
            <a:r>
              <a:rPr lang="fr-FR" smtClean="0"/>
              <a:t>	To bring the light and glory in The revolution now begin</a:t>
            </a:r>
          </a:p>
          <a:p>
            <a:r>
              <a:rPr lang="fr-FR" smtClean="0"/>
              <a:t>	9-  ENVOIE-LE AUJOURD’HUI </a:t>
            </a:r>
          </a:p>
          <a:p>
            <a:r>
              <a:rPr lang="fr-FR" smtClean="0"/>
              <a:t>	Send the fire today</a:t>
            </a:r>
          </a:p>
          <a:p>
            <a:endParaRPr lang="fr-FR" smtClean="0"/>
          </a:p>
          <a:p>
            <a:r>
              <a:rPr lang="fr-FR" smtClean="0"/>
              <a:t>	Refrain:
	10-  ENVOIE LE FEU X3</a:t>
            </a:r>
          </a:p>
          <a:p>
            <a:r>
              <a:rPr lang="fr-FR" smtClean="0"/>
              <a:t>	Send the fire (3x)  
	11-  ENVOIE-LE AUJOURD’HUI</a:t>
            </a:r>
          </a:p>
          <a:p>
            <a:r>
              <a:rPr lang="fr-FR" smtClean="0"/>
              <a:t>	Send the fire today </a:t>
            </a:r>
          </a:p>
          <a:p>
            <a:endParaRPr lang="fr-FR" smtClean="0"/>
          </a:p>
          <a:p>
            <a:r>
              <a:rPr lang="fr-FR" smtClean="0"/>
              <a:t>Couplet 3:
12-  TON FEU EST NOTRE SEUL DÉSIR ENVOIE LE FEU </a:t>
            </a:r>
          </a:p>
          <a:p>
            <a:r>
              <a:rPr lang="fr-FR" smtClean="0"/>
              <a:t>It's fire we want for fire we plead Send the fire
13-  IL COMBLERA TOUS NOS BESOINS ENVOIE-LE AUJOURD’HUI</a:t>
            </a:r>
          </a:p>
          <a:p>
            <a:r>
              <a:rPr lang="fr-FR" smtClean="0"/>
              <a:t>The fire will meet our every need Send the fire today 
14-  DONNE-NOUS LA FORCE DE FAIRE  CE QUI EST DROIT </a:t>
            </a:r>
          </a:p>
          <a:p>
            <a:r>
              <a:rPr lang="fr-FR" smtClean="0"/>
              <a:t>For strength to always do what's right 
15-  LA GRÂCE DE VAINCRE  DANS NOS COMBATS  </a:t>
            </a:r>
          </a:p>
          <a:p>
            <a:r>
              <a:rPr lang="fr-FR" smtClean="0"/>
              <a:t>For grace to conquer in the fight 
16-  ET DE MARCHER DANS CE MONDE  EN BLANC VÊTUS DE BLANC </a:t>
            </a:r>
          </a:p>
          <a:p>
            <a:r>
              <a:rPr lang="fr-FR" smtClean="0"/>
              <a:t>For pow'r to walk the world in white 
17-  ENVOIE-LE AUJOURD’HUI </a:t>
            </a:r>
          </a:p>
          <a:p>
            <a:r>
              <a:rPr lang="fr-FR" smtClean="0"/>
              <a:t>Send the fire today </a:t>
            </a:r>
          </a:p>
          <a:p>
            <a:endParaRPr lang="fr-FR" smtClean="0"/>
          </a:p>
          <a:p>
            <a:r>
              <a:rPr lang="fr-FR" smtClean="0"/>
              <a:t>	Refrain:
	18-  ENVOIE LE FEU X3 </a:t>
            </a:r>
          </a:p>
          <a:p>
            <a:r>
              <a:rPr lang="fr-FR" smtClean="0"/>
              <a:t>	Send the fire (3x) 
	19-  ENVOIE-LE AUJOURD’HUI </a:t>
            </a:r>
          </a:p>
          <a:p>
            <a:r>
              <a:rPr lang="fr-FR" smtClean="0"/>
              <a:t>	Send the fire today 
</a:t>
            </a:r>
          </a:p>
          <a:p>
            <a:r>
              <a:rPr lang="fr-FR" smtClean="0"/>
              <a:t>Pont:</a:t>
            </a:r>
          </a:p>
          <a:p>
            <a:r>
              <a:rPr lang="fr-FR" smtClean="0"/>
              <a:t>20-  REGARDE-NOUS, NOUS T’ATTENDONS</a:t>
            </a:r>
          </a:p>
          <a:p>
            <a:r>
              <a:rPr lang="fr-FR" smtClean="0"/>
              <a:t>Look down and see this waiting host 
21-  ENVOIE LE SAINT-ESPRIT PROMIS </a:t>
            </a:r>
          </a:p>
          <a:p>
            <a:r>
              <a:rPr lang="fr-FR" smtClean="0"/>
              <a:t>And send the promised Holy Ghost 
22-  NOUS AVONS BESOIN  D’UNE AUTRE PENTECÔTE 
We need another Pentecost 
23-  ENVOIE-LE AUJOURD’HUI </a:t>
            </a:r>
          </a:p>
          <a:p>
            <a:r>
              <a:rPr lang="fr-FR" smtClean="0"/>
              <a:t>Send the fire today </a:t>
            </a:r>
          </a:p>
          <a:p>
            <a:endParaRPr lang="fr-FR" smtClean="0"/>
          </a:p>
          <a:p>
            <a:r>
              <a:rPr lang="fr-FR" smtClean="0"/>
              <a:t>Impro: 
24-  QUE NOS CŒURS FAIBLES  SOIENT FORTS ET BRAVES </a:t>
            </a:r>
          </a:p>
          <a:p>
            <a:r>
              <a:rPr lang="fr-FR" smtClean="0"/>
              <a:t>To make our weak hearts strong and brave 
25-  ENVOIE LE FEU </a:t>
            </a:r>
          </a:p>
          <a:p>
            <a:r>
              <a:rPr lang="fr-FR" smtClean="0"/>
              <a:t>Send the fire 
26-  VIVRE ET MOURIR POUR SAUVER  CE MONDE </a:t>
            </a:r>
          </a:p>
          <a:p>
            <a:r>
              <a:rPr lang="fr-FR" smtClean="0"/>
              <a:t>To live a dying world to save 
27-  ENVOIE LE FEU </a:t>
            </a:r>
          </a:p>
          <a:p>
            <a:r>
              <a:rPr lang="fr-FR" smtClean="0"/>
              <a:t>Send the fire
28-  NOUS VOICI, SUR TON AUTEL ENVOIE LE FEU</a:t>
            </a:r>
          </a:p>
          <a:p>
            <a:r>
              <a:rPr lang="fr-FR" smtClean="0"/>
              <a:t>Oh see us on Your altar lay Send the fire</a:t>
            </a:r>
          </a:p>
          <a:p>
            <a:r>
              <a:rPr lang="fr-FR" smtClean="0"/>
              <a:t>29-  NOUS TE DONNONS NOS VIES AUJOURD’HUI</a:t>
            </a:r>
          </a:p>
          <a:p>
            <a:r>
              <a:rPr lang="fr-FR" smtClean="0"/>
              <a:t>We give our lives to You today  
30-  ENVOIE LE FEU </a:t>
            </a:r>
          </a:p>
          <a:p>
            <a:r>
              <a:rPr lang="fr-FR" smtClean="0"/>
              <a:t>Send the fire</a:t>
            </a:r>
          </a:p>
          <a:p>
            <a:endParaRPr lang="fr-FR" smtClean="0"/>
          </a:p>
          <a:p>
            <a:r>
              <a:rPr lang="fr-FR" smtClean="0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1260674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Ô DIEU PUISSANT, FLAMME DÉVORANTE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God of burning cleansing flame Send the fire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2-  TON PRÉCIEUX SANG  NOUS RÉCLAMONS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 blood-bought gift today we claim 
3-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2:
4-  Ô DIEU D’ÉLIE, ENTENDS NOS CRIS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God of Elijah hear our cry Send the fire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RENDS-NOUS CAPABLES DE VIVRE  EN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make us fit to live or die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 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7-  POUR BRÛLER CHAQUE TRACE  DE PÉCHÉ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To burn up ev'ry trace of sin 
	8-  APPORTER LA GLOIRE ET LA LUMIÈRE LA RÉVOLUTION COMMENCE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To bring the light and glory in The revolution now begin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9-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today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10-  ENVOIE LE FEU X3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(3x)  
	11-  ENVOIE-LE AUJOURD’HUI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today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3:
12-  TON FEU EST NOTRE SEUL DÉSIR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 fire we want for fire we plead Send the fire
13-  IL COMBLERA TOUS NOS BESOINS ENVOIE-LE AUJOURD’HUI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fire will meet our every need Send the fire today 
14-  DONNE-NOUS LA FORCE DE FAIRE  CE QUI EST DROIT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strength to always do what's right 
15-  LA GRÂCE DE VAINCRE  DANS NOS COMBATS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grace to conquer in the fight 
16-  ET DE MARCHER DANS CE MONDE  EN BLANC VÊTUS DE BLANC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pow'r to walk the world in white 
17-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18-  ENVOIE LE FEU X3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(3x) 
	19-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today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20-  REGARDE-NOUS, NOUS T’ATTENDONS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 down and see this waiting host 
21-  ENVOIE LE SAINT-ESPRIT PROMIS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send the promised Holy Ghost 
22-  NOUS AVONS BESOIN  D’UNE AUTRE PENTECÔTE 
We need another Pentecost 
23-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Impro: 
24-  QUE NOS CŒURS FAIBLES  SOIENT FORTS ET BRAVES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make our weak hearts strong and brave 
25- 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
26-  VIVRE ET MOURIR POUR SAUVER  CE MONDE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live a dying world to save 
27- 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
28-  NOUS VOICI, SUR TON AUTEL ENVOIE LE FEU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 see us on Your altar lay Send the fire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29-  NOUS TE DONNONS NOS VIES AUJOURD’HUI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give our lives to You today  
30- 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</a:t>
            </a:r>
            <a:endParaRPr lang="fr-F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Ô DIEU PUISSANT, FLAMME DÉVORANTE ENVOIE LE FEU </a:t>
            </a:r>
          </a:p>
          <a:p>
            <a:r>
              <a:rPr lang="fr-FR" smtClean="0"/>
              <a:t>O God of burning cleansing flame Send the fire</a:t>
            </a:r>
          </a:p>
          <a:p>
            <a:r>
              <a:rPr lang="fr-FR" smtClean="0"/>
              <a:t>2-  TON PRÉCIEUX SANG  NOUS RÉCLAMONS</a:t>
            </a:r>
          </a:p>
          <a:p>
            <a:r>
              <a:rPr lang="fr-FR" smtClean="0"/>
              <a:t>Your blood-bought gift today we claim 
3-  ENVOIE-LE AUJOURD’HUI </a:t>
            </a:r>
          </a:p>
          <a:p>
            <a:r>
              <a:rPr lang="fr-FR" smtClean="0"/>
              <a:t>Send the fire today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Couplet 2:
4-  Ô DIEU D’ÉLIE, ENTENDS NOS CRIS ENVOIE LE FEU </a:t>
            </a:r>
          </a:p>
          <a:p>
            <a:r>
              <a:rPr lang="fr-FR" smtClean="0"/>
              <a:t>God of Elijah hear our cry Send the fire</a:t>
            </a:r>
          </a:p>
          <a:p>
            <a:r>
              <a:rPr lang="fr-FR" smtClean="0"/>
              <a:t>5-  RENDS-NOUS CAPABLES DE VIVRE  EN TOI </a:t>
            </a:r>
          </a:p>
          <a:p>
            <a:r>
              <a:rPr lang="fr-FR" smtClean="0"/>
              <a:t>And make us fit to live or die</a:t>
            </a:r>
          </a:p>
          <a:p>
            <a:r>
              <a:rPr lang="fr-FR" smtClean="0"/>
              <a:t>6-  ENVOIE-LE AUJOURD’HUI </a:t>
            </a:r>
          </a:p>
          <a:p>
            <a:r>
              <a:rPr lang="fr-FR" smtClean="0"/>
              <a:t>Send the fire today</a:t>
            </a:r>
          </a:p>
          <a:p>
            <a:endParaRPr lang="fr-FR" smtClean="0"/>
          </a:p>
          <a:p>
            <a:r>
              <a:rPr lang="fr-FR" smtClean="0"/>
              <a:t>	Pré refrain:</a:t>
            </a:r>
          </a:p>
          <a:p>
            <a:r>
              <a:rPr lang="fr-FR" smtClean="0"/>
              <a:t>	7-  POUR BRÛLER CHAQUE TRACE  DE PÉCHÉ</a:t>
            </a:r>
          </a:p>
          <a:p>
            <a:r>
              <a:rPr lang="fr-FR" smtClean="0"/>
              <a:t>	To burn up ev'ry trace of sin 
	8-  APPORTER LA GLOIRE ET LA LUMIÈRE LA RÉVOLUTION COMMENCE ICI </a:t>
            </a:r>
          </a:p>
          <a:p>
            <a:r>
              <a:rPr lang="fr-FR" smtClean="0"/>
              <a:t>	To bring the light and glory in The revolution now begin</a:t>
            </a:r>
          </a:p>
          <a:p>
            <a:r>
              <a:rPr lang="fr-FR" smtClean="0"/>
              <a:t>	9-  ENVOIE-LE AUJOURD’HUI </a:t>
            </a:r>
          </a:p>
          <a:p>
            <a:r>
              <a:rPr lang="fr-FR" smtClean="0"/>
              <a:t>	Send the fire today</a:t>
            </a:r>
          </a:p>
          <a:p>
            <a:endParaRPr lang="fr-FR" smtClean="0"/>
          </a:p>
          <a:p>
            <a:r>
              <a:rPr lang="fr-FR" smtClean="0"/>
              <a:t>	Refrain:
	10-  ENVOIE LE FEU X3</a:t>
            </a:r>
          </a:p>
          <a:p>
            <a:r>
              <a:rPr lang="fr-FR" smtClean="0"/>
              <a:t>	Send the fire (3x)  
	11-  ENVOIE-LE AUJOURD’HUI</a:t>
            </a:r>
          </a:p>
          <a:p>
            <a:r>
              <a:rPr lang="fr-FR" smtClean="0"/>
              <a:t>	Send the fire today </a:t>
            </a:r>
          </a:p>
          <a:p>
            <a:endParaRPr lang="fr-FR" smtClean="0"/>
          </a:p>
          <a:p>
            <a:r>
              <a:rPr lang="fr-FR" smtClean="0"/>
              <a:t>Couplet 3:
12-  TON FEU EST NOTRE SEUL DÉSIR ENVOIE LE FEU </a:t>
            </a:r>
          </a:p>
          <a:p>
            <a:r>
              <a:rPr lang="fr-FR" smtClean="0"/>
              <a:t>It's fire we want for fire we plead Send the fire
13-  IL COMBLERA TOUS NOS BESOINS ENVOIE-LE AUJOURD’HUI</a:t>
            </a:r>
          </a:p>
          <a:p>
            <a:r>
              <a:rPr lang="fr-FR" smtClean="0"/>
              <a:t>The fire will meet our every need Send the fire today 
14-  DONNE-NOUS LA FORCE DE FAIRE  CE QUI EST DROIT </a:t>
            </a:r>
          </a:p>
          <a:p>
            <a:r>
              <a:rPr lang="fr-FR" smtClean="0"/>
              <a:t>For strength to always do what's right 
15-  LA GRÂCE DE VAINCRE  DANS NOS COMBATS  </a:t>
            </a:r>
          </a:p>
          <a:p>
            <a:r>
              <a:rPr lang="fr-FR" smtClean="0"/>
              <a:t>For grace to conquer in the fight 
16-  ET DE MARCHER DANS CE MONDE  EN BLANC VÊTUS DE BLANC </a:t>
            </a:r>
          </a:p>
          <a:p>
            <a:r>
              <a:rPr lang="fr-FR" smtClean="0"/>
              <a:t>For pow'r to walk the world in white 
17-  ENVOIE-LE AUJOURD’HUI </a:t>
            </a:r>
          </a:p>
          <a:p>
            <a:r>
              <a:rPr lang="fr-FR" smtClean="0"/>
              <a:t>Send the fire today </a:t>
            </a:r>
          </a:p>
          <a:p>
            <a:endParaRPr lang="fr-FR" smtClean="0"/>
          </a:p>
          <a:p>
            <a:r>
              <a:rPr lang="fr-FR" smtClean="0"/>
              <a:t>	Refrain:
	18-  ENVOIE LE FEU X3 </a:t>
            </a:r>
          </a:p>
          <a:p>
            <a:r>
              <a:rPr lang="fr-FR" smtClean="0"/>
              <a:t>	Send the fire (3x) 
	19-  ENVOIE-LE AUJOURD’HUI </a:t>
            </a:r>
          </a:p>
          <a:p>
            <a:r>
              <a:rPr lang="fr-FR" smtClean="0"/>
              <a:t>	Send the fire today 
</a:t>
            </a:r>
          </a:p>
          <a:p>
            <a:r>
              <a:rPr lang="fr-FR" smtClean="0"/>
              <a:t>Pont:</a:t>
            </a:r>
          </a:p>
          <a:p>
            <a:r>
              <a:rPr lang="fr-FR" smtClean="0"/>
              <a:t>20-  REGARDE-NOUS, NOUS T’ATTENDONS</a:t>
            </a:r>
          </a:p>
          <a:p>
            <a:r>
              <a:rPr lang="fr-FR" smtClean="0"/>
              <a:t>Look down and see this waiting host 
21-  ENVOIE LE SAINT-ESPRIT PROMIS </a:t>
            </a:r>
          </a:p>
          <a:p>
            <a:r>
              <a:rPr lang="fr-FR" smtClean="0"/>
              <a:t>And send the promised Holy Ghost 
22-  NOUS AVONS BESOIN  D’UNE AUTRE PENTECÔTE 
We need another Pentecost 
23-  ENVOIE-LE AUJOURD’HUI </a:t>
            </a:r>
          </a:p>
          <a:p>
            <a:r>
              <a:rPr lang="fr-FR" smtClean="0"/>
              <a:t>Send the fire today </a:t>
            </a:r>
          </a:p>
          <a:p>
            <a:endParaRPr lang="fr-FR" smtClean="0"/>
          </a:p>
          <a:p>
            <a:r>
              <a:rPr lang="fr-FR" smtClean="0"/>
              <a:t>Impro: 
24-  QUE NOS CŒURS FAIBLES  SOIENT FORTS ET BRAVES </a:t>
            </a:r>
          </a:p>
          <a:p>
            <a:r>
              <a:rPr lang="fr-FR" smtClean="0"/>
              <a:t>To make our weak hearts strong and brave 
25-  ENVOIE LE FEU </a:t>
            </a:r>
          </a:p>
          <a:p>
            <a:r>
              <a:rPr lang="fr-FR" smtClean="0"/>
              <a:t>Send the fire 
26-  VIVRE ET MOURIR POUR SAUVER  CE MONDE </a:t>
            </a:r>
          </a:p>
          <a:p>
            <a:r>
              <a:rPr lang="fr-FR" smtClean="0"/>
              <a:t>To live a dying world to save 
27-  ENVOIE LE FEU </a:t>
            </a:r>
          </a:p>
          <a:p>
            <a:r>
              <a:rPr lang="fr-FR" smtClean="0"/>
              <a:t>Send the fire
28-  NOUS VOICI, SUR TON AUTEL ENVOIE LE FEU</a:t>
            </a:r>
          </a:p>
          <a:p>
            <a:r>
              <a:rPr lang="fr-FR" smtClean="0"/>
              <a:t>Oh see us on Your altar lay Send the fire</a:t>
            </a:r>
          </a:p>
          <a:p>
            <a:r>
              <a:rPr lang="fr-FR" smtClean="0"/>
              <a:t>29-  NOUS TE DONNONS NOS VIES AUJOURD’HUI</a:t>
            </a:r>
          </a:p>
          <a:p>
            <a:r>
              <a:rPr lang="fr-FR" smtClean="0"/>
              <a:t>We give our lives to You today  
30-  ENVOIE LE FEU </a:t>
            </a:r>
          </a:p>
          <a:p>
            <a:r>
              <a:rPr lang="fr-FR" smtClean="0"/>
              <a:t>Send the fire</a:t>
            </a:r>
          </a:p>
          <a:p>
            <a:endParaRPr lang="fr-FR" smtClean="0"/>
          </a:p>
          <a:p>
            <a:r>
              <a:rPr lang="fr-FR" smtClean="0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38219770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Ô DIEU PUISSANT, FLAMME DÉVORANTE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God of burning cleansing flame Send the fire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2-  TON PRÉCIEUX SANG  NOUS RÉCLAMONS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 blood-bought gift today we claim 
3-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2:
4-  Ô DIEU D’ÉLIE, ENTENDS NOS CRIS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God of Elijah hear our cry Send the fire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RENDS-NOUS CAPABLES DE VIVRE  EN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make us fit to live or die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 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7-  POUR BRÛLER CHAQUE TRACE  DE PÉCHÉ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To burn up ev'ry trace of sin 
	8-  APPORTER LA GLOIRE ET LA LUMIÈRE LA RÉVOLUTION COMMENCE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To bring the light and glory in The revolution now begin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9-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today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10-  ENVOIE LE FEU X3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(3x)  
	11-  ENVOIE-LE AUJOURD’HUI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today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3:
12-  TON FEU EST NOTRE SEUL DÉSIR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 fire we want for fire we plead Send the fire
13-  IL COMBLERA TOUS NOS BESOINS ENVOIE-LE AUJOURD’HUI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fire will meet our every need Send the fire today 
14-  DONNE-NOUS LA FORCE DE FAIRE  CE QUI EST DROIT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strength to always do what's right 
15-  LA GRÂCE DE VAINCRE  DANS NOS COMBATS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grace to conquer in the fight 
16-  ET DE MARCHER DANS CE MONDE  EN BLANC VÊTUS DE BLANC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pow'r to walk the world in white 
17-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18-  ENVOIE LE FEU X3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(3x) 
	19-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today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20-  REGARDE-NOUS, NOUS T’ATTENDONS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 down and see this waiting host 
21-  ENVOIE LE SAINT-ESPRIT PROMIS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send the promised Holy Ghost 
22-  NOUS AVONS BESOIN  D’UNE AUTRE PENTECÔTE 
We need another Pentecost 
23-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Impro: 
24-  QUE NOS CŒURS FAIBLES  SOIENT FORTS ET BRAVES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make our weak hearts strong and brave 
25- 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
26-  VIVRE ET MOURIR POUR SAUVER  CE MONDE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live a dying world to save 
27- 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
28-  NOUS VOICI, SUR TON AUTEL ENVOIE LE FEU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 see us on Your altar lay Send the fire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29-  NOUS TE DONNONS NOS VIES AUJOURD’HUI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give our lives to You today  
30- 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</a:t>
            </a:r>
            <a:endParaRPr lang="fr-F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Ô DIEU PUISSANT, FLAMME DÉVORANTE ENVOIE LE FEU </a:t>
            </a:r>
          </a:p>
          <a:p>
            <a:r>
              <a:rPr lang="fr-FR" smtClean="0"/>
              <a:t>O God of burning cleansing flame Send the fire</a:t>
            </a:r>
          </a:p>
          <a:p>
            <a:r>
              <a:rPr lang="fr-FR" smtClean="0"/>
              <a:t>2-  TON PRÉCIEUX SANG  NOUS RÉCLAMONS</a:t>
            </a:r>
          </a:p>
          <a:p>
            <a:r>
              <a:rPr lang="fr-FR" smtClean="0"/>
              <a:t>Your blood-bought gift today we claim 
3-  ENVOIE-LE AUJOURD’HUI </a:t>
            </a:r>
          </a:p>
          <a:p>
            <a:r>
              <a:rPr lang="fr-FR" smtClean="0"/>
              <a:t>Send the fire today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Couplet 2:
4-  Ô DIEU D’ÉLIE, ENTENDS NOS CRIS ENVOIE LE FEU </a:t>
            </a:r>
          </a:p>
          <a:p>
            <a:r>
              <a:rPr lang="fr-FR" smtClean="0"/>
              <a:t>God of Elijah hear our cry Send the fire</a:t>
            </a:r>
          </a:p>
          <a:p>
            <a:r>
              <a:rPr lang="fr-FR" smtClean="0"/>
              <a:t>5-  RENDS-NOUS CAPABLES DE VIVRE  EN TOI </a:t>
            </a:r>
          </a:p>
          <a:p>
            <a:r>
              <a:rPr lang="fr-FR" smtClean="0"/>
              <a:t>And make us fit to live or die</a:t>
            </a:r>
          </a:p>
          <a:p>
            <a:r>
              <a:rPr lang="fr-FR" smtClean="0"/>
              <a:t>6-  ENVOIE-LE AUJOURD’HUI </a:t>
            </a:r>
          </a:p>
          <a:p>
            <a:r>
              <a:rPr lang="fr-FR" smtClean="0"/>
              <a:t>Send the fire today</a:t>
            </a:r>
          </a:p>
          <a:p>
            <a:endParaRPr lang="fr-FR" smtClean="0"/>
          </a:p>
          <a:p>
            <a:r>
              <a:rPr lang="fr-FR" smtClean="0"/>
              <a:t>	Pré refrain:</a:t>
            </a:r>
          </a:p>
          <a:p>
            <a:r>
              <a:rPr lang="fr-FR" smtClean="0"/>
              <a:t>	7-  POUR BRÛLER CHAQUE TRACE  DE PÉCHÉ</a:t>
            </a:r>
          </a:p>
          <a:p>
            <a:r>
              <a:rPr lang="fr-FR" smtClean="0"/>
              <a:t>	To burn up ev'ry trace of sin 
	8-  APPORTER LA GLOIRE ET LA LUMIÈRE LA RÉVOLUTION COMMENCE ICI </a:t>
            </a:r>
          </a:p>
          <a:p>
            <a:r>
              <a:rPr lang="fr-FR" smtClean="0"/>
              <a:t>	To bring the light and glory in The revolution now begin</a:t>
            </a:r>
          </a:p>
          <a:p>
            <a:r>
              <a:rPr lang="fr-FR" smtClean="0"/>
              <a:t>	9-  ENVOIE-LE AUJOURD’HUI </a:t>
            </a:r>
          </a:p>
          <a:p>
            <a:r>
              <a:rPr lang="fr-FR" smtClean="0"/>
              <a:t>	Send the fire today</a:t>
            </a:r>
          </a:p>
          <a:p>
            <a:endParaRPr lang="fr-FR" smtClean="0"/>
          </a:p>
          <a:p>
            <a:r>
              <a:rPr lang="fr-FR" smtClean="0"/>
              <a:t>	Refrain:
	10-  ENVOIE LE FEU X3</a:t>
            </a:r>
          </a:p>
          <a:p>
            <a:r>
              <a:rPr lang="fr-FR" smtClean="0"/>
              <a:t>	Send the fire (3x)  
	11-  ENVOIE-LE AUJOURD’HUI</a:t>
            </a:r>
          </a:p>
          <a:p>
            <a:r>
              <a:rPr lang="fr-FR" smtClean="0"/>
              <a:t>	Send the fire today </a:t>
            </a:r>
          </a:p>
          <a:p>
            <a:endParaRPr lang="fr-FR" smtClean="0"/>
          </a:p>
          <a:p>
            <a:r>
              <a:rPr lang="fr-FR" smtClean="0"/>
              <a:t>Couplet 3:
12-  TON FEU EST NOTRE SEUL DÉSIR ENVOIE LE FEU </a:t>
            </a:r>
          </a:p>
          <a:p>
            <a:r>
              <a:rPr lang="fr-FR" smtClean="0"/>
              <a:t>It's fire we want for fire we plead Send the fire
13-  IL COMBLERA TOUS NOS BESOINS ENVOIE-LE AUJOURD’HUI</a:t>
            </a:r>
          </a:p>
          <a:p>
            <a:r>
              <a:rPr lang="fr-FR" smtClean="0"/>
              <a:t>The fire will meet our every need Send the fire today 
14-  DONNE-NOUS LA FORCE DE FAIRE  CE QUI EST DROIT </a:t>
            </a:r>
          </a:p>
          <a:p>
            <a:r>
              <a:rPr lang="fr-FR" smtClean="0"/>
              <a:t>For strength to always do what's right 
15-  LA GRÂCE DE VAINCRE  DANS NOS COMBATS  </a:t>
            </a:r>
          </a:p>
          <a:p>
            <a:r>
              <a:rPr lang="fr-FR" smtClean="0"/>
              <a:t>For grace to conquer in the fight 
16-  ET DE MARCHER DANS CE MONDE  EN BLANC VÊTUS DE BLANC </a:t>
            </a:r>
          </a:p>
          <a:p>
            <a:r>
              <a:rPr lang="fr-FR" smtClean="0"/>
              <a:t>For pow'r to walk the world in white 
17-  ENVOIE-LE AUJOURD’HUI </a:t>
            </a:r>
          </a:p>
          <a:p>
            <a:r>
              <a:rPr lang="fr-FR" smtClean="0"/>
              <a:t>Send the fire today </a:t>
            </a:r>
          </a:p>
          <a:p>
            <a:endParaRPr lang="fr-FR" smtClean="0"/>
          </a:p>
          <a:p>
            <a:r>
              <a:rPr lang="fr-FR" smtClean="0"/>
              <a:t>	Refrain:
	18-  ENVOIE LE FEU X3 </a:t>
            </a:r>
          </a:p>
          <a:p>
            <a:r>
              <a:rPr lang="fr-FR" smtClean="0"/>
              <a:t>	Send the fire (3x) 
	19-  ENVOIE-LE AUJOURD’HUI </a:t>
            </a:r>
          </a:p>
          <a:p>
            <a:r>
              <a:rPr lang="fr-FR" smtClean="0"/>
              <a:t>	Send the fire today 
</a:t>
            </a:r>
          </a:p>
          <a:p>
            <a:r>
              <a:rPr lang="fr-FR" smtClean="0"/>
              <a:t>Pont:</a:t>
            </a:r>
          </a:p>
          <a:p>
            <a:r>
              <a:rPr lang="fr-FR" smtClean="0"/>
              <a:t>20-  REGARDE-NOUS, NOUS T’ATTENDONS</a:t>
            </a:r>
          </a:p>
          <a:p>
            <a:r>
              <a:rPr lang="fr-FR" smtClean="0"/>
              <a:t>Look down and see this waiting host 
21-  ENVOIE LE SAINT-ESPRIT PROMIS </a:t>
            </a:r>
          </a:p>
          <a:p>
            <a:r>
              <a:rPr lang="fr-FR" smtClean="0"/>
              <a:t>And send the promised Holy Ghost 
22-  NOUS AVONS BESOIN  D’UNE AUTRE PENTECÔTE 
We need another Pentecost 
23-  ENVOIE-LE AUJOURD’HUI </a:t>
            </a:r>
          </a:p>
          <a:p>
            <a:r>
              <a:rPr lang="fr-FR" smtClean="0"/>
              <a:t>Send the fire today </a:t>
            </a:r>
          </a:p>
          <a:p>
            <a:endParaRPr lang="fr-FR" smtClean="0"/>
          </a:p>
          <a:p>
            <a:r>
              <a:rPr lang="fr-FR" smtClean="0"/>
              <a:t>Impro: 
24-  QUE NOS CŒURS FAIBLES  SOIENT FORTS ET BRAVES </a:t>
            </a:r>
          </a:p>
          <a:p>
            <a:r>
              <a:rPr lang="fr-FR" smtClean="0"/>
              <a:t>To make our weak hearts strong and brave 
25-  ENVOIE LE FEU </a:t>
            </a:r>
          </a:p>
          <a:p>
            <a:r>
              <a:rPr lang="fr-FR" smtClean="0"/>
              <a:t>Send the fire 
26-  VIVRE ET MOURIR POUR SAUVER  CE MONDE </a:t>
            </a:r>
          </a:p>
          <a:p>
            <a:r>
              <a:rPr lang="fr-FR" smtClean="0"/>
              <a:t>To live a dying world to save 
27-  ENVOIE LE FEU </a:t>
            </a:r>
          </a:p>
          <a:p>
            <a:r>
              <a:rPr lang="fr-FR" smtClean="0"/>
              <a:t>Send the fire
28-  NOUS VOICI, SUR TON AUTEL ENVOIE LE FEU</a:t>
            </a:r>
          </a:p>
          <a:p>
            <a:r>
              <a:rPr lang="fr-FR" smtClean="0"/>
              <a:t>Oh see us on Your altar lay Send the fire</a:t>
            </a:r>
          </a:p>
          <a:p>
            <a:r>
              <a:rPr lang="fr-FR" smtClean="0"/>
              <a:t>29-  NOUS TE DONNONS NOS VIES AUJOURD’HUI</a:t>
            </a:r>
          </a:p>
          <a:p>
            <a:r>
              <a:rPr lang="fr-FR" smtClean="0"/>
              <a:t>We give our lives to You today  
30-  ENVOIE LE FEU </a:t>
            </a:r>
          </a:p>
          <a:p>
            <a:r>
              <a:rPr lang="fr-FR" smtClean="0"/>
              <a:t>Send the fire</a:t>
            </a:r>
          </a:p>
          <a:p>
            <a:endParaRPr lang="fr-FR" smtClean="0"/>
          </a:p>
          <a:p>
            <a:r>
              <a:rPr lang="fr-FR" smtClean="0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5667592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Ô DIEU PUISSANT, FLAMME DÉVORANTE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God of burning cleansing flame Send the fire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2-  TON PRÉCIEUX SANG  NOUS RÉCLAMONS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 blood-bought gift today we claim 
3-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2:
4-  Ô DIEU D’ÉLIE, ENTENDS NOS CRIS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God of Elijah hear our cry Send the fire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RENDS-NOUS CAPABLES DE VIVRE  EN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make us fit to live or die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 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7-  POUR BRÛLER CHAQUE TRACE  DE PÉCHÉ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To burn up ev'ry trace of sin 
	8-  APPORTER LA GLOIRE ET LA LUMIÈRE LA RÉVOLUTION COMMENCE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To bring the light and glory in The revolution now begin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9-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today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10-  ENVOIE LE FEU X3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(3x)  
	11-  ENVOIE-LE AUJOURD’HUI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today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3:
12-  TON FEU EST NOTRE SEUL DÉSIR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 fire we want for fire we plead Send the fire
13-  IL COMBLERA TOUS NOS BESOINS ENVOIE-LE AUJOURD’HUI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fire will meet our every need Send the fire today 
14-  DONNE-NOUS LA FORCE DE FAIRE  CE QUI EST DROIT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strength to always do what's right 
15-  LA GRÂCE DE VAINCRE  DANS NOS COMBATS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grace to conquer in the fight 
16-  ET DE MARCHER DANS CE MONDE  EN BLANC VÊTUS DE BLANC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pow'r to walk the world in white 
17-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18-  ENVOIE LE FEU X3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(3x) 
	19-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today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20-  REGARDE-NOUS, NOUS T’ATTENDONS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 down and see this waiting host 
21-  ENVOIE LE SAINT-ESPRIT PROMIS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send the promised Holy Ghost 
22-  NOUS AVONS BESOIN  D’UNE AUTRE PENTECÔTE 
We need another Pentecost 
23-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Impro: 
24-  QUE NOS CŒURS FAIBLES  SOIENT FORTS ET BRAVES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make our weak hearts strong and brave 
25- 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
26-  VIVRE ET MOURIR POUR SAUVER  CE MONDE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live a dying world to save 
27- 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
28-  NOUS VOICI, SUR TON AUTEL ENVOIE LE FEU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 see us on Your altar lay Send the fire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29-  NOUS TE DONNONS NOS VIES AUJOURD’HUI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give our lives to You today  
30- 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</a:t>
            </a:r>
            <a:endParaRPr lang="fr-F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Ô DIEU PUISSANT, FLAMME DÉVORANTE ENVOIE LE FEU </a:t>
            </a:r>
          </a:p>
          <a:p>
            <a:r>
              <a:rPr lang="fr-FR" smtClean="0"/>
              <a:t>O God of burning cleansing flame Send the fire</a:t>
            </a:r>
          </a:p>
          <a:p>
            <a:r>
              <a:rPr lang="fr-FR" smtClean="0"/>
              <a:t>2-  TON PRÉCIEUX SANG  NOUS RÉCLAMONS</a:t>
            </a:r>
          </a:p>
          <a:p>
            <a:r>
              <a:rPr lang="fr-FR" smtClean="0"/>
              <a:t>Your blood-bought gift today we claim 
3-  ENVOIE-LE AUJOURD’HUI </a:t>
            </a:r>
          </a:p>
          <a:p>
            <a:r>
              <a:rPr lang="fr-FR" smtClean="0"/>
              <a:t>Send the fire today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Couplet 2:
4-  Ô DIEU D’ÉLIE, ENTENDS NOS CRIS ENVOIE LE FEU </a:t>
            </a:r>
          </a:p>
          <a:p>
            <a:r>
              <a:rPr lang="fr-FR" smtClean="0"/>
              <a:t>God of Elijah hear our cry Send the fire</a:t>
            </a:r>
          </a:p>
          <a:p>
            <a:r>
              <a:rPr lang="fr-FR" smtClean="0"/>
              <a:t>5-  RENDS-NOUS CAPABLES DE VIVRE  EN TOI </a:t>
            </a:r>
          </a:p>
          <a:p>
            <a:r>
              <a:rPr lang="fr-FR" smtClean="0"/>
              <a:t>And make us fit to live or die</a:t>
            </a:r>
          </a:p>
          <a:p>
            <a:r>
              <a:rPr lang="fr-FR" smtClean="0"/>
              <a:t>6-  ENVOIE-LE AUJOURD’HUI </a:t>
            </a:r>
          </a:p>
          <a:p>
            <a:r>
              <a:rPr lang="fr-FR" smtClean="0"/>
              <a:t>Send the fire today</a:t>
            </a:r>
          </a:p>
          <a:p>
            <a:endParaRPr lang="fr-FR" smtClean="0"/>
          </a:p>
          <a:p>
            <a:r>
              <a:rPr lang="fr-FR" smtClean="0"/>
              <a:t>	Pré refrain:</a:t>
            </a:r>
          </a:p>
          <a:p>
            <a:r>
              <a:rPr lang="fr-FR" smtClean="0"/>
              <a:t>	7-  POUR BRÛLER CHAQUE TRACE  DE PÉCHÉ</a:t>
            </a:r>
          </a:p>
          <a:p>
            <a:r>
              <a:rPr lang="fr-FR" smtClean="0"/>
              <a:t>	To burn up ev'ry trace of sin 
	8-  APPORTER LA GLOIRE ET LA LUMIÈRE LA RÉVOLUTION COMMENCE ICI </a:t>
            </a:r>
          </a:p>
          <a:p>
            <a:r>
              <a:rPr lang="fr-FR" smtClean="0"/>
              <a:t>	To bring the light and glory in The revolution now begin</a:t>
            </a:r>
          </a:p>
          <a:p>
            <a:r>
              <a:rPr lang="fr-FR" smtClean="0"/>
              <a:t>	9-  ENVOIE-LE AUJOURD’HUI </a:t>
            </a:r>
          </a:p>
          <a:p>
            <a:r>
              <a:rPr lang="fr-FR" smtClean="0"/>
              <a:t>	Send the fire today</a:t>
            </a:r>
          </a:p>
          <a:p>
            <a:endParaRPr lang="fr-FR" smtClean="0"/>
          </a:p>
          <a:p>
            <a:r>
              <a:rPr lang="fr-FR" smtClean="0"/>
              <a:t>	Refrain:
	10-  ENVOIE LE FEU X3</a:t>
            </a:r>
          </a:p>
          <a:p>
            <a:r>
              <a:rPr lang="fr-FR" smtClean="0"/>
              <a:t>	Send the fire (3x)  
	11-  ENVOIE-LE AUJOURD’HUI</a:t>
            </a:r>
          </a:p>
          <a:p>
            <a:r>
              <a:rPr lang="fr-FR" smtClean="0"/>
              <a:t>	Send the fire today </a:t>
            </a:r>
          </a:p>
          <a:p>
            <a:endParaRPr lang="fr-FR" smtClean="0"/>
          </a:p>
          <a:p>
            <a:r>
              <a:rPr lang="fr-FR" smtClean="0"/>
              <a:t>Couplet 3:
12-  TON FEU EST NOTRE SEUL DÉSIR ENVOIE LE FEU </a:t>
            </a:r>
          </a:p>
          <a:p>
            <a:r>
              <a:rPr lang="fr-FR" smtClean="0"/>
              <a:t>It's fire we want for fire we plead Send the fire
13-  IL COMBLERA TOUS NOS BESOINS ENVOIE-LE AUJOURD’HUI</a:t>
            </a:r>
          </a:p>
          <a:p>
            <a:r>
              <a:rPr lang="fr-FR" smtClean="0"/>
              <a:t>The fire will meet our every need Send the fire today 
14-  DONNE-NOUS LA FORCE DE FAIRE  CE QUI EST DROIT </a:t>
            </a:r>
          </a:p>
          <a:p>
            <a:r>
              <a:rPr lang="fr-FR" smtClean="0"/>
              <a:t>For strength to always do what's right 
15-  LA GRÂCE DE VAINCRE  DANS NOS COMBATS  </a:t>
            </a:r>
          </a:p>
          <a:p>
            <a:r>
              <a:rPr lang="fr-FR" smtClean="0"/>
              <a:t>For grace to conquer in the fight 
16-  ET DE MARCHER DANS CE MONDE  EN BLANC VÊTUS DE BLANC </a:t>
            </a:r>
          </a:p>
          <a:p>
            <a:r>
              <a:rPr lang="fr-FR" smtClean="0"/>
              <a:t>For pow'r to walk the world in white 
17-  ENVOIE-LE AUJOURD’HUI </a:t>
            </a:r>
          </a:p>
          <a:p>
            <a:r>
              <a:rPr lang="fr-FR" smtClean="0"/>
              <a:t>Send the fire today </a:t>
            </a:r>
          </a:p>
          <a:p>
            <a:endParaRPr lang="fr-FR" smtClean="0"/>
          </a:p>
          <a:p>
            <a:r>
              <a:rPr lang="fr-FR" smtClean="0"/>
              <a:t>	Refrain:
	18-  ENVOIE LE FEU X3 </a:t>
            </a:r>
          </a:p>
          <a:p>
            <a:r>
              <a:rPr lang="fr-FR" smtClean="0"/>
              <a:t>	Send the fire (3x) 
	19-  ENVOIE-LE AUJOURD’HUI </a:t>
            </a:r>
          </a:p>
          <a:p>
            <a:r>
              <a:rPr lang="fr-FR" smtClean="0"/>
              <a:t>	Send the fire today 
</a:t>
            </a:r>
          </a:p>
          <a:p>
            <a:r>
              <a:rPr lang="fr-FR" smtClean="0"/>
              <a:t>Pont:</a:t>
            </a:r>
          </a:p>
          <a:p>
            <a:r>
              <a:rPr lang="fr-FR" smtClean="0"/>
              <a:t>20-  REGARDE-NOUS, NOUS T’ATTENDONS</a:t>
            </a:r>
          </a:p>
          <a:p>
            <a:r>
              <a:rPr lang="fr-FR" smtClean="0"/>
              <a:t>Look down and see this waiting host 
21-  ENVOIE LE SAINT-ESPRIT PROMIS </a:t>
            </a:r>
          </a:p>
          <a:p>
            <a:r>
              <a:rPr lang="fr-FR" smtClean="0"/>
              <a:t>And send the promised Holy Ghost 
22-  NOUS AVONS BESOIN  D’UNE AUTRE PENTECÔTE 
We need another Pentecost 
23-  ENVOIE-LE AUJOURD’HUI </a:t>
            </a:r>
          </a:p>
          <a:p>
            <a:r>
              <a:rPr lang="fr-FR" smtClean="0"/>
              <a:t>Send the fire today </a:t>
            </a:r>
          </a:p>
          <a:p>
            <a:endParaRPr lang="fr-FR" smtClean="0"/>
          </a:p>
          <a:p>
            <a:r>
              <a:rPr lang="fr-FR" smtClean="0"/>
              <a:t>Impro: 
24-  QUE NOS CŒURS FAIBLES  SOIENT FORTS ET BRAVES </a:t>
            </a:r>
          </a:p>
          <a:p>
            <a:r>
              <a:rPr lang="fr-FR" smtClean="0"/>
              <a:t>To make our weak hearts strong and brave 
25-  ENVOIE LE FEU </a:t>
            </a:r>
          </a:p>
          <a:p>
            <a:r>
              <a:rPr lang="fr-FR" smtClean="0"/>
              <a:t>Send the fire 
26-  VIVRE ET MOURIR POUR SAUVER  CE MONDE </a:t>
            </a:r>
          </a:p>
          <a:p>
            <a:r>
              <a:rPr lang="fr-FR" smtClean="0"/>
              <a:t>To live a dying world to save 
27-  ENVOIE LE FEU </a:t>
            </a:r>
          </a:p>
          <a:p>
            <a:r>
              <a:rPr lang="fr-FR" smtClean="0"/>
              <a:t>Send the fire
28-  NOUS VOICI, SUR TON AUTEL ENVOIE LE FEU</a:t>
            </a:r>
          </a:p>
          <a:p>
            <a:r>
              <a:rPr lang="fr-FR" smtClean="0"/>
              <a:t>Oh see us on Your altar lay Send the fire</a:t>
            </a:r>
          </a:p>
          <a:p>
            <a:r>
              <a:rPr lang="fr-FR" smtClean="0"/>
              <a:t>29-  NOUS TE DONNONS NOS VIES AUJOURD’HUI</a:t>
            </a:r>
          </a:p>
          <a:p>
            <a:r>
              <a:rPr lang="fr-FR" smtClean="0"/>
              <a:t>We give our lives to You today  
30-  ENVOIE LE FEU </a:t>
            </a:r>
          </a:p>
          <a:p>
            <a:r>
              <a:rPr lang="fr-FR" smtClean="0"/>
              <a:t>Send the fire</a:t>
            </a:r>
          </a:p>
          <a:p>
            <a:endParaRPr lang="fr-FR" smtClean="0"/>
          </a:p>
          <a:p>
            <a:r>
              <a:rPr lang="fr-FR" smtClean="0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25896544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Ô DIEU PUISSANT, FLAMME DÉVORANTE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God of burning cleansing flame Send the fire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2-  TON PRÉCIEUX SANG  NOUS RÉCLAMONS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 blood-bought gift today we claim 
3-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2:
4-  Ô DIEU D’ÉLIE, ENTENDS NOS CRIS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God of Elijah hear our cry Send the fire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RENDS-NOUS CAPABLES DE VIVRE  EN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make us fit to live or die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 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7-  POUR BRÛLER CHAQUE TRACE  DE PÉCHÉ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To burn up ev'ry trace of sin 
	8-  APPORTER LA GLOIRE ET LA LUMIÈRE LA RÉVOLUTION COMMENCE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To bring the light and glory in The revolution now begin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9-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today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10-  ENVOIE LE FEU X3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(3x)  
	11-  ENVOIE-LE AUJOURD’HUI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today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3:
12-  TON FEU EST NOTRE SEUL DÉSIR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 fire we want for fire we plead Send the fire
13-  IL COMBLERA TOUS NOS BESOINS ENVOIE-LE AUJOURD’HUI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fire will meet our every need Send the fire today 
14-  DONNE-NOUS LA FORCE DE FAIRE  CE QUI EST DROIT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strength to always do what's right 
15-  LA GRÂCE DE VAINCRE  DANS NOS COMBATS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grace to conquer in the fight 
16-  ET DE MARCHER DANS CE MONDE  EN BLANC VÊTUS DE BLANC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pow'r to walk the world in white 
17-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18-  ENVOIE LE FEU X3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(3x) 
	19-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today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20-  REGARDE-NOUS, NOUS T’ATTENDONS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 down and see this waiting host 
21-  ENVOIE LE SAINT-ESPRIT PROMIS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send the promised Holy Ghost 
22-  NOUS AVONS BESOIN  D’UNE AUTRE PENTECÔTE 
We need another Pentecost 
23-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Impro: 
24-  QUE NOS CŒURS FAIBLES  SOIENT FORTS ET BRAVES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make our weak hearts strong and brave 
25- 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
26-  VIVRE ET MOURIR POUR SAUVER  CE MONDE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live a dying world to save 
27- 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
28-  NOUS VOICI, SUR TON AUTEL ENVOIE LE FEU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 see us on Your altar lay Send the fire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29-  NOUS TE DONNONS NOS VIES AUJOURD’HUI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give our lives to You today  
30- 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</a:t>
            </a:r>
            <a:endParaRPr lang="fr-F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Ô DIEU PUISSANT, FLAMME DÉVORANTE ENVOIE LE FEU </a:t>
            </a:r>
          </a:p>
          <a:p>
            <a:r>
              <a:rPr lang="fr-FR" smtClean="0"/>
              <a:t>O God of burning cleansing flame Send the fire</a:t>
            </a:r>
          </a:p>
          <a:p>
            <a:r>
              <a:rPr lang="fr-FR" smtClean="0"/>
              <a:t>2-  TON PRÉCIEUX SANG  NOUS RÉCLAMONS</a:t>
            </a:r>
          </a:p>
          <a:p>
            <a:r>
              <a:rPr lang="fr-FR" smtClean="0"/>
              <a:t>Your blood-bought gift today we claim 
3-  ENVOIE-LE AUJOURD’HUI </a:t>
            </a:r>
          </a:p>
          <a:p>
            <a:r>
              <a:rPr lang="fr-FR" smtClean="0"/>
              <a:t>Send the fire today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Couplet 2:
4-  Ô DIEU D’ÉLIE, ENTENDS NOS CRIS ENVOIE LE FEU </a:t>
            </a:r>
          </a:p>
          <a:p>
            <a:r>
              <a:rPr lang="fr-FR" smtClean="0"/>
              <a:t>God of Elijah hear our cry Send the fire</a:t>
            </a:r>
          </a:p>
          <a:p>
            <a:r>
              <a:rPr lang="fr-FR" smtClean="0"/>
              <a:t>5-  RENDS-NOUS CAPABLES DE VIVRE  EN TOI </a:t>
            </a:r>
          </a:p>
          <a:p>
            <a:r>
              <a:rPr lang="fr-FR" smtClean="0"/>
              <a:t>And make us fit to live or die</a:t>
            </a:r>
          </a:p>
          <a:p>
            <a:r>
              <a:rPr lang="fr-FR" smtClean="0"/>
              <a:t>6-  ENVOIE-LE AUJOURD’HUI </a:t>
            </a:r>
          </a:p>
          <a:p>
            <a:r>
              <a:rPr lang="fr-FR" smtClean="0"/>
              <a:t>Send the fire today</a:t>
            </a:r>
          </a:p>
          <a:p>
            <a:endParaRPr lang="fr-FR" smtClean="0"/>
          </a:p>
          <a:p>
            <a:r>
              <a:rPr lang="fr-FR" smtClean="0"/>
              <a:t>	Pré refrain:</a:t>
            </a:r>
          </a:p>
          <a:p>
            <a:r>
              <a:rPr lang="fr-FR" smtClean="0"/>
              <a:t>	7-  POUR BRÛLER CHAQUE TRACE  DE PÉCHÉ</a:t>
            </a:r>
          </a:p>
          <a:p>
            <a:r>
              <a:rPr lang="fr-FR" smtClean="0"/>
              <a:t>	To burn up ev'ry trace of sin 
	8-  APPORTER LA GLOIRE ET LA LUMIÈRE LA RÉVOLUTION COMMENCE ICI </a:t>
            </a:r>
          </a:p>
          <a:p>
            <a:r>
              <a:rPr lang="fr-FR" smtClean="0"/>
              <a:t>	To bring the light and glory in The revolution now begin</a:t>
            </a:r>
          </a:p>
          <a:p>
            <a:r>
              <a:rPr lang="fr-FR" smtClean="0"/>
              <a:t>	9-  ENVOIE-LE AUJOURD’HUI </a:t>
            </a:r>
          </a:p>
          <a:p>
            <a:r>
              <a:rPr lang="fr-FR" smtClean="0"/>
              <a:t>	Send the fire today</a:t>
            </a:r>
          </a:p>
          <a:p>
            <a:endParaRPr lang="fr-FR" smtClean="0"/>
          </a:p>
          <a:p>
            <a:r>
              <a:rPr lang="fr-FR" smtClean="0"/>
              <a:t>	Refrain:
	10-  ENVOIE LE FEU X3</a:t>
            </a:r>
          </a:p>
          <a:p>
            <a:r>
              <a:rPr lang="fr-FR" smtClean="0"/>
              <a:t>	Send the fire (3x)  
	11-  ENVOIE-LE AUJOURD’HUI</a:t>
            </a:r>
          </a:p>
          <a:p>
            <a:r>
              <a:rPr lang="fr-FR" smtClean="0"/>
              <a:t>	Send the fire today </a:t>
            </a:r>
          </a:p>
          <a:p>
            <a:endParaRPr lang="fr-FR" smtClean="0"/>
          </a:p>
          <a:p>
            <a:r>
              <a:rPr lang="fr-FR" smtClean="0"/>
              <a:t>Couplet 3:
12-  TON FEU EST NOTRE SEUL DÉSIR ENVOIE LE FEU </a:t>
            </a:r>
          </a:p>
          <a:p>
            <a:r>
              <a:rPr lang="fr-FR" smtClean="0"/>
              <a:t>It's fire we want for fire we plead Send the fire
13-  IL COMBLERA TOUS NOS BESOINS ENVOIE-LE AUJOURD’HUI</a:t>
            </a:r>
          </a:p>
          <a:p>
            <a:r>
              <a:rPr lang="fr-FR" smtClean="0"/>
              <a:t>The fire will meet our every need Send the fire today 
14-  DONNE-NOUS LA FORCE DE FAIRE  CE QUI EST DROIT </a:t>
            </a:r>
          </a:p>
          <a:p>
            <a:r>
              <a:rPr lang="fr-FR" smtClean="0"/>
              <a:t>For strength to always do what's right 
15-  LA GRÂCE DE VAINCRE  DANS NOS COMBATS  </a:t>
            </a:r>
          </a:p>
          <a:p>
            <a:r>
              <a:rPr lang="fr-FR" smtClean="0"/>
              <a:t>For grace to conquer in the fight 
16-  ET DE MARCHER DANS CE MONDE  EN BLANC VÊTUS DE BLANC </a:t>
            </a:r>
          </a:p>
          <a:p>
            <a:r>
              <a:rPr lang="fr-FR" smtClean="0"/>
              <a:t>For pow'r to walk the world in white 
17-  ENVOIE-LE AUJOURD’HUI </a:t>
            </a:r>
          </a:p>
          <a:p>
            <a:r>
              <a:rPr lang="fr-FR" smtClean="0"/>
              <a:t>Send the fire today </a:t>
            </a:r>
          </a:p>
          <a:p>
            <a:endParaRPr lang="fr-FR" smtClean="0"/>
          </a:p>
          <a:p>
            <a:r>
              <a:rPr lang="fr-FR" smtClean="0"/>
              <a:t>	Refrain:
	18-  ENVOIE LE FEU X3 </a:t>
            </a:r>
          </a:p>
          <a:p>
            <a:r>
              <a:rPr lang="fr-FR" smtClean="0"/>
              <a:t>	Send the fire (3x) 
	19-  ENVOIE-LE AUJOURD’HUI </a:t>
            </a:r>
          </a:p>
          <a:p>
            <a:r>
              <a:rPr lang="fr-FR" smtClean="0"/>
              <a:t>	Send the fire today 
</a:t>
            </a:r>
          </a:p>
          <a:p>
            <a:r>
              <a:rPr lang="fr-FR" smtClean="0"/>
              <a:t>Pont:</a:t>
            </a:r>
          </a:p>
          <a:p>
            <a:r>
              <a:rPr lang="fr-FR" smtClean="0"/>
              <a:t>20-  REGARDE-NOUS, NOUS T’ATTENDONS</a:t>
            </a:r>
          </a:p>
          <a:p>
            <a:r>
              <a:rPr lang="fr-FR" smtClean="0"/>
              <a:t>Look down and see this waiting host 
21-  ENVOIE LE SAINT-ESPRIT PROMIS </a:t>
            </a:r>
          </a:p>
          <a:p>
            <a:r>
              <a:rPr lang="fr-FR" smtClean="0"/>
              <a:t>And send the promised Holy Ghost 
22-  NOUS AVONS BESOIN  D’UNE AUTRE PENTECÔTE 
We need another Pentecost 
23-  ENVOIE-LE AUJOURD’HUI </a:t>
            </a:r>
          </a:p>
          <a:p>
            <a:r>
              <a:rPr lang="fr-FR" smtClean="0"/>
              <a:t>Send the fire today </a:t>
            </a:r>
          </a:p>
          <a:p>
            <a:endParaRPr lang="fr-FR" smtClean="0"/>
          </a:p>
          <a:p>
            <a:r>
              <a:rPr lang="fr-FR" smtClean="0"/>
              <a:t>Impro: 
24-  QUE NOS CŒURS FAIBLES  SOIENT FORTS ET BRAVES </a:t>
            </a:r>
          </a:p>
          <a:p>
            <a:r>
              <a:rPr lang="fr-FR" smtClean="0"/>
              <a:t>To make our weak hearts strong and brave 
25-  ENVOIE LE FEU </a:t>
            </a:r>
          </a:p>
          <a:p>
            <a:r>
              <a:rPr lang="fr-FR" smtClean="0"/>
              <a:t>Send the fire 
26-  VIVRE ET MOURIR POUR SAUVER  CE MONDE </a:t>
            </a:r>
          </a:p>
          <a:p>
            <a:r>
              <a:rPr lang="fr-FR" smtClean="0"/>
              <a:t>To live a dying world to save 
27-  ENVOIE LE FEU </a:t>
            </a:r>
          </a:p>
          <a:p>
            <a:r>
              <a:rPr lang="fr-FR" smtClean="0"/>
              <a:t>Send the fire
28-  NOUS VOICI, SUR TON AUTEL ENVOIE LE FEU</a:t>
            </a:r>
          </a:p>
          <a:p>
            <a:r>
              <a:rPr lang="fr-FR" smtClean="0"/>
              <a:t>Oh see us on Your altar lay Send the fire</a:t>
            </a:r>
          </a:p>
          <a:p>
            <a:r>
              <a:rPr lang="fr-FR" smtClean="0"/>
              <a:t>29-  NOUS TE DONNONS NOS VIES AUJOURD’HUI</a:t>
            </a:r>
          </a:p>
          <a:p>
            <a:r>
              <a:rPr lang="fr-FR" smtClean="0"/>
              <a:t>We give our lives to You today  
30-  ENVOIE LE FEU </a:t>
            </a:r>
          </a:p>
          <a:p>
            <a:r>
              <a:rPr lang="fr-FR" smtClean="0"/>
              <a:t>Send the fire</a:t>
            </a:r>
          </a:p>
          <a:p>
            <a:endParaRPr lang="fr-FR" smtClean="0"/>
          </a:p>
          <a:p>
            <a:r>
              <a:rPr lang="fr-FR" smtClean="0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10154624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Ô DIEU PUISSANT, FLAMME DÉVORANTE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God of burning cleansing flame Send the fire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2-  TON PRÉCIEUX SANG  NOUS RÉCLAMONS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 blood-bought gift today we claim 
3-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2:
4-  Ô DIEU D’ÉLIE, ENTENDS NOS CRIS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God of Elijah hear our cry Send the fire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RENDS-NOUS CAPABLES DE VIVRE  EN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make us fit to live or die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 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7-  POUR BRÛLER CHAQUE TRACE  DE PÉCHÉ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To burn up ev'ry trace of sin 
	8-  APPORTER LA GLOIRE ET LA LUMIÈRE LA RÉVOLUTION COMMENCE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To bring the light and glory in The revolution now begin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9-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today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10-  ENVOIE LE FEU X3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(3x)  
	11-  ENVOIE-LE AUJOURD’HUI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today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3:
12-  TON FEU EST NOTRE SEUL DÉSIR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 fire we want for fire we plead Send the fire
13-  IL COMBLERA TOUS NOS BESOINS ENVOIE-LE AUJOURD’HUI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fire will meet our every need Send the fire today 
14-  DONNE-NOUS LA FORCE DE FAIRE  CE QUI EST DROIT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strength to always do what's right 
15-  LA GRÂCE DE VAINCRE  DANS NOS COMBATS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grace to conquer in the fight 
16-  ET DE MARCHER DANS CE MONDE  EN BLANC VÊTUS DE BLANC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pow'r to walk the world in white 
17-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18-  ENVOIE LE FEU X3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(3x) 
	19-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today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20-  REGARDE-NOUS, NOUS T’ATTENDONS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 down and see this waiting host 
21-  ENVOIE LE SAINT-ESPRIT PROMIS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send the promised Holy Ghost 
22-  NOUS AVONS BESOIN  D’UNE AUTRE PENTECÔTE 
We need another Pentecost 
23-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Impro: 
24-  QUE NOS CŒURS FAIBLES  SOIENT FORTS ET BRAVES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make our weak hearts strong and brave 
25- 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
26-  VIVRE ET MOURIR POUR SAUVER  CE MONDE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live a dying world to save 
27- 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
28-  NOUS VOICI, SUR TON AUTEL ENVOIE LE FEU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 see us on Your altar lay Send the fire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29-  NOUS TE DONNONS NOS VIES AUJOURD’HUI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give our lives to You today  
30- 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</a:t>
            </a:r>
            <a:endParaRPr lang="fr-F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Ô DIEU PUISSANT, FLAMME DÉVORANTE ENVOIE LE FEU </a:t>
            </a:r>
          </a:p>
          <a:p>
            <a:r>
              <a:rPr lang="fr-FR" smtClean="0"/>
              <a:t>O God of burning cleansing flame Send the fire</a:t>
            </a:r>
          </a:p>
          <a:p>
            <a:r>
              <a:rPr lang="fr-FR" smtClean="0"/>
              <a:t>2-  TON PRÉCIEUX SANG  NOUS RÉCLAMONS</a:t>
            </a:r>
          </a:p>
          <a:p>
            <a:r>
              <a:rPr lang="fr-FR" smtClean="0"/>
              <a:t>Your blood-bought gift today we claim 
3-  ENVOIE-LE AUJOURD’HUI </a:t>
            </a:r>
          </a:p>
          <a:p>
            <a:r>
              <a:rPr lang="fr-FR" smtClean="0"/>
              <a:t>Send the fire today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Couplet 2:
4-  Ô DIEU D’ÉLIE, ENTENDS NOS CRIS ENVOIE LE FEU </a:t>
            </a:r>
          </a:p>
          <a:p>
            <a:r>
              <a:rPr lang="fr-FR" smtClean="0"/>
              <a:t>God of Elijah hear our cry Send the fire</a:t>
            </a:r>
          </a:p>
          <a:p>
            <a:r>
              <a:rPr lang="fr-FR" smtClean="0"/>
              <a:t>5-  RENDS-NOUS CAPABLES DE VIVRE  EN TOI </a:t>
            </a:r>
          </a:p>
          <a:p>
            <a:r>
              <a:rPr lang="fr-FR" smtClean="0"/>
              <a:t>And make us fit to live or die</a:t>
            </a:r>
          </a:p>
          <a:p>
            <a:r>
              <a:rPr lang="fr-FR" smtClean="0"/>
              <a:t>6-  ENVOIE-LE AUJOURD’HUI </a:t>
            </a:r>
          </a:p>
          <a:p>
            <a:r>
              <a:rPr lang="fr-FR" smtClean="0"/>
              <a:t>Send the fire today</a:t>
            </a:r>
          </a:p>
          <a:p>
            <a:endParaRPr lang="fr-FR" smtClean="0"/>
          </a:p>
          <a:p>
            <a:r>
              <a:rPr lang="fr-FR" smtClean="0"/>
              <a:t>	Pré refrain:</a:t>
            </a:r>
          </a:p>
          <a:p>
            <a:r>
              <a:rPr lang="fr-FR" smtClean="0"/>
              <a:t>	7-  POUR BRÛLER CHAQUE TRACE  DE PÉCHÉ</a:t>
            </a:r>
          </a:p>
          <a:p>
            <a:r>
              <a:rPr lang="fr-FR" smtClean="0"/>
              <a:t>	To burn up ev'ry trace of sin 
	8-  APPORTER LA GLOIRE ET LA LUMIÈRE LA RÉVOLUTION COMMENCE ICI </a:t>
            </a:r>
          </a:p>
          <a:p>
            <a:r>
              <a:rPr lang="fr-FR" smtClean="0"/>
              <a:t>	To bring the light and glory in The revolution now begin</a:t>
            </a:r>
          </a:p>
          <a:p>
            <a:r>
              <a:rPr lang="fr-FR" smtClean="0"/>
              <a:t>	9-  ENVOIE-LE AUJOURD’HUI </a:t>
            </a:r>
          </a:p>
          <a:p>
            <a:r>
              <a:rPr lang="fr-FR" smtClean="0"/>
              <a:t>	Send the fire today</a:t>
            </a:r>
          </a:p>
          <a:p>
            <a:endParaRPr lang="fr-FR" smtClean="0"/>
          </a:p>
          <a:p>
            <a:r>
              <a:rPr lang="fr-FR" smtClean="0"/>
              <a:t>	Refrain:
	10-  ENVOIE LE FEU X3</a:t>
            </a:r>
          </a:p>
          <a:p>
            <a:r>
              <a:rPr lang="fr-FR" smtClean="0"/>
              <a:t>	Send the fire (3x)  
	11-  ENVOIE-LE AUJOURD’HUI</a:t>
            </a:r>
          </a:p>
          <a:p>
            <a:r>
              <a:rPr lang="fr-FR" smtClean="0"/>
              <a:t>	Send the fire today </a:t>
            </a:r>
          </a:p>
          <a:p>
            <a:endParaRPr lang="fr-FR" smtClean="0"/>
          </a:p>
          <a:p>
            <a:r>
              <a:rPr lang="fr-FR" smtClean="0"/>
              <a:t>Couplet 3:
12-  TON FEU EST NOTRE SEUL DÉSIR ENVOIE LE FEU </a:t>
            </a:r>
          </a:p>
          <a:p>
            <a:r>
              <a:rPr lang="fr-FR" smtClean="0"/>
              <a:t>It's fire we want for fire we plead Send the fire
13-  IL COMBLERA TOUS NOS BESOINS ENVOIE-LE AUJOURD’HUI</a:t>
            </a:r>
          </a:p>
          <a:p>
            <a:r>
              <a:rPr lang="fr-FR" smtClean="0"/>
              <a:t>The fire will meet our every need Send the fire today 
14-  DONNE-NOUS LA FORCE DE FAIRE  CE QUI EST DROIT </a:t>
            </a:r>
          </a:p>
          <a:p>
            <a:r>
              <a:rPr lang="fr-FR" smtClean="0"/>
              <a:t>For strength to always do what's right 
15-  LA GRÂCE DE VAINCRE  DANS NOS COMBATS  </a:t>
            </a:r>
          </a:p>
          <a:p>
            <a:r>
              <a:rPr lang="fr-FR" smtClean="0"/>
              <a:t>For grace to conquer in the fight 
16-  ET DE MARCHER DANS CE MONDE  EN BLANC VÊTUS DE BLANC </a:t>
            </a:r>
          </a:p>
          <a:p>
            <a:r>
              <a:rPr lang="fr-FR" smtClean="0"/>
              <a:t>For pow'r to walk the world in white 
17-  ENVOIE-LE AUJOURD’HUI </a:t>
            </a:r>
          </a:p>
          <a:p>
            <a:r>
              <a:rPr lang="fr-FR" smtClean="0"/>
              <a:t>Send the fire today </a:t>
            </a:r>
          </a:p>
          <a:p>
            <a:endParaRPr lang="fr-FR" smtClean="0"/>
          </a:p>
          <a:p>
            <a:r>
              <a:rPr lang="fr-FR" smtClean="0"/>
              <a:t>	Refrain:
	18-  ENVOIE LE FEU X3 </a:t>
            </a:r>
          </a:p>
          <a:p>
            <a:r>
              <a:rPr lang="fr-FR" smtClean="0"/>
              <a:t>	Send the fire (3x) 
	19-  ENVOIE-LE AUJOURD’HUI </a:t>
            </a:r>
          </a:p>
          <a:p>
            <a:r>
              <a:rPr lang="fr-FR" smtClean="0"/>
              <a:t>	Send the fire today 
</a:t>
            </a:r>
          </a:p>
          <a:p>
            <a:r>
              <a:rPr lang="fr-FR" smtClean="0"/>
              <a:t>Pont:</a:t>
            </a:r>
          </a:p>
          <a:p>
            <a:r>
              <a:rPr lang="fr-FR" smtClean="0"/>
              <a:t>20-  REGARDE-NOUS, NOUS T’ATTENDONS</a:t>
            </a:r>
          </a:p>
          <a:p>
            <a:r>
              <a:rPr lang="fr-FR" smtClean="0"/>
              <a:t>Look down and see this waiting host 
21-  ENVOIE LE SAINT-ESPRIT PROMIS </a:t>
            </a:r>
          </a:p>
          <a:p>
            <a:r>
              <a:rPr lang="fr-FR" smtClean="0"/>
              <a:t>And send the promised Holy Ghost 
22-  NOUS AVONS BESOIN  D’UNE AUTRE PENTECÔTE 
We need another Pentecost 
23-  ENVOIE-LE AUJOURD’HUI </a:t>
            </a:r>
          </a:p>
          <a:p>
            <a:r>
              <a:rPr lang="fr-FR" smtClean="0"/>
              <a:t>Send the fire today </a:t>
            </a:r>
          </a:p>
          <a:p>
            <a:endParaRPr lang="fr-FR" smtClean="0"/>
          </a:p>
          <a:p>
            <a:r>
              <a:rPr lang="fr-FR" smtClean="0"/>
              <a:t>Impro: 
24-  QUE NOS CŒURS FAIBLES  SOIENT FORTS ET BRAVES </a:t>
            </a:r>
          </a:p>
          <a:p>
            <a:r>
              <a:rPr lang="fr-FR" smtClean="0"/>
              <a:t>To make our weak hearts strong and brave 
25-  ENVOIE LE FEU </a:t>
            </a:r>
          </a:p>
          <a:p>
            <a:r>
              <a:rPr lang="fr-FR" smtClean="0"/>
              <a:t>Send the fire 
26-  VIVRE ET MOURIR POUR SAUVER  CE MONDE </a:t>
            </a:r>
          </a:p>
          <a:p>
            <a:r>
              <a:rPr lang="fr-FR" smtClean="0"/>
              <a:t>To live a dying world to save 
27-  ENVOIE LE FEU </a:t>
            </a:r>
          </a:p>
          <a:p>
            <a:r>
              <a:rPr lang="fr-FR" smtClean="0"/>
              <a:t>Send the fire
28-  NOUS VOICI, SUR TON AUTEL ENVOIE LE FEU</a:t>
            </a:r>
          </a:p>
          <a:p>
            <a:r>
              <a:rPr lang="fr-FR" smtClean="0"/>
              <a:t>Oh see us on Your altar lay Send the fire</a:t>
            </a:r>
          </a:p>
          <a:p>
            <a:r>
              <a:rPr lang="fr-FR" smtClean="0"/>
              <a:t>29-  NOUS TE DONNONS NOS VIES AUJOURD’HUI</a:t>
            </a:r>
          </a:p>
          <a:p>
            <a:r>
              <a:rPr lang="fr-FR" smtClean="0"/>
              <a:t>We give our lives to You today  
30-  ENVOIE LE FEU </a:t>
            </a:r>
          </a:p>
          <a:p>
            <a:r>
              <a:rPr lang="fr-FR" smtClean="0"/>
              <a:t>Send the fire</a:t>
            </a:r>
          </a:p>
          <a:p>
            <a:endParaRPr lang="fr-FR" smtClean="0"/>
          </a:p>
          <a:p>
            <a:r>
              <a:rPr lang="fr-FR" smtClean="0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6546813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Ô DIEU PUISSANT, FLAMME DÉVORANTE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God of burning cleansing flame Send the fire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2-  TON PRÉCIEUX SANG  NOUS RÉCLAMONS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 blood-bought gift today we claim 
3-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2:
4-  Ô DIEU D’ÉLIE, ENTENDS NOS CRIS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God of Elijah hear our cry Send the fire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RENDS-NOUS CAPABLES DE VIVRE  EN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make us fit to live or die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 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7-  POUR BRÛLER CHAQUE TRACE  DE PÉCHÉ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To burn up ev'ry trace of sin 
	8-  APPORTER LA GLOIRE ET LA LUMIÈRE LA RÉVOLUTION COMMENCE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To bring the light and glory in The revolution now begin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9-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today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10-  ENVOIE LE FEU X3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(3x)  
	11-  ENVOIE-LE AUJOURD’HUI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today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3:
12-  TON FEU EST NOTRE SEUL DÉSIR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 fire we want for fire we plead Send the fire
13-  IL COMBLERA TOUS NOS BESOINS ENVOIE-LE AUJOURD’HUI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fire will meet our every need Send the fire today 
14-  DONNE-NOUS LA FORCE DE FAIRE  CE QUI EST DROIT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strength to always do what's right 
15-  LA GRÂCE DE VAINCRE  DANS NOS COMBATS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grace to conquer in the fight 
16-  ET DE MARCHER DANS CE MONDE  EN BLANC VÊTUS DE BLANC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pow'r to walk the world in white 
17-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18-  ENVOIE LE FEU X3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(3x) 
	19-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today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20-  REGARDE-NOUS, NOUS T’ATTENDONS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 down and see this waiting host 
21-  ENVOIE LE SAINT-ESPRIT PROMIS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send the promised Holy Ghost 
22-  NOUS AVONS BESOIN  D’UNE AUTRE PENTECÔTE 
We need another Pentecost 
23-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Impro: 
24-  QUE NOS CŒURS FAIBLES  SOIENT FORTS ET BRAVES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make our weak hearts strong and brave 
25- 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
26-  VIVRE ET MOURIR POUR SAUVER  CE MONDE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live a dying world to save 
27- 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
28-  NOUS VOICI, SUR TON AUTEL ENVOIE LE FEU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 see us on Your altar lay Send the fire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29-  NOUS TE DONNONS NOS VIES AUJOURD’HUI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give our lives to You today  
30- 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</a:t>
            </a:r>
            <a:endParaRPr lang="fr-F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Ô DIEU PUISSANT, FLAMME DÉVORANTE ENVOIE LE FEU </a:t>
            </a:r>
          </a:p>
          <a:p>
            <a:r>
              <a:rPr lang="fr-FR" smtClean="0"/>
              <a:t>O God of burning cleansing flame Send the fire</a:t>
            </a:r>
          </a:p>
          <a:p>
            <a:r>
              <a:rPr lang="fr-FR" smtClean="0"/>
              <a:t>2-  TON PRÉCIEUX SANG  NOUS RÉCLAMONS</a:t>
            </a:r>
          </a:p>
          <a:p>
            <a:r>
              <a:rPr lang="fr-FR" smtClean="0"/>
              <a:t>Your blood-bought gift today we claim 
3-  ENVOIE-LE AUJOURD’HUI </a:t>
            </a:r>
          </a:p>
          <a:p>
            <a:r>
              <a:rPr lang="fr-FR" smtClean="0"/>
              <a:t>Send the fire today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Couplet 2:
4-  Ô DIEU D’ÉLIE, ENTENDS NOS CRIS ENVOIE LE FEU </a:t>
            </a:r>
          </a:p>
          <a:p>
            <a:r>
              <a:rPr lang="fr-FR" smtClean="0"/>
              <a:t>God of Elijah hear our cry Send the fire</a:t>
            </a:r>
          </a:p>
          <a:p>
            <a:r>
              <a:rPr lang="fr-FR" smtClean="0"/>
              <a:t>5-  RENDS-NOUS CAPABLES DE VIVRE  EN TOI </a:t>
            </a:r>
          </a:p>
          <a:p>
            <a:r>
              <a:rPr lang="fr-FR" smtClean="0"/>
              <a:t>And make us fit to live or die</a:t>
            </a:r>
          </a:p>
          <a:p>
            <a:r>
              <a:rPr lang="fr-FR" smtClean="0"/>
              <a:t>6-  ENVOIE-LE AUJOURD’HUI </a:t>
            </a:r>
          </a:p>
          <a:p>
            <a:r>
              <a:rPr lang="fr-FR" smtClean="0"/>
              <a:t>Send the fire today</a:t>
            </a:r>
          </a:p>
          <a:p>
            <a:endParaRPr lang="fr-FR" smtClean="0"/>
          </a:p>
          <a:p>
            <a:r>
              <a:rPr lang="fr-FR" smtClean="0"/>
              <a:t>	Pré refrain:</a:t>
            </a:r>
          </a:p>
          <a:p>
            <a:r>
              <a:rPr lang="fr-FR" smtClean="0"/>
              <a:t>	7-  POUR BRÛLER CHAQUE TRACE  DE PÉCHÉ</a:t>
            </a:r>
          </a:p>
          <a:p>
            <a:r>
              <a:rPr lang="fr-FR" smtClean="0"/>
              <a:t>	To burn up ev'ry trace of sin 
	8-  APPORTER LA GLOIRE ET LA LUMIÈRE LA RÉVOLUTION COMMENCE ICI </a:t>
            </a:r>
          </a:p>
          <a:p>
            <a:r>
              <a:rPr lang="fr-FR" smtClean="0"/>
              <a:t>	To bring the light and glory in The revolution now begin</a:t>
            </a:r>
          </a:p>
          <a:p>
            <a:r>
              <a:rPr lang="fr-FR" smtClean="0"/>
              <a:t>	9-  ENVOIE-LE AUJOURD’HUI </a:t>
            </a:r>
          </a:p>
          <a:p>
            <a:r>
              <a:rPr lang="fr-FR" smtClean="0"/>
              <a:t>	Send the fire today</a:t>
            </a:r>
          </a:p>
          <a:p>
            <a:endParaRPr lang="fr-FR" smtClean="0"/>
          </a:p>
          <a:p>
            <a:r>
              <a:rPr lang="fr-FR" smtClean="0"/>
              <a:t>	Refrain:
	10-  ENVOIE LE FEU X3</a:t>
            </a:r>
          </a:p>
          <a:p>
            <a:r>
              <a:rPr lang="fr-FR" smtClean="0"/>
              <a:t>	Send the fire (3x)  
	11-  ENVOIE-LE AUJOURD’HUI</a:t>
            </a:r>
          </a:p>
          <a:p>
            <a:r>
              <a:rPr lang="fr-FR" smtClean="0"/>
              <a:t>	Send the fire today </a:t>
            </a:r>
          </a:p>
          <a:p>
            <a:endParaRPr lang="fr-FR" smtClean="0"/>
          </a:p>
          <a:p>
            <a:r>
              <a:rPr lang="fr-FR" smtClean="0"/>
              <a:t>Couplet 3:
12-  TON FEU EST NOTRE SEUL DÉSIR ENVOIE LE FEU </a:t>
            </a:r>
          </a:p>
          <a:p>
            <a:r>
              <a:rPr lang="fr-FR" smtClean="0"/>
              <a:t>It's fire we want for fire we plead Send the fire
13-  IL COMBLERA TOUS NOS BESOINS ENVOIE-LE AUJOURD’HUI</a:t>
            </a:r>
          </a:p>
          <a:p>
            <a:r>
              <a:rPr lang="fr-FR" smtClean="0"/>
              <a:t>The fire will meet our every need Send the fire today 
14-  DONNE-NOUS LA FORCE DE FAIRE  CE QUI EST DROIT </a:t>
            </a:r>
          </a:p>
          <a:p>
            <a:r>
              <a:rPr lang="fr-FR" smtClean="0"/>
              <a:t>For strength to always do what's right 
15-  LA GRÂCE DE VAINCRE  DANS NOS COMBATS  </a:t>
            </a:r>
          </a:p>
          <a:p>
            <a:r>
              <a:rPr lang="fr-FR" smtClean="0"/>
              <a:t>For grace to conquer in the fight 
16-  ET DE MARCHER DANS CE MONDE  EN BLANC VÊTUS DE BLANC </a:t>
            </a:r>
          </a:p>
          <a:p>
            <a:r>
              <a:rPr lang="fr-FR" smtClean="0"/>
              <a:t>For pow'r to walk the world in white 
17-  ENVOIE-LE AUJOURD’HUI </a:t>
            </a:r>
          </a:p>
          <a:p>
            <a:r>
              <a:rPr lang="fr-FR" smtClean="0"/>
              <a:t>Send the fire today </a:t>
            </a:r>
          </a:p>
          <a:p>
            <a:endParaRPr lang="fr-FR" smtClean="0"/>
          </a:p>
          <a:p>
            <a:r>
              <a:rPr lang="fr-FR" smtClean="0"/>
              <a:t>	Refrain:
	18-  ENVOIE LE FEU X3 </a:t>
            </a:r>
          </a:p>
          <a:p>
            <a:r>
              <a:rPr lang="fr-FR" smtClean="0"/>
              <a:t>	Send the fire (3x) 
	19-  ENVOIE-LE AUJOURD’HUI </a:t>
            </a:r>
          </a:p>
          <a:p>
            <a:r>
              <a:rPr lang="fr-FR" smtClean="0"/>
              <a:t>	Send the fire today 
</a:t>
            </a:r>
          </a:p>
          <a:p>
            <a:r>
              <a:rPr lang="fr-FR" smtClean="0"/>
              <a:t>Pont:</a:t>
            </a:r>
          </a:p>
          <a:p>
            <a:r>
              <a:rPr lang="fr-FR" smtClean="0"/>
              <a:t>20-  REGARDE-NOUS, NOUS T’ATTENDONS</a:t>
            </a:r>
          </a:p>
          <a:p>
            <a:r>
              <a:rPr lang="fr-FR" smtClean="0"/>
              <a:t>Look down and see this waiting host 
21-  ENVOIE LE SAINT-ESPRIT PROMIS </a:t>
            </a:r>
          </a:p>
          <a:p>
            <a:r>
              <a:rPr lang="fr-FR" smtClean="0"/>
              <a:t>And send the promised Holy Ghost 
22-  NOUS AVONS BESOIN  D’UNE AUTRE PENTECÔTE 
We need another Pentecost 
23-  ENVOIE-LE AUJOURD’HUI </a:t>
            </a:r>
          </a:p>
          <a:p>
            <a:r>
              <a:rPr lang="fr-FR" smtClean="0"/>
              <a:t>Send the fire today </a:t>
            </a:r>
          </a:p>
          <a:p>
            <a:endParaRPr lang="fr-FR" smtClean="0"/>
          </a:p>
          <a:p>
            <a:r>
              <a:rPr lang="fr-FR" smtClean="0"/>
              <a:t>Impro: 
24-  QUE NOS CŒURS FAIBLES  SOIENT FORTS ET BRAVES </a:t>
            </a:r>
          </a:p>
          <a:p>
            <a:r>
              <a:rPr lang="fr-FR" smtClean="0"/>
              <a:t>To make our weak hearts strong and brave 
25-  ENVOIE LE FEU </a:t>
            </a:r>
          </a:p>
          <a:p>
            <a:r>
              <a:rPr lang="fr-FR" smtClean="0"/>
              <a:t>Send the fire 
26-  VIVRE ET MOURIR POUR SAUVER  CE MONDE </a:t>
            </a:r>
          </a:p>
          <a:p>
            <a:r>
              <a:rPr lang="fr-FR" smtClean="0"/>
              <a:t>To live a dying world to save 
27-  ENVOIE LE FEU </a:t>
            </a:r>
          </a:p>
          <a:p>
            <a:r>
              <a:rPr lang="fr-FR" smtClean="0"/>
              <a:t>Send the fire
28-  NOUS VOICI, SUR TON AUTEL ENVOIE LE FEU</a:t>
            </a:r>
          </a:p>
          <a:p>
            <a:r>
              <a:rPr lang="fr-FR" smtClean="0"/>
              <a:t>Oh see us on Your altar lay Send the fire</a:t>
            </a:r>
          </a:p>
          <a:p>
            <a:r>
              <a:rPr lang="fr-FR" smtClean="0"/>
              <a:t>29-  NOUS TE DONNONS NOS VIES AUJOURD’HUI</a:t>
            </a:r>
          </a:p>
          <a:p>
            <a:r>
              <a:rPr lang="fr-FR" smtClean="0"/>
              <a:t>We give our lives to You today  
30-  ENVOIE LE FEU </a:t>
            </a:r>
          </a:p>
          <a:p>
            <a:r>
              <a:rPr lang="fr-FR" smtClean="0"/>
              <a:t>Send the fire</a:t>
            </a:r>
          </a:p>
          <a:p>
            <a:endParaRPr lang="fr-FR" smtClean="0"/>
          </a:p>
          <a:p>
            <a:r>
              <a:rPr lang="fr-FR" smtClean="0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24237781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Ô DIEU PUISSANT, FLAMME DÉVORANTE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God of burning cleansing flame Send the fire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2-  TON PRÉCIEUX SANG  NOUS RÉCLAMONS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 blood-bought gift today we claim 
3-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2:
4-  Ô DIEU D’ÉLIE, ENTENDS NOS CRIS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God of Elijah hear our cry Send the fire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RENDS-NOUS CAPABLES DE VIVRE  EN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make us fit to live or die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 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7-  POUR BRÛLER CHAQUE TRACE  DE PÉCHÉ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To burn up ev'ry trace of sin 
	8-  APPORTER LA GLOIRE ET LA LUMIÈRE LA RÉVOLUTION COMMENCE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To bring the light and glory in The revolution now begin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9-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today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10-  ENVOIE LE FEU X3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(3x)  
	11-  ENVOIE-LE AUJOURD’HUI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today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3:
12-  TON FEU EST NOTRE SEUL DÉSIR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 fire we want for fire we plead Send the fire
13-  IL COMBLERA TOUS NOS BESOINS ENVOIE-LE AUJOURD’HUI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fire will meet our every need Send the fire today 
14-  DONNE-NOUS LA FORCE DE FAIRE  CE QUI EST DROIT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strength to always do what's right 
15-  LA GRÂCE DE VAINCRE  DANS NOS COMBATS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grace to conquer in the fight 
16-  ET DE MARCHER DANS CE MONDE  EN BLANC VÊTUS DE BLANC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pow'r to walk the world in white 
17-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18-  ENVOIE LE FEU X3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(3x) 
	19-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today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20-  REGARDE-NOUS, NOUS T’ATTENDONS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 down and see this waiting host 
21-  ENVOIE LE SAINT-ESPRIT PROMIS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send the promised Holy Ghost 
22-  NOUS AVONS BESOIN  D’UNE AUTRE PENTECÔTE 
We need another Pentecost 
23-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Impro: 
24-  QUE NOS CŒURS FAIBLES  SOIENT FORTS ET BRAVES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make our weak hearts strong and brave 
25- 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
26-  VIVRE ET MOURIR POUR SAUVER  CE MONDE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live a dying world to save 
27- 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
28-  NOUS VOICI, SUR TON AUTEL ENVOIE LE FEU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 see us on Your altar lay Send the fire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29-  NOUS TE DONNONS NOS VIES AUJOURD’HUI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give our lives to You today  
30- 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</a:t>
            </a:r>
            <a:endParaRPr lang="fr-F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Ô DIEU PUISSANT, FLAMME DÉVORANTE ENVOIE LE FEU </a:t>
            </a:r>
          </a:p>
          <a:p>
            <a:r>
              <a:rPr lang="fr-FR" smtClean="0"/>
              <a:t>O God of burning cleansing flame Send the fire</a:t>
            </a:r>
          </a:p>
          <a:p>
            <a:r>
              <a:rPr lang="fr-FR" smtClean="0"/>
              <a:t>2-  TON PRÉCIEUX SANG  NOUS RÉCLAMONS</a:t>
            </a:r>
          </a:p>
          <a:p>
            <a:r>
              <a:rPr lang="fr-FR" smtClean="0"/>
              <a:t>Your blood-bought gift today we claim 
3-  ENVOIE-LE AUJOURD’HUI </a:t>
            </a:r>
          </a:p>
          <a:p>
            <a:r>
              <a:rPr lang="fr-FR" smtClean="0"/>
              <a:t>Send the fire today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Couplet 2:
4-  Ô DIEU D’ÉLIE, ENTENDS NOS CRIS ENVOIE LE FEU </a:t>
            </a:r>
          </a:p>
          <a:p>
            <a:r>
              <a:rPr lang="fr-FR" smtClean="0"/>
              <a:t>God of Elijah hear our cry Send the fire</a:t>
            </a:r>
          </a:p>
          <a:p>
            <a:r>
              <a:rPr lang="fr-FR" smtClean="0"/>
              <a:t>5-  RENDS-NOUS CAPABLES DE VIVRE  EN TOI </a:t>
            </a:r>
          </a:p>
          <a:p>
            <a:r>
              <a:rPr lang="fr-FR" smtClean="0"/>
              <a:t>And make us fit to live or die</a:t>
            </a:r>
          </a:p>
          <a:p>
            <a:r>
              <a:rPr lang="fr-FR" smtClean="0"/>
              <a:t>6-  ENVOIE-LE AUJOURD’HUI </a:t>
            </a:r>
          </a:p>
          <a:p>
            <a:r>
              <a:rPr lang="fr-FR" smtClean="0"/>
              <a:t>Send the fire today</a:t>
            </a:r>
          </a:p>
          <a:p>
            <a:endParaRPr lang="fr-FR" smtClean="0"/>
          </a:p>
          <a:p>
            <a:r>
              <a:rPr lang="fr-FR" smtClean="0"/>
              <a:t>	Pré refrain:</a:t>
            </a:r>
          </a:p>
          <a:p>
            <a:r>
              <a:rPr lang="fr-FR" smtClean="0"/>
              <a:t>	7-  POUR BRÛLER CHAQUE TRACE  DE PÉCHÉ</a:t>
            </a:r>
          </a:p>
          <a:p>
            <a:r>
              <a:rPr lang="fr-FR" smtClean="0"/>
              <a:t>	To burn up ev'ry trace of sin 
	8-  APPORTER LA GLOIRE ET LA LUMIÈRE LA RÉVOLUTION COMMENCE ICI </a:t>
            </a:r>
          </a:p>
          <a:p>
            <a:r>
              <a:rPr lang="fr-FR" smtClean="0"/>
              <a:t>	To bring the light and glory in The revolution now begin</a:t>
            </a:r>
          </a:p>
          <a:p>
            <a:r>
              <a:rPr lang="fr-FR" smtClean="0"/>
              <a:t>	9-  ENVOIE-LE AUJOURD’HUI </a:t>
            </a:r>
          </a:p>
          <a:p>
            <a:r>
              <a:rPr lang="fr-FR" smtClean="0"/>
              <a:t>	Send the fire today</a:t>
            </a:r>
          </a:p>
          <a:p>
            <a:endParaRPr lang="fr-FR" smtClean="0"/>
          </a:p>
          <a:p>
            <a:r>
              <a:rPr lang="fr-FR" smtClean="0"/>
              <a:t>	Refrain:
	10-  ENVOIE LE FEU X3</a:t>
            </a:r>
          </a:p>
          <a:p>
            <a:r>
              <a:rPr lang="fr-FR" smtClean="0"/>
              <a:t>	Send the fire (3x)  
	11-  ENVOIE-LE AUJOURD’HUI</a:t>
            </a:r>
          </a:p>
          <a:p>
            <a:r>
              <a:rPr lang="fr-FR" smtClean="0"/>
              <a:t>	Send the fire today </a:t>
            </a:r>
          </a:p>
          <a:p>
            <a:endParaRPr lang="fr-FR" smtClean="0"/>
          </a:p>
          <a:p>
            <a:r>
              <a:rPr lang="fr-FR" smtClean="0"/>
              <a:t>Couplet 3:
12-  TON FEU EST NOTRE SEUL DÉSIR ENVOIE LE FEU </a:t>
            </a:r>
          </a:p>
          <a:p>
            <a:r>
              <a:rPr lang="fr-FR" smtClean="0"/>
              <a:t>It's fire we want for fire we plead Send the fire
13-  IL COMBLERA TOUS NOS BESOINS ENVOIE-LE AUJOURD’HUI</a:t>
            </a:r>
          </a:p>
          <a:p>
            <a:r>
              <a:rPr lang="fr-FR" smtClean="0"/>
              <a:t>The fire will meet our every need Send the fire today 
14-  DONNE-NOUS LA FORCE DE FAIRE  CE QUI EST DROIT </a:t>
            </a:r>
          </a:p>
          <a:p>
            <a:r>
              <a:rPr lang="fr-FR" smtClean="0"/>
              <a:t>For strength to always do what's right 
15-  LA GRÂCE DE VAINCRE  DANS NOS COMBATS  </a:t>
            </a:r>
          </a:p>
          <a:p>
            <a:r>
              <a:rPr lang="fr-FR" smtClean="0"/>
              <a:t>For grace to conquer in the fight 
16-  ET DE MARCHER DANS CE MONDE  EN BLANC VÊTUS DE BLANC </a:t>
            </a:r>
          </a:p>
          <a:p>
            <a:r>
              <a:rPr lang="fr-FR" smtClean="0"/>
              <a:t>For pow'r to walk the world in white 
17-  ENVOIE-LE AUJOURD’HUI </a:t>
            </a:r>
          </a:p>
          <a:p>
            <a:r>
              <a:rPr lang="fr-FR" smtClean="0"/>
              <a:t>Send the fire today </a:t>
            </a:r>
          </a:p>
          <a:p>
            <a:endParaRPr lang="fr-FR" smtClean="0"/>
          </a:p>
          <a:p>
            <a:r>
              <a:rPr lang="fr-FR" smtClean="0"/>
              <a:t>	Refrain:
	18-  ENVOIE LE FEU X3 </a:t>
            </a:r>
          </a:p>
          <a:p>
            <a:r>
              <a:rPr lang="fr-FR" smtClean="0"/>
              <a:t>	Send the fire (3x) 
	19-  ENVOIE-LE AUJOURD’HUI </a:t>
            </a:r>
          </a:p>
          <a:p>
            <a:r>
              <a:rPr lang="fr-FR" smtClean="0"/>
              <a:t>	Send the fire today 
</a:t>
            </a:r>
          </a:p>
          <a:p>
            <a:r>
              <a:rPr lang="fr-FR" smtClean="0"/>
              <a:t>Pont:</a:t>
            </a:r>
          </a:p>
          <a:p>
            <a:r>
              <a:rPr lang="fr-FR" smtClean="0"/>
              <a:t>20-  REGARDE-NOUS, NOUS T’ATTENDONS</a:t>
            </a:r>
          </a:p>
          <a:p>
            <a:r>
              <a:rPr lang="fr-FR" smtClean="0"/>
              <a:t>Look down and see this waiting host 
21-  ENVOIE LE SAINT-ESPRIT PROMIS </a:t>
            </a:r>
          </a:p>
          <a:p>
            <a:r>
              <a:rPr lang="fr-FR" smtClean="0"/>
              <a:t>And send the promised Holy Ghost 
22-  NOUS AVONS BESOIN  D’UNE AUTRE PENTECÔTE 
We need another Pentecost 
23-  ENVOIE-LE AUJOURD’HUI </a:t>
            </a:r>
          </a:p>
          <a:p>
            <a:r>
              <a:rPr lang="fr-FR" smtClean="0"/>
              <a:t>Send the fire today </a:t>
            </a:r>
          </a:p>
          <a:p>
            <a:endParaRPr lang="fr-FR" smtClean="0"/>
          </a:p>
          <a:p>
            <a:r>
              <a:rPr lang="fr-FR" smtClean="0"/>
              <a:t>Impro: 
24-  QUE NOS CŒURS FAIBLES  SOIENT FORTS ET BRAVES </a:t>
            </a:r>
          </a:p>
          <a:p>
            <a:r>
              <a:rPr lang="fr-FR" smtClean="0"/>
              <a:t>To make our weak hearts strong and brave 
25-  ENVOIE LE FEU </a:t>
            </a:r>
          </a:p>
          <a:p>
            <a:r>
              <a:rPr lang="fr-FR" smtClean="0"/>
              <a:t>Send the fire 
26-  VIVRE ET MOURIR POUR SAUVER  CE MONDE </a:t>
            </a:r>
          </a:p>
          <a:p>
            <a:r>
              <a:rPr lang="fr-FR" smtClean="0"/>
              <a:t>To live a dying world to save 
27-  ENVOIE LE FEU </a:t>
            </a:r>
          </a:p>
          <a:p>
            <a:r>
              <a:rPr lang="fr-FR" smtClean="0"/>
              <a:t>Send the fire
28-  NOUS VOICI, SUR TON AUTEL ENVOIE LE FEU</a:t>
            </a:r>
          </a:p>
          <a:p>
            <a:r>
              <a:rPr lang="fr-FR" smtClean="0"/>
              <a:t>Oh see us on Your altar lay Send the fire</a:t>
            </a:r>
          </a:p>
          <a:p>
            <a:r>
              <a:rPr lang="fr-FR" smtClean="0"/>
              <a:t>29-  NOUS TE DONNONS NOS VIES AUJOURD’HUI</a:t>
            </a:r>
          </a:p>
          <a:p>
            <a:r>
              <a:rPr lang="fr-FR" smtClean="0"/>
              <a:t>We give our lives to You today  
30-  ENVOIE LE FEU </a:t>
            </a:r>
          </a:p>
          <a:p>
            <a:r>
              <a:rPr lang="fr-FR" smtClean="0"/>
              <a:t>Send the fire</a:t>
            </a:r>
          </a:p>
          <a:p>
            <a:endParaRPr lang="fr-FR" smtClean="0"/>
          </a:p>
          <a:p>
            <a:r>
              <a:rPr lang="fr-FR" smtClean="0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383539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Ô DIEU PUISSANT, FLAMME DÉVORANTE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God of burning cleansing flame Send the fire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2-  TON PRÉCIEUX SANG  NOUS RÉCLAMONS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 blood-bought gift today we claim 
3-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2:
4-  Ô DIEU D’ÉLIE, ENTENDS NOS CRIS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God of Elijah hear our cry Send the fire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RENDS-NOUS CAPABLES DE VIVRE  EN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make us fit to live or die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 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7-  POUR BRÛLER CHAQUE TRACE  DE PÉCHÉ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To burn up ev'ry trace of sin 
	8-  APPORTER LA GLOIRE ET LA LUMIÈRE LA RÉVOLUTION COMMENCE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To bring the light and glory in The revolution now begin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9-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today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10-  ENVOIE LE FEU X3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(3x)  
	11-  ENVOIE-LE AUJOURD’HUI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today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3:
12-  TON FEU EST NOTRE SEUL DÉSIR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 fire we want for fire we plead Send the fire
13-  IL COMBLERA TOUS NOS BESOINS ENVOIE-LE AUJOURD’HUI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fire will meet our every need Send the fire today 
14-  DONNE-NOUS LA FORCE DE FAIRE  CE QUI EST DROIT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strength to always do what's right 
15-  LA GRÂCE DE VAINCRE  DANS NOS COMBATS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grace to conquer in the fight 
16-  ET DE MARCHER DANS CE MONDE  EN BLANC VÊTUS DE BLANC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pow'r to walk the world in white 
17-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18-  ENVOIE LE FEU X3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(3x) 
	19-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today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20-  REGARDE-NOUS, NOUS T’ATTENDONS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 down and see this waiting host 
21-  ENVOIE LE SAINT-ESPRIT PROMIS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send the promised Holy Ghost 
22-  NOUS AVONS BESOIN  D’UNE AUTRE PENTECÔTE 
We need another Pentecost 
23-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Impro: 
24-  QUE NOS CŒURS FAIBLES  SOIENT FORTS ET BRAVES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make our weak hearts strong and brave 
25- 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
26-  VIVRE ET MOURIR POUR SAUVER  CE MONDE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live a dying world to save 
27- 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
28-  NOUS VOICI, SUR TON AUTEL ENVOIE LE FEU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 see us on Your altar lay Send the fire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29-  NOUS TE DONNONS NOS VIES AUJOURD’HUI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give our lives to You today  
30- 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</a:t>
            </a:r>
            <a:endParaRPr lang="fr-F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Ô DIEU PUISSANT, FLAMME DÉVORANTE ENVOIE LE FEU </a:t>
            </a:r>
          </a:p>
          <a:p>
            <a:r>
              <a:rPr lang="fr-FR" smtClean="0"/>
              <a:t>O God of burning cleansing flame Send the fire</a:t>
            </a:r>
          </a:p>
          <a:p>
            <a:r>
              <a:rPr lang="fr-FR" smtClean="0"/>
              <a:t>2-  TON PRÉCIEUX SANG  NOUS RÉCLAMONS</a:t>
            </a:r>
          </a:p>
          <a:p>
            <a:r>
              <a:rPr lang="fr-FR" smtClean="0"/>
              <a:t>Your blood-bought gift today we claim 
3-  ENVOIE-LE AUJOURD’HUI </a:t>
            </a:r>
          </a:p>
          <a:p>
            <a:r>
              <a:rPr lang="fr-FR" smtClean="0"/>
              <a:t>Send the fire today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Couplet 2:
4-  Ô DIEU D’ÉLIE, ENTENDS NOS CRIS ENVOIE LE FEU </a:t>
            </a:r>
          </a:p>
          <a:p>
            <a:r>
              <a:rPr lang="fr-FR" smtClean="0"/>
              <a:t>God of Elijah hear our cry Send the fire</a:t>
            </a:r>
          </a:p>
          <a:p>
            <a:r>
              <a:rPr lang="fr-FR" smtClean="0"/>
              <a:t>5-  RENDS-NOUS CAPABLES DE VIVRE  EN TOI </a:t>
            </a:r>
          </a:p>
          <a:p>
            <a:r>
              <a:rPr lang="fr-FR" smtClean="0"/>
              <a:t>And make us fit to live or die</a:t>
            </a:r>
          </a:p>
          <a:p>
            <a:r>
              <a:rPr lang="fr-FR" smtClean="0"/>
              <a:t>6-  ENVOIE-LE AUJOURD’HUI </a:t>
            </a:r>
          </a:p>
          <a:p>
            <a:r>
              <a:rPr lang="fr-FR" smtClean="0"/>
              <a:t>Send the fire today</a:t>
            </a:r>
          </a:p>
          <a:p>
            <a:endParaRPr lang="fr-FR" smtClean="0"/>
          </a:p>
          <a:p>
            <a:r>
              <a:rPr lang="fr-FR" smtClean="0"/>
              <a:t>	Pré refrain:</a:t>
            </a:r>
          </a:p>
          <a:p>
            <a:r>
              <a:rPr lang="fr-FR" smtClean="0"/>
              <a:t>	7-  POUR BRÛLER CHAQUE TRACE  DE PÉCHÉ</a:t>
            </a:r>
          </a:p>
          <a:p>
            <a:r>
              <a:rPr lang="fr-FR" smtClean="0"/>
              <a:t>	To burn up ev'ry trace of sin 
	8-  APPORTER LA GLOIRE ET LA LUMIÈRE LA RÉVOLUTION COMMENCE ICI </a:t>
            </a:r>
          </a:p>
          <a:p>
            <a:r>
              <a:rPr lang="fr-FR" smtClean="0"/>
              <a:t>	To bring the light and glory in The revolution now begin</a:t>
            </a:r>
          </a:p>
          <a:p>
            <a:r>
              <a:rPr lang="fr-FR" smtClean="0"/>
              <a:t>	9-  ENVOIE-LE AUJOURD’HUI </a:t>
            </a:r>
          </a:p>
          <a:p>
            <a:r>
              <a:rPr lang="fr-FR" smtClean="0"/>
              <a:t>	Send the fire today</a:t>
            </a:r>
          </a:p>
          <a:p>
            <a:endParaRPr lang="fr-FR" smtClean="0"/>
          </a:p>
          <a:p>
            <a:r>
              <a:rPr lang="fr-FR" smtClean="0"/>
              <a:t>	Refrain:
	10-  ENVOIE LE FEU X3</a:t>
            </a:r>
          </a:p>
          <a:p>
            <a:r>
              <a:rPr lang="fr-FR" smtClean="0"/>
              <a:t>	Send the fire (3x)  
	11-  ENVOIE-LE AUJOURD’HUI</a:t>
            </a:r>
          </a:p>
          <a:p>
            <a:r>
              <a:rPr lang="fr-FR" smtClean="0"/>
              <a:t>	Send the fire today </a:t>
            </a:r>
          </a:p>
          <a:p>
            <a:endParaRPr lang="fr-FR" smtClean="0"/>
          </a:p>
          <a:p>
            <a:r>
              <a:rPr lang="fr-FR" smtClean="0"/>
              <a:t>Couplet 3:
12-  TON FEU EST NOTRE SEUL DÉSIR ENVOIE LE FEU </a:t>
            </a:r>
          </a:p>
          <a:p>
            <a:r>
              <a:rPr lang="fr-FR" smtClean="0"/>
              <a:t>It's fire we want for fire we plead Send the fire
13-  IL COMBLERA TOUS NOS BESOINS ENVOIE-LE AUJOURD’HUI</a:t>
            </a:r>
          </a:p>
          <a:p>
            <a:r>
              <a:rPr lang="fr-FR" smtClean="0"/>
              <a:t>The fire will meet our every need Send the fire today 
14-  DONNE-NOUS LA FORCE DE FAIRE  CE QUI EST DROIT </a:t>
            </a:r>
          </a:p>
          <a:p>
            <a:r>
              <a:rPr lang="fr-FR" smtClean="0"/>
              <a:t>For strength to always do what's right 
15-  LA GRÂCE DE VAINCRE  DANS NOS COMBATS  </a:t>
            </a:r>
          </a:p>
          <a:p>
            <a:r>
              <a:rPr lang="fr-FR" smtClean="0"/>
              <a:t>For grace to conquer in the fight 
16-  ET DE MARCHER DANS CE MONDE  EN BLANC VÊTUS DE BLANC </a:t>
            </a:r>
          </a:p>
          <a:p>
            <a:r>
              <a:rPr lang="fr-FR" smtClean="0"/>
              <a:t>For pow'r to walk the world in white 
17-  ENVOIE-LE AUJOURD’HUI </a:t>
            </a:r>
          </a:p>
          <a:p>
            <a:r>
              <a:rPr lang="fr-FR" smtClean="0"/>
              <a:t>Send the fire today </a:t>
            </a:r>
          </a:p>
          <a:p>
            <a:endParaRPr lang="fr-FR" smtClean="0"/>
          </a:p>
          <a:p>
            <a:r>
              <a:rPr lang="fr-FR" smtClean="0"/>
              <a:t>	Refrain:
	18-  ENVOIE LE FEU X3 </a:t>
            </a:r>
          </a:p>
          <a:p>
            <a:r>
              <a:rPr lang="fr-FR" smtClean="0"/>
              <a:t>	Send the fire (3x) 
	19-  ENVOIE-LE AUJOURD’HUI </a:t>
            </a:r>
          </a:p>
          <a:p>
            <a:r>
              <a:rPr lang="fr-FR" smtClean="0"/>
              <a:t>	Send the fire today 
</a:t>
            </a:r>
          </a:p>
          <a:p>
            <a:r>
              <a:rPr lang="fr-FR" smtClean="0"/>
              <a:t>Pont:</a:t>
            </a:r>
          </a:p>
          <a:p>
            <a:r>
              <a:rPr lang="fr-FR" smtClean="0"/>
              <a:t>20-  REGARDE-NOUS, NOUS T’ATTENDONS</a:t>
            </a:r>
          </a:p>
          <a:p>
            <a:r>
              <a:rPr lang="fr-FR" smtClean="0"/>
              <a:t>Look down and see this waiting host 
21-  ENVOIE LE SAINT-ESPRIT PROMIS </a:t>
            </a:r>
          </a:p>
          <a:p>
            <a:r>
              <a:rPr lang="fr-FR" smtClean="0"/>
              <a:t>And send the promised Holy Ghost 
22-  NOUS AVONS BESOIN  D’UNE AUTRE PENTECÔTE 
We need another Pentecost 
23-  ENVOIE-LE AUJOURD’HUI </a:t>
            </a:r>
          </a:p>
          <a:p>
            <a:r>
              <a:rPr lang="fr-FR" smtClean="0"/>
              <a:t>Send the fire today </a:t>
            </a:r>
          </a:p>
          <a:p>
            <a:endParaRPr lang="fr-FR" smtClean="0"/>
          </a:p>
          <a:p>
            <a:r>
              <a:rPr lang="fr-FR" smtClean="0"/>
              <a:t>Impro: 
24-  QUE NOS CŒURS FAIBLES  SOIENT FORTS ET BRAVES </a:t>
            </a:r>
          </a:p>
          <a:p>
            <a:r>
              <a:rPr lang="fr-FR" smtClean="0"/>
              <a:t>To make our weak hearts strong and brave 
25-  ENVOIE LE FEU </a:t>
            </a:r>
          </a:p>
          <a:p>
            <a:r>
              <a:rPr lang="fr-FR" smtClean="0"/>
              <a:t>Send the fire 
26-  VIVRE ET MOURIR POUR SAUVER  CE MONDE </a:t>
            </a:r>
          </a:p>
          <a:p>
            <a:r>
              <a:rPr lang="fr-FR" smtClean="0"/>
              <a:t>To live a dying world to save 
27-  ENVOIE LE FEU </a:t>
            </a:r>
          </a:p>
          <a:p>
            <a:r>
              <a:rPr lang="fr-FR" smtClean="0"/>
              <a:t>Send the fire
28-  NOUS VOICI, SUR TON AUTEL ENVOIE LE FEU</a:t>
            </a:r>
          </a:p>
          <a:p>
            <a:r>
              <a:rPr lang="fr-FR" smtClean="0"/>
              <a:t>Oh see us on Your altar lay Send the fire</a:t>
            </a:r>
          </a:p>
          <a:p>
            <a:r>
              <a:rPr lang="fr-FR" smtClean="0"/>
              <a:t>29-  NOUS TE DONNONS NOS VIES AUJOURD’HUI</a:t>
            </a:r>
          </a:p>
          <a:p>
            <a:r>
              <a:rPr lang="fr-FR" smtClean="0"/>
              <a:t>We give our lives to You today  
30-  ENVOIE LE FEU </a:t>
            </a:r>
          </a:p>
          <a:p>
            <a:r>
              <a:rPr lang="fr-FR" smtClean="0"/>
              <a:t>Send the fire</a:t>
            </a:r>
          </a:p>
          <a:p>
            <a:endParaRPr lang="fr-FR" smtClean="0"/>
          </a:p>
          <a:p>
            <a:r>
              <a:rPr lang="fr-FR" smtClean="0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34529881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Ô DIEU PUISSANT, FLAMME DÉVORANTE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God of burning cleansing flame Send the fire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2-  TON PRÉCIEUX SANG  NOUS RÉCLAMONS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 blood-bought gift today we claim 
3-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2:
4-  Ô DIEU D’ÉLIE, ENTENDS NOS CRIS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God of Elijah hear our cry Send the fire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RENDS-NOUS CAPABLES DE VIVRE  EN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make us fit to live or die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 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7-  POUR BRÛLER CHAQUE TRACE  DE PÉCHÉ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To burn up ev'ry trace of sin 
	8-  APPORTER LA GLOIRE ET LA LUMIÈRE LA RÉVOLUTION COMMENCE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To bring the light and glory in The revolution now begin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9-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today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10-  ENVOIE LE FEU X3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(3x)  
	11-  ENVOIE-LE AUJOURD’HUI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today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3:
12-  TON FEU EST NOTRE SEUL DÉSIR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 fire we want for fire we plead Send the fire
13-  IL COMBLERA TOUS NOS BESOINS ENVOIE-LE AUJOURD’HUI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fire will meet our every need Send the fire today 
14-  DONNE-NOUS LA FORCE DE FAIRE  CE QUI EST DROIT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strength to always do what's right 
15-  LA GRÂCE DE VAINCRE  DANS NOS COMBATS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grace to conquer in the fight 
16-  ET DE MARCHER DANS CE MONDE  EN BLANC VÊTUS DE BLANC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pow'r to walk the world in white 
17-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18-  ENVOIE LE FEU X3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(3x) 
	19-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today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20-  REGARDE-NOUS, NOUS T’ATTENDONS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 down and see this waiting host 
21-  ENVOIE LE SAINT-ESPRIT PROMIS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send the promised Holy Ghost 
22-  NOUS AVONS BESOIN  D’UNE AUTRE PENTECÔTE 
We need another Pentecost 
23-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Impro: 
24-  QUE NOS CŒURS FAIBLES  SOIENT FORTS ET BRAVES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make our weak hearts strong and brave 
25- 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
26-  VIVRE ET MOURIR POUR SAUVER  CE MONDE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live a dying world to save 
27- 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
28-  NOUS VOICI, SUR TON AUTEL ENVOIE LE FEU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 see us on Your altar lay Send the fire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29-  NOUS TE DONNONS NOS VIES AUJOURD’HUI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give our lives to You today  
30- 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</a:t>
            </a:r>
            <a:endParaRPr lang="fr-F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Ô DIEU PUISSANT, FLAMME DÉVORANTE ENVOIE LE FEU </a:t>
            </a:r>
          </a:p>
          <a:p>
            <a:r>
              <a:rPr lang="fr-FR" smtClean="0"/>
              <a:t>O God of burning cleansing flame Send the fire</a:t>
            </a:r>
          </a:p>
          <a:p>
            <a:r>
              <a:rPr lang="fr-FR" smtClean="0"/>
              <a:t>2-  TON PRÉCIEUX SANG  NOUS RÉCLAMONS</a:t>
            </a:r>
          </a:p>
          <a:p>
            <a:r>
              <a:rPr lang="fr-FR" smtClean="0"/>
              <a:t>Your blood-bought gift today we claim 
3-  ENVOIE-LE AUJOURD’HUI </a:t>
            </a:r>
          </a:p>
          <a:p>
            <a:r>
              <a:rPr lang="fr-FR" smtClean="0"/>
              <a:t>Send the fire today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Couplet 2:
4-  Ô DIEU D’ÉLIE, ENTENDS NOS CRIS ENVOIE LE FEU </a:t>
            </a:r>
          </a:p>
          <a:p>
            <a:r>
              <a:rPr lang="fr-FR" smtClean="0"/>
              <a:t>God of Elijah hear our cry Send the fire</a:t>
            </a:r>
          </a:p>
          <a:p>
            <a:r>
              <a:rPr lang="fr-FR" smtClean="0"/>
              <a:t>5-  RENDS-NOUS CAPABLES DE VIVRE  EN TOI </a:t>
            </a:r>
          </a:p>
          <a:p>
            <a:r>
              <a:rPr lang="fr-FR" smtClean="0"/>
              <a:t>And make us fit to live or die</a:t>
            </a:r>
          </a:p>
          <a:p>
            <a:r>
              <a:rPr lang="fr-FR" smtClean="0"/>
              <a:t>6-  ENVOIE-LE AUJOURD’HUI </a:t>
            </a:r>
          </a:p>
          <a:p>
            <a:r>
              <a:rPr lang="fr-FR" smtClean="0"/>
              <a:t>Send the fire today</a:t>
            </a:r>
          </a:p>
          <a:p>
            <a:endParaRPr lang="fr-FR" smtClean="0"/>
          </a:p>
          <a:p>
            <a:r>
              <a:rPr lang="fr-FR" smtClean="0"/>
              <a:t>	Pré refrain:</a:t>
            </a:r>
          </a:p>
          <a:p>
            <a:r>
              <a:rPr lang="fr-FR" smtClean="0"/>
              <a:t>	7-  POUR BRÛLER CHAQUE TRACE  DE PÉCHÉ</a:t>
            </a:r>
          </a:p>
          <a:p>
            <a:r>
              <a:rPr lang="fr-FR" smtClean="0"/>
              <a:t>	To burn up ev'ry trace of sin 
	8-  APPORTER LA GLOIRE ET LA LUMIÈRE LA RÉVOLUTION COMMENCE ICI </a:t>
            </a:r>
          </a:p>
          <a:p>
            <a:r>
              <a:rPr lang="fr-FR" smtClean="0"/>
              <a:t>	To bring the light and glory in The revolution now begin</a:t>
            </a:r>
          </a:p>
          <a:p>
            <a:r>
              <a:rPr lang="fr-FR" smtClean="0"/>
              <a:t>	9-  ENVOIE-LE AUJOURD’HUI </a:t>
            </a:r>
          </a:p>
          <a:p>
            <a:r>
              <a:rPr lang="fr-FR" smtClean="0"/>
              <a:t>	Send the fire today</a:t>
            </a:r>
          </a:p>
          <a:p>
            <a:endParaRPr lang="fr-FR" smtClean="0"/>
          </a:p>
          <a:p>
            <a:r>
              <a:rPr lang="fr-FR" smtClean="0"/>
              <a:t>	Refrain:
	10-  ENVOIE LE FEU X3</a:t>
            </a:r>
          </a:p>
          <a:p>
            <a:r>
              <a:rPr lang="fr-FR" smtClean="0"/>
              <a:t>	Send the fire (3x)  
	11-  ENVOIE-LE AUJOURD’HUI</a:t>
            </a:r>
          </a:p>
          <a:p>
            <a:r>
              <a:rPr lang="fr-FR" smtClean="0"/>
              <a:t>	Send the fire today </a:t>
            </a:r>
          </a:p>
          <a:p>
            <a:endParaRPr lang="fr-FR" smtClean="0"/>
          </a:p>
          <a:p>
            <a:r>
              <a:rPr lang="fr-FR" smtClean="0"/>
              <a:t>Couplet 3:
12-  TON FEU EST NOTRE SEUL DÉSIR ENVOIE LE FEU </a:t>
            </a:r>
          </a:p>
          <a:p>
            <a:r>
              <a:rPr lang="fr-FR" smtClean="0"/>
              <a:t>It's fire we want for fire we plead Send the fire
13-  IL COMBLERA TOUS NOS BESOINS ENVOIE-LE AUJOURD’HUI</a:t>
            </a:r>
          </a:p>
          <a:p>
            <a:r>
              <a:rPr lang="fr-FR" smtClean="0"/>
              <a:t>The fire will meet our every need Send the fire today 
14-  DONNE-NOUS LA FORCE DE FAIRE  CE QUI EST DROIT </a:t>
            </a:r>
          </a:p>
          <a:p>
            <a:r>
              <a:rPr lang="fr-FR" smtClean="0"/>
              <a:t>For strength to always do what's right 
15-  LA GRÂCE DE VAINCRE  DANS NOS COMBATS  </a:t>
            </a:r>
          </a:p>
          <a:p>
            <a:r>
              <a:rPr lang="fr-FR" smtClean="0"/>
              <a:t>For grace to conquer in the fight 
16-  ET DE MARCHER DANS CE MONDE  EN BLANC VÊTUS DE BLANC </a:t>
            </a:r>
          </a:p>
          <a:p>
            <a:r>
              <a:rPr lang="fr-FR" smtClean="0"/>
              <a:t>For pow'r to walk the world in white 
17-  ENVOIE-LE AUJOURD’HUI </a:t>
            </a:r>
          </a:p>
          <a:p>
            <a:r>
              <a:rPr lang="fr-FR" smtClean="0"/>
              <a:t>Send the fire today </a:t>
            </a:r>
          </a:p>
          <a:p>
            <a:endParaRPr lang="fr-FR" smtClean="0"/>
          </a:p>
          <a:p>
            <a:r>
              <a:rPr lang="fr-FR" smtClean="0"/>
              <a:t>	Refrain:
	18-  ENVOIE LE FEU X3 </a:t>
            </a:r>
          </a:p>
          <a:p>
            <a:r>
              <a:rPr lang="fr-FR" smtClean="0"/>
              <a:t>	Send the fire (3x) 
	19-  ENVOIE-LE AUJOURD’HUI </a:t>
            </a:r>
          </a:p>
          <a:p>
            <a:r>
              <a:rPr lang="fr-FR" smtClean="0"/>
              <a:t>	Send the fire today 
</a:t>
            </a:r>
          </a:p>
          <a:p>
            <a:r>
              <a:rPr lang="fr-FR" smtClean="0"/>
              <a:t>Pont:</a:t>
            </a:r>
          </a:p>
          <a:p>
            <a:r>
              <a:rPr lang="fr-FR" smtClean="0"/>
              <a:t>20-  REGARDE-NOUS, NOUS T’ATTENDONS</a:t>
            </a:r>
          </a:p>
          <a:p>
            <a:r>
              <a:rPr lang="fr-FR" smtClean="0"/>
              <a:t>Look down and see this waiting host 
21-  ENVOIE LE SAINT-ESPRIT PROMIS </a:t>
            </a:r>
          </a:p>
          <a:p>
            <a:r>
              <a:rPr lang="fr-FR" smtClean="0"/>
              <a:t>And send the promised Holy Ghost 
22-  NOUS AVONS BESOIN  D’UNE AUTRE PENTECÔTE 
We need another Pentecost 
23-  ENVOIE-LE AUJOURD’HUI </a:t>
            </a:r>
          </a:p>
          <a:p>
            <a:r>
              <a:rPr lang="fr-FR" smtClean="0"/>
              <a:t>Send the fire today </a:t>
            </a:r>
          </a:p>
          <a:p>
            <a:endParaRPr lang="fr-FR" smtClean="0"/>
          </a:p>
          <a:p>
            <a:r>
              <a:rPr lang="fr-FR" smtClean="0"/>
              <a:t>Impro: 
24-  QUE NOS CŒURS FAIBLES  SOIENT FORTS ET BRAVES </a:t>
            </a:r>
          </a:p>
          <a:p>
            <a:r>
              <a:rPr lang="fr-FR" smtClean="0"/>
              <a:t>To make our weak hearts strong and brave 
25-  ENVOIE LE FEU </a:t>
            </a:r>
          </a:p>
          <a:p>
            <a:r>
              <a:rPr lang="fr-FR" smtClean="0"/>
              <a:t>Send the fire 
26-  VIVRE ET MOURIR POUR SAUVER  CE MONDE </a:t>
            </a:r>
          </a:p>
          <a:p>
            <a:r>
              <a:rPr lang="fr-FR" smtClean="0"/>
              <a:t>To live a dying world to save 
27-  ENVOIE LE FEU </a:t>
            </a:r>
          </a:p>
          <a:p>
            <a:r>
              <a:rPr lang="fr-FR" smtClean="0"/>
              <a:t>Send the fire
28-  NOUS VOICI, SUR TON AUTEL ENVOIE LE FEU</a:t>
            </a:r>
          </a:p>
          <a:p>
            <a:r>
              <a:rPr lang="fr-FR" smtClean="0"/>
              <a:t>Oh see us on Your altar lay Send the fire</a:t>
            </a:r>
          </a:p>
          <a:p>
            <a:r>
              <a:rPr lang="fr-FR" smtClean="0"/>
              <a:t>29-  NOUS TE DONNONS NOS VIES AUJOURD’HUI</a:t>
            </a:r>
          </a:p>
          <a:p>
            <a:r>
              <a:rPr lang="fr-FR" smtClean="0"/>
              <a:t>We give our lives to You today  
30-  ENVOIE LE FEU </a:t>
            </a:r>
          </a:p>
          <a:p>
            <a:r>
              <a:rPr lang="fr-FR" smtClean="0"/>
              <a:t>Send the fire</a:t>
            </a:r>
          </a:p>
          <a:p>
            <a:endParaRPr lang="fr-FR" smtClean="0"/>
          </a:p>
          <a:p>
            <a:r>
              <a:rPr lang="fr-FR" smtClean="0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13644441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Ô DIEU PUISSANT, FLAMME DÉVORANTE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God of burning cleansing flame Send the fire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2-  TON PRÉCIEUX SANG  NOUS RÉCLAMONS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 blood-bought gift today we claim 
3-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2:
4-  Ô DIEU D’ÉLIE, ENTENDS NOS CRIS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God of Elijah hear our cry Send the fire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RENDS-NOUS CAPABLES DE VIVRE  EN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make us fit to live or die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 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7-  POUR BRÛLER CHAQUE TRACE  DE PÉCHÉ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To burn up ev'ry trace of sin 
	8-  APPORTER LA GLOIRE ET LA LUMIÈRE LA RÉVOLUTION COMMENCE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To bring the light and glory in The revolution now begin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9-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today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10-  ENVOIE LE FEU X3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(3x)  
	11-  ENVOIE-LE AUJOURD’HUI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today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3:
12-  TON FEU EST NOTRE SEUL DÉSIR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 fire we want for fire we plead Send the fire
13-  IL COMBLERA TOUS NOS BESOINS ENVOIE-LE AUJOURD’HUI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fire will meet our every need Send the fire today 
14-  DONNE-NOUS LA FORCE DE FAIRE  CE QUI EST DROIT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strength to always do what's right 
15-  LA GRÂCE DE VAINCRE  DANS NOS COMBATS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grace to conquer in the fight 
16-  ET DE MARCHER DANS CE MONDE  EN BLANC VÊTUS DE BLANC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pow'r to walk the world in white 
17-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18-  ENVOIE LE FEU X3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(3x) 
	19-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today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20-  REGARDE-NOUS, NOUS T’ATTENDONS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 down and see this waiting host 
21-  ENVOIE LE SAINT-ESPRIT PROMIS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send the promised Holy Ghost 
22-  NOUS AVONS BESOIN  D’UNE AUTRE PENTECÔTE 
We need another Pentecost 
23-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Impro: 
24-  QUE NOS CŒURS FAIBLES  SOIENT FORTS ET BRAVES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make our weak hearts strong and brave 
25- 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
26-  VIVRE ET MOURIR POUR SAUVER  CE MONDE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live a dying world to save 
27- 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
28-  NOUS VOICI, SUR TON AUTEL ENVOIE LE FEU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 see us on Your altar lay Send the fire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29-  NOUS TE DONNONS NOS VIES AUJOURD’HUI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give our lives to You today  
30- 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</a:t>
            </a:r>
            <a:endParaRPr lang="fr-F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Ô DIEU PUISSANT, FLAMME DÉVORANTE ENVOIE LE FEU </a:t>
            </a:r>
          </a:p>
          <a:p>
            <a:r>
              <a:rPr lang="fr-FR" smtClean="0"/>
              <a:t>O God of burning cleansing flame Send the fire</a:t>
            </a:r>
          </a:p>
          <a:p>
            <a:r>
              <a:rPr lang="fr-FR" smtClean="0"/>
              <a:t>2-  TON PRÉCIEUX SANG  NOUS RÉCLAMONS</a:t>
            </a:r>
          </a:p>
          <a:p>
            <a:r>
              <a:rPr lang="fr-FR" smtClean="0"/>
              <a:t>Your blood-bought gift today we claim 
3-  ENVOIE-LE AUJOURD’HUI </a:t>
            </a:r>
          </a:p>
          <a:p>
            <a:r>
              <a:rPr lang="fr-FR" smtClean="0"/>
              <a:t>Send the fire today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Couplet 2:
4-  Ô DIEU D’ÉLIE, ENTENDS NOS CRIS ENVOIE LE FEU </a:t>
            </a:r>
          </a:p>
          <a:p>
            <a:r>
              <a:rPr lang="fr-FR" smtClean="0"/>
              <a:t>God of Elijah hear our cry Send the fire</a:t>
            </a:r>
          </a:p>
          <a:p>
            <a:r>
              <a:rPr lang="fr-FR" smtClean="0"/>
              <a:t>5-  RENDS-NOUS CAPABLES DE VIVRE  EN TOI </a:t>
            </a:r>
          </a:p>
          <a:p>
            <a:r>
              <a:rPr lang="fr-FR" smtClean="0"/>
              <a:t>And make us fit to live or die</a:t>
            </a:r>
          </a:p>
          <a:p>
            <a:r>
              <a:rPr lang="fr-FR" smtClean="0"/>
              <a:t>6-  ENVOIE-LE AUJOURD’HUI </a:t>
            </a:r>
          </a:p>
          <a:p>
            <a:r>
              <a:rPr lang="fr-FR" smtClean="0"/>
              <a:t>Send the fire today</a:t>
            </a:r>
          </a:p>
          <a:p>
            <a:endParaRPr lang="fr-FR" smtClean="0"/>
          </a:p>
          <a:p>
            <a:r>
              <a:rPr lang="fr-FR" smtClean="0"/>
              <a:t>	Pré refrain:</a:t>
            </a:r>
          </a:p>
          <a:p>
            <a:r>
              <a:rPr lang="fr-FR" smtClean="0"/>
              <a:t>	7-  POUR BRÛLER CHAQUE TRACE  DE PÉCHÉ</a:t>
            </a:r>
          </a:p>
          <a:p>
            <a:r>
              <a:rPr lang="fr-FR" smtClean="0"/>
              <a:t>	To burn up ev'ry trace of sin 
	8-  APPORTER LA GLOIRE ET LA LUMIÈRE LA RÉVOLUTION COMMENCE ICI </a:t>
            </a:r>
          </a:p>
          <a:p>
            <a:r>
              <a:rPr lang="fr-FR" smtClean="0"/>
              <a:t>	To bring the light and glory in The revolution now begin</a:t>
            </a:r>
          </a:p>
          <a:p>
            <a:r>
              <a:rPr lang="fr-FR" smtClean="0"/>
              <a:t>	9-  ENVOIE-LE AUJOURD’HUI </a:t>
            </a:r>
          </a:p>
          <a:p>
            <a:r>
              <a:rPr lang="fr-FR" smtClean="0"/>
              <a:t>	Send the fire today</a:t>
            </a:r>
          </a:p>
          <a:p>
            <a:endParaRPr lang="fr-FR" smtClean="0"/>
          </a:p>
          <a:p>
            <a:r>
              <a:rPr lang="fr-FR" smtClean="0"/>
              <a:t>	Refrain:
	10-  ENVOIE LE FEU X3</a:t>
            </a:r>
          </a:p>
          <a:p>
            <a:r>
              <a:rPr lang="fr-FR" smtClean="0"/>
              <a:t>	Send the fire (3x)  
	11-  ENVOIE-LE AUJOURD’HUI</a:t>
            </a:r>
          </a:p>
          <a:p>
            <a:r>
              <a:rPr lang="fr-FR" smtClean="0"/>
              <a:t>	Send the fire today </a:t>
            </a:r>
          </a:p>
          <a:p>
            <a:endParaRPr lang="fr-FR" smtClean="0"/>
          </a:p>
          <a:p>
            <a:r>
              <a:rPr lang="fr-FR" smtClean="0"/>
              <a:t>Couplet 3:
12-  TON FEU EST NOTRE SEUL DÉSIR ENVOIE LE FEU </a:t>
            </a:r>
          </a:p>
          <a:p>
            <a:r>
              <a:rPr lang="fr-FR" smtClean="0"/>
              <a:t>It's fire we want for fire we plead Send the fire
13-  IL COMBLERA TOUS NOS BESOINS ENVOIE-LE AUJOURD’HUI</a:t>
            </a:r>
          </a:p>
          <a:p>
            <a:r>
              <a:rPr lang="fr-FR" smtClean="0"/>
              <a:t>The fire will meet our every need Send the fire today 
14-  DONNE-NOUS LA FORCE DE FAIRE  CE QUI EST DROIT </a:t>
            </a:r>
          </a:p>
          <a:p>
            <a:r>
              <a:rPr lang="fr-FR" smtClean="0"/>
              <a:t>For strength to always do what's right 
15-  LA GRÂCE DE VAINCRE  DANS NOS COMBATS  </a:t>
            </a:r>
          </a:p>
          <a:p>
            <a:r>
              <a:rPr lang="fr-FR" smtClean="0"/>
              <a:t>For grace to conquer in the fight 
16-  ET DE MARCHER DANS CE MONDE  EN BLANC VÊTUS DE BLANC </a:t>
            </a:r>
          </a:p>
          <a:p>
            <a:r>
              <a:rPr lang="fr-FR" smtClean="0"/>
              <a:t>For pow'r to walk the world in white 
17-  ENVOIE-LE AUJOURD’HUI </a:t>
            </a:r>
          </a:p>
          <a:p>
            <a:r>
              <a:rPr lang="fr-FR" smtClean="0"/>
              <a:t>Send the fire today </a:t>
            </a:r>
          </a:p>
          <a:p>
            <a:endParaRPr lang="fr-FR" smtClean="0"/>
          </a:p>
          <a:p>
            <a:r>
              <a:rPr lang="fr-FR" smtClean="0"/>
              <a:t>	Refrain:
	18-  ENVOIE LE FEU X3 </a:t>
            </a:r>
          </a:p>
          <a:p>
            <a:r>
              <a:rPr lang="fr-FR" smtClean="0"/>
              <a:t>	Send the fire (3x) 
	19-  ENVOIE-LE AUJOURD’HUI </a:t>
            </a:r>
          </a:p>
          <a:p>
            <a:r>
              <a:rPr lang="fr-FR" smtClean="0"/>
              <a:t>	Send the fire today 
</a:t>
            </a:r>
          </a:p>
          <a:p>
            <a:r>
              <a:rPr lang="fr-FR" smtClean="0"/>
              <a:t>Pont:</a:t>
            </a:r>
          </a:p>
          <a:p>
            <a:r>
              <a:rPr lang="fr-FR" smtClean="0"/>
              <a:t>20-  REGARDE-NOUS, NOUS T’ATTENDONS</a:t>
            </a:r>
          </a:p>
          <a:p>
            <a:r>
              <a:rPr lang="fr-FR" smtClean="0"/>
              <a:t>Look down and see this waiting host 
21-  ENVOIE LE SAINT-ESPRIT PROMIS </a:t>
            </a:r>
          </a:p>
          <a:p>
            <a:r>
              <a:rPr lang="fr-FR" smtClean="0"/>
              <a:t>And send the promised Holy Ghost 
22-  NOUS AVONS BESOIN  D’UNE AUTRE PENTECÔTE 
We need another Pentecost 
23-  ENVOIE-LE AUJOURD’HUI </a:t>
            </a:r>
          </a:p>
          <a:p>
            <a:r>
              <a:rPr lang="fr-FR" smtClean="0"/>
              <a:t>Send the fire today </a:t>
            </a:r>
          </a:p>
          <a:p>
            <a:endParaRPr lang="fr-FR" smtClean="0"/>
          </a:p>
          <a:p>
            <a:r>
              <a:rPr lang="fr-FR" smtClean="0"/>
              <a:t>Impro: 
24-  QUE NOS CŒURS FAIBLES  SOIENT FORTS ET BRAVES </a:t>
            </a:r>
          </a:p>
          <a:p>
            <a:r>
              <a:rPr lang="fr-FR" smtClean="0"/>
              <a:t>To make our weak hearts strong and brave 
25-  ENVOIE LE FEU </a:t>
            </a:r>
          </a:p>
          <a:p>
            <a:r>
              <a:rPr lang="fr-FR" smtClean="0"/>
              <a:t>Send the fire 
26-  VIVRE ET MOURIR POUR SAUVER  CE MONDE </a:t>
            </a:r>
          </a:p>
          <a:p>
            <a:r>
              <a:rPr lang="fr-FR" smtClean="0"/>
              <a:t>To live a dying world to save 
27-  ENVOIE LE FEU </a:t>
            </a:r>
          </a:p>
          <a:p>
            <a:r>
              <a:rPr lang="fr-FR" smtClean="0"/>
              <a:t>Send the fire
28-  NOUS VOICI, SUR TON AUTEL ENVOIE LE FEU</a:t>
            </a:r>
          </a:p>
          <a:p>
            <a:r>
              <a:rPr lang="fr-FR" smtClean="0"/>
              <a:t>Oh see us on Your altar lay Send the fire</a:t>
            </a:r>
          </a:p>
          <a:p>
            <a:r>
              <a:rPr lang="fr-FR" smtClean="0"/>
              <a:t>29-  NOUS TE DONNONS NOS VIES AUJOURD’HUI</a:t>
            </a:r>
          </a:p>
          <a:p>
            <a:r>
              <a:rPr lang="fr-FR" smtClean="0"/>
              <a:t>We give our lives to You today  
30-  ENVOIE LE FEU </a:t>
            </a:r>
          </a:p>
          <a:p>
            <a:r>
              <a:rPr lang="fr-FR" smtClean="0"/>
              <a:t>Send the fire</a:t>
            </a:r>
          </a:p>
          <a:p>
            <a:endParaRPr lang="fr-FR" smtClean="0"/>
          </a:p>
          <a:p>
            <a:r>
              <a:rPr lang="fr-FR" smtClean="0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33334011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Ô DIEU PUISSANT, FLAMME DÉVORANTE ENVOIE LE FEU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burning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cleansing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flame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2-  TON PRÉCIEUX SANG  NOUS RÉCLAMONS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blood-bought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gift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claim 
3-  ENVOIE-LE AUJOURD’HUI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2:
4-  Ô DIEU D’ÉLIE, ENTENDS NOS CRIS ENVOIE LE FEU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Elijah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RENDS-NOUS CAPABLES DE VIVRE  EN TOI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 fit to live or die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ENVOIE-LE AUJOURD’HUI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 refrain: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7-  POUR BRÛLER CHAQUE TRACE  DE PÉCHÉ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burn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up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ev'ry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trace of sin 
	8-  APPORTER LA GLOIRE ET LA LUMIÈRE LA RÉVOLUTION COMMENCE ICI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light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glory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revolution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begin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9-  ENVOIE-LE AUJOURD’HUI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10-  ENVOIE LE FEU X3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(3x)  
	11-  ENVOIE-LE AUJOURD’HUI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3:
12-  TON FEU EST NOTRE SEUL DÉSIR ENVOIE LE FEU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want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plead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13-  IL COMBLERA TOUS NOS BESOINS ENVOIE-LE AUJOURD’HUI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meet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need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14-  DONNE-NOUS LA FORCE DE FAIRE  CE QUI EST DROIT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strength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always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what's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right 
15-  LA GRÂCE DE VAINCRE  DANS NOS COMBATS 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grace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conquer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fight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16-  ET DE MARCHER DANS CE MONDE  EN BLANC VÊTUS DE BLANC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pow'r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walk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world in white 
17-  ENVOIE-LE AUJOURD’HUI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18-  ENVOIE LE FEU X3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(3x) 
	19-  ENVOIE-LE AUJOURD’HUI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20-  REGARDE-NOUS, NOUS T’ATTENDONS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 down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waiting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host 
21-  ENVOIE LE SAINT-ESPRIT PROMIS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promised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Holy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Ghost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22-  NOUS AVONS BESOIN  D’UNE AUTRE PENTECÔTE 
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need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another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Pentecost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23-  ENVOIE-LE AUJOURD’HUI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Impro: 
24-  QUE NOS CŒURS FAIBLES  SOIENT FORTS ET BRAVES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weak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hearts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strong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brave 
25-  ENVOIE LE FEU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26-  VIVRE ET MOURIR POUR SAUVER  CE MONDE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live a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dying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world to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save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27-  ENVOIE LE FEU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28-  NOUS VOICI, SUR TON AUTEL ENVOIE LE FEU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 on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altar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29-  NOUS TE DONNONS NOS VIES AUJOURD’HUI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give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lives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You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30-  ENVOIE LE FEU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Ô DIEU PUISSANT, FLAMME DÉVORANTE ENVOIE LE FEU </a:t>
            </a:r>
          </a:p>
          <a:p>
            <a:r>
              <a:rPr lang="fr-FR" smtClean="0"/>
              <a:t>O God of burning cleansing flame Send the fire</a:t>
            </a:r>
          </a:p>
          <a:p>
            <a:r>
              <a:rPr lang="fr-FR" smtClean="0"/>
              <a:t>2-  TON PRÉCIEUX SANG  NOUS RÉCLAMONS</a:t>
            </a:r>
          </a:p>
          <a:p>
            <a:r>
              <a:rPr lang="fr-FR" smtClean="0"/>
              <a:t>Your blood-bought gift today we claim 
3-  ENVOIE-LE AUJOURD’HUI </a:t>
            </a:r>
          </a:p>
          <a:p>
            <a:r>
              <a:rPr lang="fr-FR" smtClean="0"/>
              <a:t>Send the fire today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Couplet 2:
4-  Ô DIEU D’ÉLIE, ENTENDS NOS CRIS ENVOIE LE FEU </a:t>
            </a:r>
          </a:p>
          <a:p>
            <a:r>
              <a:rPr lang="fr-FR" smtClean="0"/>
              <a:t>God of Elijah hear our cry Send the fire</a:t>
            </a:r>
          </a:p>
          <a:p>
            <a:r>
              <a:rPr lang="fr-FR" smtClean="0"/>
              <a:t>5-  RENDS-NOUS CAPABLES DE VIVRE  EN TOI </a:t>
            </a:r>
          </a:p>
          <a:p>
            <a:r>
              <a:rPr lang="fr-FR" smtClean="0"/>
              <a:t>And make us fit to live or die</a:t>
            </a:r>
          </a:p>
          <a:p>
            <a:r>
              <a:rPr lang="fr-FR" smtClean="0"/>
              <a:t>6-  ENVOIE-LE AUJOURD’HUI </a:t>
            </a:r>
          </a:p>
          <a:p>
            <a:r>
              <a:rPr lang="fr-FR" smtClean="0"/>
              <a:t>Send the fire today</a:t>
            </a:r>
          </a:p>
          <a:p>
            <a:endParaRPr lang="fr-FR" smtClean="0"/>
          </a:p>
          <a:p>
            <a:r>
              <a:rPr lang="fr-FR" smtClean="0"/>
              <a:t>	Pré refrain:</a:t>
            </a:r>
          </a:p>
          <a:p>
            <a:r>
              <a:rPr lang="fr-FR" smtClean="0"/>
              <a:t>	7-  POUR BRÛLER CHAQUE TRACE  DE PÉCHÉ</a:t>
            </a:r>
          </a:p>
          <a:p>
            <a:r>
              <a:rPr lang="fr-FR" smtClean="0"/>
              <a:t>	To burn up ev'ry trace of sin 
	8-  APPORTER LA GLOIRE ET LA LUMIÈRE LA RÉVOLUTION COMMENCE ICI </a:t>
            </a:r>
          </a:p>
          <a:p>
            <a:r>
              <a:rPr lang="fr-FR" smtClean="0"/>
              <a:t>	To bring the light and glory in The revolution now begin</a:t>
            </a:r>
          </a:p>
          <a:p>
            <a:r>
              <a:rPr lang="fr-FR" smtClean="0"/>
              <a:t>	9-  ENVOIE-LE AUJOURD’HUI </a:t>
            </a:r>
          </a:p>
          <a:p>
            <a:r>
              <a:rPr lang="fr-FR" smtClean="0"/>
              <a:t>	Send the fire today</a:t>
            </a:r>
          </a:p>
          <a:p>
            <a:endParaRPr lang="fr-FR" smtClean="0"/>
          </a:p>
          <a:p>
            <a:r>
              <a:rPr lang="fr-FR" smtClean="0"/>
              <a:t>	Refrain:
	10-  ENVOIE LE FEU X3</a:t>
            </a:r>
          </a:p>
          <a:p>
            <a:r>
              <a:rPr lang="fr-FR" smtClean="0"/>
              <a:t>	Send the fire (3x)  
	11-  ENVOIE-LE AUJOURD’HUI</a:t>
            </a:r>
          </a:p>
          <a:p>
            <a:r>
              <a:rPr lang="fr-FR" smtClean="0"/>
              <a:t>	Send the fire today </a:t>
            </a:r>
          </a:p>
          <a:p>
            <a:endParaRPr lang="fr-FR" smtClean="0"/>
          </a:p>
          <a:p>
            <a:r>
              <a:rPr lang="fr-FR" smtClean="0"/>
              <a:t>Couplet 3:
12-  TON FEU EST NOTRE SEUL DÉSIR ENVOIE LE FEU </a:t>
            </a:r>
          </a:p>
          <a:p>
            <a:r>
              <a:rPr lang="fr-FR" smtClean="0"/>
              <a:t>It's fire we want for fire we plead Send the fire
13-  IL COMBLERA TOUS NOS BESOINS ENVOIE-LE AUJOURD’HUI</a:t>
            </a:r>
          </a:p>
          <a:p>
            <a:r>
              <a:rPr lang="fr-FR" smtClean="0"/>
              <a:t>The fire will meet our every need Send the fire today 
14-  DONNE-NOUS LA FORCE DE FAIRE  CE QUI EST DROIT </a:t>
            </a:r>
          </a:p>
          <a:p>
            <a:r>
              <a:rPr lang="fr-FR" smtClean="0"/>
              <a:t>For strength to always do what's right 
15-  LA GRÂCE DE VAINCRE  DANS NOS COMBATS  </a:t>
            </a:r>
          </a:p>
          <a:p>
            <a:r>
              <a:rPr lang="fr-FR" smtClean="0"/>
              <a:t>For grace to conquer in the fight 
16-  ET DE MARCHER DANS CE MONDE  EN BLANC VÊTUS DE BLANC </a:t>
            </a:r>
          </a:p>
          <a:p>
            <a:r>
              <a:rPr lang="fr-FR" smtClean="0"/>
              <a:t>For pow'r to walk the world in white 
17-  ENVOIE-LE AUJOURD’HUI </a:t>
            </a:r>
          </a:p>
          <a:p>
            <a:r>
              <a:rPr lang="fr-FR" smtClean="0"/>
              <a:t>Send the fire today </a:t>
            </a:r>
          </a:p>
          <a:p>
            <a:endParaRPr lang="fr-FR" smtClean="0"/>
          </a:p>
          <a:p>
            <a:r>
              <a:rPr lang="fr-FR" smtClean="0"/>
              <a:t>	Refrain:
	18-  ENVOIE LE FEU X3 </a:t>
            </a:r>
          </a:p>
          <a:p>
            <a:r>
              <a:rPr lang="fr-FR" smtClean="0"/>
              <a:t>	Send the fire (3x) 
	19-  ENVOIE-LE AUJOURD’HUI </a:t>
            </a:r>
          </a:p>
          <a:p>
            <a:r>
              <a:rPr lang="fr-FR" smtClean="0"/>
              <a:t>	Send the fire today 
</a:t>
            </a:r>
          </a:p>
          <a:p>
            <a:r>
              <a:rPr lang="fr-FR" smtClean="0"/>
              <a:t>Pont:</a:t>
            </a:r>
          </a:p>
          <a:p>
            <a:r>
              <a:rPr lang="fr-FR" smtClean="0"/>
              <a:t>20-  REGARDE-NOUS, NOUS T’ATTENDONS</a:t>
            </a:r>
          </a:p>
          <a:p>
            <a:r>
              <a:rPr lang="fr-FR" smtClean="0"/>
              <a:t>Look down and see this waiting host 
21-  ENVOIE LE SAINT-ESPRIT PROMIS </a:t>
            </a:r>
          </a:p>
          <a:p>
            <a:r>
              <a:rPr lang="fr-FR" smtClean="0"/>
              <a:t>And send the promised Holy Ghost 
22-  NOUS AVONS BESOIN  D’UNE AUTRE PENTECÔTE 
We need another Pentecost 
23-  ENVOIE-LE AUJOURD’HUI </a:t>
            </a:r>
          </a:p>
          <a:p>
            <a:r>
              <a:rPr lang="fr-FR" smtClean="0"/>
              <a:t>Send the fire today </a:t>
            </a:r>
          </a:p>
          <a:p>
            <a:endParaRPr lang="fr-FR" smtClean="0"/>
          </a:p>
          <a:p>
            <a:r>
              <a:rPr lang="fr-FR" smtClean="0"/>
              <a:t>Impro: 
24-  QUE NOS CŒURS FAIBLES  SOIENT FORTS ET BRAVES </a:t>
            </a:r>
          </a:p>
          <a:p>
            <a:r>
              <a:rPr lang="fr-FR" smtClean="0"/>
              <a:t>To make our weak hearts strong and brave 
25-  ENVOIE LE FEU </a:t>
            </a:r>
          </a:p>
          <a:p>
            <a:r>
              <a:rPr lang="fr-FR" smtClean="0"/>
              <a:t>Send the fire 
26-  VIVRE ET MOURIR POUR SAUVER  CE MONDE </a:t>
            </a:r>
          </a:p>
          <a:p>
            <a:r>
              <a:rPr lang="fr-FR" smtClean="0"/>
              <a:t>To live a dying world to save 
27-  ENVOIE LE FEU </a:t>
            </a:r>
          </a:p>
          <a:p>
            <a:r>
              <a:rPr lang="fr-FR" smtClean="0"/>
              <a:t>Send the fire
28-  NOUS VOICI, SUR TON AUTEL ENVOIE LE FEU</a:t>
            </a:r>
          </a:p>
          <a:p>
            <a:r>
              <a:rPr lang="fr-FR" smtClean="0"/>
              <a:t>Oh see us on Your altar lay Send the fire</a:t>
            </a:r>
          </a:p>
          <a:p>
            <a:r>
              <a:rPr lang="fr-FR" smtClean="0"/>
              <a:t>29-  NOUS TE DONNONS NOS VIES AUJOURD’HUI</a:t>
            </a:r>
          </a:p>
          <a:p>
            <a:r>
              <a:rPr lang="fr-FR" smtClean="0"/>
              <a:t>We give our lives to You today  
30-  ENVOIE LE FEU </a:t>
            </a:r>
          </a:p>
          <a:p>
            <a:r>
              <a:rPr lang="fr-FR" smtClean="0"/>
              <a:t>Send the fire</a:t>
            </a:r>
          </a:p>
          <a:p>
            <a:endParaRPr lang="fr-FR" smtClean="0"/>
          </a:p>
          <a:p>
            <a:r>
              <a:rPr lang="fr-FR" smtClean="0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25021028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Ô DIEU PUISSANT, FLAMME DÉVORANTE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God of burning cleansing flame Send the fire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2-  TON PRÉCIEUX SANG  NOUS RÉCLAMONS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 blood-bought gift today we claim 
3-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2:
4-  Ô DIEU D’ÉLIE, ENTENDS NOS CRIS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God of Elijah hear our cry Send the fire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RENDS-NOUS CAPABLES DE VIVRE  EN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make us fit to live or die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 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7-  POUR BRÛLER CHAQUE TRACE  DE PÉCHÉ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To burn up ev'ry trace of sin 
	8-  APPORTER LA GLOIRE ET LA LUMIÈRE LA RÉVOLUTION COMMENCE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To bring the light and glory in The revolution now begin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9-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today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10-  ENVOIE LE FEU X3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(3x)  
	11-  ENVOIE-LE AUJOURD’HUI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today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3:
12-  TON FEU EST NOTRE SEUL DÉSIR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 fire we want for fire we plead Send the fire
13-  IL COMBLERA TOUS NOS BESOINS ENVOIE-LE AUJOURD’HUI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fire will meet our every need Send the fire today 
14-  DONNE-NOUS LA FORCE DE FAIRE  CE QUI EST DROIT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strength to always do what's right 
15-  LA GRÂCE DE VAINCRE  DANS NOS COMBATS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grace to conquer in the fight 
16-  ET DE MARCHER DANS CE MONDE  EN BLANC VÊTUS DE BLANC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pow'r to walk the world in white 
17-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18-  ENVOIE LE FEU X3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(3x) 
	19-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today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20-  REGARDE-NOUS, NOUS T’ATTENDONS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 down and see this waiting host 
21-  ENVOIE LE SAINT-ESPRIT PROMIS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send the promised Holy Ghost 
22-  NOUS AVONS BESOIN  D’UNE AUTRE PENTECÔTE 
We need another Pentecost 
23-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Impro: 
24-  QUE NOS CŒURS FAIBLES  SOIENT FORTS ET BRAVES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make our weak hearts strong and brave 
25- 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
26-  VIVRE ET MOURIR POUR SAUVER  CE MONDE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live a dying world to save 
27- 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
28-  NOUS VOICI, SUR TON AUTEL ENVOIE LE FEU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 see us on Your altar lay Send the fire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29-  NOUS TE DONNONS NOS VIES AUJOURD’HUI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give our lives to You today  
30- 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</a:t>
            </a:r>
            <a:endParaRPr lang="fr-F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Ô DIEU PUISSANT, FLAMME DÉVORANTE ENVOIE LE FEU </a:t>
            </a:r>
          </a:p>
          <a:p>
            <a:r>
              <a:rPr lang="fr-FR" smtClean="0"/>
              <a:t>O God of burning cleansing flame Send the fire</a:t>
            </a:r>
          </a:p>
          <a:p>
            <a:r>
              <a:rPr lang="fr-FR" smtClean="0"/>
              <a:t>2-  TON PRÉCIEUX SANG  NOUS RÉCLAMONS</a:t>
            </a:r>
          </a:p>
          <a:p>
            <a:r>
              <a:rPr lang="fr-FR" smtClean="0"/>
              <a:t>Your blood-bought gift today we claim 
3-  ENVOIE-LE AUJOURD’HUI </a:t>
            </a:r>
          </a:p>
          <a:p>
            <a:r>
              <a:rPr lang="fr-FR" smtClean="0"/>
              <a:t>Send the fire today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Couplet 2:
4-  Ô DIEU D’ÉLIE, ENTENDS NOS CRIS ENVOIE LE FEU </a:t>
            </a:r>
          </a:p>
          <a:p>
            <a:r>
              <a:rPr lang="fr-FR" smtClean="0"/>
              <a:t>God of Elijah hear our cry Send the fire</a:t>
            </a:r>
          </a:p>
          <a:p>
            <a:r>
              <a:rPr lang="fr-FR" smtClean="0"/>
              <a:t>5-  RENDS-NOUS CAPABLES DE VIVRE  EN TOI </a:t>
            </a:r>
          </a:p>
          <a:p>
            <a:r>
              <a:rPr lang="fr-FR" smtClean="0"/>
              <a:t>And make us fit to live or die</a:t>
            </a:r>
          </a:p>
          <a:p>
            <a:r>
              <a:rPr lang="fr-FR" smtClean="0"/>
              <a:t>6-  ENVOIE-LE AUJOURD’HUI </a:t>
            </a:r>
          </a:p>
          <a:p>
            <a:r>
              <a:rPr lang="fr-FR" smtClean="0"/>
              <a:t>Send the fire today</a:t>
            </a:r>
          </a:p>
          <a:p>
            <a:endParaRPr lang="fr-FR" smtClean="0"/>
          </a:p>
          <a:p>
            <a:r>
              <a:rPr lang="fr-FR" smtClean="0"/>
              <a:t>	Pré refrain:</a:t>
            </a:r>
          </a:p>
          <a:p>
            <a:r>
              <a:rPr lang="fr-FR" smtClean="0"/>
              <a:t>	7-  POUR BRÛLER CHAQUE TRACE  DE PÉCHÉ</a:t>
            </a:r>
          </a:p>
          <a:p>
            <a:r>
              <a:rPr lang="fr-FR" smtClean="0"/>
              <a:t>	To burn up ev'ry trace of sin 
	8-  APPORTER LA GLOIRE ET LA LUMIÈRE LA RÉVOLUTION COMMENCE ICI </a:t>
            </a:r>
          </a:p>
          <a:p>
            <a:r>
              <a:rPr lang="fr-FR" smtClean="0"/>
              <a:t>	To bring the light and glory in The revolution now begin</a:t>
            </a:r>
          </a:p>
          <a:p>
            <a:r>
              <a:rPr lang="fr-FR" smtClean="0"/>
              <a:t>	9-  ENVOIE-LE AUJOURD’HUI </a:t>
            </a:r>
          </a:p>
          <a:p>
            <a:r>
              <a:rPr lang="fr-FR" smtClean="0"/>
              <a:t>	Send the fire today</a:t>
            </a:r>
          </a:p>
          <a:p>
            <a:endParaRPr lang="fr-FR" smtClean="0"/>
          </a:p>
          <a:p>
            <a:r>
              <a:rPr lang="fr-FR" smtClean="0"/>
              <a:t>	Refrain:
	10-  ENVOIE LE FEU X3</a:t>
            </a:r>
          </a:p>
          <a:p>
            <a:r>
              <a:rPr lang="fr-FR" smtClean="0"/>
              <a:t>	Send the fire (3x)  
	11-  ENVOIE-LE AUJOURD’HUI</a:t>
            </a:r>
          </a:p>
          <a:p>
            <a:r>
              <a:rPr lang="fr-FR" smtClean="0"/>
              <a:t>	Send the fire today </a:t>
            </a:r>
          </a:p>
          <a:p>
            <a:endParaRPr lang="fr-FR" smtClean="0"/>
          </a:p>
          <a:p>
            <a:r>
              <a:rPr lang="fr-FR" smtClean="0"/>
              <a:t>Couplet 3:
12-  TON FEU EST NOTRE SEUL DÉSIR ENVOIE LE FEU </a:t>
            </a:r>
          </a:p>
          <a:p>
            <a:r>
              <a:rPr lang="fr-FR" smtClean="0"/>
              <a:t>It's fire we want for fire we plead Send the fire
13-  IL COMBLERA TOUS NOS BESOINS ENVOIE-LE AUJOURD’HUI</a:t>
            </a:r>
          </a:p>
          <a:p>
            <a:r>
              <a:rPr lang="fr-FR" smtClean="0"/>
              <a:t>The fire will meet our every need Send the fire today 
14-  DONNE-NOUS LA FORCE DE FAIRE  CE QUI EST DROIT </a:t>
            </a:r>
          </a:p>
          <a:p>
            <a:r>
              <a:rPr lang="fr-FR" smtClean="0"/>
              <a:t>For strength to always do what's right 
15-  LA GRÂCE DE VAINCRE  DANS NOS COMBATS  </a:t>
            </a:r>
          </a:p>
          <a:p>
            <a:r>
              <a:rPr lang="fr-FR" smtClean="0"/>
              <a:t>For grace to conquer in the fight 
16-  ET DE MARCHER DANS CE MONDE  EN BLANC VÊTUS DE BLANC </a:t>
            </a:r>
          </a:p>
          <a:p>
            <a:r>
              <a:rPr lang="fr-FR" smtClean="0"/>
              <a:t>For pow'r to walk the world in white 
17-  ENVOIE-LE AUJOURD’HUI </a:t>
            </a:r>
          </a:p>
          <a:p>
            <a:r>
              <a:rPr lang="fr-FR" smtClean="0"/>
              <a:t>Send the fire today </a:t>
            </a:r>
          </a:p>
          <a:p>
            <a:endParaRPr lang="fr-FR" smtClean="0"/>
          </a:p>
          <a:p>
            <a:r>
              <a:rPr lang="fr-FR" smtClean="0"/>
              <a:t>	Refrain:
	18-  ENVOIE LE FEU X3 </a:t>
            </a:r>
          </a:p>
          <a:p>
            <a:r>
              <a:rPr lang="fr-FR" smtClean="0"/>
              <a:t>	Send the fire (3x) 
	19-  ENVOIE-LE AUJOURD’HUI </a:t>
            </a:r>
          </a:p>
          <a:p>
            <a:r>
              <a:rPr lang="fr-FR" smtClean="0"/>
              <a:t>	Send the fire today 
</a:t>
            </a:r>
          </a:p>
          <a:p>
            <a:r>
              <a:rPr lang="fr-FR" smtClean="0"/>
              <a:t>Pont:</a:t>
            </a:r>
          </a:p>
          <a:p>
            <a:r>
              <a:rPr lang="fr-FR" smtClean="0"/>
              <a:t>20-  REGARDE-NOUS, NOUS T’ATTENDONS</a:t>
            </a:r>
          </a:p>
          <a:p>
            <a:r>
              <a:rPr lang="fr-FR" smtClean="0"/>
              <a:t>Look down and see this waiting host 
21-  ENVOIE LE SAINT-ESPRIT PROMIS </a:t>
            </a:r>
          </a:p>
          <a:p>
            <a:r>
              <a:rPr lang="fr-FR" smtClean="0"/>
              <a:t>And send the promised Holy Ghost 
22-  NOUS AVONS BESOIN  D’UNE AUTRE PENTECÔTE 
We need another Pentecost 
23-  ENVOIE-LE AUJOURD’HUI </a:t>
            </a:r>
          </a:p>
          <a:p>
            <a:r>
              <a:rPr lang="fr-FR" smtClean="0"/>
              <a:t>Send the fire today </a:t>
            </a:r>
          </a:p>
          <a:p>
            <a:endParaRPr lang="fr-FR" smtClean="0"/>
          </a:p>
          <a:p>
            <a:r>
              <a:rPr lang="fr-FR" smtClean="0"/>
              <a:t>Impro: 
24-  QUE NOS CŒURS FAIBLES  SOIENT FORTS ET BRAVES </a:t>
            </a:r>
          </a:p>
          <a:p>
            <a:r>
              <a:rPr lang="fr-FR" smtClean="0"/>
              <a:t>To make our weak hearts strong and brave 
25-  ENVOIE LE FEU </a:t>
            </a:r>
          </a:p>
          <a:p>
            <a:r>
              <a:rPr lang="fr-FR" smtClean="0"/>
              <a:t>Send the fire 
26-  VIVRE ET MOURIR POUR SAUVER  CE MONDE </a:t>
            </a:r>
          </a:p>
          <a:p>
            <a:r>
              <a:rPr lang="fr-FR" smtClean="0"/>
              <a:t>To live a dying world to save 
27-  ENVOIE LE FEU </a:t>
            </a:r>
          </a:p>
          <a:p>
            <a:r>
              <a:rPr lang="fr-FR" smtClean="0"/>
              <a:t>Send the fire
28-  NOUS VOICI, SUR TON AUTEL ENVOIE LE FEU</a:t>
            </a:r>
          </a:p>
          <a:p>
            <a:r>
              <a:rPr lang="fr-FR" smtClean="0"/>
              <a:t>Oh see us on Your altar lay Send the fire</a:t>
            </a:r>
          </a:p>
          <a:p>
            <a:r>
              <a:rPr lang="fr-FR" smtClean="0"/>
              <a:t>29-  NOUS TE DONNONS NOS VIES AUJOURD’HUI</a:t>
            </a:r>
          </a:p>
          <a:p>
            <a:r>
              <a:rPr lang="fr-FR" smtClean="0"/>
              <a:t>We give our lives to You today  
30-  ENVOIE LE FEU </a:t>
            </a:r>
          </a:p>
          <a:p>
            <a:r>
              <a:rPr lang="fr-FR" smtClean="0"/>
              <a:t>Send the fire</a:t>
            </a:r>
          </a:p>
          <a:p>
            <a:endParaRPr lang="fr-FR" smtClean="0"/>
          </a:p>
          <a:p>
            <a:r>
              <a:rPr lang="fr-FR" smtClean="0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41952997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Ô DIEU PUISSANT, FLAMME DÉVORANTE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God of burning cleansing flame Send the fire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2-  TON PRÉCIEUX SANG  NOUS RÉCLAMONS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 blood-bought gift today we claim 
3-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2:
4-  Ô DIEU D’ÉLIE, ENTENDS NOS CRIS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God of Elijah hear our cry Send the fire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RENDS-NOUS CAPABLES DE VIVRE  EN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make us fit to live or die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 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7-  POUR BRÛLER CHAQUE TRACE  DE PÉCHÉ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To burn up ev'ry trace of sin 
	8-  APPORTER LA GLOIRE ET LA LUMIÈRE LA RÉVOLUTION COMMENCE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To bring the light and glory in The revolution now begin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9-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today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10-  ENVOIE LE FEU X3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(3x)  
	11-  ENVOIE-LE AUJOURD’HUI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today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3:
12-  TON FEU EST NOTRE SEUL DÉSIR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 fire we want for fire we plead Send the fire
13-  IL COMBLERA TOUS NOS BESOINS ENVOIE-LE AUJOURD’HUI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fire will meet our every need Send the fire today 
14-  DONNE-NOUS LA FORCE DE FAIRE  CE QUI EST DROIT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strength to always do what's right 
15-  LA GRÂCE DE VAINCRE  DANS NOS COMBATS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grace to conquer in the fight 
16-  ET DE MARCHER DANS CE MONDE  EN BLANC VÊTUS DE BLANC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pow'r to walk the world in white 
17-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18-  ENVOIE LE FEU X3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(3x) 
	19-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today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20-  REGARDE-NOUS, NOUS T’ATTENDONS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 down and see this waiting host 
21-  ENVOIE LE SAINT-ESPRIT PROMIS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send the promised Holy Ghost 
22-  NOUS AVONS BESOIN  D’UNE AUTRE PENTECÔTE 
We need another Pentecost 
23-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Impro: 
24-  QUE NOS CŒURS FAIBLES  SOIENT FORTS ET BRAVES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make our weak hearts strong and brave 
25- 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
26-  VIVRE ET MOURIR POUR SAUVER  CE MONDE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live a dying world to save 
27- 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
28-  NOUS VOICI, SUR TON AUTEL ENVOIE LE FEU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 see us on Your altar lay Send the fire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29-  NOUS TE DONNONS NOS VIES AUJOURD’HUI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give our lives to You today  
30- 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</a:t>
            </a:r>
            <a:endParaRPr lang="fr-F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Ô DIEU PUISSANT, FLAMME DÉVORANTE ENVOIE LE FEU </a:t>
            </a:r>
          </a:p>
          <a:p>
            <a:r>
              <a:rPr lang="fr-FR" smtClean="0"/>
              <a:t>O God of burning cleansing flame Send the fire</a:t>
            </a:r>
          </a:p>
          <a:p>
            <a:r>
              <a:rPr lang="fr-FR" smtClean="0"/>
              <a:t>2-  TON PRÉCIEUX SANG  NOUS RÉCLAMONS</a:t>
            </a:r>
          </a:p>
          <a:p>
            <a:r>
              <a:rPr lang="fr-FR" smtClean="0"/>
              <a:t>Your blood-bought gift today we claim 
3-  ENVOIE-LE AUJOURD’HUI </a:t>
            </a:r>
          </a:p>
          <a:p>
            <a:r>
              <a:rPr lang="fr-FR" smtClean="0"/>
              <a:t>Send the fire today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Couplet 2:
4-  Ô DIEU D’ÉLIE, ENTENDS NOS CRIS ENVOIE LE FEU </a:t>
            </a:r>
          </a:p>
          <a:p>
            <a:r>
              <a:rPr lang="fr-FR" smtClean="0"/>
              <a:t>God of Elijah hear our cry Send the fire</a:t>
            </a:r>
          </a:p>
          <a:p>
            <a:r>
              <a:rPr lang="fr-FR" smtClean="0"/>
              <a:t>5-  RENDS-NOUS CAPABLES DE VIVRE  EN TOI </a:t>
            </a:r>
          </a:p>
          <a:p>
            <a:r>
              <a:rPr lang="fr-FR" smtClean="0"/>
              <a:t>And make us fit to live or die</a:t>
            </a:r>
          </a:p>
          <a:p>
            <a:r>
              <a:rPr lang="fr-FR" smtClean="0"/>
              <a:t>6-  ENVOIE-LE AUJOURD’HUI </a:t>
            </a:r>
          </a:p>
          <a:p>
            <a:r>
              <a:rPr lang="fr-FR" smtClean="0"/>
              <a:t>Send the fire today</a:t>
            </a:r>
          </a:p>
          <a:p>
            <a:endParaRPr lang="fr-FR" smtClean="0"/>
          </a:p>
          <a:p>
            <a:r>
              <a:rPr lang="fr-FR" smtClean="0"/>
              <a:t>	Pré refrain:</a:t>
            </a:r>
          </a:p>
          <a:p>
            <a:r>
              <a:rPr lang="fr-FR" smtClean="0"/>
              <a:t>	7-  POUR BRÛLER CHAQUE TRACE  DE PÉCHÉ</a:t>
            </a:r>
          </a:p>
          <a:p>
            <a:r>
              <a:rPr lang="fr-FR" smtClean="0"/>
              <a:t>	To burn up ev'ry trace of sin 
	8-  APPORTER LA GLOIRE ET LA LUMIÈRE LA RÉVOLUTION COMMENCE ICI </a:t>
            </a:r>
          </a:p>
          <a:p>
            <a:r>
              <a:rPr lang="fr-FR" smtClean="0"/>
              <a:t>	To bring the light and glory in The revolution now begin</a:t>
            </a:r>
          </a:p>
          <a:p>
            <a:r>
              <a:rPr lang="fr-FR" smtClean="0"/>
              <a:t>	9-  ENVOIE-LE AUJOURD’HUI </a:t>
            </a:r>
          </a:p>
          <a:p>
            <a:r>
              <a:rPr lang="fr-FR" smtClean="0"/>
              <a:t>	Send the fire today</a:t>
            </a:r>
          </a:p>
          <a:p>
            <a:endParaRPr lang="fr-FR" smtClean="0"/>
          </a:p>
          <a:p>
            <a:r>
              <a:rPr lang="fr-FR" smtClean="0"/>
              <a:t>	Refrain:
	10-  ENVOIE LE FEU X3</a:t>
            </a:r>
          </a:p>
          <a:p>
            <a:r>
              <a:rPr lang="fr-FR" smtClean="0"/>
              <a:t>	Send the fire (3x)  
	11-  ENVOIE-LE AUJOURD’HUI</a:t>
            </a:r>
          </a:p>
          <a:p>
            <a:r>
              <a:rPr lang="fr-FR" smtClean="0"/>
              <a:t>	Send the fire today </a:t>
            </a:r>
          </a:p>
          <a:p>
            <a:endParaRPr lang="fr-FR" smtClean="0"/>
          </a:p>
          <a:p>
            <a:r>
              <a:rPr lang="fr-FR" smtClean="0"/>
              <a:t>Couplet 3:
12-  TON FEU EST NOTRE SEUL DÉSIR ENVOIE LE FEU </a:t>
            </a:r>
          </a:p>
          <a:p>
            <a:r>
              <a:rPr lang="fr-FR" smtClean="0"/>
              <a:t>It's fire we want for fire we plead Send the fire
13-  IL COMBLERA TOUS NOS BESOINS ENVOIE-LE AUJOURD’HUI</a:t>
            </a:r>
          </a:p>
          <a:p>
            <a:r>
              <a:rPr lang="fr-FR" smtClean="0"/>
              <a:t>The fire will meet our every need Send the fire today 
14-  DONNE-NOUS LA FORCE DE FAIRE  CE QUI EST DROIT </a:t>
            </a:r>
          </a:p>
          <a:p>
            <a:r>
              <a:rPr lang="fr-FR" smtClean="0"/>
              <a:t>For strength to always do what's right 
15-  LA GRÂCE DE VAINCRE  DANS NOS COMBATS  </a:t>
            </a:r>
          </a:p>
          <a:p>
            <a:r>
              <a:rPr lang="fr-FR" smtClean="0"/>
              <a:t>For grace to conquer in the fight 
16-  ET DE MARCHER DANS CE MONDE  EN BLANC VÊTUS DE BLANC </a:t>
            </a:r>
          </a:p>
          <a:p>
            <a:r>
              <a:rPr lang="fr-FR" smtClean="0"/>
              <a:t>For pow'r to walk the world in white 
17-  ENVOIE-LE AUJOURD’HUI </a:t>
            </a:r>
          </a:p>
          <a:p>
            <a:r>
              <a:rPr lang="fr-FR" smtClean="0"/>
              <a:t>Send the fire today </a:t>
            </a:r>
          </a:p>
          <a:p>
            <a:endParaRPr lang="fr-FR" smtClean="0"/>
          </a:p>
          <a:p>
            <a:r>
              <a:rPr lang="fr-FR" smtClean="0"/>
              <a:t>	Refrain:
	18-  ENVOIE LE FEU X3 </a:t>
            </a:r>
          </a:p>
          <a:p>
            <a:r>
              <a:rPr lang="fr-FR" smtClean="0"/>
              <a:t>	Send the fire (3x) 
	19-  ENVOIE-LE AUJOURD’HUI </a:t>
            </a:r>
          </a:p>
          <a:p>
            <a:r>
              <a:rPr lang="fr-FR" smtClean="0"/>
              <a:t>	Send the fire today 
</a:t>
            </a:r>
          </a:p>
          <a:p>
            <a:r>
              <a:rPr lang="fr-FR" smtClean="0"/>
              <a:t>Pont:</a:t>
            </a:r>
          </a:p>
          <a:p>
            <a:r>
              <a:rPr lang="fr-FR" smtClean="0"/>
              <a:t>20-  REGARDE-NOUS, NOUS T’ATTENDONS</a:t>
            </a:r>
          </a:p>
          <a:p>
            <a:r>
              <a:rPr lang="fr-FR" smtClean="0"/>
              <a:t>Look down and see this waiting host 
21-  ENVOIE LE SAINT-ESPRIT PROMIS </a:t>
            </a:r>
          </a:p>
          <a:p>
            <a:r>
              <a:rPr lang="fr-FR" smtClean="0"/>
              <a:t>And send the promised Holy Ghost 
22-  NOUS AVONS BESOIN  D’UNE AUTRE PENTECÔTE 
We need another Pentecost 
23-  ENVOIE-LE AUJOURD’HUI </a:t>
            </a:r>
          </a:p>
          <a:p>
            <a:r>
              <a:rPr lang="fr-FR" smtClean="0"/>
              <a:t>Send the fire today </a:t>
            </a:r>
          </a:p>
          <a:p>
            <a:endParaRPr lang="fr-FR" smtClean="0"/>
          </a:p>
          <a:p>
            <a:r>
              <a:rPr lang="fr-FR" smtClean="0"/>
              <a:t>Impro: 
24-  QUE NOS CŒURS FAIBLES  SOIENT FORTS ET BRAVES </a:t>
            </a:r>
          </a:p>
          <a:p>
            <a:r>
              <a:rPr lang="fr-FR" smtClean="0"/>
              <a:t>To make our weak hearts strong and brave 
25-  ENVOIE LE FEU </a:t>
            </a:r>
          </a:p>
          <a:p>
            <a:r>
              <a:rPr lang="fr-FR" smtClean="0"/>
              <a:t>Send the fire 
26-  VIVRE ET MOURIR POUR SAUVER  CE MONDE </a:t>
            </a:r>
          </a:p>
          <a:p>
            <a:r>
              <a:rPr lang="fr-FR" smtClean="0"/>
              <a:t>To live a dying world to save 
27-  ENVOIE LE FEU </a:t>
            </a:r>
          </a:p>
          <a:p>
            <a:r>
              <a:rPr lang="fr-FR" smtClean="0"/>
              <a:t>Send the fire
28-  NOUS VOICI, SUR TON AUTEL ENVOIE LE FEU</a:t>
            </a:r>
          </a:p>
          <a:p>
            <a:r>
              <a:rPr lang="fr-FR" smtClean="0"/>
              <a:t>Oh see us on Your altar lay Send the fire</a:t>
            </a:r>
          </a:p>
          <a:p>
            <a:r>
              <a:rPr lang="fr-FR" smtClean="0"/>
              <a:t>29-  NOUS TE DONNONS NOS VIES AUJOURD’HUI</a:t>
            </a:r>
          </a:p>
          <a:p>
            <a:r>
              <a:rPr lang="fr-FR" smtClean="0"/>
              <a:t>We give our lives to You today  
30-  ENVOIE LE FEU </a:t>
            </a:r>
          </a:p>
          <a:p>
            <a:r>
              <a:rPr lang="fr-FR" smtClean="0"/>
              <a:t>Send the fire</a:t>
            </a:r>
          </a:p>
          <a:p>
            <a:endParaRPr lang="fr-FR" smtClean="0"/>
          </a:p>
          <a:p>
            <a:r>
              <a:rPr lang="fr-FR" smtClean="0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35079517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Ô DIEU PUISSANT, FLAMME DÉVORANTE ENVOIE LE FEU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burning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cleansing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flame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2-  TON PRÉCIEUX SANG  NOUS RÉCLAMONS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blood-bought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gift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claim 
3-  ENVOIE-LE AUJOURD’HUI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2:
4-  Ô DIEU D’ÉLIE, ENTENDS NOS CRIS ENVOIE LE FEU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Elijah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RENDS-NOUS CAPABLES DE VIVRE  EN TOI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 fit to live or die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ENVOIE-LE AUJOURD’HUI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 refrain: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7-  POUR BRÛLER CHAQUE TRACE  DE PÉCHÉ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burn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up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ev'ry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trace of sin 
	8-  APPORTER LA GLOIRE ET LA LUMIÈRE LA RÉVOLUTION COMMENCE ICI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light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glory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revolution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begin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9-  ENVOIE-LE AUJOURD’HUI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10-  ENVOIE LE FEU X3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(3x)  
	11-  ENVOIE-LE AUJOURD’HUI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3:
12-  TON FEU EST NOTRE SEUL DÉSIR ENVOIE LE FEU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want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plead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13-  IL COMBLERA TOUS NOS BESOINS ENVOIE-LE AUJOURD’HUI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meet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need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14-  DONNE-NOUS LA FORCE DE FAIRE  CE QUI EST DROIT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strength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always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what's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right 
15-  LA GRÂCE DE VAINCRE  DANS NOS COMBATS 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grace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conquer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fight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16-  ET DE MARCHER DANS CE MONDE  EN BLANC VÊTUS DE BLANC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pow'r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walk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world in white 
17-  ENVOIE-LE AUJOURD’HUI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18-  ENVOIE LE FEU X3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(3x) 
	19-  ENVOIE-LE AUJOURD’HUI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20-  REGARDE-NOUS, NOUS T’ATTENDONS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 down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waiting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host 
21-  ENVOIE LE SAINT-ESPRIT PROMIS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promised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Holy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Ghost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22-  NOUS AVONS BESOIN  D’UNE AUTRE PENTECÔTE 
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need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another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Pentecost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23-  ENVOIE-LE AUJOURD’HUI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Impro: 
24-  QUE NOS CŒURS FAIBLES  SOIENT FORTS ET BRAVES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weak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hearts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strong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brave 
25-  ENVOIE LE FEU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26-  VIVRE ET MOURIR POUR SAUVER  CE MONDE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live a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dying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world to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save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27-  ENVOIE LE FEU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28-  NOUS VOICI, SUR TON AUTEL ENVOIE LE FEU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 on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altar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29-  NOUS TE DONNONS NOS VIES AUJOURD’HUI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give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lives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You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30-  ENVOIE LE FEU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Ô DIEU PUISSANT, FLAMME DÉVORANTE ENVOIE LE FEU </a:t>
            </a:r>
          </a:p>
          <a:p>
            <a:r>
              <a:rPr lang="fr-FR" smtClean="0"/>
              <a:t>O God of burning cleansing flame Send the fire</a:t>
            </a:r>
          </a:p>
          <a:p>
            <a:r>
              <a:rPr lang="fr-FR" smtClean="0"/>
              <a:t>2-  TON PRÉCIEUX SANG  NOUS RÉCLAMONS</a:t>
            </a:r>
          </a:p>
          <a:p>
            <a:r>
              <a:rPr lang="fr-FR" smtClean="0"/>
              <a:t>Your blood-bought gift today we claim 
3-  ENVOIE-LE AUJOURD’HUI </a:t>
            </a:r>
          </a:p>
          <a:p>
            <a:r>
              <a:rPr lang="fr-FR" smtClean="0"/>
              <a:t>Send the fire today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Couplet 2:
4-  Ô DIEU D’ÉLIE, ENTENDS NOS CRIS ENVOIE LE FEU </a:t>
            </a:r>
          </a:p>
          <a:p>
            <a:r>
              <a:rPr lang="fr-FR" smtClean="0"/>
              <a:t>God of Elijah hear our cry Send the fire</a:t>
            </a:r>
          </a:p>
          <a:p>
            <a:r>
              <a:rPr lang="fr-FR" smtClean="0"/>
              <a:t>5-  RENDS-NOUS CAPABLES DE VIVRE  EN TOI </a:t>
            </a:r>
          </a:p>
          <a:p>
            <a:r>
              <a:rPr lang="fr-FR" smtClean="0"/>
              <a:t>And make us fit to live or die</a:t>
            </a:r>
          </a:p>
          <a:p>
            <a:r>
              <a:rPr lang="fr-FR" smtClean="0"/>
              <a:t>6-  ENVOIE-LE AUJOURD’HUI </a:t>
            </a:r>
          </a:p>
          <a:p>
            <a:r>
              <a:rPr lang="fr-FR" smtClean="0"/>
              <a:t>Send the fire today</a:t>
            </a:r>
          </a:p>
          <a:p>
            <a:endParaRPr lang="fr-FR" smtClean="0"/>
          </a:p>
          <a:p>
            <a:r>
              <a:rPr lang="fr-FR" smtClean="0"/>
              <a:t>	Pré refrain:</a:t>
            </a:r>
          </a:p>
          <a:p>
            <a:r>
              <a:rPr lang="fr-FR" smtClean="0"/>
              <a:t>	7-  POUR BRÛLER CHAQUE TRACE  DE PÉCHÉ</a:t>
            </a:r>
          </a:p>
          <a:p>
            <a:r>
              <a:rPr lang="fr-FR" smtClean="0"/>
              <a:t>	To burn up ev'ry trace of sin 
	8-  APPORTER LA GLOIRE ET LA LUMIÈRE LA RÉVOLUTION COMMENCE ICI </a:t>
            </a:r>
          </a:p>
          <a:p>
            <a:r>
              <a:rPr lang="fr-FR" smtClean="0"/>
              <a:t>	To bring the light and glory in The revolution now begin</a:t>
            </a:r>
          </a:p>
          <a:p>
            <a:r>
              <a:rPr lang="fr-FR" smtClean="0"/>
              <a:t>	9-  ENVOIE-LE AUJOURD’HUI </a:t>
            </a:r>
          </a:p>
          <a:p>
            <a:r>
              <a:rPr lang="fr-FR" smtClean="0"/>
              <a:t>	Send the fire today</a:t>
            </a:r>
          </a:p>
          <a:p>
            <a:endParaRPr lang="fr-FR" smtClean="0"/>
          </a:p>
          <a:p>
            <a:r>
              <a:rPr lang="fr-FR" smtClean="0"/>
              <a:t>	Refrain:
	10-  ENVOIE LE FEU X3</a:t>
            </a:r>
          </a:p>
          <a:p>
            <a:r>
              <a:rPr lang="fr-FR" smtClean="0"/>
              <a:t>	Send the fire (3x)  
	11-  ENVOIE-LE AUJOURD’HUI</a:t>
            </a:r>
          </a:p>
          <a:p>
            <a:r>
              <a:rPr lang="fr-FR" smtClean="0"/>
              <a:t>	Send the fire today </a:t>
            </a:r>
          </a:p>
          <a:p>
            <a:endParaRPr lang="fr-FR" smtClean="0"/>
          </a:p>
          <a:p>
            <a:r>
              <a:rPr lang="fr-FR" smtClean="0"/>
              <a:t>Couplet 3:
12-  TON FEU EST NOTRE SEUL DÉSIR ENVOIE LE FEU </a:t>
            </a:r>
          </a:p>
          <a:p>
            <a:r>
              <a:rPr lang="fr-FR" smtClean="0"/>
              <a:t>It's fire we want for fire we plead Send the fire
13-  IL COMBLERA TOUS NOS BESOINS ENVOIE-LE AUJOURD’HUI</a:t>
            </a:r>
          </a:p>
          <a:p>
            <a:r>
              <a:rPr lang="fr-FR" smtClean="0"/>
              <a:t>The fire will meet our every need Send the fire today 
14-  DONNE-NOUS LA FORCE DE FAIRE  CE QUI EST DROIT </a:t>
            </a:r>
          </a:p>
          <a:p>
            <a:r>
              <a:rPr lang="fr-FR" smtClean="0"/>
              <a:t>For strength to always do what's right 
15-  LA GRÂCE DE VAINCRE  DANS NOS COMBATS  </a:t>
            </a:r>
          </a:p>
          <a:p>
            <a:r>
              <a:rPr lang="fr-FR" smtClean="0"/>
              <a:t>For grace to conquer in the fight 
16-  ET DE MARCHER DANS CE MONDE  EN BLANC VÊTUS DE BLANC </a:t>
            </a:r>
          </a:p>
          <a:p>
            <a:r>
              <a:rPr lang="fr-FR" smtClean="0"/>
              <a:t>For pow'r to walk the world in white 
17-  ENVOIE-LE AUJOURD’HUI </a:t>
            </a:r>
          </a:p>
          <a:p>
            <a:r>
              <a:rPr lang="fr-FR" smtClean="0"/>
              <a:t>Send the fire today </a:t>
            </a:r>
          </a:p>
          <a:p>
            <a:endParaRPr lang="fr-FR" smtClean="0"/>
          </a:p>
          <a:p>
            <a:r>
              <a:rPr lang="fr-FR" smtClean="0"/>
              <a:t>	Refrain:
	18-  ENVOIE LE FEU X3 </a:t>
            </a:r>
          </a:p>
          <a:p>
            <a:r>
              <a:rPr lang="fr-FR" smtClean="0"/>
              <a:t>	Send the fire (3x) 
	19-  ENVOIE-LE AUJOURD’HUI </a:t>
            </a:r>
          </a:p>
          <a:p>
            <a:r>
              <a:rPr lang="fr-FR" smtClean="0"/>
              <a:t>	Send the fire today 
</a:t>
            </a:r>
          </a:p>
          <a:p>
            <a:r>
              <a:rPr lang="fr-FR" smtClean="0"/>
              <a:t>Pont:</a:t>
            </a:r>
          </a:p>
          <a:p>
            <a:r>
              <a:rPr lang="fr-FR" smtClean="0"/>
              <a:t>20-  REGARDE-NOUS, NOUS T’ATTENDONS</a:t>
            </a:r>
          </a:p>
          <a:p>
            <a:r>
              <a:rPr lang="fr-FR" smtClean="0"/>
              <a:t>Look down and see this waiting host 
21-  ENVOIE LE SAINT-ESPRIT PROMIS </a:t>
            </a:r>
          </a:p>
          <a:p>
            <a:r>
              <a:rPr lang="fr-FR" smtClean="0"/>
              <a:t>And send the promised Holy Ghost 
22-  NOUS AVONS BESOIN  D’UNE AUTRE PENTECÔTE 
We need another Pentecost 
23-  ENVOIE-LE AUJOURD’HUI </a:t>
            </a:r>
          </a:p>
          <a:p>
            <a:r>
              <a:rPr lang="fr-FR" smtClean="0"/>
              <a:t>Send the fire today </a:t>
            </a:r>
          </a:p>
          <a:p>
            <a:endParaRPr lang="fr-FR" smtClean="0"/>
          </a:p>
          <a:p>
            <a:r>
              <a:rPr lang="fr-FR" smtClean="0"/>
              <a:t>Impro: 
24-  QUE NOS CŒURS FAIBLES  SOIENT FORTS ET BRAVES </a:t>
            </a:r>
          </a:p>
          <a:p>
            <a:r>
              <a:rPr lang="fr-FR" smtClean="0"/>
              <a:t>To make our weak hearts strong and brave 
25-  ENVOIE LE FEU </a:t>
            </a:r>
          </a:p>
          <a:p>
            <a:r>
              <a:rPr lang="fr-FR" smtClean="0"/>
              <a:t>Send the fire 
26-  VIVRE ET MOURIR POUR SAUVER  CE MONDE </a:t>
            </a:r>
          </a:p>
          <a:p>
            <a:r>
              <a:rPr lang="fr-FR" smtClean="0"/>
              <a:t>To live a dying world to save 
27-  ENVOIE LE FEU </a:t>
            </a:r>
          </a:p>
          <a:p>
            <a:r>
              <a:rPr lang="fr-FR" smtClean="0"/>
              <a:t>Send the fire
28-  NOUS VOICI, SUR TON AUTEL ENVOIE LE FEU</a:t>
            </a:r>
          </a:p>
          <a:p>
            <a:r>
              <a:rPr lang="fr-FR" smtClean="0"/>
              <a:t>Oh see us on Your altar lay Send the fire</a:t>
            </a:r>
          </a:p>
          <a:p>
            <a:r>
              <a:rPr lang="fr-FR" smtClean="0"/>
              <a:t>29-  NOUS TE DONNONS NOS VIES AUJOURD’HUI</a:t>
            </a:r>
          </a:p>
          <a:p>
            <a:r>
              <a:rPr lang="fr-FR" smtClean="0"/>
              <a:t>We give our lives to You today  
30-  ENVOIE LE FEU </a:t>
            </a:r>
          </a:p>
          <a:p>
            <a:r>
              <a:rPr lang="fr-FR" smtClean="0"/>
              <a:t>Send the fire</a:t>
            </a:r>
          </a:p>
          <a:p>
            <a:endParaRPr lang="fr-FR" smtClean="0"/>
          </a:p>
          <a:p>
            <a:r>
              <a:rPr lang="fr-FR" smtClean="0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34659306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Ô DIEU PUISSANT, FLAMME DÉVORANTE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God of burning cleansing flame Send the fire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2-  TON PRÉCIEUX SANG  NOUS RÉCLAMONS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 blood-bought gift today we claim 
3-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2:
4-  Ô DIEU D’ÉLIE, ENTENDS NOS CRIS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God of Elijah hear our cry Send the fire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RENDS-NOUS CAPABLES DE VIVRE  EN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make us fit to live or die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 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7-  POUR BRÛLER CHAQUE TRACE  DE PÉCHÉ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To burn up ev'ry trace of sin 
	8-  APPORTER LA GLOIRE ET LA LUMIÈRE LA RÉVOLUTION COMMENCE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To bring the light and glory in The revolution now begin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9-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today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10-  ENVOIE LE FEU X3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(3x)  
	11-  ENVOIE-LE AUJOURD’HUI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today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3:
12-  TON FEU EST NOTRE SEUL DÉSIR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 fire we want for fire we plead Send the fire
13-  IL COMBLERA TOUS NOS BESOINS ENVOIE-LE AUJOURD’HUI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fire will meet our every need Send the fire today 
14-  DONNE-NOUS LA FORCE DE FAIRE  CE QUI EST DROIT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strength to always do what's right 
15-  LA GRÂCE DE VAINCRE  DANS NOS COMBATS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grace to conquer in the fight 
16-  ET DE MARCHER DANS CE MONDE  EN BLANC VÊTUS DE BLANC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pow'r to walk the world in white 
17-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18-  ENVOIE LE FEU X3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(3x) 
	19-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today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20-  REGARDE-NOUS, NOUS T’ATTENDONS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 down and see this waiting host 
21-  ENVOIE LE SAINT-ESPRIT PROMIS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send the promised Holy Ghost 
22-  NOUS AVONS BESOIN  D’UNE AUTRE PENTECÔTE 
We need another Pentecost 
23-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Impro: 
24-  QUE NOS CŒURS FAIBLES  SOIENT FORTS ET BRAVES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make our weak hearts strong and brave 
25- 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
26-  VIVRE ET MOURIR POUR SAUVER  CE MONDE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live a dying world to save 
27- 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
28-  NOUS VOICI, SUR TON AUTEL ENVOIE LE FEU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 see us on Your altar lay Send the fire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29-  NOUS TE DONNONS NOS VIES AUJOURD’HUI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give our lives to You today  
30- 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</a:t>
            </a:r>
            <a:endParaRPr lang="fr-F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Ô DIEU PUISSANT, FLAMME DÉVORANTE ENVOIE LE FEU </a:t>
            </a:r>
          </a:p>
          <a:p>
            <a:r>
              <a:rPr lang="fr-FR" smtClean="0"/>
              <a:t>O God of burning cleansing flame Send the fire</a:t>
            </a:r>
          </a:p>
          <a:p>
            <a:r>
              <a:rPr lang="fr-FR" smtClean="0"/>
              <a:t>2-  TON PRÉCIEUX SANG  NOUS RÉCLAMONS</a:t>
            </a:r>
          </a:p>
          <a:p>
            <a:r>
              <a:rPr lang="fr-FR" smtClean="0"/>
              <a:t>Your blood-bought gift today we claim 
3-  ENVOIE-LE AUJOURD’HUI </a:t>
            </a:r>
          </a:p>
          <a:p>
            <a:r>
              <a:rPr lang="fr-FR" smtClean="0"/>
              <a:t>Send the fire today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Couplet 2:
4-  Ô DIEU D’ÉLIE, ENTENDS NOS CRIS ENVOIE LE FEU </a:t>
            </a:r>
          </a:p>
          <a:p>
            <a:r>
              <a:rPr lang="fr-FR" smtClean="0"/>
              <a:t>God of Elijah hear our cry Send the fire</a:t>
            </a:r>
          </a:p>
          <a:p>
            <a:r>
              <a:rPr lang="fr-FR" smtClean="0"/>
              <a:t>5-  RENDS-NOUS CAPABLES DE VIVRE  EN TOI </a:t>
            </a:r>
          </a:p>
          <a:p>
            <a:r>
              <a:rPr lang="fr-FR" smtClean="0"/>
              <a:t>And make us fit to live or die</a:t>
            </a:r>
          </a:p>
          <a:p>
            <a:r>
              <a:rPr lang="fr-FR" smtClean="0"/>
              <a:t>6-  ENVOIE-LE AUJOURD’HUI </a:t>
            </a:r>
          </a:p>
          <a:p>
            <a:r>
              <a:rPr lang="fr-FR" smtClean="0"/>
              <a:t>Send the fire today</a:t>
            </a:r>
          </a:p>
          <a:p>
            <a:endParaRPr lang="fr-FR" smtClean="0"/>
          </a:p>
          <a:p>
            <a:r>
              <a:rPr lang="fr-FR" smtClean="0"/>
              <a:t>	Pré refrain:</a:t>
            </a:r>
          </a:p>
          <a:p>
            <a:r>
              <a:rPr lang="fr-FR" smtClean="0"/>
              <a:t>	7-  POUR BRÛLER CHAQUE TRACE  DE PÉCHÉ</a:t>
            </a:r>
          </a:p>
          <a:p>
            <a:r>
              <a:rPr lang="fr-FR" smtClean="0"/>
              <a:t>	To burn up ev'ry trace of sin 
	8-  APPORTER LA GLOIRE ET LA LUMIÈRE LA RÉVOLUTION COMMENCE ICI </a:t>
            </a:r>
          </a:p>
          <a:p>
            <a:r>
              <a:rPr lang="fr-FR" smtClean="0"/>
              <a:t>	To bring the light and glory in The revolution now begin</a:t>
            </a:r>
          </a:p>
          <a:p>
            <a:r>
              <a:rPr lang="fr-FR" smtClean="0"/>
              <a:t>	9-  ENVOIE-LE AUJOURD’HUI </a:t>
            </a:r>
          </a:p>
          <a:p>
            <a:r>
              <a:rPr lang="fr-FR" smtClean="0"/>
              <a:t>	Send the fire today</a:t>
            </a:r>
          </a:p>
          <a:p>
            <a:endParaRPr lang="fr-FR" smtClean="0"/>
          </a:p>
          <a:p>
            <a:r>
              <a:rPr lang="fr-FR" smtClean="0"/>
              <a:t>	Refrain:
	10-  ENVOIE LE FEU X3</a:t>
            </a:r>
          </a:p>
          <a:p>
            <a:r>
              <a:rPr lang="fr-FR" smtClean="0"/>
              <a:t>	Send the fire (3x)  
	11-  ENVOIE-LE AUJOURD’HUI</a:t>
            </a:r>
          </a:p>
          <a:p>
            <a:r>
              <a:rPr lang="fr-FR" smtClean="0"/>
              <a:t>	Send the fire today </a:t>
            </a:r>
          </a:p>
          <a:p>
            <a:endParaRPr lang="fr-FR" smtClean="0"/>
          </a:p>
          <a:p>
            <a:r>
              <a:rPr lang="fr-FR" smtClean="0"/>
              <a:t>Couplet 3:
12-  TON FEU EST NOTRE SEUL DÉSIR ENVOIE LE FEU </a:t>
            </a:r>
          </a:p>
          <a:p>
            <a:r>
              <a:rPr lang="fr-FR" smtClean="0"/>
              <a:t>It's fire we want for fire we plead Send the fire
13-  IL COMBLERA TOUS NOS BESOINS ENVOIE-LE AUJOURD’HUI</a:t>
            </a:r>
          </a:p>
          <a:p>
            <a:r>
              <a:rPr lang="fr-FR" smtClean="0"/>
              <a:t>The fire will meet our every need Send the fire today 
14-  DONNE-NOUS LA FORCE DE FAIRE  CE QUI EST DROIT </a:t>
            </a:r>
          </a:p>
          <a:p>
            <a:r>
              <a:rPr lang="fr-FR" smtClean="0"/>
              <a:t>For strength to always do what's right 
15-  LA GRÂCE DE VAINCRE  DANS NOS COMBATS  </a:t>
            </a:r>
          </a:p>
          <a:p>
            <a:r>
              <a:rPr lang="fr-FR" smtClean="0"/>
              <a:t>For grace to conquer in the fight 
16-  ET DE MARCHER DANS CE MONDE  EN BLANC VÊTUS DE BLANC </a:t>
            </a:r>
          </a:p>
          <a:p>
            <a:r>
              <a:rPr lang="fr-FR" smtClean="0"/>
              <a:t>For pow'r to walk the world in white 
17-  ENVOIE-LE AUJOURD’HUI </a:t>
            </a:r>
          </a:p>
          <a:p>
            <a:r>
              <a:rPr lang="fr-FR" smtClean="0"/>
              <a:t>Send the fire today </a:t>
            </a:r>
          </a:p>
          <a:p>
            <a:endParaRPr lang="fr-FR" smtClean="0"/>
          </a:p>
          <a:p>
            <a:r>
              <a:rPr lang="fr-FR" smtClean="0"/>
              <a:t>	Refrain:
	18-  ENVOIE LE FEU X3 </a:t>
            </a:r>
          </a:p>
          <a:p>
            <a:r>
              <a:rPr lang="fr-FR" smtClean="0"/>
              <a:t>	Send the fire (3x) 
	19-  ENVOIE-LE AUJOURD’HUI </a:t>
            </a:r>
          </a:p>
          <a:p>
            <a:r>
              <a:rPr lang="fr-FR" smtClean="0"/>
              <a:t>	Send the fire today 
</a:t>
            </a:r>
          </a:p>
          <a:p>
            <a:r>
              <a:rPr lang="fr-FR" smtClean="0"/>
              <a:t>Pont:</a:t>
            </a:r>
          </a:p>
          <a:p>
            <a:r>
              <a:rPr lang="fr-FR" smtClean="0"/>
              <a:t>20-  REGARDE-NOUS, NOUS T’ATTENDONS</a:t>
            </a:r>
          </a:p>
          <a:p>
            <a:r>
              <a:rPr lang="fr-FR" smtClean="0"/>
              <a:t>Look down and see this waiting host 
21-  ENVOIE LE SAINT-ESPRIT PROMIS </a:t>
            </a:r>
          </a:p>
          <a:p>
            <a:r>
              <a:rPr lang="fr-FR" smtClean="0"/>
              <a:t>And send the promised Holy Ghost 
22-  NOUS AVONS BESOIN  D’UNE AUTRE PENTECÔTE 
We need another Pentecost 
23-  ENVOIE-LE AUJOURD’HUI </a:t>
            </a:r>
          </a:p>
          <a:p>
            <a:r>
              <a:rPr lang="fr-FR" smtClean="0"/>
              <a:t>Send the fire today </a:t>
            </a:r>
          </a:p>
          <a:p>
            <a:endParaRPr lang="fr-FR" smtClean="0"/>
          </a:p>
          <a:p>
            <a:r>
              <a:rPr lang="fr-FR" smtClean="0"/>
              <a:t>Impro: 
24-  QUE NOS CŒURS FAIBLES  SOIENT FORTS ET BRAVES </a:t>
            </a:r>
          </a:p>
          <a:p>
            <a:r>
              <a:rPr lang="fr-FR" smtClean="0"/>
              <a:t>To make our weak hearts strong and brave 
25-  ENVOIE LE FEU </a:t>
            </a:r>
          </a:p>
          <a:p>
            <a:r>
              <a:rPr lang="fr-FR" smtClean="0"/>
              <a:t>Send the fire 
26-  VIVRE ET MOURIR POUR SAUVER  CE MONDE </a:t>
            </a:r>
          </a:p>
          <a:p>
            <a:r>
              <a:rPr lang="fr-FR" smtClean="0"/>
              <a:t>To live a dying world to save 
27-  ENVOIE LE FEU </a:t>
            </a:r>
          </a:p>
          <a:p>
            <a:r>
              <a:rPr lang="fr-FR" smtClean="0"/>
              <a:t>Send the fire
28-  NOUS VOICI, SUR TON AUTEL ENVOIE LE FEU</a:t>
            </a:r>
          </a:p>
          <a:p>
            <a:r>
              <a:rPr lang="fr-FR" smtClean="0"/>
              <a:t>Oh see us on Your altar lay Send the fire</a:t>
            </a:r>
          </a:p>
          <a:p>
            <a:r>
              <a:rPr lang="fr-FR" smtClean="0"/>
              <a:t>29-  NOUS TE DONNONS NOS VIES AUJOURD’HUI</a:t>
            </a:r>
          </a:p>
          <a:p>
            <a:r>
              <a:rPr lang="fr-FR" smtClean="0"/>
              <a:t>We give our lives to You today  
30-  ENVOIE LE FEU </a:t>
            </a:r>
          </a:p>
          <a:p>
            <a:r>
              <a:rPr lang="fr-FR" smtClean="0"/>
              <a:t>Send the fire</a:t>
            </a:r>
          </a:p>
          <a:p>
            <a:endParaRPr lang="fr-FR" smtClean="0"/>
          </a:p>
          <a:p>
            <a:r>
              <a:rPr lang="fr-FR" smtClean="0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15782407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Ô DIEU PUISSANT, FLAMME DÉVORANTE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God of burning cleansing flame Send the fire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2-  TON PRÉCIEUX SANG  NOUS RÉCLAMONS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 blood-bought gift today we claim 
3-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2:
4-  Ô DIEU D’ÉLIE, ENTENDS NOS CRIS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God of Elijah hear our cry Send the fire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RENDS-NOUS CAPABLES DE VIVRE  EN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make us fit to live or die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 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7-  POUR BRÛLER CHAQUE TRACE  DE PÉCHÉ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To burn up ev'ry trace of sin 
	8-  APPORTER LA GLOIRE ET LA LUMIÈRE LA RÉVOLUTION COMMENCE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To bring the light and glory in The revolution now begin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9-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today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10-  ENVOIE LE FEU X3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(3x)  
	11-  ENVOIE-LE AUJOURD’HUI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today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3:
12-  TON FEU EST NOTRE SEUL DÉSIR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 fire we want for fire we plead Send the fire
13-  IL COMBLERA TOUS NOS BESOINS ENVOIE-LE AUJOURD’HUI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fire will meet our every need Send the fire today 
14-  DONNE-NOUS LA FORCE DE FAIRE  CE QUI EST DROIT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strength to always do what's right 
15-  LA GRÂCE DE VAINCRE  DANS NOS COMBATS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grace to conquer in the fight 
16-  ET DE MARCHER DANS CE MONDE  EN BLANC VÊTUS DE BLANC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pow'r to walk the world in white 
17-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18-  ENVOIE LE FEU X3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(3x) 
	19-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today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20-  REGARDE-NOUS, NOUS T’ATTENDONS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 down and see this waiting host 
21-  ENVOIE LE SAINT-ESPRIT PROMIS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send the promised Holy Ghost 
22-  NOUS AVONS BESOIN  D’UNE AUTRE PENTECÔTE 
We need another Pentecost 
23-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Impro: 
24-  QUE NOS CŒURS FAIBLES  SOIENT FORTS ET BRAVES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make our weak hearts strong and brave 
25- 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
26-  VIVRE ET MOURIR POUR SAUVER  CE MONDE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live a dying world to save 
27- 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
28-  NOUS VOICI, SUR TON AUTEL ENVOIE LE FEU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 see us on Your altar lay Send the fire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29-  NOUS TE DONNONS NOS VIES AUJOURD’HUI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give our lives to You today  
30- 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</a:t>
            </a:r>
            <a:endParaRPr lang="fr-F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Ô DIEU PUISSANT, FLAMME DÉVORANTE ENVOIE LE FEU </a:t>
            </a:r>
          </a:p>
          <a:p>
            <a:r>
              <a:rPr lang="fr-FR" smtClean="0"/>
              <a:t>O God of burning cleansing flame Send the fire</a:t>
            </a:r>
          </a:p>
          <a:p>
            <a:r>
              <a:rPr lang="fr-FR" smtClean="0"/>
              <a:t>2-  TON PRÉCIEUX SANG  NOUS RÉCLAMONS</a:t>
            </a:r>
          </a:p>
          <a:p>
            <a:r>
              <a:rPr lang="fr-FR" smtClean="0"/>
              <a:t>Your blood-bought gift today we claim 
3-  ENVOIE-LE AUJOURD’HUI </a:t>
            </a:r>
          </a:p>
          <a:p>
            <a:r>
              <a:rPr lang="fr-FR" smtClean="0"/>
              <a:t>Send the fire today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Couplet 2:
4-  Ô DIEU D’ÉLIE, ENTENDS NOS CRIS ENVOIE LE FEU </a:t>
            </a:r>
          </a:p>
          <a:p>
            <a:r>
              <a:rPr lang="fr-FR" smtClean="0"/>
              <a:t>God of Elijah hear our cry Send the fire</a:t>
            </a:r>
          </a:p>
          <a:p>
            <a:r>
              <a:rPr lang="fr-FR" smtClean="0"/>
              <a:t>5-  RENDS-NOUS CAPABLES DE VIVRE  EN TOI </a:t>
            </a:r>
          </a:p>
          <a:p>
            <a:r>
              <a:rPr lang="fr-FR" smtClean="0"/>
              <a:t>And make us fit to live or die</a:t>
            </a:r>
          </a:p>
          <a:p>
            <a:r>
              <a:rPr lang="fr-FR" smtClean="0"/>
              <a:t>6-  ENVOIE-LE AUJOURD’HUI </a:t>
            </a:r>
          </a:p>
          <a:p>
            <a:r>
              <a:rPr lang="fr-FR" smtClean="0"/>
              <a:t>Send the fire today</a:t>
            </a:r>
          </a:p>
          <a:p>
            <a:endParaRPr lang="fr-FR" smtClean="0"/>
          </a:p>
          <a:p>
            <a:r>
              <a:rPr lang="fr-FR" smtClean="0"/>
              <a:t>	Pré refrain:</a:t>
            </a:r>
          </a:p>
          <a:p>
            <a:r>
              <a:rPr lang="fr-FR" smtClean="0"/>
              <a:t>	7-  POUR BRÛLER CHAQUE TRACE  DE PÉCHÉ</a:t>
            </a:r>
          </a:p>
          <a:p>
            <a:r>
              <a:rPr lang="fr-FR" smtClean="0"/>
              <a:t>	To burn up ev'ry trace of sin 
	8-  APPORTER LA GLOIRE ET LA LUMIÈRE LA RÉVOLUTION COMMENCE ICI </a:t>
            </a:r>
          </a:p>
          <a:p>
            <a:r>
              <a:rPr lang="fr-FR" smtClean="0"/>
              <a:t>	To bring the light and glory in The revolution now begin</a:t>
            </a:r>
          </a:p>
          <a:p>
            <a:r>
              <a:rPr lang="fr-FR" smtClean="0"/>
              <a:t>	9-  ENVOIE-LE AUJOURD’HUI </a:t>
            </a:r>
          </a:p>
          <a:p>
            <a:r>
              <a:rPr lang="fr-FR" smtClean="0"/>
              <a:t>	Send the fire today</a:t>
            </a:r>
          </a:p>
          <a:p>
            <a:endParaRPr lang="fr-FR" smtClean="0"/>
          </a:p>
          <a:p>
            <a:r>
              <a:rPr lang="fr-FR" smtClean="0"/>
              <a:t>	Refrain:
	10-  ENVOIE LE FEU X3</a:t>
            </a:r>
          </a:p>
          <a:p>
            <a:r>
              <a:rPr lang="fr-FR" smtClean="0"/>
              <a:t>	Send the fire (3x)  
	11-  ENVOIE-LE AUJOURD’HUI</a:t>
            </a:r>
          </a:p>
          <a:p>
            <a:r>
              <a:rPr lang="fr-FR" smtClean="0"/>
              <a:t>	Send the fire today </a:t>
            </a:r>
          </a:p>
          <a:p>
            <a:endParaRPr lang="fr-FR" smtClean="0"/>
          </a:p>
          <a:p>
            <a:r>
              <a:rPr lang="fr-FR" smtClean="0"/>
              <a:t>Couplet 3:
12-  TON FEU EST NOTRE SEUL DÉSIR ENVOIE LE FEU </a:t>
            </a:r>
          </a:p>
          <a:p>
            <a:r>
              <a:rPr lang="fr-FR" smtClean="0"/>
              <a:t>It's fire we want for fire we plead Send the fire
13-  IL COMBLERA TOUS NOS BESOINS ENVOIE-LE AUJOURD’HUI</a:t>
            </a:r>
          </a:p>
          <a:p>
            <a:r>
              <a:rPr lang="fr-FR" smtClean="0"/>
              <a:t>The fire will meet our every need Send the fire today 
14-  DONNE-NOUS LA FORCE DE FAIRE  CE QUI EST DROIT </a:t>
            </a:r>
          </a:p>
          <a:p>
            <a:r>
              <a:rPr lang="fr-FR" smtClean="0"/>
              <a:t>For strength to always do what's right 
15-  LA GRÂCE DE VAINCRE  DANS NOS COMBATS  </a:t>
            </a:r>
          </a:p>
          <a:p>
            <a:r>
              <a:rPr lang="fr-FR" smtClean="0"/>
              <a:t>For grace to conquer in the fight 
16-  ET DE MARCHER DANS CE MONDE  EN BLANC VÊTUS DE BLANC </a:t>
            </a:r>
          </a:p>
          <a:p>
            <a:r>
              <a:rPr lang="fr-FR" smtClean="0"/>
              <a:t>For pow'r to walk the world in white 
17-  ENVOIE-LE AUJOURD’HUI </a:t>
            </a:r>
          </a:p>
          <a:p>
            <a:r>
              <a:rPr lang="fr-FR" smtClean="0"/>
              <a:t>Send the fire today </a:t>
            </a:r>
          </a:p>
          <a:p>
            <a:endParaRPr lang="fr-FR" smtClean="0"/>
          </a:p>
          <a:p>
            <a:r>
              <a:rPr lang="fr-FR" smtClean="0"/>
              <a:t>	Refrain:
	18-  ENVOIE LE FEU X3 </a:t>
            </a:r>
          </a:p>
          <a:p>
            <a:r>
              <a:rPr lang="fr-FR" smtClean="0"/>
              <a:t>	Send the fire (3x) 
	19-  ENVOIE-LE AUJOURD’HUI </a:t>
            </a:r>
          </a:p>
          <a:p>
            <a:r>
              <a:rPr lang="fr-FR" smtClean="0"/>
              <a:t>	Send the fire today 
</a:t>
            </a:r>
          </a:p>
          <a:p>
            <a:r>
              <a:rPr lang="fr-FR" smtClean="0"/>
              <a:t>Pont:</a:t>
            </a:r>
          </a:p>
          <a:p>
            <a:r>
              <a:rPr lang="fr-FR" smtClean="0"/>
              <a:t>20-  REGARDE-NOUS, NOUS T’ATTENDONS</a:t>
            </a:r>
          </a:p>
          <a:p>
            <a:r>
              <a:rPr lang="fr-FR" smtClean="0"/>
              <a:t>Look down and see this waiting host 
21-  ENVOIE LE SAINT-ESPRIT PROMIS </a:t>
            </a:r>
          </a:p>
          <a:p>
            <a:r>
              <a:rPr lang="fr-FR" smtClean="0"/>
              <a:t>And send the promised Holy Ghost 
22-  NOUS AVONS BESOIN  D’UNE AUTRE PENTECÔTE 
We need another Pentecost 
23-  ENVOIE-LE AUJOURD’HUI </a:t>
            </a:r>
          </a:p>
          <a:p>
            <a:r>
              <a:rPr lang="fr-FR" smtClean="0"/>
              <a:t>Send the fire today </a:t>
            </a:r>
          </a:p>
          <a:p>
            <a:endParaRPr lang="fr-FR" smtClean="0"/>
          </a:p>
          <a:p>
            <a:r>
              <a:rPr lang="fr-FR" smtClean="0"/>
              <a:t>Impro: 
24-  QUE NOS CŒURS FAIBLES  SOIENT FORTS ET BRAVES </a:t>
            </a:r>
          </a:p>
          <a:p>
            <a:r>
              <a:rPr lang="fr-FR" smtClean="0"/>
              <a:t>To make our weak hearts strong and brave 
25-  ENVOIE LE FEU </a:t>
            </a:r>
          </a:p>
          <a:p>
            <a:r>
              <a:rPr lang="fr-FR" smtClean="0"/>
              <a:t>Send the fire 
26-  VIVRE ET MOURIR POUR SAUVER  CE MONDE </a:t>
            </a:r>
          </a:p>
          <a:p>
            <a:r>
              <a:rPr lang="fr-FR" smtClean="0"/>
              <a:t>To live a dying world to save 
27-  ENVOIE LE FEU </a:t>
            </a:r>
          </a:p>
          <a:p>
            <a:r>
              <a:rPr lang="fr-FR" smtClean="0"/>
              <a:t>Send the fire
28-  NOUS VOICI, SUR TON AUTEL ENVOIE LE FEU</a:t>
            </a:r>
          </a:p>
          <a:p>
            <a:r>
              <a:rPr lang="fr-FR" smtClean="0"/>
              <a:t>Oh see us on Your altar lay Send the fire</a:t>
            </a:r>
          </a:p>
          <a:p>
            <a:r>
              <a:rPr lang="fr-FR" smtClean="0"/>
              <a:t>29-  NOUS TE DONNONS NOS VIES AUJOURD’HUI</a:t>
            </a:r>
          </a:p>
          <a:p>
            <a:r>
              <a:rPr lang="fr-FR" smtClean="0"/>
              <a:t>We give our lives to You today  
30-  ENVOIE LE FEU </a:t>
            </a:r>
          </a:p>
          <a:p>
            <a:r>
              <a:rPr lang="fr-FR" smtClean="0"/>
              <a:t>Send the fire</a:t>
            </a:r>
          </a:p>
          <a:p>
            <a:endParaRPr lang="fr-FR" smtClean="0"/>
          </a:p>
          <a:p>
            <a:r>
              <a:rPr lang="fr-FR" smtClean="0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305848247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Ô DIEU PUISSANT, FLAMME DÉVORANTE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God of burning cleansing flame Send the fire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2-  TON PRÉCIEUX SANG  NOUS RÉCLAMONS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 blood-bought gift today we claim 
3-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2:
4-  Ô DIEU D’ÉLIE, ENTENDS NOS CRIS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God of Elijah hear our cry Send the fire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RENDS-NOUS CAPABLES DE VIVRE  EN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make us fit to live or die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 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7-  POUR BRÛLER CHAQUE TRACE  DE PÉCHÉ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To burn up ev'ry trace of sin 
	8-  APPORTER LA GLOIRE ET LA LUMIÈRE LA RÉVOLUTION COMMENCE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To bring the light and glory in The revolution now begin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9-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today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10-  ENVOIE LE FEU X3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(3x)  
	11-  ENVOIE-LE AUJOURD’HUI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today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3:
12-  TON FEU EST NOTRE SEUL DÉSIR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 fire we want for fire we plead Send the fire
13-  IL COMBLERA TOUS NOS BESOINS ENVOIE-LE AUJOURD’HUI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fire will meet our every need Send the fire today 
14-  DONNE-NOUS LA FORCE DE FAIRE  CE QUI EST DROIT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strength to always do what's right 
15-  LA GRÂCE DE VAINCRE  DANS NOS COMBATS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grace to conquer in the fight 
16-  ET DE MARCHER DANS CE MONDE  EN BLANC VÊTUS DE BLANC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pow'r to walk the world in white 
17-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18-  ENVOIE LE FEU X3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(3x) 
	19-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today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20-  REGARDE-NOUS, NOUS T’ATTENDONS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 down and see this waiting host 
21-  ENVOIE LE SAINT-ESPRIT PROMIS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send the promised Holy Ghost 
22-  NOUS AVONS BESOIN  D’UNE AUTRE PENTECÔTE 
We need another Pentecost 
23-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Impro: 
24-  QUE NOS CŒURS FAIBLES  SOIENT FORTS ET BRAVES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make our weak hearts strong and brave 
25- 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
26-  VIVRE ET MOURIR POUR SAUVER  CE MONDE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live a dying world to save 
27- 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
28-  NOUS VOICI, SUR TON AUTEL ENVOIE LE FEU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 see us on Your altar lay Send the fire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29-  NOUS TE DONNONS NOS VIES AUJOURD’HUI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give our lives to You today  
30- 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</a:t>
            </a:r>
            <a:endParaRPr lang="fr-F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Ô DIEU PUISSANT, FLAMME DÉVORANTE ENVOIE LE FEU </a:t>
            </a:r>
          </a:p>
          <a:p>
            <a:r>
              <a:rPr lang="fr-FR" smtClean="0"/>
              <a:t>O God of burning cleansing flame Send the fire</a:t>
            </a:r>
          </a:p>
          <a:p>
            <a:r>
              <a:rPr lang="fr-FR" smtClean="0"/>
              <a:t>2-  TON PRÉCIEUX SANG  NOUS RÉCLAMONS</a:t>
            </a:r>
          </a:p>
          <a:p>
            <a:r>
              <a:rPr lang="fr-FR" smtClean="0"/>
              <a:t>Your blood-bought gift today we claim 
3-  ENVOIE-LE AUJOURD’HUI </a:t>
            </a:r>
          </a:p>
          <a:p>
            <a:r>
              <a:rPr lang="fr-FR" smtClean="0"/>
              <a:t>Send the fire today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Couplet 2:
4-  Ô DIEU D’ÉLIE, ENTENDS NOS CRIS ENVOIE LE FEU </a:t>
            </a:r>
          </a:p>
          <a:p>
            <a:r>
              <a:rPr lang="fr-FR" smtClean="0"/>
              <a:t>God of Elijah hear our cry Send the fire</a:t>
            </a:r>
          </a:p>
          <a:p>
            <a:r>
              <a:rPr lang="fr-FR" smtClean="0"/>
              <a:t>5-  RENDS-NOUS CAPABLES DE VIVRE  EN TOI </a:t>
            </a:r>
          </a:p>
          <a:p>
            <a:r>
              <a:rPr lang="fr-FR" smtClean="0"/>
              <a:t>And make us fit to live or die</a:t>
            </a:r>
          </a:p>
          <a:p>
            <a:r>
              <a:rPr lang="fr-FR" smtClean="0"/>
              <a:t>6-  ENVOIE-LE AUJOURD’HUI </a:t>
            </a:r>
          </a:p>
          <a:p>
            <a:r>
              <a:rPr lang="fr-FR" smtClean="0"/>
              <a:t>Send the fire today</a:t>
            </a:r>
          </a:p>
          <a:p>
            <a:endParaRPr lang="fr-FR" smtClean="0"/>
          </a:p>
          <a:p>
            <a:r>
              <a:rPr lang="fr-FR" smtClean="0"/>
              <a:t>	Pré refrain:</a:t>
            </a:r>
          </a:p>
          <a:p>
            <a:r>
              <a:rPr lang="fr-FR" smtClean="0"/>
              <a:t>	7-  POUR BRÛLER CHAQUE TRACE  DE PÉCHÉ</a:t>
            </a:r>
          </a:p>
          <a:p>
            <a:r>
              <a:rPr lang="fr-FR" smtClean="0"/>
              <a:t>	To burn up ev'ry trace of sin 
	8-  APPORTER LA GLOIRE ET LA LUMIÈRE LA RÉVOLUTION COMMENCE ICI </a:t>
            </a:r>
          </a:p>
          <a:p>
            <a:r>
              <a:rPr lang="fr-FR" smtClean="0"/>
              <a:t>	To bring the light and glory in The revolution now begin</a:t>
            </a:r>
          </a:p>
          <a:p>
            <a:r>
              <a:rPr lang="fr-FR" smtClean="0"/>
              <a:t>	9-  ENVOIE-LE AUJOURD’HUI </a:t>
            </a:r>
          </a:p>
          <a:p>
            <a:r>
              <a:rPr lang="fr-FR" smtClean="0"/>
              <a:t>	Send the fire today</a:t>
            </a:r>
          </a:p>
          <a:p>
            <a:endParaRPr lang="fr-FR" smtClean="0"/>
          </a:p>
          <a:p>
            <a:r>
              <a:rPr lang="fr-FR" smtClean="0"/>
              <a:t>	Refrain:
	10-  ENVOIE LE FEU X3</a:t>
            </a:r>
          </a:p>
          <a:p>
            <a:r>
              <a:rPr lang="fr-FR" smtClean="0"/>
              <a:t>	Send the fire (3x)  
	11-  ENVOIE-LE AUJOURD’HUI</a:t>
            </a:r>
          </a:p>
          <a:p>
            <a:r>
              <a:rPr lang="fr-FR" smtClean="0"/>
              <a:t>	Send the fire today </a:t>
            </a:r>
          </a:p>
          <a:p>
            <a:endParaRPr lang="fr-FR" smtClean="0"/>
          </a:p>
          <a:p>
            <a:r>
              <a:rPr lang="fr-FR" smtClean="0"/>
              <a:t>Couplet 3:
12-  TON FEU EST NOTRE SEUL DÉSIR ENVOIE LE FEU </a:t>
            </a:r>
          </a:p>
          <a:p>
            <a:r>
              <a:rPr lang="fr-FR" smtClean="0"/>
              <a:t>It's fire we want for fire we plead Send the fire
13-  IL COMBLERA TOUS NOS BESOINS ENVOIE-LE AUJOURD’HUI</a:t>
            </a:r>
          </a:p>
          <a:p>
            <a:r>
              <a:rPr lang="fr-FR" smtClean="0"/>
              <a:t>The fire will meet our every need Send the fire today 
14-  DONNE-NOUS LA FORCE DE FAIRE  CE QUI EST DROIT </a:t>
            </a:r>
          </a:p>
          <a:p>
            <a:r>
              <a:rPr lang="fr-FR" smtClean="0"/>
              <a:t>For strength to always do what's right 
15-  LA GRÂCE DE VAINCRE  DANS NOS COMBATS  </a:t>
            </a:r>
          </a:p>
          <a:p>
            <a:r>
              <a:rPr lang="fr-FR" smtClean="0"/>
              <a:t>For grace to conquer in the fight 
16-  ET DE MARCHER DANS CE MONDE  EN BLANC VÊTUS DE BLANC </a:t>
            </a:r>
          </a:p>
          <a:p>
            <a:r>
              <a:rPr lang="fr-FR" smtClean="0"/>
              <a:t>For pow'r to walk the world in white 
17-  ENVOIE-LE AUJOURD’HUI </a:t>
            </a:r>
          </a:p>
          <a:p>
            <a:r>
              <a:rPr lang="fr-FR" smtClean="0"/>
              <a:t>Send the fire today </a:t>
            </a:r>
          </a:p>
          <a:p>
            <a:endParaRPr lang="fr-FR" smtClean="0"/>
          </a:p>
          <a:p>
            <a:r>
              <a:rPr lang="fr-FR" smtClean="0"/>
              <a:t>	Refrain:
	18-  ENVOIE LE FEU X3 </a:t>
            </a:r>
          </a:p>
          <a:p>
            <a:r>
              <a:rPr lang="fr-FR" smtClean="0"/>
              <a:t>	Send the fire (3x) 
	19-  ENVOIE-LE AUJOURD’HUI </a:t>
            </a:r>
          </a:p>
          <a:p>
            <a:r>
              <a:rPr lang="fr-FR" smtClean="0"/>
              <a:t>	Send the fire today 
</a:t>
            </a:r>
          </a:p>
          <a:p>
            <a:r>
              <a:rPr lang="fr-FR" smtClean="0"/>
              <a:t>Pont:</a:t>
            </a:r>
          </a:p>
          <a:p>
            <a:r>
              <a:rPr lang="fr-FR" smtClean="0"/>
              <a:t>20-  REGARDE-NOUS, NOUS T’ATTENDONS</a:t>
            </a:r>
          </a:p>
          <a:p>
            <a:r>
              <a:rPr lang="fr-FR" smtClean="0"/>
              <a:t>Look down and see this waiting host 
21-  ENVOIE LE SAINT-ESPRIT PROMIS </a:t>
            </a:r>
          </a:p>
          <a:p>
            <a:r>
              <a:rPr lang="fr-FR" smtClean="0"/>
              <a:t>And send the promised Holy Ghost 
22-  NOUS AVONS BESOIN  D’UNE AUTRE PENTECÔTE 
We need another Pentecost 
23-  ENVOIE-LE AUJOURD’HUI </a:t>
            </a:r>
          </a:p>
          <a:p>
            <a:r>
              <a:rPr lang="fr-FR" smtClean="0"/>
              <a:t>Send the fire today </a:t>
            </a:r>
          </a:p>
          <a:p>
            <a:endParaRPr lang="fr-FR" smtClean="0"/>
          </a:p>
          <a:p>
            <a:r>
              <a:rPr lang="fr-FR" smtClean="0"/>
              <a:t>Impro: 
24-  QUE NOS CŒURS FAIBLES  SOIENT FORTS ET BRAVES </a:t>
            </a:r>
          </a:p>
          <a:p>
            <a:r>
              <a:rPr lang="fr-FR" smtClean="0"/>
              <a:t>To make our weak hearts strong and brave 
25-  ENVOIE LE FEU </a:t>
            </a:r>
          </a:p>
          <a:p>
            <a:r>
              <a:rPr lang="fr-FR" smtClean="0"/>
              <a:t>Send the fire 
26-  VIVRE ET MOURIR POUR SAUVER  CE MONDE </a:t>
            </a:r>
          </a:p>
          <a:p>
            <a:r>
              <a:rPr lang="fr-FR" smtClean="0"/>
              <a:t>To live a dying world to save 
27-  ENVOIE LE FEU </a:t>
            </a:r>
          </a:p>
          <a:p>
            <a:r>
              <a:rPr lang="fr-FR" smtClean="0"/>
              <a:t>Send the fire
28-  NOUS VOICI, SUR TON AUTEL ENVOIE LE FEU</a:t>
            </a:r>
          </a:p>
          <a:p>
            <a:r>
              <a:rPr lang="fr-FR" smtClean="0"/>
              <a:t>Oh see us on Your altar lay Send the fire</a:t>
            </a:r>
          </a:p>
          <a:p>
            <a:r>
              <a:rPr lang="fr-FR" smtClean="0"/>
              <a:t>29-  NOUS TE DONNONS NOS VIES AUJOURD’HUI</a:t>
            </a:r>
          </a:p>
          <a:p>
            <a:r>
              <a:rPr lang="fr-FR" smtClean="0"/>
              <a:t>We give our lives to You today  
30-  ENVOIE LE FEU </a:t>
            </a:r>
          </a:p>
          <a:p>
            <a:r>
              <a:rPr lang="fr-FR" smtClean="0"/>
              <a:t>Send the fire</a:t>
            </a:r>
          </a:p>
          <a:p>
            <a:endParaRPr lang="fr-FR" smtClean="0"/>
          </a:p>
          <a:p>
            <a:r>
              <a:rPr lang="fr-FR" smtClean="0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19428373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Ô DIEU PUISSANT, FLAMME DÉVORANTE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God of burning cleansing flame Send the fire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2-  TON PRÉCIEUX SANG  NOUS RÉCLAMONS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 blood-bought gift today we claim 
3-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2:
4-  Ô DIEU D’ÉLIE, ENTENDS NOS CRIS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God of Elijah hear our cry Send the fire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RENDS-NOUS CAPABLES DE VIVRE  EN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make us fit to live or die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 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7-  POUR BRÛLER CHAQUE TRACE  DE PÉCHÉ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To burn up ev'ry trace of sin 
	8-  APPORTER LA GLOIRE ET LA LUMIÈRE LA RÉVOLUTION COMMENCE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To bring the light and glory in The revolution now begin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9-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today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10-  ENVOIE LE FEU X3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(3x)  
	11-  ENVOIE-LE AUJOURD’HUI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today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3:
12-  TON FEU EST NOTRE SEUL DÉSIR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 fire we want for fire we plead Send the fire
13-  IL COMBLERA TOUS NOS BESOINS ENVOIE-LE AUJOURD’HUI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fire will meet our every need Send the fire today 
14-  DONNE-NOUS LA FORCE DE FAIRE  CE QUI EST DROIT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strength to always do what's right 
15-  LA GRÂCE DE VAINCRE  DANS NOS COMBATS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grace to conquer in the fight 
16-  ET DE MARCHER DANS CE MONDE  EN BLANC VÊTUS DE BLANC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pow'r to walk the world in white 
17-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18-  ENVOIE LE FEU X3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(3x) 
	19-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today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20-  REGARDE-NOUS, NOUS T’ATTENDONS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 down and see this waiting host 
21-  ENVOIE LE SAINT-ESPRIT PROMIS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send the promised Holy Ghost 
22-  NOUS AVONS BESOIN  D’UNE AUTRE PENTECÔTE 
We need another Pentecost 
23-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Impro: 
24-  QUE NOS CŒURS FAIBLES  SOIENT FORTS ET BRAVES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make our weak hearts strong and brave 
25- 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
26-  VIVRE ET MOURIR POUR SAUVER  CE MONDE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live a dying world to save 
27- 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
28-  NOUS VOICI, SUR TON AUTEL ENVOIE LE FEU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 see us on Your altar lay Send the fire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29-  NOUS TE DONNONS NOS VIES AUJOURD’HUI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give our lives to You today  
30- 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</a:t>
            </a:r>
            <a:endParaRPr lang="fr-F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Ô DIEU PUISSANT, FLAMME DÉVORANTE ENVOIE LE FEU </a:t>
            </a:r>
          </a:p>
          <a:p>
            <a:r>
              <a:rPr lang="fr-FR" smtClean="0"/>
              <a:t>O God of burning cleansing flame Send the fire</a:t>
            </a:r>
          </a:p>
          <a:p>
            <a:r>
              <a:rPr lang="fr-FR" smtClean="0"/>
              <a:t>2-  TON PRÉCIEUX SANG  NOUS RÉCLAMONS</a:t>
            </a:r>
          </a:p>
          <a:p>
            <a:r>
              <a:rPr lang="fr-FR" smtClean="0"/>
              <a:t>Your blood-bought gift today we claim 
3-  ENVOIE-LE AUJOURD’HUI </a:t>
            </a:r>
          </a:p>
          <a:p>
            <a:r>
              <a:rPr lang="fr-FR" smtClean="0"/>
              <a:t>Send the fire today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Couplet 2:
4-  Ô DIEU D’ÉLIE, ENTENDS NOS CRIS ENVOIE LE FEU </a:t>
            </a:r>
          </a:p>
          <a:p>
            <a:r>
              <a:rPr lang="fr-FR" smtClean="0"/>
              <a:t>God of Elijah hear our cry Send the fire</a:t>
            </a:r>
          </a:p>
          <a:p>
            <a:r>
              <a:rPr lang="fr-FR" smtClean="0"/>
              <a:t>5-  RENDS-NOUS CAPABLES DE VIVRE  EN TOI </a:t>
            </a:r>
          </a:p>
          <a:p>
            <a:r>
              <a:rPr lang="fr-FR" smtClean="0"/>
              <a:t>And make us fit to live or die</a:t>
            </a:r>
          </a:p>
          <a:p>
            <a:r>
              <a:rPr lang="fr-FR" smtClean="0"/>
              <a:t>6-  ENVOIE-LE AUJOURD’HUI </a:t>
            </a:r>
          </a:p>
          <a:p>
            <a:r>
              <a:rPr lang="fr-FR" smtClean="0"/>
              <a:t>Send the fire today</a:t>
            </a:r>
          </a:p>
          <a:p>
            <a:endParaRPr lang="fr-FR" smtClean="0"/>
          </a:p>
          <a:p>
            <a:r>
              <a:rPr lang="fr-FR" smtClean="0"/>
              <a:t>	Pré refrain:</a:t>
            </a:r>
          </a:p>
          <a:p>
            <a:r>
              <a:rPr lang="fr-FR" smtClean="0"/>
              <a:t>	7-  POUR BRÛLER CHAQUE TRACE  DE PÉCHÉ</a:t>
            </a:r>
          </a:p>
          <a:p>
            <a:r>
              <a:rPr lang="fr-FR" smtClean="0"/>
              <a:t>	To burn up ev'ry trace of sin 
	8-  APPORTER LA GLOIRE ET LA LUMIÈRE LA RÉVOLUTION COMMENCE ICI </a:t>
            </a:r>
          </a:p>
          <a:p>
            <a:r>
              <a:rPr lang="fr-FR" smtClean="0"/>
              <a:t>	To bring the light and glory in The revolution now begin</a:t>
            </a:r>
          </a:p>
          <a:p>
            <a:r>
              <a:rPr lang="fr-FR" smtClean="0"/>
              <a:t>	9-  ENVOIE-LE AUJOURD’HUI </a:t>
            </a:r>
          </a:p>
          <a:p>
            <a:r>
              <a:rPr lang="fr-FR" smtClean="0"/>
              <a:t>	Send the fire today</a:t>
            </a:r>
          </a:p>
          <a:p>
            <a:endParaRPr lang="fr-FR" smtClean="0"/>
          </a:p>
          <a:p>
            <a:r>
              <a:rPr lang="fr-FR" smtClean="0"/>
              <a:t>	Refrain:
	10-  ENVOIE LE FEU X3</a:t>
            </a:r>
          </a:p>
          <a:p>
            <a:r>
              <a:rPr lang="fr-FR" smtClean="0"/>
              <a:t>	Send the fire (3x)  
	11-  ENVOIE-LE AUJOURD’HUI</a:t>
            </a:r>
          </a:p>
          <a:p>
            <a:r>
              <a:rPr lang="fr-FR" smtClean="0"/>
              <a:t>	Send the fire today </a:t>
            </a:r>
          </a:p>
          <a:p>
            <a:endParaRPr lang="fr-FR" smtClean="0"/>
          </a:p>
          <a:p>
            <a:r>
              <a:rPr lang="fr-FR" smtClean="0"/>
              <a:t>Couplet 3:
12-  TON FEU EST NOTRE SEUL DÉSIR ENVOIE LE FEU </a:t>
            </a:r>
          </a:p>
          <a:p>
            <a:r>
              <a:rPr lang="fr-FR" smtClean="0"/>
              <a:t>It's fire we want for fire we plead Send the fire
13-  IL COMBLERA TOUS NOS BESOINS ENVOIE-LE AUJOURD’HUI</a:t>
            </a:r>
          </a:p>
          <a:p>
            <a:r>
              <a:rPr lang="fr-FR" smtClean="0"/>
              <a:t>The fire will meet our every need Send the fire today 
14-  DONNE-NOUS LA FORCE DE FAIRE  CE QUI EST DROIT </a:t>
            </a:r>
          </a:p>
          <a:p>
            <a:r>
              <a:rPr lang="fr-FR" smtClean="0"/>
              <a:t>For strength to always do what's right 
15-  LA GRÂCE DE VAINCRE  DANS NOS COMBATS  </a:t>
            </a:r>
          </a:p>
          <a:p>
            <a:r>
              <a:rPr lang="fr-FR" smtClean="0"/>
              <a:t>For grace to conquer in the fight 
16-  ET DE MARCHER DANS CE MONDE  EN BLANC VÊTUS DE BLANC </a:t>
            </a:r>
          </a:p>
          <a:p>
            <a:r>
              <a:rPr lang="fr-FR" smtClean="0"/>
              <a:t>For pow'r to walk the world in white 
17-  ENVOIE-LE AUJOURD’HUI </a:t>
            </a:r>
          </a:p>
          <a:p>
            <a:r>
              <a:rPr lang="fr-FR" smtClean="0"/>
              <a:t>Send the fire today </a:t>
            </a:r>
          </a:p>
          <a:p>
            <a:endParaRPr lang="fr-FR" smtClean="0"/>
          </a:p>
          <a:p>
            <a:r>
              <a:rPr lang="fr-FR" smtClean="0"/>
              <a:t>	Refrain:
	18-  ENVOIE LE FEU X3 </a:t>
            </a:r>
          </a:p>
          <a:p>
            <a:r>
              <a:rPr lang="fr-FR" smtClean="0"/>
              <a:t>	Send the fire (3x) 
	19-  ENVOIE-LE AUJOURD’HUI </a:t>
            </a:r>
          </a:p>
          <a:p>
            <a:r>
              <a:rPr lang="fr-FR" smtClean="0"/>
              <a:t>	Send the fire today 
</a:t>
            </a:r>
          </a:p>
          <a:p>
            <a:r>
              <a:rPr lang="fr-FR" smtClean="0"/>
              <a:t>Pont:</a:t>
            </a:r>
          </a:p>
          <a:p>
            <a:r>
              <a:rPr lang="fr-FR" smtClean="0"/>
              <a:t>20-  REGARDE-NOUS, NOUS T’ATTENDONS</a:t>
            </a:r>
          </a:p>
          <a:p>
            <a:r>
              <a:rPr lang="fr-FR" smtClean="0"/>
              <a:t>Look down and see this waiting host 
21-  ENVOIE LE SAINT-ESPRIT PROMIS </a:t>
            </a:r>
          </a:p>
          <a:p>
            <a:r>
              <a:rPr lang="fr-FR" smtClean="0"/>
              <a:t>And send the promised Holy Ghost 
22-  NOUS AVONS BESOIN  D’UNE AUTRE PENTECÔTE 
We need another Pentecost 
23-  ENVOIE-LE AUJOURD’HUI </a:t>
            </a:r>
          </a:p>
          <a:p>
            <a:r>
              <a:rPr lang="fr-FR" smtClean="0"/>
              <a:t>Send the fire today </a:t>
            </a:r>
          </a:p>
          <a:p>
            <a:endParaRPr lang="fr-FR" smtClean="0"/>
          </a:p>
          <a:p>
            <a:r>
              <a:rPr lang="fr-FR" smtClean="0"/>
              <a:t>Impro: 
24-  QUE NOS CŒURS FAIBLES  SOIENT FORTS ET BRAVES </a:t>
            </a:r>
          </a:p>
          <a:p>
            <a:r>
              <a:rPr lang="fr-FR" smtClean="0"/>
              <a:t>To make our weak hearts strong and brave 
25-  ENVOIE LE FEU </a:t>
            </a:r>
          </a:p>
          <a:p>
            <a:r>
              <a:rPr lang="fr-FR" smtClean="0"/>
              <a:t>Send the fire 
26-  VIVRE ET MOURIR POUR SAUVER  CE MONDE </a:t>
            </a:r>
          </a:p>
          <a:p>
            <a:r>
              <a:rPr lang="fr-FR" smtClean="0"/>
              <a:t>To live a dying world to save 
27-  ENVOIE LE FEU </a:t>
            </a:r>
          </a:p>
          <a:p>
            <a:r>
              <a:rPr lang="fr-FR" smtClean="0"/>
              <a:t>Send the fire
28-  NOUS VOICI, SUR TON AUTEL ENVOIE LE FEU</a:t>
            </a:r>
          </a:p>
          <a:p>
            <a:r>
              <a:rPr lang="fr-FR" smtClean="0"/>
              <a:t>Oh see us on Your altar lay Send the fire</a:t>
            </a:r>
          </a:p>
          <a:p>
            <a:r>
              <a:rPr lang="fr-FR" smtClean="0"/>
              <a:t>29-  NOUS TE DONNONS NOS VIES AUJOURD’HUI</a:t>
            </a:r>
          </a:p>
          <a:p>
            <a:r>
              <a:rPr lang="fr-FR" smtClean="0"/>
              <a:t>We give our lives to You today  
30-  ENVOIE LE FEU </a:t>
            </a:r>
          </a:p>
          <a:p>
            <a:r>
              <a:rPr lang="fr-FR" smtClean="0"/>
              <a:t>Send the fire</a:t>
            </a:r>
          </a:p>
          <a:p>
            <a:endParaRPr lang="fr-FR" smtClean="0"/>
          </a:p>
          <a:p>
            <a:r>
              <a:rPr lang="fr-FR" smtClean="0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13100860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Ô DIEU PUISSANT, FLAMME DÉVORANTE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God of burning cleansing flame Send the fire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2-  TON PRÉCIEUX SANG  NOUS RÉCLAMONS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 blood-bought gift today we claim 
3-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2:
4-  Ô DIEU D’ÉLIE, ENTENDS NOS CRIS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God of Elijah hear our cry Send the fire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RENDS-NOUS CAPABLES DE VIVRE  EN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make us fit to live or die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 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7-  POUR BRÛLER CHAQUE TRACE  DE PÉCHÉ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To burn up ev'ry trace of sin 
	8-  APPORTER LA GLOIRE ET LA LUMIÈRE LA RÉVOLUTION COMMENCE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To bring the light and glory in The revolution now begin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9-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today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10-  ENVOIE LE FEU X3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(3x)  
	11-  ENVOIE-LE AUJOURD’HUI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today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3:
12-  TON FEU EST NOTRE SEUL DÉSIR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 fire we want for fire we plead Send the fire
13-  IL COMBLERA TOUS NOS BESOINS ENVOIE-LE AUJOURD’HUI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fire will meet our every need Send the fire today 
14-  DONNE-NOUS LA FORCE DE FAIRE  CE QUI EST DROIT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strength to always do what's right 
15-  LA GRÂCE DE VAINCRE  DANS NOS COMBATS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grace to conquer in the fight 
16-  ET DE MARCHER DANS CE MONDE  EN BLANC VÊTUS DE BLANC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pow'r to walk the world in white 
17-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18-  ENVOIE LE FEU X3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(3x) 
	19-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today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20-  REGARDE-NOUS, NOUS T’ATTENDONS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 down and see this waiting host 
21-  ENVOIE LE SAINT-ESPRIT PROMIS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send the promised Holy Ghost 
22-  NOUS AVONS BESOIN  D’UNE AUTRE PENTECÔTE 
We need another Pentecost 
23-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Impro: 
24-  QUE NOS CŒURS FAIBLES  SOIENT FORTS ET BRAVES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make our weak hearts strong and brave 
25- 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
26-  VIVRE ET MOURIR POUR SAUVER  CE MONDE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live a dying world to save 
27- 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
28-  NOUS VOICI, SUR TON AUTEL ENVOIE LE FEU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 see us on Your altar lay Send the fire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29-  NOUS TE DONNONS NOS VIES AUJOURD’HUI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give our lives to You today  
30- 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</a:t>
            </a:r>
            <a:endParaRPr lang="fr-F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Ô DIEU PUISSANT, FLAMME DÉVORANTE ENVOIE LE FEU </a:t>
            </a:r>
          </a:p>
          <a:p>
            <a:r>
              <a:rPr lang="fr-FR" smtClean="0"/>
              <a:t>O God of burning cleansing flame Send the fire</a:t>
            </a:r>
          </a:p>
          <a:p>
            <a:r>
              <a:rPr lang="fr-FR" smtClean="0"/>
              <a:t>2-  TON PRÉCIEUX SANG  NOUS RÉCLAMONS</a:t>
            </a:r>
          </a:p>
          <a:p>
            <a:r>
              <a:rPr lang="fr-FR" smtClean="0"/>
              <a:t>Your blood-bought gift today we claim 
3-  ENVOIE-LE AUJOURD’HUI </a:t>
            </a:r>
          </a:p>
          <a:p>
            <a:r>
              <a:rPr lang="fr-FR" smtClean="0"/>
              <a:t>Send the fire today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Couplet 2:
4-  Ô DIEU D’ÉLIE, ENTENDS NOS CRIS ENVOIE LE FEU </a:t>
            </a:r>
          </a:p>
          <a:p>
            <a:r>
              <a:rPr lang="fr-FR" smtClean="0"/>
              <a:t>God of Elijah hear our cry Send the fire</a:t>
            </a:r>
          </a:p>
          <a:p>
            <a:r>
              <a:rPr lang="fr-FR" smtClean="0"/>
              <a:t>5-  RENDS-NOUS CAPABLES DE VIVRE  EN TOI </a:t>
            </a:r>
          </a:p>
          <a:p>
            <a:r>
              <a:rPr lang="fr-FR" smtClean="0"/>
              <a:t>And make us fit to live or die</a:t>
            </a:r>
          </a:p>
          <a:p>
            <a:r>
              <a:rPr lang="fr-FR" smtClean="0"/>
              <a:t>6-  ENVOIE-LE AUJOURD’HUI </a:t>
            </a:r>
          </a:p>
          <a:p>
            <a:r>
              <a:rPr lang="fr-FR" smtClean="0"/>
              <a:t>Send the fire today</a:t>
            </a:r>
          </a:p>
          <a:p>
            <a:endParaRPr lang="fr-FR" smtClean="0"/>
          </a:p>
          <a:p>
            <a:r>
              <a:rPr lang="fr-FR" smtClean="0"/>
              <a:t>	Pré refrain:</a:t>
            </a:r>
          </a:p>
          <a:p>
            <a:r>
              <a:rPr lang="fr-FR" smtClean="0"/>
              <a:t>	7-  POUR BRÛLER CHAQUE TRACE  DE PÉCHÉ</a:t>
            </a:r>
          </a:p>
          <a:p>
            <a:r>
              <a:rPr lang="fr-FR" smtClean="0"/>
              <a:t>	To burn up ev'ry trace of sin 
	8-  APPORTER LA GLOIRE ET LA LUMIÈRE LA RÉVOLUTION COMMENCE ICI </a:t>
            </a:r>
          </a:p>
          <a:p>
            <a:r>
              <a:rPr lang="fr-FR" smtClean="0"/>
              <a:t>	To bring the light and glory in The revolution now begin</a:t>
            </a:r>
          </a:p>
          <a:p>
            <a:r>
              <a:rPr lang="fr-FR" smtClean="0"/>
              <a:t>	9-  ENVOIE-LE AUJOURD’HUI </a:t>
            </a:r>
          </a:p>
          <a:p>
            <a:r>
              <a:rPr lang="fr-FR" smtClean="0"/>
              <a:t>	Send the fire today</a:t>
            </a:r>
          </a:p>
          <a:p>
            <a:endParaRPr lang="fr-FR" smtClean="0"/>
          </a:p>
          <a:p>
            <a:r>
              <a:rPr lang="fr-FR" smtClean="0"/>
              <a:t>	Refrain:
	10-  ENVOIE LE FEU X3</a:t>
            </a:r>
          </a:p>
          <a:p>
            <a:r>
              <a:rPr lang="fr-FR" smtClean="0"/>
              <a:t>	Send the fire (3x)  
	11-  ENVOIE-LE AUJOURD’HUI</a:t>
            </a:r>
          </a:p>
          <a:p>
            <a:r>
              <a:rPr lang="fr-FR" smtClean="0"/>
              <a:t>	Send the fire today </a:t>
            </a:r>
          </a:p>
          <a:p>
            <a:endParaRPr lang="fr-FR" smtClean="0"/>
          </a:p>
          <a:p>
            <a:r>
              <a:rPr lang="fr-FR" smtClean="0"/>
              <a:t>Couplet 3:
12-  TON FEU EST NOTRE SEUL DÉSIR ENVOIE LE FEU </a:t>
            </a:r>
          </a:p>
          <a:p>
            <a:r>
              <a:rPr lang="fr-FR" smtClean="0"/>
              <a:t>It's fire we want for fire we plead Send the fire
13-  IL COMBLERA TOUS NOS BESOINS ENVOIE-LE AUJOURD’HUI</a:t>
            </a:r>
          </a:p>
          <a:p>
            <a:r>
              <a:rPr lang="fr-FR" smtClean="0"/>
              <a:t>The fire will meet our every need Send the fire today 
14-  DONNE-NOUS LA FORCE DE FAIRE  CE QUI EST DROIT </a:t>
            </a:r>
          </a:p>
          <a:p>
            <a:r>
              <a:rPr lang="fr-FR" smtClean="0"/>
              <a:t>For strength to always do what's right 
15-  LA GRÂCE DE VAINCRE  DANS NOS COMBATS  </a:t>
            </a:r>
          </a:p>
          <a:p>
            <a:r>
              <a:rPr lang="fr-FR" smtClean="0"/>
              <a:t>For grace to conquer in the fight 
16-  ET DE MARCHER DANS CE MONDE  EN BLANC VÊTUS DE BLANC </a:t>
            </a:r>
          </a:p>
          <a:p>
            <a:r>
              <a:rPr lang="fr-FR" smtClean="0"/>
              <a:t>For pow'r to walk the world in white 
17-  ENVOIE-LE AUJOURD’HUI </a:t>
            </a:r>
          </a:p>
          <a:p>
            <a:r>
              <a:rPr lang="fr-FR" smtClean="0"/>
              <a:t>Send the fire today </a:t>
            </a:r>
          </a:p>
          <a:p>
            <a:endParaRPr lang="fr-FR" smtClean="0"/>
          </a:p>
          <a:p>
            <a:r>
              <a:rPr lang="fr-FR" smtClean="0"/>
              <a:t>	Refrain:
	18-  ENVOIE LE FEU X3 </a:t>
            </a:r>
          </a:p>
          <a:p>
            <a:r>
              <a:rPr lang="fr-FR" smtClean="0"/>
              <a:t>	Send the fire (3x) 
	19-  ENVOIE-LE AUJOURD’HUI </a:t>
            </a:r>
          </a:p>
          <a:p>
            <a:r>
              <a:rPr lang="fr-FR" smtClean="0"/>
              <a:t>	Send the fire today 
</a:t>
            </a:r>
          </a:p>
          <a:p>
            <a:r>
              <a:rPr lang="fr-FR" smtClean="0"/>
              <a:t>Pont:</a:t>
            </a:r>
          </a:p>
          <a:p>
            <a:r>
              <a:rPr lang="fr-FR" smtClean="0"/>
              <a:t>20-  REGARDE-NOUS, NOUS T’ATTENDONS</a:t>
            </a:r>
          </a:p>
          <a:p>
            <a:r>
              <a:rPr lang="fr-FR" smtClean="0"/>
              <a:t>Look down and see this waiting host 
21-  ENVOIE LE SAINT-ESPRIT PROMIS </a:t>
            </a:r>
          </a:p>
          <a:p>
            <a:r>
              <a:rPr lang="fr-FR" smtClean="0"/>
              <a:t>And send the promised Holy Ghost 
22-  NOUS AVONS BESOIN  D’UNE AUTRE PENTECÔTE 
We need another Pentecost 
23-  ENVOIE-LE AUJOURD’HUI </a:t>
            </a:r>
          </a:p>
          <a:p>
            <a:r>
              <a:rPr lang="fr-FR" smtClean="0"/>
              <a:t>Send the fire today </a:t>
            </a:r>
          </a:p>
          <a:p>
            <a:endParaRPr lang="fr-FR" smtClean="0"/>
          </a:p>
          <a:p>
            <a:r>
              <a:rPr lang="fr-FR" smtClean="0"/>
              <a:t>Impro: 
24-  QUE NOS CŒURS FAIBLES  SOIENT FORTS ET BRAVES </a:t>
            </a:r>
          </a:p>
          <a:p>
            <a:r>
              <a:rPr lang="fr-FR" smtClean="0"/>
              <a:t>To make our weak hearts strong and brave 
25-  ENVOIE LE FEU </a:t>
            </a:r>
          </a:p>
          <a:p>
            <a:r>
              <a:rPr lang="fr-FR" smtClean="0"/>
              <a:t>Send the fire 
26-  VIVRE ET MOURIR POUR SAUVER  CE MONDE </a:t>
            </a:r>
          </a:p>
          <a:p>
            <a:r>
              <a:rPr lang="fr-FR" smtClean="0"/>
              <a:t>To live a dying world to save 
27-  ENVOIE LE FEU </a:t>
            </a:r>
          </a:p>
          <a:p>
            <a:r>
              <a:rPr lang="fr-FR" smtClean="0"/>
              <a:t>Send the fire
28-  NOUS VOICI, SUR TON AUTEL ENVOIE LE FEU</a:t>
            </a:r>
          </a:p>
          <a:p>
            <a:r>
              <a:rPr lang="fr-FR" smtClean="0"/>
              <a:t>Oh see us on Your altar lay Send the fire</a:t>
            </a:r>
          </a:p>
          <a:p>
            <a:r>
              <a:rPr lang="fr-FR" smtClean="0"/>
              <a:t>29-  NOUS TE DONNONS NOS VIES AUJOURD’HUI</a:t>
            </a:r>
          </a:p>
          <a:p>
            <a:r>
              <a:rPr lang="fr-FR" smtClean="0"/>
              <a:t>We give our lives to You today  
30-  ENVOIE LE FEU </a:t>
            </a:r>
          </a:p>
          <a:p>
            <a:r>
              <a:rPr lang="fr-FR" smtClean="0"/>
              <a:t>Send the fire</a:t>
            </a:r>
          </a:p>
          <a:p>
            <a:endParaRPr lang="fr-FR" smtClean="0"/>
          </a:p>
          <a:p>
            <a:r>
              <a:rPr lang="fr-FR" smtClean="0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194999773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Ô DIEU PUISSANT, FLAMME DÉVORANTE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God of burning cleansing flame Send the fire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2-  TON PRÉCIEUX SANG  NOUS RÉCLAMONS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 blood-bought gift today we claim 
3-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2:
4-  Ô DIEU D’ÉLIE, ENTENDS NOS CRIS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God of Elijah hear our cry Send the fire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RENDS-NOUS CAPABLES DE VIVRE  EN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make us fit to live or die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 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7-  POUR BRÛLER CHAQUE TRACE  DE PÉCHÉ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To burn up ev'ry trace of sin 
	8-  APPORTER LA GLOIRE ET LA LUMIÈRE LA RÉVOLUTION COMMENCE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To bring the light and glory in The revolution now begin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9-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today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10-  ENVOIE LE FEU X3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(3x)  
	11-  ENVOIE-LE AUJOURD’HUI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today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3:
12-  TON FEU EST NOTRE SEUL DÉSIR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 fire we want for fire we plead Send the fire
13-  IL COMBLERA TOUS NOS BESOINS ENVOIE-LE AUJOURD’HUI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fire will meet our every need Send the fire today 
14-  DONNE-NOUS LA FORCE DE FAIRE  CE QUI EST DROIT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strength to always do what's right 
15-  LA GRÂCE DE VAINCRE  DANS NOS COMBATS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grace to conquer in the fight 
16-  ET DE MARCHER DANS CE MONDE  EN BLANC VÊTUS DE BLANC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pow'r to walk the world in white 
17-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18-  ENVOIE LE FEU X3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(3x) 
	19-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today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20-  REGARDE-NOUS, NOUS T’ATTENDONS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 down and see this waiting host 
21-  ENVOIE LE SAINT-ESPRIT PROMIS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send the promised Holy Ghost 
22-  NOUS AVONS BESOIN  D’UNE AUTRE PENTECÔTE 
We need another Pentecost 
23-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Impro: 
24-  QUE NOS CŒURS FAIBLES  SOIENT FORTS ET BRAVES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make our weak hearts strong and brave 
25- 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
26-  VIVRE ET MOURIR POUR SAUVER  CE MONDE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live a dying world to save 
27- 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
28-  NOUS VOICI, SUR TON AUTEL ENVOIE LE FEU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 see us on Your altar lay Send the fire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29-  NOUS TE DONNONS NOS VIES AUJOURD’HUI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give our lives to You today  
30- 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</a:t>
            </a:r>
            <a:endParaRPr lang="fr-F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Ô DIEU PUISSANT, FLAMME DÉVORANTE ENVOIE LE FEU </a:t>
            </a:r>
          </a:p>
          <a:p>
            <a:r>
              <a:rPr lang="fr-FR" smtClean="0"/>
              <a:t>O God of burning cleansing flame Send the fire</a:t>
            </a:r>
          </a:p>
          <a:p>
            <a:r>
              <a:rPr lang="fr-FR" smtClean="0"/>
              <a:t>2-  TON PRÉCIEUX SANG  NOUS RÉCLAMONS</a:t>
            </a:r>
          </a:p>
          <a:p>
            <a:r>
              <a:rPr lang="fr-FR" smtClean="0"/>
              <a:t>Your blood-bought gift today we claim 
3-  ENVOIE-LE AUJOURD’HUI </a:t>
            </a:r>
          </a:p>
          <a:p>
            <a:r>
              <a:rPr lang="fr-FR" smtClean="0"/>
              <a:t>Send the fire today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Couplet 2:
4-  Ô DIEU D’ÉLIE, ENTENDS NOS CRIS ENVOIE LE FEU </a:t>
            </a:r>
          </a:p>
          <a:p>
            <a:r>
              <a:rPr lang="fr-FR" smtClean="0"/>
              <a:t>God of Elijah hear our cry Send the fire</a:t>
            </a:r>
          </a:p>
          <a:p>
            <a:r>
              <a:rPr lang="fr-FR" smtClean="0"/>
              <a:t>5-  RENDS-NOUS CAPABLES DE VIVRE  EN TOI </a:t>
            </a:r>
          </a:p>
          <a:p>
            <a:r>
              <a:rPr lang="fr-FR" smtClean="0"/>
              <a:t>And make us fit to live or die</a:t>
            </a:r>
          </a:p>
          <a:p>
            <a:r>
              <a:rPr lang="fr-FR" smtClean="0"/>
              <a:t>6-  ENVOIE-LE AUJOURD’HUI </a:t>
            </a:r>
          </a:p>
          <a:p>
            <a:r>
              <a:rPr lang="fr-FR" smtClean="0"/>
              <a:t>Send the fire today</a:t>
            </a:r>
          </a:p>
          <a:p>
            <a:endParaRPr lang="fr-FR" smtClean="0"/>
          </a:p>
          <a:p>
            <a:r>
              <a:rPr lang="fr-FR" smtClean="0"/>
              <a:t>	Pré refrain:</a:t>
            </a:r>
          </a:p>
          <a:p>
            <a:r>
              <a:rPr lang="fr-FR" smtClean="0"/>
              <a:t>	7-  POUR BRÛLER CHAQUE TRACE  DE PÉCHÉ</a:t>
            </a:r>
          </a:p>
          <a:p>
            <a:r>
              <a:rPr lang="fr-FR" smtClean="0"/>
              <a:t>	To burn up ev'ry trace of sin 
	8-  APPORTER LA GLOIRE ET LA LUMIÈRE LA RÉVOLUTION COMMENCE ICI </a:t>
            </a:r>
          </a:p>
          <a:p>
            <a:r>
              <a:rPr lang="fr-FR" smtClean="0"/>
              <a:t>	To bring the light and glory in The revolution now begin</a:t>
            </a:r>
          </a:p>
          <a:p>
            <a:r>
              <a:rPr lang="fr-FR" smtClean="0"/>
              <a:t>	9-  ENVOIE-LE AUJOURD’HUI </a:t>
            </a:r>
          </a:p>
          <a:p>
            <a:r>
              <a:rPr lang="fr-FR" smtClean="0"/>
              <a:t>	Send the fire today</a:t>
            </a:r>
          </a:p>
          <a:p>
            <a:endParaRPr lang="fr-FR" smtClean="0"/>
          </a:p>
          <a:p>
            <a:r>
              <a:rPr lang="fr-FR" smtClean="0"/>
              <a:t>	Refrain:
	10-  ENVOIE LE FEU X3</a:t>
            </a:r>
          </a:p>
          <a:p>
            <a:r>
              <a:rPr lang="fr-FR" smtClean="0"/>
              <a:t>	Send the fire (3x)  
	11-  ENVOIE-LE AUJOURD’HUI</a:t>
            </a:r>
          </a:p>
          <a:p>
            <a:r>
              <a:rPr lang="fr-FR" smtClean="0"/>
              <a:t>	Send the fire today </a:t>
            </a:r>
          </a:p>
          <a:p>
            <a:endParaRPr lang="fr-FR" smtClean="0"/>
          </a:p>
          <a:p>
            <a:r>
              <a:rPr lang="fr-FR" smtClean="0"/>
              <a:t>Couplet 3:
12-  TON FEU EST NOTRE SEUL DÉSIR ENVOIE LE FEU </a:t>
            </a:r>
          </a:p>
          <a:p>
            <a:r>
              <a:rPr lang="fr-FR" smtClean="0"/>
              <a:t>It's fire we want for fire we plead Send the fire
13-  IL COMBLERA TOUS NOS BESOINS ENVOIE-LE AUJOURD’HUI</a:t>
            </a:r>
          </a:p>
          <a:p>
            <a:r>
              <a:rPr lang="fr-FR" smtClean="0"/>
              <a:t>The fire will meet our every need Send the fire today 
14-  DONNE-NOUS LA FORCE DE FAIRE  CE QUI EST DROIT </a:t>
            </a:r>
          </a:p>
          <a:p>
            <a:r>
              <a:rPr lang="fr-FR" smtClean="0"/>
              <a:t>For strength to always do what's right 
15-  LA GRÂCE DE VAINCRE  DANS NOS COMBATS  </a:t>
            </a:r>
          </a:p>
          <a:p>
            <a:r>
              <a:rPr lang="fr-FR" smtClean="0"/>
              <a:t>For grace to conquer in the fight 
16-  ET DE MARCHER DANS CE MONDE  EN BLANC VÊTUS DE BLANC </a:t>
            </a:r>
          </a:p>
          <a:p>
            <a:r>
              <a:rPr lang="fr-FR" smtClean="0"/>
              <a:t>For pow'r to walk the world in white 
17-  ENVOIE-LE AUJOURD’HUI </a:t>
            </a:r>
          </a:p>
          <a:p>
            <a:r>
              <a:rPr lang="fr-FR" smtClean="0"/>
              <a:t>Send the fire today </a:t>
            </a:r>
          </a:p>
          <a:p>
            <a:endParaRPr lang="fr-FR" smtClean="0"/>
          </a:p>
          <a:p>
            <a:r>
              <a:rPr lang="fr-FR" smtClean="0"/>
              <a:t>	Refrain:
	18-  ENVOIE LE FEU X3 </a:t>
            </a:r>
          </a:p>
          <a:p>
            <a:r>
              <a:rPr lang="fr-FR" smtClean="0"/>
              <a:t>	Send the fire (3x) 
	19-  ENVOIE-LE AUJOURD’HUI </a:t>
            </a:r>
          </a:p>
          <a:p>
            <a:r>
              <a:rPr lang="fr-FR" smtClean="0"/>
              <a:t>	Send the fire today 
</a:t>
            </a:r>
          </a:p>
          <a:p>
            <a:r>
              <a:rPr lang="fr-FR" smtClean="0"/>
              <a:t>Pont:</a:t>
            </a:r>
          </a:p>
          <a:p>
            <a:r>
              <a:rPr lang="fr-FR" smtClean="0"/>
              <a:t>20-  REGARDE-NOUS, NOUS T’ATTENDONS</a:t>
            </a:r>
          </a:p>
          <a:p>
            <a:r>
              <a:rPr lang="fr-FR" smtClean="0"/>
              <a:t>Look down and see this waiting host 
21-  ENVOIE LE SAINT-ESPRIT PROMIS </a:t>
            </a:r>
          </a:p>
          <a:p>
            <a:r>
              <a:rPr lang="fr-FR" smtClean="0"/>
              <a:t>And send the promised Holy Ghost 
22-  NOUS AVONS BESOIN  D’UNE AUTRE PENTECÔTE 
We need another Pentecost 
23-  ENVOIE-LE AUJOURD’HUI </a:t>
            </a:r>
          </a:p>
          <a:p>
            <a:r>
              <a:rPr lang="fr-FR" smtClean="0"/>
              <a:t>Send the fire today </a:t>
            </a:r>
          </a:p>
          <a:p>
            <a:endParaRPr lang="fr-FR" smtClean="0"/>
          </a:p>
          <a:p>
            <a:r>
              <a:rPr lang="fr-FR" smtClean="0"/>
              <a:t>Impro: 
24-  QUE NOS CŒURS FAIBLES  SOIENT FORTS ET BRAVES </a:t>
            </a:r>
          </a:p>
          <a:p>
            <a:r>
              <a:rPr lang="fr-FR" smtClean="0"/>
              <a:t>To make our weak hearts strong and brave 
25-  ENVOIE LE FEU </a:t>
            </a:r>
          </a:p>
          <a:p>
            <a:r>
              <a:rPr lang="fr-FR" smtClean="0"/>
              <a:t>Send the fire 
26-  VIVRE ET MOURIR POUR SAUVER  CE MONDE </a:t>
            </a:r>
          </a:p>
          <a:p>
            <a:r>
              <a:rPr lang="fr-FR" smtClean="0"/>
              <a:t>To live a dying world to save 
27-  ENVOIE LE FEU </a:t>
            </a:r>
          </a:p>
          <a:p>
            <a:r>
              <a:rPr lang="fr-FR" smtClean="0"/>
              <a:t>Send the fire
28-  NOUS VOICI, SUR TON AUTEL ENVOIE LE FEU</a:t>
            </a:r>
          </a:p>
          <a:p>
            <a:r>
              <a:rPr lang="fr-FR" smtClean="0"/>
              <a:t>Oh see us on Your altar lay Send the fire</a:t>
            </a:r>
          </a:p>
          <a:p>
            <a:r>
              <a:rPr lang="fr-FR" smtClean="0"/>
              <a:t>29-  NOUS TE DONNONS NOS VIES AUJOURD’HUI</a:t>
            </a:r>
          </a:p>
          <a:p>
            <a:r>
              <a:rPr lang="fr-FR" smtClean="0"/>
              <a:t>We give our lives to You today  
30-  ENVOIE LE FEU </a:t>
            </a:r>
          </a:p>
          <a:p>
            <a:r>
              <a:rPr lang="fr-FR" smtClean="0"/>
              <a:t>Send the fire</a:t>
            </a:r>
          </a:p>
          <a:p>
            <a:endParaRPr lang="fr-FR" smtClean="0"/>
          </a:p>
          <a:p>
            <a:r>
              <a:rPr lang="fr-FR" smtClean="0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306451356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Ô DIEU PUISSANT, FLAMME DÉVORANTE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God of burning cleansing flame Send the fire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2-  TON PRÉCIEUX SANG  NOUS RÉCLAMONS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 blood-bought gift today we claim 
3-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2:
4-  Ô DIEU D’ÉLIE, ENTENDS NOS CRIS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God of Elijah hear our cry Send the fire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RENDS-NOUS CAPABLES DE VIVRE  EN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make us fit to live or die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 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7-  POUR BRÛLER CHAQUE TRACE  DE PÉCHÉ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To burn up ev'ry trace of sin 
	8-  APPORTER LA GLOIRE ET LA LUMIÈRE LA RÉVOLUTION COMMENCE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To bring the light and glory in The revolution now begin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9-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today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10-  ENVOIE LE FEU X3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(3x)  
	11-  ENVOIE-LE AUJOURD’HUI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today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3:
12-  TON FEU EST NOTRE SEUL DÉSIR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 fire we want for fire we plead Send the fire
13-  IL COMBLERA TOUS NOS BESOINS ENVOIE-LE AUJOURD’HUI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fire will meet our every need Send the fire today 
14-  DONNE-NOUS LA FORCE DE FAIRE  CE QUI EST DROIT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strength to always do what's right 
15-  LA GRÂCE DE VAINCRE  DANS NOS COMBATS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grace to conquer in the fight 
16-  ET DE MARCHER DANS CE MONDE  EN BLANC VÊTUS DE BLANC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pow'r to walk the world in white 
17-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18-  ENVOIE LE FEU X3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(3x) 
	19-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today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20-  REGARDE-NOUS, NOUS T’ATTENDONS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 down and see this waiting host 
21-  ENVOIE LE SAINT-ESPRIT PROMIS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send the promised Holy Ghost 
22-  NOUS AVONS BESOIN  D’UNE AUTRE PENTECÔTE 
We need another Pentecost 
23-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Impro: 
24-  QUE NOS CŒURS FAIBLES  SOIENT FORTS ET BRAVES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make our weak hearts strong and brave 
25- 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
26-  VIVRE ET MOURIR POUR SAUVER  CE MONDE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live a dying world to save 
27- 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
28-  NOUS VOICI, SUR TON AUTEL ENVOIE LE FEU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 see us on Your altar lay Send the fire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29-  NOUS TE DONNONS NOS VIES AUJOURD’HUI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give our lives to You today  
30- 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</a:t>
            </a:r>
            <a:endParaRPr lang="fr-F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Ô DIEU PUISSANT, FLAMME DÉVORANTE ENVOIE LE FEU </a:t>
            </a:r>
          </a:p>
          <a:p>
            <a:r>
              <a:rPr lang="fr-FR" smtClean="0"/>
              <a:t>O God of burning cleansing flame Send the fire</a:t>
            </a:r>
          </a:p>
          <a:p>
            <a:r>
              <a:rPr lang="fr-FR" smtClean="0"/>
              <a:t>2-  TON PRÉCIEUX SANG  NOUS RÉCLAMONS</a:t>
            </a:r>
          </a:p>
          <a:p>
            <a:r>
              <a:rPr lang="fr-FR" smtClean="0"/>
              <a:t>Your blood-bought gift today we claim 
3-  ENVOIE-LE AUJOURD’HUI </a:t>
            </a:r>
          </a:p>
          <a:p>
            <a:r>
              <a:rPr lang="fr-FR" smtClean="0"/>
              <a:t>Send the fire today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Couplet 2:
4-  Ô DIEU D’ÉLIE, ENTENDS NOS CRIS ENVOIE LE FEU </a:t>
            </a:r>
          </a:p>
          <a:p>
            <a:r>
              <a:rPr lang="fr-FR" smtClean="0"/>
              <a:t>God of Elijah hear our cry Send the fire</a:t>
            </a:r>
          </a:p>
          <a:p>
            <a:r>
              <a:rPr lang="fr-FR" smtClean="0"/>
              <a:t>5-  RENDS-NOUS CAPABLES DE VIVRE  EN TOI </a:t>
            </a:r>
          </a:p>
          <a:p>
            <a:r>
              <a:rPr lang="fr-FR" smtClean="0"/>
              <a:t>And make us fit to live or die</a:t>
            </a:r>
          </a:p>
          <a:p>
            <a:r>
              <a:rPr lang="fr-FR" smtClean="0"/>
              <a:t>6-  ENVOIE-LE AUJOURD’HUI </a:t>
            </a:r>
          </a:p>
          <a:p>
            <a:r>
              <a:rPr lang="fr-FR" smtClean="0"/>
              <a:t>Send the fire today</a:t>
            </a:r>
          </a:p>
          <a:p>
            <a:endParaRPr lang="fr-FR" smtClean="0"/>
          </a:p>
          <a:p>
            <a:r>
              <a:rPr lang="fr-FR" smtClean="0"/>
              <a:t>	Pré refrain:</a:t>
            </a:r>
          </a:p>
          <a:p>
            <a:r>
              <a:rPr lang="fr-FR" smtClean="0"/>
              <a:t>	7-  POUR BRÛLER CHAQUE TRACE  DE PÉCHÉ</a:t>
            </a:r>
          </a:p>
          <a:p>
            <a:r>
              <a:rPr lang="fr-FR" smtClean="0"/>
              <a:t>	To burn up ev'ry trace of sin 
	8-  APPORTER LA GLOIRE ET LA LUMIÈRE LA RÉVOLUTION COMMENCE ICI </a:t>
            </a:r>
          </a:p>
          <a:p>
            <a:r>
              <a:rPr lang="fr-FR" smtClean="0"/>
              <a:t>	To bring the light and glory in The revolution now begin</a:t>
            </a:r>
          </a:p>
          <a:p>
            <a:r>
              <a:rPr lang="fr-FR" smtClean="0"/>
              <a:t>	9-  ENVOIE-LE AUJOURD’HUI </a:t>
            </a:r>
          </a:p>
          <a:p>
            <a:r>
              <a:rPr lang="fr-FR" smtClean="0"/>
              <a:t>	Send the fire today</a:t>
            </a:r>
          </a:p>
          <a:p>
            <a:endParaRPr lang="fr-FR" smtClean="0"/>
          </a:p>
          <a:p>
            <a:r>
              <a:rPr lang="fr-FR" smtClean="0"/>
              <a:t>	Refrain:
	10-  ENVOIE LE FEU X3</a:t>
            </a:r>
          </a:p>
          <a:p>
            <a:r>
              <a:rPr lang="fr-FR" smtClean="0"/>
              <a:t>	Send the fire (3x)  
	11-  ENVOIE-LE AUJOURD’HUI</a:t>
            </a:r>
          </a:p>
          <a:p>
            <a:r>
              <a:rPr lang="fr-FR" smtClean="0"/>
              <a:t>	Send the fire today </a:t>
            </a:r>
          </a:p>
          <a:p>
            <a:endParaRPr lang="fr-FR" smtClean="0"/>
          </a:p>
          <a:p>
            <a:r>
              <a:rPr lang="fr-FR" smtClean="0"/>
              <a:t>Couplet 3:
12-  TON FEU EST NOTRE SEUL DÉSIR ENVOIE LE FEU </a:t>
            </a:r>
          </a:p>
          <a:p>
            <a:r>
              <a:rPr lang="fr-FR" smtClean="0"/>
              <a:t>It's fire we want for fire we plead Send the fire
13-  IL COMBLERA TOUS NOS BESOINS ENVOIE-LE AUJOURD’HUI</a:t>
            </a:r>
          </a:p>
          <a:p>
            <a:r>
              <a:rPr lang="fr-FR" smtClean="0"/>
              <a:t>The fire will meet our every need Send the fire today 
14-  DONNE-NOUS LA FORCE DE FAIRE  CE QUI EST DROIT </a:t>
            </a:r>
          </a:p>
          <a:p>
            <a:r>
              <a:rPr lang="fr-FR" smtClean="0"/>
              <a:t>For strength to always do what's right 
15-  LA GRÂCE DE VAINCRE  DANS NOS COMBATS  </a:t>
            </a:r>
          </a:p>
          <a:p>
            <a:r>
              <a:rPr lang="fr-FR" smtClean="0"/>
              <a:t>For grace to conquer in the fight 
16-  ET DE MARCHER DANS CE MONDE  EN BLANC VÊTUS DE BLANC </a:t>
            </a:r>
          </a:p>
          <a:p>
            <a:r>
              <a:rPr lang="fr-FR" smtClean="0"/>
              <a:t>For pow'r to walk the world in white 
17-  ENVOIE-LE AUJOURD’HUI </a:t>
            </a:r>
          </a:p>
          <a:p>
            <a:r>
              <a:rPr lang="fr-FR" smtClean="0"/>
              <a:t>Send the fire today </a:t>
            </a:r>
          </a:p>
          <a:p>
            <a:endParaRPr lang="fr-FR" smtClean="0"/>
          </a:p>
          <a:p>
            <a:r>
              <a:rPr lang="fr-FR" smtClean="0"/>
              <a:t>	Refrain:
	18-  ENVOIE LE FEU X3 </a:t>
            </a:r>
          </a:p>
          <a:p>
            <a:r>
              <a:rPr lang="fr-FR" smtClean="0"/>
              <a:t>	Send the fire (3x) 
	19-  ENVOIE-LE AUJOURD’HUI </a:t>
            </a:r>
          </a:p>
          <a:p>
            <a:r>
              <a:rPr lang="fr-FR" smtClean="0"/>
              <a:t>	Send the fire today 
</a:t>
            </a:r>
          </a:p>
          <a:p>
            <a:r>
              <a:rPr lang="fr-FR" smtClean="0"/>
              <a:t>Pont:</a:t>
            </a:r>
          </a:p>
          <a:p>
            <a:r>
              <a:rPr lang="fr-FR" smtClean="0"/>
              <a:t>20-  REGARDE-NOUS, NOUS T’ATTENDONS</a:t>
            </a:r>
          </a:p>
          <a:p>
            <a:r>
              <a:rPr lang="fr-FR" smtClean="0"/>
              <a:t>Look down and see this waiting host 
21-  ENVOIE LE SAINT-ESPRIT PROMIS </a:t>
            </a:r>
          </a:p>
          <a:p>
            <a:r>
              <a:rPr lang="fr-FR" smtClean="0"/>
              <a:t>And send the promised Holy Ghost 
22-  NOUS AVONS BESOIN  D’UNE AUTRE PENTECÔTE 
We need another Pentecost 
23-  ENVOIE-LE AUJOURD’HUI </a:t>
            </a:r>
          </a:p>
          <a:p>
            <a:r>
              <a:rPr lang="fr-FR" smtClean="0"/>
              <a:t>Send the fire today </a:t>
            </a:r>
          </a:p>
          <a:p>
            <a:endParaRPr lang="fr-FR" smtClean="0"/>
          </a:p>
          <a:p>
            <a:r>
              <a:rPr lang="fr-FR" smtClean="0"/>
              <a:t>Impro: 
24-  QUE NOS CŒURS FAIBLES  SOIENT FORTS ET BRAVES </a:t>
            </a:r>
          </a:p>
          <a:p>
            <a:r>
              <a:rPr lang="fr-FR" smtClean="0"/>
              <a:t>To make our weak hearts strong and brave 
25-  ENVOIE LE FEU </a:t>
            </a:r>
          </a:p>
          <a:p>
            <a:r>
              <a:rPr lang="fr-FR" smtClean="0"/>
              <a:t>Send the fire 
26-  VIVRE ET MOURIR POUR SAUVER  CE MONDE </a:t>
            </a:r>
          </a:p>
          <a:p>
            <a:r>
              <a:rPr lang="fr-FR" smtClean="0"/>
              <a:t>To live a dying world to save 
27-  ENVOIE LE FEU </a:t>
            </a:r>
          </a:p>
          <a:p>
            <a:r>
              <a:rPr lang="fr-FR" smtClean="0"/>
              <a:t>Send the fire
28-  NOUS VOICI, SUR TON AUTEL ENVOIE LE FEU</a:t>
            </a:r>
          </a:p>
          <a:p>
            <a:r>
              <a:rPr lang="fr-FR" smtClean="0"/>
              <a:t>Oh see us on Your altar lay Send the fire</a:t>
            </a:r>
          </a:p>
          <a:p>
            <a:r>
              <a:rPr lang="fr-FR" smtClean="0"/>
              <a:t>29-  NOUS TE DONNONS NOS VIES AUJOURD’HUI</a:t>
            </a:r>
          </a:p>
          <a:p>
            <a:r>
              <a:rPr lang="fr-FR" smtClean="0"/>
              <a:t>We give our lives to You today  
30-  ENVOIE LE FEU </a:t>
            </a:r>
          </a:p>
          <a:p>
            <a:r>
              <a:rPr lang="fr-FR" smtClean="0"/>
              <a:t>Send the fire</a:t>
            </a:r>
          </a:p>
          <a:p>
            <a:endParaRPr lang="fr-FR" smtClean="0"/>
          </a:p>
          <a:p>
            <a:r>
              <a:rPr lang="fr-FR" smtClean="0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209517511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Ô DIEU PUISSANT, FLAMME DÉVORANTE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God of burning cleansing flame Send the fire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2-  TON PRÉCIEUX SANG  NOUS RÉCLAMONS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 blood-bought gift today we claim 
3-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2:
4-  Ô DIEU D’ÉLIE, ENTENDS NOS CRIS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God of Elijah hear our cry Send the fire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RENDS-NOUS CAPABLES DE VIVRE  EN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make us fit to live or die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 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7-  POUR BRÛLER CHAQUE TRACE  DE PÉCHÉ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To burn up ev'ry trace of sin 
	8-  APPORTER LA GLOIRE ET LA LUMIÈRE LA RÉVOLUTION COMMENCE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To bring the light and glory in The revolution now begin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9-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today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10-  ENVOIE LE FEU X3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(3x)  
	11-  ENVOIE-LE AUJOURD’HUI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today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3:
12-  TON FEU EST NOTRE SEUL DÉSIR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 fire we want for fire we plead Send the fire
13-  IL COMBLERA TOUS NOS BESOINS ENVOIE-LE AUJOURD’HUI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fire will meet our every need Send the fire today 
14-  DONNE-NOUS LA FORCE DE FAIRE  CE QUI EST DROIT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strength to always do what's right 
15-  LA GRÂCE DE VAINCRE  DANS NOS COMBATS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grace to conquer in the fight 
16-  ET DE MARCHER DANS CE MONDE  EN BLANC VÊTUS DE BLANC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pow'r to walk the world in white 
17-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18-  ENVOIE LE FEU X3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(3x) 
	19-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today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20-  REGARDE-NOUS, NOUS T’ATTENDONS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 down and see this waiting host 
21-  ENVOIE LE SAINT-ESPRIT PROMIS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send the promised Holy Ghost 
22-  NOUS AVONS BESOIN  D’UNE AUTRE PENTECÔTE 
We need another Pentecost 
23-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Impro: 
24-  QUE NOS CŒURS FAIBLES  SOIENT FORTS ET BRAVES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make our weak hearts strong and brave 
25- 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
26-  VIVRE ET MOURIR POUR SAUVER  CE MONDE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live a dying world to save 
27- 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
28-  NOUS VOICI, SUR TON AUTEL ENVOIE LE FEU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 see us on Your altar lay Send the fire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29-  NOUS TE DONNONS NOS VIES AUJOURD’HUI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give our lives to You today  
30- 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</a:t>
            </a:r>
            <a:endParaRPr lang="fr-F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Ô DIEU PUISSANT, FLAMME DÉVORANTE ENVOIE LE FEU </a:t>
            </a:r>
          </a:p>
          <a:p>
            <a:r>
              <a:rPr lang="fr-FR" smtClean="0"/>
              <a:t>O God of burning cleansing flame Send the fire</a:t>
            </a:r>
          </a:p>
          <a:p>
            <a:r>
              <a:rPr lang="fr-FR" smtClean="0"/>
              <a:t>2-  TON PRÉCIEUX SANG  NOUS RÉCLAMONS</a:t>
            </a:r>
          </a:p>
          <a:p>
            <a:r>
              <a:rPr lang="fr-FR" smtClean="0"/>
              <a:t>Your blood-bought gift today we claim 
3-  ENVOIE-LE AUJOURD’HUI </a:t>
            </a:r>
          </a:p>
          <a:p>
            <a:r>
              <a:rPr lang="fr-FR" smtClean="0"/>
              <a:t>Send the fire today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Couplet 2:
4-  Ô DIEU D’ÉLIE, ENTENDS NOS CRIS ENVOIE LE FEU </a:t>
            </a:r>
          </a:p>
          <a:p>
            <a:r>
              <a:rPr lang="fr-FR" smtClean="0"/>
              <a:t>God of Elijah hear our cry Send the fire</a:t>
            </a:r>
          </a:p>
          <a:p>
            <a:r>
              <a:rPr lang="fr-FR" smtClean="0"/>
              <a:t>5-  RENDS-NOUS CAPABLES DE VIVRE  EN TOI </a:t>
            </a:r>
          </a:p>
          <a:p>
            <a:r>
              <a:rPr lang="fr-FR" smtClean="0"/>
              <a:t>And make us fit to live or die</a:t>
            </a:r>
          </a:p>
          <a:p>
            <a:r>
              <a:rPr lang="fr-FR" smtClean="0"/>
              <a:t>6-  ENVOIE-LE AUJOURD’HUI </a:t>
            </a:r>
          </a:p>
          <a:p>
            <a:r>
              <a:rPr lang="fr-FR" smtClean="0"/>
              <a:t>Send the fire today</a:t>
            </a:r>
          </a:p>
          <a:p>
            <a:endParaRPr lang="fr-FR" smtClean="0"/>
          </a:p>
          <a:p>
            <a:r>
              <a:rPr lang="fr-FR" smtClean="0"/>
              <a:t>	Pré refrain:</a:t>
            </a:r>
          </a:p>
          <a:p>
            <a:r>
              <a:rPr lang="fr-FR" smtClean="0"/>
              <a:t>	7-  POUR BRÛLER CHAQUE TRACE  DE PÉCHÉ</a:t>
            </a:r>
          </a:p>
          <a:p>
            <a:r>
              <a:rPr lang="fr-FR" smtClean="0"/>
              <a:t>	To burn up ev'ry trace of sin 
	8-  APPORTER LA GLOIRE ET LA LUMIÈRE LA RÉVOLUTION COMMENCE ICI </a:t>
            </a:r>
          </a:p>
          <a:p>
            <a:r>
              <a:rPr lang="fr-FR" smtClean="0"/>
              <a:t>	To bring the light and glory in The revolution now begin</a:t>
            </a:r>
          </a:p>
          <a:p>
            <a:r>
              <a:rPr lang="fr-FR" smtClean="0"/>
              <a:t>	9-  ENVOIE-LE AUJOURD’HUI </a:t>
            </a:r>
          </a:p>
          <a:p>
            <a:r>
              <a:rPr lang="fr-FR" smtClean="0"/>
              <a:t>	Send the fire today</a:t>
            </a:r>
          </a:p>
          <a:p>
            <a:endParaRPr lang="fr-FR" smtClean="0"/>
          </a:p>
          <a:p>
            <a:r>
              <a:rPr lang="fr-FR" smtClean="0"/>
              <a:t>	Refrain:
	10-  ENVOIE LE FEU X3</a:t>
            </a:r>
          </a:p>
          <a:p>
            <a:r>
              <a:rPr lang="fr-FR" smtClean="0"/>
              <a:t>	Send the fire (3x)  
	11-  ENVOIE-LE AUJOURD’HUI</a:t>
            </a:r>
          </a:p>
          <a:p>
            <a:r>
              <a:rPr lang="fr-FR" smtClean="0"/>
              <a:t>	Send the fire today </a:t>
            </a:r>
          </a:p>
          <a:p>
            <a:endParaRPr lang="fr-FR" smtClean="0"/>
          </a:p>
          <a:p>
            <a:r>
              <a:rPr lang="fr-FR" smtClean="0"/>
              <a:t>Couplet 3:
12-  TON FEU EST NOTRE SEUL DÉSIR ENVOIE LE FEU </a:t>
            </a:r>
          </a:p>
          <a:p>
            <a:r>
              <a:rPr lang="fr-FR" smtClean="0"/>
              <a:t>It's fire we want for fire we plead Send the fire
13-  IL COMBLERA TOUS NOS BESOINS ENVOIE-LE AUJOURD’HUI</a:t>
            </a:r>
          </a:p>
          <a:p>
            <a:r>
              <a:rPr lang="fr-FR" smtClean="0"/>
              <a:t>The fire will meet our every need Send the fire today 
14-  DONNE-NOUS LA FORCE DE FAIRE  CE QUI EST DROIT </a:t>
            </a:r>
          </a:p>
          <a:p>
            <a:r>
              <a:rPr lang="fr-FR" smtClean="0"/>
              <a:t>For strength to always do what's right 
15-  LA GRÂCE DE VAINCRE  DANS NOS COMBATS  </a:t>
            </a:r>
          </a:p>
          <a:p>
            <a:r>
              <a:rPr lang="fr-FR" smtClean="0"/>
              <a:t>For grace to conquer in the fight 
16-  ET DE MARCHER DANS CE MONDE  EN BLANC VÊTUS DE BLANC </a:t>
            </a:r>
          </a:p>
          <a:p>
            <a:r>
              <a:rPr lang="fr-FR" smtClean="0"/>
              <a:t>For pow'r to walk the world in white 
17-  ENVOIE-LE AUJOURD’HUI </a:t>
            </a:r>
          </a:p>
          <a:p>
            <a:r>
              <a:rPr lang="fr-FR" smtClean="0"/>
              <a:t>Send the fire today </a:t>
            </a:r>
          </a:p>
          <a:p>
            <a:endParaRPr lang="fr-FR" smtClean="0"/>
          </a:p>
          <a:p>
            <a:r>
              <a:rPr lang="fr-FR" smtClean="0"/>
              <a:t>	Refrain:
	18-  ENVOIE LE FEU X3 </a:t>
            </a:r>
          </a:p>
          <a:p>
            <a:r>
              <a:rPr lang="fr-FR" smtClean="0"/>
              <a:t>	Send the fire (3x) 
	19-  ENVOIE-LE AUJOURD’HUI </a:t>
            </a:r>
          </a:p>
          <a:p>
            <a:r>
              <a:rPr lang="fr-FR" smtClean="0"/>
              <a:t>	Send the fire today 
</a:t>
            </a:r>
          </a:p>
          <a:p>
            <a:r>
              <a:rPr lang="fr-FR" smtClean="0"/>
              <a:t>Pont:</a:t>
            </a:r>
          </a:p>
          <a:p>
            <a:r>
              <a:rPr lang="fr-FR" smtClean="0"/>
              <a:t>20-  REGARDE-NOUS, NOUS T’ATTENDONS</a:t>
            </a:r>
          </a:p>
          <a:p>
            <a:r>
              <a:rPr lang="fr-FR" smtClean="0"/>
              <a:t>Look down and see this waiting host 
21-  ENVOIE LE SAINT-ESPRIT PROMIS </a:t>
            </a:r>
          </a:p>
          <a:p>
            <a:r>
              <a:rPr lang="fr-FR" smtClean="0"/>
              <a:t>And send the promised Holy Ghost 
22-  NOUS AVONS BESOIN  D’UNE AUTRE PENTECÔTE 
We need another Pentecost 
23-  ENVOIE-LE AUJOURD’HUI </a:t>
            </a:r>
          </a:p>
          <a:p>
            <a:r>
              <a:rPr lang="fr-FR" smtClean="0"/>
              <a:t>Send the fire today </a:t>
            </a:r>
          </a:p>
          <a:p>
            <a:endParaRPr lang="fr-FR" smtClean="0"/>
          </a:p>
          <a:p>
            <a:r>
              <a:rPr lang="fr-FR" smtClean="0"/>
              <a:t>Impro: 
24-  QUE NOS CŒURS FAIBLES  SOIENT FORTS ET BRAVES </a:t>
            </a:r>
          </a:p>
          <a:p>
            <a:r>
              <a:rPr lang="fr-FR" smtClean="0"/>
              <a:t>To make our weak hearts strong and brave 
25-  ENVOIE LE FEU </a:t>
            </a:r>
          </a:p>
          <a:p>
            <a:r>
              <a:rPr lang="fr-FR" smtClean="0"/>
              <a:t>Send the fire 
26-  VIVRE ET MOURIR POUR SAUVER  CE MONDE </a:t>
            </a:r>
          </a:p>
          <a:p>
            <a:r>
              <a:rPr lang="fr-FR" smtClean="0"/>
              <a:t>To live a dying world to save 
27-  ENVOIE LE FEU </a:t>
            </a:r>
          </a:p>
          <a:p>
            <a:r>
              <a:rPr lang="fr-FR" smtClean="0"/>
              <a:t>Send the fire
28-  NOUS VOICI, SUR TON AUTEL ENVOIE LE FEU</a:t>
            </a:r>
          </a:p>
          <a:p>
            <a:r>
              <a:rPr lang="fr-FR" smtClean="0"/>
              <a:t>Oh see us on Your altar lay Send the fire</a:t>
            </a:r>
          </a:p>
          <a:p>
            <a:r>
              <a:rPr lang="fr-FR" smtClean="0"/>
              <a:t>29-  NOUS TE DONNONS NOS VIES AUJOURD’HUI</a:t>
            </a:r>
          </a:p>
          <a:p>
            <a:r>
              <a:rPr lang="fr-FR" smtClean="0"/>
              <a:t>We give our lives to You today  
30-  ENVOIE LE FEU </a:t>
            </a:r>
          </a:p>
          <a:p>
            <a:r>
              <a:rPr lang="fr-FR" smtClean="0"/>
              <a:t>Send the fire</a:t>
            </a:r>
          </a:p>
          <a:p>
            <a:endParaRPr lang="fr-FR" smtClean="0"/>
          </a:p>
          <a:p>
            <a:r>
              <a:rPr lang="fr-FR" smtClean="0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345058388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Ô DIEU PUISSANT, FLAMME DÉVORANTE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God of burning cleansing flame Send the fire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2-  TON PRÉCIEUX SANG  NOUS RÉCLAMONS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 blood-bought gift today we claim 
3-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2:
4-  Ô DIEU D’ÉLIE, ENTENDS NOS CRIS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God of Elijah hear our cry Send the fire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RENDS-NOUS CAPABLES DE VIVRE  EN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make us fit to live or die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 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7-  POUR BRÛLER CHAQUE TRACE  DE PÉCHÉ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To burn up ev'ry trace of sin 
	8-  APPORTER LA GLOIRE ET LA LUMIÈRE LA RÉVOLUTION COMMENCE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To bring the light and glory in The revolution now begin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9-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today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10-  ENVOIE LE FEU X3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(3x)  
	11-  ENVOIE-LE AUJOURD’HUI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today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3:
12-  TON FEU EST NOTRE SEUL DÉSIR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 fire we want for fire we plead Send the fire
13-  IL COMBLERA TOUS NOS BESOINS ENVOIE-LE AUJOURD’HUI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fire will meet our every need Send the fire today 
14-  DONNE-NOUS LA FORCE DE FAIRE  CE QUI EST DROIT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strength to always do what's right 
15-  LA GRÂCE DE VAINCRE  DANS NOS COMBATS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grace to conquer in the fight 
16-  ET DE MARCHER DANS CE MONDE  EN BLANC VÊTUS DE BLANC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pow'r to walk the world in white 
17-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18-  ENVOIE LE FEU X3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(3x) 
	19-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today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20-  REGARDE-NOUS, NOUS T’ATTENDONS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 down and see this waiting host 
21-  ENVOIE LE SAINT-ESPRIT PROMIS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send the promised Holy Ghost 
22-  NOUS AVONS BESOIN  D’UNE AUTRE PENTECÔTE 
We need another Pentecost 
23-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Impro: 
24-  QUE NOS CŒURS FAIBLES  SOIENT FORTS ET BRAVES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make our weak hearts strong and brave 
25- 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
26-  VIVRE ET MOURIR POUR SAUVER  CE MONDE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live a dying world to save 
27- 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
28-  NOUS VOICI, SUR TON AUTEL ENVOIE LE FEU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 see us on Your altar lay Send the fire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29-  NOUS TE DONNONS NOS VIES AUJOURD’HUI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give our lives to You today  
30- 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</a:t>
            </a:r>
            <a:endParaRPr lang="fr-F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Ô DIEU PUISSANT, FLAMME DÉVORANTE ENVOIE LE FEU </a:t>
            </a:r>
          </a:p>
          <a:p>
            <a:r>
              <a:rPr lang="fr-FR" smtClean="0"/>
              <a:t>O God of burning cleansing flame Send the fire</a:t>
            </a:r>
          </a:p>
          <a:p>
            <a:r>
              <a:rPr lang="fr-FR" smtClean="0"/>
              <a:t>2-  TON PRÉCIEUX SANG  NOUS RÉCLAMONS</a:t>
            </a:r>
          </a:p>
          <a:p>
            <a:r>
              <a:rPr lang="fr-FR" smtClean="0"/>
              <a:t>Your blood-bought gift today we claim 
3-  ENVOIE-LE AUJOURD’HUI </a:t>
            </a:r>
          </a:p>
          <a:p>
            <a:r>
              <a:rPr lang="fr-FR" smtClean="0"/>
              <a:t>Send the fire today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Couplet 2:
4-  Ô DIEU D’ÉLIE, ENTENDS NOS CRIS ENVOIE LE FEU </a:t>
            </a:r>
          </a:p>
          <a:p>
            <a:r>
              <a:rPr lang="fr-FR" smtClean="0"/>
              <a:t>God of Elijah hear our cry Send the fire</a:t>
            </a:r>
          </a:p>
          <a:p>
            <a:r>
              <a:rPr lang="fr-FR" smtClean="0"/>
              <a:t>5-  RENDS-NOUS CAPABLES DE VIVRE  EN TOI </a:t>
            </a:r>
          </a:p>
          <a:p>
            <a:r>
              <a:rPr lang="fr-FR" smtClean="0"/>
              <a:t>And make us fit to live or die</a:t>
            </a:r>
          </a:p>
          <a:p>
            <a:r>
              <a:rPr lang="fr-FR" smtClean="0"/>
              <a:t>6-  ENVOIE-LE AUJOURD’HUI </a:t>
            </a:r>
          </a:p>
          <a:p>
            <a:r>
              <a:rPr lang="fr-FR" smtClean="0"/>
              <a:t>Send the fire today</a:t>
            </a:r>
          </a:p>
          <a:p>
            <a:endParaRPr lang="fr-FR" smtClean="0"/>
          </a:p>
          <a:p>
            <a:r>
              <a:rPr lang="fr-FR" smtClean="0"/>
              <a:t>	Pré refrain:</a:t>
            </a:r>
          </a:p>
          <a:p>
            <a:r>
              <a:rPr lang="fr-FR" smtClean="0"/>
              <a:t>	7-  POUR BRÛLER CHAQUE TRACE  DE PÉCHÉ</a:t>
            </a:r>
          </a:p>
          <a:p>
            <a:r>
              <a:rPr lang="fr-FR" smtClean="0"/>
              <a:t>	To burn up ev'ry trace of sin 
	8-  APPORTER LA GLOIRE ET LA LUMIÈRE LA RÉVOLUTION COMMENCE ICI </a:t>
            </a:r>
          </a:p>
          <a:p>
            <a:r>
              <a:rPr lang="fr-FR" smtClean="0"/>
              <a:t>	To bring the light and glory in The revolution now begin</a:t>
            </a:r>
          </a:p>
          <a:p>
            <a:r>
              <a:rPr lang="fr-FR" smtClean="0"/>
              <a:t>	9-  ENVOIE-LE AUJOURD’HUI </a:t>
            </a:r>
          </a:p>
          <a:p>
            <a:r>
              <a:rPr lang="fr-FR" smtClean="0"/>
              <a:t>	Send the fire today</a:t>
            </a:r>
          </a:p>
          <a:p>
            <a:endParaRPr lang="fr-FR" smtClean="0"/>
          </a:p>
          <a:p>
            <a:r>
              <a:rPr lang="fr-FR" smtClean="0"/>
              <a:t>	Refrain:
	10-  ENVOIE LE FEU X3</a:t>
            </a:r>
          </a:p>
          <a:p>
            <a:r>
              <a:rPr lang="fr-FR" smtClean="0"/>
              <a:t>	Send the fire (3x)  
	11-  ENVOIE-LE AUJOURD’HUI</a:t>
            </a:r>
          </a:p>
          <a:p>
            <a:r>
              <a:rPr lang="fr-FR" smtClean="0"/>
              <a:t>	Send the fire today </a:t>
            </a:r>
          </a:p>
          <a:p>
            <a:endParaRPr lang="fr-FR" smtClean="0"/>
          </a:p>
          <a:p>
            <a:r>
              <a:rPr lang="fr-FR" smtClean="0"/>
              <a:t>Couplet 3:
12-  TON FEU EST NOTRE SEUL DÉSIR ENVOIE LE FEU </a:t>
            </a:r>
          </a:p>
          <a:p>
            <a:r>
              <a:rPr lang="fr-FR" smtClean="0"/>
              <a:t>It's fire we want for fire we plead Send the fire
13-  IL COMBLERA TOUS NOS BESOINS ENVOIE-LE AUJOURD’HUI</a:t>
            </a:r>
          </a:p>
          <a:p>
            <a:r>
              <a:rPr lang="fr-FR" smtClean="0"/>
              <a:t>The fire will meet our every need Send the fire today 
14-  DONNE-NOUS LA FORCE DE FAIRE  CE QUI EST DROIT </a:t>
            </a:r>
          </a:p>
          <a:p>
            <a:r>
              <a:rPr lang="fr-FR" smtClean="0"/>
              <a:t>For strength to always do what's right 
15-  LA GRÂCE DE VAINCRE  DANS NOS COMBATS  </a:t>
            </a:r>
          </a:p>
          <a:p>
            <a:r>
              <a:rPr lang="fr-FR" smtClean="0"/>
              <a:t>For grace to conquer in the fight 
16-  ET DE MARCHER DANS CE MONDE  EN BLANC VÊTUS DE BLANC </a:t>
            </a:r>
          </a:p>
          <a:p>
            <a:r>
              <a:rPr lang="fr-FR" smtClean="0"/>
              <a:t>For pow'r to walk the world in white 
17-  ENVOIE-LE AUJOURD’HUI </a:t>
            </a:r>
          </a:p>
          <a:p>
            <a:r>
              <a:rPr lang="fr-FR" smtClean="0"/>
              <a:t>Send the fire today </a:t>
            </a:r>
          </a:p>
          <a:p>
            <a:endParaRPr lang="fr-FR" smtClean="0"/>
          </a:p>
          <a:p>
            <a:r>
              <a:rPr lang="fr-FR" smtClean="0"/>
              <a:t>	Refrain:
	18-  ENVOIE LE FEU X3 </a:t>
            </a:r>
          </a:p>
          <a:p>
            <a:r>
              <a:rPr lang="fr-FR" smtClean="0"/>
              <a:t>	Send the fire (3x) 
	19-  ENVOIE-LE AUJOURD’HUI </a:t>
            </a:r>
          </a:p>
          <a:p>
            <a:r>
              <a:rPr lang="fr-FR" smtClean="0"/>
              <a:t>	Send the fire today 
</a:t>
            </a:r>
          </a:p>
          <a:p>
            <a:r>
              <a:rPr lang="fr-FR" smtClean="0"/>
              <a:t>Pont:</a:t>
            </a:r>
          </a:p>
          <a:p>
            <a:r>
              <a:rPr lang="fr-FR" smtClean="0"/>
              <a:t>20-  REGARDE-NOUS, NOUS T’ATTENDONS</a:t>
            </a:r>
          </a:p>
          <a:p>
            <a:r>
              <a:rPr lang="fr-FR" smtClean="0"/>
              <a:t>Look down and see this waiting host 
21-  ENVOIE LE SAINT-ESPRIT PROMIS </a:t>
            </a:r>
          </a:p>
          <a:p>
            <a:r>
              <a:rPr lang="fr-FR" smtClean="0"/>
              <a:t>And send the promised Holy Ghost 
22-  NOUS AVONS BESOIN  D’UNE AUTRE PENTECÔTE 
We need another Pentecost 
23-  ENVOIE-LE AUJOURD’HUI </a:t>
            </a:r>
          </a:p>
          <a:p>
            <a:r>
              <a:rPr lang="fr-FR" smtClean="0"/>
              <a:t>Send the fire today </a:t>
            </a:r>
          </a:p>
          <a:p>
            <a:endParaRPr lang="fr-FR" smtClean="0"/>
          </a:p>
          <a:p>
            <a:r>
              <a:rPr lang="fr-FR" smtClean="0"/>
              <a:t>Impro: 
24-  QUE NOS CŒURS FAIBLES  SOIENT FORTS ET BRAVES </a:t>
            </a:r>
          </a:p>
          <a:p>
            <a:r>
              <a:rPr lang="fr-FR" smtClean="0"/>
              <a:t>To make our weak hearts strong and brave 
25-  ENVOIE LE FEU </a:t>
            </a:r>
          </a:p>
          <a:p>
            <a:r>
              <a:rPr lang="fr-FR" smtClean="0"/>
              <a:t>Send the fire 
26-  VIVRE ET MOURIR POUR SAUVER  CE MONDE </a:t>
            </a:r>
          </a:p>
          <a:p>
            <a:r>
              <a:rPr lang="fr-FR" smtClean="0"/>
              <a:t>To live a dying world to save 
27-  ENVOIE LE FEU </a:t>
            </a:r>
          </a:p>
          <a:p>
            <a:r>
              <a:rPr lang="fr-FR" smtClean="0"/>
              <a:t>Send the fire
28-  NOUS VOICI, SUR TON AUTEL ENVOIE LE FEU</a:t>
            </a:r>
          </a:p>
          <a:p>
            <a:r>
              <a:rPr lang="fr-FR" smtClean="0"/>
              <a:t>Oh see us on Your altar lay Send the fire</a:t>
            </a:r>
          </a:p>
          <a:p>
            <a:r>
              <a:rPr lang="fr-FR" smtClean="0"/>
              <a:t>29-  NOUS TE DONNONS NOS VIES AUJOURD’HUI</a:t>
            </a:r>
          </a:p>
          <a:p>
            <a:r>
              <a:rPr lang="fr-FR" smtClean="0"/>
              <a:t>We give our lives to You today  
30-  ENVOIE LE FEU </a:t>
            </a:r>
          </a:p>
          <a:p>
            <a:r>
              <a:rPr lang="fr-FR" smtClean="0"/>
              <a:t>Send the fire</a:t>
            </a:r>
          </a:p>
          <a:p>
            <a:endParaRPr lang="fr-FR" smtClean="0"/>
          </a:p>
          <a:p>
            <a:r>
              <a:rPr lang="fr-FR" smtClean="0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303594490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Ô DIEU PUISSANT, FLAMME DÉVORANTE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God of burning cleansing flame Send the fire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2-  TON PRÉCIEUX SANG  NOUS RÉCLAMONS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 blood-bought gift today we claim 
3-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2:
4-  Ô DIEU D’ÉLIE, ENTENDS NOS CRIS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God of Elijah hear our cry Send the fire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RENDS-NOUS CAPABLES DE VIVRE  EN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make us fit to live or die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 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7-  POUR BRÛLER CHAQUE TRACE  DE PÉCHÉ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To burn up ev'ry trace of sin 
	8-  APPORTER LA GLOIRE ET LA LUMIÈRE LA RÉVOLUTION COMMENCE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To bring the light and glory in The revolution now begin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9-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today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10-  ENVOIE LE FEU X3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(3x)  
	11-  ENVOIE-LE AUJOURD’HUI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today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3:
12-  TON FEU EST NOTRE SEUL DÉSIR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 fire we want for fire we plead Send the fire
13-  IL COMBLERA TOUS NOS BESOINS ENVOIE-LE AUJOURD’HUI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fire will meet our every need Send the fire today 
14-  DONNE-NOUS LA FORCE DE FAIRE  CE QUI EST DROIT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strength to always do what's right 
15-  LA GRÂCE DE VAINCRE  DANS NOS COMBATS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grace to conquer in the fight 
16-  ET DE MARCHER DANS CE MONDE  EN BLANC VÊTUS DE BLANC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pow'r to walk the world in white 
17-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18-  ENVOIE LE FEU X3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(3x) 
	19-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today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20-  REGARDE-NOUS, NOUS T’ATTENDONS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 down and see this waiting host 
21-  ENVOIE LE SAINT-ESPRIT PROMIS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send the promised Holy Ghost 
22-  NOUS AVONS BESOIN  D’UNE AUTRE PENTECÔTE 
We need another Pentecost 
23-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Impro: 
24-  QUE NOS CŒURS FAIBLES  SOIENT FORTS ET BRAVES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make our weak hearts strong and brave 
25- 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
26-  VIVRE ET MOURIR POUR SAUVER  CE MONDE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live a dying world to save 
27- 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
28-  NOUS VOICI, SUR TON AUTEL ENVOIE LE FEU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 see us on Your altar lay Send the fire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29-  NOUS TE DONNONS NOS VIES AUJOURD’HUI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give our lives to You today  
30- 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</a:t>
            </a:r>
            <a:endParaRPr lang="fr-F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Ô DIEU PUISSANT, FLAMME DÉVORANTE ENVOIE LE FEU </a:t>
            </a:r>
          </a:p>
          <a:p>
            <a:r>
              <a:rPr lang="fr-FR" smtClean="0"/>
              <a:t>O God of burning cleansing flame Send the fire</a:t>
            </a:r>
          </a:p>
          <a:p>
            <a:r>
              <a:rPr lang="fr-FR" smtClean="0"/>
              <a:t>2-  TON PRÉCIEUX SANG  NOUS RÉCLAMONS</a:t>
            </a:r>
          </a:p>
          <a:p>
            <a:r>
              <a:rPr lang="fr-FR" smtClean="0"/>
              <a:t>Your blood-bought gift today we claim 
3-  ENVOIE-LE AUJOURD’HUI </a:t>
            </a:r>
          </a:p>
          <a:p>
            <a:r>
              <a:rPr lang="fr-FR" smtClean="0"/>
              <a:t>Send the fire today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Couplet 2:
4-  Ô DIEU D’ÉLIE, ENTENDS NOS CRIS ENVOIE LE FEU </a:t>
            </a:r>
          </a:p>
          <a:p>
            <a:r>
              <a:rPr lang="fr-FR" smtClean="0"/>
              <a:t>God of Elijah hear our cry Send the fire</a:t>
            </a:r>
          </a:p>
          <a:p>
            <a:r>
              <a:rPr lang="fr-FR" smtClean="0"/>
              <a:t>5-  RENDS-NOUS CAPABLES DE VIVRE  EN TOI </a:t>
            </a:r>
          </a:p>
          <a:p>
            <a:r>
              <a:rPr lang="fr-FR" smtClean="0"/>
              <a:t>And make us fit to live or die</a:t>
            </a:r>
          </a:p>
          <a:p>
            <a:r>
              <a:rPr lang="fr-FR" smtClean="0"/>
              <a:t>6-  ENVOIE-LE AUJOURD’HUI </a:t>
            </a:r>
          </a:p>
          <a:p>
            <a:r>
              <a:rPr lang="fr-FR" smtClean="0"/>
              <a:t>Send the fire today</a:t>
            </a:r>
          </a:p>
          <a:p>
            <a:endParaRPr lang="fr-FR" smtClean="0"/>
          </a:p>
          <a:p>
            <a:r>
              <a:rPr lang="fr-FR" smtClean="0"/>
              <a:t>	Pré refrain:</a:t>
            </a:r>
          </a:p>
          <a:p>
            <a:r>
              <a:rPr lang="fr-FR" smtClean="0"/>
              <a:t>	7-  POUR BRÛLER CHAQUE TRACE  DE PÉCHÉ</a:t>
            </a:r>
          </a:p>
          <a:p>
            <a:r>
              <a:rPr lang="fr-FR" smtClean="0"/>
              <a:t>	To burn up ev'ry trace of sin 
	8-  APPORTER LA GLOIRE ET LA LUMIÈRE LA RÉVOLUTION COMMENCE ICI </a:t>
            </a:r>
          </a:p>
          <a:p>
            <a:r>
              <a:rPr lang="fr-FR" smtClean="0"/>
              <a:t>	To bring the light and glory in The revolution now begin</a:t>
            </a:r>
          </a:p>
          <a:p>
            <a:r>
              <a:rPr lang="fr-FR" smtClean="0"/>
              <a:t>	9-  ENVOIE-LE AUJOURD’HUI </a:t>
            </a:r>
          </a:p>
          <a:p>
            <a:r>
              <a:rPr lang="fr-FR" smtClean="0"/>
              <a:t>	Send the fire today</a:t>
            </a:r>
          </a:p>
          <a:p>
            <a:endParaRPr lang="fr-FR" smtClean="0"/>
          </a:p>
          <a:p>
            <a:r>
              <a:rPr lang="fr-FR" smtClean="0"/>
              <a:t>	Refrain:
	10-  ENVOIE LE FEU X3</a:t>
            </a:r>
          </a:p>
          <a:p>
            <a:r>
              <a:rPr lang="fr-FR" smtClean="0"/>
              <a:t>	Send the fire (3x)  
	11-  ENVOIE-LE AUJOURD’HUI</a:t>
            </a:r>
          </a:p>
          <a:p>
            <a:r>
              <a:rPr lang="fr-FR" smtClean="0"/>
              <a:t>	Send the fire today </a:t>
            </a:r>
          </a:p>
          <a:p>
            <a:endParaRPr lang="fr-FR" smtClean="0"/>
          </a:p>
          <a:p>
            <a:r>
              <a:rPr lang="fr-FR" smtClean="0"/>
              <a:t>Couplet 3:
12-  TON FEU EST NOTRE SEUL DÉSIR ENVOIE LE FEU </a:t>
            </a:r>
          </a:p>
          <a:p>
            <a:r>
              <a:rPr lang="fr-FR" smtClean="0"/>
              <a:t>It's fire we want for fire we plead Send the fire
13-  IL COMBLERA TOUS NOS BESOINS ENVOIE-LE AUJOURD’HUI</a:t>
            </a:r>
          </a:p>
          <a:p>
            <a:r>
              <a:rPr lang="fr-FR" smtClean="0"/>
              <a:t>The fire will meet our every need Send the fire today 
14-  DONNE-NOUS LA FORCE DE FAIRE  CE QUI EST DROIT </a:t>
            </a:r>
          </a:p>
          <a:p>
            <a:r>
              <a:rPr lang="fr-FR" smtClean="0"/>
              <a:t>For strength to always do what's right 
15-  LA GRÂCE DE VAINCRE  DANS NOS COMBATS  </a:t>
            </a:r>
          </a:p>
          <a:p>
            <a:r>
              <a:rPr lang="fr-FR" smtClean="0"/>
              <a:t>For grace to conquer in the fight 
16-  ET DE MARCHER DANS CE MONDE  EN BLANC VÊTUS DE BLANC </a:t>
            </a:r>
          </a:p>
          <a:p>
            <a:r>
              <a:rPr lang="fr-FR" smtClean="0"/>
              <a:t>For pow'r to walk the world in white 
17-  ENVOIE-LE AUJOURD’HUI </a:t>
            </a:r>
          </a:p>
          <a:p>
            <a:r>
              <a:rPr lang="fr-FR" smtClean="0"/>
              <a:t>Send the fire today </a:t>
            </a:r>
          </a:p>
          <a:p>
            <a:endParaRPr lang="fr-FR" smtClean="0"/>
          </a:p>
          <a:p>
            <a:r>
              <a:rPr lang="fr-FR" smtClean="0"/>
              <a:t>	Refrain:
	18-  ENVOIE LE FEU X3 </a:t>
            </a:r>
          </a:p>
          <a:p>
            <a:r>
              <a:rPr lang="fr-FR" smtClean="0"/>
              <a:t>	Send the fire (3x) 
	19-  ENVOIE-LE AUJOURD’HUI </a:t>
            </a:r>
          </a:p>
          <a:p>
            <a:r>
              <a:rPr lang="fr-FR" smtClean="0"/>
              <a:t>	Send the fire today 
</a:t>
            </a:r>
          </a:p>
          <a:p>
            <a:r>
              <a:rPr lang="fr-FR" smtClean="0"/>
              <a:t>Pont:</a:t>
            </a:r>
          </a:p>
          <a:p>
            <a:r>
              <a:rPr lang="fr-FR" smtClean="0"/>
              <a:t>20-  REGARDE-NOUS, NOUS T’ATTENDONS</a:t>
            </a:r>
          </a:p>
          <a:p>
            <a:r>
              <a:rPr lang="fr-FR" smtClean="0"/>
              <a:t>Look down and see this waiting host 
21-  ENVOIE LE SAINT-ESPRIT PROMIS </a:t>
            </a:r>
          </a:p>
          <a:p>
            <a:r>
              <a:rPr lang="fr-FR" smtClean="0"/>
              <a:t>And send the promised Holy Ghost 
22-  NOUS AVONS BESOIN  D’UNE AUTRE PENTECÔTE 
We need another Pentecost 
23-  ENVOIE-LE AUJOURD’HUI </a:t>
            </a:r>
          </a:p>
          <a:p>
            <a:r>
              <a:rPr lang="fr-FR" smtClean="0"/>
              <a:t>Send the fire today </a:t>
            </a:r>
          </a:p>
          <a:p>
            <a:endParaRPr lang="fr-FR" smtClean="0"/>
          </a:p>
          <a:p>
            <a:r>
              <a:rPr lang="fr-FR" smtClean="0"/>
              <a:t>Impro: 
24-  QUE NOS CŒURS FAIBLES  SOIENT FORTS ET BRAVES </a:t>
            </a:r>
          </a:p>
          <a:p>
            <a:r>
              <a:rPr lang="fr-FR" smtClean="0"/>
              <a:t>To make our weak hearts strong and brave 
25-  ENVOIE LE FEU </a:t>
            </a:r>
          </a:p>
          <a:p>
            <a:r>
              <a:rPr lang="fr-FR" smtClean="0"/>
              <a:t>Send the fire 
26-  VIVRE ET MOURIR POUR SAUVER  CE MONDE </a:t>
            </a:r>
          </a:p>
          <a:p>
            <a:r>
              <a:rPr lang="fr-FR" smtClean="0"/>
              <a:t>To live a dying world to save 
27-  ENVOIE LE FEU </a:t>
            </a:r>
          </a:p>
          <a:p>
            <a:r>
              <a:rPr lang="fr-FR" smtClean="0"/>
              <a:t>Send the fire
28-  NOUS VOICI, SUR TON AUTEL ENVOIE LE FEU</a:t>
            </a:r>
          </a:p>
          <a:p>
            <a:r>
              <a:rPr lang="fr-FR" smtClean="0"/>
              <a:t>Oh see us on Your altar lay Send the fire</a:t>
            </a:r>
          </a:p>
          <a:p>
            <a:r>
              <a:rPr lang="fr-FR" smtClean="0"/>
              <a:t>29-  NOUS TE DONNONS NOS VIES AUJOURD’HUI</a:t>
            </a:r>
          </a:p>
          <a:p>
            <a:r>
              <a:rPr lang="fr-FR" smtClean="0"/>
              <a:t>We give our lives to You today  
30-  ENVOIE LE FEU </a:t>
            </a:r>
          </a:p>
          <a:p>
            <a:r>
              <a:rPr lang="fr-FR" smtClean="0"/>
              <a:t>Send the fire</a:t>
            </a:r>
          </a:p>
          <a:p>
            <a:endParaRPr lang="fr-FR" smtClean="0"/>
          </a:p>
          <a:p>
            <a:r>
              <a:rPr lang="fr-FR" smtClean="0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180187090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Ô DIEU PUISSANT, FLAMME DÉVORANTE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God of burning cleansing flame Send the fire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2-  TON PRÉCIEUX SANG  NOUS RÉCLAMONS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 blood-bought gift today we claim 
3-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2:
4-  Ô DIEU D’ÉLIE, ENTENDS NOS CRIS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God of Elijah hear our cry Send the fire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RENDS-NOUS CAPABLES DE VIVRE  EN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make us fit to live or die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 refrain: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7-  POUR BRÛLER CHAQUE TRACE  DE PÉCHÉ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To burn up ev'ry trace of sin 
	8-  APPORTER LA GLOIRE ET LA LUMIÈRE LA RÉVOLUTION COMMENCE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To bring the light and glory in The revolution now begin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9-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today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10-  ENVOIE LE FEU X3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(3x)  
	11-  ENVOIE-LE AUJOURD’HUI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today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3:
12-  TON FEU EST NOTRE SEUL DÉSIR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 fire we want for fire we plead Send the fire
13-  IL COMBLERA TOUS NOS BESOINS ENVOIE-LE AUJOURD’HUI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fire will meet our every need Send the fire today 
14-  DONNE-NOUS LA FORCE DE FAIRE  CE QUI EST DROIT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strength to always do what's right 
15-  LA GRÂCE DE VAINCRE  DANS NOS COMBATS 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grace to conquer in the fight 
16-  ET DE MARCHER DANS CE MONDE  EN BLANC VÊTUS DE BLANC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pow'r to walk the world in white 
17-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18-  ENVOIE LE FEU X3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(3x) 
	19-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the fire today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20-  REGARDE-NOUS, NOUS T’ATTENDONS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 down and see this waiting host 
21-  ENVOIE LE SAINT-ESPRIT PROMIS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send the promised Holy Ghost 
22-  NOUS AVONS BESOIN  D’UNE AUTRE PENTECÔTE 
We need another Pentecost 
23-  ENVOIE-LE AUJOURD’HUI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today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Impro: 
24-  QUE NOS CŒURS FAIBLES  SOIENT FORTS ET BRAVES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make our weak hearts strong and brave 
25- 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 
26-  VIVRE ET MOURIR POUR SAUVER  CE MONDE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live a dying world to save 
27- 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
28-  NOUS VOICI, SUR TON AUTEL ENVOIE LE FEU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 see us on Your altar lay Send the fire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29-  NOUS TE DONNONS NOS VIES AUJOURD’HUI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give our lives to You today  
30-  ENVOIE LE FEU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 the fire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</a:t>
            </a:r>
            <a:endParaRPr lang="fr-FR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Ô DIEU PUISSANT, FLAMME DÉVORANTE ENVOIE LE FEU </a:t>
            </a:r>
          </a:p>
          <a:p>
            <a:r>
              <a:rPr lang="fr-FR" smtClean="0"/>
              <a:t>O God of burning cleansing flame Send the fire</a:t>
            </a:r>
          </a:p>
          <a:p>
            <a:r>
              <a:rPr lang="fr-FR" smtClean="0"/>
              <a:t>2-  TON PRÉCIEUX SANG  NOUS RÉCLAMONS</a:t>
            </a:r>
          </a:p>
          <a:p>
            <a:r>
              <a:rPr lang="fr-FR" smtClean="0"/>
              <a:t>Your blood-bought gift today we claim 
3-  ENVOIE-LE AUJOURD’HUI </a:t>
            </a:r>
          </a:p>
          <a:p>
            <a:r>
              <a:rPr lang="fr-FR" smtClean="0"/>
              <a:t>Send the fire today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Couplet 2:
4-  Ô DIEU D’ÉLIE, ENTENDS NOS CRIS ENVOIE LE FEU </a:t>
            </a:r>
          </a:p>
          <a:p>
            <a:r>
              <a:rPr lang="fr-FR" smtClean="0"/>
              <a:t>God of Elijah hear our cry Send the fire</a:t>
            </a:r>
          </a:p>
          <a:p>
            <a:r>
              <a:rPr lang="fr-FR" smtClean="0"/>
              <a:t>5-  RENDS-NOUS CAPABLES DE VIVRE  EN TOI </a:t>
            </a:r>
          </a:p>
          <a:p>
            <a:r>
              <a:rPr lang="fr-FR" smtClean="0"/>
              <a:t>And make us fit to live or die</a:t>
            </a:r>
          </a:p>
          <a:p>
            <a:r>
              <a:rPr lang="fr-FR" smtClean="0"/>
              <a:t>6-  ENVOIE-LE AUJOURD’HUI </a:t>
            </a:r>
          </a:p>
          <a:p>
            <a:r>
              <a:rPr lang="fr-FR" smtClean="0"/>
              <a:t>Send the fire today</a:t>
            </a:r>
          </a:p>
          <a:p>
            <a:endParaRPr lang="fr-FR" smtClean="0"/>
          </a:p>
          <a:p>
            <a:r>
              <a:rPr lang="fr-FR" smtClean="0"/>
              <a:t>	Pré refrain:</a:t>
            </a:r>
          </a:p>
          <a:p>
            <a:r>
              <a:rPr lang="fr-FR" smtClean="0"/>
              <a:t>	7-  POUR BRÛLER CHAQUE TRACE  DE PÉCHÉ</a:t>
            </a:r>
          </a:p>
          <a:p>
            <a:r>
              <a:rPr lang="fr-FR" smtClean="0"/>
              <a:t>	To burn up ev'ry trace of sin 
	8-  APPORTER LA GLOIRE ET LA LUMIÈRE LA RÉVOLUTION COMMENCE ICI </a:t>
            </a:r>
          </a:p>
          <a:p>
            <a:r>
              <a:rPr lang="fr-FR" smtClean="0"/>
              <a:t>	To bring the light and glory in The revolution now begin</a:t>
            </a:r>
          </a:p>
          <a:p>
            <a:r>
              <a:rPr lang="fr-FR" smtClean="0"/>
              <a:t>	9-  ENVOIE-LE AUJOURD’HUI </a:t>
            </a:r>
          </a:p>
          <a:p>
            <a:r>
              <a:rPr lang="fr-FR" smtClean="0"/>
              <a:t>	Send the fire today</a:t>
            </a:r>
          </a:p>
          <a:p>
            <a:endParaRPr lang="fr-FR" smtClean="0"/>
          </a:p>
          <a:p>
            <a:r>
              <a:rPr lang="fr-FR" smtClean="0"/>
              <a:t>	Refrain:
	10-  ENVOIE LE FEU X3</a:t>
            </a:r>
          </a:p>
          <a:p>
            <a:r>
              <a:rPr lang="fr-FR" smtClean="0"/>
              <a:t>	Send the fire (3x)  
	11-  ENVOIE-LE AUJOURD’HUI</a:t>
            </a:r>
          </a:p>
          <a:p>
            <a:r>
              <a:rPr lang="fr-FR" smtClean="0"/>
              <a:t>	Send the fire today </a:t>
            </a:r>
          </a:p>
          <a:p>
            <a:endParaRPr lang="fr-FR" smtClean="0"/>
          </a:p>
          <a:p>
            <a:r>
              <a:rPr lang="fr-FR" smtClean="0"/>
              <a:t>Couplet 3:
12-  TON FEU EST NOTRE SEUL DÉSIR ENVOIE LE FEU </a:t>
            </a:r>
          </a:p>
          <a:p>
            <a:r>
              <a:rPr lang="fr-FR" smtClean="0"/>
              <a:t>It's fire we want for fire we plead Send the fire
13-  IL COMBLERA TOUS NOS BESOINS ENVOIE-LE AUJOURD’HUI</a:t>
            </a:r>
          </a:p>
          <a:p>
            <a:r>
              <a:rPr lang="fr-FR" smtClean="0"/>
              <a:t>The fire will meet our every need Send the fire today 
14-  DONNE-NOUS LA FORCE DE FAIRE  CE QUI EST DROIT </a:t>
            </a:r>
          </a:p>
          <a:p>
            <a:r>
              <a:rPr lang="fr-FR" smtClean="0"/>
              <a:t>For strength to always do what's right 
15-  LA GRÂCE DE VAINCRE  DANS NOS COMBATS  </a:t>
            </a:r>
          </a:p>
          <a:p>
            <a:r>
              <a:rPr lang="fr-FR" smtClean="0"/>
              <a:t>For grace to conquer in the fight 
16-  ET DE MARCHER DANS CE MONDE  EN BLANC VÊTUS DE BLANC </a:t>
            </a:r>
          </a:p>
          <a:p>
            <a:r>
              <a:rPr lang="fr-FR" smtClean="0"/>
              <a:t>For pow'r to walk the world in white 
17-  ENVOIE-LE AUJOURD’HUI </a:t>
            </a:r>
          </a:p>
          <a:p>
            <a:r>
              <a:rPr lang="fr-FR" smtClean="0"/>
              <a:t>Send the fire today </a:t>
            </a:r>
          </a:p>
          <a:p>
            <a:endParaRPr lang="fr-FR" smtClean="0"/>
          </a:p>
          <a:p>
            <a:r>
              <a:rPr lang="fr-FR" smtClean="0"/>
              <a:t>	Refrain:
	18-  ENVOIE LE FEU X3 </a:t>
            </a:r>
          </a:p>
          <a:p>
            <a:r>
              <a:rPr lang="fr-FR" smtClean="0"/>
              <a:t>	Send the fire (3x) 
	19-  ENVOIE-LE AUJOURD’HUI </a:t>
            </a:r>
          </a:p>
          <a:p>
            <a:r>
              <a:rPr lang="fr-FR" smtClean="0"/>
              <a:t>	Send the fire today 
</a:t>
            </a:r>
          </a:p>
          <a:p>
            <a:r>
              <a:rPr lang="fr-FR" smtClean="0"/>
              <a:t>Pont:</a:t>
            </a:r>
          </a:p>
          <a:p>
            <a:r>
              <a:rPr lang="fr-FR" smtClean="0"/>
              <a:t>20-  REGARDE-NOUS, NOUS T’ATTENDONS</a:t>
            </a:r>
          </a:p>
          <a:p>
            <a:r>
              <a:rPr lang="fr-FR" smtClean="0"/>
              <a:t>Look down and see this waiting host 
21-  ENVOIE LE SAINT-ESPRIT PROMIS </a:t>
            </a:r>
          </a:p>
          <a:p>
            <a:r>
              <a:rPr lang="fr-FR" smtClean="0"/>
              <a:t>And send the promised Holy Ghost 
22-  NOUS AVONS BESOIN  D’UNE AUTRE PENTECÔTE 
We need another Pentecost 
23-  ENVOIE-LE AUJOURD’HUI </a:t>
            </a:r>
          </a:p>
          <a:p>
            <a:r>
              <a:rPr lang="fr-FR" smtClean="0"/>
              <a:t>Send the fire today </a:t>
            </a:r>
          </a:p>
          <a:p>
            <a:endParaRPr lang="fr-FR" smtClean="0"/>
          </a:p>
          <a:p>
            <a:r>
              <a:rPr lang="fr-FR" smtClean="0"/>
              <a:t>Impro: 
24-  QUE NOS CŒURS FAIBLES  SOIENT FORTS ET BRAVES </a:t>
            </a:r>
          </a:p>
          <a:p>
            <a:r>
              <a:rPr lang="fr-FR" smtClean="0"/>
              <a:t>To make our weak hearts strong and brave 
25-  ENVOIE LE FEU </a:t>
            </a:r>
          </a:p>
          <a:p>
            <a:r>
              <a:rPr lang="fr-FR" smtClean="0"/>
              <a:t>Send the fire 
26-  VIVRE ET MOURIR POUR SAUVER  CE MONDE </a:t>
            </a:r>
          </a:p>
          <a:p>
            <a:r>
              <a:rPr lang="fr-FR" smtClean="0"/>
              <a:t>To live a dying world to save 
27-  ENVOIE LE FEU </a:t>
            </a:r>
          </a:p>
          <a:p>
            <a:r>
              <a:rPr lang="fr-FR" smtClean="0"/>
              <a:t>Send the fire
28-  NOUS VOICI, SUR TON AUTEL ENVOIE LE FEU</a:t>
            </a:r>
          </a:p>
          <a:p>
            <a:r>
              <a:rPr lang="fr-FR" smtClean="0"/>
              <a:t>Oh see us on Your altar lay Send the fire</a:t>
            </a:r>
          </a:p>
          <a:p>
            <a:r>
              <a:rPr lang="fr-FR" smtClean="0"/>
              <a:t>29-  NOUS TE DONNONS NOS VIES AUJOURD’HUI</a:t>
            </a:r>
          </a:p>
          <a:p>
            <a:r>
              <a:rPr lang="fr-FR" smtClean="0"/>
              <a:t>We give our lives to You today  
30-  ENVOIE LE FEU </a:t>
            </a:r>
          </a:p>
          <a:p>
            <a:r>
              <a:rPr lang="fr-FR" smtClean="0"/>
              <a:t>Send the fire</a:t>
            </a:r>
          </a:p>
          <a:p>
            <a:endParaRPr lang="fr-FR" smtClean="0"/>
          </a:p>
          <a:p>
            <a:r>
              <a:rPr lang="fr-FR" smtClean="0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375596905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Ô DIEU PUISSANT, FLAMME DÉVORANTE ENVOIE LE FEU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burning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cleansing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flame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2-  TON PRÉCIEUX SANG  NOUS RÉCLAMONS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blood-bought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gift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claim 
3-  ENVOIE-LE AUJOURD’HUI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2:
4-  Ô DIEU D’ÉLIE, ENTENDS NOS CRIS ENVOIE LE FEU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Elijah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5-  RENDS-NOUS CAPABLES DE VIVRE  EN TOI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 fit to live or die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6-  ENVOIE-LE AUJOURD’HUI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Pré refrain: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7-  POUR BRÛLER CHAQUE TRACE  DE PÉCHÉ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burn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up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ev'ry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trace of sin 
	8-  APPORTER LA GLOIRE ET LA LUMIÈRE LA RÉVOLUTION COMMENCE ICI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light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glory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revolution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begin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9-  ENVOIE-LE AUJOURD’HUI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10-  ENVOIE LE FEU X3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(3x)  
	11-  ENVOIE-LE AUJOURD’HUI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3:
12-  TON FEU EST NOTRE SEUL DÉSIR ENVOIE LE FEU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want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plead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13-  IL COMBLERA TOUS NOS BESOINS ENVOIE-LE AUJOURD’HUI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meet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need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14-  DONNE-NOUS LA FORCE DE FAIRE  CE QUI EST DROIT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strength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always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what's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right 
15-  LA GRÂCE DE VAINCRE  DANS NOS COMBATS 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grace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conquer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fight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16-  ET DE MARCHER DANS CE MONDE  EN BLANC VÊTUS DE BLANC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pow'r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walk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world in white 
17-  ENVOIE-LE AUJOURD’HUI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	18-  ENVOIE LE FEU X3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(3x) 
	19-  ENVOIE-LE AUJOURD’HUI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20-  REGARDE-NOUS, NOUS T’ATTENDONS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 down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waiting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host 
21-  ENVOIE LE SAINT-ESPRIT PROMIS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promised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Holy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Ghost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22-  NOUS AVONS BESOIN  D’UNE AUTRE PENTECÔTE 
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need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another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Pentecost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23-  ENVOIE-LE AUJOURD’HUI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Impro: 
24-  QUE NOS CŒURS FAIBLES  SOIENT FORTS ET BRAVES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weak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hearts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strong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brave 
25-  ENVOIE LE FEU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26-  VIVRE ET MOURIR POUR SAUVER  CE MONDE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live a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dying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world to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save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27-  ENVOIE LE FEU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28-  NOUS VOICI, SUR TON AUTEL ENVOIE LE FEU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 on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altar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29-  NOUS TE DONNONS NOS VIES AUJOURD’HUI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give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lives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You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
30-  ENVOIE LE FEU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REFRAIN:
</a:t>
            </a: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1:</a:t>
            </a:r>
          </a:p>
          <a:p>
            <a:r>
              <a:rPr lang="fr-FR" smtClean="0"/>
              <a:t>1-  Ô DIEU PUISSANT, FLAMME DÉVORANTE ENVOIE LE FEU </a:t>
            </a:r>
          </a:p>
          <a:p>
            <a:r>
              <a:rPr lang="fr-FR" smtClean="0"/>
              <a:t>O God of burning cleansing flame Send the fire</a:t>
            </a:r>
          </a:p>
          <a:p>
            <a:r>
              <a:rPr lang="fr-FR" smtClean="0"/>
              <a:t>2-  TON PRÉCIEUX SANG  NOUS RÉCLAMONS</a:t>
            </a:r>
          </a:p>
          <a:p>
            <a:r>
              <a:rPr lang="fr-FR" smtClean="0"/>
              <a:t>Your blood-bought gift today we claim 
3-  ENVOIE-LE AUJOURD’HUI </a:t>
            </a:r>
          </a:p>
          <a:p>
            <a:r>
              <a:rPr lang="fr-FR" smtClean="0"/>
              <a:t>Send the fire today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Couplet 2:
4-  Ô DIEU D’ÉLIE, ENTENDS NOS CRIS ENVOIE LE FEU </a:t>
            </a:r>
          </a:p>
          <a:p>
            <a:r>
              <a:rPr lang="fr-FR" smtClean="0"/>
              <a:t>God of Elijah hear our cry Send the fire</a:t>
            </a:r>
          </a:p>
          <a:p>
            <a:r>
              <a:rPr lang="fr-FR" smtClean="0"/>
              <a:t>5-  RENDS-NOUS CAPABLES DE VIVRE  EN TOI </a:t>
            </a:r>
          </a:p>
          <a:p>
            <a:r>
              <a:rPr lang="fr-FR" smtClean="0"/>
              <a:t>And make us fit to live or die</a:t>
            </a:r>
          </a:p>
          <a:p>
            <a:r>
              <a:rPr lang="fr-FR" smtClean="0"/>
              <a:t>6-  ENVOIE-LE AUJOURD’HUI </a:t>
            </a:r>
          </a:p>
          <a:p>
            <a:r>
              <a:rPr lang="fr-FR" smtClean="0"/>
              <a:t>Send the fire today</a:t>
            </a:r>
          </a:p>
          <a:p>
            <a:endParaRPr lang="fr-FR" smtClean="0"/>
          </a:p>
          <a:p>
            <a:r>
              <a:rPr lang="fr-FR" smtClean="0"/>
              <a:t>	Pré refrain:</a:t>
            </a:r>
          </a:p>
          <a:p>
            <a:r>
              <a:rPr lang="fr-FR" smtClean="0"/>
              <a:t>	7-  POUR BRÛLER CHAQUE TRACE  DE PÉCHÉ</a:t>
            </a:r>
          </a:p>
          <a:p>
            <a:r>
              <a:rPr lang="fr-FR" smtClean="0"/>
              <a:t>	To burn up ev'ry trace of sin 
	8-  APPORTER LA GLOIRE ET LA LUMIÈRE LA RÉVOLUTION COMMENCE ICI </a:t>
            </a:r>
          </a:p>
          <a:p>
            <a:r>
              <a:rPr lang="fr-FR" smtClean="0"/>
              <a:t>	To bring the light and glory in The revolution now begin</a:t>
            </a:r>
          </a:p>
          <a:p>
            <a:r>
              <a:rPr lang="fr-FR" smtClean="0"/>
              <a:t>	9-  ENVOIE-LE AUJOURD’HUI </a:t>
            </a:r>
          </a:p>
          <a:p>
            <a:r>
              <a:rPr lang="fr-FR" smtClean="0"/>
              <a:t>	Send the fire today</a:t>
            </a:r>
          </a:p>
          <a:p>
            <a:endParaRPr lang="fr-FR" smtClean="0"/>
          </a:p>
          <a:p>
            <a:r>
              <a:rPr lang="fr-FR" smtClean="0"/>
              <a:t>	Refrain:
	10-  ENVOIE LE FEU X3</a:t>
            </a:r>
          </a:p>
          <a:p>
            <a:r>
              <a:rPr lang="fr-FR" smtClean="0"/>
              <a:t>	Send the fire (3x)  
	11-  ENVOIE-LE AUJOURD’HUI</a:t>
            </a:r>
          </a:p>
          <a:p>
            <a:r>
              <a:rPr lang="fr-FR" smtClean="0"/>
              <a:t>	Send the fire today </a:t>
            </a:r>
          </a:p>
          <a:p>
            <a:endParaRPr lang="fr-FR" smtClean="0"/>
          </a:p>
          <a:p>
            <a:r>
              <a:rPr lang="fr-FR" smtClean="0"/>
              <a:t>Couplet 3:
12-  TON FEU EST NOTRE SEUL DÉSIR ENVOIE LE FEU </a:t>
            </a:r>
          </a:p>
          <a:p>
            <a:r>
              <a:rPr lang="fr-FR" smtClean="0"/>
              <a:t>It's fire we want for fire we plead Send the fire
13-  IL COMBLERA TOUS NOS BESOINS ENVOIE-LE AUJOURD’HUI</a:t>
            </a:r>
          </a:p>
          <a:p>
            <a:r>
              <a:rPr lang="fr-FR" smtClean="0"/>
              <a:t>The fire will meet our every need Send the fire today 
14-  DONNE-NOUS LA FORCE DE FAIRE  CE QUI EST DROIT </a:t>
            </a:r>
          </a:p>
          <a:p>
            <a:r>
              <a:rPr lang="fr-FR" smtClean="0"/>
              <a:t>For strength to always do what's right 
15-  LA GRÂCE DE VAINCRE  DANS NOS COMBATS  </a:t>
            </a:r>
          </a:p>
          <a:p>
            <a:r>
              <a:rPr lang="fr-FR" smtClean="0"/>
              <a:t>For grace to conquer in the fight 
16-  ET DE MARCHER DANS CE MONDE  EN BLANC VÊTUS DE BLANC </a:t>
            </a:r>
          </a:p>
          <a:p>
            <a:r>
              <a:rPr lang="fr-FR" smtClean="0"/>
              <a:t>For pow'r to walk the world in white 
17-  ENVOIE-LE AUJOURD’HUI </a:t>
            </a:r>
          </a:p>
          <a:p>
            <a:r>
              <a:rPr lang="fr-FR" smtClean="0"/>
              <a:t>Send the fire today </a:t>
            </a:r>
          </a:p>
          <a:p>
            <a:endParaRPr lang="fr-FR" smtClean="0"/>
          </a:p>
          <a:p>
            <a:r>
              <a:rPr lang="fr-FR" smtClean="0"/>
              <a:t>	Refrain:
	18-  ENVOIE LE FEU X3 </a:t>
            </a:r>
          </a:p>
          <a:p>
            <a:r>
              <a:rPr lang="fr-FR" smtClean="0"/>
              <a:t>	Send the fire (3x) 
	19-  ENVOIE-LE AUJOURD’HUI </a:t>
            </a:r>
          </a:p>
          <a:p>
            <a:r>
              <a:rPr lang="fr-FR" smtClean="0"/>
              <a:t>	Send the fire today 
</a:t>
            </a:r>
          </a:p>
          <a:p>
            <a:r>
              <a:rPr lang="fr-FR" smtClean="0"/>
              <a:t>Pont:</a:t>
            </a:r>
          </a:p>
          <a:p>
            <a:r>
              <a:rPr lang="fr-FR" smtClean="0"/>
              <a:t>20-  REGARDE-NOUS, NOUS T’ATTENDONS</a:t>
            </a:r>
          </a:p>
          <a:p>
            <a:r>
              <a:rPr lang="fr-FR" smtClean="0"/>
              <a:t>Look down and see this waiting host 
21-  ENVOIE LE SAINT-ESPRIT PROMIS </a:t>
            </a:r>
          </a:p>
          <a:p>
            <a:r>
              <a:rPr lang="fr-FR" smtClean="0"/>
              <a:t>And send the promised Holy Ghost 
22-  NOUS AVONS BESOIN  D’UNE AUTRE PENTECÔTE 
We need another Pentecost 
23-  ENVOIE-LE AUJOURD’HUI </a:t>
            </a:r>
          </a:p>
          <a:p>
            <a:r>
              <a:rPr lang="fr-FR" smtClean="0"/>
              <a:t>Send the fire today </a:t>
            </a:r>
          </a:p>
          <a:p>
            <a:endParaRPr lang="fr-FR" smtClean="0"/>
          </a:p>
          <a:p>
            <a:r>
              <a:rPr lang="fr-FR" smtClean="0"/>
              <a:t>Impro: 
24-  QUE NOS CŒURS FAIBLES  SOIENT FORTS ET BRAVES </a:t>
            </a:r>
          </a:p>
          <a:p>
            <a:r>
              <a:rPr lang="fr-FR" smtClean="0"/>
              <a:t>To make our weak hearts strong and brave 
25-  ENVOIE LE FEU </a:t>
            </a:r>
          </a:p>
          <a:p>
            <a:r>
              <a:rPr lang="fr-FR" smtClean="0"/>
              <a:t>Send the fire 
26-  VIVRE ET MOURIR POUR SAUVER  CE MONDE </a:t>
            </a:r>
          </a:p>
          <a:p>
            <a:r>
              <a:rPr lang="fr-FR" smtClean="0"/>
              <a:t>To live a dying world to save 
27-  ENVOIE LE FEU </a:t>
            </a:r>
          </a:p>
          <a:p>
            <a:r>
              <a:rPr lang="fr-FR" smtClean="0"/>
              <a:t>Send the fire
28-  NOUS VOICI, SUR TON AUTEL ENVOIE LE FEU</a:t>
            </a:r>
          </a:p>
          <a:p>
            <a:r>
              <a:rPr lang="fr-FR" smtClean="0"/>
              <a:t>Oh see us on Your altar lay Send the fire</a:t>
            </a:r>
          </a:p>
          <a:p>
            <a:r>
              <a:rPr lang="fr-FR" smtClean="0"/>
              <a:t>29-  NOUS TE DONNONS NOS VIES AUJOURD’HUI</a:t>
            </a:r>
          </a:p>
          <a:p>
            <a:r>
              <a:rPr lang="fr-FR" smtClean="0"/>
              <a:t>We give our lives to You today  
30-  ENVOIE LE FEU </a:t>
            </a:r>
          </a:p>
          <a:p>
            <a:r>
              <a:rPr lang="fr-FR" smtClean="0"/>
              <a:t>Send the fire</a:t>
            </a:r>
          </a:p>
          <a:p>
            <a:endParaRPr lang="fr-FR" smtClean="0"/>
          </a:p>
          <a:p>
            <a:r>
              <a:rPr lang="fr-FR" smtClean="0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1344211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354340-8694-43B1-A8F9-8E748220BC3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543B6D-89BE-450D-8D53-2308253AE27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C3E2F4-B7A3-4813-BE5C-672B7F7D1E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DB8B2E-583A-48DE-BB44-C7FB74698DB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8FD8B5-C06A-440D-B0B5-77ABBB4F4D4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C13DC5-A4A8-43AE-8B11-09841DC1F1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93AA14-3C2E-4463-943D-566FAF1C012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27DA1D-7883-4C0B-AF3B-D788BE7625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ACC378-7A87-4B48-ACEF-BA72740CA7A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DFD0D-0B84-411C-A304-DD06AF36AA3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82FE5-0FCA-4201-B57D-5A728375556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821B596-1B06-490A-A978-F71EF6E2CD7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Ô DIEU PUISSANT, FLAMME DÉVORANTE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ENVOIE LE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FEU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TON PRÉCIEUX SANG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RÉCLAMONS</a:t>
            </a:r>
          </a:p>
        </p:txBody>
      </p:sp>
    </p:spTree>
    <p:extLst>
      <p:ext uri="{BB962C8B-B14F-4D97-AF65-F5344CB8AC3E}">
        <p14:creationId xmlns:p14="http://schemas.microsoft.com/office/powerpoint/2010/main" val="1735726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1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ENVOIE-LE AUJOURD’HUI</a:t>
            </a:r>
            <a:endParaRPr lang="fr-FR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9224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Ô DIEU D’ÉLIE, ENTENDS NOS CRIS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ENVOIE LE FEU</a:t>
            </a:r>
            <a:endParaRPr lang="fr-FR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57325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RENDS-NOUS CAPABLES DE VIVRE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TOI</a:t>
            </a:r>
          </a:p>
        </p:txBody>
      </p:sp>
    </p:spTree>
    <p:extLst>
      <p:ext uri="{BB962C8B-B14F-4D97-AF65-F5344CB8AC3E}">
        <p14:creationId xmlns:p14="http://schemas.microsoft.com/office/powerpoint/2010/main" val="545857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ENVOIE-LE AUJOURD’HUI</a:t>
            </a:r>
          </a:p>
        </p:txBody>
      </p:sp>
    </p:spTree>
    <p:extLst>
      <p:ext uri="{BB962C8B-B14F-4D97-AF65-F5344CB8AC3E}">
        <p14:creationId xmlns:p14="http://schemas.microsoft.com/office/powerpoint/2010/main" val="874295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BRÛLER CHAQUE TRACE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PÉCHÉ</a:t>
            </a:r>
          </a:p>
        </p:txBody>
      </p:sp>
    </p:spTree>
    <p:extLst>
      <p:ext uri="{BB962C8B-B14F-4D97-AF65-F5344CB8AC3E}">
        <p14:creationId xmlns:p14="http://schemas.microsoft.com/office/powerpoint/2010/main" val="29532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APPORTER LA GLOIRE ET LA LUMIÈRE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RÉVOLUTION COMMENCE ICI</a:t>
            </a:r>
            <a:endParaRPr lang="fr-FR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62188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1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ENVOIE-LE AUJOURD’HUI</a:t>
            </a:r>
            <a:endParaRPr lang="fr-FR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3298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ENVOIE LE FEU</a:t>
            </a:r>
          </a:p>
        </p:txBody>
      </p:sp>
    </p:spTree>
    <p:extLst>
      <p:ext uri="{BB962C8B-B14F-4D97-AF65-F5344CB8AC3E}">
        <p14:creationId xmlns:p14="http://schemas.microsoft.com/office/powerpoint/2010/main" val="668738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1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ENVOIE-LE AUJOURD’HUI</a:t>
            </a:r>
            <a:endParaRPr lang="fr-FR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69799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TON FEU EST NOTRE SEUL DÉSIR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ENVOIE LE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FEU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22542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COMBLERA TOUS NOS BESOINS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ENVOIE-LE AUJOURD’HUI</a:t>
            </a:r>
            <a:endParaRPr lang="fr-FR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77503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DONNE-NOUS LA FORCE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FAIRE CE QUI EST DROIT</a:t>
            </a:r>
          </a:p>
        </p:txBody>
      </p:sp>
    </p:spTree>
    <p:extLst>
      <p:ext uri="{BB962C8B-B14F-4D97-AF65-F5344CB8AC3E}">
        <p14:creationId xmlns:p14="http://schemas.microsoft.com/office/powerpoint/2010/main" val="228828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GRÂCE DE VAINCRE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NOS COMBATS </a:t>
            </a:r>
          </a:p>
        </p:txBody>
      </p:sp>
    </p:spTree>
    <p:extLst>
      <p:ext uri="{BB962C8B-B14F-4D97-AF65-F5344CB8AC3E}">
        <p14:creationId xmlns:p14="http://schemas.microsoft.com/office/powerpoint/2010/main" val="458244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DE MARCHER DANS CE MONDE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BLANC VÊTUS DE BLANC</a:t>
            </a:r>
          </a:p>
        </p:txBody>
      </p:sp>
    </p:spTree>
    <p:extLst>
      <p:ext uri="{BB962C8B-B14F-4D97-AF65-F5344CB8AC3E}">
        <p14:creationId xmlns:p14="http://schemas.microsoft.com/office/powerpoint/2010/main" val="3756606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1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ENVOIE-LE AUJOURD’HUI</a:t>
            </a:r>
            <a:endParaRPr lang="fr-FR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07040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ENVOIE LE FEU</a:t>
            </a:r>
          </a:p>
        </p:txBody>
      </p:sp>
    </p:spTree>
    <p:extLst>
      <p:ext uri="{BB962C8B-B14F-4D97-AF65-F5344CB8AC3E}">
        <p14:creationId xmlns:p14="http://schemas.microsoft.com/office/powerpoint/2010/main" val="2419038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1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ENVOIE-LE AUJOURD’HUI</a:t>
            </a:r>
            <a:endParaRPr lang="fr-FR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78559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REGARDE-NOUS, NOUS T’ATTENDONS</a:t>
            </a:r>
          </a:p>
        </p:txBody>
      </p:sp>
    </p:spTree>
    <p:extLst>
      <p:ext uri="{BB962C8B-B14F-4D97-AF65-F5344CB8AC3E}">
        <p14:creationId xmlns:p14="http://schemas.microsoft.com/office/powerpoint/2010/main" val="791437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ENVOIE LE SAINT-ESPRIT PROMIS</a:t>
            </a:r>
          </a:p>
        </p:txBody>
      </p:sp>
    </p:spTree>
    <p:extLst>
      <p:ext uri="{BB962C8B-B14F-4D97-AF65-F5344CB8AC3E}">
        <p14:creationId xmlns:p14="http://schemas.microsoft.com/office/powerpoint/2010/main" val="3415478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AVONS BESOIN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D’UNE AUTRE PENTECÔTE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611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1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ENVOIE-LE AUJOURD’HUI</a:t>
            </a:r>
            <a:endParaRPr lang="fr-FR" alt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1944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NOS CŒURS FAIBLES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SOIENT FORTS ET BRAVES</a:t>
            </a:r>
          </a:p>
        </p:txBody>
      </p:sp>
    </p:spTree>
    <p:extLst>
      <p:ext uri="{BB962C8B-B14F-4D97-AF65-F5344CB8AC3E}">
        <p14:creationId xmlns:p14="http://schemas.microsoft.com/office/powerpoint/2010/main" val="2795373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ENVOIE LE FEU</a:t>
            </a:r>
          </a:p>
        </p:txBody>
      </p:sp>
    </p:spTree>
    <p:extLst>
      <p:ext uri="{BB962C8B-B14F-4D97-AF65-F5344CB8AC3E}">
        <p14:creationId xmlns:p14="http://schemas.microsoft.com/office/powerpoint/2010/main" val="2814274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VIVRE ET MOURIR POUR SAUVER 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 MONDE</a:t>
            </a:r>
          </a:p>
        </p:txBody>
      </p:sp>
    </p:spTree>
    <p:extLst>
      <p:ext uri="{BB962C8B-B14F-4D97-AF65-F5344CB8AC3E}">
        <p14:creationId xmlns:p14="http://schemas.microsoft.com/office/powerpoint/2010/main" val="4142552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ENVOIE LE FEU</a:t>
            </a:r>
          </a:p>
        </p:txBody>
      </p:sp>
    </p:spTree>
    <p:extLst>
      <p:ext uri="{BB962C8B-B14F-4D97-AF65-F5344CB8AC3E}">
        <p14:creationId xmlns:p14="http://schemas.microsoft.com/office/powerpoint/2010/main" val="3069657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VOICI, SUR TON AUTEL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ENVOIE LE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FEU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72236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TE DONNONS NOS VIES AUJOURD’HUI</a:t>
            </a:r>
          </a:p>
        </p:txBody>
      </p:sp>
    </p:spTree>
    <p:extLst>
      <p:ext uri="{BB962C8B-B14F-4D97-AF65-F5344CB8AC3E}">
        <p14:creationId xmlns:p14="http://schemas.microsoft.com/office/powerpoint/2010/main" val="1550920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ENVOIE LE FEU</a:t>
            </a:r>
          </a:p>
        </p:txBody>
      </p:sp>
    </p:spTree>
    <p:extLst>
      <p:ext uri="{BB962C8B-B14F-4D97-AF65-F5344CB8AC3E}">
        <p14:creationId xmlns:p14="http://schemas.microsoft.com/office/powerpoint/2010/main" val="3411021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1757</TotalTime>
  <Words>2197</Words>
  <Application>Microsoft Office PowerPoint</Application>
  <PresentationFormat>Affichage à l'écran (4:3)</PresentationFormat>
  <Paragraphs>3225</Paragraphs>
  <Slides>30</Slides>
  <Notes>30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30</vt:i4>
      </vt:variant>
    </vt:vector>
  </HeadingPairs>
  <TitlesOfParts>
    <vt:vector size="33" baseType="lpstr">
      <vt:lpstr>Calibri</vt:lpstr>
      <vt:lpstr>Franklin Gothic Medium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163</cp:revision>
  <dcterms:created xsi:type="dcterms:W3CDTF">2002-08-17T10:50:50Z</dcterms:created>
  <dcterms:modified xsi:type="dcterms:W3CDTF">2018-06-24T07:48:49Z</dcterms:modified>
</cp:coreProperties>
</file>