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7" r:id="rId18"/>
    <p:sldId id="278" r:id="rId19"/>
    <p:sldId id="279" r:id="rId20"/>
    <p:sldId id="280" r:id="rId21"/>
    <p:sldId id="281" r:id="rId22"/>
    <p:sldId id="282" r:id="rId23"/>
    <p:sldId id="29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85" autoAdjust="0"/>
    <p:restoredTop sz="49509" autoAdjust="0"/>
  </p:normalViewPr>
  <p:slideViewPr>
    <p:cSldViewPr>
      <p:cViewPr varScale="1">
        <p:scale>
          <a:sx n="52" d="100"/>
          <a:sy n="52" d="100"/>
        </p:scale>
        <p:origin x="-66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494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-3834" y="-84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D0F5BCE2-B957-4B2B-908F-EE164A5E1FC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0179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1-  TANT DE PEINES</a:t>
            </a:r>
          </a:p>
          <a:p>
            <a:pPr eaLnBrk="1" hangingPunct="1"/>
            <a:r>
              <a:rPr lang="en-US" smtClean="0"/>
              <a:t>     All this pain</a:t>
            </a:r>
          </a:p>
          <a:p>
            <a:pPr eaLnBrk="1" hangingPunct="1"/>
            <a:r>
              <a:rPr lang="en-US" smtClean="0"/>
              <a:t>2-  JE ME DEMANDE SI JE POURRAI Y ARRIVER</a:t>
            </a:r>
          </a:p>
          <a:p>
            <a:pPr eaLnBrk="1" hangingPunct="1"/>
            <a:r>
              <a:rPr lang="en-US" smtClean="0"/>
              <a:t>     I wonder if I'll ever find my way</a:t>
            </a:r>
          </a:p>
          <a:p>
            <a:pPr eaLnBrk="1" hangingPunct="1"/>
            <a:r>
              <a:rPr lang="en-US" smtClean="0"/>
              <a:t>3-  JE ME DEMANDE SI MA VIE POURRAIT VRAIMENT CHANGER</a:t>
            </a:r>
          </a:p>
          <a:p>
            <a:pPr eaLnBrk="1" hangingPunct="1"/>
            <a:r>
              <a:rPr lang="en-US" smtClean="0"/>
              <a:t>     I wonder if my life could really change at all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4-  TOUTE CETTE TERRE</a:t>
            </a:r>
          </a:p>
          <a:p>
            <a:pPr eaLnBrk="1" hangingPunct="1"/>
            <a:r>
              <a:rPr lang="en-US" smtClean="0"/>
              <a:t>     All this earth </a:t>
            </a:r>
          </a:p>
          <a:p>
            <a:pPr eaLnBrk="1" hangingPunct="1"/>
            <a:r>
              <a:rPr lang="en-US" smtClean="0"/>
              <a:t>5-  PEUT-ON Y RETROUVER CE QUI EST PERDU</a:t>
            </a:r>
          </a:p>
          <a:p>
            <a:pPr eaLnBrk="1" hangingPunct="1"/>
            <a:r>
              <a:rPr lang="en-US" smtClean="0"/>
              <a:t>     Could all that is lost ever be found? </a:t>
            </a:r>
          </a:p>
          <a:p>
            <a:pPr eaLnBrk="1" hangingPunct="1"/>
            <a:r>
              <a:rPr lang="en-US" smtClean="0"/>
              <a:t>6-  UN JARDIN PEUT-IL POUSSER SUR CE SOL</a:t>
            </a:r>
          </a:p>
          <a:p>
            <a:pPr eaLnBrk="1" hangingPunct="1"/>
            <a:r>
              <a:rPr lang="en-US" smtClean="0"/>
              <a:t>     Could a garden come up from this ground at all?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</a:t>
            </a:r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7-  TU FAIS DES CHOSES SI BELLES</a:t>
            </a:r>
          </a:p>
          <a:p>
            <a:pPr eaLnBrk="1" hangingPunct="1"/>
            <a:r>
              <a:rPr lang="en-US" smtClean="0"/>
              <a:t>	     You make beautiful things</a:t>
            </a:r>
          </a:p>
          <a:p>
            <a:pPr eaLnBrk="1" hangingPunct="1"/>
            <a:r>
              <a:rPr lang="en-US" smtClean="0"/>
              <a:t>	8-  DES CHOSES SI BELLES AVEC DE LA POUSSIÈRE</a:t>
            </a:r>
          </a:p>
          <a:p>
            <a:pPr eaLnBrk="1" hangingPunct="1"/>
            <a:r>
              <a:rPr lang="en-US" smtClean="0"/>
              <a:t>                        You make beautiful things out of the dust</a:t>
            </a:r>
          </a:p>
          <a:p>
            <a:pPr eaLnBrk="1" hangingPunct="1"/>
            <a:r>
              <a:rPr lang="en-US" smtClean="0"/>
              <a:t>	9-  TU FAIS DES CHOSES SI BELLES DES CHOSES SI BELLES, AVEC NOS VIES</a:t>
            </a:r>
          </a:p>
          <a:p>
            <a:pPr eaLnBrk="1" hangingPunct="1"/>
            <a:r>
              <a:rPr lang="en-US" smtClean="0"/>
              <a:t>	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10-  TOUT AUTOUR L’ESPOIR FLEURIT SUR CE SOL ARIDE</a:t>
            </a:r>
          </a:p>
          <a:p>
            <a:pPr eaLnBrk="1" hangingPunct="1"/>
            <a:r>
              <a:rPr lang="en-US" smtClean="0"/>
              <a:t>       All around Hope is springing up from this old ground</a:t>
            </a:r>
          </a:p>
          <a:p>
            <a:pPr eaLnBrk="1" hangingPunct="1"/>
            <a:r>
              <a:rPr lang="en-US" smtClean="0"/>
              <a:t>11-  DANS LE CHAOS, NOUS POUVONS TROUVER LA VIE ET TOI</a:t>
            </a:r>
          </a:p>
          <a:p>
            <a:pPr eaLnBrk="1" hangingPunct="1"/>
            <a:r>
              <a:rPr lang="en-US" smtClean="0"/>
              <a:t>       Out of chaos life is being found in You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refrain</a:t>
            </a:r>
          </a:p>
          <a:p>
            <a:pPr eaLnBrk="1" hangingPunct="1"/>
            <a:r>
              <a:rPr lang="en-US" smtClean="0"/>
              <a:t>	12-  TU FAIS DES CHOSES SI BELLES</a:t>
            </a:r>
          </a:p>
          <a:p>
            <a:pPr eaLnBrk="1" hangingPunct="1"/>
            <a:r>
              <a:rPr lang="en-US" smtClean="0"/>
              <a:t>	       You make beautiful things</a:t>
            </a:r>
          </a:p>
          <a:p>
            <a:pPr eaLnBrk="1" hangingPunct="1"/>
            <a:r>
              <a:rPr lang="en-US" smtClean="0"/>
              <a:t>	13-  DES CHOSES SI BELLES AVEC DE LA POUSSIÈRE</a:t>
            </a:r>
          </a:p>
          <a:p>
            <a:pPr eaLnBrk="1" hangingPunct="1"/>
            <a:r>
              <a:rPr lang="en-US" smtClean="0"/>
              <a:t>	       You make beautiful things out of the dust</a:t>
            </a:r>
          </a:p>
          <a:p>
            <a:pPr eaLnBrk="1" hangingPunct="1"/>
            <a:r>
              <a:rPr lang="en-US" smtClean="0"/>
              <a:t>	14-  TU FAIS DES CHOSES SI BELLES DES CHOSES SI BELLES, AVEC NOS VIES</a:t>
            </a:r>
          </a:p>
          <a:p>
            <a:pPr eaLnBrk="1" hangingPunct="1"/>
            <a:r>
              <a:rPr lang="en-US" smtClean="0"/>
              <a:t>	       You make beautiful things You make beautiful things out of us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15-  TU ME RENOUVELLES TU ME RENDS NOUVEAU</a:t>
            </a:r>
          </a:p>
          <a:p>
            <a:pPr eaLnBrk="1" hangingPunct="1"/>
            <a:r>
              <a:rPr lang="en-US" smtClean="0"/>
              <a:t>       you make me new You are making me new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*********************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/>
            <a:endParaRPr lang="en-US" smtClean="0"/>
          </a:p>
          <a:p>
            <a:pPr eaLnBrk="1" hangingPunct="1"/>
            <a:r>
              <a:rPr lang="en-US" smtClean="0"/>
              <a:t>27-  YOU MAKE ME NEW YOU ARE MAKING ME NEW </a:t>
            </a:r>
          </a:p>
          <a:p>
            <a:pPr eaLnBrk="1" hangingPunct="1"/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/>
            <a:r>
              <a:rPr lang="en-US" smtClean="0"/>
              <a:t>30-  YOU MAKE ME NEW YOU ARE MAKING ME NEW 
</a:t>
            </a: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eaLnBrk="1" hangingPunct="1">
              <a:defRPr/>
            </a:pPr>
            <a:r>
              <a:rPr lang="en-US" smtClean="0"/>
              <a:t>1-  TANT DE PEINES</a:t>
            </a:r>
          </a:p>
          <a:p>
            <a:pPr eaLnBrk="1" hangingPunct="1">
              <a:defRPr/>
            </a:pPr>
            <a:r>
              <a:rPr lang="en-US" smtClean="0"/>
              <a:t>     All this pain</a:t>
            </a:r>
          </a:p>
          <a:p>
            <a:pPr eaLnBrk="1" hangingPunct="1">
              <a:defRPr/>
            </a:pPr>
            <a:r>
              <a:rPr lang="en-US" smtClean="0"/>
              <a:t>2-  JE ME DEMANDE SI JE POURRAI Y ARRIVER</a:t>
            </a:r>
          </a:p>
          <a:p>
            <a:pPr eaLnBrk="1" hangingPunct="1">
              <a:defRPr/>
            </a:pPr>
            <a:r>
              <a:rPr lang="en-US" smtClean="0"/>
              <a:t>     I wonder if I'll ever find my way</a:t>
            </a:r>
          </a:p>
          <a:p>
            <a:pPr eaLnBrk="1" hangingPunct="1">
              <a:defRPr/>
            </a:pPr>
            <a:r>
              <a:rPr lang="en-US" smtClean="0"/>
              <a:t>3-  JE ME DEMANDE SI MA VIE POURRAIT VRAIMENT CHANGER</a:t>
            </a:r>
          </a:p>
          <a:p>
            <a:pPr eaLnBrk="1" hangingPunct="1">
              <a:defRPr/>
            </a:pPr>
            <a:r>
              <a:rPr lang="en-US" smtClean="0"/>
              <a:t>     I wonder if my life could really change at all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4-  TOUTE CETTE TERRE</a:t>
            </a:r>
          </a:p>
          <a:p>
            <a:pPr eaLnBrk="1" hangingPunct="1">
              <a:defRPr/>
            </a:pPr>
            <a:r>
              <a:rPr lang="en-US" smtClean="0"/>
              <a:t>     All this earth </a:t>
            </a:r>
          </a:p>
          <a:p>
            <a:pPr eaLnBrk="1" hangingPunct="1">
              <a:defRPr/>
            </a:pPr>
            <a:r>
              <a:rPr lang="en-US" smtClean="0"/>
              <a:t>5-  PEUT-ON Y RETROUVER CE QUI EST PERDU</a:t>
            </a:r>
          </a:p>
          <a:p>
            <a:pPr eaLnBrk="1" hangingPunct="1">
              <a:defRPr/>
            </a:pPr>
            <a:r>
              <a:rPr lang="en-US" smtClean="0"/>
              <a:t>     Could all that is lost ever be found? </a:t>
            </a:r>
          </a:p>
          <a:p>
            <a:pPr eaLnBrk="1" hangingPunct="1">
              <a:defRPr/>
            </a:pPr>
            <a:r>
              <a:rPr lang="en-US" smtClean="0"/>
              <a:t>6-  UN JARDIN PEUT-IL POUSSER SUR CE SOL</a:t>
            </a:r>
          </a:p>
          <a:p>
            <a:pPr eaLnBrk="1" hangingPunct="1">
              <a:defRPr/>
            </a:pPr>
            <a:r>
              <a:rPr lang="en-US" smtClean="0"/>
              <a:t>     Could a garden come up from this ground at all?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	</a:t>
            </a:r>
          </a:p>
          <a:p>
            <a:pPr eaLnBrk="1" hangingPunct="1">
              <a:defRPr/>
            </a:pPr>
            <a:r>
              <a:rPr lang="en-US" smtClean="0"/>
              <a:t>	refrain</a:t>
            </a:r>
          </a:p>
          <a:p>
            <a:pPr eaLnBrk="1" hangingPunct="1">
              <a:defRPr/>
            </a:pPr>
            <a:r>
              <a:rPr lang="en-US" smtClean="0"/>
              <a:t>	7-  TU FAIS DES CHOSES SI BELLES</a:t>
            </a:r>
          </a:p>
          <a:p>
            <a:pPr eaLnBrk="1" hangingPunct="1">
              <a:defRPr/>
            </a:pPr>
            <a:r>
              <a:rPr lang="en-US" smtClean="0"/>
              <a:t>	     You make beautiful things</a:t>
            </a:r>
          </a:p>
          <a:p>
            <a:pPr eaLnBrk="1" hangingPunct="1">
              <a:defRPr/>
            </a:pPr>
            <a:r>
              <a:rPr lang="en-US" smtClean="0"/>
              <a:t>	8-  DES CHOSES SI BELLES AVEC DE LA POUSSIÈRE</a:t>
            </a:r>
          </a:p>
          <a:p>
            <a:pPr eaLnBrk="1" hangingPunct="1">
              <a:defRPr/>
            </a:pPr>
            <a:r>
              <a:rPr lang="en-US" smtClean="0"/>
              <a:t>                        You make beautiful things out of the dust</a:t>
            </a:r>
          </a:p>
          <a:p>
            <a:pPr eaLnBrk="1" hangingPunct="1"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 eaLnBrk="1" hangingPunct="1">
              <a:defRPr/>
            </a:pPr>
            <a:r>
              <a:rPr lang="en-US" smtClean="0"/>
              <a:t>	     You make beautiful things You make beautiful things out of us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10-  TOUT AUTOUR L’ESPOIR FLEURIT SUR CE SOL ARIDE</a:t>
            </a:r>
          </a:p>
          <a:p>
            <a:pPr eaLnBrk="1" hangingPunct="1">
              <a:defRPr/>
            </a:pPr>
            <a:r>
              <a:rPr lang="en-US" smtClean="0"/>
              <a:t>       All around Hope is springing up from this old ground</a:t>
            </a:r>
          </a:p>
          <a:p>
            <a:pPr eaLnBrk="1" hangingPunct="1">
              <a:defRPr/>
            </a:pPr>
            <a:r>
              <a:rPr lang="en-US" smtClean="0"/>
              <a:t>11-  DANS LE CHAOS, NOUS POUVONS TROUVER LA VIE ET TOI</a:t>
            </a:r>
          </a:p>
          <a:p>
            <a:pPr eaLnBrk="1" hangingPunct="1">
              <a:defRPr/>
            </a:pPr>
            <a:r>
              <a:rPr lang="en-US" smtClean="0"/>
              <a:t>       Out of chaos life is being found in You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	refrain</a:t>
            </a:r>
          </a:p>
          <a:p>
            <a:pPr eaLnBrk="1" hangingPunct="1">
              <a:defRPr/>
            </a:pPr>
            <a:r>
              <a:rPr lang="en-US" smtClean="0"/>
              <a:t>	12-  TU FAIS DES CHOSES SI BELLES</a:t>
            </a:r>
          </a:p>
          <a:p>
            <a:pPr eaLnBrk="1" hangingPunct="1">
              <a:defRPr/>
            </a:pPr>
            <a:r>
              <a:rPr lang="en-US" smtClean="0"/>
              <a:t>	       You make beautiful things</a:t>
            </a:r>
          </a:p>
          <a:p>
            <a:pPr eaLnBrk="1" hangingPunct="1">
              <a:defRPr/>
            </a:pPr>
            <a:r>
              <a:rPr lang="en-US" smtClean="0"/>
              <a:t>	13-  DES CHOSES SI BELLES AVEC DE LA POUSSIÈRE</a:t>
            </a:r>
          </a:p>
          <a:p>
            <a:pPr eaLnBrk="1" hangingPunct="1">
              <a:defRPr/>
            </a:pPr>
            <a:r>
              <a:rPr lang="en-US" smtClean="0"/>
              <a:t>	       You make beautiful things out of the dust</a:t>
            </a:r>
          </a:p>
          <a:p>
            <a:pPr eaLnBrk="1" hangingPunct="1"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 eaLnBrk="1" hangingPunct="1"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15-  TU ME RENOUVELLES TU ME RENDS NOUVEAU</a:t>
            </a:r>
          </a:p>
          <a:p>
            <a:pPr eaLnBrk="1" hangingPunct="1">
              <a:defRPr/>
            </a:pPr>
            <a:r>
              <a:rPr lang="en-US" smtClean="0"/>
              <a:t>       you make me new You are making me new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*********************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 eaLnBrk="1" hangingPunct="1">
              <a:defRPr/>
            </a:pPr>
            <a:endParaRPr lang="en-US" smtClean="0"/>
          </a:p>
          <a:p>
            <a:pPr eaLnBrk="1" hangingPunct="1">
              <a:defRPr/>
            </a:pPr>
            <a:r>
              <a:rPr lang="en-US" smtClean="0"/>
              <a:t>27-  YOU MAKE ME NEW YOU ARE MAKING ME NEW </a:t>
            </a:r>
          </a:p>
          <a:p>
            <a:pPr eaLnBrk="1" hangingPunct="1"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 eaLnBrk="1" hangingPunct="1"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dirty="0" smtClean="0"/>
              <a:t>1-  TANT DE PEINES</a:t>
            </a:r>
          </a:p>
          <a:p>
            <a:pPr>
              <a:defRPr/>
            </a:pPr>
            <a:r>
              <a:rPr lang="en-US" dirty="0" smtClean="0"/>
              <a:t>     All this pain</a:t>
            </a:r>
          </a:p>
          <a:p>
            <a:pPr>
              <a:defRPr/>
            </a:pPr>
            <a:r>
              <a:rPr lang="en-US" dirty="0" smtClean="0"/>
              <a:t>2-  JE ME DEMANDE SI JE POURRAI Y ARRIVER</a:t>
            </a:r>
          </a:p>
          <a:p>
            <a:pPr>
              <a:defRPr/>
            </a:pPr>
            <a:r>
              <a:rPr lang="en-US" dirty="0" smtClean="0"/>
              <a:t>     I wonder if I'll ever find my way</a:t>
            </a:r>
          </a:p>
          <a:p>
            <a:pPr>
              <a:defRPr/>
            </a:pPr>
            <a:r>
              <a:rPr lang="en-US" dirty="0" smtClean="0"/>
              <a:t>3-  JE ME DEMANDE SI MA VIE POURRAIT VRAIMENT CHANGER</a:t>
            </a:r>
          </a:p>
          <a:p>
            <a:pPr>
              <a:defRPr/>
            </a:pPr>
            <a:r>
              <a:rPr lang="en-US" dirty="0" smtClean="0"/>
              <a:t>     I wonder if my life could really change at all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4-  TOUTE CETTE TERRE</a:t>
            </a:r>
          </a:p>
          <a:p>
            <a:pPr>
              <a:defRPr/>
            </a:pPr>
            <a:r>
              <a:rPr lang="en-US" dirty="0" smtClean="0"/>
              <a:t>     All this earth </a:t>
            </a:r>
          </a:p>
          <a:p>
            <a:pPr>
              <a:defRPr/>
            </a:pPr>
            <a:r>
              <a:rPr lang="en-US" dirty="0" smtClean="0"/>
              <a:t>5-  PEUT-ON Y RETROUVER CE QUI EST PERDU</a:t>
            </a:r>
          </a:p>
          <a:p>
            <a:pPr>
              <a:defRPr/>
            </a:pPr>
            <a:r>
              <a:rPr lang="en-US" dirty="0" smtClean="0"/>
              <a:t>     Could all that is lost ever be found? </a:t>
            </a:r>
          </a:p>
          <a:p>
            <a:pPr>
              <a:defRPr/>
            </a:pPr>
            <a:r>
              <a:rPr lang="en-US" dirty="0" smtClean="0"/>
              <a:t>6-  UN JARDIN PEUT-IL POUSSER SUR CE SOL</a:t>
            </a:r>
          </a:p>
          <a:p>
            <a:pPr>
              <a:defRPr/>
            </a:pPr>
            <a:r>
              <a:rPr lang="en-US" dirty="0" smtClean="0"/>
              <a:t>     Could a garden come up from this ground at all?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</a:t>
            </a:r>
          </a:p>
          <a:p>
            <a:pPr>
              <a:defRPr/>
            </a:pPr>
            <a:r>
              <a:rPr lang="en-US" dirty="0" smtClean="0"/>
              <a:t>	refrain</a:t>
            </a:r>
          </a:p>
          <a:p>
            <a:pPr>
              <a:defRPr/>
            </a:pPr>
            <a:r>
              <a:rPr lang="en-US" dirty="0" smtClean="0"/>
              <a:t>	7-  TU FAIS DES CHOSES SI BELLES</a:t>
            </a:r>
          </a:p>
          <a:p>
            <a:pPr>
              <a:defRPr/>
            </a:pPr>
            <a:r>
              <a:rPr lang="en-US" dirty="0" smtClean="0"/>
              <a:t>	     You make beautiful things</a:t>
            </a:r>
          </a:p>
          <a:p>
            <a:pPr>
              <a:defRPr/>
            </a:pPr>
            <a:r>
              <a:rPr lang="en-US" dirty="0" smtClean="0"/>
              <a:t>	8-  DES CHOSES SI BELLES AVEC DE LA POUSSIÈRE</a:t>
            </a:r>
          </a:p>
          <a:p>
            <a:pPr>
              <a:defRPr/>
            </a:pPr>
            <a:r>
              <a:rPr lang="en-US" dirty="0" smtClean="0"/>
              <a:t>                        You make beautiful things out of the dust</a:t>
            </a:r>
          </a:p>
          <a:p>
            <a:pPr>
              <a:defRPr/>
            </a:pPr>
            <a:r>
              <a:rPr lang="en-US" dirty="0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dirty="0" smtClean="0"/>
              <a:t>	     You make beautiful things You make beautiful things out of us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10-  TOUT AUTOUR L’ESPOIR FLEURIT SUR CE SOL ARIDE</a:t>
            </a:r>
          </a:p>
          <a:p>
            <a:pPr>
              <a:defRPr/>
            </a:pPr>
            <a:r>
              <a:rPr lang="en-US" dirty="0" smtClean="0"/>
              <a:t>       All around Hope is springing up from this old ground</a:t>
            </a:r>
          </a:p>
          <a:p>
            <a:pPr>
              <a:defRPr/>
            </a:pPr>
            <a:r>
              <a:rPr lang="en-US" dirty="0" smtClean="0"/>
              <a:t>11-  DANS LE CHAOS, NOUS POUVONS TROUVER LA VIE ET TOI</a:t>
            </a:r>
          </a:p>
          <a:p>
            <a:pPr>
              <a:defRPr/>
            </a:pPr>
            <a:r>
              <a:rPr lang="en-US" dirty="0" smtClean="0"/>
              <a:t>       Out of chaos life is being found in You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refrain</a:t>
            </a:r>
          </a:p>
          <a:p>
            <a:pPr>
              <a:defRPr/>
            </a:pPr>
            <a:r>
              <a:rPr lang="en-US" dirty="0" smtClean="0"/>
              <a:t>	12-  TU FAIS DES CHOSES SI BELLES</a:t>
            </a:r>
          </a:p>
          <a:p>
            <a:pPr>
              <a:defRPr/>
            </a:pPr>
            <a:r>
              <a:rPr lang="en-US" dirty="0" smtClean="0"/>
              <a:t>	       You make beautiful things</a:t>
            </a:r>
          </a:p>
          <a:p>
            <a:pPr>
              <a:defRPr/>
            </a:pPr>
            <a:r>
              <a:rPr lang="en-US" dirty="0" smtClean="0"/>
              <a:t>	13-  DES CHOSES SI BELLES AVEC DE LA POUSSIÈRE</a:t>
            </a:r>
          </a:p>
          <a:p>
            <a:pPr>
              <a:defRPr/>
            </a:pPr>
            <a:r>
              <a:rPr lang="en-US" dirty="0" smtClean="0"/>
              <a:t>	       You make beautiful things out of the dust</a:t>
            </a:r>
          </a:p>
          <a:p>
            <a:pPr>
              <a:defRPr/>
            </a:pPr>
            <a:r>
              <a:rPr lang="en-US" dirty="0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dirty="0" smtClean="0"/>
              <a:t>	       You make beautiful things You make beautiful things out of us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15-  TU ME RENOUVELLES TU ME RENDS NOUVEAU</a:t>
            </a:r>
          </a:p>
          <a:p>
            <a:pPr>
              <a:defRPr/>
            </a:pPr>
            <a:r>
              <a:rPr lang="en-US" dirty="0" smtClean="0"/>
              <a:t>       you make me new You are making me new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*********************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r>
              <a:rPr lang="en-US" dirty="0" smtClean="0"/>
              <a:t>27-  YOU MAKE ME NEW YOU ARE MAKING ME NEW </a:t>
            </a:r>
          </a:p>
          <a:p>
            <a:pPr>
              <a:defRPr/>
            </a:pPr>
            <a:r>
              <a:rPr lang="en-US" dirty="0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dirty="0" smtClean="0"/>
              <a:t>30-  YOU MAKE ME NEW YOU ARE MAKING ME NEW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en-US" smtClean="0"/>
              <a:t>1-  TANT DE PEINES</a:t>
            </a:r>
          </a:p>
          <a:p>
            <a:pPr>
              <a:defRPr/>
            </a:pPr>
            <a:r>
              <a:rPr lang="en-US" smtClean="0"/>
              <a:t>     All this pain</a:t>
            </a:r>
          </a:p>
          <a:p>
            <a:pPr>
              <a:defRPr/>
            </a:pPr>
            <a:r>
              <a:rPr lang="en-US" smtClean="0"/>
              <a:t>2-  JE ME DEMANDE SI JE POURRAI Y ARRIVER</a:t>
            </a:r>
          </a:p>
          <a:p>
            <a:pPr>
              <a:defRPr/>
            </a:pPr>
            <a:r>
              <a:rPr lang="en-US" smtClean="0"/>
              <a:t>     I wonder if I'll ever find my way</a:t>
            </a:r>
          </a:p>
          <a:p>
            <a:pPr>
              <a:defRPr/>
            </a:pPr>
            <a:r>
              <a:rPr lang="en-US" smtClean="0"/>
              <a:t>3-  JE ME DEMANDE SI MA VIE POURRAIT VRAIMENT CHANGER</a:t>
            </a:r>
          </a:p>
          <a:p>
            <a:pPr>
              <a:defRPr/>
            </a:pPr>
            <a:r>
              <a:rPr lang="en-US" smtClean="0"/>
              <a:t>     I wonder if my life could really change at all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4-  TOUTE CETTE TERRE</a:t>
            </a:r>
          </a:p>
          <a:p>
            <a:pPr>
              <a:defRPr/>
            </a:pPr>
            <a:r>
              <a:rPr lang="en-US" smtClean="0"/>
              <a:t>     All this earth </a:t>
            </a:r>
          </a:p>
          <a:p>
            <a:pPr>
              <a:defRPr/>
            </a:pPr>
            <a:r>
              <a:rPr lang="en-US" smtClean="0"/>
              <a:t>5-  PEUT-ON Y RETROUVER CE QUI EST PERDU</a:t>
            </a:r>
          </a:p>
          <a:p>
            <a:pPr>
              <a:defRPr/>
            </a:pPr>
            <a:r>
              <a:rPr lang="en-US" smtClean="0"/>
              <a:t>     Could all that is lost ever be found? </a:t>
            </a:r>
          </a:p>
          <a:p>
            <a:pPr>
              <a:defRPr/>
            </a:pPr>
            <a:r>
              <a:rPr lang="en-US" smtClean="0"/>
              <a:t>6-  UN JARDIN PEUT-IL POUSSER SUR CE SOL</a:t>
            </a:r>
          </a:p>
          <a:p>
            <a:pPr>
              <a:defRPr/>
            </a:pPr>
            <a:r>
              <a:rPr lang="en-US" smtClean="0"/>
              <a:t>     Could a garden come up from this ground at all?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</a:t>
            </a:r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7-  TU FAIS DES CHOSES SI BELLES</a:t>
            </a:r>
          </a:p>
          <a:p>
            <a:pPr>
              <a:defRPr/>
            </a:pPr>
            <a:r>
              <a:rPr lang="en-US" smtClean="0"/>
              <a:t>	     You make beautiful things</a:t>
            </a:r>
          </a:p>
          <a:p>
            <a:pPr>
              <a:defRPr/>
            </a:pPr>
            <a:r>
              <a:rPr lang="en-US" smtClean="0"/>
              <a:t>	8-  DES CHOSES SI BELLES AVEC DE LA POUSSIÈRE</a:t>
            </a:r>
          </a:p>
          <a:p>
            <a:pPr>
              <a:defRPr/>
            </a:pPr>
            <a:r>
              <a:rPr lang="en-US" smtClean="0"/>
              <a:t>                        You make beautiful things out of the dust</a:t>
            </a:r>
          </a:p>
          <a:p>
            <a:pPr>
              <a:defRPr/>
            </a:pPr>
            <a:r>
              <a:rPr lang="en-US" smtClean="0"/>
              <a:t>	9-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10-  TOUT AUTOUR L’ESPOIR FLEURIT SUR CE SOL ARIDE</a:t>
            </a:r>
          </a:p>
          <a:p>
            <a:pPr>
              <a:defRPr/>
            </a:pPr>
            <a:r>
              <a:rPr lang="en-US" smtClean="0"/>
              <a:t>       All around Hope is springing up from this old ground</a:t>
            </a:r>
          </a:p>
          <a:p>
            <a:pPr>
              <a:defRPr/>
            </a:pPr>
            <a:r>
              <a:rPr lang="en-US" smtClean="0"/>
              <a:t>11-  DANS LE CHAOS, NOUS POUVONS TROUVER LA VIE ET TOI</a:t>
            </a:r>
          </a:p>
          <a:p>
            <a:pPr>
              <a:defRPr/>
            </a:pPr>
            <a:r>
              <a:rPr lang="en-US" smtClean="0"/>
              <a:t>       Out of chaos life is being found in You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refrain</a:t>
            </a:r>
          </a:p>
          <a:p>
            <a:pPr>
              <a:defRPr/>
            </a:pPr>
            <a:r>
              <a:rPr lang="en-US" smtClean="0"/>
              <a:t>	12-  TU FAIS DES CHOSES SI BELLES</a:t>
            </a:r>
          </a:p>
          <a:p>
            <a:pPr>
              <a:defRPr/>
            </a:pPr>
            <a:r>
              <a:rPr lang="en-US" smtClean="0"/>
              <a:t>	       You make beautiful things</a:t>
            </a:r>
          </a:p>
          <a:p>
            <a:pPr>
              <a:defRPr/>
            </a:pPr>
            <a:r>
              <a:rPr lang="en-US" smtClean="0"/>
              <a:t>	13-  DES CHOSES SI BELLES AVEC DE LA POUSSIÈRE</a:t>
            </a:r>
          </a:p>
          <a:p>
            <a:pPr>
              <a:defRPr/>
            </a:pPr>
            <a:r>
              <a:rPr lang="en-US" smtClean="0"/>
              <a:t>	       You make beautiful things out of the dust</a:t>
            </a:r>
          </a:p>
          <a:p>
            <a:pPr>
              <a:defRPr/>
            </a:pPr>
            <a:r>
              <a:rPr lang="en-US" smtClean="0"/>
              <a:t>	14-  TU FAIS DES CHOSES SI BELLES DES CHOSES SI BELLES, AVEC NOS VIES</a:t>
            </a:r>
          </a:p>
          <a:p>
            <a:pPr>
              <a:defRPr/>
            </a:pPr>
            <a:r>
              <a:rPr lang="en-US" smtClean="0"/>
              <a:t>	       You make beautiful things You make beautiful things out of us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15-  TU ME RENOUVELLES TU ME RENDS NOUVEAU</a:t>
            </a:r>
          </a:p>
          <a:p>
            <a:pPr>
              <a:defRPr/>
            </a:pPr>
            <a:r>
              <a:rPr lang="en-US" smtClean="0"/>
              <a:t>       you make me new You are making me new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*********************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23-  ALL AROUND HOPE IS SPRINGING UP FROM THIS OLD GROUND 
24-  OUT OF CHAOS LIFE IS BEING FOUND IN YOU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pPr>
              <a:defRPr/>
            </a:pPr>
            <a:endParaRPr lang="en-US" smtClean="0"/>
          </a:p>
          <a:p>
            <a:pPr>
              <a:defRPr/>
            </a:pPr>
            <a:r>
              <a:rPr lang="en-US" smtClean="0"/>
              <a:t>27-  YOU MAKE ME NEW YOU ARE MAKING ME NEW </a:t>
            </a:r>
          </a:p>
          <a:p>
            <a:pPr>
              <a:defRPr/>
            </a:pPr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pPr>
              <a:defRPr/>
            </a:pPr>
            <a:r>
              <a:rPr lang="en-US" smtClean="0"/>
              <a:t>30-  YOU MAKE ME NEW YOU ARE MAKING ME NEW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en-US" smtClean="0"/>
              <a:t>1-  TANT DE PEINES</a:t>
            </a:r>
          </a:p>
          <a:p>
            <a:r>
              <a:rPr lang="en-US" smtClean="0"/>
              <a:t>     All this pain</a:t>
            </a:r>
          </a:p>
          <a:p>
            <a:r>
              <a:rPr lang="en-US" smtClean="0"/>
              <a:t>2-  JE ME DEMANDE SI JE POURRAI Y ARRIVER</a:t>
            </a:r>
          </a:p>
          <a:p>
            <a:r>
              <a:rPr lang="en-US" smtClean="0"/>
              <a:t>     I wonder if I'll ever find my way</a:t>
            </a:r>
          </a:p>
          <a:p>
            <a:r>
              <a:rPr lang="en-US" smtClean="0"/>
              <a:t>3-  JE ME DEMANDE SI MA VIE POURRAIT VRAIMENT CHANGER</a:t>
            </a:r>
          </a:p>
          <a:p>
            <a:r>
              <a:rPr lang="en-US" smtClean="0"/>
              <a:t>     I wonder if my life could really change at all</a:t>
            </a:r>
          </a:p>
          <a:p>
            <a:endParaRPr lang="en-US" smtClean="0"/>
          </a:p>
          <a:p>
            <a:r>
              <a:rPr lang="en-US" smtClean="0"/>
              <a:t>4-  TOUTE CETTE TERRE</a:t>
            </a:r>
          </a:p>
          <a:p>
            <a:r>
              <a:rPr lang="en-US" smtClean="0"/>
              <a:t>     All this earth </a:t>
            </a:r>
          </a:p>
          <a:p>
            <a:r>
              <a:rPr lang="en-US" smtClean="0"/>
              <a:t>5-  PEUT-ON Y RETROUVER CE QUI EST PERDU</a:t>
            </a:r>
          </a:p>
          <a:p>
            <a:r>
              <a:rPr lang="en-US" smtClean="0"/>
              <a:t>     Could all that is lost ever be found? </a:t>
            </a:r>
          </a:p>
          <a:p>
            <a:r>
              <a:rPr lang="en-US" smtClean="0"/>
              <a:t>6-  UN JARDIN PEUT-IL POUSSER SUR CE SOL</a:t>
            </a:r>
          </a:p>
          <a:p>
            <a:r>
              <a:rPr lang="en-US" smtClean="0"/>
              <a:t>     Could a garden come up from this ground at all?</a:t>
            </a:r>
          </a:p>
          <a:p>
            <a:endParaRPr lang="en-US" smtClean="0"/>
          </a:p>
          <a:p>
            <a:r>
              <a:rPr lang="en-US" smtClean="0"/>
              <a:t>	</a:t>
            </a:r>
          </a:p>
          <a:p>
            <a:r>
              <a:rPr lang="en-US" smtClean="0"/>
              <a:t>	refrain</a:t>
            </a:r>
          </a:p>
          <a:p>
            <a:r>
              <a:rPr lang="en-US" smtClean="0"/>
              <a:t>	7-  TU FAIS DES CHOSES SI BELLES</a:t>
            </a:r>
          </a:p>
          <a:p>
            <a:r>
              <a:rPr lang="en-US" smtClean="0"/>
              <a:t>	     You make beautiful things</a:t>
            </a:r>
          </a:p>
          <a:p>
            <a:r>
              <a:rPr lang="en-US" smtClean="0"/>
              <a:t>	8-  DES CHOSES SI BELLES AVEC DE LA POUSSIÈRE</a:t>
            </a:r>
          </a:p>
          <a:p>
            <a:r>
              <a:rPr lang="en-US" smtClean="0"/>
              <a:t>                        You make beautiful things out of the dust</a:t>
            </a:r>
          </a:p>
          <a:p>
            <a:r>
              <a:rPr lang="en-US" smtClean="0"/>
              <a:t>	9-  TU FAIS DES CHOSES SI BELLES DES CHOSES SI BELLES, AVEC NOS VIES</a:t>
            </a:r>
          </a:p>
          <a:p>
            <a:r>
              <a:rPr lang="en-US" smtClean="0"/>
              <a:t>	     You make beautiful things You make beautiful things out of us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10-  TOUT AUTOUR L’ESPOIR FLEURIT SUR CE SOL ARIDE</a:t>
            </a:r>
          </a:p>
          <a:p>
            <a:r>
              <a:rPr lang="en-US" smtClean="0"/>
              <a:t>       All around Hope is springing up from this old ground</a:t>
            </a:r>
          </a:p>
          <a:p>
            <a:r>
              <a:rPr lang="en-US" smtClean="0"/>
              <a:t>11-  DANS LE CHAOS, NOUS POUVONS TROUVER LA VIE ET TOI</a:t>
            </a:r>
          </a:p>
          <a:p>
            <a:r>
              <a:rPr lang="en-US" smtClean="0"/>
              <a:t>       Out of chaos life is being found in You</a:t>
            </a:r>
          </a:p>
          <a:p>
            <a:endParaRPr lang="en-US" smtClean="0"/>
          </a:p>
          <a:p>
            <a:r>
              <a:rPr lang="en-US" smtClean="0"/>
              <a:t>	refrain</a:t>
            </a:r>
          </a:p>
          <a:p>
            <a:r>
              <a:rPr lang="en-US" smtClean="0"/>
              <a:t>	12-  TU FAIS DES CHOSES SI BELLES</a:t>
            </a:r>
          </a:p>
          <a:p>
            <a:r>
              <a:rPr lang="en-US" smtClean="0"/>
              <a:t>	       You make beautiful things</a:t>
            </a:r>
          </a:p>
          <a:p>
            <a:r>
              <a:rPr lang="en-US" smtClean="0"/>
              <a:t>	13-  DES CHOSES SI BELLES AVEC DE LA POUSSIÈRE</a:t>
            </a:r>
          </a:p>
          <a:p>
            <a:r>
              <a:rPr lang="en-US" smtClean="0"/>
              <a:t>	       You make beautiful things out of the dust</a:t>
            </a:r>
          </a:p>
          <a:p>
            <a:r>
              <a:rPr lang="en-US" smtClean="0"/>
              <a:t>	14-  TU FAIS DES CHOSES SI BELLES DES CHOSES SI BELLES, AVEC NOS VIES</a:t>
            </a:r>
          </a:p>
          <a:p>
            <a:r>
              <a:rPr lang="en-US" smtClean="0"/>
              <a:t>	       You make beautiful things You make beautiful things out of us</a:t>
            </a:r>
          </a:p>
          <a:p>
            <a:endParaRPr lang="en-US" smtClean="0"/>
          </a:p>
          <a:p>
            <a:r>
              <a:rPr lang="en-US" smtClean="0"/>
              <a:t>15-  TU ME RENOUVELLES TU ME RENDS NOUVEAU</a:t>
            </a:r>
          </a:p>
          <a:p>
            <a:r>
              <a:rPr lang="en-US" smtClean="0"/>
              <a:t>       you make me new You are making me new</a:t>
            </a:r>
          </a:p>
          <a:p>
            <a:endParaRPr lang="en-US" smtClean="0"/>
          </a:p>
          <a:p>
            <a:r>
              <a:rPr lang="en-US" smtClean="0"/>
              <a:t>*********************</a:t>
            </a:r>
          </a:p>
          <a:p>
            <a:endParaRPr lang="en-US" smtClean="0"/>
          </a:p>
          <a:p>
            <a:r>
              <a:rPr lang="en-US" smtClean="0"/>
              <a:t>16-  BEAUTIFUL THINGS 
17-  ALL THIS PAIN I WONDER IF I'LL EVER FIND MY WAY 
18-  I WONDER IF MY LIFE COULD REALLY CHANGE AT ALL 
19-  ALL THIS EARTH COULD ALL THAT IS LOST EVER BE FOUND 
20-  COULD A GARDEN COME UP FROM THIS GROUND AT ALL </a:t>
            </a:r>
          </a:p>
          <a:p>
            <a:endParaRPr lang="en-US" smtClean="0"/>
          </a:p>
          <a:p>
            <a:r>
              <a:rPr lang="en-US" smtClean="0"/>
              <a:t>	21-  YOU MAKE BEAUTIFUL THINGS YOU MAKE BEAUTIFUL THINGS OUT OF THE DUST 
	22-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23-  ALL AROUND HOPE IS SPRINGING UP FROM THIS OLD GROUND 
24-  OUT OF CHAOS LIFE IS BEING FOUND IN YOU </a:t>
            </a:r>
          </a:p>
          <a:p>
            <a:endParaRPr lang="en-US" smtClean="0"/>
          </a:p>
          <a:p>
            <a:r>
              <a:rPr lang="en-US" smtClean="0"/>
              <a:t>	25-  YOU MAKE BEAUTIFUL THINGS YOU MAKE BEAUTIFUL THINGS OUT OF THE DUST 
	26-  YOU MAKE BEAUTIFUL THINGS YOU MAKE BEAUTIFUL THINGS OUT OF US </a:t>
            </a:r>
          </a:p>
          <a:p>
            <a:endParaRPr lang="en-US" smtClean="0"/>
          </a:p>
          <a:p>
            <a:r>
              <a:rPr lang="en-US" smtClean="0"/>
              <a:t>27-  YOU MAKE ME NEW YOU ARE MAKING ME NEW </a:t>
            </a:r>
          </a:p>
          <a:p>
            <a:r>
              <a:rPr lang="en-US" smtClean="0"/>
              <a:t>28-  YOU MAKE BEAUTIFUL THINGS YOU MAKE BEAUTIFUL THINGS OUT OF THE DUST 
29-  YOU MAKE BEAUTIFUL THINGS YOU MAKE BEAUTIFUL THINGS OUT OF US </a:t>
            </a:r>
          </a:p>
          <a:p>
            <a:r>
              <a:rPr lang="en-US" smtClean="0"/>
              <a:t>30-  YOU MAKE ME NEW YOU ARE MAKING ME NEW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F5863-A749-44D3-9919-AB9F32D0A9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6B01FE-8A4C-4C57-8042-F57C06FFE47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655B27-6BC8-4D52-87FC-003954D51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7F3963-CB9B-40DF-9B11-A0888BA70F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D9F11-8773-4F2E-A6DF-EB6CE2F61C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77A6B4-45F5-46AA-BC1C-960310A95B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CC549-A94F-44A1-9003-F4592DE88C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C9C39A-75EF-4AF5-8FF6-4EC8EFCC296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ADF6D-F684-4F09-84DA-D66107F02F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B64BA-401E-4C2B-BA2C-977D794C67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D7C6E9-C8F9-41FC-94B7-61159E9EA3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10E89-7F5C-43BA-B270-05766E392A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ED1AF-84F2-4D12-B05C-E0736F1F4E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591765-32DE-45DA-91C1-027C38586B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E60F0D-8DDB-46B5-BB7E-FC1214FA591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8736A0-6B80-4CE4-8A8E-A32170F0C2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D12CEE-4CFF-4AB9-84C0-5D6FE3C38C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36502E-7230-4DA7-AEF3-D05C1BC705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EC8EB-F6C5-4D46-9E8A-564AEBEDDC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1AA000-857F-4288-AFDC-4916BE7376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F65D3E-CF4C-4F78-851A-A5E643FBF4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E5DCA-812F-48DD-A313-275BC1FD4E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</a:defRPr>
            </a:lvl1pPr>
          </a:lstStyle>
          <a:p>
            <a:pPr>
              <a:defRPr/>
            </a:pPr>
            <a:fld id="{78AC29C6-9308-42C6-A44B-3F4814D8F0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B33B6AC-9C2D-488F-8497-0527699B88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TANT DE PEINES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DEMANDE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JE POURRAI Y ARRIVER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ME DEMANDE SI MA VIE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POURRAIT VRAIMENT CHANGER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CETTE TERRE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PEUT-ON Y RETROUVER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CE QUI EST PERDU 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JARDIN PEUT-IL POUSSER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SUR CE SOL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FAIS DES CHOSES SI BELLES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CHOSES SI BELLES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AVEC DE LA POUSSIÈRE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FAIS DES CHOSES SI BELLES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CHOSES SI BELLES, AVEC NOS VIES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AUTOUR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L’ESPOIR FLEURIT SUR CE SOL ARIDE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CHAOS, NOUS POUVONS TROUVER LA VIE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FAIS DES CHOSES SI BELLES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CHOSES SI BELLES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AVEC DE LA POUSSIÈRE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FAIS DES CHOSES SI BELLES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CHOSES SI BELLES, AVEC NOS VIES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RENOUVELLES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ME RENDS NOUVEAU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BEAUTIFUL THINGS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 THIS PAIN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WONDER IF I'LL EVER FIND MY WAY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 WONDER IF MY LIFE COULD REALLY CHANGE AT ALL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 THIS EARTH COULD ALL THAT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IS LOST EVER BE FOUND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COULD A GARDEN COME UP FROM THIS GROUND AT ALL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MAKE BEAUTIFUL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THINGS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MAKE BEAUTIFUL THINGS OUT OF THE DUST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MAKE BEAUTIFUL THINGS YOU MAKE BEAUTIFUL THINGS OUT OF 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ALL AROUND HOPE IS SPRINGING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UP FROM THIS OLD GROUND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OUT OF CHAOS LIFE IS BEING FOUND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IN YOU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MAKE BEAUTIFUL THINGS YOU MAKE BEAUTIFUL THINGS OUT OF THE DUST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MAKE BEAUTIFUL THINGS YOU MAKE BEAUTIFUL THINGS OUT OF 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MAKE ME NEW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ARE MAKING ME NEW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MAKE BEAUTIFUL THINGS YOU MAKE BEAUTIFUL THINGS OUT OF THE DUST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MAKE BEAUTIFUL THINGS YOU MAKE BEAUTIFUL THINGS OUT OF 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MAKE ME NEW</a:t>
            </a:r>
          </a:p>
          <a:p>
            <a:pPr algn="ctr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YOU ARE MAKING ME NEW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6040</Words>
  <Application>Microsoft Office PowerPoint</Application>
  <PresentationFormat>On-screen Show (4:3)</PresentationFormat>
  <Paragraphs>3333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31</vt:i4>
      </vt:variant>
    </vt:vector>
  </HeadingPairs>
  <TitlesOfParts>
    <vt:vector size="36" baseType="lpstr">
      <vt:lpstr>Times New Roman</vt:lpstr>
      <vt:lpstr>Arial</vt:lpstr>
      <vt:lpstr>Franklin Gothic Medium</vt:lpstr>
      <vt:lpstr>Default Design</vt:lpstr>
      <vt:lpstr>1_Default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</cp:lastModifiedBy>
  <cp:revision>73</cp:revision>
  <dcterms:created xsi:type="dcterms:W3CDTF">2002-08-17T13:35:43Z</dcterms:created>
  <dcterms:modified xsi:type="dcterms:W3CDTF">2014-11-30T09:00:17Z</dcterms:modified>
</cp:coreProperties>
</file>