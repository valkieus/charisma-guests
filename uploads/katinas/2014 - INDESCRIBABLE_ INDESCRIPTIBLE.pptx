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Layouts/slideLayout6.xml" ContentType="application/vnd.openxmlformats-officedocument.presentationml.slideLayout+xml"/>
  <Override PartName="/ppt/notesSlides/notesSlide3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67.xml" ContentType="application/vnd.openxmlformats-officedocument.presentationml.notesSlide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27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56.xml" ContentType="application/vnd.openxmlformats-officedocument.presentationml.notesSlide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63.xml" ContentType="application/vnd.openxmlformats-officedocument.presentationml.notes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notesSlides/notesSlide23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viewProps.xml" ContentType="application/vnd.openxmlformats-officedocument.presentationml.viewProp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48.xml" ContentType="application/vnd.openxmlformats-officedocument.presentationml.slide+xml"/>
  <Override PartName="/ppt/slides/slide66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3.xml" ContentType="application/vnd.openxmlformats-officedocument.presentationml.notesSlide+xml"/>
  <Override PartName="/ppt/notesSlides/notesSlide68.xml" ContentType="application/vnd.openxmlformats-officedocument.presentationml.notes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notesSlides/notesSlide39.xml" ContentType="application/vnd.openxmlformats-officedocument.presentationml.notesSlide+xml"/>
  <Override PartName="/ppt/notesSlides/notesSlide57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33.xml" ContentType="application/vnd.openxmlformats-officedocument.presentationml.slide+xml"/>
  <Override PartName="/ppt/slides/slide44.xml" ContentType="application/vnd.openxmlformats-officedocument.presentationml.slide+xml"/>
  <Override PartName="/ppt/slides/slide62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64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62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60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29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58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notesSlides/notesSlide18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65.xml" ContentType="application/vnd.openxmlformats-officedocument.presentationml.notesSlide+xml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notesSlides/notesSlide25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54.xml" ContentType="application/vnd.openxmlformats-officedocument.presentationml.notes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68.xml" ContentType="application/vnd.openxmlformats-officedocument.presentationml.slide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57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59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46.xml" ContentType="application/vnd.openxmlformats-officedocument.presentationml.slide+xml"/>
  <Override PartName="/ppt/slides/slide64.xml" ContentType="application/vnd.openxmlformats-officedocument.presentationml.slide+xml"/>
  <Override PartName="/ppt/slideLayouts/slideLayout5.xml" ContentType="application/vnd.openxmlformats-officedocument.presentationml.slideLayout+xml"/>
  <Override PartName="/ppt/notesSlides/notesSlide19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66.xml" ContentType="application/vnd.openxmlformats-officedocument.presentationml.notesSlide+xml"/>
  <Override PartName="/ppt/slides/slide24.xml" ContentType="application/vnd.openxmlformats-officedocument.presentationml.slide+xml"/>
  <Override PartName="/ppt/slides/slide35.xml" ContentType="application/vnd.openxmlformats-officedocument.presentationml.slide+xml"/>
  <Override PartName="/ppt/slides/slide53.xml" ContentType="application/vnd.openxmlformats-officedocument.presentationml.slide+xml"/>
  <Override PartName="/ppt/notesSlides/notesSlide37.xml" ContentType="application/vnd.openxmlformats-officedocument.presentationml.notesSlide+xml"/>
  <Override PartName="/ppt/notesSlides/notesSlide55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0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313" r:id="rId18"/>
    <p:sldId id="314" r:id="rId19"/>
    <p:sldId id="315" r:id="rId20"/>
    <p:sldId id="316" r:id="rId21"/>
    <p:sldId id="317" r:id="rId22"/>
    <p:sldId id="318" r:id="rId23"/>
    <p:sldId id="319" r:id="rId24"/>
    <p:sldId id="320" r:id="rId25"/>
    <p:sldId id="321" r:id="rId26"/>
    <p:sldId id="322" r:id="rId27"/>
    <p:sldId id="323" r:id="rId28"/>
    <p:sldId id="324" r:id="rId29"/>
    <p:sldId id="325" r:id="rId30"/>
    <p:sldId id="326" r:id="rId31"/>
    <p:sldId id="273" r:id="rId32"/>
    <p:sldId id="327" r:id="rId33"/>
    <p:sldId id="328" r:id="rId34"/>
    <p:sldId id="329" r:id="rId35"/>
    <p:sldId id="330" r:id="rId36"/>
    <p:sldId id="331" r:id="rId37"/>
    <p:sldId id="332" r:id="rId38"/>
    <p:sldId id="282" r:id="rId39"/>
    <p:sldId id="283" r:id="rId40"/>
    <p:sldId id="284" r:id="rId41"/>
    <p:sldId id="285" r:id="rId42"/>
    <p:sldId id="286" r:id="rId43"/>
    <p:sldId id="287" r:id="rId44"/>
    <p:sldId id="288" r:id="rId45"/>
    <p:sldId id="289" r:id="rId46"/>
    <p:sldId id="290" r:id="rId47"/>
    <p:sldId id="291" r:id="rId48"/>
    <p:sldId id="295" r:id="rId49"/>
    <p:sldId id="294" r:id="rId50"/>
    <p:sldId id="293" r:id="rId51"/>
    <p:sldId id="292" r:id="rId52"/>
    <p:sldId id="296" r:id="rId53"/>
    <p:sldId id="297" r:id="rId54"/>
    <p:sldId id="298" r:id="rId55"/>
    <p:sldId id="299" r:id="rId56"/>
    <p:sldId id="300" r:id="rId57"/>
    <p:sldId id="301" r:id="rId58"/>
    <p:sldId id="302" r:id="rId59"/>
    <p:sldId id="303" r:id="rId60"/>
    <p:sldId id="305" r:id="rId61"/>
    <p:sldId id="306" r:id="rId62"/>
    <p:sldId id="307" r:id="rId63"/>
    <p:sldId id="308" r:id="rId64"/>
    <p:sldId id="309" r:id="rId65"/>
    <p:sldId id="310" r:id="rId66"/>
    <p:sldId id="304" r:id="rId67"/>
    <p:sldId id="311" r:id="rId68"/>
    <p:sldId id="312" r:id="rId69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 horzBarState="minimized">
    <p:restoredLeft sz="19843" autoAdjust="0"/>
    <p:restoredTop sz="87477" autoAdjust="0"/>
  </p:normalViewPr>
  <p:slideViewPr>
    <p:cSldViewPr>
      <p:cViewPr>
        <p:scale>
          <a:sx n="40" d="100"/>
          <a:sy n="40" d="100"/>
        </p:scale>
        <p:origin x="-912" y="-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5358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" Type="http://schemas.openxmlformats.org/officeDocument/2006/relationships/slide" Target="slides/slide6.xml"/><Relationship Id="rId71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fld id="{99CE09E9-B1FA-4BF1-8F5B-69107B3F10F7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fld id="{599CC5B8-F5FF-4E69-8664-B7FE275EED83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DES PROFONDEURS DES MERS AUX MONTAGNES ÉLEVÉES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highest of heights to the depths of the sea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LA CRÉATION RÉVÈLE TA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Creation's revealing Your majesty 
3-  DES COULEURS DE L’AUTOMNE  AUX PARFUMS DU PRINTEMPS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colors of fall to the fragrance of spring 
4-  CHAQUE CRÉATURE UNIQUE TE CHANTE UN NOUVEAU CHANT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creature unique in the song that it sings
5-  TOUTES S’EXCLAMANT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exclaiming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	6-  QUI PEUT TE DÉCRIRE OU TE CONTENIR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Indescribable, uncontainable,
	7-  TU PLACES LES ÉTOILES AU CIEL ET TU CONNAIS LEUR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amazing God 
	9-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All powerful, untamable, 
	10-  NOUS TOMBONS À GENOUX DEVANT TOI EN PROCLAMANT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12-  QUI COMMANDE AUX ÉCLAIRS DU TONNERRE OÙ ALLER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has told every lightning bolt where it should go 
13-  QUI ORDONNE À LA NEIGE EN QUEL LIEU SE POSER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Or seen heavenly storehouses laden with snow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QUI CRÉA LE SOLEIL SA LUMIÈRE INFINIE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imagined the sun and gives source to its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ET LE CACHE POUR OFFRIR LA FRAÎCHEUR DE LA NUIT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Yet conceals it to bring us the coolness of night 
16-  QUI TE SONDERA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None can fathom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PLACES LES ÉTOILES AU CIEL INCOMMENSURABLE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TU PLACES LES ÉTOILES AU CIEL INCOMMENSURABLE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TU PLACES LES ÉTOILES AU CIEL ET TU CONNAIS LEUR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NOUS TOMBONS À GENOUX DEVANT TOI EN PROCLAMANT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TU PLACES LES ÉTOILES AU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INCOMMENSURABLE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INEXPLICABLE QUI PEUT TE DÉCRIRE OU TE CONTENIR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INCOMMENSURABLE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TU ES INDESCRIPTIBLE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FROM THE HIGHEST OF HEIGHTS TO THE DEPTHS OF THE SEA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CREATION'S REVEALING YOUR MAJESTY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FROM THE COLORS OF FALL TO THE FRAGRANCE OF SPRING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EVERY CREATURE UNIQUE IN THE SONG THAT IT SINGS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ALL EXCLAIMING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YOU ARE AMAZING GOD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WHO HAS TOLD EVERY LIGHTNING BOLT WHERE IT SHOULD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OR SEEN HEAVENLY STOREHOUSES LADEN WITH SNOW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WHO IMAGINED THE SUN AND GIVES SOURCE TO ITS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YET CONCEALS IT TO BRING US THE COOLNESS OF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NONE CAN FATHOM  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YOU ARE AMAZING GOD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CAN'T EXPLAIN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YOU PLACES THE STARS IN THE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CAN'T CONTAIN  YOU'RE ALL POWERFUL YOU'RE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CAN'T EXPLAIN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YOU PLACES THE STARS IN THE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61-  CAN'T CONTAIN  YOU'RE ALL POWERFUL, YOU'RE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62-  AWESTRUCK WE FALL TO OUR KNEES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64-  YOU PLACED THE STARS IN THE SKY 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65-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66- 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67-  AWESTRUCK WE FALL TO OUR KNEES 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68-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b="1" i="1" dirty="0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DES PROFONDEURS DES MERS AUX MONTAGNES ÉLEVÉES</a:t>
            </a:r>
          </a:p>
          <a:p>
            <a:pPr>
              <a:defRPr/>
            </a:pPr>
            <a:r>
              <a:rPr lang="fr-FR" smtClean="0"/>
              <a:t>From the highest of heights to the depths of the sea</a:t>
            </a:r>
          </a:p>
          <a:p>
            <a:pPr>
              <a:defRPr/>
            </a:pPr>
            <a:r>
              <a:rPr lang="fr-FR" smtClean="0"/>
              <a:t>2-  LA CRÉATION RÉVÈLE TA MAJESTÉ</a:t>
            </a:r>
          </a:p>
          <a:p>
            <a:pPr>
              <a:defRPr/>
            </a:pPr>
            <a:r>
              <a:rPr lang="fr-FR" smtClean="0"/>
              <a:t>Creation's revealing Your majesty 
3-  DES COULEURS DE L’AUTOMNE  AUX PARFUMS DU PRINTEMPS</a:t>
            </a:r>
          </a:p>
          <a:p>
            <a:pPr>
              <a:defRPr/>
            </a:pPr>
            <a:r>
              <a:rPr lang="fr-FR" smtClean="0"/>
              <a:t>From the colors of fall to the fragrance of spring 
4-  CHAQUE CRÉATURE UNIQUE TE CHANTE UN NOUVEAU CHANT </a:t>
            </a:r>
          </a:p>
          <a:p>
            <a:pPr>
              <a:defRPr/>
            </a:pPr>
            <a:r>
              <a:rPr lang="fr-FR" smtClean="0"/>
              <a:t>Every creature unique in the song that it sings
5-  TOUTES S’EXCLAMANT</a:t>
            </a:r>
          </a:p>
          <a:p>
            <a:pPr>
              <a:defRPr/>
            </a:pPr>
            <a:r>
              <a:rPr lang="fr-FR" smtClean="0"/>
              <a:t>All exclaiming</a:t>
            </a:r>
          </a:p>
          <a:p>
            <a:pPr>
              <a:defRPr/>
            </a:pPr>
            <a:r>
              <a:rPr lang="fr-FR" smtClean="0"/>
              <a:t> 
	6-  QUI PEUT TE DÉCRIRE OU TE CONTENIR ? </a:t>
            </a:r>
          </a:p>
          <a:p>
            <a:pPr>
              <a:defRPr/>
            </a:pPr>
            <a:r>
              <a:rPr lang="fr-FR" smtClean="0"/>
              <a:t>	Indescribable, uncontainable,
	7-  TU PLACES LES ÉTOILES AU CIEL ET TU CONNAIS LEUR NOM </a:t>
            </a:r>
          </a:p>
          <a:p>
            <a:pPr>
              <a:defRPr/>
            </a:pPr>
            <a:r>
              <a:rPr lang="fr-FR" smtClean="0"/>
              <a:t>	You placed the stars in the sky and You know them by name</a:t>
            </a:r>
          </a:p>
          <a:p>
            <a:pPr>
              <a:defRPr/>
            </a:pPr>
            <a:r>
              <a:rPr lang="fr-FR" smtClean="0"/>
              <a:t>	8-  TU ES UN DIEU SI GRAND</a:t>
            </a:r>
          </a:p>
          <a:p>
            <a:pPr>
              <a:defRPr/>
            </a:pPr>
            <a:r>
              <a:rPr lang="fr-FR" smtClean="0"/>
              <a:t>	You are amazing God 
	9-  DIEU TOUT-PUISSANT, IMPRESSIONNANT</a:t>
            </a:r>
          </a:p>
          <a:p>
            <a:pPr>
              <a:defRPr/>
            </a:pPr>
            <a:r>
              <a:rPr lang="fr-FR" smtClean="0"/>
              <a:t>	All powerful, untamable, 
	10-  NOUS TOMBONS À GENOUX DEVANT TOI EN PROCLAMANT</a:t>
            </a:r>
          </a:p>
          <a:p>
            <a:pPr>
              <a:defRPr/>
            </a:pPr>
            <a:r>
              <a:rPr lang="fr-FR" smtClean="0"/>
              <a:t>	Awestruck we fall to our knees as we humbly proclaim</a:t>
            </a:r>
          </a:p>
          <a:p>
            <a:pPr>
              <a:defRPr/>
            </a:pPr>
            <a:r>
              <a:rPr lang="fr-FR" smtClean="0"/>
              <a:t>	11- TU ES UN DIEU SI GRAND</a:t>
            </a:r>
          </a:p>
          <a:p>
            <a:pPr>
              <a:defRPr/>
            </a:pPr>
            <a:r>
              <a:rPr lang="fr-FR" smtClean="0"/>
              <a:t>	You are amazing God</a:t>
            </a:r>
          </a:p>
          <a:p>
            <a:pPr>
              <a:defRPr/>
            </a:pPr>
            <a:r>
              <a:rPr lang="fr-FR" smtClean="0"/>
              <a:t> 
12-  QUI COMMANDE AUX ÉCLAIRS DU TONNERRE OÙ ALLER ?</a:t>
            </a:r>
          </a:p>
          <a:p>
            <a:pPr>
              <a:defRPr/>
            </a:pPr>
            <a:r>
              <a:rPr lang="fr-FR" smtClean="0"/>
              <a:t>Who has told every lightning bolt where it should go 
13-  QUI ORDONNE À LA NEIGE EN QUEL LIEU SE POSER ? </a:t>
            </a:r>
          </a:p>
          <a:p>
            <a:pPr>
              <a:defRPr/>
            </a:pPr>
            <a:r>
              <a:rPr lang="fr-FR" smtClean="0"/>
              <a:t>Or seen heavenly storehouses laden with snow</a:t>
            </a:r>
          </a:p>
          <a:p>
            <a:pPr>
              <a:defRPr/>
            </a:pPr>
            <a:r>
              <a:rPr lang="fr-FR" smtClean="0"/>
              <a:t>14-  QUI CRÉA LE SOLEIL SA LUMIÈRE INFINIE ? </a:t>
            </a:r>
          </a:p>
          <a:p>
            <a:pPr>
              <a:defRPr/>
            </a:pPr>
            <a:r>
              <a:rPr lang="fr-FR" smtClean="0"/>
              <a:t>Who imagined the sun and gives source to its light</a:t>
            </a:r>
          </a:p>
          <a:p>
            <a:pPr>
              <a:defRPr/>
            </a:pPr>
            <a:r>
              <a:rPr lang="fr-FR" smtClean="0"/>
              <a:t>15-  ET LE CACHE POUR OFFRIR LA FRAÎCHEUR DE LA NUIT</a:t>
            </a:r>
          </a:p>
          <a:p>
            <a:pPr>
              <a:defRPr/>
            </a:pPr>
            <a:r>
              <a:rPr lang="fr-FR" smtClean="0"/>
              <a:t>Yet conceals it to bring us the coolness of night 
16-  QUI TE SONDERA ? </a:t>
            </a:r>
          </a:p>
          <a:p>
            <a:pPr>
              <a:defRPr/>
            </a:pPr>
            <a:r>
              <a:rPr lang="fr-FR" smtClean="0"/>
              <a:t>None can fathom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INEXPLICABLE QUI PEUT TE DÉCRIRE OU TE CONTENIR ?</a:t>
            </a:r>
          </a:p>
          <a:p>
            <a:pPr>
              <a:defRPr/>
            </a:pPr>
            <a:r>
              <a:rPr lang="fr-FR" smtClean="0"/>
              <a:t>18-  TU PLACES LES ÉTOILES AU CIEL INCOMMENSURABLE</a:t>
            </a:r>
          </a:p>
          <a:p>
            <a:pPr>
              <a:defRPr/>
            </a:pPr>
            <a:r>
              <a:rPr lang="fr-FR" smtClean="0"/>
              <a:t>19-  DIEU TOUT-PUISSANT, IMPRESSIONNANT</a:t>
            </a:r>
          </a:p>
          <a:p>
            <a:pPr>
              <a:defRPr/>
            </a:pPr>
            <a:r>
              <a:rPr lang="fr-FR" smtClean="0"/>
              <a:t>20-  FORMIDABLE NOUS TOMBONS À GENOUX DEVANT TOI</a:t>
            </a:r>
          </a:p>
          <a:p>
            <a:pPr>
              <a:defRPr/>
            </a:pPr>
            <a:r>
              <a:rPr lang="fr-FR" smtClean="0"/>
              <a:t>21-  INEXPLICABLE QUI PEUT TE DÉCRIRE OU TE CONTENIR ?</a:t>
            </a:r>
          </a:p>
          <a:p>
            <a:pPr>
              <a:defRPr/>
            </a:pPr>
            <a:r>
              <a:rPr lang="fr-FR" smtClean="0"/>
              <a:t>22-  TU PLACES LES ÉTOILES AU CIEL INCOMMENSURABLE</a:t>
            </a:r>
          </a:p>
          <a:p>
            <a:pPr>
              <a:defRPr/>
            </a:pPr>
            <a:r>
              <a:rPr lang="fr-FR" smtClean="0"/>
              <a:t>23-  DIEU TOUT-PUISSANT, IMPRESSIONNANT</a:t>
            </a:r>
          </a:p>
          <a:p>
            <a:pPr>
              <a:defRPr/>
            </a:pPr>
            <a:r>
              <a:rPr lang="fr-FR" smtClean="0"/>
              <a:t>24-  FORMIDABLE NOUS TOMBONS À GENOUX DEVANT TOI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QUI PEUT TE DÉCRIRE OU TE CONTENIR ?</a:t>
            </a:r>
          </a:p>
          <a:p>
            <a:pPr>
              <a:defRPr/>
            </a:pPr>
            <a:r>
              <a:rPr lang="fr-FR" smtClean="0"/>
              <a:t>26-  TU PLACES LES ÉTOILES AU CIEL ET TU CONNAIS LEUR NOM</a:t>
            </a:r>
          </a:p>
          <a:p>
            <a:pPr>
              <a:defRPr/>
            </a:pPr>
            <a:r>
              <a:rPr lang="fr-FR" smtClean="0"/>
              <a:t>27-  TU ES UN DIEU SI GRAND</a:t>
            </a:r>
          </a:p>
          <a:p>
            <a:pPr>
              <a:defRPr/>
            </a:pPr>
            <a:r>
              <a:rPr lang="fr-FR" smtClean="0"/>
              <a:t>28-  DIEU TOUT-PUISSANT, IMPRESSIONNANT</a:t>
            </a:r>
          </a:p>
          <a:p>
            <a:pPr>
              <a:defRPr/>
            </a:pPr>
            <a:r>
              <a:rPr lang="fr-FR" smtClean="0"/>
              <a:t>29-  NOUS TOMBONS À GENOUX DEVANT TOI EN PROCLAMANT</a:t>
            </a:r>
          </a:p>
          <a:p>
            <a:pPr>
              <a:defRPr/>
            </a:pPr>
            <a:r>
              <a:rPr lang="fr-FR" smtClean="0"/>
              <a:t>30-  TU ES UN DIEU SI GRAND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INEXPLICABLE QUI PEUT TE DÉCRIRE OU TE CONTENIR ?</a:t>
            </a:r>
          </a:p>
          <a:p>
            <a:pPr>
              <a:defRPr/>
            </a:pPr>
            <a:r>
              <a:rPr lang="fr-FR" smtClean="0"/>
              <a:t>32-  TU PLACES LES ÉTOILES AU CIEL</a:t>
            </a:r>
          </a:p>
          <a:p>
            <a:pPr>
              <a:defRPr/>
            </a:pPr>
            <a:r>
              <a:rPr lang="fr-FR" smtClean="0"/>
              <a:t>33-  INCOMMENSURABLE DIEU TOUT-PUISSANT, IMPRESSIONNANT</a:t>
            </a:r>
          </a:p>
          <a:p>
            <a:pPr>
              <a:defRPr/>
            </a:pPr>
            <a:r>
              <a:rPr lang="fr-FR" smtClean="0"/>
              <a:t>34-  FORMIDABLE NOUS TOMBONS À GENOUX DEVANT TOI</a:t>
            </a:r>
          </a:p>
          <a:p>
            <a:pPr>
              <a:defRPr/>
            </a:pPr>
            <a:r>
              <a:rPr lang="fr-FR" smtClean="0"/>
              <a:t>35-  INEXPLICABLE QUI PEUT TE DÉCRIRE OU TE CONTENIR ? </a:t>
            </a:r>
          </a:p>
          <a:p>
            <a:pPr>
              <a:defRPr/>
            </a:pPr>
            <a:r>
              <a:rPr lang="fr-FR" smtClean="0"/>
              <a:t>36-  INCOMMENSURABLE DIEU TOUT-PUISSANT, IMPRESSIONNANT</a:t>
            </a:r>
          </a:p>
          <a:p>
            <a:pPr>
              <a:defRPr/>
            </a:pPr>
            <a:r>
              <a:rPr lang="fr-FR" smtClean="0"/>
              <a:t>37-  TU ES INDESCRIPTIBLE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**************************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FROM THE HIGHEST OF HEIGHTS TO THE DEPTHS OF THE SEA</a:t>
            </a:r>
          </a:p>
          <a:p>
            <a:pPr>
              <a:defRPr/>
            </a:pPr>
            <a:r>
              <a:rPr lang="fr-FR" smtClean="0"/>
              <a:t>39-  CREATION'S REVEALING YOUR MAJESTY</a:t>
            </a:r>
          </a:p>
          <a:p>
            <a:pPr>
              <a:defRPr/>
            </a:pPr>
            <a:r>
              <a:rPr lang="fr-FR" smtClean="0"/>
              <a:t>40-  FROM THE COLORS OF FALL TO THE FRAGRANCE OF SPRING</a:t>
            </a:r>
          </a:p>
          <a:p>
            <a:pPr>
              <a:defRPr/>
            </a:pPr>
            <a:r>
              <a:rPr lang="fr-FR" smtClean="0"/>
              <a:t>41-  EVERY CREATURE UNIQUE IN THE SONG THAT IT SINGS</a:t>
            </a:r>
          </a:p>
          <a:p>
            <a:pPr>
              <a:defRPr/>
            </a:pPr>
            <a:r>
              <a:rPr lang="fr-FR" smtClean="0"/>
              <a:t>42-  ALL EXCLAIMING INDESCRIBABLE, UNCONTAINABLE</a:t>
            </a:r>
          </a:p>
          <a:p>
            <a:pPr>
              <a:defRPr/>
            </a:pPr>
            <a:r>
              <a:rPr lang="fr-FR" smtClean="0"/>
              <a:t>43-  YOU PLACED THE STARS IN THE SKY AND YOU KNOW THEM BY NAME</a:t>
            </a:r>
          </a:p>
          <a:p>
            <a:pPr>
              <a:defRPr/>
            </a:pPr>
            <a:r>
              <a:rPr lang="fr-FR" smtClean="0"/>
              <a:t>44-  YOU ARE AMAZING GOD ALL POWERFUL, UNTAMABLE</a:t>
            </a:r>
          </a:p>
          <a:p>
            <a:pPr>
              <a:defRPr/>
            </a:pPr>
            <a:r>
              <a:rPr lang="fr-FR" smtClean="0"/>
              <a:t>45-  AWESTRUCK WE FALL TO OUR KNEES AS WE HUMBLY PROCLAIM</a:t>
            </a:r>
          </a:p>
          <a:p>
            <a:pPr>
              <a:defRPr/>
            </a:pPr>
            <a:r>
              <a:rPr lang="fr-FR" smtClean="0"/>
              <a:t>46-  YOU ARE AMAZING GOD</a:t>
            </a:r>
          </a:p>
          <a:p>
            <a:pPr>
              <a:defRPr/>
            </a:pPr>
            <a:r>
              <a:rPr lang="fr-FR" smtClean="0"/>
              <a:t>47-  WHO HAS TOLD EVERY LIGHTNING BOLT WHERE IT SHOULD GO</a:t>
            </a:r>
          </a:p>
          <a:p>
            <a:pPr>
              <a:defRPr/>
            </a:pPr>
            <a:r>
              <a:rPr lang="fr-FR" smtClean="0"/>
              <a:t>48-  OR SEEN HEAVENLY STOREHOUSES LADEN WITH SNOW</a:t>
            </a:r>
          </a:p>
          <a:p>
            <a:pPr>
              <a:defRPr/>
            </a:pPr>
            <a:r>
              <a:rPr lang="fr-FR" smtClean="0"/>
              <a:t>49-  WHO IMAGINED THE SUN AND GIVES SOURCE TO ITS LIGHT</a:t>
            </a:r>
          </a:p>
          <a:p>
            <a:pPr>
              <a:defRPr/>
            </a:pPr>
            <a:r>
              <a:rPr lang="fr-FR" smtClean="0"/>
              <a:t>50-  YET CONCEALS IT TO BRING US THE COOLNESS OF NIGHT</a:t>
            </a:r>
          </a:p>
          <a:p>
            <a:pPr>
              <a:defRPr/>
            </a:pPr>
            <a:r>
              <a:rPr lang="fr-FR" smtClean="0"/>
              <a:t>51-  NONE CAN FATHOM  INDESCRIBABLE, UNCONTAINABLE</a:t>
            </a:r>
          </a:p>
          <a:p>
            <a:pPr>
              <a:defRPr/>
            </a:pPr>
            <a:r>
              <a:rPr lang="fr-FR" smtClean="0"/>
              <a:t>52-  YOU PLACED THE STARS IN THE SKY AND YOU KNOW THEM BY NAME</a:t>
            </a:r>
          </a:p>
          <a:p>
            <a:pPr>
              <a:defRPr/>
            </a:pPr>
            <a:r>
              <a:rPr lang="fr-FR" smtClean="0"/>
              <a:t>53-  YOU ARE AMAZING GOD ALL POWERFUL, UNTAMABLE</a:t>
            </a:r>
          </a:p>
          <a:p>
            <a:pPr>
              <a:defRPr/>
            </a:pPr>
            <a:r>
              <a:rPr lang="fr-FR" smtClean="0"/>
              <a:t>54-  AWESTRUCK WE FALL TO OUR KNEES AS WE HUMBLY PROCLAIM</a:t>
            </a:r>
          </a:p>
          <a:p>
            <a:pPr>
              <a:defRPr/>
            </a:pPr>
            <a:r>
              <a:rPr lang="fr-FR" smtClean="0"/>
              <a:t>55-  YOU ARE AMAZING GOD</a:t>
            </a:r>
          </a:p>
          <a:p>
            <a:pPr>
              <a:defRPr/>
            </a:pPr>
            <a:r>
              <a:rPr lang="fr-FR" smtClean="0"/>
              <a:t>56-  CAN'T EXPLAIN INDESCRIBABLE, UNCONTAINABLE</a:t>
            </a:r>
          </a:p>
          <a:p>
            <a:pPr>
              <a:defRPr/>
            </a:pPr>
            <a:r>
              <a:rPr lang="fr-FR" smtClean="0"/>
              <a:t>57-  YOU PLACES THE STARS IN THE SKY</a:t>
            </a:r>
          </a:p>
          <a:p>
            <a:pPr>
              <a:defRPr/>
            </a:pPr>
            <a:r>
              <a:rPr lang="fr-FR" smtClean="0"/>
              <a:t>58-  CAN'T CONTAIN  YOU'RE ALL POWERFUL YOU'RE UNTAMABLE</a:t>
            </a:r>
          </a:p>
          <a:p>
            <a:pPr>
              <a:defRPr/>
            </a:pPr>
            <a:r>
              <a:rPr lang="fr-FR" smtClean="0"/>
              <a:t>59-  CAN'T EXPLAIN INDESCRIBABLE, UNCONTAINABLE</a:t>
            </a:r>
          </a:p>
          <a:p>
            <a:pPr>
              <a:defRPr/>
            </a:pPr>
            <a:r>
              <a:rPr lang="fr-FR" smtClean="0"/>
              <a:t>60-  YOU PLACES THE STARS IN THE SKY</a:t>
            </a:r>
          </a:p>
          <a:p>
            <a:pPr>
              <a:defRPr/>
            </a:pPr>
            <a:r>
              <a:rPr lang="fr-FR" smtClean="0"/>
              <a:t>61-  CAN'T CONTAIN  YOU'RE ALL POWERFUL, YOU'RE UNTAMABLE</a:t>
            </a:r>
          </a:p>
          <a:p>
            <a:pPr>
              <a:defRPr/>
            </a:pPr>
            <a:r>
              <a:rPr lang="fr-FR" smtClean="0"/>
              <a:t>62-  AWESTRUCK WE FALL TO OUR KNEES</a:t>
            </a:r>
          </a:p>
          <a:p>
            <a:pPr>
              <a:defRPr/>
            </a:pPr>
            <a:r>
              <a:rPr lang="fr-FR" smtClean="0"/>
              <a:t>63-  INDESCRIBABLE, UNCONTAINABLE</a:t>
            </a:r>
          </a:p>
          <a:p>
            <a:pPr>
              <a:defRPr/>
            </a:pPr>
            <a:r>
              <a:rPr lang="fr-FR" smtClean="0"/>
              <a:t>64-  YOU PLACED THE STARS IN THE SKY  YOU KNOW THEM BY NAME</a:t>
            </a:r>
          </a:p>
          <a:p>
            <a:pPr>
              <a:defRPr/>
            </a:pPr>
            <a:r>
              <a:rPr lang="fr-FR" smtClean="0"/>
              <a:t>65-  YOU ARE AMAZING GOD</a:t>
            </a:r>
          </a:p>
          <a:p>
            <a:pPr>
              <a:defRPr/>
            </a:pPr>
            <a:r>
              <a:rPr lang="fr-FR" smtClean="0"/>
              <a:t>66-  ALL POWERFUL, UNTAMABLE</a:t>
            </a:r>
          </a:p>
          <a:p>
            <a:pPr>
              <a:defRPr/>
            </a:pPr>
            <a:r>
              <a:rPr lang="fr-FR" smtClean="0"/>
              <a:t>67-  AWESTRUCK WE FALL TO OUR KNEES  AS WE HUMBLY PROCLAIM</a:t>
            </a:r>
          </a:p>
          <a:p>
            <a:pPr>
              <a:defRPr/>
            </a:pPr>
            <a:r>
              <a:rPr lang="fr-FR" smtClean="0"/>
              <a:t>68-  YOU ARE AMAZING GOD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DES PROFONDEURS DES MERS AUX MONTAGNES ÉLEVÉES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highest of heights to the depths of the sea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LA CRÉATION RÉVÈLE TA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Creation's revealing Your majesty 
3-  DES COULEURS DE L’AUTOMNE  AUX PARFUMS DU PRINTEMPS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colors of fall to the fragrance of spring 
4-  CHAQUE CRÉATURE UNIQUE TE CHANTE UN NOUVEAU CHANT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creature unique in the song that it sings
5-  TOUTES S’EXCLAMANT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exclaiming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	6-  QUI PEUT TE DÉCRIRE OU TE CONTENIR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Indescribable, uncontainable,
	7-  TU PLACES LES ÉTOILES AU CIEL ET TU CONNAIS LEUR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amazing God 
	9-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All powerful, untamable, 
	10-  NOUS TOMBONS À GENOUX DEVANT TOI EN PROCLAMANT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12-  QUI COMMANDE AUX ÉCLAIRS DU TONNERRE OÙ ALLER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has told every lightning bolt where it should go 
13-  QUI ORDONNE À LA NEIGE EN QUEL LIEU SE POSER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Or seen heavenly storehouses laden with snow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QUI CRÉA LE SOLEIL SA LUMIÈRE INFINIE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imagined the sun and gives source to its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ET LE CACHE POUR OFFRIR LA FRAÎCHEUR DE LA NUIT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Yet conceals it to bring us the coolness of night 
16-  QUI TE SONDERA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None can fathom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PLACES LES ÉTOILES AU CIEL INCOMMENSURABLE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TU PLACES LES ÉTOILES AU CIEL INCOMMENSURABLE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TU PLACES LES ÉTOILES AU CIEL ET TU CONNAIS LEUR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NOUS TOMBONS À GENOUX DEVANT TOI EN PROCLAMANT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TU PLACES LES ÉTOILES AU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INCOMMENSURABLE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INEXPLICABLE QUI PEUT TE DÉCRIRE OU TE CONTENIR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INCOMMENSURABLE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TU ES INDESCRIPTIBLE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FROM THE HIGHEST OF HEIGHTS TO THE DEPTHS OF THE SEA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CREATION'S REVEALING YOUR MAJESTY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FROM THE COLORS OF FALL TO THE FRAGRANCE OF SPRING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EVERY CREATURE UNIQUE IN THE SONG THAT IT SINGS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ALL EXCLAIMING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YOU ARE AMAZING GOD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WHO HAS TOLD EVERY LIGHTNING BOLT WHERE IT SHOULD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OR SEEN HEAVENLY STOREHOUSES LADEN WITH SNOW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WHO IMAGINED THE SUN AND GIVES SOURCE TO ITS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YET CONCEALS IT TO BRING US THE COOLNESS OF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NONE CAN FATHOM  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YOU ARE AMAZING GOD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CAN'T EXPLAIN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YOU PLACES THE STARS IN THE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CAN'T CONTAIN  YOU'RE ALL POWERFUL YOU'RE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CAN'T EXPLAIN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YOU PLACES THE STARS IN THE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61-  CAN'T CONTAIN  YOU'RE ALL POWERFUL, YOU'RE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62-  AWESTRUCK WE FALL TO OUR KNEES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64-  YOU PLACED THE STARS IN THE SKY 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65-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66- 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67-  AWESTRUCK WE FALL TO OUR KNEES 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68-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b="1" i="1" dirty="0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DES PROFONDEURS DES MERS AUX MONTAGNES ÉLEVÉES</a:t>
            </a:r>
          </a:p>
          <a:p>
            <a:pPr>
              <a:defRPr/>
            </a:pPr>
            <a:r>
              <a:rPr lang="fr-FR" smtClean="0"/>
              <a:t>From the highest of heights to the depths of the sea</a:t>
            </a:r>
          </a:p>
          <a:p>
            <a:pPr>
              <a:defRPr/>
            </a:pPr>
            <a:r>
              <a:rPr lang="fr-FR" smtClean="0"/>
              <a:t>2-  LA CRÉATION RÉVÈLE TA MAJESTÉ</a:t>
            </a:r>
          </a:p>
          <a:p>
            <a:pPr>
              <a:defRPr/>
            </a:pPr>
            <a:r>
              <a:rPr lang="fr-FR" smtClean="0"/>
              <a:t>Creation's revealing Your majesty 
3-  DES COULEURS DE L’AUTOMNE  AUX PARFUMS DU PRINTEMPS</a:t>
            </a:r>
          </a:p>
          <a:p>
            <a:pPr>
              <a:defRPr/>
            </a:pPr>
            <a:r>
              <a:rPr lang="fr-FR" smtClean="0"/>
              <a:t>From the colors of fall to the fragrance of spring 
4-  CHAQUE CRÉATURE UNIQUE TE CHANTE UN NOUVEAU CHANT </a:t>
            </a:r>
          </a:p>
          <a:p>
            <a:pPr>
              <a:defRPr/>
            </a:pPr>
            <a:r>
              <a:rPr lang="fr-FR" smtClean="0"/>
              <a:t>Every creature unique in the song that it sings
5-  TOUTES S’EXCLAMANT</a:t>
            </a:r>
          </a:p>
          <a:p>
            <a:pPr>
              <a:defRPr/>
            </a:pPr>
            <a:r>
              <a:rPr lang="fr-FR" smtClean="0"/>
              <a:t>All exclaiming</a:t>
            </a:r>
          </a:p>
          <a:p>
            <a:pPr>
              <a:defRPr/>
            </a:pPr>
            <a:r>
              <a:rPr lang="fr-FR" smtClean="0"/>
              <a:t> 
	6-  QUI PEUT TE DÉCRIRE OU TE CONTENIR ? </a:t>
            </a:r>
          </a:p>
          <a:p>
            <a:pPr>
              <a:defRPr/>
            </a:pPr>
            <a:r>
              <a:rPr lang="fr-FR" smtClean="0"/>
              <a:t>	Indescribable, uncontainable,
	7-  TU PLACES LES ÉTOILES AU CIEL ET TU CONNAIS LEUR NOM </a:t>
            </a:r>
          </a:p>
          <a:p>
            <a:pPr>
              <a:defRPr/>
            </a:pPr>
            <a:r>
              <a:rPr lang="fr-FR" smtClean="0"/>
              <a:t>	You placed the stars in the sky and You know them by name</a:t>
            </a:r>
          </a:p>
          <a:p>
            <a:pPr>
              <a:defRPr/>
            </a:pPr>
            <a:r>
              <a:rPr lang="fr-FR" smtClean="0"/>
              <a:t>	8-  TU ES UN DIEU SI GRAND</a:t>
            </a:r>
          </a:p>
          <a:p>
            <a:pPr>
              <a:defRPr/>
            </a:pPr>
            <a:r>
              <a:rPr lang="fr-FR" smtClean="0"/>
              <a:t>	You are amazing God 
	9-  DIEU TOUT-PUISSANT, IMPRESSIONNANT</a:t>
            </a:r>
          </a:p>
          <a:p>
            <a:pPr>
              <a:defRPr/>
            </a:pPr>
            <a:r>
              <a:rPr lang="fr-FR" smtClean="0"/>
              <a:t>	All powerful, untamable, 
	10-  NOUS TOMBONS À GENOUX DEVANT TOI EN PROCLAMANT</a:t>
            </a:r>
          </a:p>
          <a:p>
            <a:pPr>
              <a:defRPr/>
            </a:pPr>
            <a:r>
              <a:rPr lang="fr-FR" smtClean="0"/>
              <a:t>	Awestruck we fall to our knees as we humbly proclaim</a:t>
            </a:r>
          </a:p>
          <a:p>
            <a:pPr>
              <a:defRPr/>
            </a:pPr>
            <a:r>
              <a:rPr lang="fr-FR" smtClean="0"/>
              <a:t>	11- TU ES UN DIEU SI GRAND</a:t>
            </a:r>
          </a:p>
          <a:p>
            <a:pPr>
              <a:defRPr/>
            </a:pPr>
            <a:r>
              <a:rPr lang="fr-FR" smtClean="0"/>
              <a:t>	You are amazing God</a:t>
            </a:r>
          </a:p>
          <a:p>
            <a:pPr>
              <a:defRPr/>
            </a:pPr>
            <a:r>
              <a:rPr lang="fr-FR" smtClean="0"/>
              <a:t> 
12-  QUI COMMANDE AUX ÉCLAIRS DU TONNERRE OÙ ALLER ?</a:t>
            </a:r>
          </a:p>
          <a:p>
            <a:pPr>
              <a:defRPr/>
            </a:pPr>
            <a:r>
              <a:rPr lang="fr-FR" smtClean="0"/>
              <a:t>Who has told every lightning bolt where it should go 
13-  QUI ORDONNE À LA NEIGE EN QUEL LIEU SE POSER ? </a:t>
            </a:r>
          </a:p>
          <a:p>
            <a:pPr>
              <a:defRPr/>
            </a:pPr>
            <a:r>
              <a:rPr lang="fr-FR" smtClean="0"/>
              <a:t>Or seen heavenly storehouses laden with snow</a:t>
            </a:r>
          </a:p>
          <a:p>
            <a:pPr>
              <a:defRPr/>
            </a:pPr>
            <a:r>
              <a:rPr lang="fr-FR" smtClean="0"/>
              <a:t>14-  QUI CRÉA LE SOLEIL SA LUMIÈRE INFINIE ? </a:t>
            </a:r>
          </a:p>
          <a:p>
            <a:pPr>
              <a:defRPr/>
            </a:pPr>
            <a:r>
              <a:rPr lang="fr-FR" smtClean="0"/>
              <a:t>Who imagined the sun and gives source to its light</a:t>
            </a:r>
          </a:p>
          <a:p>
            <a:pPr>
              <a:defRPr/>
            </a:pPr>
            <a:r>
              <a:rPr lang="fr-FR" smtClean="0"/>
              <a:t>15-  ET LE CACHE POUR OFFRIR LA FRAÎCHEUR DE LA NUIT</a:t>
            </a:r>
          </a:p>
          <a:p>
            <a:pPr>
              <a:defRPr/>
            </a:pPr>
            <a:r>
              <a:rPr lang="fr-FR" smtClean="0"/>
              <a:t>Yet conceals it to bring us the coolness of night 
16-  QUI TE SONDERA ? </a:t>
            </a:r>
          </a:p>
          <a:p>
            <a:pPr>
              <a:defRPr/>
            </a:pPr>
            <a:r>
              <a:rPr lang="fr-FR" smtClean="0"/>
              <a:t>None can fathom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INEXPLICABLE QUI PEUT TE DÉCRIRE OU TE CONTENIR ?</a:t>
            </a:r>
          </a:p>
          <a:p>
            <a:pPr>
              <a:defRPr/>
            </a:pPr>
            <a:r>
              <a:rPr lang="fr-FR" smtClean="0"/>
              <a:t>18-  TU PLACES LES ÉTOILES AU CIEL INCOMMENSURABLE</a:t>
            </a:r>
          </a:p>
          <a:p>
            <a:pPr>
              <a:defRPr/>
            </a:pPr>
            <a:r>
              <a:rPr lang="fr-FR" smtClean="0"/>
              <a:t>19-  DIEU TOUT-PUISSANT, IMPRESSIONNANT</a:t>
            </a:r>
          </a:p>
          <a:p>
            <a:pPr>
              <a:defRPr/>
            </a:pPr>
            <a:r>
              <a:rPr lang="fr-FR" smtClean="0"/>
              <a:t>20-  FORMIDABLE NOUS TOMBONS À GENOUX DEVANT TOI</a:t>
            </a:r>
          </a:p>
          <a:p>
            <a:pPr>
              <a:defRPr/>
            </a:pPr>
            <a:r>
              <a:rPr lang="fr-FR" smtClean="0"/>
              <a:t>21-  INEXPLICABLE QUI PEUT TE DÉCRIRE OU TE CONTENIR ?</a:t>
            </a:r>
          </a:p>
          <a:p>
            <a:pPr>
              <a:defRPr/>
            </a:pPr>
            <a:r>
              <a:rPr lang="fr-FR" smtClean="0"/>
              <a:t>22-  TU PLACES LES ÉTOILES AU CIEL INCOMMENSURABLE</a:t>
            </a:r>
          </a:p>
          <a:p>
            <a:pPr>
              <a:defRPr/>
            </a:pPr>
            <a:r>
              <a:rPr lang="fr-FR" smtClean="0"/>
              <a:t>23-  DIEU TOUT-PUISSANT, IMPRESSIONNANT</a:t>
            </a:r>
          </a:p>
          <a:p>
            <a:pPr>
              <a:defRPr/>
            </a:pPr>
            <a:r>
              <a:rPr lang="fr-FR" smtClean="0"/>
              <a:t>24-  FORMIDABLE NOUS TOMBONS À GENOUX DEVANT TOI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QUI PEUT TE DÉCRIRE OU TE CONTENIR ?</a:t>
            </a:r>
          </a:p>
          <a:p>
            <a:pPr>
              <a:defRPr/>
            </a:pPr>
            <a:r>
              <a:rPr lang="fr-FR" smtClean="0"/>
              <a:t>26-  TU PLACES LES ÉTOILES AU CIEL ET TU CONNAIS LEUR NOM</a:t>
            </a:r>
          </a:p>
          <a:p>
            <a:pPr>
              <a:defRPr/>
            </a:pPr>
            <a:r>
              <a:rPr lang="fr-FR" smtClean="0"/>
              <a:t>27-  TU ES UN DIEU SI GRAND</a:t>
            </a:r>
          </a:p>
          <a:p>
            <a:pPr>
              <a:defRPr/>
            </a:pPr>
            <a:r>
              <a:rPr lang="fr-FR" smtClean="0"/>
              <a:t>28-  DIEU TOUT-PUISSANT, IMPRESSIONNANT</a:t>
            </a:r>
          </a:p>
          <a:p>
            <a:pPr>
              <a:defRPr/>
            </a:pPr>
            <a:r>
              <a:rPr lang="fr-FR" smtClean="0"/>
              <a:t>29-  NOUS TOMBONS À GENOUX DEVANT TOI EN PROCLAMANT</a:t>
            </a:r>
          </a:p>
          <a:p>
            <a:pPr>
              <a:defRPr/>
            </a:pPr>
            <a:r>
              <a:rPr lang="fr-FR" smtClean="0"/>
              <a:t>30-  TU ES UN DIEU SI GRAND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INEXPLICABLE QUI PEUT TE DÉCRIRE OU TE CONTENIR ?</a:t>
            </a:r>
          </a:p>
          <a:p>
            <a:pPr>
              <a:defRPr/>
            </a:pPr>
            <a:r>
              <a:rPr lang="fr-FR" smtClean="0"/>
              <a:t>32-  TU PLACES LES ÉTOILES AU CIEL</a:t>
            </a:r>
          </a:p>
          <a:p>
            <a:pPr>
              <a:defRPr/>
            </a:pPr>
            <a:r>
              <a:rPr lang="fr-FR" smtClean="0"/>
              <a:t>33-  INCOMMENSURABLE DIEU TOUT-PUISSANT, IMPRESSIONNANT</a:t>
            </a:r>
          </a:p>
          <a:p>
            <a:pPr>
              <a:defRPr/>
            </a:pPr>
            <a:r>
              <a:rPr lang="fr-FR" smtClean="0"/>
              <a:t>34-  FORMIDABLE NOUS TOMBONS À GENOUX DEVANT TOI</a:t>
            </a:r>
          </a:p>
          <a:p>
            <a:pPr>
              <a:defRPr/>
            </a:pPr>
            <a:r>
              <a:rPr lang="fr-FR" smtClean="0"/>
              <a:t>35-  INEXPLICABLE QUI PEUT TE DÉCRIRE OU TE CONTENIR ? </a:t>
            </a:r>
          </a:p>
          <a:p>
            <a:pPr>
              <a:defRPr/>
            </a:pPr>
            <a:r>
              <a:rPr lang="fr-FR" smtClean="0"/>
              <a:t>36-  INCOMMENSURABLE DIEU TOUT-PUISSANT, IMPRESSIONNANT</a:t>
            </a:r>
          </a:p>
          <a:p>
            <a:pPr>
              <a:defRPr/>
            </a:pPr>
            <a:r>
              <a:rPr lang="fr-FR" smtClean="0"/>
              <a:t>37-  TU ES INDESCRIPTIBLE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**************************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FROM THE HIGHEST OF HEIGHTS TO THE DEPTHS OF THE SEA</a:t>
            </a:r>
          </a:p>
          <a:p>
            <a:pPr>
              <a:defRPr/>
            </a:pPr>
            <a:r>
              <a:rPr lang="fr-FR" smtClean="0"/>
              <a:t>39-  CREATION'S REVEALING YOUR MAJESTY</a:t>
            </a:r>
          </a:p>
          <a:p>
            <a:pPr>
              <a:defRPr/>
            </a:pPr>
            <a:r>
              <a:rPr lang="fr-FR" smtClean="0"/>
              <a:t>40-  FROM THE COLORS OF FALL TO THE FRAGRANCE OF SPRING</a:t>
            </a:r>
          </a:p>
          <a:p>
            <a:pPr>
              <a:defRPr/>
            </a:pPr>
            <a:r>
              <a:rPr lang="fr-FR" smtClean="0"/>
              <a:t>41-  EVERY CREATURE UNIQUE IN THE SONG THAT IT SINGS</a:t>
            </a:r>
          </a:p>
          <a:p>
            <a:pPr>
              <a:defRPr/>
            </a:pPr>
            <a:r>
              <a:rPr lang="fr-FR" smtClean="0"/>
              <a:t>42-  ALL EXCLAIMING INDESCRIBABLE, UNCONTAINABLE</a:t>
            </a:r>
          </a:p>
          <a:p>
            <a:pPr>
              <a:defRPr/>
            </a:pPr>
            <a:r>
              <a:rPr lang="fr-FR" smtClean="0"/>
              <a:t>43-  YOU PLACED THE STARS IN THE SKY AND YOU KNOW THEM BY NAME</a:t>
            </a:r>
          </a:p>
          <a:p>
            <a:pPr>
              <a:defRPr/>
            </a:pPr>
            <a:r>
              <a:rPr lang="fr-FR" smtClean="0"/>
              <a:t>44-  YOU ARE AMAZING GOD ALL POWERFUL, UNTAMABLE</a:t>
            </a:r>
          </a:p>
          <a:p>
            <a:pPr>
              <a:defRPr/>
            </a:pPr>
            <a:r>
              <a:rPr lang="fr-FR" smtClean="0"/>
              <a:t>45-  AWESTRUCK WE FALL TO OUR KNEES AS WE HUMBLY PROCLAIM</a:t>
            </a:r>
          </a:p>
          <a:p>
            <a:pPr>
              <a:defRPr/>
            </a:pPr>
            <a:r>
              <a:rPr lang="fr-FR" smtClean="0"/>
              <a:t>46-  YOU ARE AMAZING GOD</a:t>
            </a:r>
          </a:p>
          <a:p>
            <a:pPr>
              <a:defRPr/>
            </a:pPr>
            <a:r>
              <a:rPr lang="fr-FR" smtClean="0"/>
              <a:t>47-  WHO HAS TOLD EVERY LIGHTNING BOLT WHERE IT SHOULD GO</a:t>
            </a:r>
          </a:p>
          <a:p>
            <a:pPr>
              <a:defRPr/>
            </a:pPr>
            <a:r>
              <a:rPr lang="fr-FR" smtClean="0"/>
              <a:t>48-  OR SEEN HEAVENLY STOREHOUSES LADEN WITH SNOW</a:t>
            </a:r>
          </a:p>
          <a:p>
            <a:pPr>
              <a:defRPr/>
            </a:pPr>
            <a:r>
              <a:rPr lang="fr-FR" smtClean="0"/>
              <a:t>49-  WHO IMAGINED THE SUN AND GIVES SOURCE TO ITS LIGHT</a:t>
            </a:r>
          </a:p>
          <a:p>
            <a:pPr>
              <a:defRPr/>
            </a:pPr>
            <a:r>
              <a:rPr lang="fr-FR" smtClean="0"/>
              <a:t>50-  YET CONCEALS IT TO BRING US THE COOLNESS OF NIGHT</a:t>
            </a:r>
          </a:p>
          <a:p>
            <a:pPr>
              <a:defRPr/>
            </a:pPr>
            <a:r>
              <a:rPr lang="fr-FR" smtClean="0"/>
              <a:t>51-  NONE CAN FATHOM  INDESCRIBABLE, UNCONTAINABLE</a:t>
            </a:r>
          </a:p>
          <a:p>
            <a:pPr>
              <a:defRPr/>
            </a:pPr>
            <a:r>
              <a:rPr lang="fr-FR" smtClean="0"/>
              <a:t>52-  YOU PLACED THE STARS IN THE SKY AND YOU KNOW THEM BY NAME</a:t>
            </a:r>
          </a:p>
          <a:p>
            <a:pPr>
              <a:defRPr/>
            </a:pPr>
            <a:r>
              <a:rPr lang="fr-FR" smtClean="0"/>
              <a:t>53-  YOU ARE AMAZING GOD ALL POWERFUL, UNTAMABLE</a:t>
            </a:r>
          </a:p>
          <a:p>
            <a:pPr>
              <a:defRPr/>
            </a:pPr>
            <a:r>
              <a:rPr lang="fr-FR" smtClean="0"/>
              <a:t>54-  AWESTRUCK WE FALL TO OUR KNEES AS WE HUMBLY PROCLAIM</a:t>
            </a:r>
          </a:p>
          <a:p>
            <a:pPr>
              <a:defRPr/>
            </a:pPr>
            <a:r>
              <a:rPr lang="fr-FR" smtClean="0"/>
              <a:t>55-  YOU ARE AMAZING GOD</a:t>
            </a:r>
          </a:p>
          <a:p>
            <a:pPr>
              <a:defRPr/>
            </a:pPr>
            <a:r>
              <a:rPr lang="fr-FR" smtClean="0"/>
              <a:t>56-  CAN'T EXPLAIN INDESCRIBABLE, UNCONTAINABLE</a:t>
            </a:r>
          </a:p>
          <a:p>
            <a:pPr>
              <a:defRPr/>
            </a:pPr>
            <a:r>
              <a:rPr lang="fr-FR" smtClean="0"/>
              <a:t>57-  YOU PLACES THE STARS IN THE SKY</a:t>
            </a:r>
          </a:p>
          <a:p>
            <a:pPr>
              <a:defRPr/>
            </a:pPr>
            <a:r>
              <a:rPr lang="fr-FR" smtClean="0"/>
              <a:t>58-  CAN'T CONTAIN  YOU'RE ALL POWERFUL YOU'RE UNTAMABLE</a:t>
            </a:r>
          </a:p>
          <a:p>
            <a:pPr>
              <a:defRPr/>
            </a:pPr>
            <a:r>
              <a:rPr lang="fr-FR" smtClean="0"/>
              <a:t>59-  CAN'T EXPLAIN INDESCRIBABLE, UNCONTAINABLE</a:t>
            </a:r>
          </a:p>
          <a:p>
            <a:pPr>
              <a:defRPr/>
            </a:pPr>
            <a:r>
              <a:rPr lang="fr-FR" smtClean="0"/>
              <a:t>60-  YOU PLACES THE STARS IN THE SKY</a:t>
            </a:r>
          </a:p>
          <a:p>
            <a:pPr>
              <a:defRPr/>
            </a:pPr>
            <a:r>
              <a:rPr lang="fr-FR" smtClean="0"/>
              <a:t>61-  CAN'T CONTAIN  YOU'RE ALL POWERFUL, YOU'RE UNTAMABLE</a:t>
            </a:r>
          </a:p>
          <a:p>
            <a:pPr>
              <a:defRPr/>
            </a:pPr>
            <a:r>
              <a:rPr lang="fr-FR" smtClean="0"/>
              <a:t>62-  AWESTRUCK WE FALL TO OUR KNEES</a:t>
            </a:r>
          </a:p>
          <a:p>
            <a:pPr>
              <a:defRPr/>
            </a:pPr>
            <a:r>
              <a:rPr lang="fr-FR" smtClean="0"/>
              <a:t>63-  INDESCRIBABLE, UNCONTAINABLE</a:t>
            </a:r>
          </a:p>
          <a:p>
            <a:pPr>
              <a:defRPr/>
            </a:pPr>
            <a:r>
              <a:rPr lang="fr-FR" smtClean="0"/>
              <a:t>64-  YOU PLACED THE STARS IN THE SKY  YOU KNOW THEM BY NAME</a:t>
            </a:r>
          </a:p>
          <a:p>
            <a:pPr>
              <a:defRPr/>
            </a:pPr>
            <a:r>
              <a:rPr lang="fr-FR" smtClean="0"/>
              <a:t>65-  YOU ARE AMAZING GOD</a:t>
            </a:r>
          </a:p>
          <a:p>
            <a:pPr>
              <a:defRPr/>
            </a:pPr>
            <a:r>
              <a:rPr lang="fr-FR" smtClean="0"/>
              <a:t>66-  ALL POWERFUL, UNTAMABLE</a:t>
            </a:r>
          </a:p>
          <a:p>
            <a:pPr>
              <a:defRPr/>
            </a:pPr>
            <a:r>
              <a:rPr lang="fr-FR" smtClean="0"/>
              <a:t>67-  AWESTRUCK WE FALL TO OUR KNEES  AS WE HUMBLY PROCLAIM</a:t>
            </a:r>
          </a:p>
          <a:p>
            <a:pPr>
              <a:defRPr/>
            </a:pPr>
            <a:r>
              <a:rPr lang="fr-FR" smtClean="0"/>
              <a:t>68-  YOU ARE AMAZING GOD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DES PROFONDEURS DES MERS AUX MONTAGNES ÉLEVÉES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highest of heights to the depths of the sea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LA CRÉATION RÉVÈLE TA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Creation's revealing Your majesty 
3-  DES COULEURS DE L’AUTOMNE  AUX PARFUMS DU PRINTEMPS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colors of fall to the fragrance of spring 
4-  CHAQUE CRÉATURE UNIQUE TE CHANTE UN NOUVEAU CHANT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creature unique in the song that it sings
5-  TOUTES S’EXCLAMANT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exclaiming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	6-  QUI PEUT TE DÉCRIRE OU TE CONTENIR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Indescribable, uncontainable,
	7-  TU PLACES LES ÉTOILES AU CIEL ET TU CONNAIS LEUR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amazing God 
	9-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All powerful, untamable, 
	10-  NOUS TOMBONS À GENOUX DEVANT TOI EN PROCLAMANT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12-  QUI COMMANDE AUX ÉCLAIRS DU TONNERRE OÙ ALLER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has told every lightning bolt where it should go 
13-  QUI ORDONNE À LA NEIGE EN QUEL LIEU SE POSER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Or seen heavenly storehouses laden with snow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QUI CRÉA LE SOLEIL SA LUMIÈRE INFINIE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imagined the sun and gives source to its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ET LE CACHE POUR OFFRIR LA FRAÎCHEUR DE LA NUIT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Yet conceals it to bring us the coolness of night 
16-  QUI TE SONDERA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None can fathom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PLACES LES ÉTOILES AU CIEL INCOMMENSURABLE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TU PLACES LES ÉTOILES AU CIEL INCOMMENSURABLE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TU PLACES LES ÉTOILES AU CIEL ET TU CONNAIS LEUR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NOUS TOMBONS À GENOUX DEVANT TOI EN PROCLAMANT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TU PLACES LES ÉTOILES AU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INCOMMENSURABLE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INEXPLICABLE QUI PEUT TE DÉCRIRE OU TE CONTENIR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INCOMMENSURABLE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TU ES INDESCRIPTIBLE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FROM THE HIGHEST OF HEIGHTS TO THE DEPTHS OF THE SEA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CREATION'S REVEALING YOUR MAJESTY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FROM THE COLORS OF FALL TO THE FRAGRANCE OF SPRING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EVERY CREATURE UNIQUE IN THE SONG THAT IT SINGS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ALL EXCLAIMING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YOU ARE AMAZING GOD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WHO HAS TOLD EVERY LIGHTNING BOLT WHERE IT SHOULD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OR SEEN HEAVENLY STOREHOUSES LADEN WITH SNOW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WHO IMAGINED THE SUN AND GIVES SOURCE TO ITS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YET CONCEALS IT TO BRING US THE COOLNESS OF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NONE CAN FATHOM  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YOU ARE AMAZING GOD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CAN'T EXPLAIN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YOU PLACES THE STARS IN THE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CAN'T CONTAIN  YOU'RE ALL POWERFUL YOU'RE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CAN'T EXPLAIN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YOU PLACES THE STARS IN THE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61-  CAN'T CONTAIN  YOU'RE ALL POWERFUL, YOU'RE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62-  AWESTRUCK WE FALL TO OUR KNEES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64-  YOU PLACED THE STARS IN THE SKY 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65-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66- 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67-  AWESTRUCK WE FALL TO OUR KNEES 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68-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b="1" i="1" dirty="0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DES PROFONDEURS DES MERS AUX MONTAGNES ÉLEVÉES</a:t>
            </a:r>
          </a:p>
          <a:p>
            <a:pPr>
              <a:defRPr/>
            </a:pPr>
            <a:r>
              <a:rPr lang="fr-FR" smtClean="0"/>
              <a:t>From the highest of heights to the depths of the sea</a:t>
            </a:r>
          </a:p>
          <a:p>
            <a:pPr>
              <a:defRPr/>
            </a:pPr>
            <a:r>
              <a:rPr lang="fr-FR" smtClean="0"/>
              <a:t>2-  LA CRÉATION RÉVÈLE TA MAJESTÉ</a:t>
            </a:r>
          </a:p>
          <a:p>
            <a:pPr>
              <a:defRPr/>
            </a:pPr>
            <a:r>
              <a:rPr lang="fr-FR" smtClean="0"/>
              <a:t>Creation's revealing Your majesty 
3-  DES COULEURS DE L’AUTOMNE  AUX PARFUMS DU PRINTEMPS</a:t>
            </a:r>
          </a:p>
          <a:p>
            <a:pPr>
              <a:defRPr/>
            </a:pPr>
            <a:r>
              <a:rPr lang="fr-FR" smtClean="0"/>
              <a:t>From the colors of fall to the fragrance of spring 
4-  CHAQUE CRÉATURE UNIQUE TE CHANTE UN NOUVEAU CHANT </a:t>
            </a:r>
          </a:p>
          <a:p>
            <a:pPr>
              <a:defRPr/>
            </a:pPr>
            <a:r>
              <a:rPr lang="fr-FR" smtClean="0"/>
              <a:t>Every creature unique in the song that it sings
5-  TOUTES S’EXCLAMANT</a:t>
            </a:r>
          </a:p>
          <a:p>
            <a:pPr>
              <a:defRPr/>
            </a:pPr>
            <a:r>
              <a:rPr lang="fr-FR" smtClean="0"/>
              <a:t>All exclaiming</a:t>
            </a:r>
          </a:p>
          <a:p>
            <a:pPr>
              <a:defRPr/>
            </a:pPr>
            <a:r>
              <a:rPr lang="fr-FR" smtClean="0"/>
              <a:t> 
	6-  QUI PEUT TE DÉCRIRE OU TE CONTENIR ? </a:t>
            </a:r>
          </a:p>
          <a:p>
            <a:pPr>
              <a:defRPr/>
            </a:pPr>
            <a:r>
              <a:rPr lang="fr-FR" smtClean="0"/>
              <a:t>	Indescribable, uncontainable,
	7-  TU PLACES LES ÉTOILES AU CIEL ET TU CONNAIS LEUR NOM </a:t>
            </a:r>
          </a:p>
          <a:p>
            <a:pPr>
              <a:defRPr/>
            </a:pPr>
            <a:r>
              <a:rPr lang="fr-FR" smtClean="0"/>
              <a:t>	You placed the stars in the sky and You know them by name</a:t>
            </a:r>
          </a:p>
          <a:p>
            <a:pPr>
              <a:defRPr/>
            </a:pPr>
            <a:r>
              <a:rPr lang="fr-FR" smtClean="0"/>
              <a:t>	8-  TU ES UN DIEU SI GRAND</a:t>
            </a:r>
          </a:p>
          <a:p>
            <a:pPr>
              <a:defRPr/>
            </a:pPr>
            <a:r>
              <a:rPr lang="fr-FR" smtClean="0"/>
              <a:t>	You are amazing God 
	9-  DIEU TOUT-PUISSANT, IMPRESSIONNANT</a:t>
            </a:r>
          </a:p>
          <a:p>
            <a:pPr>
              <a:defRPr/>
            </a:pPr>
            <a:r>
              <a:rPr lang="fr-FR" smtClean="0"/>
              <a:t>	All powerful, untamable, 
	10-  NOUS TOMBONS À GENOUX DEVANT TOI EN PROCLAMANT</a:t>
            </a:r>
          </a:p>
          <a:p>
            <a:pPr>
              <a:defRPr/>
            </a:pPr>
            <a:r>
              <a:rPr lang="fr-FR" smtClean="0"/>
              <a:t>	Awestruck we fall to our knees as we humbly proclaim</a:t>
            </a:r>
          </a:p>
          <a:p>
            <a:pPr>
              <a:defRPr/>
            </a:pPr>
            <a:r>
              <a:rPr lang="fr-FR" smtClean="0"/>
              <a:t>	11- TU ES UN DIEU SI GRAND</a:t>
            </a:r>
          </a:p>
          <a:p>
            <a:pPr>
              <a:defRPr/>
            </a:pPr>
            <a:r>
              <a:rPr lang="fr-FR" smtClean="0"/>
              <a:t>	You are amazing God</a:t>
            </a:r>
          </a:p>
          <a:p>
            <a:pPr>
              <a:defRPr/>
            </a:pPr>
            <a:r>
              <a:rPr lang="fr-FR" smtClean="0"/>
              <a:t> 
12-  QUI COMMANDE AUX ÉCLAIRS DU TONNERRE OÙ ALLER ?</a:t>
            </a:r>
          </a:p>
          <a:p>
            <a:pPr>
              <a:defRPr/>
            </a:pPr>
            <a:r>
              <a:rPr lang="fr-FR" smtClean="0"/>
              <a:t>Who has told every lightning bolt where it should go 
13-  QUI ORDONNE À LA NEIGE EN QUEL LIEU SE POSER ? </a:t>
            </a:r>
          </a:p>
          <a:p>
            <a:pPr>
              <a:defRPr/>
            </a:pPr>
            <a:r>
              <a:rPr lang="fr-FR" smtClean="0"/>
              <a:t>Or seen heavenly storehouses laden with snow</a:t>
            </a:r>
          </a:p>
          <a:p>
            <a:pPr>
              <a:defRPr/>
            </a:pPr>
            <a:r>
              <a:rPr lang="fr-FR" smtClean="0"/>
              <a:t>14-  QUI CRÉA LE SOLEIL SA LUMIÈRE INFINIE ? </a:t>
            </a:r>
          </a:p>
          <a:p>
            <a:pPr>
              <a:defRPr/>
            </a:pPr>
            <a:r>
              <a:rPr lang="fr-FR" smtClean="0"/>
              <a:t>Who imagined the sun and gives source to its light</a:t>
            </a:r>
          </a:p>
          <a:p>
            <a:pPr>
              <a:defRPr/>
            </a:pPr>
            <a:r>
              <a:rPr lang="fr-FR" smtClean="0"/>
              <a:t>15-  ET LE CACHE POUR OFFRIR LA FRAÎCHEUR DE LA NUIT</a:t>
            </a:r>
          </a:p>
          <a:p>
            <a:pPr>
              <a:defRPr/>
            </a:pPr>
            <a:r>
              <a:rPr lang="fr-FR" smtClean="0"/>
              <a:t>Yet conceals it to bring us the coolness of night 
16-  QUI TE SONDERA ? </a:t>
            </a:r>
          </a:p>
          <a:p>
            <a:pPr>
              <a:defRPr/>
            </a:pPr>
            <a:r>
              <a:rPr lang="fr-FR" smtClean="0"/>
              <a:t>None can fathom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INEXPLICABLE QUI PEUT TE DÉCRIRE OU TE CONTENIR ?</a:t>
            </a:r>
          </a:p>
          <a:p>
            <a:pPr>
              <a:defRPr/>
            </a:pPr>
            <a:r>
              <a:rPr lang="fr-FR" smtClean="0"/>
              <a:t>18-  TU PLACES LES ÉTOILES AU CIEL INCOMMENSURABLE</a:t>
            </a:r>
          </a:p>
          <a:p>
            <a:pPr>
              <a:defRPr/>
            </a:pPr>
            <a:r>
              <a:rPr lang="fr-FR" smtClean="0"/>
              <a:t>19-  DIEU TOUT-PUISSANT, IMPRESSIONNANT</a:t>
            </a:r>
          </a:p>
          <a:p>
            <a:pPr>
              <a:defRPr/>
            </a:pPr>
            <a:r>
              <a:rPr lang="fr-FR" smtClean="0"/>
              <a:t>20-  FORMIDABLE NOUS TOMBONS À GENOUX DEVANT TOI</a:t>
            </a:r>
          </a:p>
          <a:p>
            <a:pPr>
              <a:defRPr/>
            </a:pPr>
            <a:r>
              <a:rPr lang="fr-FR" smtClean="0"/>
              <a:t>21-  INEXPLICABLE QUI PEUT TE DÉCRIRE OU TE CONTENIR ?</a:t>
            </a:r>
          </a:p>
          <a:p>
            <a:pPr>
              <a:defRPr/>
            </a:pPr>
            <a:r>
              <a:rPr lang="fr-FR" smtClean="0"/>
              <a:t>22-  TU PLACES LES ÉTOILES AU CIEL INCOMMENSURABLE</a:t>
            </a:r>
          </a:p>
          <a:p>
            <a:pPr>
              <a:defRPr/>
            </a:pPr>
            <a:r>
              <a:rPr lang="fr-FR" smtClean="0"/>
              <a:t>23-  DIEU TOUT-PUISSANT, IMPRESSIONNANT</a:t>
            </a:r>
          </a:p>
          <a:p>
            <a:pPr>
              <a:defRPr/>
            </a:pPr>
            <a:r>
              <a:rPr lang="fr-FR" smtClean="0"/>
              <a:t>24-  FORMIDABLE NOUS TOMBONS À GENOUX DEVANT TOI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QUI PEUT TE DÉCRIRE OU TE CONTENIR ?</a:t>
            </a:r>
          </a:p>
          <a:p>
            <a:pPr>
              <a:defRPr/>
            </a:pPr>
            <a:r>
              <a:rPr lang="fr-FR" smtClean="0"/>
              <a:t>26-  TU PLACES LES ÉTOILES AU CIEL ET TU CONNAIS LEUR NOM</a:t>
            </a:r>
          </a:p>
          <a:p>
            <a:pPr>
              <a:defRPr/>
            </a:pPr>
            <a:r>
              <a:rPr lang="fr-FR" smtClean="0"/>
              <a:t>27-  TU ES UN DIEU SI GRAND</a:t>
            </a:r>
          </a:p>
          <a:p>
            <a:pPr>
              <a:defRPr/>
            </a:pPr>
            <a:r>
              <a:rPr lang="fr-FR" smtClean="0"/>
              <a:t>28-  DIEU TOUT-PUISSANT, IMPRESSIONNANT</a:t>
            </a:r>
          </a:p>
          <a:p>
            <a:pPr>
              <a:defRPr/>
            </a:pPr>
            <a:r>
              <a:rPr lang="fr-FR" smtClean="0"/>
              <a:t>29-  NOUS TOMBONS À GENOUX DEVANT TOI EN PROCLAMANT</a:t>
            </a:r>
          </a:p>
          <a:p>
            <a:pPr>
              <a:defRPr/>
            </a:pPr>
            <a:r>
              <a:rPr lang="fr-FR" smtClean="0"/>
              <a:t>30-  TU ES UN DIEU SI GRAND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INEXPLICABLE QUI PEUT TE DÉCRIRE OU TE CONTENIR ?</a:t>
            </a:r>
          </a:p>
          <a:p>
            <a:pPr>
              <a:defRPr/>
            </a:pPr>
            <a:r>
              <a:rPr lang="fr-FR" smtClean="0"/>
              <a:t>32-  TU PLACES LES ÉTOILES AU CIEL</a:t>
            </a:r>
          </a:p>
          <a:p>
            <a:pPr>
              <a:defRPr/>
            </a:pPr>
            <a:r>
              <a:rPr lang="fr-FR" smtClean="0"/>
              <a:t>33-  INCOMMENSURABLE DIEU TOUT-PUISSANT, IMPRESSIONNANT</a:t>
            </a:r>
          </a:p>
          <a:p>
            <a:pPr>
              <a:defRPr/>
            </a:pPr>
            <a:r>
              <a:rPr lang="fr-FR" smtClean="0"/>
              <a:t>34-  FORMIDABLE NOUS TOMBONS À GENOUX DEVANT TOI</a:t>
            </a:r>
          </a:p>
          <a:p>
            <a:pPr>
              <a:defRPr/>
            </a:pPr>
            <a:r>
              <a:rPr lang="fr-FR" smtClean="0"/>
              <a:t>35-  INEXPLICABLE QUI PEUT TE DÉCRIRE OU TE CONTENIR ? </a:t>
            </a:r>
          </a:p>
          <a:p>
            <a:pPr>
              <a:defRPr/>
            </a:pPr>
            <a:r>
              <a:rPr lang="fr-FR" smtClean="0"/>
              <a:t>36-  INCOMMENSURABLE DIEU TOUT-PUISSANT, IMPRESSIONNANT</a:t>
            </a:r>
          </a:p>
          <a:p>
            <a:pPr>
              <a:defRPr/>
            </a:pPr>
            <a:r>
              <a:rPr lang="fr-FR" smtClean="0"/>
              <a:t>37-  TU ES INDESCRIPTIBLE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**************************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FROM THE HIGHEST OF HEIGHTS TO THE DEPTHS OF THE SEA</a:t>
            </a:r>
          </a:p>
          <a:p>
            <a:pPr>
              <a:defRPr/>
            </a:pPr>
            <a:r>
              <a:rPr lang="fr-FR" smtClean="0"/>
              <a:t>39-  CREATION'S REVEALING YOUR MAJESTY</a:t>
            </a:r>
          </a:p>
          <a:p>
            <a:pPr>
              <a:defRPr/>
            </a:pPr>
            <a:r>
              <a:rPr lang="fr-FR" smtClean="0"/>
              <a:t>40-  FROM THE COLORS OF FALL TO THE FRAGRANCE OF SPRING</a:t>
            </a:r>
          </a:p>
          <a:p>
            <a:pPr>
              <a:defRPr/>
            </a:pPr>
            <a:r>
              <a:rPr lang="fr-FR" smtClean="0"/>
              <a:t>41-  EVERY CREATURE UNIQUE IN THE SONG THAT IT SINGS</a:t>
            </a:r>
          </a:p>
          <a:p>
            <a:pPr>
              <a:defRPr/>
            </a:pPr>
            <a:r>
              <a:rPr lang="fr-FR" smtClean="0"/>
              <a:t>42-  ALL EXCLAIMING INDESCRIBABLE, UNCONTAINABLE</a:t>
            </a:r>
          </a:p>
          <a:p>
            <a:pPr>
              <a:defRPr/>
            </a:pPr>
            <a:r>
              <a:rPr lang="fr-FR" smtClean="0"/>
              <a:t>43-  YOU PLACED THE STARS IN THE SKY AND YOU KNOW THEM BY NAME</a:t>
            </a:r>
          </a:p>
          <a:p>
            <a:pPr>
              <a:defRPr/>
            </a:pPr>
            <a:r>
              <a:rPr lang="fr-FR" smtClean="0"/>
              <a:t>44-  YOU ARE AMAZING GOD ALL POWERFUL, UNTAMABLE</a:t>
            </a:r>
          </a:p>
          <a:p>
            <a:pPr>
              <a:defRPr/>
            </a:pPr>
            <a:r>
              <a:rPr lang="fr-FR" smtClean="0"/>
              <a:t>45-  AWESTRUCK WE FALL TO OUR KNEES AS WE HUMBLY PROCLAIM</a:t>
            </a:r>
          </a:p>
          <a:p>
            <a:pPr>
              <a:defRPr/>
            </a:pPr>
            <a:r>
              <a:rPr lang="fr-FR" smtClean="0"/>
              <a:t>46-  YOU ARE AMAZING GOD</a:t>
            </a:r>
          </a:p>
          <a:p>
            <a:pPr>
              <a:defRPr/>
            </a:pPr>
            <a:r>
              <a:rPr lang="fr-FR" smtClean="0"/>
              <a:t>47-  WHO HAS TOLD EVERY LIGHTNING BOLT WHERE IT SHOULD GO</a:t>
            </a:r>
          </a:p>
          <a:p>
            <a:pPr>
              <a:defRPr/>
            </a:pPr>
            <a:r>
              <a:rPr lang="fr-FR" smtClean="0"/>
              <a:t>48-  OR SEEN HEAVENLY STOREHOUSES LADEN WITH SNOW</a:t>
            </a:r>
          </a:p>
          <a:p>
            <a:pPr>
              <a:defRPr/>
            </a:pPr>
            <a:r>
              <a:rPr lang="fr-FR" smtClean="0"/>
              <a:t>49-  WHO IMAGINED THE SUN AND GIVES SOURCE TO ITS LIGHT</a:t>
            </a:r>
          </a:p>
          <a:p>
            <a:pPr>
              <a:defRPr/>
            </a:pPr>
            <a:r>
              <a:rPr lang="fr-FR" smtClean="0"/>
              <a:t>50-  YET CONCEALS IT TO BRING US THE COOLNESS OF NIGHT</a:t>
            </a:r>
          </a:p>
          <a:p>
            <a:pPr>
              <a:defRPr/>
            </a:pPr>
            <a:r>
              <a:rPr lang="fr-FR" smtClean="0"/>
              <a:t>51-  NONE CAN FATHOM  INDESCRIBABLE, UNCONTAINABLE</a:t>
            </a:r>
          </a:p>
          <a:p>
            <a:pPr>
              <a:defRPr/>
            </a:pPr>
            <a:r>
              <a:rPr lang="fr-FR" smtClean="0"/>
              <a:t>52-  YOU PLACED THE STARS IN THE SKY AND YOU KNOW THEM BY NAME</a:t>
            </a:r>
          </a:p>
          <a:p>
            <a:pPr>
              <a:defRPr/>
            </a:pPr>
            <a:r>
              <a:rPr lang="fr-FR" smtClean="0"/>
              <a:t>53-  YOU ARE AMAZING GOD ALL POWERFUL, UNTAMABLE</a:t>
            </a:r>
          </a:p>
          <a:p>
            <a:pPr>
              <a:defRPr/>
            </a:pPr>
            <a:r>
              <a:rPr lang="fr-FR" smtClean="0"/>
              <a:t>54-  AWESTRUCK WE FALL TO OUR KNEES AS WE HUMBLY PROCLAIM</a:t>
            </a:r>
          </a:p>
          <a:p>
            <a:pPr>
              <a:defRPr/>
            </a:pPr>
            <a:r>
              <a:rPr lang="fr-FR" smtClean="0"/>
              <a:t>55-  YOU ARE AMAZING GOD</a:t>
            </a:r>
          </a:p>
          <a:p>
            <a:pPr>
              <a:defRPr/>
            </a:pPr>
            <a:r>
              <a:rPr lang="fr-FR" smtClean="0"/>
              <a:t>56-  CAN'T EXPLAIN INDESCRIBABLE, UNCONTAINABLE</a:t>
            </a:r>
          </a:p>
          <a:p>
            <a:pPr>
              <a:defRPr/>
            </a:pPr>
            <a:r>
              <a:rPr lang="fr-FR" smtClean="0"/>
              <a:t>57-  YOU PLACES THE STARS IN THE SKY</a:t>
            </a:r>
          </a:p>
          <a:p>
            <a:pPr>
              <a:defRPr/>
            </a:pPr>
            <a:r>
              <a:rPr lang="fr-FR" smtClean="0"/>
              <a:t>58-  CAN'T CONTAIN  YOU'RE ALL POWERFUL YOU'RE UNTAMABLE</a:t>
            </a:r>
          </a:p>
          <a:p>
            <a:pPr>
              <a:defRPr/>
            </a:pPr>
            <a:r>
              <a:rPr lang="fr-FR" smtClean="0"/>
              <a:t>59-  CAN'T EXPLAIN INDESCRIBABLE, UNCONTAINABLE</a:t>
            </a:r>
          </a:p>
          <a:p>
            <a:pPr>
              <a:defRPr/>
            </a:pPr>
            <a:r>
              <a:rPr lang="fr-FR" smtClean="0"/>
              <a:t>60-  YOU PLACES THE STARS IN THE SKY</a:t>
            </a:r>
          </a:p>
          <a:p>
            <a:pPr>
              <a:defRPr/>
            </a:pPr>
            <a:r>
              <a:rPr lang="fr-FR" smtClean="0"/>
              <a:t>61-  CAN'T CONTAIN  YOU'RE ALL POWERFUL, YOU'RE UNTAMABLE</a:t>
            </a:r>
          </a:p>
          <a:p>
            <a:pPr>
              <a:defRPr/>
            </a:pPr>
            <a:r>
              <a:rPr lang="fr-FR" smtClean="0"/>
              <a:t>62-  AWESTRUCK WE FALL TO OUR KNEES</a:t>
            </a:r>
          </a:p>
          <a:p>
            <a:pPr>
              <a:defRPr/>
            </a:pPr>
            <a:r>
              <a:rPr lang="fr-FR" smtClean="0"/>
              <a:t>63-  INDESCRIBABLE, UNCONTAINABLE</a:t>
            </a:r>
          </a:p>
          <a:p>
            <a:pPr>
              <a:defRPr/>
            </a:pPr>
            <a:r>
              <a:rPr lang="fr-FR" smtClean="0"/>
              <a:t>64-  YOU PLACED THE STARS IN THE SKY  YOU KNOW THEM BY NAME</a:t>
            </a:r>
          </a:p>
          <a:p>
            <a:pPr>
              <a:defRPr/>
            </a:pPr>
            <a:r>
              <a:rPr lang="fr-FR" smtClean="0"/>
              <a:t>65-  YOU ARE AMAZING GOD</a:t>
            </a:r>
          </a:p>
          <a:p>
            <a:pPr>
              <a:defRPr/>
            </a:pPr>
            <a:r>
              <a:rPr lang="fr-FR" smtClean="0"/>
              <a:t>66-  ALL POWERFUL, UNTAMABLE</a:t>
            </a:r>
          </a:p>
          <a:p>
            <a:pPr>
              <a:defRPr/>
            </a:pPr>
            <a:r>
              <a:rPr lang="fr-FR" smtClean="0"/>
              <a:t>67-  AWESTRUCK WE FALL TO OUR KNEES  AS WE HUMBLY PROCLAIM</a:t>
            </a:r>
          </a:p>
          <a:p>
            <a:pPr>
              <a:defRPr/>
            </a:pPr>
            <a:r>
              <a:rPr lang="fr-FR" smtClean="0"/>
              <a:t>68-  YOU ARE AMAZING GOD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DES PROFONDEURS DES MERS AUX MONTAGNES ÉLEVÉES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highest of heights to the depths of the sea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LA CRÉATION RÉVÈLE TA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Creation's revealing Your majesty 
3-  DES COULEURS DE L’AUTOMNE  AUX PARFUMS DU PRINTEMPS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colors of fall to the fragrance of spring 
4-  CHAQUE CRÉATURE UNIQUE TE CHANTE UN NOUVEAU CHANT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creature unique in the song that it sings
5-  TOUTES S’EXCLAMANT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exclaiming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	6-  QUI PEUT TE DÉCRIRE OU TE CONTENIR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Indescribable, uncontainable,
	7-  TU PLACES LES ÉTOILES AU CIEL ET TU CONNAIS LEUR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amazing God 
	9-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All powerful, untamable, 
	10-  NOUS TOMBONS À GENOUX DEVANT TOI EN PROCLAMANT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12-  QUI COMMANDE AUX ÉCLAIRS DU TONNERRE OÙ ALLER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has told every lightning bolt where it should go 
13-  QUI ORDONNE À LA NEIGE EN QUEL LIEU SE POSER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Or seen heavenly storehouses laden with snow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QUI CRÉA LE SOLEIL SA LUMIÈRE INFINIE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imagined the sun and gives source to its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ET LE CACHE POUR OFFRIR LA FRAÎCHEUR DE LA NUIT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Yet conceals it to bring us the coolness of night 
16-  QUI TE SONDERA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None can fathom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PLACES LES ÉTOILES AU CIEL INCOMMENSURABLE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TU PLACES LES ÉTOILES AU CIEL INCOMMENSURABLE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TU PLACES LES ÉTOILES AU CIEL ET TU CONNAIS LEUR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NOUS TOMBONS À GENOUX DEVANT TOI EN PROCLAMANT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TU PLACES LES ÉTOILES AU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INCOMMENSURABLE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INEXPLICABLE QUI PEUT TE DÉCRIRE OU TE CONTENIR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INCOMMENSURABLE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TU ES INDESCRIPTIBLE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FROM THE HIGHEST OF HEIGHTS TO THE DEPTHS OF THE SEA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CREATION'S REVEALING YOUR MAJESTY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FROM THE COLORS OF FALL TO THE FRAGRANCE OF SPRING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EVERY CREATURE UNIQUE IN THE SONG THAT IT SINGS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ALL EXCLAIMING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YOU ARE AMAZING GOD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WHO HAS TOLD EVERY LIGHTNING BOLT WHERE IT SHOULD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OR SEEN HEAVENLY STOREHOUSES LADEN WITH SNOW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WHO IMAGINED THE SUN AND GIVES SOURCE TO ITS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YET CONCEALS IT TO BRING US THE COOLNESS OF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NONE CAN FATHOM  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YOU ARE AMAZING GOD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CAN'T EXPLAIN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YOU PLACES THE STARS IN THE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CAN'T CONTAIN  YOU'RE ALL POWERFUL YOU'RE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CAN'T EXPLAIN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YOU PLACES THE STARS IN THE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61-  CAN'T CONTAIN  YOU'RE ALL POWERFUL, YOU'RE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62-  AWESTRUCK WE FALL TO OUR KNEES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64-  YOU PLACED THE STARS IN THE SKY 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65-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66- 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67-  AWESTRUCK WE FALL TO OUR KNEES 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68-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b="1" i="1" dirty="0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DES PROFONDEURS DES MERS AUX MONTAGNES ÉLEVÉES</a:t>
            </a:r>
          </a:p>
          <a:p>
            <a:pPr>
              <a:defRPr/>
            </a:pPr>
            <a:r>
              <a:rPr lang="fr-FR" smtClean="0"/>
              <a:t>From the highest of heights to the depths of the sea</a:t>
            </a:r>
          </a:p>
          <a:p>
            <a:pPr>
              <a:defRPr/>
            </a:pPr>
            <a:r>
              <a:rPr lang="fr-FR" smtClean="0"/>
              <a:t>2-  LA CRÉATION RÉVÈLE TA MAJESTÉ</a:t>
            </a:r>
          </a:p>
          <a:p>
            <a:pPr>
              <a:defRPr/>
            </a:pPr>
            <a:r>
              <a:rPr lang="fr-FR" smtClean="0"/>
              <a:t>Creation's revealing Your majesty 
3-  DES COULEURS DE L’AUTOMNE  AUX PARFUMS DU PRINTEMPS</a:t>
            </a:r>
          </a:p>
          <a:p>
            <a:pPr>
              <a:defRPr/>
            </a:pPr>
            <a:r>
              <a:rPr lang="fr-FR" smtClean="0"/>
              <a:t>From the colors of fall to the fragrance of spring 
4-  CHAQUE CRÉATURE UNIQUE TE CHANTE UN NOUVEAU CHANT </a:t>
            </a:r>
          </a:p>
          <a:p>
            <a:pPr>
              <a:defRPr/>
            </a:pPr>
            <a:r>
              <a:rPr lang="fr-FR" smtClean="0"/>
              <a:t>Every creature unique in the song that it sings
5-  TOUTES S’EXCLAMANT</a:t>
            </a:r>
          </a:p>
          <a:p>
            <a:pPr>
              <a:defRPr/>
            </a:pPr>
            <a:r>
              <a:rPr lang="fr-FR" smtClean="0"/>
              <a:t>All exclaiming</a:t>
            </a:r>
          </a:p>
          <a:p>
            <a:pPr>
              <a:defRPr/>
            </a:pPr>
            <a:r>
              <a:rPr lang="fr-FR" smtClean="0"/>
              <a:t> 
	6-  QUI PEUT TE DÉCRIRE OU TE CONTENIR ? </a:t>
            </a:r>
          </a:p>
          <a:p>
            <a:pPr>
              <a:defRPr/>
            </a:pPr>
            <a:r>
              <a:rPr lang="fr-FR" smtClean="0"/>
              <a:t>	Indescribable, uncontainable,
	7-  TU PLACES LES ÉTOILES AU CIEL ET TU CONNAIS LEUR NOM </a:t>
            </a:r>
          </a:p>
          <a:p>
            <a:pPr>
              <a:defRPr/>
            </a:pPr>
            <a:r>
              <a:rPr lang="fr-FR" smtClean="0"/>
              <a:t>	You placed the stars in the sky and You know them by name</a:t>
            </a:r>
          </a:p>
          <a:p>
            <a:pPr>
              <a:defRPr/>
            </a:pPr>
            <a:r>
              <a:rPr lang="fr-FR" smtClean="0"/>
              <a:t>	8-  TU ES UN DIEU SI GRAND</a:t>
            </a:r>
          </a:p>
          <a:p>
            <a:pPr>
              <a:defRPr/>
            </a:pPr>
            <a:r>
              <a:rPr lang="fr-FR" smtClean="0"/>
              <a:t>	You are amazing God 
	9-  DIEU TOUT-PUISSANT, IMPRESSIONNANT</a:t>
            </a:r>
          </a:p>
          <a:p>
            <a:pPr>
              <a:defRPr/>
            </a:pPr>
            <a:r>
              <a:rPr lang="fr-FR" smtClean="0"/>
              <a:t>	All powerful, untamable, 
	10-  NOUS TOMBONS À GENOUX DEVANT TOI EN PROCLAMANT</a:t>
            </a:r>
          </a:p>
          <a:p>
            <a:pPr>
              <a:defRPr/>
            </a:pPr>
            <a:r>
              <a:rPr lang="fr-FR" smtClean="0"/>
              <a:t>	Awestruck we fall to our knees as we humbly proclaim</a:t>
            </a:r>
          </a:p>
          <a:p>
            <a:pPr>
              <a:defRPr/>
            </a:pPr>
            <a:r>
              <a:rPr lang="fr-FR" smtClean="0"/>
              <a:t>	11- TU ES UN DIEU SI GRAND</a:t>
            </a:r>
          </a:p>
          <a:p>
            <a:pPr>
              <a:defRPr/>
            </a:pPr>
            <a:r>
              <a:rPr lang="fr-FR" smtClean="0"/>
              <a:t>	You are amazing God</a:t>
            </a:r>
          </a:p>
          <a:p>
            <a:pPr>
              <a:defRPr/>
            </a:pPr>
            <a:r>
              <a:rPr lang="fr-FR" smtClean="0"/>
              <a:t> 
12-  QUI COMMANDE AUX ÉCLAIRS DU TONNERRE OÙ ALLER ?</a:t>
            </a:r>
          </a:p>
          <a:p>
            <a:pPr>
              <a:defRPr/>
            </a:pPr>
            <a:r>
              <a:rPr lang="fr-FR" smtClean="0"/>
              <a:t>Who has told every lightning bolt where it should go 
13-  QUI ORDONNE À LA NEIGE EN QUEL LIEU SE POSER ? </a:t>
            </a:r>
          </a:p>
          <a:p>
            <a:pPr>
              <a:defRPr/>
            </a:pPr>
            <a:r>
              <a:rPr lang="fr-FR" smtClean="0"/>
              <a:t>Or seen heavenly storehouses laden with snow</a:t>
            </a:r>
          </a:p>
          <a:p>
            <a:pPr>
              <a:defRPr/>
            </a:pPr>
            <a:r>
              <a:rPr lang="fr-FR" smtClean="0"/>
              <a:t>14-  QUI CRÉA LE SOLEIL SA LUMIÈRE INFINIE ? </a:t>
            </a:r>
          </a:p>
          <a:p>
            <a:pPr>
              <a:defRPr/>
            </a:pPr>
            <a:r>
              <a:rPr lang="fr-FR" smtClean="0"/>
              <a:t>Who imagined the sun and gives source to its light</a:t>
            </a:r>
          </a:p>
          <a:p>
            <a:pPr>
              <a:defRPr/>
            </a:pPr>
            <a:r>
              <a:rPr lang="fr-FR" smtClean="0"/>
              <a:t>15-  ET LE CACHE POUR OFFRIR LA FRAÎCHEUR DE LA NUIT</a:t>
            </a:r>
          </a:p>
          <a:p>
            <a:pPr>
              <a:defRPr/>
            </a:pPr>
            <a:r>
              <a:rPr lang="fr-FR" smtClean="0"/>
              <a:t>Yet conceals it to bring us the coolness of night 
16-  QUI TE SONDERA ? </a:t>
            </a:r>
          </a:p>
          <a:p>
            <a:pPr>
              <a:defRPr/>
            </a:pPr>
            <a:r>
              <a:rPr lang="fr-FR" smtClean="0"/>
              <a:t>None can fathom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INEXPLICABLE QUI PEUT TE DÉCRIRE OU TE CONTENIR ?</a:t>
            </a:r>
          </a:p>
          <a:p>
            <a:pPr>
              <a:defRPr/>
            </a:pPr>
            <a:r>
              <a:rPr lang="fr-FR" smtClean="0"/>
              <a:t>18-  TU PLACES LES ÉTOILES AU CIEL INCOMMENSURABLE</a:t>
            </a:r>
          </a:p>
          <a:p>
            <a:pPr>
              <a:defRPr/>
            </a:pPr>
            <a:r>
              <a:rPr lang="fr-FR" smtClean="0"/>
              <a:t>19-  DIEU TOUT-PUISSANT, IMPRESSIONNANT</a:t>
            </a:r>
          </a:p>
          <a:p>
            <a:pPr>
              <a:defRPr/>
            </a:pPr>
            <a:r>
              <a:rPr lang="fr-FR" smtClean="0"/>
              <a:t>20-  FORMIDABLE NOUS TOMBONS À GENOUX DEVANT TOI</a:t>
            </a:r>
          </a:p>
          <a:p>
            <a:pPr>
              <a:defRPr/>
            </a:pPr>
            <a:r>
              <a:rPr lang="fr-FR" smtClean="0"/>
              <a:t>21-  INEXPLICABLE QUI PEUT TE DÉCRIRE OU TE CONTENIR ?</a:t>
            </a:r>
          </a:p>
          <a:p>
            <a:pPr>
              <a:defRPr/>
            </a:pPr>
            <a:r>
              <a:rPr lang="fr-FR" smtClean="0"/>
              <a:t>22-  TU PLACES LES ÉTOILES AU CIEL INCOMMENSURABLE</a:t>
            </a:r>
          </a:p>
          <a:p>
            <a:pPr>
              <a:defRPr/>
            </a:pPr>
            <a:r>
              <a:rPr lang="fr-FR" smtClean="0"/>
              <a:t>23-  DIEU TOUT-PUISSANT, IMPRESSIONNANT</a:t>
            </a:r>
          </a:p>
          <a:p>
            <a:pPr>
              <a:defRPr/>
            </a:pPr>
            <a:r>
              <a:rPr lang="fr-FR" smtClean="0"/>
              <a:t>24-  FORMIDABLE NOUS TOMBONS À GENOUX DEVANT TOI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QUI PEUT TE DÉCRIRE OU TE CONTENIR ?</a:t>
            </a:r>
          </a:p>
          <a:p>
            <a:pPr>
              <a:defRPr/>
            </a:pPr>
            <a:r>
              <a:rPr lang="fr-FR" smtClean="0"/>
              <a:t>26-  TU PLACES LES ÉTOILES AU CIEL ET TU CONNAIS LEUR NOM</a:t>
            </a:r>
          </a:p>
          <a:p>
            <a:pPr>
              <a:defRPr/>
            </a:pPr>
            <a:r>
              <a:rPr lang="fr-FR" smtClean="0"/>
              <a:t>27-  TU ES UN DIEU SI GRAND</a:t>
            </a:r>
          </a:p>
          <a:p>
            <a:pPr>
              <a:defRPr/>
            </a:pPr>
            <a:r>
              <a:rPr lang="fr-FR" smtClean="0"/>
              <a:t>28-  DIEU TOUT-PUISSANT, IMPRESSIONNANT</a:t>
            </a:r>
          </a:p>
          <a:p>
            <a:pPr>
              <a:defRPr/>
            </a:pPr>
            <a:r>
              <a:rPr lang="fr-FR" smtClean="0"/>
              <a:t>29-  NOUS TOMBONS À GENOUX DEVANT TOI EN PROCLAMANT</a:t>
            </a:r>
          </a:p>
          <a:p>
            <a:pPr>
              <a:defRPr/>
            </a:pPr>
            <a:r>
              <a:rPr lang="fr-FR" smtClean="0"/>
              <a:t>30-  TU ES UN DIEU SI GRAND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INEXPLICABLE QUI PEUT TE DÉCRIRE OU TE CONTENIR ?</a:t>
            </a:r>
          </a:p>
          <a:p>
            <a:pPr>
              <a:defRPr/>
            </a:pPr>
            <a:r>
              <a:rPr lang="fr-FR" smtClean="0"/>
              <a:t>32-  TU PLACES LES ÉTOILES AU CIEL</a:t>
            </a:r>
          </a:p>
          <a:p>
            <a:pPr>
              <a:defRPr/>
            </a:pPr>
            <a:r>
              <a:rPr lang="fr-FR" smtClean="0"/>
              <a:t>33-  INCOMMENSURABLE DIEU TOUT-PUISSANT, IMPRESSIONNANT</a:t>
            </a:r>
          </a:p>
          <a:p>
            <a:pPr>
              <a:defRPr/>
            </a:pPr>
            <a:r>
              <a:rPr lang="fr-FR" smtClean="0"/>
              <a:t>34-  FORMIDABLE NOUS TOMBONS À GENOUX DEVANT TOI</a:t>
            </a:r>
          </a:p>
          <a:p>
            <a:pPr>
              <a:defRPr/>
            </a:pPr>
            <a:r>
              <a:rPr lang="fr-FR" smtClean="0"/>
              <a:t>35-  INEXPLICABLE QUI PEUT TE DÉCRIRE OU TE CONTENIR ? </a:t>
            </a:r>
          </a:p>
          <a:p>
            <a:pPr>
              <a:defRPr/>
            </a:pPr>
            <a:r>
              <a:rPr lang="fr-FR" smtClean="0"/>
              <a:t>36-  INCOMMENSURABLE DIEU TOUT-PUISSANT, IMPRESSIONNANT</a:t>
            </a:r>
          </a:p>
          <a:p>
            <a:pPr>
              <a:defRPr/>
            </a:pPr>
            <a:r>
              <a:rPr lang="fr-FR" smtClean="0"/>
              <a:t>37-  TU ES INDESCRIPTIBLE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**************************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FROM THE HIGHEST OF HEIGHTS TO THE DEPTHS OF THE SEA</a:t>
            </a:r>
          </a:p>
          <a:p>
            <a:pPr>
              <a:defRPr/>
            </a:pPr>
            <a:r>
              <a:rPr lang="fr-FR" smtClean="0"/>
              <a:t>39-  CREATION'S REVEALING YOUR MAJESTY</a:t>
            </a:r>
          </a:p>
          <a:p>
            <a:pPr>
              <a:defRPr/>
            </a:pPr>
            <a:r>
              <a:rPr lang="fr-FR" smtClean="0"/>
              <a:t>40-  FROM THE COLORS OF FALL TO THE FRAGRANCE OF SPRING</a:t>
            </a:r>
          </a:p>
          <a:p>
            <a:pPr>
              <a:defRPr/>
            </a:pPr>
            <a:r>
              <a:rPr lang="fr-FR" smtClean="0"/>
              <a:t>41-  EVERY CREATURE UNIQUE IN THE SONG THAT IT SINGS</a:t>
            </a:r>
          </a:p>
          <a:p>
            <a:pPr>
              <a:defRPr/>
            </a:pPr>
            <a:r>
              <a:rPr lang="fr-FR" smtClean="0"/>
              <a:t>42-  ALL EXCLAIMING INDESCRIBABLE, UNCONTAINABLE</a:t>
            </a:r>
          </a:p>
          <a:p>
            <a:pPr>
              <a:defRPr/>
            </a:pPr>
            <a:r>
              <a:rPr lang="fr-FR" smtClean="0"/>
              <a:t>43-  YOU PLACED THE STARS IN THE SKY AND YOU KNOW THEM BY NAME</a:t>
            </a:r>
          </a:p>
          <a:p>
            <a:pPr>
              <a:defRPr/>
            </a:pPr>
            <a:r>
              <a:rPr lang="fr-FR" smtClean="0"/>
              <a:t>44-  YOU ARE AMAZING GOD ALL POWERFUL, UNTAMABLE</a:t>
            </a:r>
          </a:p>
          <a:p>
            <a:pPr>
              <a:defRPr/>
            </a:pPr>
            <a:r>
              <a:rPr lang="fr-FR" smtClean="0"/>
              <a:t>45-  AWESTRUCK WE FALL TO OUR KNEES AS WE HUMBLY PROCLAIM</a:t>
            </a:r>
          </a:p>
          <a:p>
            <a:pPr>
              <a:defRPr/>
            </a:pPr>
            <a:r>
              <a:rPr lang="fr-FR" smtClean="0"/>
              <a:t>46-  YOU ARE AMAZING GOD</a:t>
            </a:r>
          </a:p>
          <a:p>
            <a:pPr>
              <a:defRPr/>
            </a:pPr>
            <a:r>
              <a:rPr lang="fr-FR" smtClean="0"/>
              <a:t>47-  WHO HAS TOLD EVERY LIGHTNING BOLT WHERE IT SHOULD GO</a:t>
            </a:r>
          </a:p>
          <a:p>
            <a:pPr>
              <a:defRPr/>
            </a:pPr>
            <a:r>
              <a:rPr lang="fr-FR" smtClean="0"/>
              <a:t>48-  OR SEEN HEAVENLY STOREHOUSES LADEN WITH SNOW</a:t>
            </a:r>
          </a:p>
          <a:p>
            <a:pPr>
              <a:defRPr/>
            </a:pPr>
            <a:r>
              <a:rPr lang="fr-FR" smtClean="0"/>
              <a:t>49-  WHO IMAGINED THE SUN AND GIVES SOURCE TO ITS LIGHT</a:t>
            </a:r>
          </a:p>
          <a:p>
            <a:pPr>
              <a:defRPr/>
            </a:pPr>
            <a:r>
              <a:rPr lang="fr-FR" smtClean="0"/>
              <a:t>50-  YET CONCEALS IT TO BRING US THE COOLNESS OF NIGHT</a:t>
            </a:r>
          </a:p>
          <a:p>
            <a:pPr>
              <a:defRPr/>
            </a:pPr>
            <a:r>
              <a:rPr lang="fr-FR" smtClean="0"/>
              <a:t>51-  NONE CAN FATHOM  INDESCRIBABLE, UNCONTAINABLE</a:t>
            </a:r>
          </a:p>
          <a:p>
            <a:pPr>
              <a:defRPr/>
            </a:pPr>
            <a:r>
              <a:rPr lang="fr-FR" smtClean="0"/>
              <a:t>52-  YOU PLACED THE STARS IN THE SKY AND YOU KNOW THEM BY NAME</a:t>
            </a:r>
          </a:p>
          <a:p>
            <a:pPr>
              <a:defRPr/>
            </a:pPr>
            <a:r>
              <a:rPr lang="fr-FR" smtClean="0"/>
              <a:t>53-  YOU ARE AMAZING GOD ALL POWERFUL, UNTAMABLE</a:t>
            </a:r>
          </a:p>
          <a:p>
            <a:pPr>
              <a:defRPr/>
            </a:pPr>
            <a:r>
              <a:rPr lang="fr-FR" smtClean="0"/>
              <a:t>54-  AWESTRUCK WE FALL TO OUR KNEES AS WE HUMBLY PROCLAIM</a:t>
            </a:r>
          </a:p>
          <a:p>
            <a:pPr>
              <a:defRPr/>
            </a:pPr>
            <a:r>
              <a:rPr lang="fr-FR" smtClean="0"/>
              <a:t>55-  YOU ARE AMAZING GOD</a:t>
            </a:r>
          </a:p>
          <a:p>
            <a:pPr>
              <a:defRPr/>
            </a:pPr>
            <a:r>
              <a:rPr lang="fr-FR" smtClean="0"/>
              <a:t>56-  CAN'T EXPLAIN INDESCRIBABLE, UNCONTAINABLE</a:t>
            </a:r>
          </a:p>
          <a:p>
            <a:pPr>
              <a:defRPr/>
            </a:pPr>
            <a:r>
              <a:rPr lang="fr-FR" smtClean="0"/>
              <a:t>57-  YOU PLACES THE STARS IN THE SKY</a:t>
            </a:r>
          </a:p>
          <a:p>
            <a:pPr>
              <a:defRPr/>
            </a:pPr>
            <a:r>
              <a:rPr lang="fr-FR" smtClean="0"/>
              <a:t>58-  CAN'T CONTAIN  YOU'RE ALL POWERFUL YOU'RE UNTAMABLE</a:t>
            </a:r>
          </a:p>
          <a:p>
            <a:pPr>
              <a:defRPr/>
            </a:pPr>
            <a:r>
              <a:rPr lang="fr-FR" smtClean="0"/>
              <a:t>59-  CAN'T EXPLAIN INDESCRIBABLE, UNCONTAINABLE</a:t>
            </a:r>
          </a:p>
          <a:p>
            <a:pPr>
              <a:defRPr/>
            </a:pPr>
            <a:r>
              <a:rPr lang="fr-FR" smtClean="0"/>
              <a:t>60-  YOU PLACES THE STARS IN THE SKY</a:t>
            </a:r>
          </a:p>
          <a:p>
            <a:pPr>
              <a:defRPr/>
            </a:pPr>
            <a:r>
              <a:rPr lang="fr-FR" smtClean="0"/>
              <a:t>61-  CAN'T CONTAIN  YOU'RE ALL POWERFUL, YOU'RE UNTAMABLE</a:t>
            </a:r>
          </a:p>
          <a:p>
            <a:pPr>
              <a:defRPr/>
            </a:pPr>
            <a:r>
              <a:rPr lang="fr-FR" smtClean="0"/>
              <a:t>62-  AWESTRUCK WE FALL TO OUR KNEES</a:t>
            </a:r>
          </a:p>
          <a:p>
            <a:pPr>
              <a:defRPr/>
            </a:pPr>
            <a:r>
              <a:rPr lang="fr-FR" smtClean="0"/>
              <a:t>63-  INDESCRIBABLE, UNCONTAINABLE</a:t>
            </a:r>
          </a:p>
          <a:p>
            <a:pPr>
              <a:defRPr/>
            </a:pPr>
            <a:r>
              <a:rPr lang="fr-FR" smtClean="0"/>
              <a:t>64-  YOU PLACED THE STARS IN THE SKY  YOU KNOW THEM BY NAME</a:t>
            </a:r>
          </a:p>
          <a:p>
            <a:pPr>
              <a:defRPr/>
            </a:pPr>
            <a:r>
              <a:rPr lang="fr-FR" smtClean="0"/>
              <a:t>65-  YOU ARE AMAZING GOD</a:t>
            </a:r>
          </a:p>
          <a:p>
            <a:pPr>
              <a:defRPr/>
            </a:pPr>
            <a:r>
              <a:rPr lang="fr-FR" smtClean="0"/>
              <a:t>66-  ALL POWERFUL, UNTAMABLE</a:t>
            </a:r>
          </a:p>
          <a:p>
            <a:pPr>
              <a:defRPr/>
            </a:pPr>
            <a:r>
              <a:rPr lang="fr-FR" smtClean="0"/>
              <a:t>67-  AWESTRUCK WE FALL TO OUR KNEES  AS WE HUMBLY PROCLAIM</a:t>
            </a:r>
          </a:p>
          <a:p>
            <a:pPr>
              <a:defRPr/>
            </a:pPr>
            <a:r>
              <a:rPr lang="fr-FR" smtClean="0"/>
              <a:t>68-  YOU ARE AMAZING GOD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DES PROFONDEURS DES MERS AUX MONTAGNES ÉLEVÉES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highest of heights to the depths of the sea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LA CRÉATION RÉVÈLE TA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Creation's revealing Your majesty 
3-  DES COULEURS DE L’AUTOMNE  AUX PARFUMS DU PRINTEMPS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colors of fall to the fragrance of spring 
4-  CHAQUE CRÉATURE UNIQUE TE CHANTE UN NOUVEAU CHANT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creature unique in the song that it sings
5-  TOUTES S’EXCLAMANT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exclaiming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	6-  QUI PEUT TE DÉCRIRE OU TE CONTENIR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Indescribable, uncontainable,
	7-  TU PLACES LES ÉTOILES AU CIEL ET TU CONNAIS LEUR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amazing God 
	9-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All powerful, untamable, 
	10-  NOUS TOMBONS À GENOUX DEVANT TOI EN PROCLAMANT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12-  QUI COMMANDE AUX ÉCLAIRS DU TONNERRE OÙ ALLER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has told every lightning bolt where it should go 
13-  QUI ORDONNE À LA NEIGE EN QUEL LIEU SE POSER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Or seen heavenly storehouses laden with snow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QUI CRÉA LE SOLEIL SA LUMIÈRE INFINIE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imagined the sun and gives source to its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ET LE CACHE POUR OFFRIR LA FRAÎCHEUR DE LA NUIT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Yet conceals it to bring us the coolness of night 
16-  QUI TE SONDERA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None can fathom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PLACES LES ÉTOILES AU CIEL INCOMMENSURABLE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TU PLACES LES ÉTOILES AU CIEL INCOMMENSURABLE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TU PLACES LES ÉTOILES AU CIEL ET TU CONNAIS LEUR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NOUS TOMBONS À GENOUX DEVANT TOI EN PROCLAMANT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TU PLACES LES ÉTOILES AU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INCOMMENSURABLE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INEXPLICABLE QUI PEUT TE DÉCRIRE OU TE CONTENIR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INCOMMENSURABLE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TU ES INDESCRIPTIBLE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FROM THE HIGHEST OF HEIGHTS TO THE DEPTHS OF THE SEA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CREATION'S REVEALING YOUR MAJESTY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FROM THE COLORS OF FALL TO THE FRAGRANCE OF SPRING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EVERY CREATURE UNIQUE IN THE SONG THAT IT SINGS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ALL EXCLAIMING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YOU ARE AMAZING GOD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WHO HAS TOLD EVERY LIGHTNING BOLT WHERE IT SHOULD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OR SEEN HEAVENLY STOREHOUSES LADEN WITH SNOW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WHO IMAGINED THE SUN AND GIVES SOURCE TO ITS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YET CONCEALS IT TO BRING US THE COOLNESS OF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NONE CAN FATHOM  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YOU ARE AMAZING GOD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CAN'T EXPLAIN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YOU PLACES THE STARS IN THE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CAN'T CONTAIN  YOU'RE ALL POWERFUL YOU'RE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CAN'T EXPLAIN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YOU PLACES THE STARS IN THE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61-  CAN'T CONTAIN  YOU'RE ALL POWERFUL, YOU'RE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62-  AWESTRUCK WE FALL TO OUR KNEES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64-  YOU PLACED THE STARS IN THE SKY 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65-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66- 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67-  AWESTRUCK WE FALL TO OUR KNEES 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68-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b="1" i="1" dirty="0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DES PROFONDEURS DES MERS AUX MONTAGNES ÉLEVÉES</a:t>
            </a:r>
          </a:p>
          <a:p>
            <a:pPr>
              <a:defRPr/>
            </a:pPr>
            <a:r>
              <a:rPr lang="fr-FR" smtClean="0"/>
              <a:t>From the highest of heights to the depths of the sea</a:t>
            </a:r>
          </a:p>
          <a:p>
            <a:pPr>
              <a:defRPr/>
            </a:pPr>
            <a:r>
              <a:rPr lang="fr-FR" smtClean="0"/>
              <a:t>2-  LA CRÉATION RÉVÈLE TA MAJESTÉ</a:t>
            </a:r>
          </a:p>
          <a:p>
            <a:pPr>
              <a:defRPr/>
            </a:pPr>
            <a:r>
              <a:rPr lang="fr-FR" smtClean="0"/>
              <a:t>Creation's revealing Your majesty 
3-  DES COULEURS DE L’AUTOMNE  AUX PARFUMS DU PRINTEMPS</a:t>
            </a:r>
          </a:p>
          <a:p>
            <a:pPr>
              <a:defRPr/>
            </a:pPr>
            <a:r>
              <a:rPr lang="fr-FR" smtClean="0"/>
              <a:t>From the colors of fall to the fragrance of spring 
4-  CHAQUE CRÉATURE UNIQUE TE CHANTE UN NOUVEAU CHANT </a:t>
            </a:r>
          </a:p>
          <a:p>
            <a:pPr>
              <a:defRPr/>
            </a:pPr>
            <a:r>
              <a:rPr lang="fr-FR" smtClean="0"/>
              <a:t>Every creature unique in the song that it sings
5-  TOUTES S’EXCLAMANT</a:t>
            </a:r>
          </a:p>
          <a:p>
            <a:pPr>
              <a:defRPr/>
            </a:pPr>
            <a:r>
              <a:rPr lang="fr-FR" smtClean="0"/>
              <a:t>All exclaiming</a:t>
            </a:r>
          </a:p>
          <a:p>
            <a:pPr>
              <a:defRPr/>
            </a:pPr>
            <a:r>
              <a:rPr lang="fr-FR" smtClean="0"/>
              <a:t> 
	6-  QUI PEUT TE DÉCRIRE OU TE CONTENIR ? </a:t>
            </a:r>
          </a:p>
          <a:p>
            <a:pPr>
              <a:defRPr/>
            </a:pPr>
            <a:r>
              <a:rPr lang="fr-FR" smtClean="0"/>
              <a:t>	Indescribable, uncontainable,
	7-  TU PLACES LES ÉTOILES AU CIEL ET TU CONNAIS LEUR NOM </a:t>
            </a:r>
          </a:p>
          <a:p>
            <a:pPr>
              <a:defRPr/>
            </a:pPr>
            <a:r>
              <a:rPr lang="fr-FR" smtClean="0"/>
              <a:t>	You placed the stars in the sky and You know them by name</a:t>
            </a:r>
          </a:p>
          <a:p>
            <a:pPr>
              <a:defRPr/>
            </a:pPr>
            <a:r>
              <a:rPr lang="fr-FR" smtClean="0"/>
              <a:t>	8-  TU ES UN DIEU SI GRAND</a:t>
            </a:r>
          </a:p>
          <a:p>
            <a:pPr>
              <a:defRPr/>
            </a:pPr>
            <a:r>
              <a:rPr lang="fr-FR" smtClean="0"/>
              <a:t>	You are amazing God 
	9-  DIEU TOUT-PUISSANT, IMPRESSIONNANT</a:t>
            </a:r>
          </a:p>
          <a:p>
            <a:pPr>
              <a:defRPr/>
            </a:pPr>
            <a:r>
              <a:rPr lang="fr-FR" smtClean="0"/>
              <a:t>	All powerful, untamable, 
	10-  NOUS TOMBONS À GENOUX DEVANT TOI EN PROCLAMANT</a:t>
            </a:r>
          </a:p>
          <a:p>
            <a:pPr>
              <a:defRPr/>
            </a:pPr>
            <a:r>
              <a:rPr lang="fr-FR" smtClean="0"/>
              <a:t>	Awestruck we fall to our knees as we humbly proclaim</a:t>
            </a:r>
          </a:p>
          <a:p>
            <a:pPr>
              <a:defRPr/>
            </a:pPr>
            <a:r>
              <a:rPr lang="fr-FR" smtClean="0"/>
              <a:t>	11- TU ES UN DIEU SI GRAND</a:t>
            </a:r>
          </a:p>
          <a:p>
            <a:pPr>
              <a:defRPr/>
            </a:pPr>
            <a:r>
              <a:rPr lang="fr-FR" smtClean="0"/>
              <a:t>	You are amazing God</a:t>
            </a:r>
          </a:p>
          <a:p>
            <a:pPr>
              <a:defRPr/>
            </a:pPr>
            <a:r>
              <a:rPr lang="fr-FR" smtClean="0"/>
              <a:t> 
12-  QUI COMMANDE AUX ÉCLAIRS DU TONNERRE OÙ ALLER ?</a:t>
            </a:r>
          </a:p>
          <a:p>
            <a:pPr>
              <a:defRPr/>
            </a:pPr>
            <a:r>
              <a:rPr lang="fr-FR" smtClean="0"/>
              <a:t>Who has told every lightning bolt where it should go 
13-  QUI ORDONNE À LA NEIGE EN QUEL LIEU SE POSER ? </a:t>
            </a:r>
          </a:p>
          <a:p>
            <a:pPr>
              <a:defRPr/>
            </a:pPr>
            <a:r>
              <a:rPr lang="fr-FR" smtClean="0"/>
              <a:t>Or seen heavenly storehouses laden with snow</a:t>
            </a:r>
          </a:p>
          <a:p>
            <a:pPr>
              <a:defRPr/>
            </a:pPr>
            <a:r>
              <a:rPr lang="fr-FR" smtClean="0"/>
              <a:t>14-  QUI CRÉA LE SOLEIL SA LUMIÈRE INFINIE ? </a:t>
            </a:r>
          </a:p>
          <a:p>
            <a:pPr>
              <a:defRPr/>
            </a:pPr>
            <a:r>
              <a:rPr lang="fr-FR" smtClean="0"/>
              <a:t>Who imagined the sun and gives source to its light</a:t>
            </a:r>
          </a:p>
          <a:p>
            <a:pPr>
              <a:defRPr/>
            </a:pPr>
            <a:r>
              <a:rPr lang="fr-FR" smtClean="0"/>
              <a:t>15-  ET LE CACHE POUR OFFRIR LA FRAÎCHEUR DE LA NUIT</a:t>
            </a:r>
          </a:p>
          <a:p>
            <a:pPr>
              <a:defRPr/>
            </a:pPr>
            <a:r>
              <a:rPr lang="fr-FR" smtClean="0"/>
              <a:t>Yet conceals it to bring us the coolness of night 
16-  QUI TE SONDERA ? </a:t>
            </a:r>
          </a:p>
          <a:p>
            <a:pPr>
              <a:defRPr/>
            </a:pPr>
            <a:r>
              <a:rPr lang="fr-FR" smtClean="0"/>
              <a:t>None can fathom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INEXPLICABLE QUI PEUT TE DÉCRIRE OU TE CONTENIR ?</a:t>
            </a:r>
          </a:p>
          <a:p>
            <a:pPr>
              <a:defRPr/>
            </a:pPr>
            <a:r>
              <a:rPr lang="fr-FR" smtClean="0"/>
              <a:t>18-  TU PLACES LES ÉTOILES AU CIEL INCOMMENSURABLE</a:t>
            </a:r>
          </a:p>
          <a:p>
            <a:pPr>
              <a:defRPr/>
            </a:pPr>
            <a:r>
              <a:rPr lang="fr-FR" smtClean="0"/>
              <a:t>19-  DIEU TOUT-PUISSANT, IMPRESSIONNANT</a:t>
            </a:r>
          </a:p>
          <a:p>
            <a:pPr>
              <a:defRPr/>
            </a:pPr>
            <a:r>
              <a:rPr lang="fr-FR" smtClean="0"/>
              <a:t>20-  FORMIDABLE NOUS TOMBONS À GENOUX DEVANT TOI</a:t>
            </a:r>
          </a:p>
          <a:p>
            <a:pPr>
              <a:defRPr/>
            </a:pPr>
            <a:r>
              <a:rPr lang="fr-FR" smtClean="0"/>
              <a:t>21-  INEXPLICABLE QUI PEUT TE DÉCRIRE OU TE CONTENIR ?</a:t>
            </a:r>
          </a:p>
          <a:p>
            <a:pPr>
              <a:defRPr/>
            </a:pPr>
            <a:r>
              <a:rPr lang="fr-FR" smtClean="0"/>
              <a:t>22-  TU PLACES LES ÉTOILES AU CIEL INCOMMENSURABLE</a:t>
            </a:r>
          </a:p>
          <a:p>
            <a:pPr>
              <a:defRPr/>
            </a:pPr>
            <a:r>
              <a:rPr lang="fr-FR" smtClean="0"/>
              <a:t>23-  DIEU TOUT-PUISSANT, IMPRESSIONNANT</a:t>
            </a:r>
          </a:p>
          <a:p>
            <a:pPr>
              <a:defRPr/>
            </a:pPr>
            <a:r>
              <a:rPr lang="fr-FR" smtClean="0"/>
              <a:t>24-  FORMIDABLE NOUS TOMBONS À GENOUX DEVANT TOI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QUI PEUT TE DÉCRIRE OU TE CONTENIR ?</a:t>
            </a:r>
          </a:p>
          <a:p>
            <a:pPr>
              <a:defRPr/>
            </a:pPr>
            <a:r>
              <a:rPr lang="fr-FR" smtClean="0"/>
              <a:t>26-  TU PLACES LES ÉTOILES AU CIEL ET TU CONNAIS LEUR NOM</a:t>
            </a:r>
          </a:p>
          <a:p>
            <a:pPr>
              <a:defRPr/>
            </a:pPr>
            <a:r>
              <a:rPr lang="fr-FR" smtClean="0"/>
              <a:t>27-  TU ES UN DIEU SI GRAND</a:t>
            </a:r>
          </a:p>
          <a:p>
            <a:pPr>
              <a:defRPr/>
            </a:pPr>
            <a:r>
              <a:rPr lang="fr-FR" smtClean="0"/>
              <a:t>28-  DIEU TOUT-PUISSANT, IMPRESSIONNANT</a:t>
            </a:r>
          </a:p>
          <a:p>
            <a:pPr>
              <a:defRPr/>
            </a:pPr>
            <a:r>
              <a:rPr lang="fr-FR" smtClean="0"/>
              <a:t>29-  NOUS TOMBONS À GENOUX DEVANT TOI EN PROCLAMANT</a:t>
            </a:r>
          </a:p>
          <a:p>
            <a:pPr>
              <a:defRPr/>
            </a:pPr>
            <a:r>
              <a:rPr lang="fr-FR" smtClean="0"/>
              <a:t>30-  TU ES UN DIEU SI GRAND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INEXPLICABLE QUI PEUT TE DÉCRIRE OU TE CONTENIR ?</a:t>
            </a:r>
          </a:p>
          <a:p>
            <a:pPr>
              <a:defRPr/>
            </a:pPr>
            <a:r>
              <a:rPr lang="fr-FR" smtClean="0"/>
              <a:t>32-  TU PLACES LES ÉTOILES AU CIEL</a:t>
            </a:r>
          </a:p>
          <a:p>
            <a:pPr>
              <a:defRPr/>
            </a:pPr>
            <a:r>
              <a:rPr lang="fr-FR" smtClean="0"/>
              <a:t>33-  INCOMMENSURABLE DIEU TOUT-PUISSANT, IMPRESSIONNANT</a:t>
            </a:r>
          </a:p>
          <a:p>
            <a:pPr>
              <a:defRPr/>
            </a:pPr>
            <a:r>
              <a:rPr lang="fr-FR" smtClean="0"/>
              <a:t>34-  FORMIDABLE NOUS TOMBONS À GENOUX DEVANT TOI</a:t>
            </a:r>
          </a:p>
          <a:p>
            <a:pPr>
              <a:defRPr/>
            </a:pPr>
            <a:r>
              <a:rPr lang="fr-FR" smtClean="0"/>
              <a:t>35-  INEXPLICABLE QUI PEUT TE DÉCRIRE OU TE CONTENIR ? </a:t>
            </a:r>
          </a:p>
          <a:p>
            <a:pPr>
              <a:defRPr/>
            </a:pPr>
            <a:r>
              <a:rPr lang="fr-FR" smtClean="0"/>
              <a:t>36-  INCOMMENSURABLE DIEU TOUT-PUISSANT, IMPRESSIONNANT</a:t>
            </a:r>
          </a:p>
          <a:p>
            <a:pPr>
              <a:defRPr/>
            </a:pPr>
            <a:r>
              <a:rPr lang="fr-FR" smtClean="0"/>
              <a:t>37-  TU ES INDESCRIPTIBLE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**************************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FROM THE HIGHEST OF HEIGHTS TO THE DEPTHS OF THE SEA</a:t>
            </a:r>
          </a:p>
          <a:p>
            <a:pPr>
              <a:defRPr/>
            </a:pPr>
            <a:r>
              <a:rPr lang="fr-FR" smtClean="0"/>
              <a:t>39-  CREATION'S REVEALING YOUR MAJESTY</a:t>
            </a:r>
          </a:p>
          <a:p>
            <a:pPr>
              <a:defRPr/>
            </a:pPr>
            <a:r>
              <a:rPr lang="fr-FR" smtClean="0"/>
              <a:t>40-  FROM THE COLORS OF FALL TO THE FRAGRANCE OF SPRING</a:t>
            </a:r>
          </a:p>
          <a:p>
            <a:pPr>
              <a:defRPr/>
            </a:pPr>
            <a:r>
              <a:rPr lang="fr-FR" smtClean="0"/>
              <a:t>41-  EVERY CREATURE UNIQUE IN THE SONG THAT IT SINGS</a:t>
            </a:r>
          </a:p>
          <a:p>
            <a:pPr>
              <a:defRPr/>
            </a:pPr>
            <a:r>
              <a:rPr lang="fr-FR" smtClean="0"/>
              <a:t>42-  ALL EXCLAIMING INDESCRIBABLE, UNCONTAINABLE</a:t>
            </a:r>
          </a:p>
          <a:p>
            <a:pPr>
              <a:defRPr/>
            </a:pPr>
            <a:r>
              <a:rPr lang="fr-FR" smtClean="0"/>
              <a:t>43-  YOU PLACED THE STARS IN THE SKY AND YOU KNOW THEM BY NAME</a:t>
            </a:r>
          </a:p>
          <a:p>
            <a:pPr>
              <a:defRPr/>
            </a:pPr>
            <a:r>
              <a:rPr lang="fr-FR" smtClean="0"/>
              <a:t>44-  YOU ARE AMAZING GOD ALL POWERFUL, UNTAMABLE</a:t>
            </a:r>
          </a:p>
          <a:p>
            <a:pPr>
              <a:defRPr/>
            </a:pPr>
            <a:r>
              <a:rPr lang="fr-FR" smtClean="0"/>
              <a:t>45-  AWESTRUCK WE FALL TO OUR KNEES AS WE HUMBLY PROCLAIM</a:t>
            </a:r>
          </a:p>
          <a:p>
            <a:pPr>
              <a:defRPr/>
            </a:pPr>
            <a:r>
              <a:rPr lang="fr-FR" smtClean="0"/>
              <a:t>46-  YOU ARE AMAZING GOD</a:t>
            </a:r>
          </a:p>
          <a:p>
            <a:pPr>
              <a:defRPr/>
            </a:pPr>
            <a:r>
              <a:rPr lang="fr-FR" smtClean="0"/>
              <a:t>47-  WHO HAS TOLD EVERY LIGHTNING BOLT WHERE IT SHOULD GO</a:t>
            </a:r>
          </a:p>
          <a:p>
            <a:pPr>
              <a:defRPr/>
            </a:pPr>
            <a:r>
              <a:rPr lang="fr-FR" smtClean="0"/>
              <a:t>48-  OR SEEN HEAVENLY STOREHOUSES LADEN WITH SNOW</a:t>
            </a:r>
          </a:p>
          <a:p>
            <a:pPr>
              <a:defRPr/>
            </a:pPr>
            <a:r>
              <a:rPr lang="fr-FR" smtClean="0"/>
              <a:t>49-  WHO IMAGINED THE SUN AND GIVES SOURCE TO ITS LIGHT</a:t>
            </a:r>
          </a:p>
          <a:p>
            <a:pPr>
              <a:defRPr/>
            </a:pPr>
            <a:r>
              <a:rPr lang="fr-FR" smtClean="0"/>
              <a:t>50-  YET CONCEALS IT TO BRING US THE COOLNESS OF NIGHT</a:t>
            </a:r>
          </a:p>
          <a:p>
            <a:pPr>
              <a:defRPr/>
            </a:pPr>
            <a:r>
              <a:rPr lang="fr-FR" smtClean="0"/>
              <a:t>51-  NONE CAN FATHOM  INDESCRIBABLE, UNCONTAINABLE</a:t>
            </a:r>
          </a:p>
          <a:p>
            <a:pPr>
              <a:defRPr/>
            </a:pPr>
            <a:r>
              <a:rPr lang="fr-FR" smtClean="0"/>
              <a:t>52-  YOU PLACED THE STARS IN THE SKY AND YOU KNOW THEM BY NAME</a:t>
            </a:r>
          </a:p>
          <a:p>
            <a:pPr>
              <a:defRPr/>
            </a:pPr>
            <a:r>
              <a:rPr lang="fr-FR" smtClean="0"/>
              <a:t>53-  YOU ARE AMAZING GOD ALL POWERFUL, UNTAMABLE</a:t>
            </a:r>
          </a:p>
          <a:p>
            <a:pPr>
              <a:defRPr/>
            </a:pPr>
            <a:r>
              <a:rPr lang="fr-FR" smtClean="0"/>
              <a:t>54-  AWESTRUCK WE FALL TO OUR KNEES AS WE HUMBLY PROCLAIM</a:t>
            </a:r>
          </a:p>
          <a:p>
            <a:pPr>
              <a:defRPr/>
            </a:pPr>
            <a:r>
              <a:rPr lang="fr-FR" smtClean="0"/>
              <a:t>55-  YOU ARE AMAZING GOD</a:t>
            </a:r>
          </a:p>
          <a:p>
            <a:pPr>
              <a:defRPr/>
            </a:pPr>
            <a:r>
              <a:rPr lang="fr-FR" smtClean="0"/>
              <a:t>56-  CAN'T EXPLAIN INDESCRIBABLE, UNCONTAINABLE</a:t>
            </a:r>
          </a:p>
          <a:p>
            <a:pPr>
              <a:defRPr/>
            </a:pPr>
            <a:r>
              <a:rPr lang="fr-FR" smtClean="0"/>
              <a:t>57-  YOU PLACES THE STARS IN THE SKY</a:t>
            </a:r>
          </a:p>
          <a:p>
            <a:pPr>
              <a:defRPr/>
            </a:pPr>
            <a:r>
              <a:rPr lang="fr-FR" smtClean="0"/>
              <a:t>58-  CAN'T CONTAIN  YOU'RE ALL POWERFUL YOU'RE UNTAMABLE</a:t>
            </a:r>
          </a:p>
          <a:p>
            <a:pPr>
              <a:defRPr/>
            </a:pPr>
            <a:r>
              <a:rPr lang="fr-FR" smtClean="0"/>
              <a:t>59-  CAN'T EXPLAIN INDESCRIBABLE, UNCONTAINABLE</a:t>
            </a:r>
          </a:p>
          <a:p>
            <a:pPr>
              <a:defRPr/>
            </a:pPr>
            <a:r>
              <a:rPr lang="fr-FR" smtClean="0"/>
              <a:t>60-  YOU PLACES THE STARS IN THE SKY</a:t>
            </a:r>
          </a:p>
          <a:p>
            <a:pPr>
              <a:defRPr/>
            </a:pPr>
            <a:r>
              <a:rPr lang="fr-FR" smtClean="0"/>
              <a:t>61-  CAN'T CONTAIN  YOU'RE ALL POWERFUL, YOU'RE UNTAMABLE</a:t>
            </a:r>
          </a:p>
          <a:p>
            <a:pPr>
              <a:defRPr/>
            </a:pPr>
            <a:r>
              <a:rPr lang="fr-FR" smtClean="0"/>
              <a:t>62-  AWESTRUCK WE FALL TO OUR KNEES</a:t>
            </a:r>
          </a:p>
          <a:p>
            <a:pPr>
              <a:defRPr/>
            </a:pPr>
            <a:r>
              <a:rPr lang="fr-FR" smtClean="0"/>
              <a:t>63-  INDESCRIBABLE, UNCONTAINABLE</a:t>
            </a:r>
          </a:p>
          <a:p>
            <a:pPr>
              <a:defRPr/>
            </a:pPr>
            <a:r>
              <a:rPr lang="fr-FR" smtClean="0"/>
              <a:t>64-  YOU PLACED THE STARS IN THE SKY  YOU KNOW THEM BY NAME</a:t>
            </a:r>
          </a:p>
          <a:p>
            <a:pPr>
              <a:defRPr/>
            </a:pPr>
            <a:r>
              <a:rPr lang="fr-FR" smtClean="0"/>
              <a:t>65-  YOU ARE AMAZING GOD</a:t>
            </a:r>
          </a:p>
          <a:p>
            <a:pPr>
              <a:defRPr/>
            </a:pPr>
            <a:r>
              <a:rPr lang="fr-FR" smtClean="0"/>
              <a:t>66-  ALL POWERFUL, UNTAMABLE</a:t>
            </a:r>
          </a:p>
          <a:p>
            <a:pPr>
              <a:defRPr/>
            </a:pPr>
            <a:r>
              <a:rPr lang="fr-FR" smtClean="0"/>
              <a:t>67-  AWESTRUCK WE FALL TO OUR KNEES  AS WE HUMBLY PROCLAIM</a:t>
            </a:r>
          </a:p>
          <a:p>
            <a:pPr>
              <a:defRPr/>
            </a:pPr>
            <a:r>
              <a:rPr lang="fr-FR" smtClean="0"/>
              <a:t>68-  YOU ARE AMAZING GOD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DES PROFONDEURS DES MERS AUX MONTAGNES ÉLEVÉES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highest of heights to the depths of the sea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LA CRÉATION RÉVÈLE TA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Creation's revealing Your majesty 
3-  DES COULEURS DE L’AUTOMNE  AUX PARFUMS DU PRINTEMPS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colors of fall to the fragrance of spring 
4-  CHAQUE CRÉATURE UNIQUE TE CHANTE UN NOUVEAU CHANT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creature unique in the song that it sings
5-  TOUTES S’EXCLAMANT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exclaiming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	6-  QUI PEUT TE DÉCRIRE OU TE CONTENIR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Indescribable, uncontainable,
	7-  TU PLACES LES ÉTOILES AU CIEL ET TU CONNAIS LEUR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amazing God 
	9-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All powerful, untamable, 
	10-  NOUS TOMBONS À GENOUX DEVANT TOI EN PROCLAMANT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12-  QUI COMMANDE AUX ÉCLAIRS DU TONNERRE OÙ ALLER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has told every lightning bolt where it should go 
13-  QUI ORDONNE À LA NEIGE EN QUEL LIEU SE POSER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Or seen heavenly storehouses laden with snow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QUI CRÉA LE SOLEIL SA LUMIÈRE INFINIE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imagined the sun and gives source to its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ET LE CACHE POUR OFFRIR LA FRAÎCHEUR DE LA NUIT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Yet conceals it to bring us the coolness of night 
16-  QUI TE SONDERA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None can fathom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PLACES LES ÉTOILES AU CIEL INCOMMENSURABLE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TU PLACES LES ÉTOILES AU CIEL INCOMMENSURABLE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TU PLACES LES ÉTOILES AU CIEL ET TU CONNAIS LEUR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NOUS TOMBONS À GENOUX DEVANT TOI EN PROCLAMANT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TU PLACES LES ÉTOILES AU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INCOMMENSURABLE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INEXPLICABLE QUI PEUT TE DÉCRIRE OU TE CONTENIR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INCOMMENSURABLE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TU ES INDESCRIPTIBLE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FROM THE HIGHEST OF HEIGHTS TO THE DEPTHS OF THE SEA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CREATION'S REVEALING YOUR MAJESTY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FROM THE COLORS OF FALL TO THE FRAGRANCE OF SPRING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EVERY CREATURE UNIQUE IN THE SONG THAT IT SINGS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ALL EXCLAIMING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YOU ARE AMAZING GOD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WHO HAS TOLD EVERY LIGHTNING BOLT WHERE IT SHOULD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OR SEEN HEAVENLY STOREHOUSES LADEN WITH SNOW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WHO IMAGINED THE SUN AND GIVES SOURCE TO ITS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YET CONCEALS IT TO BRING US THE COOLNESS OF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NONE CAN FATHOM  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YOU ARE AMAZING GOD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CAN'T EXPLAIN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YOU PLACES THE STARS IN THE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CAN'T CONTAIN  YOU'RE ALL POWERFUL YOU'RE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CAN'T EXPLAIN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YOU PLACES THE STARS IN THE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61-  CAN'T CONTAIN  YOU'RE ALL POWERFUL, YOU'RE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62-  AWESTRUCK WE FALL TO OUR KNEES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64-  YOU PLACED THE STARS IN THE SKY 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65-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66- 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67-  AWESTRUCK WE FALL TO OUR KNEES 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68-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b="1" i="1" dirty="0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DES PROFONDEURS DES MERS AUX MONTAGNES ÉLEVÉES</a:t>
            </a:r>
          </a:p>
          <a:p>
            <a:pPr>
              <a:defRPr/>
            </a:pPr>
            <a:r>
              <a:rPr lang="fr-FR" smtClean="0"/>
              <a:t>From the highest of heights to the depths of the sea</a:t>
            </a:r>
          </a:p>
          <a:p>
            <a:pPr>
              <a:defRPr/>
            </a:pPr>
            <a:r>
              <a:rPr lang="fr-FR" smtClean="0"/>
              <a:t>2-  LA CRÉATION RÉVÈLE TA MAJESTÉ</a:t>
            </a:r>
          </a:p>
          <a:p>
            <a:pPr>
              <a:defRPr/>
            </a:pPr>
            <a:r>
              <a:rPr lang="fr-FR" smtClean="0"/>
              <a:t>Creation's revealing Your majesty 
3-  DES COULEURS DE L’AUTOMNE  AUX PARFUMS DU PRINTEMPS</a:t>
            </a:r>
          </a:p>
          <a:p>
            <a:pPr>
              <a:defRPr/>
            </a:pPr>
            <a:r>
              <a:rPr lang="fr-FR" smtClean="0"/>
              <a:t>From the colors of fall to the fragrance of spring 
4-  CHAQUE CRÉATURE UNIQUE TE CHANTE UN NOUVEAU CHANT </a:t>
            </a:r>
          </a:p>
          <a:p>
            <a:pPr>
              <a:defRPr/>
            </a:pPr>
            <a:r>
              <a:rPr lang="fr-FR" smtClean="0"/>
              <a:t>Every creature unique in the song that it sings
5-  TOUTES S’EXCLAMANT</a:t>
            </a:r>
          </a:p>
          <a:p>
            <a:pPr>
              <a:defRPr/>
            </a:pPr>
            <a:r>
              <a:rPr lang="fr-FR" smtClean="0"/>
              <a:t>All exclaiming</a:t>
            </a:r>
          </a:p>
          <a:p>
            <a:pPr>
              <a:defRPr/>
            </a:pPr>
            <a:r>
              <a:rPr lang="fr-FR" smtClean="0"/>
              <a:t> 
	6-  QUI PEUT TE DÉCRIRE OU TE CONTENIR ? </a:t>
            </a:r>
          </a:p>
          <a:p>
            <a:pPr>
              <a:defRPr/>
            </a:pPr>
            <a:r>
              <a:rPr lang="fr-FR" smtClean="0"/>
              <a:t>	Indescribable, uncontainable,
	7-  TU PLACES LES ÉTOILES AU CIEL ET TU CONNAIS LEUR NOM </a:t>
            </a:r>
          </a:p>
          <a:p>
            <a:pPr>
              <a:defRPr/>
            </a:pPr>
            <a:r>
              <a:rPr lang="fr-FR" smtClean="0"/>
              <a:t>	You placed the stars in the sky and You know them by name</a:t>
            </a:r>
          </a:p>
          <a:p>
            <a:pPr>
              <a:defRPr/>
            </a:pPr>
            <a:r>
              <a:rPr lang="fr-FR" smtClean="0"/>
              <a:t>	8-  TU ES UN DIEU SI GRAND</a:t>
            </a:r>
          </a:p>
          <a:p>
            <a:pPr>
              <a:defRPr/>
            </a:pPr>
            <a:r>
              <a:rPr lang="fr-FR" smtClean="0"/>
              <a:t>	You are amazing God 
	9-  DIEU TOUT-PUISSANT, IMPRESSIONNANT</a:t>
            </a:r>
          </a:p>
          <a:p>
            <a:pPr>
              <a:defRPr/>
            </a:pPr>
            <a:r>
              <a:rPr lang="fr-FR" smtClean="0"/>
              <a:t>	All powerful, untamable, 
	10-  NOUS TOMBONS À GENOUX DEVANT TOI EN PROCLAMANT</a:t>
            </a:r>
          </a:p>
          <a:p>
            <a:pPr>
              <a:defRPr/>
            </a:pPr>
            <a:r>
              <a:rPr lang="fr-FR" smtClean="0"/>
              <a:t>	Awestruck we fall to our knees as we humbly proclaim</a:t>
            </a:r>
          </a:p>
          <a:p>
            <a:pPr>
              <a:defRPr/>
            </a:pPr>
            <a:r>
              <a:rPr lang="fr-FR" smtClean="0"/>
              <a:t>	11- TU ES UN DIEU SI GRAND</a:t>
            </a:r>
          </a:p>
          <a:p>
            <a:pPr>
              <a:defRPr/>
            </a:pPr>
            <a:r>
              <a:rPr lang="fr-FR" smtClean="0"/>
              <a:t>	You are amazing God</a:t>
            </a:r>
          </a:p>
          <a:p>
            <a:pPr>
              <a:defRPr/>
            </a:pPr>
            <a:r>
              <a:rPr lang="fr-FR" smtClean="0"/>
              <a:t> 
12-  QUI COMMANDE AUX ÉCLAIRS DU TONNERRE OÙ ALLER ?</a:t>
            </a:r>
          </a:p>
          <a:p>
            <a:pPr>
              <a:defRPr/>
            </a:pPr>
            <a:r>
              <a:rPr lang="fr-FR" smtClean="0"/>
              <a:t>Who has told every lightning bolt where it should go 
13-  QUI ORDONNE À LA NEIGE EN QUEL LIEU SE POSER ? </a:t>
            </a:r>
          </a:p>
          <a:p>
            <a:pPr>
              <a:defRPr/>
            </a:pPr>
            <a:r>
              <a:rPr lang="fr-FR" smtClean="0"/>
              <a:t>Or seen heavenly storehouses laden with snow</a:t>
            </a:r>
          </a:p>
          <a:p>
            <a:pPr>
              <a:defRPr/>
            </a:pPr>
            <a:r>
              <a:rPr lang="fr-FR" smtClean="0"/>
              <a:t>14-  QUI CRÉA LE SOLEIL SA LUMIÈRE INFINIE ? </a:t>
            </a:r>
          </a:p>
          <a:p>
            <a:pPr>
              <a:defRPr/>
            </a:pPr>
            <a:r>
              <a:rPr lang="fr-FR" smtClean="0"/>
              <a:t>Who imagined the sun and gives source to its light</a:t>
            </a:r>
          </a:p>
          <a:p>
            <a:pPr>
              <a:defRPr/>
            </a:pPr>
            <a:r>
              <a:rPr lang="fr-FR" smtClean="0"/>
              <a:t>15-  ET LE CACHE POUR OFFRIR LA FRAÎCHEUR DE LA NUIT</a:t>
            </a:r>
          </a:p>
          <a:p>
            <a:pPr>
              <a:defRPr/>
            </a:pPr>
            <a:r>
              <a:rPr lang="fr-FR" smtClean="0"/>
              <a:t>Yet conceals it to bring us the coolness of night 
16-  QUI TE SONDERA ? </a:t>
            </a:r>
          </a:p>
          <a:p>
            <a:pPr>
              <a:defRPr/>
            </a:pPr>
            <a:r>
              <a:rPr lang="fr-FR" smtClean="0"/>
              <a:t>None can fathom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INEXPLICABLE QUI PEUT TE DÉCRIRE OU TE CONTENIR ?</a:t>
            </a:r>
          </a:p>
          <a:p>
            <a:pPr>
              <a:defRPr/>
            </a:pPr>
            <a:r>
              <a:rPr lang="fr-FR" smtClean="0"/>
              <a:t>18-  TU PLACES LES ÉTOILES AU CIEL INCOMMENSURABLE</a:t>
            </a:r>
          </a:p>
          <a:p>
            <a:pPr>
              <a:defRPr/>
            </a:pPr>
            <a:r>
              <a:rPr lang="fr-FR" smtClean="0"/>
              <a:t>19-  DIEU TOUT-PUISSANT, IMPRESSIONNANT</a:t>
            </a:r>
          </a:p>
          <a:p>
            <a:pPr>
              <a:defRPr/>
            </a:pPr>
            <a:r>
              <a:rPr lang="fr-FR" smtClean="0"/>
              <a:t>20-  FORMIDABLE NOUS TOMBONS À GENOUX DEVANT TOI</a:t>
            </a:r>
          </a:p>
          <a:p>
            <a:pPr>
              <a:defRPr/>
            </a:pPr>
            <a:r>
              <a:rPr lang="fr-FR" smtClean="0"/>
              <a:t>21-  INEXPLICABLE QUI PEUT TE DÉCRIRE OU TE CONTENIR ?</a:t>
            </a:r>
          </a:p>
          <a:p>
            <a:pPr>
              <a:defRPr/>
            </a:pPr>
            <a:r>
              <a:rPr lang="fr-FR" smtClean="0"/>
              <a:t>22-  TU PLACES LES ÉTOILES AU CIEL INCOMMENSURABLE</a:t>
            </a:r>
          </a:p>
          <a:p>
            <a:pPr>
              <a:defRPr/>
            </a:pPr>
            <a:r>
              <a:rPr lang="fr-FR" smtClean="0"/>
              <a:t>23-  DIEU TOUT-PUISSANT, IMPRESSIONNANT</a:t>
            </a:r>
          </a:p>
          <a:p>
            <a:pPr>
              <a:defRPr/>
            </a:pPr>
            <a:r>
              <a:rPr lang="fr-FR" smtClean="0"/>
              <a:t>24-  FORMIDABLE NOUS TOMBONS À GENOUX DEVANT TOI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QUI PEUT TE DÉCRIRE OU TE CONTENIR ?</a:t>
            </a:r>
          </a:p>
          <a:p>
            <a:pPr>
              <a:defRPr/>
            </a:pPr>
            <a:r>
              <a:rPr lang="fr-FR" smtClean="0"/>
              <a:t>26-  TU PLACES LES ÉTOILES AU CIEL ET TU CONNAIS LEUR NOM</a:t>
            </a:r>
          </a:p>
          <a:p>
            <a:pPr>
              <a:defRPr/>
            </a:pPr>
            <a:r>
              <a:rPr lang="fr-FR" smtClean="0"/>
              <a:t>27-  TU ES UN DIEU SI GRAND</a:t>
            </a:r>
          </a:p>
          <a:p>
            <a:pPr>
              <a:defRPr/>
            </a:pPr>
            <a:r>
              <a:rPr lang="fr-FR" smtClean="0"/>
              <a:t>28-  DIEU TOUT-PUISSANT, IMPRESSIONNANT</a:t>
            </a:r>
          </a:p>
          <a:p>
            <a:pPr>
              <a:defRPr/>
            </a:pPr>
            <a:r>
              <a:rPr lang="fr-FR" smtClean="0"/>
              <a:t>29-  NOUS TOMBONS À GENOUX DEVANT TOI EN PROCLAMANT</a:t>
            </a:r>
          </a:p>
          <a:p>
            <a:pPr>
              <a:defRPr/>
            </a:pPr>
            <a:r>
              <a:rPr lang="fr-FR" smtClean="0"/>
              <a:t>30-  TU ES UN DIEU SI GRAND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INEXPLICABLE QUI PEUT TE DÉCRIRE OU TE CONTENIR ?</a:t>
            </a:r>
          </a:p>
          <a:p>
            <a:pPr>
              <a:defRPr/>
            </a:pPr>
            <a:r>
              <a:rPr lang="fr-FR" smtClean="0"/>
              <a:t>32-  TU PLACES LES ÉTOILES AU CIEL</a:t>
            </a:r>
          </a:p>
          <a:p>
            <a:pPr>
              <a:defRPr/>
            </a:pPr>
            <a:r>
              <a:rPr lang="fr-FR" smtClean="0"/>
              <a:t>33-  INCOMMENSURABLE DIEU TOUT-PUISSANT, IMPRESSIONNANT</a:t>
            </a:r>
          </a:p>
          <a:p>
            <a:pPr>
              <a:defRPr/>
            </a:pPr>
            <a:r>
              <a:rPr lang="fr-FR" smtClean="0"/>
              <a:t>34-  FORMIDABLE NOUS TOMBONS À GENOUX DEVANT TOI</a:t>
            </a:r>
          </a:p>
          <a:p>
            <a:pPr>
              <a:defRPr/>
            </a:pPr>
            <a:r>
              <a:rPr lang="fr-FR" smtClean="0"/>
              <a:t>35-  INEXPLICABLE QUI PEUT TE DÉCRIRE OU TE CONTENIR ? </a:t>
            </a:r>
          </a:p>
          <a:p>
            <a:pPr>
              <a:defRPr/>
            </a:pPr>
            <a:r>
              <a:rPr lang="fr-FR" smtClean="0"/>
              <a:t>36-  INCOMMENSURABLE DIEU TOUT-PUISSANT, IMPRESSIONNANT</a:t>
            </a:r>
          </a:p>
          <a:p>
            <a:pPr>
              <a:defRPr/>
            </a:pPr>
            <a:r>
              <a:rPr lang="fr-FR" smtClean="0"/>
              <a:t>37-  TU ES INDESCRIPTIBLE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**************************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FROM THE HIGHEST OF HEIGHTS TO THE DEPTHS OF THE SEA</a:t>
            </a:r>
          </a:p>
          <a:p>
            <a:pPr>
              <a:defRPr/>
            </a:pPr>
            <a:r>
              <a:rPr lang="fr-FR" smtClean="0"/>
              <a:t>39-  CREATION'S REVEALING YOUR MAJESTY</a:t>
            </a:r>
          </a:p>
          <a:p>
            <a:pPr>
              <a:defRPr/>
            </a:pPr>
            <a:r>
              <a:rPr lang="fr-FR" smtClean="0"/>
              <a:t>40-  FROM THE COLORS OF FALL TO THE FRAGRANCE OF SPRING</a:t>
            </a:r>
          </a:p>
          <a:p>
            <a:pPr>
              <a:defRPr/>
            </a:pPr>
            <a:r>
              <a:rPr lang="fr-FR" smtClean="0"/>
              <a:t>41-  EVERY CREATURE UNIQUE IN THE SONG THAT IT SINGS</a:t>
            </a:r>
          </a:p>
          <a:p>
            <a:pPr>
              <a:defRPr/>
            </a:pPr>
            <a:r>
              <a:rPr lang="fr-FR" smtClean="0"/>
              <a:t>42-  ALL EXCLAIMING INDESCRIBABLE, UNCONTAINABLE</a:t>
            </a:r>
          </a:p>
          <a:p>
            <a:pPr>
              <a:defRPr/>
            </a:pPr>
            <a:r>
              <a:rPr lang="fr-FR" smtClean="0"/>
              <a:t>43-  YOU PLACED THE STARS IN THE SKY AND YOU KNOW THEM BY NAME</a:t>
            </a:r>
          </a:p>
          <a:p>
            <a:pPr>
              <a:defRPr/>
            </a:pPr>
            <a:r>
              <a:rPr lang="fr-FR" smtClean="0"/>
              <a:t>44-  YOU ARE AMAZING GOD ALL POWERFUL, UNTAMABLE</a:t>
            </a:r>
          </a:p>
          <a:p>
            <a:pPr>
              <a:defRPr/>
            </a:pPr>
            <a:r>
              <a:rPr lang="fr-FR" smtClean="0"/>
              <a:t>45-  AWESTRUCK WE FALL TO OUR KNEES AS WE HUMBLY PROCLAIM</a:t>
            </a:r>
          </a:p>
          <a:p>
            <a:pPr>
              <a:defRPr/>
            </a:pPr>
            <a:r>
              <a:rPr lang="fr-FR" smtClean="0"/>
              <a:t>46-  YOU ARE AMAZING GOD</a:t>
            </a:r>
          </a:p>
          <a:p>
            <a:pPr>
              <a:defRPr/>
            </a:pPr>
            <a:r>
              <a:rPr lang="fr-FR" smtClean="0"/>
              <a:t>47-  WHO HAS TOLD EVERY LIGHTNING BOLT WHERE IT SHOULD GO</a:t>
            </a:r>
          </a:p>
          <a:p>
            <a:pPr>
              <a:defRPr/>
            </a:pPr>
            <a:r>
              <a:rPr lang="fr-FR" smtClean="0"/>
              <a:t>48-  OR SEEN HEAVENLY STOREHOUSES LADEN WITH SNOW</a:t>
            </a:r>
          </a:p>
          <a:p>
            <a:pPr>
              <a:defRPr/>
            </a:pPr>
            <a:r>
              <a:rPr lang="fr-FR" smtClean="0"/>
              <a:t>49-  WHO IMAGINED THE SUN AND GIVES SOURCE TO ITS LIGHT</a:t>
            </a:r>
          </a:p>
          <a:p>
            <a:pPr>
              <a:defRPr/>
            </a:pPr>
            <a:r>
              <a:rPr lang="fr-FR" smtClean="0"/>
              <a:t>50-  YET CONCEALS IT TO BRING US THE COOLNESS OF NIGHT</a:t>
            </a:r>
          </a:p>
          <a:p>
            <a:pPr>
              <a:defRPr/>
            </a:pPr>
            <a:r>
              <a:rPr lang="fr-FR" smtClean="0"/>
              <a:t>51-  NONE CAN FATHOM  INDESCRIBABLE, UNCONTAINABLE</a:t>
            </a:r>
          </a:p>
          <a:p>
            <a:pPr>
              <a:defRPr/>
            </a:pPr>
            <a:r>
              <a:rPr lang="fr-FR" smtClean="0"/>
              <a:t>52-  YOU PLACED THE STARS IN THE SKY AND YOU KNOW THEM BY NAME</a:t>
            </a:r>
          </a:p>
          <a:p>
            <a:pPr>
              <a:defRPr/>
            </a:pPr>
            <a:r>
              <a:rPr lang="fr-FR" smtClean="0"/>
              <a:t>53-  YOU ARE AMAZING GOD ALL POWERFUL, UNTAMABLE</a:t>
            </a:r>
          </a:p>
          <a:p>
            <a:pPr>
              <a:defRPr/>
            </a:pPr>
            <a:r>
              <a:rPr lang="fr-FR" smtClean="0"/>
              <a:t>54-  AWESTRUCK WE FALL TO OUR KNEES AS WE HUMBLY PROCLAIM</a:t>
            </a:r>
          </a:p>
          <a:p>
            <a:pPr>
              <a:defRPr/>
            </a:pPr>
            <a:r>
              <a:rPr lang="fr-FR" smtClean="0"/>
              <a:t>55-  YOU ARE AMAZING GOD</a:t>
            </a:r>
          </a:p>
          <a:p>
            <a:pPr>
              <a:defRPr/>
            </a:pPr>
            <a:r>
              <a:rPr lang="fr-FR" smtClean="0"/>
              <a:t>56-  CAN'T EXPLAIN INDESCRIBABLE, UNCONTAINABLE</a:t>
            </a:r>
          </a:p>
          <a:p>
            <a:pPr>
              <a:defRPr/>
            </a:pPr>
            <a:r>
              <a:rPr lang="fr-FR" smtClean="0"/>
              <a:t>57-  YOU PLACES THE STARS IN THE SKY</a:t>
            </a:r>
          </a:p>
          <a:p>
            <a:pPr>
              <a:defRPr/>
            </a:pPr>
            <a:r>
              <a:rPr lang="fr-FR" smtClean="0"/>
              <a:t>58-  CAN'T CONTAIN  YOU'RE ALL POWERFUL YOU'RE UNTAMABLE</a:t>
            </a:r>
          </a:p>
          <a:p>
            <a:pPr>
              <a:defRPr/>
            </a:pPr>
            <a:r>
              <a:rPr lang="fr-FR" smtClean="0"/>
              <a:t>59-  CAN'T EXPLAIN INDESCRIBABLE, UNCONTAINABLE</a:t>
            </a:r>
          </a:p>
          <a:p>
            <a:pPr>
              <a:defRPr/>
            </a:pPr>
            <a:r>
              <a:rPr lang="fr-FR" smtClean="0"/>
              <a:t>60-  YOU PLACES THE STARS IN THE SKY</a:t>
            </a:r>
          </a:p>
          <a:p>
            <a:pPr>
              <a:defRPr/>
            </a:pPr>
            <a:r>
              <a:rPr lang="fr-FR" smtClean="0"/>
              <a:t>61-  CAN'T CONTAIN  YOU'RE ALL POWERFUL, YOU'RE UNTAMABLE</a:t>
            </a:r>
          </a:p>
          <a:p>
            <a:pPr>
              <a:defRPr/>
            </a:pPr>
            <a:r>
              <a:rPr lang="fr-FR" smtClean="0"/>
              <a:t>62-  AWESTRUCK WE FALL TO OUR KNEES</a:t>
            </a:r>
          </a:p>
          <a:p>
            <a:pPr>
              <a:defRPr/>
            </a:pPr>
            <a:r>
              <a:rPr lang="fr-FR" smtClean="0"/>
              <a:t>63-  INDESCRIBABLE, UNCONTAINABLE</a:t>
            </a:r>
          </a:p>
          <a:p>
            <a:pPr>
              <a:defRPr/>
            </a:pPr>
            <a:r>
              <a:rPr lang="fr-FR" smtClean="0"/>
              <a:t>64-  YOU PLACED THE STARS IN THE SKY  YOU KNOW THEM BY NAME</a:t>
            </a:r>
          </a:p>
          <a:p>
            <a:pPr>
              <a:defRPr/>
            </a:pPr>
            <a:r>
              <a:rPr lang="fr-FR" smtClean="0"/>
              <a:t>65-  YOU ARE AMAZING GOD</a:t>
            </a:r>
          </a:p>
          <a:p>
            <a:pPr>
              <a:defRPr/>
            </a:pPr>
            <a:r>
              <a:rPr lang="fr-FR" smtClean="0"/>
              <a:t>66-  ALL POWERFUL, UNTAMABLE</a:t>
            </a:r>
          </a:p>
          <a:p>
            <a:pPr>
              <a:defRPr/>
            </a:pPr>
            <a:r>
              <a:rPr lang="fr-FR" smtClean="0"/>
              <a:t>67-  AWESTRUCK WE FALL TO OUR KNEES  AS WE HUMBLY PROCLAIM</a:t>
            </a:r>
          </a:p>
          <a:p>
            <a:pPr>
              <a:defRPr/>
            </a:pPr>
            <a:r>
              <a:rPr lang="fr-FR" smtClean="0"/>
              <a:t>68-  YOU ARE AMAZING GOD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DES PROFONDEURS DES MERS AUX MONTAGNES ÉLEVÉES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highest of heights to the depths of the sea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LA CRÉATION RÉVÈLE TA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Creation's revealing Your majesty 
3-  DES COULEURS DE L’AUTOMNE  AUX PARFUMS DU PRINTEMPS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colors of fall to the fragrance of spring 
4-  CHAQUE CRÉATURE UNIQUE TE CHANTE UN NOUVEAU CHANT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creature unique in the song that it sings
5-  TOUTES S’EXCLAMANT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exclaiming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	6-  QUI PEUT TE DÉCRIRE OU TE CONTENIR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Indescribable, uncontainable,
	7-  TU PLACES LES ÉTOILES AU CIEL ET TU CONNAIS LEUR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amazing God 
	9-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All powerful, untamable, 
	10-  NOUS TOMBONS À GENOUX DEVANT TOI EN PROCLAMANT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12-  QUI COMMANDE AUX ÉCLAIRS DU TONNERRE OÙ ALLER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has told every lightning bolt where it should go 
13-  QUI ORDONNE À LA NEIGE EN QUEL LIEU SE POSER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Or seen heavenly storehouses laden with snow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QUI CRÉA LE SOLEIL SA LUMIÈRE INFINIE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imagined the sun and gives source to its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ET LE CACHE POUR OFFRIR LA FRAÎCHEUR DE LA NUIT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Yet conceals it to bring us the coolness of night 
16-  QUI TE SONDERA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None can fathom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PLACES LES ÉTOILES AU CIEL INCOMMENSURABLE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TU PLACES LES ÉTOILES AU CIEL INCOMMENSURABLE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TU PLACES LES ÉTOILES AU CIEL ET TU CONNAIS LEUR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NOUS TOMBONS À GENOUX DEVANT TOI EN PROCLAMANT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TU PLACES LES ÉTOILES AU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INCOMMENSURABLE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INEXPLICABLE QUI PEUT TE DÉCRIRE OU TE CONTENIR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INCOMMENSURABLE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TU ES INDESCRIPTIBLE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FROM THE HIGHEST OF HEIGHTS TO THE DEPTHS OF THE SEA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CREATION'S REVEALING YOUR MAJESTY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FROM THE COLORS OF FALL TO THE FRAGRANCE OF SPRING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EVERY CREATURE UNIQUE IN THE SONG THAT IT SINGS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ALL EXCLAIMING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YOU ARE AMAZING GOD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WHO HAS TOLD EVERY LIGHTNING BOLT WHERE IT SHOULD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OR SEEN HEAVENLY STOREHOUSES LADEN WITH SNOW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WHO IMAGINED THE SUN AND GIVES SOURCE TO ITS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YET CONCEALS IT TO BRING US THE COOLNESS OF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NONE CAN FATHOM  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YOU ARE AMAZING GOD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CAN'T EXPLAIN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YOU PLACES THE STARS IN THE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CAN'T CONTAIN  YOU'RE ALL POWERFUL YOU'RE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CAN'T EXPLAIN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YOU PLACES THE STARS IN THE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61-  CAN'T CONTAIN  YOU'RE ALL POWERFUL, YOU'RE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62-  AWESTRUCK WE FALL TO OUR KNEES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64-  YOU PLACED THE STARS IN THE SKY 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65-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66- 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67-  AWESTRUCK WE FALL TO OUR KNEES 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68-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b="1" i="1" dirty="0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DES PROFONDEURS DES MERS AUX MONTAGNES ÉLEVÉES</a:t>
            </a:r>
          </a:p>
          <a:p>
            <a:pPr>
              <a:defRPr/>
            </a:pPr>
            <a:r>
              <a:rPr lang="fr-FR" smtClean="0"/>
              <a:t>From the highest of heights to the depths of the sea</a:t>
            </a:r>
          </a:p>
          <a:p>
            <a:pPr>
              <a:defRPr/>
            </a:pPr>
            <a:r>
              <a:rPr lang="fr-FR" smtClean="0"/>
              <a:t>2-  LA CRÉATION RÉVÈLE TA MAJESTÉ</a:t>
            </a:r>
          </a:p>
          <a:p>
            <a:pPr>
              <a:defRPr/>
            </a:pPr>
            <a:r>
              <a:rPr lang="fr-FR" smtClean="0"/>
              <a:t>Creation's revealing Your majesty 
3-  DES COULEURS DE L’AUTOMNE  AUX PARFUMS DU PRINTEMPS</a:t>
            </a:r>
          </a:p>
          <a:p>
            <a:pPr>
              <a:defRPr/>
            </a:pPr>
            <a:r>
              <a:rPr lang="fr-FR" smtClean="0"/>
              <a:t>From the colors of fall to the fragrance of spring 
4-  CHAQUE CRÉATURE UNIQUE TE CHANTE UN NOUVEAU CHANT </a:t>
            </a:r>
          </a:p>
          <a:p>
            <a:pPr>
              <a:defRPr/>
            </a:pPr>
            <a:r>
              <a:rPr lang="fr-FR" smtClean="0"/>
              <a:t>Every creature unique in the song that it sings
5-  TOUTES S’EXCLAMANT</a:t>
            </a:r>
          </a:p>
          <a:p>
            <a:pPr>
              <a:defRPr/>
            </a:pPr>
            <a:r>
              <a:rPr lang="fr-FR" smtClean="0"/>
              <a:t>All exclaiming</a:t>
            </a:r>
          </a:p>
          <a:p>
            <a:pPr>
              <a:defRPr/>
            </a:pPr>
            <a:r>
              <a:rPr lang="fr-FR" smtClean="0"/>
              <a:t> 
	6-  QUI PEUT TE DÉCRIRE OU TE CONTENIR ? </a:t>
            </a:r>
          </a:p>
          <a:p>
            <a:pPr>
              <a:defRPr/>
            </a:pPr>
            <a:r>
              <a:rPr lang="fr-FR" smtClean="0"/>
              <a:t>	Indescribable, uncontainable,
	7-  TU PLACES LES ÉTOILES AU CIEL ET TU CONNAIS LEUR NOM </a:t>
            </a:r>
          </a:p>
          <a:p>
            <a:pPr>
              <a:defRPr/>
            </a:pPr>
            <a:r>
              <a:rPr lang="fr-FR" smtClean="0"/>
              <a:t>	You placed the stars in the sky and You know them by name</a:t>
            </a:r>
          </a:p>
          <a:p>
            <a:pPr>
              <a:defRPr/>
            </a:pPr>
            <a:r>
              <a:rPr lang="fr-FR" smtClean="0"/>
              <a:t>	8-  TU ES UN DIEU SI GRAND</a:t>
            </a:r>
          </a:p>
          <a:p>
            <a:pPr>
              <a:defRPr/>
            </a:pPr>
            <a:r>
              <a:rPr lang="fr-FR" smtClean="0"/>
              <a:t>	You are amazing God 
	9-  DIEU TOUT-PUISSANT, IMPRESSIONNANT</a:t>
            </a:r>
          </a:p>
          <a:p>
            <a:pPr>
              <a:defRPr/>
            </a:pPr>
            <a:r>
              <a:rPr lang="fr-FR" smtClean="0"/>
              <a:t>	All powerful, untamable, 
	10-  NOUS TOMBONS À GENOUX DEVANT TOI EN PROCLAMANT</a:t>
            </a:r>
          </a:p>
          <a:p>
            <a:pPr>
              <a:defRPr/>
            </a:pPr>
            <a:r>
              <a:rPr lang="fr-FR" smtClean="0"/>
              <a:t>	Awestruck we fall to our knees as we humbly proclaim</a:t>
            </a:r>
          </a:p>
          <a:p>
            <a:pPr>
              <a:defRPr/>
            </a:pPr>
            <a:r>
              <a:rPr lang="fr-FR" smtClean="0"/>
              <a:t>	11- TU ES UN DIEU SI GRAND</a:t>
            </a:r>
          </a:p>
          <a:p>
            <a:pPr>
              <a:defRPr/>
            </a:pPr>
            <a:r>
              <a:rPr lang="fr-FR" smtClean="0"/>
              <a:t>	You are amazing God</a:t>
            </a:r>
          </a:p>
          <a:p>
            <a:pPr>
              <a:defRPr/>
            </a:pPr>
            <a:r>
              <a:rPr lang="fr-FR" smtClean="0"/>
              <a:t> 
12-  QUI COMMANDE AUX ÉCLAIRS DU TONNERRE OÙ ALLER ?</a:t>
            </a:r>
          </a:p>
          <a:p>
            <a:pPr>
              <a:defRPr/>
            </a:pPr>
            <a:r>
              <a:rPr lang="fr-FR" smtClean="0"/>
              <a:t>Who has told every lightning bolt where it should go 
13-  QUI ORDONNE À LA NEIGE EN QUEL LIEU SE POSER ? </a:t>
            </a:r>
          </a:p>
          <a:p>
            <a:pPr>
              <a:defRPr/>
            </a:pPr>
            <a:r>
              <a:rPr lang="fr-FR" smtClean="0"/>
              <a:t>Or seen heavenly storehouses laden with snow</a:t>
            </a:r>
          </a:p>
          <a:p>
            <a:pPr>
              <a:defRPr/>
            </a:pPr>
            <a:r>
              <a:rPr lang="fr-FR" smtClean="0"/>
              <a:t>14-  QUI CRÉA LE SOLEIL SA LUMIÈRE INFINIE ? </a:t>
            </a:r>
          </a:p>
          <a:p>
            <a:pPr>
              <a:defRPr/>
            </a:pPr>
            <a:r>
              <a:rPr lang="fr-FR" smtClean="0"/>
              <a:t>Who imagined the sun and gives source to its light</a:t>
            </a:r>
          </a:p>
          <a:p>
            <a:pPr>
              <a:defRPr/>
            </a:pPr>
            <a:r>
              <a:rPr lang="fr-FR" smtClean="0"/>
              <a:t>15-  ET LE CACHE POUR OFFRIR LA FRAÎCHEUR DE LA NUIT</a:t>
            </a:r>
          </a:p>
          <a:p>
            <a:pPr>
              <a:defRPr/>
            </a:pPr>
            <a:r>
              <a:rPr lang="fr-FR" smtClean="0"/>
              <a:t>Yet conceals it to bring us the coolness of night 
16-  QUI TE SONDERA ? </a:t>
            </a:r>
          </a:p>
          <a:p>
            <a:pPr>
              <a:defRPr/>
            </a:pPr>
            <a:r>
              <a:rPr lang="fr-FR" smtClean="0"/>
              <a:t>None can fathom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INEXPLICABLE QUI PEUT TE DÉCRIRE OU TE CONTENIR ?</a:t>
            </a:r>
          </a:p>
          <a:p>
            <a:pPr>
              <a:defRPr/>
            </a:pPr>
            <a:r>
              <a:rPr lang="fr-FR" smtClean="0"/>
              <a:t>18-  TU PLACES LES ÉTOILES AU CIEL INCOMMENSURABLE</a:t>
            </a:r>
          </a:p>
          <a:p>
            <a:pPr>
              <a:defRPr/>
            </a:pPr>
            <a:r>
              <a:rPr lang="fr-FR" smtClean="0"/>
              <a:t>19-  DIEU TOUT-PUISSANT, IMPRESSIONNANT</a:t>
            </a:r>
          </a:p>
          <a:p>
            <a:pPr>
              <a:defRPr/>
            </a:pPr>
            <a:r>
              <a:rPr lang="fr-FR" smtClean="0"/>
              <a:t>20-  FORMIDABLE NOUS TOMBONS À GENOUX DEVANT TOI</a:t>
            </a:r>
          </a:p>
          <a:p>
            <a:pPr>
              <a:defRPr/>
            </a:pPr>
            <a:r>
              <a:rPr lang="fr-FR" smtClean="0"/>
              <a:t>21-  INEXPLICABLE QUI PEUT TE DÉCRIRE OU TE CONTENIR ?</a:t>
            </a:r>
          </a:p>
          <a:p>
            <a:pPr>
              <a:defRPr/>
            </a:pPr>
            <a:r>
              <a:rPr lang="fr-FR" smtClean="0"/>
              <a:t>22-  TU PLACES LES ÉTOILES AU CIEL INCOMMENSURABLE</a:t>
            </a:r>
          </a:p>
          <a:p>
            <a:pPr>
              <a:defRPr/>
            </a:pPr>
            <a:r>
              <a:rPr lang="fr-FR" smtClean="0"/>
              <a:t>23-  DIEU TOUT-PUISSANT, IMPRESSIONNANT</a:t>
            </a:r>
          </a:p>
          <a:p>
            <a:pPr>
              <a:defRPr/>
            </a:pPr>
            <a:r>
              <a:rPr lang="fr-FR" smtClean="0"/>
              <a:t>24-  FORMIDABLE NOUS TOMBONS À GENOUX DEVANT TOI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QUI PEUT TE DÉCRIRE OU TE CONTENIR ?</a:t>
            </a:r>
          </a:p>
          <a:p>
            <a:pPr>
              <a:defRPr/>
            </a:pPr>
            <a:r>
              <a:rPr lang="fr-FR" smtClean="0"/>
              <a:t>26-  TU PLACES LES ÉTOILES AU CIEL ET TU CONNAIS LEUR NOM</a:t>
            </a:r>
          </a:p>
          <a:p>
            <a:pPr>
              <a:defRPr/>
            </a:pPr>
            <a:r>
              <a:rPr lang="fr-FR" smtClean="0"/>
              <a:t>27-  TU ES UN DIEU SI GRAND</a:t>
            </a:r>
          </a:p>
          <a:p>
            <a:pPr>
              <a:defRPr/>
            </a:pPr>
            <a:r>
              <a:rPr lang="fr-FR" smtClean="0"/>
              <a:t>28-  DIEU TOUT-PUISSANT, IMPRESSIONNANT</a:t>
            </a:r>
          </a:p>
          <a:p>
            <a:pPr>
              <a:defRPr/>
            </a:pPr>
            <a:r>
              <a:rPr lang="fr-FR" smtClean="0"/>
              <a:t>29-  NOUS TOMBONS À GENOUX DEVANT TOI EN PROCLAMANT</a:t>
            </a:r>
          </a:p>
          <a:p>
            <a:pPr>
              <a:defRPr/>
            </a:pPr>
            <a:r>
              <a:rPr lang="fr-FR" smtClean="0"/>
              <a:t>30-  TU ES UN DIEU SI GRAND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INEXPLICABLE QUI PEUT TE DÉCRIRE OU TE CONTENIR ?</a:t>
            </a:r>
          </a:p>
          <a:p>
            <a:pPr>
              <a:defRPr/>
            </a:pPr>
            <a:r>
              <a:rPr lang="fr-FR" smtClean="0"/>
              <a:t>32-  TU PLACES LES ÉTOILES AU CIEL</a:t>
            </a:r>
          </a:p>
          <a:p>
            <a:pPr>
              <a:defRPr/>
            </a:pPr>
            <a:r>
              <a:rPr lang="fr-FR" smtClean="0"/>
              <a:t>33-  INCOMMENSURABLE DIEU TOUT-PUISSANT, IMPRESSIONNANT</a:t>
            </a:r>
          </a:p>
          <a:p>
            <a:pPr>
              <a:defRPr/>
            </a:pPr>
            <a:r>
              <a:rPr lang="fr-FR" smtClean="0"/>
              <a:t>34-  FORMIDABLE NOUS TOMBONS À GENOUX DEVANT TOI</a:t>
            </a:r>
          </a:p>
          <a:p>
            <a:pPr>
              <a:defRPr/>
            </a:pPr>
            <a:r>
              <a:rPr lang="fr-FR" smtClean="0"/>
              <a:t>35-  INEXPLICABLE QUI PEUT TE DÉCRIRE OU TE CONTENIR ? </a:t>
            </a:r>
          </a:p>
          <a:p>
            <a:pPr>
              <a:defRPr/>
            </a:pPr>
            <a:r>
              <a:rPr lang="fr-FR" smtClean="0"/>
              <a:t>36-  INCOMMENSURABLE DIEU TOUT-PUISSANT, IMPRESSIONNANT</a:t>
            </a:r>
          </a:p>
          <a:p>
            <a:pPr>
              <a:defRPr/>
            </a:pPr>
            <a:r>
              <a:rPr lang="fr-FR" smtClean="0"/>
              <a:t>37-  TU ES INDESCRIPTIBLE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**************************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FROM THE HIGHEST OF HEIGHTS TO THE DEPTHS OF THE SEA</a:t>
            </a:r>
          </a:p>
          <a:p>
            <a:pPr>
              <a:defRPr/>
            </a:pPr>
            <a:r>
              <a:rPr lang="fr-FR" smtClean="0"/>
              <a:t>39-  CREATION'S REVEALING YOUR MAJESTY</a:t>
            </a:r>
          </a:p>
          <a:p>
            <a:pPr>
              <a:defRPr/>
            </a:pPr>
            <a:r>
              <a:rPr lang="fr-FR" smtClean="0"/>
              <a:t>40-  FROM THE COLORS OF FALL TO THE FRAGRANCE OF SPRING</a:t>
            </a:r>
          </a:p>
          <a:p>
            <a:pPr>
              <a:defRPr/>
            </a:pPr>
            <a:r>
              <a:rPr lang="fr-FR" smtClean="0"/>
              <a:t>41-  EVERY CREATURE UNIQUE IN THE SONG THAT IT SINGS</a:t>
            </a:r>
          </a:p>
          <a:p>
            <a:pPr>
              <a:defRPr/>
            </a:pPr>
            <a:r>
              <a:rPr lang="fr-FR" smtClean="0"/>
              <a:t>42-  ALL EXCLAIMING INDESCRIBABLE, UNCONTAINABLE</a:t>
            </a:r>
          </a:p>
          <a:p>
            <a:pPr>
              <a:defRPr/>
            </a:pPr>
            <a:r>
              <a:rPr lang="fr-FR" smtClean="0"/>
              <a:t>43-  YOU PLACED THE STARS IN THE SKY AND YOU KNOW THEM BY NAME</a:t>
            </a:r>
          </a:p>
          <a:p>
            <a:pPr>
              <a:defRPr/>
            </a:pPr>
            <a:r>
              <a:rPr lang="fr-FR" smtClean="0"/>
              <a:t>44-  YOU ARE AMAZING GOD ALL POWERFUL, UNTAMABLE</a:t>
            </a:r>
          </a:p>
          <a:p>
            <a:pPr>
              <a:defRPr/>
            </a:pPr>
            <a:r>
              <a:rPr lang="fr-FR" smtClean="0"/>
              <a:t>45-  AWESTRUCK WE FALL TO OUR KNEES AS WE HUMBLY PROCLAIM</a:t>
            </a:r>
          </a:p>
          <a:p>
            <a:pPr>
              <a:defRPr/>
            </a:pPr>
            <a:r>
              <a:rPr lang="fr-FR" smtClean="0"/>
              <a:t>46-  YOU ARE AMAZING GOD</a:t>
            </a:r>
          </a:p>
          <a:p>
            <a:pPr>
              <a:defRPr/>
            </a:pPr>
            <a:r>
              <a:rPr lang="fr-FR" smtClean="0"/>
              <a:t>47-  WHO HAS TOLD EVERY LIGHTNING BOLT WHERE IT SHOULD GO</a:t>
            </a:r>
          </a:p>
          <a:p>
            <a:pPr>
              <a:defRPr/>
            </a:pPr>
            <a:r>
              <a:rPr lang="fr-FR" smtClean="0"/>
              <a:t>48-  OR SEEN HEAVENLY STOREHOUSES LADEN WITH SNOW</a:t>
            </a:r>
          </a:p>
          <a:p>
            <a:pPr>
              <a:defRPr/>
            </a:pPr>
            <a:r>
              <a:rPr lang="fr-FR" smtClean="0"/>
              <a:t>49-  WHO IMAGINED THE SUN AND GIVES SOURCE TO ITS LIGHT</a:t>
            </a:r>
          </a:p>
          <a:p>
            <a:pPr>
              <a:defRPr/>
            </a:pPr>
            <a:r>
              <a:rPr lang="fr-FR" smtClean="0"/>
              <a:t>50-  YET CONCEALS IT TO BRING US THE COOLNESS OF NIGHT</a:t>
            </a:r>
          </a:p>
          <a:p>
            <a:pPr>
              <a:defRPr/>
            </a:pPr>
            <a:r>
              <a:rPr lang="fr-FR" smtClean="0"/>
              <a:t>51-  NONE CAN FATHOM  INDESCRIBABLE, UNCONTAINABLE</a:t>
            </a:r>
          </a:p>
          <a:p>
            <a:pPr>
              <a:defRPr/>
            </a:pPr>
            <a:r>
              <a:rPr lang="fr-FR" smtClean="0"/>
              <a:t>52-  YOU PLACED THE STARS IN THE SKY AND YOU KNOW THEM BY NAME</a:t>
            </a:r>
          </a:p>
          <a:p>
            <a:pPr>
              <a:defRPr/>
            </a:pPr>
            <a:r>
              <a:rPr lang="fr-FR" smtClean="0"/>
              <a:t>53-  YOU ARE AMAZING GOD ALL POWERFUL, UNTAMABLE</a:t>
            </a:r>
          </a:p>
          <a:p>
            <a:pPr>
              <a:defRPr/>
            </a:pPr>
            <a:r>
              <a:rPr lang="fr-FR" smtClean="0"/>
              <a:t>54-  AWESTRUCK WE FALL TO OUR KNEES AS WE HUMBLY PROCLAIM</a:t>
            </a:r>
          </a:p>
          <a:p>
            <a:pPr>
              <a:defRPr/>
            </a:pPr>
            <a:r>
              <a:rPr lang="fr-FR" smtClean="0"/>
              <a:t>55-  YOU ARE AMAZING GOD</a:t>
            </a:r>
          </a:p>
          <a:p>
            <a:pPr>
              <a:defRPr/>
            </a:pPr>
            <a:r>
              <a:rPr lang="fr-FR" smtClean="0"/>
              <a:t>56-  CAN'T EXPLAIN INDESCRIBABLE, UNCONTAINABLE</a:t>
            </a:r>
          </a:p>
          <a:p>
            <a:pPr>
              <a:defRPr/>
            </a:pPr>
            <a:r>
              <a:rPr lang="fr-FR" smtClean="0"/>
              <a:t>57-  YOU PLACES THE STARS IN THE SKY</a:t>
            </a:r>
          </a:p>
          <a:p>
            <a:pPr>
              <a:defRPr/>
            </a:pPr>
            <a:r>
              <a:rPr lang="fr-FR" smtClean="0"/>
              <a:t>58-  CAN'T CONTAIN  YOU'RE ALL POWERFUL YOU'RE UNTAMABLE</a:t>
            </a:r>
          </a:p>
          <a:p>
            <a:pPr>
              <a:defRPr/>
            </a:pPr>
            <a:r>
              <a:rPr lang="fr-FR" smtClean="0"/>
              <a:t>59-  CAN'T EXPLAIN INDESCRIBABLE, UNCONTAINABLE</a:t>
            </a:r>
          </a:p>
          <a:p>
            <a:pPr>
              <a:defRPr/>
            </a:pPr>
            <a:r>
              <a:rPr lang="fr-FR" smtClean="0"/>
              <a:t>60-  YOU PLACES THE STARS IN THE SKY</a:t>
            </a:r>
          </a:p>
          <a:p>
            <a:pPr>
              <a:defRPr/>
            </a:pPr>
            <a:r>
              <a:rPr lang="fr-FR" smtClean="0"/>
              <a:t>61-  CAN'T CONTAIN  YOU'RE ALL POWERFUL, YOU'RE UNTAMABLE</a:t>
            </a:r>
          </a:p>
          <a:p>
            <a:pPr>
              <a:defRPr/>
            </a:pPr>
            <a:r>
              <a:rPr lang="fr-FR" smtClean="0"/>
              <a:t>62-  AWESTRUCK WE FALL TO OUR KNEES</a:t>
            </a:r>
          </a:p>
          <a:p>
            <a:pPr>
              <a:defRPr/>
            </a:pPr>
            <a:r>
              <a:rPr lang="fr-FR" smtClean="0"/>
              <a:t>63-  INDESCRIBABLE, UNCONTAINABLE</a:t>
            </a:r>
          </a:p>
          <a:p>
            <a:pPr>
              <a:defRPr/>
            </a:pPr>
            <a:r>
              <a:rPr lang="fr-FR" smtClean="0"/>
              <a:t>64-  YOU PLACED THE STARS IN THE SKY  YOU KNOW THEM BY NAME</a:t>
            </a:r>
          </a:p>
          <a:p>
            <a:pPr>
              <a:defRPr/>
            </a:pPr>
            <a:r>
              <a:rPr lang="fr-FR" smtClean="0"/>
              <a:t>65-  YOU ARE AMAZING GOD</a:t>
            </a:r>
          </a:p>
          <a:p>
            <a:pPr>
              <a:defRPr/>
            </a:pPr>
            <a:r>
              <a:rPr lang="fr-FR" smtClean="0"/>
              <a:t>66-  ALL POWERFUL, UNTAMABLE</a:t>
            </a:r>
          </a:p>
          <a:p>
            <a:pPr>
              <a:defRPr/>
            </a:pPr>
            <a:r>
              <a:rPr lang="fr-FR" smtClean="0"/>
              <a:t>67-  AWESTRUCK WE FALL TO OUR KNEES  AS WE HUMBLY PROCLAIM</a:t>
            </a:r>
          </a:p>
          <a:p>
            <a:pPr>
              <a:defRPr/>
            </a:pPr>
            <a:r>
              <a:rPr lang="fr-FR" smtClean="0"/>
              <a:t>68-  YOU ARE AMAZING GOD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DES PROFONDEURS DES MERS AUX MONTAGNES ÉLEVÉES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highest of heights to the depths of the sea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LA CRÉATION RÉVÈLE TA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Creation's revealing Your majesty 
3-  DES COULEURS DE L’AUTOMNE  AUX PARFUMS DU PRINTEMPS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colors of fall to the fragrance of spring 
4-  CHAQUE CRÉATURE UNIQUE TE CHANTE UN NOUVEAU CHANT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creature unique in the song that it sings
5-  TOUTES S’EXCLAMANT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exclaiming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	6-  QUI PEUT TE DÉCRIRE OU TE CONTENIR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Indescribable, uncontainable,
	7-  TU PLACES LES ÉTOILES AU CIEL ET TU CONNAIS LEUR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amazing God 
	9-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All powerful, untamable, 
	10-  NOUS TOMBONS À GENOUX DEVANT TOI EN PROCLAMANT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12-  QUI COMMANDE AUX ÉCLAIRS DU TONNERRE OÙ ALLER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has told every lightning bolt where it should go 
13-  QUI ORDONNE À LA NEIGE EN QUEL LIEU SE POSER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Or seen heavenly storehouses laden with snow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QUI CRÉA LE SOLEIL SA LUMIÈRE INFINIE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imagined the sun and gives source to its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ET LE CACHE POUR OFFRIR LA FRAÎCHEUR DE LA NUIT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Yet conceals it to bring us the coolness of night 
16-  QUI TE SONDERA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None can fathom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PLACES LES ÉTOILES AU CIEL INCOMMENSURABLE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TU PLACES LES ÉTOILES AU CIEL INCOMMENSURABLE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TU PLACES LES ÉTOILES AU CIEL ET TU CONNAIS LEUR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NOUS TOMBONS À GENOUX DEVANT TOI EN PROCLAMANT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TU PLACES LES ÉTOILES AU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INCOMMENSURABLE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INEXPLICABLE QUI PEUT TE DÉCRIRE OU TE CONTENIR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INCOMMENSURABLE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TU ES INDESCRIPTIBLE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FROM THE HIGHEST OF HEIGHTS TO THE DEPTHS OF THE SEA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CREATION'S REVEALING YOUR MAJESTY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FROM THE COLORS OF FALL TO THE FRAGRANCE OF SPRING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EVERY CREATURE UNIQUE IN THE SONG THAT IT SINGS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ALL EXCLAIMING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YOU ARE AMAZING GOD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WHO HAS TOLD EVERY LIGHTNING BOLT WHERE IT SHOULD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OR SEEN HEAVENLY STOREHOUSES LADEN WITH SNOW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WHO IMAGINED THE SUN AND GIVES SOURCE TO ITS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YET CONCEALS IT TO BRING US THE COOLNESS OF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NONE CAN FATHOM  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YOU ARE AMAZING GOD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CAN'T EXPLAIN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YOU PLACES THE STARS IN THE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CAN'T CONTAIN  YOU'RE ALL POWERFUL YOU'RE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CAN'T EXPLAIN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YOU PLACES THE STARS IN THE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61-  CAN'T CONTAIN  YOU'RE ALL POWERFUL, YOU'RE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62-  AWESTRUCK WE FALL TO OUR KNEES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64-  YOU PLACED THE STARS IN THE SKY 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65-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66- 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67-  AWESTRUCK WE FALL TO OUR KNEES 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68-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b="1" i="1" dirty="0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DES PROFONDEURS DES MERS AUX MONTAGNES ÉLEVÉES</a:t>
            </a:r>
          </a:p>
          <a:p>
            <a:pPr>
              <a:defRPr/>
            </a:pPr>
            <a:r>
              <a:rPr lang="fr-FR" smtClean="0"/>
              <a:t>From the highest of heights to the depths of the sea</a:t>
            </a:r>
          </a:p>
          <a:p>
            <a:pPr>
              <a:defRPr/>
            </a:pPr>
            <a:r>
              <a:rPr lang="fr-FR" smtClean="0"/>
              <a:t>2-  LA CRÉATION RÉVÈLE TA MAJESTÉ</a:t>
            </a:r>
          </a:p>
          <a:p>
            <a:pPr>
              <a:defRPr/>
            </a:pPr>
            <a:r>
              <a:rPr lang="fr-FR" smtClean="0"/>
              <a:t>Creation's revealing Your majesty 
3-  DES COULEURS DE L’AUTOMNE  AUX PARFUMS DU PRINTEMPS</a:t>
            </a:r>
          </a:p>
          <a:p>
            <a:pPr>
              <a:defRPr/>
            </a:pPr>
            <a:r>
              <a:rPr lang="fr-FR" smtClean="0"/>
              <a:t>From the colors of fall to the fragrance of spring 
4-  CHAQUE CRÉATURE UNIQUE TE CHANTE UN NOUVEAU CHANT </a:t>
            </a:r>
          </a:p>
          <a:p>
            <a:pPr>
              <a:defRPr/>
            </a:pPr>
            <a:r>
              <a:rPr lang="fr-FR" smtClean="0"/>
              <a:t>Every creature unique in the song that it sings
5-  TOUTES S’EXCLAMANT</a:t>
            </a:r>
          </a:p>
          <a:p>
            <a:pPr>
              <a:defRPr/>
            </a:pPr>
            <a:r>
              <a:rPr lang="fr-FR" smtClean="0"/>
              <a:t>All exclaiming</a:t>
            </a:r>
          </a:p>
          <a:p>
            <a:pPr>
              <a:defRPr/>
            </a:pPr>
            <a:r>
              <a:rPr lang="fr-FR" smtClean="0"/>
              <a:t> 
	6-  QUI PEUT TE DÉCRIRE OU TE CONTENIR ? </a:t>
            </a:r>
          </a:p>
          <a:p>
            <a:pPr>
              <a:defRPr/>
            </a:pPr>
            <a:r>
              <a:rPr lang="fr-FR" smtClean="0"/>
              <a:t>	Indescribable, uncontainable,
	7-  TU PLACES LES ÉTOILES AU CIEL ET TU CONNAIS LEUR NOM </a:t>
            </a:r>
          </a:p>
          <a:p>
            <a:pPr>
              <a:defRPr/>
            </a:pPr>
            <a:r>
              <a:rPr lang="fr-FR" smtClean="0"/>
              <a:t>	You placed the stars in the sky and You know them by name</a:t>
            </a:r>
          </a:p>
          <a:p>
            <a:pPr>
              <a:defRPr/>
            </a:pPr>
            <a:r>
              <a:rPr lang="fr-FR" smtClean="0"/>
              <a:t>	8-  TU ES UN DIEU SI GRAND</a:t>
            </a:r>
          </a:p>
          <a:p>
            <a:pPr>
              <a:defRPr/>
            </a:pPr>
            <a:r>
              <a:rPr lang="fr-FR" smtClean="0"/>
              <a:t>	You are amazing God 
	9-  DIEU TOUT-PUISSANT, IMPRESSIONNANT</a:t>
            </a:r>
          </a:p>
          <a:p>
            <a:pPr>
              <a:defRPr/>
            </a:pPr>
            <a:r>
              <a:rPr lang="fr-FR" smtClean="0"/>
              <a:t>	All powerful, untamable, 
	10-  NOUS TOMBONS À GENOUX DEVANT TOI EN PROCLAMANT</a:t>
            </a:r>
          </a:p>
          <a:p>
            <a:pPr>
              <a:defRPr/>
            </a:pPr>
            <a:r>
              <a:rPr lang="fr-FR" smtClean="0"/>
              <a:t>	Awestruck we fall to our knees as we humbly proclaim</a:t>
            </a:r>
          </a:p>
          <a:p>
            <a:pPr>
              <a:defRPr/>
            </a:pPr>
            <a:r>
              <a:rPr lang="fr-FR" smtClean="0"/>
              <a:t>	11- TU ES UN DIEU SI GRAND</a:t>
            </a:r>
          </a:p>
          <a:p>
            <a:pPr>
              <a:defRPr/>
            </a:pPr>
            <a:r>
              <a:rPr lang="fr-FR" smtClean="0"/>
              <a:t>	You are amazing God</a:t>
            </a:r>
          </a:p>
          <a:p>
            <a:pPr>
              <a:defRPr/>
            </a:pPr>
            <a:r>
              <a:rPr lang="fr-FR" smtClean="0"/>
              <a:t> 
12-  QUI COMMANDE AUX ÉCLAIRS DU TONNERRE OÙ ALLER ?</a:t>
            </a:r>
          </a:p>
          <a:p>
            <a:pPr>
              <a:defRPr/>
            </a:pPr>
            <a:r>
              <a:rPr lang="fr-FR" smtClean="0"/>
              <a:t>Who has told every lightning bolt where it should go 
13-  QUI ORDONNE À LA NEIGE EN QUEL LIEU SE POSER ? </a:t>
            </a:r>
          </a:p>
          <a:p>
            <a:pPr>
              <a:defRPr/>
            </a:pPr>
            <a:r>
              <a:rPr lang="fr-FR" smtClean="0"/>
              <a:t>Or seen heavenly storehouses laden with snow</a:t>
            </a:r>
          </a:p>
          <a:p>
            <a:pPr>
              <a:defRPr/>
            </a:pPr>
            <a:r>
              <a:rPr lang="fr-FR" smtClean="0"/>
              <a:t>14-  QUI CRÉA LE SOLEIL SA LUMIÈRE INFINIE ? </a:t>
            </a:r>
          </a:p>
          <a:p>
            <a:pPr>
              <a:defRPr/>
            </a:pPr>
            <a:r>
              <a:rPr lang="fr-FR" smtClean="0"/>
              <a:t>Who imagined the sun and gives source to its light</a:t>
            </a:r>
          </a:p>
          <a:p>
            <a:pPr>
              <a:defRPr/>
            </a:pPr>
            <a:r>
              <a:rPr lang="fr-FR" smtClean="0"/>
              <a:t>15-  ET LE CACHE POUR OFFRIR LA FRAÎCHEUR DE LA NUIT</a:t>
            </a:r>
          </a:p>
          <a:p>
            <a:pPr>
              <a:defRPr/>
            </a:pPr>
            <a:r>
              <a:rPr lang="fr-FR" smtClean="0"/>
              <a:t>Yet conceals it to bring us the coolness of night 
16-  QUI TE SONDERA ? </a:t>
            </a:r>
          </a:p>
          <a:p>
            <a:pPr>
              <a:defRPr/>
            </a:pPr>
            <a:r>
              <a:rPr lang="fr-FR" smtClean="0"/>
              <a:t>None can fathom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INEXPLICABLE QUI PEUT TE DÉCRIRE OU TE CONTENIR ?</a:t>
            </a:r>
          </a:p>
          <a:p>
            <a:pPr>
              <a:defRPr/>
            </a:pPr>
            <a:r>
              <a:rPr lang="fr-FR" smtClean="0"/>
              <a:t>18-  TU PLACES LES ÉTOILES AU CIEL INCOMMENSURABLE</a:t>
            </a:r>
          </a:p>
          <a:p>
            <a:pPr>
              <a:defRPr/>
            </a:pPr>
            <a:r>
              <a:rPr lang="fr-FR" smtClean="0"/>
              <a:t>19-  DIEU TOUT-PUISSANT, IMPRESSIONNANT</a:t>
            </a:r>
          </a:p>
          <a:p>
            <a:pPr>
              <a:defRPr/>
            </a:pPr>
            <a:r>
              <a:rPr lang="fr-FR" smtClean="0"/>
              <a:t>20-  FORMIDABLE NOUS TOMBONS À GENOUX DEVANT TOI</a:t>
            </a:r>
          </a:p>
          <a:p>
            <a:pPr>
              <a:defRPr/>
            </a:pPr>
            <a:r>
              <a:rPr lang="fr-FR" smtClean="0"/>
              <a:t>21-  INEXPLICABLE QUI PEUT TE DÉCRIRE OU TE CONTENIR ?</a:t>
            </a:r>
          </a:p>
          <a:p>
            <a:pPr>
              <a:defRPr/>
            </a:pPr>
            <a:r>
              <a:rPr lang="fr-FR" smtClean="0"/>
              <a:t>22-  TU PLACES LES ÉTOILES AU CIEL INCOMMENSURABLE</a:t>
            </a:r>
          </a:p>
          <a:p>
            <a:pPr>
              <a:defRPr/>
            </a:pPr>
            <a:r>
              <a:rPr lang="fr-FR" smtClean="0"/>
              <a:t>23-  DIEU TOUT-PUISSANT, IMPRESSIONNANT</a:t>
            </a:r>
          </a:p>
          <a:p>
            <a:pPr>
              <a:defRPr/>
            </a:pPr>
            <a:r>
              <a:rPr lang="fr-FR" smtClean="0"/>
              <a:t>24-  FORMIDABLE NOUS TOMBONS À GENOUX DEVANT TOI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QUI PEUT TE DÉCRIRE OU TE CONTENIR ?</a:t>
            </a:r>
          </a:p>
          <a:p>
            <a:pPr>
              <a:defRPr/>
            </a:pPr>
            <a:r>
              <a:rPr lang="fr-FR" smtClean="0"/>
              <a:t>26-  TU PLACES LES ÉTOILES AU CIEL ET TU CONNAIS LEUR NOM</a:t>
            </a:r>
          </a:p>
          <a:p>
            <a:pPr>
              <a:defRPr/>
            </a:pPr>
            <a:r>
              <a:rPr lang="fr-FR" smtClean="0"/>
              <a:t>27-  TU ES UN DIEU SI GRAND</a:t>
            </a:r>
          </a:p>
          <a:p>
            <a:pPr>
              <a:defRPr/>
            </a:pPr>
            <a:r>
              <a:rPr lang="fr-FR" smtClean="0"/>
              <a:t>28-  DIEU TOUT-PUISSANT, IMPRESSIONNANT</a:t>
            </a:r>
          </a:p>
          <a:p>
            <a:pPr>
              <a:defRPr/>
            </a:pPr>
            <a:r>
              <a:rPr lang="fr-FR" smtClean="0"/>
              <a:t>29-  NOUS TOMBONS À GENOUX DEVANT TOI EN PROCLAMANT</a:t>
            </a:r>
          </a:p>
          <a:p>
            <a:pPr>
              <a:defRPr/>
            </a:pPr>
            <a:r>
              <a:rPr lang="fr-FR" smtClean="0"/>
              <a:t>30-  TU ES UN DIEU SI GRAND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INEXPLICABLE QUI PEUT TE DÉCRIRE OU TE CONTENIR ?</a:t>
            </a:r>
          </a:p>
          <a:p>
            <a:pPr>
              <a:defRPr/>
            </a:pPr>
            <a:r>
              <a:rPr lang="fr-FR" smtClean="0"/>
              <a:t>32-  TU PLACES LES ÉTOILES AU CIEL</a:t>
            </a:r>
          </a:p>
          <a:p>
            <a:pPr>
              <a:defRPr/>
            </a:pPr>
            <a:r>
              <a:rPr lang="fr-FR" smtClean="0"/>
              <a:t>33-  INCOMMENSURABLE DIEU TOUT-PUISSANT, IMPRESSIONNANT</a:t>
            </a:r>
          </a:p>
          <a:p>
            <a:pPr>
              <a:defRPr/>
            </a:pPr>
            <a:r>
              <a:rPr lang="fr-FR" smtClean="0"/>
              <a:t>34-  FORMIDABLE NOUS TOMBONS À GENOUX DEVANT TOI</a:t>
            </a:r>
          </a:p>
          <a:p>
            <a:pPr>
              <a:defRPr/>
            </a:pPr>
            <a:r>
              <a:rPr lang="fr-FR" smtClean="0"/>
              <a:t>35-  INEXPLICABLE QUI PEUT TE DÉCRIRE OU TE CONTENIR ? </a:t>
            </a:r>
          </a:p>
          <a:p>
            <a:pPr>
              <a:defRPr/>
            </a:pPr>
            <a:r>
              <a:rPr lang="fr-FR" smtClean="0"/>
              <a:t>36-  INCOMMENSURABLE DIEU TOUT-PUISSANT, IMPRESSIONNANT</a:t>
            </a:r>
          </a:p>
          <a:p>
            <a:pPr>
              <a:defRPr/>
            </a:pPr>
            <a:r>
              <a:rPr lang="fr-FR" smtClean="0"/>
              <a:t>37-  TU ES INDESCRIPTIBLE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**************************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FROM THE HIGHEST OF HEIGHTS TO THE DEPTHS OF THE SEA</a:t>
            </a:r>
          </a:p>
          <a:p>
            <a:pPr>
              <a:defRPr/>
            </a:pPr>
            <a:r>
              <a:rPr lang="fr-FR" smtClean="0"/>
              <a:t>39-  CREATION'S REVEALING YOUR MAJESTY</a:t>
            </a:r>
          </a:p>
          <a:p>
            <a:pPr>
              <a:defRPr/>
            </a:pPr>
            <a:r>
              <a:rPr lang="fr-FR" smtClean="0"/>
              <a:t>40-  FROM THE COLORS OF FALL TO THE FRAGRANCE OF SPRING</a:t>
            </a:r>
          </a:p>
          <a:p>
            <a:pPr>
              <a:defRPr/>
            </a:pPr>
            <a:r>
              <a:rPr lang="fr-FR" smtClean="0"/>
              <a:t>41-  EVERY CREATURE UNIQUE IN THE SONG THAT IT SINGS</a:t>
            </a:r>
          </a:p>
          <a:p>
            <a:pPr>
              <a:defRPr/>
            </a:pPr>
            <a:r>
              <a:rPr lang="fr-FR" smtClean="0"/>
              <a:t>42-  ALL EXCLAIMING INDESCRIBABLE, UNCONTAINABLE</a:t>
            </a:r>
          </a:p>
          <a:p>
            <a:pPr>
              <a:defRPr/>
            </a:pPr>
            <a:r>
              <a:rPr lang="fr-FR" smtClean="0"/>
              <a:t>43-  YOU PLACED THE STARS IN THE SKY AND YOU KNOW THEM BY NAME</a:t>
            </a:r>
          </a:p>
          <a:p>
            <a:pPr>
              <a:defRPr/>
            </a:pPr>
            <a:r>
              <a:rPr lang="fr-FR" smtClean="0"/>
              <a:t>44-  YOU ARE AMAZING GOD ALL POWERFUL, UNTAMABLE</a:t>
            </a:r>
          </a:p>
          <a:p>
            <a:pPr>
              <a:defRPr/>
            </a:pPr>
            <a:r>
              <a:rPr lang="fr-FR" smtClean="0"/>
              <a:t>45-  AWESTRUCK WE FALL TO OUR KNEES AS WE HUMBLY PROCLAIM</a:t>
            </a:r>
          </a:p>
          <a:p>
            <a:pPr>
              <a:defRPr/>
            </a:pPr>
            <a:r>
              <a:rPr lang="fr-FR" smtClean="0"/>
              <a:t>46-  YOU ARE AMAZING GOD</a:t>
            </a:r>
          </a:p>
          <a:p>
            <a:pPr>
              <a:defRPr/>
            </a:pPr>
            <a:r>
              <a:rPr lang="fr-FR" smtClean="0"/>
              <a:t>47-  WHO HAS TOLD EVERY LIGHTNING BOLT WHERE IT SHOULD GO</a:t>
            </a:r>
          </a:p>
          <a:p>
            <a:pPr>
              <a:defRPr/>
            </a:pPr>
            <a:r>
              <a:rPr lang="fr-FR" smtClean="0"/>
              <a:t>48-  OR SEEN HEAVENLY STOREHOUSES LADEN WITH SNOW</a:t>
            </a:r>
          </a:p>
          <a:p>
            <a:pPr>
              <a:defRPr/>
            </a:pPr>
            <a:r>
              <a:rPr lang="fr-FR" smtClean="0"/>
              <a:t>49-  WHO IMAGINED THE SUN AND GIVES SOURCE TO ITS LIGHT</a:t>
            </a:r>
          </a:p>
          <a:p>
            <a:pPr>
              <a:defRPr/>
            </a:pPr>
            <a:r>
              <a:rPr lang="fr-FR" smtClean="0"/>
              <a:t>50-  YET CONCEALS IT TO BRING US THE COOLNESS OF NIGHT</a:t>
            </a:r>
          </a:p>
          <a:p>
            <a:pPr>
              <a:defRPr/>
            </a:pPr>
            <a:r>
              <a:rPr lang="fr-FR" smtClean="0"/>
              <a:t>51-  NONE CAN FATHOM  INDESCRIBABLE, UNCONTAINABLE</a:t>
            </a:r>
          </a:p>
          <a:p>
            <a:pPr>
              <a:defRPr/>
            </a:pPr>
            <a:r>
              <a:rPr lang="fr-FR" smtClean="0"/>
              <a:t>52-  YOU PLACED THE STARS IN THE SKY AND YOU KNOW THEM BY NAME</a:t>
            </a:r>
          </a:p>
          <a:p>
            <a:pPr>
              <a:defRPr/>
            </a:pPr>
            <a:r>
              <a:rPr lang="fr-FR" smtClean="0"/>
              <a:t>53-  YOU ARE AMAZING GOD ALL POWERFUL, UNTAMABLE</a:t>
            </a:r>
          </a:p>
          <a:p>
            <a:pPr>
              <a:defRPr/>
            </a:pPr>
            <a:r>
              <a:rPr lang="fr-FR" smtClean="0"/>
              <a:t>54-  AWESTRUCK WE FALL TO OUR KNEES AS WE HUMBLY PROCLAIM</a:t>
            </a:r>
          </a:p>
          <a:p>
            <a:pPr>
              <a:defRPr/>
            </a:pPr>
            <a:r>
              <a:rPr lang="fr-FR" smtClean="0"/>
              <a:t>55-  YOU ARE AMAZING GOD</a:t>
            </a:r>
          </a:p>
          <a:p>
            <a:pPr>
              <a:defRPr/>
            </a:pPr>
            <a:r>
              <a:rPr lang="fr-FR" smtClean="0"/>
              <a:t>56-  CAN'T EXPLAIN INDESCRIBABLE, UNCONTAINABLE</a:t>
            </a:r>
          </a:p>
          <a:p>
            <a:pPr>
              <a:defRPr/>
            </a:pPr>
            <a:r>
              <a:rPr lang="fr-FR" smtClean="0"/>
              <a:t>57-  YOU PLACES THE STARS IN THE SKY</a:t>
            </a:r>
          </a:p>
          <a:p>
            <a:pPr>
              <a:defRPr/>
            </a:pPr>
            <a:r>
              <a:rPr lang="fr-FR" smtClean="0"/>
              <a:t>58-  CAN'T CONTAIN  YOU'RE ALL POWERFUL YOU'RE UNTAMABLE</a:t>
            </a:r>
          </a:p>
          <a:p>
            <a:pPr>
              <a:defRPr/>
            </a:pPr>
            <a:r>
              <a:rPr lang="fr-FR" smtClean="0"/>
              <a:t>59-  CAN'T EXPLAIN INDESCRIBABLE, UNCONTAINABLE</a:t>
            </a:r>
          </a:p>
          <a:p>
            <a:pPr>
              <a:defRPr/>
            </a:pPr>
            <a:r>
              <a:rPr lang="fr-FR" smtClean="0"/>
              <a:t>60-  YOU PLACES THE STARS IN THE SKY</a:t>
            </a:r>
          </a:p>
          <a:p>
            <a:pPr>
              <a:defRPr/>
            </a:pPr>
            <a:r>
              <a:rPr lang="fr-FR" smtClean="0"/>
              <a:t>61-  CAN'T CONTAIN  YOU'RE ALL POWERFUL, YOU'RE UNTAMABLE</a:t>
            </a:r>
          </a:p>
          <a:p>
            <a:pPr>
              <a:defRPr/>
            </a:pPr>
            <a:r>
              <a:rPr lang="fr-FR" smtClean="0"/>
              <a:t>62-  AWESTRUCK WE FALL TO OUR KNEES</a:t>
            </a:r>
          </a:p>
          <a:p>
            <a:pPr>
              <a:defRPr/>
            </a:pPr>
            <a:r>
              <a:rPr lang="fr-FR" smtClean="0"/>
              <a:t>63-  INDESCRIBABLE, UNCONTAINABLE</a:t>
            </a:r>
          </a:p>
          <a:p>
            <a:pPr>
              <a:defRPr/>
            </a:pPr>
            <a:r>
              <a:rPr lang="fr-FR" smtClean="0"/>
              <a:t>64-  YOU PLACED THE STARS IN THE SKY  YOU KNOW THEM BY NAME</a:t>
            </a:r>
          </a:p>
          <a:p>
            <a:pPr>
              <a:defRPr/>
            </a:pPr>
            <a:r>
              <a:rPr lang="fr-FR" smtClean="0"/>
              <a:t>65-  YOU ARE AMAZING GOD</a:t>
            </a:r>
          </a:p>
          <a:p>
            <a:pPr>
              <a:defRPr/>
            </a:pPr>
            <a:r>
              <a:rPr lang="fr-FR" smtClean="0"/>
              <a:t>66-  ALL POWERFUL, UNTAMABLE</a:t>
            </a:r>
          </a:p>
          <a:p>
            <a:pPr>
              <a:defRPr/>
            </a:pPr>
            <a:r>
              <a:rPr lang="fr-FR" smtClean="0"/>
              <a:t>67-  AWESTRUCK WE FALL TO OUR KNEES  AS WE HUMBLY PROCLAIM</a:t>
            </a:r>
          </a:p>
          <a:p>
            <a:pPr>
              <a:defRPr/>
            </a:pPr>
            <a:r>
              <a:rPr lang="fr-FR" smtClean="0"/>
              <a:t>68-  YOU ARE AMAZING GOD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DES PROFONDEURS DES MERS AUX MONTAGNES ÉLEVÉES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highest of heights to the depths of the sea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LA CRÉATION RÉVÈLE TA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Creation's revealing Your majesty 
3-  DES COULEURS DE L’AUTOMNE  AUX PARFUMS DU PRINTEMPS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colors of fall to the fragrance of spring 
4-  CHAQUE CRÉATURE UNIQUE TE CHANTE UN NOUVEAU CHANT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creature unique in the song that it sings
5-  TOUTES S’EXCLAMANT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exclaiming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	6-  QUI PEUT TE DÉCRIRE OU TE CONTENIR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Indescribable, uncontainable,
	7-  TU PLACES LES ÉTOILES AU CIEL ET TU CONNAIS LEUR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amazing God 
	9-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All powerful, untamable, 
	10-  NOUS TOMBONS À GENOUX DEVANT TOI EN PROCLAMANT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12-  QUI COMMANDE AUX ÉCLAIRS DU TONNERRE OÙ ALLER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has told every lightning bolt where it should go 
13-  QUI ORDONNE À LA NEIGE EN QUEL LIEU SE POSER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Or seen heavenly storehouses laden with snow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QUI CRÉA LE SOLEIL SA LUMIÈRE INFINIE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imagined the sun and gives source to its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ET LE CACHE POUR OFFRIR LA FRAÎCHEUR DE LA NUIT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Yet conceals it to bring us the coolness of night 
16-  QUI TE SONDERA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None can fathom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PLACES LES ÉTOILES AU CIEL INCOMMENSURABLE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TU PLACES LES ÉTOILES AU CIEL INCOMMENSURABLE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TU PLACES LES ÉTOILES AU CIEL ET TU CONNAIS LEUR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NOUS TOMBONS À GENOUX DEVANT TOI EN PROCLAMANT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TU PLACES LES ÉTOILES AU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INCOMMENSURABLE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INEXPLICABLE QUI PEUT TE DÉCRIRE OU TE CONTENIR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INCOMMENSURABLE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TU ES INDESCRIPTIBLE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FROM THE HIGHEST OF HEIGHTS TO THE DEPTHS OF THE SEA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CREATION'S REVEALING YOUR MAJESTY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FROM THE COLORS OF FALL TO THE FRAGRANCE OF SPRING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EVERY CREATURE UNIQUE IN THE SONG THAT IT SINGS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ALL EXCLAIMING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YOU ARE AMAZING GOD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WHO HAS TOLD EVERY LIGHTNING BOLT WHERE IT SHOULD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OR SEEN HEAVENLY STOREHOUSES LADEN WITH SNOW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WHO IMAGINED THE SUN AND GIVES SOURCE TO ITS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YET CONCEALS IT TO BRING US THE COOLNESS OF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NONE CAN FATHOM  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YOU ARE AMAZING GOD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CAN'T EXPLAIN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YOU PLACES THE STARS IN THE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CAN'T CONTAIN  YOU'RE ALL POWERFUL YOU'RE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CAN'T EXPLAIN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YOU PLACES THE STARS IN THE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61-  CAN'T CONTAIN  YOU'RE ALL POWERFUL, YOU'RE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62-  AWESTRUCK WE FALL TO OUR KNEES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64-  YOU PLACED THE STARS IN THE SKY 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65-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66- 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67-  AWESTRUCK WE FALL TO OUR KNEES 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68-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b="1" i="1" dirty="0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DES PROFONDEURS DES MERS AUX MONTAGNES ÉLEVÉES</a:t>
            </a:r>
          </a:p>
          <a:p>
            <a:pPr>
              <a:defRPr/>
            </a:pPr>
            <a:r>
              <a:rPr lang="fr-FR" smtClean="0"/>
              <a:t>From the highest of heights to the depths of the sea</a:t>
            </a:r>
          </a:p>
          <a:p>
            <a:pPr>
              <a:defRPr/>
            </a:pPr>
            <a:r>
              <a:rPr lang="fr-FR" smtClean="0"/>
              <a:t>2-  LA CRÉATION RÉVÈLE TA MAJESTÉ</a:t>
            </a:r>
          </a:p>
          <a:p>
            <a:pPr>
              <a:defRPr/>
            </a:pPr>
            <a:r>
              <a:rPr lang="fr-FR" smtClean="0"/>
              <a:t>Creation's revealing Your majesty 
3-  DES COULEURS DE L’AUTOMNE  AUX PARFUMS DU PRINTEMPS</a:t>
            </a:r>
          </a:p>
          <a:p>
            <a:pPr>
              <a:defRPr/>
            </a:pPr>
            <a:r>
              <a:rPr lang="fr-FR" smtClean="0"/>
              <a:t>From the colors of fall to the fragrance of spring 
4-  CHAQUE CRÉATURE UNIQUE TE CHANTE UN NOUVEAU CHANT </a:t>
            </a:r>
          </a:p>
          <a:p>
            <a:pPr>
              <a:defRPr/>
            </a:pPr>
            <a:r>
              <a:rPr lang="fr-FR" smtClean="0"/>
              <a:t>Every creature unique in the song that it sings
5-  TOUTES S’EXCLAMANT</a:t>
            </a:r>
          </a:p>
          <a:p>
            <a:pPr>
              <a:defRPr/>
            </a:pPr>
            <a:r>
              <a:rPr lang="fr-FR" smtClean="0"/>
              <a:t>All exclaiming</a:t>
            </a:r>
          </a:p>
          <a:p>
            <a:pPr>
              <a:defRPr/>
            </a:pPr>
            <a:r>
              <a:rPr lang="fr-FR" smtClean="0"/>
              <a:t> 
	6-  QUI PEUT TE DÉCRIRE OU TE CONTENIR ? </a:t>
            </a:r>
          </a:p>
          <a:p>
            <a:pPr>
              <a:defRPr/>
            </a:pPr>
            <a:r>
              <a:rPr lang="fr-FR" smtClean="0"/>
              <a:t>	Indescribable, uncontainable,
	7-  TU PLACES LES ÉTOILES AU CIEL ET TU CONNAIS LEUR NOM </a:t>
            </a:r>
          </a:p>
          <a:p>
            <a:pPr>
              <a:defRPr/>
            </a:pPr>
            <a:r>
              <a:rPr lang="fr-FR" smtClean="0"/>
              <a:t>	You placed the stars in the sky and You know them by name</a:t>
            </a:r>
          </a:p>
          <a:p>
            <a:pPr>
              <a:defRPr/>
            </a:pPr>
            <a:r>
              <a:rPr lang="fr-FR" smtClean="0"/>
              <a:t>	8-  TU ES UN DIEU SI GRAND</a:t>
            </a:r>
          </a:p>
          <a:p>
            <a:pPr>
              <a:defRPr/>
            </a:pPr>
            <a:r>
              <a:rPr lang="fr-FR" smtClean="0"/>
              <a:t>	You are amazing God 
	9-  DIEU TOUT-PUISSANT, IMPRESSIONNANT</a:t>
            </a:r>
          </a:p>
          <a:p>
            <a:pPr>
              <a:defRPr/>
            </a:pPr>
            <a:r>
              <a:rPr lang="fr-FR" smtClean="0"/>
              <a:t>	All powerful, untamable, 
	10-  NOUS TOMBONS À GENOUX DEVANT TOI EN PROCLAMANT</a:t>
            </a:r>
          </a:p>
          <a:p>
            <a:pPr>
              <a:defRPr/>
            </a:pPr>
            <a:r>
              <a:rPr lang="fr-FR" smtClean="0"/>
              <a:t>	Awestruck we fall to our knees as we humbly proclaim</a:t>
            </a:r>
          </a:p>
          <a:p>
            <a:pPr>
              <a:defRPr/>
            </a:pPr>
            <a:r>
              <a:rPr lang="fr-FR" smtClean="0"/>
              <a:t>	11- TU ES UN DIEU SI GRAND</a:t>
            </a:r>
          </a:p>
          <a:p>
            <a:pPr>
              <a:defRPr/>
            </a:pPr>
            <a:r>
              <a:rPr lang="fr-FR" smtClean="0"/>
              <a:t>	You are amazing God</a:t>
            </a:r>
          </a:p>
          <a:p>
            <a:pPr>
              <a:defRPr/>
            </a:pPr>
            <a:r>
              <a:rPr lang="fr-FR" smtClean="0"/>
              <a:t> 
12-  QUI COMMANDE AUX ÉCLAIRS DU TONNERRE OÙ ALLER ?</a:t>
            </a:r>
          </a:p>
          <a:p>
            <a:pPr>
              <a:defRPr/>
            </a:pPr>
            <a:r>
              <a:rPr lang="fr-FR" smtClean="0"/>
              <a:t>Who has told every lightning bolt where it should go 
13-  QUI ORDONNE À LA NEIGE EN QUEL LIEU SE POSER ? </a:t>
            </a:r>
          </a:p>
          <a:p>
            <a:pPr>
              <a:defRPr/>
            </a:pPr>
            <a:r>
              <a:rPr lang="fr-FR" smtClean="0"/>
              <a:t>Or seen heavenly storehouses laden with snow</a:t>
            </a:r>
          </a:p>
          <a:p>
            <a:pPr>
              <a:defRPr/>
            </a:pPr>
            <a:r>
              <a:rPr lang="fr-FR" smtClean="0"/>
              <a:t>14-  QUI CRÉA LE SOLEIL SA LUMIÈRE INFINIE ? </a:t>
            </a:r>
          </a:p>
          <a:p>
            <a:pPr>
              <a:defRPr/>
            </a:pPr>
            <a:r>
              <a:rPr lang="fr-FR" smtClean="0"/>
              <a:t>Who imagined the sun and gives source to its light</a:t>
            </a:r>
          </a:p>
          <a:p>
            <a:pPr>
              <a:defRPr/>
            </a:pPr>
            <a:r>
              <a:rPr lang="fr-FR" smtClean="0"/>
              <a:t>15-  ET LE CACHE POUR OFFRIR LA FRAÎCHEUR DE LA NUIT</a:t>
            </a:r>
          </a:p>
          <a:p>
            <a:pPr>
              <a:defRPr/>
            </a:pPr>
            <a:r>
              <a:rPr lang="fr-FR" smtClean="0"/>
              <a:t>Yet conceals it to bring us the coolness of night 
16-  QUI TE SONDERA ? </a:t>
            </a:r>
          </a:p>
          <a:p>
            <a:pPr>
              <a:defRPr/>
            </a:pPr>
            <a:r>
              <a:rPr lang="fr-FR" smtClean="0"/>
              <a:t>None can fathom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INEXPLICABLE QUI PEUT TE DÉCRIRE OU TE CONTENIR ?</a:t>
            </a:r>
          </a:p>
          <a:p>
            <a:pPr>
              <a:defRPr/>
            </a:pPr>
            <a:r>
              <a:rPr lang="fr-FR" smtClean="0"/>
              <a:t>18-  TU PLACES LES ÉTOILES AU CIEL INCOMMENSURABLE</a:t>
            </a:r>
          </a:p>
          <a:p>
            <a:pPr>
              <a:defRPr/>
            </a:pPr>
            <a:r>
              <a:rPr lang="fr-FR" smtClean="0"/>
              <a:t>19-  DIEU TOUT-PUISSANT, IMPRESSIONNANT</a:t>
            </a:r>
          </a:p>
          <a:p>
            <a:pPr>
              <a:defRPr/>
            </a:pPr>
            <a:r>
              <a:rPr lang="fr-FR" smtClean="0"/>
              <a:t>20-  FORMIDABLE NOUS TOMBONS À GENOUX DEVANT TOI</a:t>
            </a:r>
          </a:p>
          <a:p>
            <a:pPr>
              <a:defRPr/>
            </a:pPr>
            <a:r>
              <a:rPr lang="fr-FR" smtClean="0"/>
              <a:t>21-  INEXPLICABLE QUI PEUT TE DÉCRIRE OU TE CONTENIR ?</a:t>
            </a:r>
          </a:p>
          <a:p>
            <a:pPr>
              <a:defRPr/>
            </a:pPr>
            <a:r>
              <a:rPr lang="fr-FR" smtClean="0"/>
              <a:t>22-  TU PLACES LES ÉTOILES AU CIEL INCOMMENSURABLE</a:t>
            </a:r>
          </a:p>
          <a:p>
            <a:pPr>
              <a:defRPr/>
            </a:pPr>
            <a:r>
              <a:rPr lang="fr-FR" smtClean="0"/>
              <a:t>23-  DIEU TOUT-PUISSANT, IMPRESSIONNANT</a:t>
            </a:r>
          </a:p>
          <a:p>
            <a:pPr>
              <a:defRPr/>
            </a:pPr>
            <a:r>
              <a:rPr lang="fr-FR" smtClean="0"/>
              <a:t>24-  FORMIDABLE NOUS TOMBONS À GENOUX DEVANT TOI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QUI PEUT TE DÉCRIRE OU TE CONTENIR ?</a:t>
            </a:r>
          </a:p>
          <a:p>
            <a:pPr>
              <a:defRPr/>
            </a:pPr>
            <a:r>
              <a:rPr lang="fr-FR" smtClean="0"/>
              <a:t>26-  TU PLACES LES ÉTOILES AU CIEL ET TU CONNAIS LEUR NOM</a:t>
            </a:r>
          </a:p>
          <a:p>
            <a:pPr>
              <a:defRPr/>
            </a:pPr>
            <a:r>
              <a:rPr lang="fr-FR" smtClean="0"/>
              <a:t>27-  TU ES UN DIEU SI GRAND</a:t>
            </a:r>
          </a:p>
          <a:p>
            <a:pPr>
              <a:defRPr/>
            </a:pPr>
            <a:r>
              <a:rPr lang="fr-FR" smtClean="0"/>
              <a:t>28-  DIEU TOUT-PUISSANT, IMPRESSIONNANT</a:t>
            </a:r>
          </a:p>
          <a:p>
            <a:pPr>
              <a:defRPr/>
            </a:pPr>
            <a:r>
              <a:rPr lang="fr-FR" smtClean="0"/>
              <a:t>29-  NOUS TOMBONS À GENOUX DEVANT TOI EN PROCLAMANT</a:t>
            </a:r>
          </a:p>
          <a:p>
            <a:pPr>
              <a:defRPr/>
            </a:pPr>
            <a:r>
              <a:rPr lang="fr-FR" smtClean="0"/>
              <a:t>30-  TU ES UN DIEU SI GRAND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INEXPLICABLE QUI PEUT TE DÉCRIRE OU TE CONTENIR ?</a:t>
            </a:r>
          </a:p>
          <a:p>
            <a:pPr>
              <a:defRPr/>
            </a:pPr>
            <a:r>
              <a:rPr lang="fr-FR" smtClean="0"/>
              <a:t>32-  TU PLACES LES ÉTOILES AU CIEL</a:t>
            </a:r>
          </a:p>
          <a:p>
            <a:pPr>
              <a:defRPr/>
            </a:pPr>
            <a:r>
              <a:rPr lang="fr-FR" smtClean="0"/>
              <a:t>33-  INCOMMENSURABLE DIEU TOUT-PUISSANT, IMPRESSIONNANT</a:t>
            </a:r>
          </a:p>
          <a:p>
            <a:pPr>
              <a:defRPr/>
            </a:pPr>
            <a:r>
              <a:rPr lang="fr-FR" smtClean="0"/>
              <a:t>34-  FORMIDABLE NOUS TOMBONS À GENOUX DEVANT TOI</a:t>
            </a:r>
          </a:p>
          <a:p>
            <a:pPr>
              <a:defRPr/>
            </a:pPr>
            <a:r>
              <a:rPr lang="fr-FR" smtClean="0"/>
              <a:t>35-  INEXPLICABLE QUI PEUT TE DÉCRIRE OU TE CONTENIR ? </a:t>
            </a:r>
          </a:p>
          <a:p>
            <a:pPr>
              <a:defRPr/>
            </a:pPr>
            <a:r>
              <a:rPr lang="fr-FR" smtClean="0"/>
              <a:t>36-  INCOMMENSURABLE DIEU TOUT-PUISSANT, IMPRESSIONNANT</a:t>
            </a:r>
          </a:p>
          <a:p>
            <a:pPr>
              <a:defRPr/>
            </a:pPr>
            <a:r>
              <a:rPr lang="fr-FR" smtClean="0"/>
              <a:t>37-  TU ES INDESCRIPTIBLE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**************************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FROM THE HIGHEST OF HEIGHTS TO THE DEPTHS OF THE SEA</a:t>
            </a:r>
          </a:p>
          <a:p>
            <a:pPr>
              <a:defRPr/>
            </a:pPr>
            <a:r>
              <a:rPr lang="fr-FR" smtClean="0"/>
              <a:t>39-  CREATION'S REVEALING YOUR MAJESTY</a:t>
            </a:r>
          </a:p>
          <a:p>
            <a:pPr>
              <a:defRPr/>
            </a:pPr>
            <a:r>
              <a:rPr lang="fr-FR" smtClean="0"/>
              <a:t>40-  FROM THE COLORS OF FALL TO THE FRAGRANCE OF SPRING</a:t>
            </a:r>
          </a:p>
          <a:p>
            <a:pPr>
              <a:defRPr/>
            </a:pPr>
            <a:r>
              <a:rPr lang="fr-FR" smtClean="0"/>
              <a:t>41-  EVERY CREATURE UNIQUE IN THE SONG THAT IT SINGS</a:t>
            </a:r>
          </a:p>
          <a:p>
            <a:pPr>
              <a:defRPr/>
            </a:pPr>
            <a:r>
              <a:rPr lang="fr-FR" smtClean="0"/>
              <a:t>42-  ALL EXCLAIMING INDESCRIBABLE, UNCONTAINABLE</a:t>
            </a:r>
          </a:p>
          <a:p>
            <a:pPr>
              <a:defRPr/>
            </a:pPr>
            <a:r>
              <a:rPr lang="fr-FR" smtClean="0"/>
              <a:t>43-  YOU PLACED THE STARS IN THE SKY AND YOU KNOW THEM BY NAME</a:t>
            </a:r>
          </a:p>
          <a:p>
            <a:pPr>
              <a:defRPr/>
            </a:pPr>
            <a:r>
              <a:rPr lang="fr-FR" smtClean="0"/>
              <a:t>44-  YOU ARE AMAZING GOD ALL POWERFUL, UNTAMABLE</a:t>
            </a:r>
          </a:p>
          <a:p>
            <a:pPr>
              <a:defRPr/>
            </a:pPr>
            <a:r>
              <a:rPr lang="fr-FR" smtClean="0"/>
              <a:t>45-  AWESTRUCK WE FALL TO OUR KNEES AS WE HUMBLY PROCLAIM</a:t>
            </a:r>
          </a:p>
          <a:p>
            <a:pPr>
              <a:defRPr/>
            </a:pPr>
            <a:r>
              <a:rPr lang="fr-FR" smtClean="0"/>
              <a:t>46-  YOU ARE AMAZING GOD</a:t>
            </a:r>
          </a:p>
          <a:p>
            <a:pPr>
              <a:defRPr/>
            </a:pPr>
            <a:r>
              <a:rPr lang="fr-FR" smtClean="0"/>
              <a:t>47-  WHO HAS TOLD EVERY LIGHTNING BOLT WHERE IT SHOULD GO</a:t>
            </a:r>
          </a:p>
          <a:p>
            <a:pPr>
              <a:defRPr/>
            </a:pPr>
            <a:r>
              <a:rPr lang="fr-FR" smtClean="0"/>
              <a:t>48-  OR SEEN HEAVENLY STOREHOUSES LADEN WITH SNOW</a:t>
            </a:r>
          </a:p>
          <a:p>
            <a:pPr>
              <a:defRPr/>
            </a:pPr>
            <a:r>
              <a:rPr lang="fr-FR" smtClean="0"/>
              <a:t>49-  WHO IMAGINED THE SUN AND GIVES SOURCE TO ITS LIGHT</a:t>
            </a:r>
          </a:p>
          <a:p>
            <a:pPr>
              <a:defRPr/>
            </a:pPr>
            <a:r>
              <a:rPr lang="fr-FR" smtClean="0"/>
              <a:t>50-  YET CONCEALS IT TO BRING US THE COOLNESS OF NIGHT</a:t>
            </a:r>
          </a:p>
          <a:p>
            <a:pPr>
              <a:defRPr/>
            </a:pPr>
            <a:r>
              <a:rPr lang="fr-FR" smtClean="0"/>
              <a:t>51-  NONE CAN FATHOM  INDESCRIBABLE, UNCONTAINABLE</a:t>
            </a:r>
          </a:p>
          <a:p>
            <a:pPr>
              <a:defRPr/>
            </a:pPr>
            <a:r>
              <a:rPr lang="fr-FR" smtClean="0"/>
              <a:t>52-  YOU PLACED THE STARS IN THE SKY AND YOU KNOW THEM BY NAME</a:t>
            </a:r>
          </a:p>
          <a:p>
            <a:pPr>
              <a:defRPr/>
            </a:pPr>
            <a:r>
              <a:rPr lang="fr-FR" smtClean="0"/>
              <a:t>53-  YOU ARE AMAZING GOD ALL POWERFUL, UNTAMABLE</a:t>
            </a:r>
          </a:p>
          <a:p>
            <a:pPr>
              <a:defRPr/>
            </a:pPr>
            <a:r>
              <a:rPr lang="fr-FR" smtClean="0"/>
              <a:t>54-  AWESTRUCK WE FALL TO OUR KNEES AS WE HUMBLY PROCLAIM</a:t>
            </a:r>
          </a:p>
          <a:p>
            <a:pPr>
              <a:defRPr/>
            </a:pPr>
            <a:r>
              <a:rPr lang="fr-FR" smtClean="0"/>
              <a:t>55-  YOU ARE AMAZING GOD</a:t>
            </a:r>
          </a:p>
          <a:p>
            <a:pPr>
              <a:defRPr/>
            </a:pPr>
            <a:r>
              <a:rPr lang="fr-FR" smtClean="0"/>
              <a:t>56-  CAN'T EXPLAIN INDESCRIBABLE, UNCONTAINABLE</a:t>
            </a:r>
          </a:p>
          <a:p>
            <a:pPr>
              <a:defRPr/>
            </a:pPr>
            <a:r>
              <a:rPr lang="fr-FR" smtClean="0"/>
              <a:t>57-  YOU PLACES THE STARS IN THE SKY</a:t>
            </a:r>
          </a:p>
          <a:p>
            <a:pPr>
              <a:defRPr/>
            </a:pPr>
            <a:r>
              <a:rPr lang="fr-FR" smtClean="0"/>
              <a:t>58-  CAN'T CONTAIN  YOU'RE ALL POWERFUL YOU'RE UNTAMABLE</a:t>
            </a:r>
          </a:p>
          <a:p>
            <a:pPr>
              <a:defRPr/>
            </a:pPr>
            <a:r>
              <a:rPr lang="fr-FR" smtClean="0"/>
              <a:t>59-  CAN'T EXPLAIN INDESCRIBABLE, UNCONTAINABLE</a:t>
            </a:r>
          </a:p>
          <a:p>
            <a:pPr>
              <a:defRPr/>
            </a:pPr>
            <a:r>
              <a:rPr lang="fr-FR" smtClean="0"/>
              <a:t>60-  YOU PLACES THE STARS IN THE SKY</a:t>
            </a:r>
          </a:p>
          <a:p>
            <a:pPr>
              <a:defRPr/>
            </a:pPr>
            <a:r>
              <a:rPr lang="fr-FR" smtClean="0"/>
              <a:t>61-  CAN'T CONTAIN  YOU'RE ALL POWERFUL, YOU'RE UNTAMABLE</a:t>
            </a:r>
          </a:p>
          <a:p>
            <a:pPr>
              <a:defRPr/>
            </a:pPr>
            <a:r>
              <a:rPr lang="fr-FR" smtClean="0"/>
              <a:t>62-  AWESTRUCK WE FALL TO OUR KNEES</a:t>
            </a:r>
          </a:p>
          <a:p>
            <a:pPr>
              <a:defRPr/>
            </a:pPr>
            <a:r>
              <a:rPr lang="fr-FR" smtClean="0"/>
              <a:t>63-  INDESCRIBABLE, UNCONTAINABLE</a:t>
            </a:r>
          </a:p>
          <a:p>
            <a:pPr>
              <a:defRPr/>
            </a:pPr>
            <a:r>
              <a:rPr lang="fr-FR" smtClean="0"/>
              <a:t>64-  YOU PLACED THE STARS IN THE SKY  YOU KNOW THEM BY NAME</a:t>
            </a:r>
          </a:p>
          <a:p>
            <a:pPr>
              <a:defRPr/>
            </a:pPr>
            <a:r>
              <a:rPr lang="fr-FR" smtClean="0"/>
              <a:t>65-  YOU ARE AMAZING GOD</a:t>
            </a:r>
          </a:p>
          <a:p>
            <a:pPr>
              <a:defRPr/>
            </a:pPr>
            <a:r>
              <a:rPr lang="fr-FR" smtClean="0"/>
              <a:t>66-  ALL POWERFUL, UNTAMABLE</a:t>
            </a:r>
          </a:p>
          <a:p>
            <a:pPr>
              <a:defRPr/>
            </a:pPr>
            <a:r>
              <a:rPr lang="fr-FR" smtClean="0"/>
              <a:t>67-  AWESTRUCK WE FALL TO OUR KNEES  AS WE HUMBLY PROCLAIM</a:t>
            </a:r>
          </a:p>
          <a:p>
            <a:pPr>
              <a:defRPr/>
            </a:pPr>
            <a:r>
              <a:rPr lang="fr-FR" smtClean="0"/>
              <a:t>68-  YOU ARE AMAZING GOD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DES PROFONDEURS DES MERS AUX MONTAGNES ÉLEVÉES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highest of heights to the depths of the sea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LA CRÉATION RÉVÈLE TA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Creation's revealing Your majesty 
3-  DES COULEURS DE L’AUTOMNE  AUX PARFUMS DU PRINTEMPS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colors of fall to the fragrance of spring 
4-  CHAQUE CRÉATURE UNIQUE TE CHANTE UN NOUVEAU CHANT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creature unique in the song that it sings
5-  TOUTES S’EXCLAMANT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exclaiming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	6-  QUI PEUT TE DÉCRIRE OU TE CONTENIR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Indescribable, uncontainable,
	7-  TU PLACES LES ÉTOILES AU CIEL ET TU CONNAIS LEUR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amazing God 
	9-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All powerful, untamable, 
	10-  NOUS TOMBONS À GENOUX DEVANT TOI EN PROCLAMANT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12-  QUI COMMANDE AUX ÉCLAIRS DU TONNERRE OÙ ALLER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has told every lightning bolt where it should go 
13-  QUI ORDONNE À LA NEIGE EN QUEL LIEU SE POSER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Or seen heavenly storehouses laden with snow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QUI CRÉA LE SOLEIL SA LUMIÈRE INFINIE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imagined the sun and gives source to its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ET LE CACHE POUR OFFRIR LA FRAÎCHEUR DE LA NUIT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Yet conceals it to bring us the coolness of night 
16-  QUI TE SONDERA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None can fathom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PLACES LES ÉTOILES AU CIEL INCOMMENSURABLE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TU PLACES LES ÉTOILES AU CIEL INCOMMENSURABLE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TU PLACES LES ÉTOILES AU CIEL ET TU CONNAIS LEUR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NOUS TOMBONS À GENOUX DEVANT TOI EN PROCLAMANT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TU PLACES LES ÉTOILES AU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INCOMMENSURABLE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INEXPLICABLE QUI PEUT TE DÉCRIRE OU TE CONTENIR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INCOMMENSURABLE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TU ES INDESCRIPTIBLE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FROM THE HIGHEST OF HEIGHTS TO THE DEPTHS OF THE SEA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CREATION'S REVEALING YOUR MAJESTY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FROM THE COLORS OF FALL TO THE FRAGRANCE OF SPRING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EVERY CREATURE UNIQUE IN THE SONG THAT IT SINGS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ALL EXCLAIMING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YOU ARE AMAZING GOD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WHO HAS TOLD EVERY LIGHTNING BOLT WHERE IT SHOULD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OR SEEN HEAVENLY STOREHOUSES LADEN WITH SNOW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WHO IMAGINED THE SUN AND GIVES SOURCE TO ITS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YET CONCEALS IT TO BRING US THE COOLNESS OF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NONE CAN FATHOM  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YOU ARE AMAZING GOD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CAN'T EXPLAIN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YOU PLACES THE STARS IN THE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CAN'T CONTAIN  YOU'RE ALL POWERFUL YOU'RE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CAN'T EXPLAIN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YOU PLACES THE STARS IN THE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61-  CAN'T CONTAIN  YOU'RE ALL POWERFUL, YOU'RE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62-  AWESTRUCK WE FALL TO OUR KNEES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64-  YOU PLACED THE STARS IN THE SKY 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65-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66- 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67-  AWESTRUCK WE FALL TO OUR KNEES 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68-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b="1" i="1" dirty="0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DES PROFONDEURS DES MERS AUX MONTAGNES ÉLEVÉES</a:t>
            </a:r>
          </a:p>
          <a:p>
            <a:pPr>
              <a:defRPr/>
            </a:pPr>
            <a:r>
              <a:rPr lang="fr-FR" smtClean="0"/>
              <a:t>From the highest of heights to the depths of the sea</a:t>
            </a:r>
          </a:p>
          <a:p>
            <a:pPr>
              <a:defRPr/>
            </a:pPr>
            <a:r>
              <a:rPr lang="fr-FR" smtClean="0"/>
              <a:t>2-  LA CRÉATION RÉVÈLE TA MAJESTÉ</a:t>
            </a:r>
          </a:p>
          <a:p>
            <a:pPr>
              <a:defRPr/>
            </a:pPr>
            <a:r>
              <a:rPr lang="fr-FR" smtClean="0"/>
              <a:t>Creation's revealing Your majesty 
3-  DES COULEURS DE L’AUTOMNE  AUX PARFUMS DU PRINTEMPS</a:t>
            </a:r>
          </a:p>
          <a:p>
            <a:pPr>
              <a:defRPr/>
            </a:pPr>
            <a:r>
              <a:rPr lang="fr-FR" smtClean="0"/>
              <a:t>From the colors of fall to the fragrance of spring 
4-  CHAQUE CRÉATURE UNIQUE TE CHANTE UN NOUVEAU CHANT </a:t>
            </a:r>
          </a:p>
          <a:p>
            <a:pPr>
              <a:defRPr/>
            </a:pPr>
            <a:r>
              <a:rPr lang="fr-FR" smtClean="0"/>
              <a:t>Every creature unique in the song that it sings
5-  TOUTES S’EXCLAMANT</a:t>
            </a:r>
          </a:p>
          <a:p>
            <a:pPr>
              <a:defRPr/>
            </a:pPr>
            <a:r>
              <a:rPr lang="fr-FR" smtClean="0"/>
              <a:t>All exclaiming</a:t>
            </a:r>
          </a:p>
          <a:p>
            <a:pPr>
              <a:defRPr/>
            </a:pPr>
            <a:r>
              <a:rPr lang="fr-FR" smtClean="0"/>
              <a:t> 
	6-  QUI PEUT TE DÉCRIRE OU TE CONTENIR ? </a:t>
            </a:r>
          </a:p>
          <a:p>
            <a:pPr>
              <a:defRPr/>
            </a:pPr>
            <a:r>
              <a:rPr lang="fr-FR" smtClean="0"/>
              <a:t>	Indescribable, uncontainable,
	7-  TU PLACES LES ÉTOILES AU CIEL ET TU CONNAIS LEUR NOM </a:t>
            </a:r>
          </a:p>
          <a:p>
            <a:pPr>
              <a:defRPr/>
            </a:pPr>
            <a:r>
              <a:rPr lang="fr-FR" smtClean="0"/>
              <a:t>	You placed the stars in the sky and You know them by name</a:t>
            </a:r>
          </a:p>
          <a:p>
            <a:pPr>
              <a:defRPr/>
            </a:pPr>
            <a:r>
              <a:rPr lang="fr-FR" smtClean="0"/>
              <a:t>	8-  TU ES UN DIEU SI GRAND</a:t>
            </a:r>
          </a:p>
          <a:p>
            <a:pPr>
              <a:defRPr/>
            </a:pPr>
            <a:r>
              <a:rPr lang="fr-FR" smtClean="0"/>
              <a:t>	You are amazing God 
	9-  DIEU TOUT-PUISSANT, IMPRESSIONNANT</a:t>
            </a:r>
          </a:p>
          <a:p>
            <a:pPr>
              <a:defRPr/>
            </a:pPr>
            <a:r>
              <a:rPr lang="fr-FR" smtClean="0"/>
              <a:t>	All powerful, untamable, 
	10-  NOUS TOMBONS À GENOUX DEVANT TOI EN PROCLAMANT</a:t>
            </a:r>
          </a:p>
          <a:p>
            <a:pPr>
              <a:defRPr/>
            </a:pPr>
            <a:r>
              <a:rPr lang="fr-FR" smtClean="0"/>
              <a:t>	Awestruck we fall to our knees as we humbly proclaim</a:t>
            </a:r>
          </a:p>
          <a:p>
            <a:pPr>
              <a:defRPr/>
            </a:pPr>
            <a:r>
              <a:rPr lang="fr-FR" smtClean="0"/>
              <a:t>	11- TU ES UN DIEU SI GRAND</a:t>
            </a:r>
          </a:p>
          <a:p>
            <a:pPr>
              <a:defRPr/>
            </a:pPr>
            <a:r>
              <a:rPr lang="fr-FR" smtClean="0"/>
              <a:t>	You are amazing God</a:t>
            </a:r>
          </a:p>
          <a:p>
            <a:pPr>
              <a:defRPr/>
            </a:pPr>
            <a:r>
              <a:rPr lang="fr-FR" smtClean="0"/>
              <a:t> 
12-  QUI COMMANDE AUX ÉCLAIRS DU TONNERRE OÙ ALLER ?</a:t>
            </a:r>
          </a:p>
          <a:p>
            <a:pPr>
              <a:defRPr/>
            </a:pPr>
            <a:r>
              <a:rPr lang="fr-FR" smtClean="0"/>
              <a:t>Who has told every lightning bolt where it should go 
13-  QUI ORDONNE À LA NEIGE EN QUEL LIEU SE POSER ? </a:t>
            </a:r>
          </a:p>
          <a:p>
            <a:pPr>
              <a:defRPr/>
            </a:pPr>
            <a:r>
              <a:rPr lang="fr-FR" smtClean="0"/>
              <a:t>Or seen heavenly storehouses laden with snow</a:t>
            </a:r>
          </a:p>
          <a:p>
            <a:pPr>
              <a:defRPr/>
            </a:pPr>
            <a:r>
              <a:rPr lang="fr-FR" smtClean="0"/>
              <a:t>14-  QUI CRÉA LE SOLEIL SA LUMIÈRE INFINIE ? </a:t>
            </a:r>
          </a:p>
          <a:p>
            <a:pPr>
              <a:defRPr/>
            </a:pPr>
            <a:r>
              <a:rPr lang="fr-FR" smtClean="0"/>
              <a:t>Who imagined the sun and gives source to its light</a:t>
            </a:r>
          </a:p>
          <a:p>
            <a:pPr>
              <a:defRPr/>
            </a:pPr>
            <a:r>
              <a:rPr lang="fr-FR" smtClean="0"/>
              <a:t>15-  ET LE CACHE POUR OFFRIR LA FRAÎCHEUR DE LA NUIT</a:t>
            </a:r>
          </a:p>
          <a:p>
            <a:pPr>
              <a:defRPr/>
            </a:pPr>
            <a:r>
              <a:rPr lang="fr-FR" smtClean="0"/>
              <a:t>Yet conceals it to bring us the coolness of night 
16-  QUI TE SONDERA ? </a:t>
            </a:r>
          </a:p>
          <a:p>
            <a:pPr>
              <a:defRPr/>
            </a:pPr>
            <a:r>
              <a:rPr lang="fr-FR" smtClean="0"/>
              <a:t>None can fathom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INEXPLICABLE QUI PEUT TE DÉCRIRE OU TE CONTENIR ?</a:t>
            </a:r>
          </a:p>
          <a:p>
            <a:pPr>
              <a:defRPr/>
            </a:pPr>
            <a:r>
              <a:rPr lang="fr-FR" smtClean="0"/>
              <a:t>18-  TU PLACES LES ÉTOILES AU CIEL INCOMMENSURABLE</a:t>
            </a:r>
          </a:p>
          <a:p>
            <a:pPr>
              <a:defRPr/>
            </a:pPr>
            <a:r>
              <a:rPr lang="fr-FR" smtClean="0"/>
              <a:t>19-  DIEU TOUT-PUISSANT, IMPRESSIONNANT</a:t>
            </a:r>
          </a:p>
          <a:p>
            <a:pPr>
              <a:defRPr/>
            </a:pPr>
            <a:r>
              <a:rPr lang="fr-FR" smtClean="0"/>
              <a:t>20-  FORMIDABLE NOUS TOMBONS À GENOUX DEVANT TOI</a:t>
            </a:r>
          </a:p>
          <a:p>
            <a:pPr>
              <a:defRPr/>
            </a:pPr>
            <a:r>
              <a:rPr lang="fr-FR" smtClean="0"/>
              <a:t>21-  INEXPLICABLE QUI PEUT TE DÉCRIRE OU TE CONTENIR ?</a:t>
            </a:r>
          </a:p>
          <a:p>
            <a:pPr>
              <a:defRPr/>
            </a:pPr>
            <a:r>
              <a:rPr lang="fr-FR" smtClean="0"/>
              <a:t>22-  TU PLACES LES ÉTOILES AU CIEL INCOMMENSURABLE</a:t>
            </a:r>
          </a:p>
          <a:p>
            <a:pPr>
              <a:defRPr/>
            </a:pPr>
            <a:r>
              <a:rPr lang="fr-FR" smtClean="0"/>
              <a:t>23-  DIEU TOUT-PUISSANT, IMPRESSIONNANT</a:t>
            </a:r>
          </a:p>
          <a:p>
            <a:pPr>
              <a:defRPr/>
            </a:pPr>
            <a:r>
              <a:rPr lang="fr-FR" smtClean="0"/>
              <a:t>24-  FORMIDABLE NOUS TOMBONS À GENOUX DEVANT TOI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QUI PEUT TE DÉCRIRE OU TE CONTENIR ?</a:t>
            </a:r>
          </a:p>
          <a:p>
            <a:pPr>
              <a:defRPr/>
            </a:pPr>
            <a:r>
              <a:rPr lang="fr-FR" smtClean="0"/>
              <a:t>26-  TU PLACES LES ÉTOILES AU CIEL ET TU CONNAIS LEUR NOM</a:t>
            </a:r>
          </a:p>
          <a:p>
            <a:pPr>
              <a:defRPr/>
            </a:pPr>
            <a:r>
              <a:rPr lang="fr-FR" smtClean="0"/>
              <a:t>27-  TU ES UN DIEU SI GRAND</a:t>
            </a:r>
          </a:p>
          <a:p>
            <a:pPr>
              <a:defRPr/>
            </a:pPr>
            <a:r>
              <a:rPr lang="fr-FR" smtClean="0"/>
              <a:t>28-  DIEU TOUT-PUISSANT, IMPRESSIONNANT</a:t>
            </a:r>
          </a:p>
          <a:p>
            <a:pPr>
              <a:defRPr/>
            </a:pPr>
            <a:r>
              <a:rPr lang="fr-FR" smtClean="0"/>
              <a:t>29-  NOUS TOMBONS À GENOUX DEVANT TOI EN PROCLAMANT</a:t>
            </a:r>
          </a:p>
          <a:p>
            <a:pPr>
              <a:defRPr/>
            </a:pPr>
            <a:r>
              <a:rPr lang="fr-FR" smtClean="0"/>
              <a:t>30-  TU ES UN DIEU SI GRAND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INEXPLICABLE QUI PEUT TE DÉCRIRE OU TE CONTENIR ?</a:t>
            </a:r>
          </a:p>
          <a:p>
            <a:pPr>
              <a:defRPr/>
            </a:pPr>
            <a:r>
              <a:rPr lang="fr-FR" smtClean="0"/>
              <a:t>32-  TU PLACES LES ÉTOILES AU CIEL</a:t>
            </a:r>
          </a:p>
          <a:p>
            <a:pPr>
              <a:defRPr/>
            </a:pPr>
            <a:r>
              <a:rPr lang="fr-FR" smtClean="0"/>
              <a:t>33-  INCOMMENSURABLE DIEU TOUT-PUISSANT, IMPRESSIONNANT</a:t>
            </a:r>
          </a:p>
          <a:p>
            <a:pPr>
              <a:defRPr/>
            </a:pPr>
            <a:r>
              <a:rPr lang="fr-FR" smtClean="0"/>
              <a:t>34-  FORMIDABLE NOUS TOMBONS À GENOUX DEVANT TOI</a:t>
            </a:r>
          </a:p>
          <a:p>
            <a:pPr>
              <a:defRPr/>
            </a:pPr>
            <a:r>
              <a:rPr lang="fr-FR" smtClean="0"/>
              <a:t>35-  INEXPLICABLE QUI PEUT TE DÉCRIRE OU TE CONTENIR ? </a:t>
            </a:r>
          </a:p>
          <a:p>
            <a:pPr>
              <a:defRPr/>
            </a:pPr>
            <a:r>
              <a:rPr lang="fr-FR" smtClean="0"/>
              <a:t>36-  INCOMMENSURABLE DIEU TOUT-PUISSANT, IMPRESSIONNANT</a:t>
            </a:r>
          </a:p>
          <a:p>
            <a:pPr>
              <a:defRPr/>
            </a:pPr>
            <a:r>
              <a:rPr lang="fr-FR" smtClean="0"/>
              <a:t>37-  TU ES INDESCRIPTIBLE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**************************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FROM THE HIGHEST OF HEIGHTS TO THE DEPTHS OF THE SEA</a:t>
            </a:r>
          </a:p>
          <a:p>
            <a:pPr>
              <a:defRPr/>
            </a:pPr>
            <a:r>
              <a:rPr lang="fr-FR" smtClean="0"/>
              <a:t>39-  CREATION'S REVEALING YOUR MAJESTY</a:t>
            </a:r>
          </a:p>
          <a:p>
            <a:pPr>
              <a:defRPr/>
            </a:pPr>
            <a:r>
              <a:rPr lang="fr-FR" smtClean="0"/>
              <a:t>40-  FROM THE COLORS OF FALL TO THE FRAGRANCE OF SPRING</a:t>
            </a:r>
          </a:p>
          <a:p>
            <a:pPr>
              <a:defRPr/>
            </a:pPr>
            <a:r>
              <a:rPr lang="fr-FR" smtClean="0"/>
              <a:t>41-  EVERY CREATURE UNIQUE IN THE SONG THAT IT SINGS</a:t>
            </a:r>
          </a:p>
          <a:p>
            <a:pPr>
              <a:defRPr/>
            </a:pPr>
            <a:r>
              <a:rPr lang="fr-FR" smtClean="0"/>
              <a:t>42-  ALL EXCLAIMING INDESCRIBABLE, UNCONTAINABLE</a:t>
            </a:r>
          </a:p>
          <a:p>
            <a:pPr>
              <a:defRPr/>
            </a:pPr>
            <a:r>
              <a:rPr lang="fr-FR" smtClean="0"/>
              <a:t>43-  YOU PLACED THE STARS IN THE SKY AND YOU KNOW THEM BY NAME</a:t>
            </a:r>
          </a:p>
          <a:p>
            <a:pPr>
              <a:defRPr/>
            </a:pPr>
            <a:r>
              <a:rPr lang="fr-FR" smtClean="0"/>
              <a:t>44-  YOU ARE AMAZING GOD ALL POWERFUL, UNTAMABLE</a:t>
            </a:r>
          </a:p>
          <a:p>
            <a:pPr>
              <a:defRPr/>
            </a:pPr>
            <a:r>
              <a:rPr lang="fr-FR" smtClean="0"/>
              <a:t>45-  AWESTRUCK WE FALL TO OUR KNEES AS WE HUMBLY PROCLAIM</a:t>
            </a:r>
          </a:p>
          <a:p>
            <a:pPr>
              <a:defRPr/>
            </a:pPr>
            <a:r>
              <a:rPr lang="fr-FR" smtClean="0"/>
              <a:t>46-  YOU ARE AMAZING GOD</a:t>
            </a:r>
          </a:p>
          <a:p>
            <a:pPr>
              <a:defRPr/>
            </a:pPr>
            <a:r>
              <a:rPr lang="fr-FR" smtClean="0"/>
              <a:t>47-  WHO HAS TOLD EVERY LIGHTNING BOLT WHERE IT SHOULD GO</a:t>
            </a:r>
          </a:p>
          <a:p>
            <a:pPr>
              <a:defRPr/>
            </a:pPr>
            <a:r>
              <a:rPr lang="fr-FR" smtClean="0"/>
              <a:t>48-  OR SEEN HEAVENLY STOREHOUSES LADEN WITH SNOW</a:t>
            </a:r>
          </a:p>
          <a:p>
            <a:pPr>
              <a:defRPr/>
            </a:pPr>
            <a:r>
              <a:rPr lang="fr-FR" smtClean="0"/>
              <a:t>49-  WHO IMAGINED THE SUN AND GIVES SOURCE TO ITS LIGHT</a:t>
            </a:r>
          </a:p>
          <a:p>
            <a:pPr>
              <a:defRPr/>
            </a:pPr>
            <a:r>
              <a:rPr lang="fr-FR" smtClean="0"/>
              <a:t>50-  YET CONCEALS IT TO BRING US THE COOLNESS OF NIGHT</a:t>
            </a:r>
          </a:p>
          <a:p>
            <a:pPr>
              <a:defRPr/>
            </a:pPr>
            <a:r>
              <a:rPr lang="fr-FR" smtClean="0"/>
              <a:t>51-  NONE CAN FATHOM  INDESCRIBABLE, UNCONTAINABLE</a:t>
            </a:r>
          </a:p>
          <a:p>
            <a:pPr>
              <a:defRPr/>
            </a:pPr>
            <a:r>
              <a:rPr lang="fr-FR" smtClean="0"/>
              <a:t>52-  YOU PLACED THE STARS IN THE SKY AND YOU KNOW THEM BY NAME</a:t>
            </a:r>
          </a:p>
          <a:p>
            <a:pPr>
              <a:defRPr/>
            </a:pPr>
            <a:r>
              <a:rPr lang="fr-FR" smtClean="0"/>
              <a:t>53-  YOU ARE AMAZING GOD ALL POWERFUL, UNTAMABLE</a:t>
            </a:r>
          </a:p>
          <a:p>
            <a:pPr>
              <a:defRPr/>
            </a:pPr>
            <a:r>
              <a:rPr lang="fr-FR" smtClean="0"/>
              <a:t>54-  AWESTRUCK WE FALL TO OUR KNEES AS WE HUMBLY PROCLAIM</a:t>
            </a:r>
          </a:p>
          <a:p>
            <a:pPr>
              <a:defRPr/>
            </a:pPr>
            <a:r>
              <a:rPr lang="fr-FR" smtClean="0"/>
              <a:t>55-  YOU ARE AMAZING GOD</a:t>
            </a:r>
          </a:p>
          <a:p>
            <a:pPr>
              <a:defRPr/>
            </a:pPr>
            <a:r>
              <a:rPr lang="fr-FR" smtClean="0"/>
              <a:t>56-  CAN'T EXPLAIN INDESCRIBABLE, UNCONTAINABLE</a:t>
            </a:r>
          </a:p>
          <a:p>
            <a:pPr>
              <a:defRPr/>
            </a:pPr>
            <a:r>
              <a:rPr lang="fr-FR" smtClean="0"/>
              <a:t>57-  YOU PLACES THE STARS IN THE SKY</a:t>
            </a:r>
          </a:p>
          <a:p>
            <a:pPr>
              <a:defRPr/>
            </a:pPr>
            <a:r>
              <a:rPr lang="fr-FR" smtClean="0"/>
              <a:t>58-  CAN'T CONTAIN  YOU'RE ALL POWERFUL YOU'RE UNTAMABLE</a:t>
            </a:r>
          </a:p>
          <a:p>
            <a:pPr>
              <a:defRPr/>
            </a:pPr>
            <a:r>
              <a:rPr lang="fr-FR" smtClean="0"/>
              <a:t>59-  CAN'T EXPLAIN INDESCRIBABLE, UNCONTAINABLE</a:t>
            </a:r>
          </a:p>
          <a:p>
            <a:pPr>
              <a:defRPr/>
            </a:pPr>
            <a:r>
              <a:rPr lang="fr-FR" smtClean="0"/>
              <a:t>60-  YOU PLACES THE STARS IN THE SKY</a:t>
            </a:r>
          </a:p>
          <a:p>
            <a:pPr>
              <a:defRPr/>
            </a:pPr>
            <a:r>
              <a:rPr lang="fr-FR" smtClean="0"/>
              <a:t>61-  CAN'T CONTAIN  YOU'RE ALL POWERFUL, YOU'RE UNTAMABLE</a:t>
            </a:r>
          </a:p>
          <a:p>
            <a:pPr>
              <a:defRPr/>
            </a:pPr>
            <a:r>
              <a:rPr lang="fr-FR" smtClean="0"/>
              <a:t>62-  AWESTRUCK WE FALL TO OUR KNEES</a:t>
            </a:r>
          </a:p>
          <a:p>
            <a:pPr>
              <a:defRPr/>
            </a:pPr>
            <a:r>
              <a:rPr lang="fr-FR" smtClean="0"/>
              <a:t>63-  INDESCRIBABLE, UNCONTAINABLE</a:t>
            </a:r>
          </a:p>
          <a:p>
            <a:pPr>
              <a:defRPr/>
            </a:pPr>
            <a:r>
              <a:rPr lang="fr-FR" smtClean="0"/>
              <a:t>64-  YOU PLACED THE STARS IN THE SKY  YOU KNOW THEM BY NAME</a:t>
            </a:r>
          </a:p>
          <a:p>
            <a:pPr>
              <a:defRPr/>
            </a:pPr>
            <a:r>
              <a:rPr lang="fr-FR" smtClean="0"/>
              <a:t>65-  YOU ARE AMAZING GOD</a:t>
            </a:r>
          </a:p>
          <a:p>
            <a:pPr>
              <a:defRPr/>
            </a:pPr>
            <a:r>
              <a:rPr lang="fr-FR" smtClean="0"/>
              <a:t>66-  ALL POWERFUL, UNTAMABLE</a:t>
            </a:r>
          </a:p>
          <a:p>
            <a:pPr>
              <a:defRPr/>
            </a:pPr>
            <a:r>
              <a:rPr lang="fr-FR" smtClean="0"/>
              <a:t>67-  AWESTRUCK WE FALL TO OUR KNEES  AS WE HUMBLY PROCLAIM</a:t>
            </a:r>
          </a:p>
          <a:p>
            <a:pPr>
              <a:defRPr/>
            </a:pPr>
            <a:r>
              <a:rPr lang="fr-FR" smtClean="0"/>
              <a:t>68-  YOU ARE AMAZING GOD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DES PROFONDEURS DES MERS AUX MONTAGNES ÉLEVÉES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highest of heights to the depths of the sea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LA CRÉATION RÉVÈLE TA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Creation's revealing Your majesty 
3-  DES COULEURS DE L’AUTOMNE  AUX PARFUMS DU PRINTEMPS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colors of fall to the fragrance of spring 
4-  CHAQUE CRÉATURE UNIQUE TE CHANTE UN NOUVEAU CHANT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creature unique in the song that it sings
5-  TOUTES S’EXCLAMANT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exclaiming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	6-  QUI PEUT TE DÉCRIRE OU TE CONTENIR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Indescribable, uncontainable,
	7-  TU PLACES LES ÉTOILES AU CIEL ET TU CONNAIS LEUR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amazing God 
	9-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All powerful, untamable, 
	10-  NOUS TOMBONS À GENOUX DEVANT TOI EN PROCLAMANT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12-  QUI COMMANDE AUX ÉCLAIRS DU TONNERRE OÙ ALLER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has told every lightning bolt where it should go 
13-  QUI ORDONNE À LA NEIGE EN QUEL LIEU SE POSER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Or seen heavenly storehouses laden with snow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QUI CRÉA LE SOLEIL SA LUMIÈRE INFINIE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imagined the sun and gives source to its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ET LE CACHE POUR OFFRIR LA FRAÎCHEUR DE LA NUIT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Yet conceals it to bring us the coolness of night 
16-  QUI TE SONDERA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None can fathom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PLACES LES ÉTOILES AU CIEL INCOMMENSURABLE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TU PLACES LES ÉTOILES AU CIEL INCOMMENSURABLE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TU PLACES LES ÉTOILES AU CIEL ET TU CONNAIS LEUR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NOUS TOMBONS À GENOUX DEVANT TOI EN PROCLAMANT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TU PLACES LES ÉTOILES AU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INCOMMENSURABLE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INEXPLICABLE QUI PEUT TE DÉCRIRE OU TE CONTENIR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INCOMMENSURABLE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TU ES INDESCRIPTIBLE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FROM THE HIGHEST OF HEIGHTS TO THE DEPTHS OF THE SEA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CREATION'S REVEALING YOUR MAJESTY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FROM THE COLORS OF FALL TO THE FRAGRANCE OF SPRING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EVERY CREATURE UNIQUE IN THE SONG THAT IT SINGS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ALL EXCLAIMING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YOU ARE AMAZING GOD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WHO HAS TOLD EVERY LIGHTNING BOLT WHERE IT SHOULD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OR SEEN HEAVENLY STOREHOUSES LADEN WITH SNOW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WHO IMAGINED THE SUN AND GIVES SOURCE TO ITS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YET CONCEALS IT TO BRING US THE COOLNESS OF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NONE CAN FATHOM  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YOU ARE AMAZING GOD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CAN'T EXPLAIN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YOU PLACES THE STARS IN THE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CAN'T CONTAIN  YOU'RE ALL POWERFUL YOU'RE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CAN'T EXPLAIN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YOU PLACES THE STARS IN THE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61-  CAN'T CONTAIN  YOU'RE ALL POWERFUL, YOU'RE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62-  AWESTRUCK WE FALL TO OUR KNEES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64-  YOU PLACED THE STARS IN THE SKY 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65-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66- 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67-  AWESTRUCK WE FALL TO OUR KNEES 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68-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b="1" i="1" dirty="0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DES PROFONDEURS DES MERS AUX MONTAGNES ÉLEVÉES</a:t>
            </a:r>
          </a:p>
          <a:p>
            <a:pPr>
              <a:defRPr/>
            </a:pPr>
            <a:r>
              <a:rPr lang="fr-FR" smtClean="0"/>
              <a:t>From the highest of heights to the depths of the sea</a:t>
            </a:r>
          </a:p>
          <a:p>
            <a:pPr>
              <a:defRPr/>
            </a:pPr>
            <a:r>
              <a:rPr lang="fr-FR" smtClean="0"/>
              <a:t>2-  LA CRÉATION RÉVÈLE TA MAJESTÉ</a:t>
            </a:r>
          </a:p>
          <a:p>
            <a:pPr>
              <a:defRPr/>
            </a:pPr>
            <a:r>
              <a:rPr lang="fr-FR" smtClean="0"/>
              <a:t>Creation's revealing Your majesty 
3-  DES COULEURS DE L’AUTOMNE  AUX PARFUMS DU PRINTEMPS</a:t>
            </a:r>
          </a:p>
          <a:p>
            <a:pPr>
              <a:defRPr/>
            </a:pPr>
            <a:r>
              <a:rPr lang="fr-FR" smtClean="0"/>
              <a:t>From the colors of fall to the fragrance of spring 
4-  CHAQUE CRÉATURE UNIQUE TE CHANTE UN NOUVEAU CHANT </a:t>
            </a:r>
          </a:p>
          <a:p>
            <a:pPr>
              <a:defRPr/>
            </a:pPr>
            <a:r>
              <a:rPr lang="fr-FR" smtClean="0"/>
              <a:t>Every creature unique in the song that it sings
5-  TOUTES S’EXCLAMANT</a:t>
            </a:r>
          </a:p>
          <a:p>
            <a:pPr>
              <a:defRPr/>
            </a:pPr>
            <a:r>
              <a:rPr lang="fr-FR" smtClean="0"/>
              <a:t>All exclaiming</a:t>
            </a:r>
          </a:p>
          <a:p>
            <a:pPr>
              <a:defRPr/>
            </a:pPr>
            <a:r>
              <a:rPr lang="fr-FR" smtClean="0"/>
              <a:t> 
	6-  QUI PEUT TE DÉCRIRE OU TE CONTENIR ? </a:t>
            </a:r>
          </a:p>
          <a:p>
            <a:pPr>
              <a:defRPr/>
            </a:pPr>
            <a:r>
              <a:rPr lang="fr-FR" smtClean="0"/>
              <a:t>	Indescribable, uncontainable,
	7-  TU PLACES LES ÉTOILES AU CIEL ET TU CONNAIS LEUR NOM </a:t>
            </a:r>
          </a:p>
          <a:p>
            <a:pPr>
              <a:defRPr/>
            </a:pPr>
            <a:r>
              <a:rPr lang="fr-FR" smtClean="0"/>
              <a:t>	You placed the stars in the sky and You know them by name</a:t>
            </a:r>
          </a:p>
          <a:p>
            <a:pPr>
              <a:defRPr/>
            </a:pPr>
            <a:r>
              <a:rPr lang="fr-FR" smtClean="0"/>
              <a:t>	8-  TU ES UN DIEU SI GRAND</a:t>
            </a:r>
          </a:p>
          <a:p>
            <a:pPr>
              <a:defRPr/>
            </a:pPr>
            <a:r>
              <a:rPr lang="fr-FR" smtClean="0"/>
              <a:t>	You are amazing God 
	9-  DIEU TOUT-PUISSANT, IMPRESSIONNANT</a:t>
            </a:r>
          </a:p>
          <a:p>
            <a:pPr>
              <a:defRPr/>
            </a:pPr>
            <a:r>
              <a:rPr lang="fr-FR" smtClean="0"/>
              <a:t>	All powerful, untamable, 
	10-  NOUS TOMBONS À GENOUX DEVANT TOI EN PROCLAMANT</a:t>
            </a:r>
          </a:p>
          <a:p>
            <a:pPr>
              <a:defRPr/>
            </a:pPr>
            <a:r>
              <a:rPr lang="fr-FR" smtClean="0"/>
              <a:t>	Awestruck we fall to our knees as we humbly proclaim</a:t>
            </a:r>
          </a:p>
          <a:p>
            <a:pPr>
              <a:defRPr/>
            </a:pPr>
            <a:r>
              <a:rPr lang="fr-FR" smtClean="0"/>
              <a:t>	11- TU ES UN DIEU SI GRAND</a:t>
            </a:r>
          </a:p>
          <a:p>
            <a:pPr>
              <a:defRPr/>
            </a:pPr>
            <a:r>
              <a:rPr lang="fr-FR" smtClean="0"/>
              <a:t>	You are amazing God</a:t>
            </a:r>
          </a:p>
          <a:p>
            <a:pPr>
              <a:defRPr/>
            </a:pPr>
            <a:r>
              <a:rPr lang="fr-FR" smtClean="0"/>
              <a:t> 
12-  QUI COMMANDE AUX ÉCLAIRS DU TONNERRE OÙ ALLER ?</a:t>
            </a:r>
          </a:p>
          <a:p>
            <a:pPr>
              <a:defRPr/>
            </a:pPr>
            <a:r>
              <a:rPr lang="fr-FR" smtClean="0"/>
              <a:t>Who has told every lightning bolt where it should go 
13-  QUI ORDONNE À LA NEIGE EN QUEL LIEU SE POSER ? </a:t>
            </a:r>
          </a:p>
          <a:p>
            <a:pPr>
              <a:defRPr/>
            </a:pPr>
            <a:r>
              <a:rPr lang="fr-FR" smtClean="0"/>
              <a:t>Or seen heavenly storehouses laden with snow</a:t>
            </a:r>
          </a:p>
          <a:p>
            <a:pPr>
              <a:defRPr/>
            </a:pPr>
            <a:r>
              <a:rPr lang="fr-FR" smtClean="0"/>
              <a:t>14-  QUI CRÉA LE SOLEIL SA LUMIÈRE INFINIE ? </a:t>
            </a:r>
          </a:p>
          <a:p>
            <a:pPr>
              <a:defRPr/>
            </a:pPr>
            <a:r>
              <a:rPr lang="fr-FR" smtClean="0"/>
              <a:t>Who imagined the sun and gives source to its light</a:t>
            </a:r>
          </a:p>
          <a:p>
            <a:pPr>
              <a:defRPr/>
            </a:pPr>
            <a:r>
              <a:rPr lang="fr-FR" smtClean="0"/>
              <a:t>15-  ET LE CACHE POUR OFFRIR LA FRAÎCHEUR DE LA NUIT</a:t>
            </a:r>
          </a:p>
          <a:p>
            <a:pPr>
              <a:defRPr/>
            </a:pPr>
            <a:r>
              <a:rPr lang="fr-FR" smtClean="0"/>
              <a:t>Yet conceals it to bring us the coolness of night 
16-  QUI TE SONDERA ? </a:t>
            </a:r>
          </a:p>
          <a:p>
            <a:pPr>
              <a:defRPr/>
            </a:pPr>
            <a:r>
              <a:rPr lang="fr-FR" smtClean="0"/>
              <a:t>None can fathom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INEXPLICABLE QUI PEUT TE DÉCRIRE OU TE CONTENIR ?</a:t>
            </a:r>
          </a:p>
          <a:p>
            <a:pPr>
              <a:defRPr/>
            </a:pPr>
            <a:r>
              <a:rPr lang="fr-FR" smtClean="0"/>
              <a:t>18-  TU PLACES LES ÉTOILES AU CIEL INCOMMENSURABLE</a:t>
            </a:r>
          </a:p>
          <a:p>
            <a:pPr>
              <a:defRPr/>
            </a:pPr>
            <a:r>
              <a:rPr lang="fr-FR" smtClean="0"/>
              <a:t>19-  DIEU TOUT-PUISSANT, IMPRESSIONNANT</a:t>
            </a:r>
          </a:p>
          <a:p>
            <a:pPr>
              <a:defRPr/>
            </a:pPr>
            <a:r>
              <a:rPr lang="fr-FR" smtClean="0"/>
              <a:t>20-  FORMIDABLE NOUS TOMBONS À GENOUX DEVANT TOI</a:t>
            </a:r>
          </a:p>
          <a:p>
            <a:pPr>
              <a:defRPr/>
            </a:pPr>
            <a:r>
              <a:rPr lang="fr-FR" smtClean="0"/>
              <a:t>21-  INEXPLICABLE QUI PEUT TE DÉCRIRE OU TE CONTENIR ?</a:t>
            </a:r>
          </a:p>
          <a:p>
            <a:pPr>
              <a:defRPr/>
            </a:pPr>
            <a:r>
              <a:rPr lang="fr-FR" smtClean="0"/>
              <a:t>22-  TU PLACES LES ÉTOILES AU CIEL INCOMMENSURABLE</a:t>
            </a:r>
          </a:p>
          <a:p>
            <a:pPr>
              <a:defRPr/>
            </a:pPr>
            <a:r>
              <a:rPr lang="fr-FR" smtClean="0"/>
              <a:t>23-  DIEU TOUT-PUISSANT, IMPRESSIONNANT</a:t>
            </a:r>
          </a:p>
          <a:p>
            <a:pPr>
              <a:defRPr/>
            </a:pPr>
            <a:r>
              <a:rPr lang="fr-FR" smtClean="0"/>
              <a:t>24-  FORMIDABLE NOUS TOMBONS À GENOUX DEVANT TOI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QUI PEUT TE DÉCRIRE OU TE CONTENIR ?</a:t>
            </a:r>
          </a:p>
          <a:p>
            <a:pPr>
              <a:defRPr/>
            </a:pPr>
            <a:r>
              <a:rPr lang="fr-FR" smtClean="0"/>
              <a:t>26-  TU PLACES LES ÉTOILES AU CIEL ET TU CONNAIS LEUR NOM</a:t>
            </a:r>
          </a:p>
          <a:p>
            <a:pPr>
              <a:defRPr/>
            </a:pPr>
            <a:r>
              <a:rPr lang="fr-FR" smtClean="0"/>
              <a:t>27-  TU ES UN DIEU SI GRAND</a:t>
            </a:r>
          </a:p>
          <a:p>
            <a:pPr>
              <a:defRPr/>
            </a:pPr>
            <a:r>
              <a:rPr lang="fr-FR" smtClean="0"/>
              <a:t>28-  DIEU TOUT-PUISSANT, IMPRESSIONNANT</a:t>
            </a:r>
          </a:p>
          <a:p>
            <a:pPr>
              <a:defRPr/>
            </a:pPr>
            <a:r>
              <a:rPr lang="fr-FR" smtClean="0"/>
              <a:t>29-  NOUS TOMBONS À GENOUX DEVANT TOI EN PROCLAMANT</a:t>
            </a:r>
          </a:p>
          <a:p>
            <a:pPr>
              <a:defRPr/>
            </a:pPr>
            <a:r>
              <a:rPr lang="fr-FR" smtClean="0"/>
              <a:t>30-  TU ES UN DIEU SI GRAND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INEXPLICABLE QUI PEUT TE DÉCRIRE OU TE CONTENIR ?</a:t>
            </a:r>
          </a:p>
          <a:p>
            <a:pPr>
              <a:defRPr/>
            </a:pPr>
            <a:r>
              <a:rPr lang="fr-FR" smtClean="0"/>
              <a:t>32-  TU PLACES LES ÉTOILES AU CIEL</a:t>
            </a:r>
          </a:p>
          <a:p>
            <a:pPr>
              <a:defRPr/>
            </a:pPr>
            <a:r>
              <a:rPr lang="fr-FR" smtClean="0"/>
              <a:t>33-  INCOMMENSURABLE DIEU TOUT-PUISSANT, IMPRESSIONNANT</a:t>
            </a:r>
          </a:p>
          <a:p>
            <a:pPr>
              <a:defRPr/>
            </a:pPr>
            <a:r>
              <a:rPr lang="fr-FR" smtClean="0"/>
              <a:t>34-  FORMIDABLE NOUS TOMBONS À GENOUX DEVANT TOI</a:t>
            </a:r>
          </a:p>
          <a:p>
            <a:pPr>
              <a:defRPr/>
            </a:pPr>
            <a:r>
              <a:rPr lang="fr-FR" smtClean="0"/>
              <a:t>35-  INEXPLICABLE QUI PEUT TE DÉCRIRE OU TE CONTENIR ? </a:t>
            </a:r>
          </a:p>
          <a:p>
            <a:pPr>
              <a:defRPr/>
            </a:pPr>
            <a:r>
              <a:rPr lang="fr-FR" smtClean="0"/>
              <a:t>36-  INCOMMENSURABLE DIEU TOUT-PUISSANT, IMPRESSIONNANT</a:t>
            </a:r>
          </a:p>
          <a:p>
            <a:pPr>
              <a:defRPr/>
            </a:pPr>
            <a:r>
              <a:rPr lang="fr-FR" smtClean="0"/>
              <a:t>37-  TU ES INDESCRIPTIBLE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**************************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FROM THE HIGHEST OF HEIGHTS TO THE DEPTHS OF THE SEA</a:t>
            </a:r>
          </a:p>
          <a:p>
            <a:pPr>
              <a:defRPr/>
            </a:pPr>
            <a:r>
              <a:rPr lang="fr-FR" smtClean="0"/>
              <a:t>39-  CREATION'S REVEALING YOUR MAJESTY</a:t>
            </a:r>
          </a:p>
          <a:p>
            <a:pPr>
              <a:defRPr/>
            </a:pPr>
            <a:r>
              <a:rPr lang="fr-FR" smtClean="0"/>
              <a:t>40-  FROM THE COLORS OF FALL TO THE FRAGRANCE OF SPRING</a:t>
            </a:r>
          </a:p>
          <a:p>
            <a:pPr>
              <a:defRPr/>
            </a:pPr>
            <a:r>
              <a:rPr lang="fr-FR" smtClean="0"/>
              <a:t>41-  EVERY CREATURE UNIQUE IN THE SONG THAT IT SINGS</a:t>
            </a:r>
          </a:p>
          <a:p>
            <a:pPr>
              <a:defRPr/>
            </a:pPr>
            <a:r>
              <a:rPr lang="fr-FR" smtClean="0"/>
              <a:t>42-  ALL EXCLAIMING INDESCRIBABLE, UNCONTAINABLE</a:t>
            </a:r>
          </a:p>
          <a:p>
            <a:pPr>
              <a:defRPr/>
            </a:pPr>
            <a:r>
              <a:rPr lang="fr-FR" smtClean="0"/>
              <a:t>43-  YOU PLACED THE STARS IN THE SKY AND YOU KNOW THEM BY NAME</a:t>
            </a:r>
          </a:p>
          <a:p>
            <a:pPr>
              <a:defRPr/>
            </a:pPr>
            <a:r>
              <a:rPr lang="fr-FR" smtClean="0"/>
              <a:t>44-  YOU ARE AMAZING GOD ALL POWERFUL, UNTAMABLE</a:t>
            </a:r>
          </a:p>
          <a:p>
            <a:pPr>
              <a:defRPr/>
            </a:pPr>
            <a:r>
              <a:rPr lang="fr-FR" smtClean="0"/>
              <a:t>45-  AWESTRUCK WE FALL TO OUR KNEES AS WE HUMBLY PROCLAIM</a:t>
            </a:r>
          </a:p>
          <a:p>
            <a:pPr>
              <a:defRPr/>
            </a:pPr>
            <a:r>
              <a:rPr lang="fr-FR" smtClean="0"/>
              <a:t>46-  YOU ARE AMAZING GOD</a:t>
            </a:r>
          </a:p>
          <a:p>
            <a:pPr>
              <a:defRPr/>
            </a:pPr>
            <a:r>
              <a:rPr lang="fr-FR" smtClean="0"/>
              <a:t>47-  WHO HAS TOLD EVERY LIGHTNING BOLT WHERE IT SHOULD GO</a:t>
            </a:r>
          </a:p>
          <a:p>
            <a:pPr>
              <a:defRPr/>
            </a:pPr>
            <a:r>
              <a:rPr lang="fr-FR" smtClean="0"/>
              <a:t>48-  OR SEEN HEAVENLY STOREHOUSES LADEN WITH SNOW</a:t>
            </a:r>
          </a:p>
          <a:p>
            <a:pPr>
              <a:defRPr/>
            </a:pPr>
            <a:r>
              <a:rPr lang="fr-FR" smtClean="0"/>
              <a:t>49-  WHO IMAGINED THE SUN AND GIVES SOURCE TO ITS LIGHT</a:t>
            </a:r>
          </a:p>
          <a:p>
            <a:pPr>
              <a:defRPr/>
            </a:pPr>
            <a:r>
              <a:rPr lang="fr-FR" smtClean="0"/>
              <a:t>50-  YET CONCEALS IT TO BRING US THE COOLNESS OF NIGHT</a:t>
            </a:r>
          </a:p>
          <a:p>
            <a:pPr>
              <a:defRPr/>
            </a:pPr>
            <a:r>
              <a:rPr lang="fr-FR" smtClean="0"/>
              <a:t>51-  NONE CAN FATHOM  INDESCRIBABLE, UNCONTAINABLE</a:t>
            </a:r>
          </a:p>
          <a:p>
            <a:pPr>
              <a:defRPr/>
            </a:pPr>
            <a:r>
              <a:rPr lang="fr-FR" smtClean="0"/>
              <a:t>52-  YOU PLACED THE STARS IN THE SKY AND YOU KNOW THEM BY NAME</a:t>
            </a:r>
          </a:p>
          <a:p>
            <a:pPr>
              <a:defRPr/>
            </a:pPr>
            <a:r>
              <a:rPr lang="fr-FR" smtClean="0"/>
              <a:t>53-  YOU ARE AMAZING GOD ALL POWERFUL, UNTAMABLE</a:t>
            </a:r>
          </a:p>
          <a:p>
            <a:pPr>
              <a:defRPr/>
            </a:pPr>
            <a:r>
              <a:rPr lang="fr-FR" smtClean="0"/>
              <a:t>54-  AWESTRUCK WE FALL TO OUR KNEES AS WE HUMBLY PROCLAIM</a:t>
            </a:r>
          </a:p>
          <a:p>
            <a:pPr>
              <a:defRPr/>
            </a:pPr>
            <a:r>
              <a:rPr lang="fr-FR" smtClean="0"/>
              <a:t>55-  YOU ARE AMAZING GOD</a:t>
            </a:r>
          </a:p>
          <a:p>
            <a:pPr>
              <a:defRPr/>
            </a:pPr>
            <a:r>
              <a:rPr lang="fr-FR" smtClean="0"/>
              <a:t>56-  CAN'T EXPLAIN INDESCRIBABLE, UNCONTAINABLE</a:t>
            </a:r>
          </a:p>
          <a:p>
            <a:pPr>
              <a:defRPr/>
            </a:pPr>
            <a:r>
              <a:rPr lang="fr-FR" smtClean="0"/>
              <a:t>57-  YOU PLACES THE STARS IN THE SKY</a:t>
            </a:r>
          </a:p>
          <a:p>
            <a:pPr>
              <a:defRPr/>
            </a:pPr>
            <a:r>
              <a:rPr lang="fr-FR" smtClean="0"/>
              <a:t>58-  CAN'T CONTAIN  YOU'RE ALL POWERFUL YOU'RE UNTAMABLE</a:t>
            </a:r>
          </a:p>
          <a:p>
            <a:pPr>
              <a:defRPr/>
            </a:pPr>
            <a:r>
              <a:rPr lang="fr-FR" smtClean="0"/>
              <a:t>59-  CAN'T EXPLAIN INDESCRIBABLE, UNCONTAINABLE</a:t>
            </a:r>
          </a:p>
          <a:p>
            <a:pPr>
              <a:defRPr/>
            </a:pPr>
            <a:r>
              <a:rPr lang="fr-FR" smtClean="0"/>
              <a:t>60-  YOU PLACES THE STARS IN THE SKY</a:t>
            </a:r>
          </a:p>
          <a:p>
            <a:pPr>
              <a:defRPr/>
            </a:pPr>
            <a:r>
              <a:rPr lang="fr-FR" smtClean="0"/>
              <a:t>61-  CAN'T CONTAIN  YOU'RE ALL POWERFUL, YOU'RE UNTAMABLE</a:t>
            </a:r>
          </a:p>
          <a:p>
            <a:pPr>
              <a:defRPr/>
            </a:pPr>
            <a:r>
              <a:rPr lang="fr-FR" smtClean="0"/>
              <a:t>62-  AWESTRUCK WE FALL TO OUR KNEES</a:t>
            </a:r>
          </a:p>
          <a:p>
            <a:pPr>
              <a:defRPr/>
            </a:pPr>
            <a:r>
              <a:rPr lang="fr-FR" smtClean="0"/>
              <a:t>63-  INDESCRIBABLE, UNCONTAINABLE</a:t>
            </a:r>
          </a:p>
          <a:p>
            <a:pPr>
              <a:defRPr/>
            </a:pPr>
            <a:r>
              <a:rPr lang="fr-FR" smtClean="0"/>
              <a:t>64-  YOU PLACED THE STARS IN THE SKY  YOU KNOW THEM BY NAME</a:t>
            </a:r>
          </a:p>
          <a:p>
            <a:pPr>
              <a:defRPr/>
            </a:pPr>
            <a:r>
              <a:rPr lang="fr-FR" smtClean="0"/>
              <a:t>65-  YOU ARE AMAZING GOD</a:t>
            </a:r>
          </a:p>
          <a:p>
            <a:pPr>
              <a:defRPr/>
            </a:pPr>
            <a:r>
              <a:rPr lang="fr-FR" smtClean="0"/>
              <a:t>66-  ALL POWERFUL, UNTAMABLE</a:t>
            </a:r>
          </a:p>
          <a:p>
            <a:pPr>
              <a:defRPr/>
            </a:pPr>
            <a:r>
              <a:rPr lang="fr-FR" smtClean="0"/>
              <a:t>67-  AWESTRUCK WE FALL TO OUR KNEES  AS WE HUMBLY PROCLAIM</a:t>
            </a:r>
          </a:p>
          <a:p>
            <a:pPr>
              <a:defRPr/>
            </a:pPr>
            <a:r>
              <a:rPr lang="fr-FR" smtClean="0"/>
              <a:t>68-  YOU ARE AMAZING GOD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DES PROFONDEURS DES MERS AUX MONTAGNES ÉLEVÉES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highest of heights to the depths of the sea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LA CRÉATION RÉVÈLE TA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Creation's revealing Your majesty 
3-  DES COULEURS DE L’AUTOMNE  AUX PARFUMS DU PRINTEMPS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colors of fall to the fragrance of spring 
4-  CHAQUE CRÉATURE UNIQUE TE CHANTE UN NOUVEAU CHANT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creature unique in the song that it sings
5-  TOUTES S’EXCLAMANT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exclaiming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	6-  QUI PEUT TE DÉCRIRE OU TE CONTENIR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Indescribable, uncontainable,
	7-  TU PLACES LES ÉTOILES AU CIEL ET TU CONNAIS LEUR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amazing God 
	9-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All powerful, untamable, 
	10-  NOUS TOMBONS À GENOUX DEVANT TOI EN PROCLAMANT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12-  QUI COMMANDE AUX ÉCLAIRS DU TONNERRE OÙ ALLER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has told every lightning bolt where it should go 
13-  QUI ORDONNE À LA NEIGE EN QUEL LIEU SE POSER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Or seen heavenly storehouses laden with snow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QUI CRÉA LE SOLEIL SA LUMIÈRE INFINIE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imagined the sun and gives source to its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ET LE CACHE POUR OFFRIR LA FRAÎCHEUR DE LA NUIT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Yet conceals it to bring us the coolness of night 
16-  QUI TE SONDERA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None can fathom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PLACES LES ÉTOILES AU CIEL INCOMMENSURABLE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TU PLACES LES ÉTOILES AU CIEL INCOMMENSURABLE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TU PLACES LES ÉTOILES AU CIEL ET TU CONNAIS LEUR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NOUS TOMBONS À GENOUX DEVANT TOI EN PROCLAMANT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TU PLACES LES ÉTOILES AU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INCOMMENSURABLE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INEXPLICABLE QUI PEUT TE DÉCRIRE OU TE CONTENIR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INCOMMENSURABLE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TU ES INDESCRIPTIBLE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FROM THE HIGHEST OF HEIGHTS TO THE DEPTHS OF THE SEA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CREATION'S REVEALING YOUR MAJESTY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FROM THE COLORS OF FALL TO THE FRAGRANCE OF SPRING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EVERY CREATURE UNIQUE IN THE SONG THAT IT SINGS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ALL EXCLAIMING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YOU ARE AMAZING GOD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WHO HAS TOLD EVERY LIGHTNING BOLT WHERE IT SHOULD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OR SEEN HEAVENLY STOREHOUSES LADEN WITH SNOW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WHO IMAGINED THE SUN AND GIVES SOURCE TO ITS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YET CONCEALS IT TO BRING US THE COOLNESS OF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NONE CAN FATHOM  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YOU ARE AMAZING GOD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CAN'T EXPLAIN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YOU PLACES THE STARS IN THE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CAN'T CONTAIN  YOU'RE ALL POWERFUL YOU'RE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CAN'T EXPLAIN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YOU PLACES THE STARS IN THE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61-  CAN'T CONTAIN  YOU'RE ALL POWERFUL, YOU'RE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62-  AWESTRUCK WE FALL TO OUR KNEES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64-  YOU PLACED THE STARS IN THE SKY 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65-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66- 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67-  AWESTRUCK WE FALL TO OUR KNEES 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68-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b="1" i="1" dirty="0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DES PROFONDEURS DES MERS AUX MONTAGNES ÉLEVÉES</a:t>
            </a:r>
          </a:p>
          <a:p>
            <a:pPr>
              <a:defRPr/>
            </a:pPr>
            <a:r>
              <a:rPr lang="fr-FR" smtClean="0"/>
              <a:t>From the highest of heights to the depths of the sea</a:t>
            </a:r>
          </a:p>
          <a:p>
            <a:pPr>
              <a:defRPr/>
            </a:pPr>
            <a:r>
              <a:rPr lang="fr-FR" smtClean="0"/>
              <a:t>2-  LA CRÉATION RÉVÈLE TA MAJESTÉ</a:t>
            </a:r>
          </a:p>
          <a:p>
            <a:pPr>
              <a:defRPr/>
            </a:pPr>
            <a:r>
              <a:rPr lang="fr-FR" smtClean="0"/>
              <a:t>Creation's revealing Your majesty 
3-  DES COULEURS DE L’AUTOMNE  AUX PARFUMS DU PRINTEMPS</a:t>
            </a:r>
          </a:p>
          <a:p>
            <a:pPr>
              <a:defRPr/>
            </a:pPr>
            <a:r>
              <a:rPr lang="fr-FR" smtClean="0"/>
              <a:t>From the colors of fall to the fragrance of spring 
4-  CHAQUE CRÉATURE UNIQUE TE CHANTE UN NOUVEAU CHANT </a:t>
            </a:r>
          </a:p>
          <a:p>
            <a:pPr>
              <a:defRPr/>
            </a:pPr>
            <a:r>
              <a:rPr lang="fr-FR" smtClean="0"/>
              <a:t>Every creature unique in the song that it sings
5-  TOUTES S’EXCLAMANT</a:t>
            </a:r>
          </a:p>
          <a:p>
            <a:pPr>
              <a:defRPr/>
            </a:pPr>
            <a:r>
              <a:rPr lang="fr-FR" smtClean="0"/>
              <a:t>All exclaiming</a:t>
            </a:r>
          </a:p>
          <a:p>
            <a:pPr>
              <a:defRPr/>
            </a:pPr>
            <a:r>
              <a:rPr lang="fr-FR" smtClean="0"/>
              <a:t> 
	6-  QUI PEUT TE DÉCRIRE OU TE CONTENIR ? </a:t>
            </a:r>
          </a:p>
          <a:p>
            <a:pPr>
              <a:defRPr/>
            </a:pPr>
            <a:r>
              <a:rPr lang="fr-FR" smtClean="0"/>
              <a:t>	Indescribable, uncontainable,
	7-  TU PLACES LES ÉTOILES AU CIEL ET TU CONNAIS LEUR NOM </a:t>
            </a:r>
          </a:p>
          <a:p>
            <a:pPr>
              <a:defRPr/>
            </a:pPr>
            <a:r>
              <a:rPr lang="fr-FR" smtClean="0"/>
              <a:t>	You placed the stars in the sky and You know them by name</a:t>
            </a:r>
          </a:p>
          <a:p>
            <a:pPr>
              <a:defRPr/>
            </a:pPr>
            <a:r>
              <a:rPr lang="fr-FR" smtClean="0"/>
              <a:t>	8-  TU ES UN DIEU SI GRAND</a:t>
            </a:r>
          </a:p>
          <a:p>
            <a:pPr>
              <a:defRPr/>
            </a:pPr>
            <a:r>
              <a:rPr lang="fr-FR" smtClean="0"/>
              <a:t>	You are amazing God 
	9-  DIEU TOUT-PUISSANT, IMPRESSIONNANT</a:t>
            </a:r>
          </a:p>
          <a:p>
            <a:pPr>
              <a:defRPr/>
            </a:pPr>
            <a:r>
              <a:rPr lang="fr-FR" smtClean="0"/>
              <a:t>	All powerful, untamable, 
	10-  NOUS TOMBONS À GENOUX DEVANT TOI EN PROCLAMANT</a:t>
            </a:r>
          </a:p>
          <a:p>
            <a:pPr>
              <a:defRPr/>
            </a:pPr>
            <a:r>
              <a:rPr lang="fr-FR" smtClean="0"/>
              <a:t>	Awestruck we fall to our knees as we humbly proclaim</a:t>
            </a:r>
          </a:p>
          <a:p>
            <a:pPr>
              <a:defRPr/>
            </a:pPr>
            <a:r>
              <a:rPr lang="fr-FR" smtClean="0"/>
              <a:t>	11- TU ES UN DIEU SI GRAND</a:t>
            </a:r>
          </a:p>
          <a:p>
            <a:pPr>
              <a:defRPr/>
            </a:pPr>
            <a:r>
              <a:rPr lang="fr-FR" smtClean="0"/>
              <a:t>	You are amazing God</a:t>
            </a:r>
          </a:p>
          <a:p>
            <a:pPr>
              <a:defRPr/>
            </a:pPr>
            <a:r>
              <a:rPr lang="fr-FR" smtClean="0"/>
              <a:t> 
12-  QUI COMMANDE AUX ÉCLAIRS DU TONNERRE OÙ ALLER ?</a:t>
            </a:r>
          </a:p>
          <a:p>
            <a:pPr>
              <a:defRPr/>
            </a:pPr>
            <a:r>
              <a:rPr lang="fr-FR" smtClean="0"/>
              <a:t>Who has told every lightning bolt where it should go 
13-  QUI ORDONNE À LA NEIGE EN QUEL LIEU SE POSER ? </a:t>
            </a:r>
          </a:p>
          <a:p>
            <a:pPr>
              <a:defRPr/>
            </a:pPr>
            <a:r>
              <a:rPr lang="fr-FR" smtClean="0"/>
              <a:t>Or seen heavenly storehouses laden with snow</a:t>
            </a:r>
          </a:p>
          <a:p>
            <a:pPr>
              <a:defRPr/>
            </a:pPr>
            <a:r>
              <a:rPr lang="fr-FR" smtClean="0"/>
              <a:t>14-  QUI CRÉA LE SOLEIL SA LUMIÈRE INFINIE ? </a:t>
            </a:r>
          </a:p>
          <a:p>
            <a:pPr>
              <a:defRPr/>
            </a:pPr>
            <a:r>
              <a:rPr lang="fr-FR" smtClean="0"/>
              <a:t>Who imagined the sun and gives source to its light</a:t>
            </a:r>
          </a:p>
          <a:p>
            <a:pPr>
              <a:defRPr/>
            </a:pPr>
            <a:r>
              <a:rPr lang="fr-FR" smtClean="0"/>
              <a:t>15-  ET LE CACHE POUR OFFRIR LA FRAÎCHEUR DE LA NUIT</a:t>
            </a:r>
          </a:p>
          <a:p>
            <a:pPr>
              <a:defRPr/>
            </a:pPr>
            <a:r>
              <a:rPr lang="fr-FR" smtClean="0"/>
              <a:t>Yet conceals it to bring us the coolness of night 
16-  QUI TE SONDERA ? </a:t>
            </a:r>
          </a:p>
          <a:p>
            <a:pPr>
              <a:defRPr/>
            </a:pPr>
            <a:r>
              <a:rPr lang="fr-FR" smtClean="0"/>
              <a:t>None can fathom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INEXPLICABLE QUI PEUT TE DÉCRIRE OU TE CONTENIR ?</a:t>
            </a:r>
          </a:p>
          <a:p>
            <a:pPr>
              <a:defRPr/>
            </a:pPr>
            <a:r>
              <a:rPr lang="fr-FR" smtClean="0"/>
              <a:t>18-  TU PLACES LES ÉTOILES AU CIEL INCOMMENSURABLE</a:t>
            </a:r>
          </a:p>
          <a:p>
            <a:pPr>
              <a:defRPr/>
            </a:pPr>
            <a:r>
              <a:rPr lang="fr-FR" smtClean="0"/>
              <a:t>19-  DIEU TOUT-PUISSANT, IMPRESSIONNANT</a:t>
            </a:r>
          </a:p>
          <a:p>
            <a:pPr>
              <a:defRPr/>
            </a:pPr>
            <a:r>
              <a:rPr lang="fr-FR" smtClean="0"/>
              <a:t>20-  FORMIDABLE NOUS TOMBONS À GENOUX DEVANT TOI</a:t>
            </a:r>
          </a:p>
          <a:p>
            <a:pPr>
              <a:defRPr/>
            </a:pPr>
            <a:r>
              <a:rPr lang="fr-FR" smtClean="0"/>
              <a:t>21-  INEXPLICABLE QUI PEUT TE DÉCRIRE OU TE CONTENIR ?</a:t>
            </a:r>
          </a:p>
          <a:p>
            <a:pPr>
              <a:defRPr/>
            </a:pPr>
            <a:r>
              <a:rPr lang="fr-FR" smtClean="0"/>
              <a:t>22-  TU PLACES LES ÉTOILES AU CIEL INCOMMENSURABLE</a:t>
            </a:r>
          </a:p>
          <a:p>
            <a:pPr>
              <a:defRPr/>
            </a:pPr>
            <a:r>
              <a:rPr lang="fr-FR" smtClean="0"/>
              <a:t>23-  DIEU TOUT-PUISSANT, IMPRESSIONNANT</a:t>
            </a:r>
          </a:p>
          <a:p>
            <a:pPr>
              <a:defRPr/>
            </a:pPr>
            <a:r>
              <a:rPr lang="fr-FR" smtClean="0"/>
              <a:t>24-  FORMIDABLE NOUS TOMBONS À GENOUX DEVANT TOI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QUI PEUT TE DÉCRIRE OU TE CONTENIR ?</a:t>
            </a:r>
          </a:p>
          <a:p>
            <a:pPr>
              <a:defRPr/>
            </a:pPr>
            <a:r>
              <a:rPr lang="fr-FR" smtClean="0"/>
              <a:t>26-  TU PLACES LES ÉTOILES AU CIEL ET TU CONNAIS LEUR NOM</a:t>
            </a:r>
          </a:p>
          <a:p>
            <a:pPr>
              <a:defRPr/>
            </a:pPr>
            <a:r>
              <a:rPr lang="fr-FR" smtClean="0"/>
              <a:t>27-  TU ES UN DIEU SI GRAND</a:t>
            </a:r>
          </a:p>
          <a:p>
            <a:pPr>
              <a:defRPr/>
            </a:pPr>
            <a:r>
              <a:rPr lang="fr-FR" smtClean="0"/>
              <a:t>28-  DIEU TOUT-PUISSANT, IMPRESSIONNANT</a:t>
            </a:r>
          </a:p>
          <a:p>
            <a:pPr>
              <a:defRPr/>
            </a:pPr>
            <a:r>
              <a:rPr lang="fr-FR" smtClean="0"/>
              <a:t>29-  NOUS TOMBONS À GENOUX DEVANT TOI EN PROCLAMANT</a:t>
            </a:r>
          </a:p>
          <a:p>
            <a:pPr>
              <a:defRPr/>
            </a:pPr>
            <a:r>
              <a:rPr lang="fr-FR" smtClean="0"/>
              <a:t>30-  TU ES UN DIEU SI GRAND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INEXPLICABLE QUI PEUT TE DÉCRIRE OU TE CONTENIR ?</a:t>
            </a:r>
          </a:p>
          <a:p>
            <a:pPr>
              <a:defRPr/>
            </a:pPr>
            <a:r>
              <a:rPr lang="fr-FR" smtClean="0"/>
              <a:t>32-  TU PLACES LES ÉTOILES AU CIEL</a:t>
            </a:r>
          </a:p>
          <a:p>
            <a:pPr>
              <a:defRPr/>
            </a:pPr>
            <a:r>
              <a:rPr lang="fr-FR" smtClean="0"/>
              <a:t>33-  INCOMMENSURABLE DIEU TOUT-PUISSANT, IMPRESSIONNANT</a:t>
            </a:r>
          </a:p>
          <a:p>
            <a:pPr>
              <a:defRPr/>
            </a:pPr>
            <a:r>
              <a:rPr lang="fr-FR" smtClean="0"/>
              <a:t>34-  FORMIDABLE NOUS TOMBONS À GENOUX DEVANT TOI</a:t>
            </a:r>
          </a:p>
          <a:p>
            <a:pPr>
              <a:defRPr/>
            </a:pPr>
            <a:r>
              <a:rPr lang="fr-FR" smtClean="0"/>
              <a:t>35-  INEXPLICABLE QUI PEUT TE DÉCRIRE OU TE CONTENIR ? </a:t>
            </a:r>
          </a:p>
          <a:p>
            <a:pPr>
              <a:defRPr/>
            </a:pPr>
            <a:r>
              <a:rPr lang="fr-FR" smtClean="0"/>
              <a:t>36-  INCOMMENSURABLE DIEU TOUT-PUISSANT, IMPRESSIONNANT</a:t>
            </a:r>
          </a:p>
          <a:p>
            <a:pPr>
              <a:defRPr/>
            </a:pPr>
            <a:r>
              <a:rPr lang="fr-FR" smtClean="0"/>
              <a:t>37-  TU ES INDESCRIPTIBLE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**************************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FROM THE HIGHEST OF HEIGHTS TO THE DEPTHS OF THE SEA</a:t>
            </a:r>
          </a:p>
          <a:p>
            <a:pPr>
              <a:defRPr/>
            </a:pPr>
            <a:r>
              <a:rPr lang="fr-FR" smtClean="0"/>
              <a:t>39-  CREATION'S REVEALING YOUR MAJESTY</a:t>
            </a:r>
          </a:p>
          <a:p>
            <a:pPr>
              <a:defRPr/>
            </a:pPr>
            <a:r>
              <a:rPr lang="fr-FR" smtClean="0"/>
              <a:t>40-  FROM THE COLORS OF FALL TO THE FRAGRANCE OF SPRING</a:t>
            </a:r>
          </a:p>
          <a:p>
            <a:pPr>
              <a:defRPr/>
            </a:pPr>
            <a:r>
              <a:rPr lang="fr-FR" smtClean="0"/>
              <a:t>41-  EVERY CREATURE UNIQUE IN THE SONG THAT IT SINGS</a:t>
            </a:r>
          </a:p>
          <a:p>
            <a:pPr>
              <a:defRPr/>
            </a:pPr>
            <a:r>
              <a:rPr lang="fr-FR" smtClean="0"/>
              <a:t>42-  ALL EXCLAIMING INDESCRIBABLE, UNCONTAINABLE</a:t>
            </a:r>
          </a:p>
          <a:p>
            <a:pPr>
              <a:defRPr/>
            </a:pPr>
            <a:r>
              <a:rPr lang="fr-FR" smtClean="0"/>
              <a:t>43-  YOU PLACED THE STARS IN THE SKY AND YOU KNOW THEM BY NAME</a:t>
            </a:r>
          </a:p>
          <a:p>
            <a:pPr>
              <a:defRPr/>
            </a:pPr>
            <a:r>
              <a:rPr lang="fr-FR" smtClean="0"/>
              <a:t>44-  YOU ARE AMAZING GOD ALL POWERFUL, UNTAMABLE</a:t>
            </a:r>
          </a:p>
          <a:p>
            <a:pPr>
              <a:defRPr/>
            </a:pPr>
            <a:r>
              <a:rPr lang="fr-FR" smtClean="0"/>
              <a:t>45-  AWESTRUCK WE FALL TO OUR KNEES AS WE HUMBLY PROCLAIM</a:t>
            </a:r>
          </a:p>
          <a:p>
            <a:pPr>
              <a:defRPr/>
            </a:pPr>
            <a:r>
              <a:rPr lang="fr-FR" smtClean="0"/>
              <a:t>46-  YOU ARE AMAZING GOD</a:t>
            </a:r>
          </a:p>
          <a:p>
            <a:pPr>
              <a:defRPr/>
            </a:pPr>
            <a:r>
              <a:rPr lang="fr-FR" smtClean="0"/>
              <a:t>47-  WHO HAS TOLD EVERY LIGHTNING BOLT WHERE IT SHOULD GO</a:t>
            </a:r>
          </a:p>
          <a:p>
            <a:pPr>
              <a:defRPr/>
            </a:pPr>
            <a:r>
              <a:rPr lang="fr-FR" smtClean="0"/>
              <a:t>48-  OR SEEN HEAVENLY STOREHOUSES LADEN WITH SNOW</a:t>
            </a:r>
          </a:p>
          <a:p>
            <a:pPr>
              <a:defRPr/>
            </a:pPr>
            <a:r>
              <a:rPr lang="fr-FR" smtClean="0"/>
              <a:t>49-  WHO IMAGINED THE SUN AND GIVES SOURCE TO ITS LIGHT</a:t>
            </a:r>
          </a:p>
          <a:p>
            <a:pPr>
              <a:defRPr/>
            </a:pPr>
            <a:r>
              <a:rPr lang="fr-FR" smtClean="0"/>
              <a:t>50-  YET CONCEALS IT TO BRING US THE COOLNESS OF NIGHT</a:t>
            </a:r>
          </a:p>
          <a:p>
            <a:pPr>
              <a:defRPr/>
            </a:pPr>
            <a:r>
              <a:rPr lang="fr-FR" smtClean="0"/>
              <a:t>51-  NONE CAN FATHOM  INDESCRIBABLE, UNCONTAINABLE</a:t>
            </a:r>
          </a:p>
          <a:p>
            <a:pPr>
              <a:defRPr/>
            </a:pPr>
            <a:r>
              <a:rPr lang="fr-FR" smtClean="0"/>
              <a:t>52-  YOU PLACED THE STARS IN THE SKY AND YOU KNOW THEM BY NAME</a:t>
            </a:r>
          </a:p>
          <a:p>
            <a:pPr>
              <a:defRPr/>
            </a:pPr>
            <a:r>
              <a:rPr lang="fr-FR" smtClean="0"/>
              <a:t>53-  YOU ARE AMAZING GOD ALL POWERFUL, UNTAMABLE</a:t>
            </a:r>
          </a:p>
          <a:p>
            <a:pPr>
              <a:defRPr/>
            </a:pPr>
            <a:r>
              <a:rPr lang="fr-FR" smtClean="0"/>
              <a:t>54-  AWESTRUCK WE FALL TO OUR KNEES AS WE HUMBLY PROCLAIM</a:t>
            </a:r>
          </a:p>
          <a:p>
            <a:pPr>
              <a:defRPr/>
            </a:pPr>
            <a:r>
              <a:rPr lang="fr-FR" smtClean="0"/>
              <a:t>55-  YOU ARE AMAZING GOD</a:t>
            </a:r>
          </a:p>
          <a:p>
            <a:pPr>
              <a:defRPr/>
            </a:pPr>
            <a:r>
              <a:rPr lang="fr-FR" smtClean="0"/>
              <a:t>56-  CAN'T EXPLAIN INDESCRIBABLE, UNCONTAINABLE</a:t>
            </a:r>
          </a:p>
          <a:p>
            <a:pPr>
              <a:defRPr/>
            </a:pPr>
            <a:r>
              <a:rPr lang="fr-FR" smtClean="0"/>
              <a:t>57-  YOU PLACES THE STARS IN THE SKY</a:t>
            </a:r>
          </a:p>
          <a:p>
            <a:pPr>
              <a:defRPr/>
            </a:pPr>
            <a:r>
              <a:rPr lang="fr-FR" smtClean="0"/>
              <a:t>58-  CAN'T CONTAIN  YOU'RE ALL POWERFUL YOU'RE UNTAMABLE</a:t>
            </a:r>
          </a:p>
          <a:p>
            <a:pPr>
              <a:defRPr/>
            </a:pPr>
            <a:r>
              <a:rPr lang="fr-FR" smtClean="0"/>
              <a:t>59-  CAN'T EXPLAIN INDESCRIBABLE, UNCONTAINABLE</a:t>
            </a:r>
          </a:p>
          <a:p>
            <a:pPr>
              <a:defRPr/>
            </a:pPr>
            <a:r>
              <a:rPr lang="fr-FR" smtClean="0"/>
              <a:t>60-  YOU PLACES THE STARS IN THE SKY</a:t>
            </a:r>
          </a:p>
          <a:p>
            <a:pPr>
              <a:defRPr/>
            </a:pPr>
            <a:r>
              <a:rPr lang="fr-FR" smtClean="0"/>
              <a:t>61-  CAN'T CONTAIN  YOU'RE ALL POWERFUL, YOU'RE UNTAMABLE</a:t>
            </a:r>
          </a:p>
          <a:p>
            <a:pPr>
              <a:defRPr/>
            </a:pPr>
            <a:r>
              <a:rPr lang="fr-FR" smtClean="0"/>
              <a:t>62-  AWESTRUCK WE FALL TO OUR KNEES</a:t>
            </a:r>
          </a:p>
          <a:p>
            <a:pPr>
              <a:defRPr/>
            </a:pPr>
            <a:r>
              <a:rPr lang="fr-FR" smtClean="0"/>
              <a:t>63-  INDESCRIBABLE, UNCONTAINABLE</a:t>
            </a:r>
          </a:p>
          <a:p>
            <a:pPr>
              <a:defRPr/>
            </a:pPr>
            <a:r>
              <a:rPr lang="fr-FR" smtClean="0"/>
              <a:t>64-  YOU PLACED THE STARS IN THE SKY  YOU KNOW THEM BY NAME</a:t>
            </a:r>
          </a:p>
          <a:p>
            <a:pPr>
              <a:defRPr/>
            </a:pPr>
            <a:r>
              <a:rPr lang="fr-FR" smtClean="0"/>
              <a:t>65-  YOU ARE AMAZING GOD</a:t>
            </a:r>
          </a:p>
          <a:p>
            <a:pPr>
              <a:defRPr/>
            </a:pPr>
            <a:r>
              <a:rPr lang="fr-FR" smtClean="0"/>
              <a:t>66-  ALL POWERFUL, UNTAMABLE</a:t>
            </a:r>
          </a:p>
          <a:p>
            <a:pPr>
              <a:defRPr/>
            </a:pPr>
            <a:r>
              <a:rPr lang="fr-FR" smtClean="0"/>
              <a:t>67-  AWESTRUCK WE FALL TO OUR KNEES  AS WE HUMBLY PROCLAIM</a:t>
            </a:r>
          </a:p>
          <a:p>
            <a:pPr>
              <a:defRPr/>
            </a:pPr>
            <a:r>
              <a:rPr lang="fr-FR" smtClean="0"/>
              <a:t>68-  YOU ARE AMAZING GOD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DES PROFONDEURS DES MERS AUX MONTAGNES ÉLEVÉES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highest of heights to the depths of the sea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LA CRÉATION RÉVÈLE TA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Creation's revealing Your majesty 
3-  DES COULEURS DE L’AUTOMNE  AUX PARFUMS DU PRINTEMPS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colors of fall to the fragrance of spring 
4-  CHAQUE CRÉATURE UNIQUE TE CHANTE UN NOUVEAU CHANT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creature unique in the song that it sings
5-  TOUTES S’EXCLAMANT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exclaiming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	6-  QUI PEUT TE DÉCRIRE OU TE CONTENIR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Indescribable, uncontainable,
	7-  TU PLACES LES ÉTOILES AU CIEL ET TU CONNAIS LEUR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amazing God 
	9-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All powerful, untamable, 
	10-  NOUS TOMBONS À GENOUX DEVANT TOI EN PROCLAMANT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12-  QUI COMMANDE AUX ÉCLAIRS DU TONNERRE OÙ ALLER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has told every lightning bolt where it should go 
13-  QUI ORDONNE À LA NEIGE EN QUEL LIEU SE POSER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Or seen heavenly storehouses laden with snow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QUI CRÉA LE SOLEIL SA LUMIÈRE INFINIE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imagined the sun and gives source to its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ET LE CACHE POUR OFFRIR LA FRAÎCHEUR DE LA NUIT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Yet conceals it to bring us the coolness of night 
16-  QUI TE SONDERA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None can fathom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PLACES LES ÉTOILES AU CIEL INCOMMENSURABLE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TU PLACES LES ÉTOILES AU CIEL INCOMMENSURABLE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TU PLACES LES ÉTOILES AU CIEL ET TU CONNAIS LEUR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NOUS TOMBONS À GENOUX DEVANT TOI EN PROCLAMANT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TU PLACES LES ÉTOILES AU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INCOMMENSURABLE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INEXPLICABLE QUI PEUT TE DÉCRIRE OU TE CONTENIR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INCOMMENSURABLE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TU ES INDESCRIPTIBLE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FROM THE HIGHEST OF HEIGHTS TO THE DEPTHS OF THE SEA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CREATION'S REVEALING YOUR MAJESTY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FROM THE COLORS OF FALL TO THE FRAGRANCE OF SPRING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EVERY CREATURE UNIQUE IN THE SONG THAT IT SINGS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ALL EXCLAIMING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YOU ARE AMAZING GOD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WHO HAS TOLD EVERY LIGHTNING BOLT WHERE IT SHOULD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OR SEEN HEAVENLY STOREHOUSES LADEN WITH SNOW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WHO IMAGINED THE SUN AND GIVES SOURCE TO ITS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YET CONCEALS IT TO BRING US THE COOLNESS OF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NONE CAN FATHOM  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YOU ARE AMAZING GOD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CAN'T EXPLAIN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YOU PLACES THE STARS IN THE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CAN'T CONTAIN  YOU'RE ALL POWERFUL YOU'RE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CAN'T EXPLAIN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YOU PLACES THE STARS IN THE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61-  CAN'T CONTAIN  YOU'RE ALL POWERFUL, YOU'RE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62-  AWESTRUCK WE FALL TO OUR KNEES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64-  YOU PLACED THE STARS IN THE SKY 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65-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66- 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67-  AWESTRUCK WE FALL TO OUR KNEES 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68-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b="1" i="1" dirty="0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DES PROFONDEURS DES MERS AUX MONTAGNES ÉLEVÉES</a:t>
            </a:r>
          </a:p>
          <a:p>
            <a:pPr>
              <a:defRPr/>
            </a:pPr>
            <a:r>
              <a:rPr lang="fr-FR" smtClean="0"/>
              <a:t>From the highest of heights to the depths of the sea</a:t>
            </a:r>
          </a:p>
          <a:p>
            <a:pPr>
              <a:defRPr/>
            </a:pPr>
            <a:r>
              <a:rPr lang="fr-FR" smtClean="0"/>
              <a:t>2-  LA CRÉATION RÉVÈLE TA MAJESTÉ</a:t>
            </a:r>
          </a:p>
          <a:p>
            <a:pPr>
              <a:defRPr/>
            </a:pPr>
            <a:r>
              <a:rPr lang="fr-FR" smtClean="0"/>
              <a:t>Creation's revealing Your majesty 
3-  DES COULEURS DE L’AUTOMNE  AUX PARFUMS DU PRINTEMPS</a:t>
            </a:r>
          </a:p>
          <a:p>
            <a:pPr>
              <a:defRPr/>
            </a:pPr>
            <a:r>
              <a:rPr lang="fr-FR" smtClean="0"/>
              <a:t>From the colors of fall to the fragrance of spring 
4-  CHAQUE CRÉATURE UNIQUE TE CHANTE UN NOUVEAU CHANT </a:t>
            </a:r>
          </a:p>
          <a:p>
            <a:pPr>
              <a:defRPr/>
            </a:pPr>
            <a:r>
              <a:rPr lang="fr-FR" smtClean="0"/>
              <a:t>Every creature unique in the song that it sings
5-  TOUTES S’EXCLAMANT</a:t>
            </a:r>
          </a:p>
          <a:p>
            <a:pPr>
              <a:defRPr/>
            </a:pPr>
            <a:r>
              <a:rPr lang="fr-FR" smtClean="0"/>
              <a:t>All exclaiming</a:t>
            </a:r>
          </a:p>
          <a:p>
            <a:pPr>
              <a:defRPr/>
            </a:pPr>
            <a:r>
              <a:rPr lang="fr-FR" smtClean="0"/>
              <a:t> 
	6-  QUI PEUT TE DÉCRIRE OU TE CONTENIR ? </a:t>
            </a:r>
          </a:p>
          <a:p>
            <a:pPr>
              <a:defRPr/>
            </a:pPr>
            <a:r>
              <a:rPr lang="fr-FR" smtClean="0"/>
              <a:t>	Indescribable, uncontainable,
	7-  TU PLACES LES ÉTOILES AU CIEL ET TU CONNAIS LEUR NOM </a:t>
            </a:r>
          </a:p>
          <a:p>
            <a:pPr>
              <a:defRPr/>
            </a:pPr>
            <a:r>
              <a:rPr lang="fr-FR" smtClean="0"/>
              <a:t>	You placed the stars in the sky and You know them by name</a:t>
            </a:r>
          </a:p>
          <a:p>
            <a:pPr>
              <a:defRPr/>
            </a:pPr>
            <a:r>
              <a:rPr lang="fr-FR" smtClean="0"/>
              <a:t>	8-  TU ES UN DIEU SI GRAND</a:t>
            </a:r>
          </a:p>
          <a:p>
            <a:pPr>
              <a:defRPr/>
            </a:pPr>
            <a:r>
              <a:rPr lang="fr-FR" smtClean="0"/>
              <a:t>	You are amazing God 
	9-  DIEU TOUT-PUISSANT, IMPRESSIONNANT</a:t>
            </a:r>
          </a:p>
          <a:p>
            <a:pPr>
              <a:defRPr/>
            </a:pPr>
            <a:r>
              <a:rPr lang="fr-FR" smtClean="0"/>
              <a:t>	All powerful, untamable, 
	10-  NOUS TOMBONS À GENOUX DEVANT TOI EN PROCLAMANT</a:t>
            </a:r>
          </a:p>
          <a:p>
            <a:pPr>
              <a:defRPr/>
            </a:pPr>
            <a:r>
              <a:rPr lang="fr-FR" smtClean="0"/>
              <a:t>	Awestruck we fall to our knees as we humbly proclaim</a:t>
            </a:r>
          </a:p>
          <a:p>
            <a:pPr>
              <a:defRPr/>
            </a:pPr>
            <a:r>
              <a:rPr lang="fr-FR" smtClean="0"/>
              <a:t>	11- TU ES UN DIEU SI GRAND</a:t>
            </a:r>
          </a:p>
          <a:p>
            <a:pPr>
              <a:defRPr/>
            </a:pPr>
            <a:r>
              <a:rPr lang="fr-FR" smtClean="0"/>
              <a:t>	You are amazing God</a:t>
            </a:r>
          </a:p>
          <a:p>
            <a:pPr>
              <a:defRPr/>
            </a:pPr>
            <a:r>
              <a:rPr lang="fr-FR" smtClean="0"/>
              <a:t> 
12-  QUI COMMANDE AUX ÉCLAIRS DU TONNERRE OÙ ALLER ?</a:t>
            </a:r>
          </a:p>
          <a:p>
            <a:pPr>
              <a:defRPr/>
            </a:pPr>
            <a:r>
              <a:rPr lang="fr-FR" smtClean="0"/>
              <a:t>Who has told every lightning bolt where it should go 
13-  QUI ORDONNE À LA NEIGE EN QUEL LIEU SE POSER ? </a:t>
            </a:r>
          </a:p>
          <a:p>
            <a:pPr>
              <a:defRPr/>
            </a:pPr>
            <a:r>
              <a:rPr lang="fr-FR" smtClean="0"/>
              <a:t>Or seen heavenly storehouses laden with snow</a:t>
            </a:r>
          </a:p>
          <a:p>
            <a:pPr>
              <a:defRPr/>
            </a:pPr>
            <a:r>
              <a:rPr lang="fr-FR" smtClean="0"/>
              <a:t>14-  QUI CRÉA LE SOLEIL SA LUMIÈRE INFINIE ? </a:t>
            </a:r>
          </a:p>
          <a:p>
            <a:pPr>
              <a:defRPr/>
            </a:pPr>
            <a:r>
              <a:rPr lang="fr-FR" smtClean="0"/>
              <a:t>Who imagined the sun and gives source to its light</a:t>
            </a:r>
          </a:p>
          <a:p>
            <a:pPr>
              <a:defRPr/>
            </a:pPr>
            <a:r>
              <a:rPr lang="fr-FR" smtClean="0"/>
              <a:t>15-  ET LE CACHE POUR OFFRIR LA FRAÎCHEUR DE LA NUIT</a:t>
            </a:r>
          </a:p>
          <a:p>
            <a:pPr>
              <a:defRPr/>
            </a:pPr>
            <a:r>
              <a:rPr lang="fr-FR" smtClean="0"/>
              <a:t>Yet conceals it to bring us the coolness of night 
16-  QUI TE SONDERA ? </a:t>
            </a:r>
          </a:p>
          <a:p>
            <a:pPr>
              <a:defRPr/>
            </a:pPr>
            <a:r>
              <a:rPr lang="fr-FR" smtClean="0"/>
              <a:t>None can fathom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INEXPLICABLE QUI PEUT TE DÉCRIRE OU TE CONTENIR ?</a:t>
            </a:r>
          </a:p>
          <a:p>
            <a:pPr>
              <a:defRPr/>
            </a:pPr>
            <a:r>
              <a:rPr lang="fr-FR" smtClean="0"/>
              <a:t>18-  TU PLACES LES ÉTOILES AU CIEL INCOMMENSURABLE</a:t>
            </a:r>
          </a:p>
          <a:p>
            <a:pPr>
              <a:defRPr/>
            </a:pPr>
            <a:r>
              <a:rPr lang="fr-FR" smtClean="0"/>
              <a:t>19-  DIEU TOUT-PUISSANT, IMPRESSIONNANT</a:t>
            </a:r>
          </a:p>
          <a:p>
            <a:pPr>
              <a:defRPr/>
            </a:pPr>
            <a:r>
              <a:rPr lang="fr-FR" smtClean="0"/>
              <a:t>20-  FORMIDABLE NOUS TOMBONS À GENOUX DEVANT TOI</a:t>
            </a:r>
          </a:p>
          <a:p>
            <a:pPr>
              <a:defRPr/>
            </a:pPr>
            <a:r>
              <a:rPr lang="fr-FR" smtClean="0"/>
              <a:t>21-  INEXPLICABLE QUI PEUT TE DÉCRIRE OU TE CONTENIR ?</a:t>
            </a:r>
          </a:p>
          <a:p>
            <a:pPr>
              <a:defRPr/>
            </a:pPr>
            <a:r>
              <a:rPr lang="fr-FR" smtClean="0"/>
              <a:t>22-  TU PLACES LES ÉTOILES AU CIEL INCOMMENSURABLE</a:t>
            </a:r>
          </a:p>
          <a:p>
            <a:pPr>
              <a:defRPr/>
            </a:pPr>
            <a:r>
              <a:rPr lang="fr-FR" smtClean="0"/>
              <a:t>23-  DIEU TOUT-PUISSANT, IMPRESSIONNANT</a:t>
            </a:r>
          </a:p>
          <a:p>
            <a:pPr>
              <a:defRPr/>
            </a:pPr>
            <a:r>
              <a:rPr lang="fr-FR" smtClean="0"/>
              <a:t>24-  FORMIDABLE NOUS TOMBONS À GENOUX DEVANT TOI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QUI PEUT TE DÉCRIRE OU TE CONTENIR ?</a:t>
            </a:r>
          </a:p>
          <a:p>
            <a:pPr>
              <a:defRPr/>
            </a:pPr>
            <a:r>
              <a:rPr lang="fr-FR" smtClean="0"/>
              <a:t>26-  TU PLACES LES ÉTOILES AU CIEL ET TU CONNAIS LEUR NOM</a:t>
            </a:r>
          </a:p>
          <a:p>
            <a:pPr>
              <a:defRPr/>
            </a:pPr>
            <a:r>
              <a:rPr lang="fr-FR" smtClean="0"/>
              <a:t>27-  TU ES UN DIEU SI GRAND</a:t>
            </a:r>
          </a:p>
          <a:p>
            <a:pPr>
              <a:defRPr/>
            </a:pPr>
            <a:r>
              <a:rPr lang="fr-FR" smtClean="0"/>
              <a:t>28-  DIEU TOUT-PUISSANT, IMPRESSIONNANT</a:t>
            </a:r>
          </a:p>
          <a:p>
            <a:pPr>
              <a:defRPr/>
            </a:pPr>
            <a:r>
              <a:rPr lang="fr-FR" smtClean="0"/>
              <a:t>29-  NOUS TOMBONS À GENOUX DEVANT TOI EN PROCLAMANT</a:t>
            </a:r>
          </a:p>
          <a:p>
            <a:pPr>
              <a:defRPr/>
            </a:pPr>
            <a:r>
              <a:rPr lang="fr-FR" smtClean="0"/>
              <a:t>30-  TU ES UN DIEU SI GRAND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INEXPLICABLE QUI PEUT TE DÉCRIRE OU TE CONTENIR ?</a:t>
            </a:r>
          </a:p>
          <a:p>
            <a:pPr>
              <a:defRPr/>
            </a:pPr>
            <a:r>
              <a:rPr lang="fr-FR" smtClean="0"/>
              <a:t>32-  TU PLACES LES ÉTOILES AU CIEL</a:t>
            </a:r>
          </a:p>
          <a:p>
            <a:pPr>
              <a:defRPr/>
            </a:pPr>
            <a:r>
              <a:rPr lang="fr-FR" smtClean="0"/>
              <a:t>33-  INCOMMENSURABLE DIEU TOUT-PUISSANT, IMPRESSIONNANT</a:t>
            </a:r>
          </a:p>
          <a:p>
            <a:pPr>
              <a:defRPr/>
            </a:pPr>
            <a:r>
              <a:rPr lang="fr-FR" smtClean="0"/>
              <a:t>34-  FORMIDABLE NOUS TOMBONS À GENOUX DEVANT TOI</a:t>
            </a:r>
          </a:p>
          <a:p>
            <a:pPr>
              <a:defRPr/>
            </a:pPr>
            <a:r>
              <a:rPr lang="fr-FR" smtClean="0"/>
              <a:t>35-  INEXPLICABLE QUI PEUT TE DÉCRIRE OU TE CONTENIR ? </a:t>
            </a:r>
          </a:p>
          <a:p>
            <a:pPr>
              <a:defRPr/>
            </a:pPr>
            <a:r>
              <a:rPr lang="fr-FR" smtClean="0"/>
              <a:t>36-  INCOMMENSURABLE DIEU TOUT-PUISSANT, IMPRESSIONNANT</a:t>
            </a:r>
          </a:p>
          <a:p>
            <a:pPr>
              <a:defRPr/>
            </a:pPr>
            <a:r>
              <a:rPr lang="fr-FR" smtClean="0"/>
              <a:t>37-  TU ES INDESCRIPTIBLE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**************************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FROM THE HIGHEST OF HEIGHTS TO THE DEPTHS OF THE SEA</a:t>
            </a:r>
          </a:p>
          <a:p>
            <a:pPr>
              <a:defRPr/>
            </a:pPr>
            <a:r>
              <a:rPr lang="fr-FR" smtClean="0"/>
              <a:t>39-  CREATION'S REVEALING YOUR MAJESTY</a:t>
            </a:r>
          </a:p>
          <a:p>
            <a:pPr>
              <a:defRPr/>
            </a:pPr>
            <a:r>
              <a:rPr lang="fr-FR" smtClean="0"/>
              <a:t>40-  FROM THE COLORS OF FALL TO THE FRAGRANCE OF SPRING</a:t>
            </a:r>
          </a:p>
          <a:p>
            <a:pPr>
              <a:defRPr/>
            </a:pPr>
            <a:r>
              <a:rPr lang="fr-FR" smtClean="0"/>
              <a:t>41-  EVERY CREATURE UNIQUE IN THE SONG THAT IT SINGS</a:t>
            </a:r>
          </a:p>
          <a:p>
            <a:pPr>
              <a:defRPr/>
            </a:pPr>
            <a:r>
              <a:rPr lang="fr-FR" smtClean="0"/>
              <a:t>42-  ALL EXCLAIMING INDESCRIBABLE, UNCONTAINABLE</a:t>
            </a:r>
          </a:p>
          <a:p>
            <a:pPr>
              <a:defRPr/>
            </a:pPr>
            <a:r>
              <a:rPr lang="fr-FR" smtClean="0"/>
              <a:t>43-  YOU PLACED THE STARS IN THE SKY AND YOU KNOW THEM BY NAME</a:t>
            </a:r>
          </a:p>
          <a:p>
            <a:pPr>
              <a:defRPr/>
            </a:pPr>
            <a:r>
              <a:rPr lang="fr-FR" smtClean="0"/>
              <a:t>44-  YOU ARE AMAZING GOD ALL POWERFUL, UNTAMABLE</a:t>
            </a:r>
          </a:p>
          <a:p>
            <a:pPr>
              <a:defRPr/>
            </a:pPr>
            <a:r>
              <a:rPr lang="fr-FR" smtClean="0"/>
              <a:t>45-  AWESTRUCK WE FALL TO OUR KNEES AS WE HUMBLY PROCLAIM</a:t>
            </a:r>
          </a:p>
          <a:p>
            <a:pPr>
              <a:defRPr/>
            </a:pPr>
            <a:r>
              <a:rPr lang="fr-FR" smtClean="0"/>
              <a:t>46-  YOU ARE AMAZING GOD</a:t>
            </a:r>
          </a:p>
          <a:p>
            <a:pPr>
              <a:defRPr/>
            </a:pPr>
            <a:r>
              <a:rPr lang="fr-FR" smtClean="0"/>
              <a:t>47-  WHO HAS TOLD EVERY LIGHTNING BOLT WHERE IT SHOULD GO</a:t>
            </a:r>
          </a:p>
          <a:p>
            <a:pPr>
              <a:defRPr/>
            </a:pPr>
            <a:r>
              <a:rPr lang="fr-FR" smtClean="0"/>
              <a:t>48-  OR SEEN HEAVENLY STOREHOUSES LADEN WITH SNOW</a:t>
            </a:r>
          </a:p>
          <a:p>
            <a:pPr>
              <a:defRPr/>
            </a:pPr>
            <a:r>
              <a:rPr lang="fr-FR" smtClean="0"/>
              <a:t>49-  WHO IMAGINED THE SUN AND GIVES SOURCE TO ITS LIGHT</a:t>
            </a:r>
          </a:p>
          <a:p>
            <a:pPr>
              <a:defRPr/>
            </a:pPr>
            <a:r>
              <a:rPr lang="fr-FR" smtClean="0"/>
              <a:t>50-  YET CONCEALS IT TO BRING US THE COOLNESS OF NIGHT</a:t>
            </a:r>
          </a:p>
          <a:p>
            <a:pPr>
              <a:defRPr/>
            </a:pPr>
            <a:r>
              <a:rPr lang="fr-FR" smtClean="0"/>
              <a:t>51-  NONE CAN FATHOM  INDESCRIBABLE, UNCONTAINABLE</a:t>
            </a:r>
          </a:p>
          <a:p>
            <a:pPr>
              <a:defRPr/>
            </a:pPr>
            <a:r>
              <a:rPr lang="fr-FR" smtClean="0"/>
              <a:t>52-  YOU PLACED THE STARS IN THE SKY AND YOU KNOW THEM BY NAME</a:t>
            </a:r>
          </a:p>
          <a:p>
            <a:pPr>
              <a:defRPr/>
            </a:pPr>
            <a:r>
              <a:rPr lang="fr-FR" smtClean="0"/>
              <a:t>53-  YOU ARE AMAZING GOD ALL POWERFUL, UNTAMABLE</a:t>
            </a:r>
          </a:p>
          <a:p>
            <a:pPr>
              <a:defRPr/>
            </a:pPr>
            <a:r>
              <a:rPr lang="fr-FR" smtClean="0"/>
              <a:t>54-  AWESTRUCK WE FALL TO OUR KNEES AS WE HUMBLY PROCLAIM</a:t>
            </a:r>
          </a:p>
          <a:p>
            <a:pPr>
              <a:defRPr/>
            </a:pPr>
            <a:r>
              <a:rPr lang="fr-FR" smtClean="0"/>
              <a:t>55-  YOU ARE AMAZING GOD</a:t>
            </a:r>
          </a:p>
          <a:p>
            <a:pPr>
              <a:defRPr/>
            </a:pPr>
            <a:r>
              <a:rPr lang="fr-FR" smtClean="0"/>
              <a:t>56-  CAN'T EXPLAIN INDESCRIBABLE, UNCONTAINABLE</a:t>
            </a:r>
          </a:p>
          <a:p>
            <a:pPr>
              <a:defRPr/>
            </a:pPr>
            <a:r>
              <a:rPr lang="fr-FR" smtClean="0"/>
              <a:t>57-  YOU PLACES THE STARS IN THE SKY</a:t>
            </a:r>
          </a:p>
          <a:p>
            <a:pPr>
              <a:defRPr/>
            </a:pPr>
            <a:r>
              <a:rPr lang="fr-FR" smtClean="0"/>
              <a:t>58-  CAN'T CONTAIN  YOU'RE ALL POWERFUL YOU'RE UNTAMABLE</a:t>
            </a:r>
          </a:p>
          <a:p>
            <a:pPr>
              <a:defRPr/>
            </a:pPr>
            <a:r>
              <a:rPr lang="fr-FR" smtClean="0"/>
              <a:t>59-  CAN'T EXPLAIN INDESCRIBABLE, UNCONTAINABLE</a:t>
            </a:r>
          </a:p>
          <a:p>
            <a:pPr>
              <a:defRPr/>
            </a:pPr>
            <a:r>
              <a:rPr lang="fr-FR" smtClean="0"/>
              <a:t>60-  YOU PLACES THE STARS IN THE SKY</a:t>
            </a:r>
          </a:p>
          <a:p>
            <a:pPr>
              <a:defRPr/>
            </a:pPr>
            <a:r>
              <a:rPr lang="fr-FR" smtClean="0"/>
              <a:t>61-  CAN'T CONTAIN  YOU'RE ALL POWERFUL, YOU'RE UNTAMABLE</a:t>
            </a:r>
          </a:p>
          <a:p>
            <a:pPr>
              <a:defRPr/>
            </a:pPr>
            <a:r>
              <a:rPr lang="fr-FR" smtClean="0"/>
              <a:t>62-  AWESTRUCK WE FALL TO OUR KNEES</a:t>
            </a:r>
          </a:p>
          <a:p>
            <a:pPr>
              <a:defRPr/>
            </a:pPr>
            <a:r>
              <a:rPr lang="fr-FR" smtClean="0"/>
              <a:t>63-  INDESCRIBABLE, UNCONTAINABLE</a:t>
            </a:r>
          </a:p>
          <a:p>
            <a:pPr>
              <a:defRPr/>
            </a:pPr>
            <a:r>
              <a:rPr lang="fr-FR" smtClean="0"/>
              <a:t>64-  YOU PLACED THE STARS IN THE SKY  YOU KNOW THEM BY NAME</a:t>
            </a:r>
          </a:p>
          <a:p>
            <a:pPr>
              <a:defRPr/>
            </a:pPr>
            <a:r>
              <a:rPr lang="fr-FR" smtClean="0"/>
              <a:t>65-  YOU ARE AMAZING GOD</a:t>
            </a:r>
          </a:p>
          <a:p>
            <a:pPr>
              <a:defRPr/>
            </a:pPr>
            <a:r>
              <a:rPr lang="fr-FR" smtClean="0"/>
              <a:t>66-  ALL POWERFUL, UNTAMABLE</a:t>
            </a:r>
          </a:p>
          <a:p>
            <a:pPr>
              <a:defRPr/>
            </a:pPr>
            <a:r>
              <a:rPr lang="fr-FR" smtClean="0"/>
              <a:t>67-  AWESTRUCK WE FALL TO OUR KNEES  AS WE HUMBLY PROCLAIM</a:t>
            </a:r>
          </a:p>
          <a:p>
            <a:pPr>
              <a:defRPr/>
            </a:pPr>
            <a:r>
              <a:rPr lang="fr-FR" smtClean="0"/>
              <a:t>68-  YOU ARE AMAZING GOD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DES PROFONDEURS DES MERS AUX MONTAGNES ÉLEVÉES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highest of heights to the depths of the sea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LA CRÉATION RÉVÈLE TA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Creation's revealing Your majesty 
3-  DES COULEURS DE L’AUTOMNE  AUX PARFUMS DU PRINTEMPS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colors of fall to the fragrance of spring 
4-  CHAQUE CRÉATURE UNIQUE TE CHANTE UN NOUVEAU CHANT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creature unique in the song that it sings
5-  TOUTES S’EXCLAMANT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exclaiming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	6-  QUI PEUT TE DÉCRIRE OU TE CONTENIR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Indescribable, uncontainable,
	7-  TU PLACES LES ÉTOILES AU CIEL ET TU CONNAIS LEUR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amazing God 
	9-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All powerful, untamable, 
	10-  NOUS TOMBONS À GENOUX DEVANT TOI EN PROCLAMANT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12-  QUI COMMANDE AUX ÉCLAIRS DU TONNERRE OÙ ALLER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has told every lightning bolt where it should go 
13-  QUI ORDONNE À LA NEIGE EN QUEL LIEU SE POSER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Or seen heavenly storehouses laden with snow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QUI CRÉA LE SOLEIL SA LUMIÈRE INFINIE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imagined the sun and gives source to its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ET LE CACHE POUR OFFRIR LA FRAÎCHEUR DE LA NUIT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Yet conceals it to bring us the coolness of night 
16-  QUI TE SONDERA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None can fathom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PLACES LES ÉTOILES AU CIEL INCOMMENSURABLE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TU PLACES LES ÉTOILES AU CIEL INCOMMENSURABLE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TU PLACES LES ÉTOILES AU CIEL ET TU CONNAIS LEUR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NOUS TOMBONS À GENOUX DEVANT TOI EN PROCLAMANT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TU PLACES LES ÉTOILES AU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INCOMMENSURABLE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INEXPLICABLE QUI PEUT TE DÉCRIRE OU TE CONTENIR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INCOMMENSURABLE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TU ES INDESCRIPTIBLE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FROM THE HIGHEST OF HEIGHTS TO THE DEPTHS OF THE SEA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CREATION'S REVEALING YOUR MAJESTY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FROM THE COLORS OF FALL TO THE FRAGRANCE OF SPRING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EVERY CREATURE UNIQUE IN THE SONG THAT IT SINGS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ALL EXCLAIMING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YOU ARE AMAZING GOD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WHO HAS TOLD EVERY LIGHTNING BOLT WHERE IT SHOULD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OR SEEN HEAVENLY STOREHOUSES LADEN WITH SNOW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WHO IMAGINED THE SUN AND GIVES SOURCE TO ITS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YET CONCEALS IT TO BRING US THE COOLNESS OF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NONE CAN FATHOM  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YOU ARE AMAZING GOD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CAN'T EXPLAIN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YOU PLACES THE STARS IN THE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CAN'T CONTAIN  YOU'RE ALL POWERFUL YOU'RE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CAN'T EXPLAIN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YOU PLACES THE STARS IN THE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61-  CAN'T CONTAIN  YOU'RE ALL POWERFUL, YOU'RE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62-  AWESTRUCK WE FALL TO OUR KNEES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64-  YOU PLACED THE STARS IN THE SKY 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65-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66- 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67-  AWESTRUCK WE FALL TO OUR KNEES 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68-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b="1" i="1" dirty="0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DES PROFONDEURS DES MERS AUX MONTAGNES ÉLEVÉES</a:t>
            </a:r>
          </a:p>
          <a:p>
            <a:pPr>
              <a:defRPr/>
            </a:pPr>
            <a:r>
              <a:rPr lang="fr-FR" smtClean="0"/>
              <a:t>From the highest of heights to the depths of the sea</a:t>
            </a:r>
          </a:p>
          <a:p>
            <a:pPr>
              <a:defRPr/>
            </a:pPr>
            <a:r>
              <a:rPr lang="fr-FR" smtClean="0"/>
              <a:t>2-  LA CRÉATION RÉVÈLE TA MAJESTÉ</a:t>
            </a:r>
          </a:p>
          <a:p>
            <a:pPr>
              <a:defRPr/>
            </a:pPr>
            <a:r>
              <a:rPr lang="fr-FR" smtClean="0"/>
              <a:t>Creation's revealing Your majesty 
3-  DES COULEURS DE L’AUTOMNE  AUX PARFUMS DU PRINTEMPS</a:t>
            </a:r>
          </a:p>
          <a:p>
            <a:pPr>
              <a:defRPr/>
            </a:pPr>
            <a:r>
              <a:rPr lang="fr-FR" smtClean="0"/>
              <a:t>From the colors of fall to the fragrance of spring 
4-  CHAQUE CRÉATURE UNIQUE TE CHANTE UN NOUVEAU CHANT </a:t>
            </a:r>
          </a:p>
          <a:p>
            <a:pPr>
              <a:defRPr/>
            </a:pPr>
            <a:r>
              <a:rPr lang="fr-FR" smtClean="0"/>
              <a:t>Every creature unique in the song that it sings
5-  TOUTES S’EXCLAMANT</a:t>
            </a:r>
          </a:p>
          <a:p>
            <a:pPr>
              <a:defRPr/>
            </a:pPr>
            <a:r>
              <a:rPr lang="fr-FR" smtClean="0"/>
              <a:t>All exclaiming</a:t>
            </a:r>
          </a:p>
          <a:p>
            <a:pPr>
              <a:defRPr/>
            </a:pPr>
            <a:r>
              <a:rPr lang="fr-FR" smtClean="0"/>
              <a:t> 
	6-  QUI PEUT TE DÉCRIRE OU TE CONTENIR ? </a:t>
            </a:r>
          </a:p>
          <a:p>
            <a:pPr>
              <a:defRPr/>
            </a:pPr>
            <a:r>
              <a:rPr lang="fr-FR" smtClean="0"/>
              <a:t>	Indescribable, uncontainable,
	7-  TU PLACES LES ÉTOILES AU CIEL ET TU CONNAIS LEUR NOM </a:t>
            </a:r>
          </a:p>
          <a:p>
            <a:pPr>
              <a:defRPr/>
            </a:pPr>
            <a:r>
              <a:rPr lang="fr-FR" smtClean="0"/>
              <a:t>	You placed the stars in the sky and You know them by name</a:t>
            </a:r>
          </a:p>
          <a:p>
            <a:pPr>
              <a:defRPr/>
            </a:pPr>
            <a:r>
              <a:rPr lang="fr-FR" smtClean="0"/>
              <a:t>	8-  TU ES UN DIEU SI GRAND</a:t>
            </a:r>
          </a:p>
          <a:p>
            <a:pPr>
              <a:defRPr/>
            </a:pPr>
            <a:r>
              <a:rPr lang="fr-FR" smtClean="0"/>
              <a:t>	You are amazing God 
	9-  DIEU TOUT-PUISSANT, IMPRESSIONNANT</a:t>
            </a:r>
          </a:p>
          <a:p>
            <a:pPr>
              <a:defRPr/>
            </a:pPr>
            <a:r>
              <a:rPr lang="fr-FR" smtClean="0"/>
              <a:t>	All powerful, untamable, 
	10-  NOUS TOMBONS À GENOUX DEVANT TOI EN PROCLAMANT</a:t>
            </a:r>
          </a:p>
          <a:p>
            <a:pPr>
              <a:defRPr/>
            </a:pPr>
            <a:r>
              <a:rPr lang="fr-FR" smtClean="0"/>
              <a:t>	Awestruck we fall to our knees as we humbly proclaim</a:t>
            </a:r>
          </a:p>
          <a:p>
            <a:pPr>
              <a:defRPr/>
            </a:pPr>
            <a:r>
              <a:rPr lang="fr-FR" smtClean="0"/>
              <a:t>	11- TU ES UN DIEU SI GRAND</a:t>
            </a:r>
          </a:p>
          <a:p>
            <a:pPr>
              <a:defRPr/>
            </a:pPr>
            <a:r>
              <a:rPr lang="fr-FR" smtClean="0"/>
              <a:t>	You are amazing God</a:t>
            </a:r>
          </a:p>
          <a:p>
            <a:pPr>
              <a:defRPr/>
            </a:pPr>
            <a:r>
              <a:rPr lang="fr-FR" smtClean="0"/>
              <a:t> 
12-  QUI COMMANDE AUX ÉCLAIRS DU TONNERRE OÙ ALLER ?</a:t>
            </a:r>
          </a:p>
          <a:p>
            <a:pPr>
              <a:defRPr/>
            </a:pPr>
            <a:r>
              <a:rPr lang="fr-FR" smtClean="0"/>
              <a:t>Who has told every lightning bolt where it should go 
13-  QUI ORDONNE À LA NEIGE EN QUEL LIEU SE POSER ? </a:t>
            </a:r>
          </a:p>
          <a:p>
            <a:pPr>
              <a:defRPr/>
            </a:pPr>
            <a:r>
              <a:rPr lang="fr-FR" smtClean="0"/>
              <a:t>Or seen heavenly storehouses laden with snow</a:t>
            </a:r>
          </a:p>
          <a:p>
            <a:pPr>
              <a:defRPr/>
            </a:pPr>
            <a:r>
              <a:rPr lang="fr-FR" smtClean="0"/>
              <a:t>14-  QUI CRÉA LE SOLEIL SA LUMIÈRE INFINIE ? </a:t>
            </a:r>
          </a:p>
          <a:p>
            <a:pPr>
              <a:defRPr/>
            </a:pPr>
            <a:r>
              <a:rPr lang="fr-FR" smtClean="0"/>
              <a:t>Who imagined the sun and gives source to its light</a:t>
            </a:r>
          </a:p>
          <a:p>
            <a:pPr>
              <a:defRPr/>
            </a:pPr>
            <a:r>
              <a:rPr lang="fr-FR" smtClean="0"/>
              <a:t>15-  ET LE CACHE POUR OFFRIR LA FRAÎCHEUR DE LA NUIT</a:t>
            </a:r>
          </a:p>
          <a:p>
            <a:pPr>
              <a:defRPr/>
            </a:pPr>
            <a:r>
              <a:rPr lang="fr-FR" smtClean="0"/>
              <a:t>Yet conceals it to bring us the coolness of night 
16-  QUI TE SONDERA ? </a:t>
            </a:r>
          </a:p>
          <a:p>
            <a:pPr>
              <a:defRPr/>
            </a:pPr>
            <a:r>
              <a:rPr lang="fr-FR" smtClean="0"/>
              <a:t>None can fathom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INEXPLICABLE QUI PEUT TE DÉCRIRE OU TE CONTENIR ?</a:t>
            </a:r>
          </a:p>
          <a:p>
            <a:pPr>
              <a:defRPr/>
            </a:pPr>
            <a:r>
              <a:rPr lang="fr-FR" smtClean="0"/>
              <a:t>18-  TU PLACES LES ÉTOILES AU CIEL INCOMMENSURABLE</a:t>
            </a:r>
          </a:p>
          <a:p>
            <a:pPr>
              <a:defRPr/>
            </a:pPr>
            <a:r>
              <a:rPr lang="fr-FR" smtClean="0"/>
              <a:t>19-  DIEU TOUT-PUISSANT, IMPRESSIONNANT</a:t>
            </a:r>
          </a:p>
          <a:p>
            <a:pPr>
              <a:defRPr/>
            </a:pPr>
            <a:r>
              <a:rPr lang="fr-FR" smtClean="0"/>
              <a:t>20-  FORMIDABLE NOUS TOMBONS À GENOUX DEVANT TOI</a:t>
            </a:r>
          </a:p>
          <a:p>
            <a:pPr>
              <a:defRPr/>
            </a:pPr>
            <a:r>
              <a:rPr lang="fr-FR" smtClean="0"/>
              <a:t>21-  INEXPLICABLE QUI PEUT TE DÉCRIRE OU TE CONTENIR ?</a:t>
            </a:r>
          </a:p>
          <a:p>
            <a:pPr>
              <a:defRPr/>
            </a:pPr>
            <a:r>
              <a:rPr lang="fr-FR" smtClean="0"/>
              <a:t>22-  TU PLACES LES ÉTOILES AU CIEL INCOMMENSURABLE</a:t>
            </a:r>
          </a:p>
          <a:p>
            <a:pPr>
              <a:defRPr/>
            </a:pPr>
            <a:r>
              <a:rPr lang="fr-FR" smtClean="0"/>
              <a:t>23-  DIEU TOUT-PUISSANT, IMPRESSIONNANT</a:t>
            </a:r>
          </a:p>
          <a:p>
            <a:pPr>
              <a:defRPr/>
            </a:pPr>
            <a:r>
              <a:rPr lang="fr-FR" smtClean="0"/>
              <a:t>24-  FORMIDABLE NOUS TOMBONS À GENOUX DEVANT TOI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QUI PEUT TE DÉCRIRE OU TE CONTENIR ?</a:t>
            </a:r>
          </a:p>
          <a:p>
            <a:pPr>
              <a:defRPr/>
            </a:pPr>
            <a:r>
              <a:rPr lang="fr-FR" smtClean="0"/>
              <a:t>26-  TU PLACES LES ÉTOILES AU CIEL ET TU CONNAIS LEUR NOM</a:t>
            </a:r>
          </a:p>
          <a:p>
            <a:pPr>
              <a:defRPr/>
            </a:pPr>
            <a:r>
              <a:rPr lang="fr-FR" smtClean="0"/>
              <a:t>27-  TU ES UN DIEU SI GRAND</a:t>
            </a:r>
          </a:p>
          <a:p>
            <a:pPr>
              <a:defRPr/>
            </a:pPr>
            <a:r>
              <a:rPr lang="fr-FR" smtClean="0"/>
              <a:t>28-  DIEU TOUT-PUISSANT, IMPRESSIONNANT</a:t>
            </a:r>
          </a:p>
          <a:p>
            <a:pPr>
              <a:defRPr/>
            </a:pPr>
            <a:r>
              <a:rPr lang="fr-FR" smtClean="0"/>
              <a:t>29-  NOUS TOMBONS À GENOUX DEVANT TOI EN PROCLAMANT</a:t>
            </a:r>
          </a:p>
          <a:p>
            <a:pPr>
              <a:defRPr/>
            </a:pPr>
            <a:r>
              <a:rPr lang="fr-FR" smtClean="0"/>
              <a:t>30-  TU ES UN DIEU SI GRAND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INEXPLICABLE QUI PEUT TE DÉCRIRE OU TE CONTENIR ?</a:t>
            </a:r>
          </a:p>
          <a:p>
            <a:pPr>
              <a:defRPr/>
            </a:pPr>
            <a:r>
              <a:rPr lang="fr-FR" smtClean="0"/>
              <a:t>32-  TU PLACES LES ÉTOILES AU CIEL</a:t>
            </a:r>
          </a:p>
          <a:p>
            <a:pPr>
              <a:defRPr/>
            </a:pPr>
            <a:r>
              <a:rPr lang="fr-FR" smtClean="0"/>
              <a:t>33-  INCOMMENSURABLE DIEU TOUT-PUISSANT, IMPRESSIONNANT</a:t>
            </a:r>
          </a:p>
          <a:p>
            <a:pPr>
              <a:defRPr/>
            </a:pPr>
            <a:r>
              <a:rPr lang="fr-FR" smtClean="0"/>
              <a:t>34-  FORMIDABLE NOUS TOMBONS À GENOUX DEVANT TOI</a:t>
            </a:r>
          </a:p>
          <a:p>
            <a:pPr>
              <a:defRPr/>
            </a:pPr>
            <a:r>
              <a:rPr lang="fr-FR" smtClean="0"/>
              <a:t>35-  INEXPLICABLE QUI PEUT TE DÉCRIRE OU TE CONTENIR ? </a:t>
            </a:r>
          </a:p>
          <a:p>
            <a:pPr>
              <a:defRPr/>
            </a:pPr>
            <a:r>
              <a:rPr lang="fr-FR" smtClean="0"/>
              <a:t>36-  INCOMMENSURABLE DIEU TOUT-PUISSANT, IMPRESSIONNANT</a:t>
            </a:r>
          </a:p>
          <a:p>
            <a:pPr>
              <a:defRPr/>
            </a:pPr>
            <a:r>
              <a:rPr lang="fr-FR" smtClean="0"/>
              <a:t>37-  TU ES INDESCRIPTIBLE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**************************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FROM THE HIGHEST OF HEIGHTS TO THE DEPTHS OF THE SEA</a:t>
            </a:r>
          </a:p>
          <a:p>
            <a:pPr>
              <a:defRPr/>
            </a:pPr>
            <a:r>
              <a:rPr lang="fr-FR" smtClean="0"/>
              <a:t>39-  CREATION'S REVEALING YOUR MAJESTY</a:t>
            </a:r>
          </a:p>
          <a:p>
            <a:pPr>
              <a:defRPr/>
            </a:pPr>
            <a:r>
              <a:rPr lang="fr-FR" smtClean="0"/>
              <a:t>40-  FROM THE COLORS OF FALL TO THE FRAGRANCE OF SPRING</a:t>
            </a:r>
          </a:p>
          <a:p>
            <a:pPr>
              <a:defRPr/>
            </a:pPr>
            <a:r>
              <a:rPr lang="fr-FR" smtClean="0"/>
              <a:t>41-  EVERY CREATURE UNIQUE IN THE SONG THAT IT SINGS</a:t>
            </a:r>
          </a:p>
          <a:p>
            <a:pPr>
              <a:defRPr/>
            </a:pPr>
            <a:r>
              <a:rPr lang="fr-FR" smtClean="0"/>
              <a:t>42-  ALL EXCLAIMING INDESCRIBABLE, UNCONTAINABLE</a:t>
            </a:r>
          </a:p>
          <a:p>
            <a:pPr>
              <a:defRPr/>
            </a:pPr>
            <a:r>
              <a:rPr lang="fr-FR" smtClean="0"/>
              <a:t>43-  YOU PLACED THE STARS IN THE SKY AND YOU KNOW THEM BY NAME</a:t>
            </a:r>
          </a:p>
          <a:p>
            <a:pPr>
              <a:defRPr/>
            </a:pPr>
            <a:r>
              <a:rPr lang="fr-FR" smtClean="0"/>
              <a:t>44-  YOU ARE AMAZING GOD ALL POWERFUL, UNTAMABLE</a:t>
            </a:r>
          </a:p>
          <a:p>
            <a:pPr>
              <a:defRPr/>
            </a:pPr>
            <a:r>
              <a:rPr lang="fr-FR" smtClean="0"/>
              <a:t>45-  AWESTRUCK WE FALL TO OUR KNEES AS WE HUMBLY PROCLAIM</a:t>
            </a:r>
          </a:p>
          <a:p>
            <a:pPr>
              <a:defRPr/>
            </a:pPr>
            <a:r>
              <a:rPr lang="fr-FR" smtClean="0"/>
              <a:t>46-  YOU ARE AMAZING GOD</a:t>
            </a:r>
          </a:p>
          <a:p>
            <a:pPr>
              <a:defRPr/>
            </a:pPr>
            <a:r>
              <a:rPr lang="fr-FR" smtClean="0"/>
              <a:t>47-  WHO HAS TOLD EVERY LIGHTNING BOLT WHERE IT SHOULD GO</a:t>
            </a:r>
          </a:p>
          <a:p>
            <a:pPr>
              <a:defRPr/>
            </a:pPr>
            <a:r>
              <a:rPr lang="fr-FR" smtClean="0"/>
              <a:t>48-  OR SEEN HEAVENLY STOREHOUSES LADEN WITH SNOW</a:t>
            </a:r>
          </a:p>
          <a:p>
            <a:pPr>
              <a:defRPr/>
            </a:pPr>
            <a:r>
              <a:rPr lang="fr-FR" smtClean="0"/>
              <a:t>49-  WHO IMAGINED THE SUN AND GIVES SOURCE TO ITS LIGHT</a:t>
            </a:r>
          </a:p>
          <a:p>
            <a:pPr>
              <a:defRPr/>
            </a:pPr>
            <a:r>
              <a:rPr lang="fr-FR" smtClean="0"/>
              <a:t>50-  YET CONCEALS IT TO BRING US THE COOLNESS OF NIGHT</a:t>
            </a:r>
          </a:p>
          <a:p>
            <a:pPr>
              <a:defRPr/>
            </a:pPr>
            <a:r>
              <a:rPr lang="fr-FR" smtClean="0"/>
              <a:t>51-  NONE CAN FATHOM  INDESCRIBABLE, UNCONTAINABLE</a:t>
            </a:r>
          </a:p>
          <a:p>
            <a:pPr>
              <a:defRPr/>
            </a:pPr>
            <a:r>
              <a:rPr lang="fr-FR" smtClean="0"/>
              <a:t>52-  YOU PLACED THE STARS IN THE SKY AND YOU KNOW THEM BY NAME</a:t>
            </a:r>
          </a:p>
          <a:p>
            <a:pPr>
              <a:defRPr/>
            </a:pPr>
            <a:r>
              <a:rPr lang="fr-FR" smtClean="0"/>
              <a:t>53-  YOU ARE AMAZING GOD ALL POWERFUL, UNTAMABLE</a:t>
            </a:r>
          </a:p>
          <a:p>
            <a:pPr>
              <a:defRPr/>
            </a:pPr>
            <a:r>
              <a:rPr lang="fr-FR" smtClean="0"/>
              <a:t>54-  AWESTRUCK WE FALL TO OUR KNEES AS WE HUMBLY PROCLAIM</a:t>
            </a:r>
          </a:p>
          <a:p>
            <a:pPr>
              <a:defRPr/>
            </a:pPr>
            <a:r>
              <a:rPr lang="fr-FR" smtClean="0"/>
              <a:t>55-  YOU ARE AMAZING GOD</a:t>
            </a:r>
          </a:p>
          <a:p>
            <a:pPr>
              <a:defRPr/>
            </a:pPr>
            <a:r>
              <a:rPr lang="fr-FR" smtClean="0"/>
              <a:t>56-  CAN'T EXPLAIN INDESCRIBABLE, UNCONTAINABLE</a:t>
            </a:r>
          </a:p>
          <a:p>
            <a:pPr>
              <a:defRPr/>
            </a:pPr>
            <a:r>
              <a:rPr lang="fr-FR" smtClean="0"/>
              <a:t>57-  YOU PLACES THE STARS IN THE SKY</a:t>
            </a:r>
          </a:p>
          <a:p>
            <a:pPr>
              <a:defRPr/>
            </a:pPr>
            <a:r>
              <a:rPr lang="fr-FR" smtClean="0"/>
              <a:t>58-  CAN'T CONTAIN  YOU'RE ALL POWERFUL YOU'RE UNTAMABLE</a:t>
            </a:r>
          </a:p>
          <a:p>
            <a:pPr>
              <a:defRPr/>
            </a:pPr>
            <a:r>
              <a:rPr lang="fr-FR" smtClean="0"/>
              <a:t>59-  CAN'T EXPLAIN INDESCRIBABLE, UNCONTAINABLE</a:t>
            </a:r>
          </a:p>
          <a:p>
            <a:pPr>
              <a:defRPr/>
            </a:pPr>
            <a:r>
              <a:rPr lang="fr-FR" smtClean="0"/>
              <a:t>60-  YOU PLACES THE STARS IN THE SKY</a:t>
            </a:r>
          </a:p>
          <a:p>
            <a:pPr>
              <a:defRPr/>
            </a:pPr>
            <a:r>
              <a:rPr lang="fr-FR" smtClean="0"/>
              <a:t>61-  CAN'T CONTAIN  YOU'RE ALL POWERFUL, YOU'RE UNTAMABLE</a:t>
            </a:r>
          </a:p>
          <a:p>
            <a:pPr>
              <a:defRPr/>
            </a:pPr>
            <a:r>
              <a:rPr lang="fr-FR" smtClean="0"/>
              <a:t>62-  AWESTRUCK WE FALL TO OUR KNEES</a:t>
            </a:r>
          </a:p>
          <a:p>
            <a:pPr>
              <a:defRPr/>
            </a:pPr>
            <a:r>
              <a:rPr lang="fr-FR" smtClean="0"/>
              <a:t>63-  INDESCRIBABLE, UNCONTAINABLE</a:t>
            </a:r>
          </a:p>
          <a:p>
            <a:pPr>
              <a:defRPr/>
            </a:pPr>
            <a:r>
              <a:rPr lang="fr-FR" smtClean="0"/>
              <a:t>64-  YOU PLACED THE STARS IN THE SKY  YOU KNOW THEM BY NAME</a:t>
            </a:r>
          </a:p>
          <a:p>
            <a:pPr>
              <a:defRPr/>
            </a:pPr>
            <a:r>
              <a:rPr lang="fr-FR" smtClean="0"/>
              <a:t>65-  YOU ARE AMAZING GOD</a:t>
            </a:r>
          </a:p>
          <a:p>
            <a:pPr>
              <a:defRPr/>
            </a:pPr>
            <a:r>
              <a:rPr lang="fr-FR" smtClean="0"/>
              <a:t>66-  ALL POWERFUL, UNTAMABLE</a:t>
            </a:r>
          </a:p>
          <a:p>
            <a:pPr>
              <a:defRPr/>
            </a:pPr>
            <a:r>
              <a:rPr lang="fr-FR" smtClean="0"/>
              <a:t>67-  AWESTRUCK WE FALL TO OUR KNEES  AS WE HUMBLY PROCLAIM</a:t>
            </a:r>
          </a:p>
          <a:p>
            <a:pPr>
              <a:defRPr/>
            </a:pPr>
            <a:r>
              <a:rPr lang="fr-FR" smtClean="0"/>
              <a:t>68-  YOU ARE AMAZING GOD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DES PROFONDEURS DES MERS AUX MONTAGNES ÉLEVÉES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highest of heights to the depths of the sea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LA CRÉATION RÉVÈLE TA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Creation's revealing Your majesty 
3-  DES COULEURS DE L’AUTOMNE  AUX PARFUMS DU PRINTEMPS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colors of fall to the fragrance of spring 
4-  CHAQUE CRÉATURE UNIQUE TE CHANTE UN NOUVEAU CHANT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creature unique in the song that it sings
5-  TOUTES S’EXCLAMANT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exclaiming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	6-  QUI PEUT TE DÉCRIRE OU TE CONTENIR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Indescribable, uncontainable,
	7-  TU PLACES LES ÉTOILES AU CIEL ET TU CONNAIS LEUR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amazing God 
	9-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All powerful, untamable, 
	10-  NOUS TOMBONS À GENOUX DEVANT TOI EN PROCLAMANT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12-  QUI COMMANDE AUX ÉCLAIRS DU TONNERRE OÙ ALLER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has told every lightning bolt where it should go 
13-  QUI ORDONNE À LA NEIGE EN QUEL LIEU SE POSER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Or seen heavenly storehouses laden with snow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QUI CRÉA LE SOLEIL SA LUMIÈRE INFINIE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imagined the sun and gives source to its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ET LE CACHE POUR OFFRIR LA FRAÎCHEUR DE LA NUIT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Yet conceals it to bring us the coolness of night 
16-  QUI TE SONDERA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None can fathom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PLACES LES ÉTOILES AU CIEL INCOMMENSURABLE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TU PLACES LES ÉTOILES AU CIEL INCOMMENSURABLE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TU PLACES LES ÉTOILES AU CIEL ET TU CONNAIS LEUR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NOUS TOMBONS À GENOUX DEVANT TOI EN PROCLAMANT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TU PLACES LES ÉTOILES AU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INCOMMENSURABLE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INEXPLICABLE QUI PEUT TE DÉCRIRE OU TE CONTENIR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INCOMMENSURABLE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TU ES INDESCRIPTIBLE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FROM THE HIGHEST OF HEIGHTS TO THE DEPTHS OF THE SEA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CREATION'S REVEALING YOUR MAJESTY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FROM THE COLORS OF FALL TO THE FRAGRANCE OF SPRING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EVERY CREATURE UNIQUE IN THE SONG THAT IT SINGS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ALL EXCLAIMING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YOU ARE AMAZING GOD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WHO HAS TOLD EVERY LIGHTNING BOLT WHERE IT SHOULD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OR SEEN HEAVENLY STOREHOUSES LADEN WITH SNOW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WHO IMAGINED THE SUN AND GIVES SOURCE TO ITS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YET CONCEALS IT TO BRING US THE COOLNESS OF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NONE CAN FATHOM  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YOU ARE AMAZING GOD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CAN'T EXPLAIN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YOU PLACES THE STARS IN THE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CAN'T CONTAIN  YOU'RE ALL POWERFUL YOU'RE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CAN'T EXPLAIN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YOU PLACES THE STARS IN THE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61-  CAN'T CONTAIN  YOU'RE ALL POWERFUL, YOU'RE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62-  AWESTRUCK WE FALL TO OUR KNEES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64-  YOU PLACED THE STARS IN THE SKY 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65-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66- 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67-  AWESTRUCK WE FALL TO OUR KNEES 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68-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b="1" i="1" dirty="0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DES PROFONDEURS DES MERS AUX MONTAGNES ÉLEVÉES</a:t>
            </a:r>
          </a:p>
          <a:p>
            <a:pPr>
              <a:defRPr/>
            </a:pPr>
            <a:r>
              <a:rPr lang="fr-FR" smtClean="0"/>
              <a:t>From the highest of heights to the depths of the sea</a:t>
            </a:r>
          </a:p>
          <a:p>
            <a:pPr>
              <a:defRPr/>
            </a:pPr>
            <a:r>
              <a:rPr lang="fr-FR" smtClean="0"/>
              <a:t>2-  LA CRÉATION RÉVÈLE TA MAJESTÉ</a:t>
            </a:r>
          </a:p>
          <a:p>
            <a:pPr>
              <a:defRPr/>
            </a:pPr>
            <a:r>
              <a:rPr lang="fr-FR" smtClean="0"/>
              <a:t>Creation's revealing Your majesty 
3-  DES COULEURS DE L’AUTOMNE  AUX PARFUMS DU PRINTEMPS</a:t>
            </a:r>
          </a:p>
          <a:p>
            <a:pPr>
              <a:defRPr/>
            </a:pPr>
            <a:r>
              <a:rPr lang="fr-FR" smtClean="0"/>
              <a:t>From the colors of fall to the fragrance of spring 
4-  CHAQUE CRÉATURE UNIQUE TE CHANTE UN NOUVEAU CHANT </a:t>
            </a:r>
          </a:p>
          <a:p>
            <a:pPr>
              <a:defRPr/>
            </a:pPr>
            <a:r>
              <a:rPr lang="fr-FR" smtClean="0"/>
              <a:t>Every creature unique in the song that it sings
5-  TOUTES S’EXCLAMANT</a:t>
            </a:r>
          </a:p>
          <a:p>
            <a:pPr>
              <a:defRPr/>
            </a:pPr>
            <a:r>
              <a:rPr lang="fr-FR" smtClean="0"/>
              <a:t>All exclaiming</a:t>
            </a:r>
          </a:p>
          <a:p>
            <a:pPr>
              <a:defRPr/>
            </a:pPr>
            <a:r>
              <a:rPr lang="fr-FR" smtClean="0"/>
              <a:t> 
	6-  QUI PEUT TE DÉCRIRE OU TE CONTENIR ? </a:t>
            </a:r>
          </a:p>
          <a:p>
            <a:pPr>
              <a:defRPr/>
            </a:pPr>
            <a:r>
              <a:rPr lang="fr-FR" smtClean="0"/>
              <a:t>	Indescribable, uncontainable,
	7-  TU PLACES LES ÉTOILES AU CIEL ET TU CONNAIS LEUR NOM </a:t>
            </a:r>
          </a:p>
          <a:p>
            <a:pPr>
              <a:defRPr/>
            </a:pPr>
            <a:r>
              <a:rPr lang="fr-FR" smtClean="0"/>
              <a:t>	You placed the stars in the sky and You know them by name</a:t>
            </a:r>
          </a:p>
          <a:p>
            <a:pPr>
              <a:defRPr/>
            </a:pPr>
            <a:r>
              <a:rPr lang="fr-FR" smtClean="0"/>
              <a:t>	8-  TU ES UN DIEU SI GRAND</a:t>
            </a:r>
          </a:p>
          <a:p>
            <a:pPr>
              <a:defRPr/>
            </a:pPr>
            <a:r>
              <a:rPr lang="fr-FR" smtClean="0"/>
              <a:t>	You are amazing God 
	9-  DIEU TOUT-PUISSANT, IMPRESSIONNANT</a:t>
            </a:r>
          </a:p>
          <a:p>
            <a:pPr>
              <a:defRPr/>
            </a:pPr>
            <a:r>
              <a:rPr lang="fr-FR" smtClean="0"/>
              <a:t>	All powerful, untamable, 
	10-  NOUS TOMBONS À GENOUX DEVANT TOI EN PROCLAMANT</a:t>
            </a:r>
          </a:p>
          <a:p>
            <a:pPr>
              <a:defRPr/>
            </a:pPr>
            <a:r>
              <a:rPr lang="fr-FR" smtClean="0"/>
              <a:t>	Awestruck we fall to our knees as we humbly proclaim</a:t>
            </a:r>
          </a:p>
          <a:p>
            <a:pPr>
              <a:defRPr/>
            </a:pPr>
            <a:r>
              <a:rPr lang="fr-FR" smtClean="0"/>
              <a:t>	11- TU ES UN DIEU SI GRAND</a:t>
            </a:r>
          </a:p>
          <a:p>
            <a:pPr>
              <a:defRPr/>
            </a:pPr>
            <a:r>
              <a:rPr lang="fr-FR" smtClean="0"/>
              <a:t>	You are amazing God</a:t>
            </a:r>
          </a:p>
          <a:p>
            <a:pPr>
              <a:defRPr/>
            </a:pPr>
            <a:r>
              <a:rPr lang="fr-FR" smtClean="0"/>
              <a:t> 
12-  QUI COMMANDE AUX ÉCLAIRS DU TONNERRE OÙ ALLER ?</a:t>
            </a:r>
          </a:p>
          <a:p>
            <a:pPr>
              <a:defRPr/>
            </a:pPr>
            <a:r>
              <a:rPr lang="fr-FR" smtClean="0"/>
              <a:t>Who has told every lightning bolt where it should go 
13-  QUI ORDONNE À LA NEIGE EN QUEL LIEU SE POSER ? </a:t>
            </a:r>
          </a:p>
          <a:p>
            <a:pPr>
              <a:defRPr/>
            </a:pPr>
            <a:r>
              <a:rPr lang="fr-FR" smtClean="0"/>
              <a:t>Or seen heavenly storehouses laden with snow</a:t>
            </a:r>
          </a:p>
          <a:p>
            <a:pPr>
              <a:defRPr/>
            </a:pPr>
            <a:r>
              <a:rPr lang="fr-FR" smtClean="0"/>
              <a:t>14-  QUI CRÉA LE SOLEIL SA LUMIÈRE INFINIE ? </a:t>
            </a:r>
          </a:p>
          <a:p>
            <a:pPr>
              <a:defRPr/>
            </a:pPr>
            <a:r>
              <a:rPr lang="fr-FR" smtClean="0"/>
              <a:t>Who imagined the sun and gives source to its light</a:t>
            </a:r>
          </a:p>
          <a:p>
            <a:pPr>
              <a:defRPr/>
            </a:pPr>
            <a:r>
              <a:rPr lang="fr-FR" smtClean="0"/>
              <a:t>15-  ET LE CACHE POUR OFFRIR LA FRAÎCHEUR DE LA NUIT</a:t>
            </a:r>
          </a:p>
          <a:p>
            <a:pPr>
              <a:defRPr/>
            </a:pPr>
            <a:r>
              <a:rPr lang="fr-FR" smtClean="0"/>
              <a:t>Yet conceals it to bring us the coolness of night 
16-  QUI TE SONDERA ? </a:t>
            </a:r>
          </a:p>
          <a:p>
            <a:pPr>
              <a:defRPr/>
            </a:pPr>
            <a:r>
              <a:rPr lang="fr-FR" smtClean="0"/>
              <a:t>None can fathom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INEXPLICABLE QUI PEUT TE DÉCRIRE OU TE CONTENIR ?</a:t>
            </a:r>
          </a:p>
          <a:p>
            <a:pPr>
              <a:defRPr/>
            </a:pPr>
            <a:r>
              <a:rPr lang="fr-FR" smtClean="0"/>
              <a:t>18-  TU PLACES LES ÉTOILES AU CIEL INCOMMENSURABLE</a:t>
            </a:r>
          </a:p>
          <a:p>
            <a:pPr>
              <a:defRPr/>
            </a:pPr>
            <a:r>
              <a:rPr lang="fr-FR" smtClean="0"/>
              <a:t>19-  DIEU TOUT-PUISSANT, IMPRESSIONNANT</a:t>
            </a:r>
          </a:p>
          <a:p>
            <a:pPr>
              <a:defRPr/>
            </a:pPr>
            <a:r>
              <a:rPr lang="fr-FR" smtClean="0"/>
              <a:t>20-  FORMIDABLE NOUS TOMBONS À GENOUX DEVANT TOI</a:t>
            </a:r>
          </a:p>
          <a:p>
            <a:pPr>
              <a:defRPr/>
            </a:pPr>
            <a:r>
              <a:rPr lang="fr-FR" smtClean="0"/>
              <a:t>21-  INEXPLICABLE QUI PEUT TE DÉCRIRE OU TE CONTENIR ?</a:t>
            </a:r>
          </a:p>
          <a:p>
            <a:pPr>
              <a:defRPr/>
            </a:pPr>
            <a:r>
              <a:rPr lang="fr-FR" smtClean="0"/>
              <a:t>22-  TU PLACES LES ÉTOILES AU CIEL INCOMMENSURABLE</a:t>
            </a:r>
          </a:p>
          <a:p>
            <a:pPr>
              <a:defRPr/>
            </a:pPr>
            <a:r>
              <a:rPr lang="fr-FR" smtClean="0"/>
              <a:t>23-  DIEU TOUT-PUISSANT, IMPRESSIONNANT</a:t>
            </a:r>
          </a:p>
          <a:p>
            <a:pPr>
              <a:defRPr/>
            </a:pPr>
            <a:r>
              <a:rPr lang="fr-FR" smtClean="0"/>
              <a:t>24-  FORMIDABLE NOUS TOMBONS À GENOUX DEVANT TOI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QUI PEUT TE DÉCRIRE OU TE CONTENIR ?</a:t>
            </a:r>
          </a:p>
          <a:p>
            <a:pPr>
              <a:defRPr/>
            </a:pPr>
            <a:r>
              <a:rPr lang="fr-FR" smtClean="0"/>
              <a:t>26-  TU PLACES LES ÉTOILES AU CIEL ET TU CONNAIS LEUR NOM</a:t>
            </a:r>
          </a:p>
          <a:p>
            <a:pPr>
              <a:defRPr/>
            </a:pPr>
            <a:r>
              <a:rPr lang="fr-FR" smtClean="0"/>
              <a:t>27-  TU ES UN DIEU SI GRAND</a:t>
            </a:r>
          </a:p>
          <a:p>
            <a:pPr>
              <a:defRPr/>
            </a:pPr>
            <a:r>
              <a:rPr lang="fr-FR" smtClean="0"/>
              <a:t>28-  DIEU TOUT-PUISSANT, IMPRESSIONNANT</a:t>
            </a:r>
          </a:p>
          <a:p>
            <a:pPr>
              <a:defRPr/>
            </a:pPr>
            <a:r>
              <a:rPr lang="fr-FR" smtClean="0"/>
              <a:t>29-  NOUS TOMBONS À GENOUX DEVANT TOI EN PROCLAMANT</a:t>
            </a:r>
          </a:p>
          <a:p>
            <a:pPr>
              <a:defRPr/>
            </a:pPr>
            <a:r>
              <a:rPr lang="fr-FR" smtClean="0"/>
              <a:t>30-  TU ES UN DIEU SI GRAND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INEXPLICABLE QUI PEUT TE DÉCRIRE OU TE CONTENIR ?</a:t>
            </a:r>
          </a:p>
          <a:p>
            <a:pPr>
              <a:defRPr/>
            </a:pPr>
            <a:r>
              <a:rPr lang="fr-FR" smtClean="0"/>
              <a:t>32-  TU PLACES LES ÉTOILES AU CIEL</a:t>
            </a:r>
          </a:p>
          <a:p>
            <a:pPr>
              <a:defRPr/>
            </a:pPr>
            <a:r>
              <a:rPr lang="fr-FR" smtClean="0"/>
              <a:t>33-  INCOMMENSURABLE DIEU TOUT-PUISSANT, IMPRESSIONNANT</a:t>
            </a:r>
          </a:p>
          <a:p>
            <a:pPr>
              <a:defRPr/>
            </a:pPr>
            <a:r>
              <a:rPr lang="fr-FR" smtClean="0"/>
              <a:t>34-  FORMIDABLE NOUS TOMBONS À GENOUX DEVANT TOI</a:t>
            </a:r>
          </a:p>
          <a:p>
            <a:pPr>
              <a:defRPr/>
            </a:pPr>
            <a:r>
              <a:rPr lang="fr-FR" smtClean="0"/>
              <a:t>35-  INEXPLICABLE QUI PEUT TE DÉCRIRE OU TE CONTENIR ? </a:t>
            </a:r>
          </a:p>
          <a:p>
            <a:pPr>
              <a:defRPr/>
            </a:pPr>
            <a:r>
              <a:rPr lang="fr-FR" smtClean="0"/>
              <a:t>36-  INCOMMENSURABLE DIEU TOUT-PUISSANT, IMPRESSIONNANT</a:t>
            </a:r>
          </a:p>
          <a:p>
            <a:pPr>
              <a:defRPr/>
            </a:pPr>
            <a:r>
              <a:rPr lang="fr-FR" smtClean="0"/>
              <a:t>37-  TU ES INDESCRIPTIBLE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**************************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FROM THE HIGHEST OF HEIGHTS TO THE DEPTHS OF THE SEA</a:t>
            </a:r>
          </a:p>
          <a:p>
            <a:pPr>
              <a:defRPr/>
            </a:pPr>
            <a:r>
              <a:rPr lang="fr-FR" smtClean="0"/>
              <a:t>39-  CREATION'S REVEALING YOUR MAJESTY</a:t>
            </a:r>
          </a:p>
          <a:p>
            <a:pPr>
              <a:defRPr/>
            </a:pPr>
            <a:r>
              <a:rPr lang="fr-FR" smtClean="0"/>
              <a:t>40-  FROM THE COLORS OF FALL TO THE FRAGRANCE OF SPRING</a:t>
            </a:r>
          </a:p>
          <a:p>
            <a:pPr>
              <a:defRPr/>
            </a:pPr>
            <a:r>
              <a:rPr lang="fr-FR" smtClean="0"/>
              <a:t>41-  EVERY CREATURE UNIQUE IN THE SONG THAT IT SINGS</a:t>
            </a:r>
          </a:p>
          <a:p>
            <a:pPr>
              <a:defRPr/>
            </a:pPr>
            <a:r>
              <a:rPr lang="fr-FR" smtClean="0"/>
              <a:t>42-  ALL EXCLAIMING INDESCRIBABLE, UNCONTAINABLE</a:t>
            </a:r>
          </a:p>
          <a:p>
            <a:pPr>
              <a:defRPr/>
            </a:pPr>
            <a:r>
              <a:rPr lang="fr-FR" smtClean="0"/>
              <a:t>43-  YOU PLACED THE STARS IN THE SKY AND YOU KNOW THEM BY NAME</a:t>
            </a:r>
          </a:p>
          <a:p>
            <a:pPr>
              <a:defRPr/>
            </a:pPr>
            <a:r>
              <a:rPr lang="fr-FR" smtClean="0"/>
              <a:t>44-  YOU ARE AMAZING GOD ALL POWERFUL, UNTAMABLE</a:t>
            </a:r>
          </a:p>
          <a:p>
            <a:pPr>
              <a:defRPr/>
            </a:pPr>
            <a:r>
              <a:rPr lang="fr-FR" smtClean="0"/>
              <a:t>45-  AWESTRUCK WE FALL TO OUR KNEES AS WE HUMBLY PROCLAIM</a:t>
            </a:r>
          </a:p>
          <a:p>
            <a:pPr>
              <a:defRPr/>
            </a:pPr>
            <a:r>
              <a:rPr lang="fr-FR" smtClean="0"/>
              <a:t>46-  YOU ARE AMAZING GOD</a:t>
            </a:r>
          </a:p>
          <a:p>
            <a:pPr>
              <a:defRPr/>
            </a:pPr>
            <a:r>
              <a:rPr lang="fr-FR" smtClean="0"/>
              <a:t>47-  WHO HAS TOLD EVERY LIGHTNING BOLT WHERE IT SHOULD GO</a:t>
            </a:r>
          </a:p>
          <a:p>
            <a:pPr>
              <a:defRPr/>
            </a:pPr>
            <a:r>
              <a:rPr lang="fr-FR" smtClean="0"/>
              <a:t>48-  OR SEEN HEAVENLY STOREHOUSES LADEN WITH SNOW</a:t>
            </a:r>
          </a:p>
          <a:p>
            <a:pPr>
              <a:defRPr/>
            </a:pPr>
            <a:r>
              <a:rPr lang="fr-FR" smtClean="0"/>
              <a:t>49-  WHO IMAGINED THE SUN AND GIVES SOURCE TO ITS LIGHT</a:t>
            </a:r>
          </a:p>
          <a:p>
            <a:pPr>
              <a:defRPr/>
            </a:pPr>
            <a:r>
              <a:rPr lang="fr-FR" smtClean="0"/>
              <a:t>50-  YET CONCEALS IT TO BRING US THE COOLNESS OF NIGHT</a:t>
            </a:r>
          </a:p>
          <a:p>
            <a:pPr>
              <a:defRPr/>
            </a:pPr>
            <a:r>
              <a:rPr lang="fr-FR" smtClean="0"/>
              <a:t>51-  NONE CAN FATHOM  INDESCRIBABLE, UNCONTAINABLE</a:t>
            </a:r>
          </a:p>
          <a:p>
            <a:pPr>
              <a:defRPr/>
            </a:pPr>
            <a:r>
              <a:rPr lang="fr-FR" smtClean="0"/>
              <a:t>52-  YOU PLACED THE STARS IN THE SKY AND YOU KNOW THEM BY NAME</a:t>
            </a:r>
          </a:p>
          <a:p>
            <a:pPr>
              <a:defRPr/>
            </a:pPr>
            <a:r>
              <a:rPr lang="fr-FR" smtClean="0"/>
              <a:t>53-  YOU ARE AMAZING GOD ALL POWERFUL, UNTAMABLE</a:t>
            </a:r>
          </a:p>
          <a:p>
            <a:pPr>
              <a:defRPr/>
            </a:pPr>
            <a:r>
              <a:rPr lang="fr-FR" smtClean="0"/>
              <a:t>54-  AWESTRUCK WE FALL TO OUR KNEES AS WE HUMBLY PROCLAIM</a:t>
            </a:r>
          </a:p>
          <a:p>
            <a:pPr>
              <a:defRPr/>
            </a:pPr>
            <a:r>
              <a:rPr lang="fr-FR" smtClean="0"/>
              <a:t>55-  YOU ARE AMAZING GOD</a:t>
            </a:r>
          </a:p>
          <a:p>
            <a:pPr>
              <a:defRPr/>
            </a:pPr>
            <a:r>
              <a:rPr lang="fr-FR" smtClean="0"/>
              <a:t>56-  CAN'T EXPLAIN INDESCRIBABLE, UNCONTAINABLE</a:t>
            </a:r>
          </a:p>
          <a:p>
            <a:pPr>
              <a:defRPr/>
            </a:pPr>
            <a:r>
              <a:rPr lang="fr-FR" smtClean="0"/>
              <a:t>57-  YOU PLACES THE STARS IN THE SKY</a:t>
            </a:r>
          </a:p>
          <a:p>
            <a:pPr>
              <a:defRPr/>
            </a:pPr>
            <a:r>
              <a:rPr lang="fr-FR" smtClean="0"/>
              <a:t>58-  CAN'T CONTAIN  YOU'RE ALL POWERFUL YOU'RE UNTAMABLE</a:t>
            </a:r>
          </a:p>
          <a:p>
            <a:pPr>
              <a:defRPr/>
            </a:pPr>
            <a:r>
              <a:rPr lang="fr-FR" smtClean="0"/>
              <a:t>59-  CAN'T EXPLAIN INDESCRIBABLE, UNCONTAINABLE</a:t>
            </a:r>
          </a:p>
          <a:p>
            <a:pPr>
              <a:defRPr/>
            </a:pPr>
            <a:r>
              <a:rPr lang="fr-FR" smtClean="0"/>
              <a:t>60-  YOU PLACES THE STARS IN THE SKY</a:t>
            </a:r>
          </a:p>
          <a:p>
            <a:pPr>
              <a:defRPr/>
            </a:pPr>
            <a:r>
              <a:rPr lang="fr-FR" smtClean="0"/>
              <a:t>61-  CAN'T CONTAIN  YOU'RE ALL POWERFUL, YOU'RE UNTAMABLE</a:t>
            </a:r>
          </a:p>
          <a:p>
            <a:pPr>
              <a:defRPr/>
            </a:pPr>
            <a:r>
              <a:rPr lang="fr-FR" smtClean="0"/>
              <a:t>62-  AWESTRUCK WE FALL TO OUR KNEES</a:t>
            </a:r>
          </a:p>
          <a:p>
            <a:pPr>
              <a:defRPr/>
            </a:pPr>
            <a:r>
              <a:rPr lang="fr-FR" smtClean="0"/>
              <a:t>63-  INDESCRIBABLE, UNCONTAINABLE</a:t>
            </a:r>
          </a:p>
          <a:p>
            <a:pPr>
              <a:defRPr/>
            </a:pPr>
            <a:r>
              <a:rPr lang="fr-FR" smtClean="0"/>
              <a:t>64-  YOU PLACED THE STARS IN THE SKY  YOU KNOW THEM BY NAME</a:t>
            </a:r>
          </a:p>
          <a:p>
            <a:pPr>
              <a:defRPr/>
            </a:pPr>
            <a:r>
              <a:rPr lang="fr-FR" smtClean="0"/>
              <a:t>65-  YOU ARE AMAZING GOD</a:t>
            </a:r>
          </a:p>
          <a:p>
            <a:pPr>
              <a:defRPr/>
            </a:pPr>
            <a:r>
              <a:rPr lang="fr-FR" smtClean="0"/>
              <a:t>66-  ALL POWERFUL, UNTAMABLE</a:t>
            </a:r>
          </a:p>
          <a:p>
            <a:pPr>
              <a:defRPr/>
            </a:pPr>
            <a:r>
              <a:rPr lang="fr-FR" smtClean="0"/>
              <a:t>67-  AWESTRUCK WE FALL TO OUR KNEES  AS WE HUMBLY PROCLAIM</a:t>
            </a:r>
          </a:p>
          <a:p>
            <a:pPr>
              <a:defRPr/>
            </a:pPr>
            <a:r>
              <a:rPr lang="fr-FR" smtClean="0"/>
              <a:t>68-  YOU ARE AMAZING GOD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DES PROFONDEURS DES MERS AUX MONTAGNES ÉLEVÉES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highest of heights to the depths of the sea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LA CRÉATION RÉVÈLE TA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Creation's revealing Your majesty 
3-  DES COULEURS DE L’AUTOMNE  AUX PARFUMS DU PRINTEMPS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colors of fall to the fragrance of spring 
4-  CHAQUE CRÉATURE UNIQUE TE CHANTE UN NOUVEAU CHANT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creature unique in the song that it sings
5-  TOUTES S’EXCLAMANT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exclaiming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	6-  QUI PEUT TE DÉCRIRE OU TE CONTENIR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Indescribable, uncontainable,
	7-  TU PLACES LES ÉTOILES AU CIEL ET TU CONNAIS LEUR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amazing God 
	9-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All powerful, untamable, 
	10-  NOUS TOMBONS À GENOUX DEVANT TOI EN PROCLAMANT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12-  QUI COMMANDE AUX ÉCLAIRS DU TONNERRE OÙ ALLER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has told every lightning bolt where it should go 
13-  QUI ORDONNE À LA NEIGE EN QUEL LIEU SE POSER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Or seen heavenly storehouses laden with snow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QUI CRÉA LE SOLEIL SA LUMIÈRE INFINIE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imagined the sun and gives source to its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ET LE CACHE POUR OFFRIR LA FRAÎCHEUR DE LA NUIT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Yet conceals it to bring us the coolness of night 
16-  QUI TE SONDERA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None can fathom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PLACES LES ÉTOILES AU CIEL INCOMMENSURABLE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TU PLACES LES ÉTOILES AU CIEL INCOMMENSURABLE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TU PLACES LES ÉTOILES AU CIEL ET TU CONNAIS LEUR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NOUS TOMBONS À GENOUX DEVANT TOI EN PROCLAMANT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TU PLACES LES ÉTOILES AU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INCOMMENSURABLE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INEXPLICABLE QUI PEUT TE DÉCRIRE OU TE CONTENIR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INCOMMENSURABLE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TU ES INDESCRIPTIBLE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FROM THE HIGHEST OF HEIGHTS TO THE DEPTHS OF THE SEA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CREATION'S REVEALING YOUR MAJESTY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FROM THE COLORS OF FALL TO THE FRAGRANCE OF SPRING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EVERY CREATURE UNIQUE IN THE SONG THAT IT SINGS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ALL EXCLAIMING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YOU ARE AMAZING GOD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WHO HAS TOLD EVERY LIGHTNING BOLT WHERE IT SHOULD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OR SEEN HEAVENLY STOREHOUSES LADEN WITH SNOW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WHO IMAGINED THE SUN AND GIVES SOURCE TO ITS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YET CONCEALS IT TO BRING US THE COOLNESS OF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NONE CAN FATHOM  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YOU ARE AMAZING GOD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CAN'T EXPLAIN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YOU PLACES THE STARS IN THE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CAN'T CONTAIN  YOU'RE ALL POWERFUL YOU'RE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CAN'T EXPLAIN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YOU PLACES THE STARS IN THE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61-  CAN'T CONTAIN  YOU'RE ALL POWERFUL, YOU'RE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62-  AWESTRUCK WE FALL TO OUR KNEES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64-  YOU PLACED THE STARS IN THE SKY 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65-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66- 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67-  AWESTRUCK WE FALL TO OUR KNEES 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68-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b="1" i="1" dirty="0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DES PROFONDEURS DES MERS AUX MONTAGNES ÉLEVÉES</a:t>
            </a:r>
          </a:p>
          <a:p>
            <a:pPr>
              <a:defRPr/>
            </a:pPr>
            <a:r>
              <a:rPr lang="fr-FR" smtClean="0"/>
              <a:t>From the highest of heights to the depths of the sea</a:t>
            </a:r>
          </a:p>
          <a:p>
            <a:pPr>
              <a:defRPr/>
            </a:pPr>
            <a:r>
              <a:rPr lang="fr-FR" smtClean="0"/>
              <a:t>2-  LA CRÉATION RÉVÈLE TA MAJESTÉ</a:t>
            </a:r>
          </a:p>
          <a:p>
            <a:pPr>
              <a:defRPr/>
            </a:pPr>
            <a:r>
              <a:rPr lang="fr-FR" smtClean="0"/>
              <a:t>Creation's revealing Your majesty 
3-  DES COULEURS DE L’AUTOMNE  AUX PARFUMS DU PRINTEMPS</a:t>
            </a:r>
          </a:p>
          <a:p>
            <a:pPr>
              <a:defRPr/>
            </a:pPr>
            <a:r>
              <a:rPr lang="fr-FR" smtClean="0"/>
              <a:t>From the colors of fall to the fragrance of spring 
4-  CHAQUE CRÉATURE UNIQUE TE CHANTE UN NOUVEAU CHANT </a:t>
            </a:r>
          </a:p>
          <a:p>
            <a:pPr>
              <a:defRPr/>
            </a:pPr>
            <a:r>
              <a:rPr lang="fr-FR" smtClean="0"/>
              <a:t>Every creature unique in the song that it sings
5-  TOUTES S’EXCLAMANT</a:t>
            </a:r>
          </a:p>
          <a:p>
            <a:pPr>
              <a:defRPr/>
            </a:pPr>
            <a:r>
              <a:rPr lang="fr-FR" smtClean="0"/>
              <a:t>All exclaiming</a:t>
            </a:r>
          </a:p>
          <a:p>
            <a:pPr>
              <a:defRPr/>
            </a:pPr>
            <a:r>
              <a:rPr lang="fr-FR" smtClean="0"/>
              <a:t> 
	6-  QUI PEUT TE DÉCRIRE OU TE CONTENIR ? </a:t>
            </a:r>
          </a:p>
          <a:p>
            <a:pPr>
              <a:defRPr/>
            </a:pPr>
            <a:r>
              <a:rPr lang="fr-FR" smtClean="0"/>
              <a:t>	Indescribable, uncontainable,
	7-  TU PLACES LES ÉTOILES AU CIEL ET TU CONNAIS LEUR NOM </a:t>
            </a:r>
          </a:p>
          <a:p>
            <a:pPr>
              <a:defRPr/>
            </a:pPr>
            <a:r>
              <a:rPr lang="fr-FR" smtClean="0"/>
              <a:t>	You placed the stars in the sky and You know them by name</a:t>
            </a:r>
          </a:p>
          <a:p>
            <a:pPr>
              <a:defRPr/>
            </a:pPr>
            <a:r>
              <a:rPr lang="fr-FR" smtClean="0"/>
              <a:t>	8-  TU ES UN DIEU SI GRAND</a:t>
            </a:r>
          </a:p>
          <a:p>
            <a:pPr>
              <a:defRPr/>
            </a:pPr>
            <a:r>
              <a:rPr lang="fr-FR" smtClean="0"/>
              <a:t>	You are amazing God 
	9-  DIEU TOUT-PUISSANT, IMPRESSIONNANT</a:t>
            </a:r>
          </a:p>
          <a:p>
            <a:pPr>
              <a:defRPr/>
            </a:pPr>
            <a:r>
              <a:rPr lang="fr-FR" smtClean="0"/>
              <a:t>	All powerful, untamable, 
	10-  NOUS TOMBONS À GENOUX DEVANT TOI EN PROCLAMANT</a:t>
            </a:r>
          </a:p>
          <a:p>
            <a:pPr>
              <a:defRPr/>
            </a:pPr>
            <a:r>
              <a:rPr lang="fr-FR" smtClean="0"/>
              <a:t>	Awestruck we fall to our knees as we humbly proclaim</a:t>
            </a:r>
          </a:p>
          <a:p>
            <a:pPr>
              <a:defRPr/>
            </a:pPr>
            <a:r>
              <a:rPr lang="fr-FR" smtClean="0"/>
              <a:t>	11- TU ES UN DIEU SI GRAND</a:t>
            </a:r>
          </a:p>
          <a:p>
            <a:pPr>
              <a:defRPr/>
            </a:pPr>
            <a:r>
              <a:rPr lang="fr-FR" smtClean="0"/>
              <a:t>	You are amazing God</a:t>
            </a:r>
          </a:p>
          <a:p>
            <a:pPr>
              <a:defRPr/>
            </a:pPr>
            <a:r>
              <a:rPr lang="fr-FR" smtClean="0"/>
              <a:t> 
12-  QUI COMMANDE AUX ÉCLAIRS DU TONNERRE OÙ ALLER ?</a:t>
            </a:r>
          </a:p>
          <a:p>
            <a:pPr>
              <a:defRPr/>
            </a:pPr>
            <a:r>
              <a:rPr lang="fr-FR" smtClean="0"/>
              <a:t>Who has told every lightning bolt where it should go 
13-  QUI ORDONNE À LA NEIGE EN QUEL LIEU SE POSER ? </a:t>
            </a:r>
          </a:p>
          <a:p>
            <a:pPr>
              <a:defRPr/>
            </a:pPr>
            <a:r>
              <a:rPr lang="fr-FR" smtClean="0"/>
              <a:t>Or seen heavenly storehouses laden with snow</a:t>
            </a:r>
          </a:p>
          <a:p>
            <a:pPr>
              <a:defRPr/>
            </a:pPr>
            <a:r>
              <a:rPr lang="fr-FR" smtClean="0"/>
              <a:t>14-  QUI CRÉA LE SOLEIL SA LUMIÈRE INFINIE ? </a:t>
            </a:r>
          </a:p>
          <a:p>
            <a:pPr>
              <a:defRPr/>
            </a:pPr>
            <a:r>
              <a:rPr lang="fr-FR" smtClean="0"/>
              <a:t>Who imagined the sun and gives source to its light</a:t>
            </a:r>
          </a:p>
          <a:p>
            <a:pPr>
              <a:defRPr/>
            </a:pPr>
            <a:r>
              <a:rPr lang="fr-FR" smtClean="0"/>
              <a:t>15-  ET LE CACHE POUR OFFRIR LA FRAÎCHEUR DE LA NUIT</a:t>
            </a:r>
          </a:p>
          <a:p>
            <a:pPr>
              <a:defRPr/>
            </a:pPr>
            <a:r>
              <a:rPr lang="fr-FR" smtClean="0"/>
              <a:t>Yet conceals it to bring us the coolness of night 
16-  QUI TE SONDERA ? </a:t>
            </a:r>
          </a:p>
          <a:p>
            <a:pPr>
              <a:defRPr/>
            </a:pPr>
            <a:r>
              <a:rPr lang="fr-FR" smtClean="0"/>
              <a:t>None can fathom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INEXPLICABLE QUI PEUT TE DÉCRIRE OU TE CONTENIR ?</a:t>
            </a:r>
          </a:p>
          <a:p>
            <a:pPr>
              <a:defRPr/>
            </a:pPr>
            <a:r>
              <a:rPr lang="fr-FR" smtClean="0"/>
              <a:t>18-  TU PLACES LES ÉTOILES AU CIEL INCOMMENSURABLE</a:t>
            </a:r>
          </a:p>
          <a:p>
            <a:pPr>
              <a:defRPr/>
            </a:pPr>
            <a:r>
              <a:rPr lang="fr-FR" smtClean="0"/>
              <a:t>19-  DIEU TOUT-PUISSANT, IMPRESSIONNANT</a:t>
            </a:r>
          </a:p>
          <a:p>
            <a:pPr>
              <a:defRPr/>
            </a:pPr>
            <a:r>
              <a:rPr lang="fr-FR" smtClean="0"/>
              <a:t>20-  FORMIDABLE NOUS TOMBONS À GENOUX DEVANT TOI</a:t>
            </a:r>
          </a:p>
          <a:p>
            <a:pPr>
              <a:defRPr/>
            </a:pPr>
            <a:r>
              <a:rPr lang="fr-FR" smtClean="0"/>
              <a:t>21-  INEXPLICABLE QUI PEUT TE DÉCRIRE OU TE CONTENIR ?</a:t>
            </a:r>
          </a:p>
          <a:p>
            <a:pPr>
              <a:defRPr/>
            </a:pPr>
            <a:r>
              <a:rPr lang="fr-FR" smtClean="0"/>
              <a:t>22-  TU PLACES LES ÉTOILES AU CIEL INCOMMENSURABLE</a:t>
            </a:r>
          </a:p>
          <a:p>
            <a:pPr>
              <a:defRPr/>
            </a:pPr>
            <a:r>
              <a:rPr lang="fr-FR" smtClean="0"/>
              <a:t>23-  DIEU TOUT-PUISSANT, IMPRESSIONNANT</a:t>
            </a:r>
          </a:p>
          <a:p>
            <a:pPr>
              <a:defRPr/>
            </a:pPr>
            <a:r>
              <a:rPr lang="fr-FR" smtClean="0"/>
              <a:t>24-  FORMIDABLE NOUS TOMBONS À GENOUX DEVANT TOI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QUI PEUT TE DÉCRIRE OU TE CONTENIR ?</a:t>
            </a:r>
          </a:p>
          <a:p>
            <a:pPr>
              <a:defRPr/>
            </a:pPr>
            <a:r>
              <a:rPr lang="fr-FR" smtClean="0"/>
              <a:t>26-  TU PLACES LES ÉTOILES AU CIEL ET TU CONNAIS LEUR NOM</a:t>
            </a:r>
          </a:p>
          <a:p>
            <a:pPr>
              <a:defRPr/>
            </a:pPr>
            <a:r>
              <a:rPr lang="fr-FR" smtClean="0"/>
              <a:t>27-  TU ES UN DIEU SI GRAND</a:t>
            </a:r>
          </a:p>
          <a:p>
            <a:pPr>
              <a:defRPr/>
            </a:pPr>
            <a:r>
              <a:rPr lang="fr-FR" smtClean="0"/>
              <a:t>28-  DIEU TOUT-PUISSANT, IMPRESSIONNANT</a:t>
            </a:r>
          </a:p>
          <a:p>
            <a:pPr>
              <a:defRPr/>
            </a:pPr>
            <a:r>
              <a:rPr lang="fr-FR" smtClean="0"/>
              <a:t>29-  NOUS TOMBONS À GENOUX DEVANT TOI EN PROCLAMANT</a:t>
            </a:r>
          </a:p>
          <a:p>
            <a:pPr>
              <a:defRPr/>
            </a:pPr>
            <a:r>
              <a:rPr lang="fr-FR" smtClean="0"/>
              <a:t>30-  TU ES UN DIEU SI GRAND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INEXPLICABLE QUI PEUT TE DÉCRIRE OU TE CONTENIR ?</a:t>
            </a:r>
          </a:p>
          <a:p>
            <a:pPr>
              <a:defRPr/>
            </a:pPr>
            <a:r>
              <a:rPr lang="fr-FR" smtClean="0"/>
              <a:t>32-  TU PLACES LES ÉTOILES AU CIEL</a:t>
            </a:r>
          </a:p>
          <a:p>
            <a:pPr>
              <a:defRPr/>
            </a:pPr>
            <a:r>
              <a:rPr lang="fr-FR" smtClean="0"/>
              <a:t>33-  INCOMMENSURABLE DIEU TOUT-PUISSANT, IMPRESSIONNANT</a:t>
            </a:r>
          </a:p>
          <a:p>
            <a:pPr>
              <a:defRPr/>
            </a:pPr>
            <a:r>
              <a:rPr lang="fr-FR" smtClean="0"/>
              <a:t>34-  FORMIDABLE NOUS TOMBONS À GENOUX DEVANT TOI</a:t>
            </a:r>
          </a:p>
          <a:p>
            <a:pPr>
              <a:defRPr/>
            </a:pPr>
            <a:r>
              <a:rPr lang="fr-FR" smtClean="0"/>
              <a:t>35-  INEXPLICABLE QUI PEUT TE DÉCRIRE OU TE CONTENIR ? </a:t>
            </a:r>
          </a:p>
          <a:p>
            <a:pPr>
              <a:defRPr/>
            </a:pPr>
            <a:r>
              <a:rPr lang="fr-FR" smtClean="0"/>
              <a:t>36-  INCOMMENSURABLE DIEU TOUT-PUISSANT, IMPRESSIONNANT</a:t>
            </a:r>
          </a:p>
          <a:p>
            <a:pPr>
              <a:defRPr/>
            </a:pPr>
            <a:r>
              <a:rPr lang="fr-FR" smtClean="0"/>
              <a:t>37-  TU ES INDESCRIPTIBLE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**************************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FROM THE HIGHEST OF HEIGHTS TO THE DEPTHS OF THE SEA</a:t>
            </a:r>
          </a:p>
          <a:p>
            <a:pPr>
              <a:defRPr/>
            </a:pPr>
            <a:r>
              <a:rPr lang="fr-FR" smtClean="0"/>
              <a:t>39-  CREATION'S REVEALING YOUR MAJESTY</a:t>
            </a:r>
          </a:p>
          <a:p>
            <a:pPr>
              <a:defRPr/>
            </a:pPr>
            <a:r>
              <a:rPr lang="fr-FR" smtClean="0"/>
              <a:t>40-  FROM THE COLORS OF FALL TO THE FRAGRANCE OF SPRING</a:t>
            </a:r>
          </a:p>
          <a:p>
            <a:pPr>
              <a:defRPr/>
            </a:pPr>
            <a:r>
              <a:rPr lang="fr-FR" smtClean="0"/>
              <a:t>41-  EVERY CREATURE UNIQUE IN THE SONG THAT IT SINGS</a:t>
            </a:r>
          </a:p>
          <a:p>
            <a:pPr>
              <a:defRPr/>
            </a:pPr>
            <a:r>
              <a:rPr lang="fr-FR" smtClean="0"/>
              <a:t>42-  ALL EXCLAIMING INDESCRIBABLE, UNCONTAINABLE</a:t>
            </a:r>
          </a:p>
          <a:p>
            <a:pPr>
              <a:defRPr/>
            </a:pPr>
            <a:r>
              <a:rPr lang="fr-FR" smtClean="0"/>
              <a:t>43-  YOU PLACED THE STARS IN THE SKY AND YOU KNOW THEM BY NAME</a:t>
            </a:r>
          </a:p>
          <a:p>
            <a:pPr>
              <a:defRPr/>
            </a:pPr>
            <a:r>
              <a:rPr lang="fr-FR" smtClean="0"/>
              <a:t>44-  YOU ARE AMAZING GOD ALL POWERFUL, UNTAMABLE</a:t>
            </a:r>
          </a:p>
          <a:p>
            <a:pPr>
              <a:defRPr/>
            </a:pPr>
            <a:r>
              <a:rPr lang="fr-FR" smtClean="0"/>
              <a:t>45-  AWESTRUCK WE FALL TO OUR KNEES AS WE HUMBLY PROCLAIM</a:t>
            </a:r>
          </a:p>
          <a:p>
            <a:pPr>
              <a:defRPr/>
            </a:pPr>
            <a:r>
              <a:rPr lang="fr-FR" smtClean="0"/>
              <a:t>46-  YOU ARE AMAZING GOD</a:t>
            </a:r>
          </a:p>
          <a:p>
            <a:pPr>
              <a:defRPr/>
            </a:pPr>
            <a:r>
              <a:rPr lang="fr-FR" smtClean="0"/>
              <a:t>47-  WHO HAS TOLD EVERY LIGHTNING BOLT WHERE IT SHOULD GO</a:t>
            </a:r>
          </a:p>
          <a:p>
            <a:pPr>
              <a:defRPr/>
            </a:pPr>
            <a:r>
              <a:rPr lang="fr-FR" smtClean="0"/>
              <a:t>48-  OR SEEN HEAVENLY STOREHOUSES LADEN WITH SNOW</a:t>
            </a:r>
          </a:p>
          <a:p>
            <a:pPr>
              <a:defRPr/>
            </a:pPr>
            <a:r>
              <a:rPr lang="fr-FR" smtClean="0"/>
              <a:t>49-  WHO IMAGINED THE SUN AND GIVES SOURCE TO ITS LIGHT</a:t>
            </a:r>
          </a:p>
          <a:p>
            <a:pPr>
              <a:defRPr/>
            </a:pPr>
            <a:r>
              <a:rPr lang="fr-FR" smtClean="0"/>
              <a:t>50-  YET CONCEALS IT TO BRING US THE COOLNESS OF NIGHT</a:t>
            </a:r>
          </a:p>
          <a:p>
            <a:pPr>
              <a:defRPr/>
            </a:pPr>
            <a:r>
              <a:rPr lang="fr-FR" smtClean="0"/>
              <a:t>51-  NONE CAN FATHOM  INDESCRIBABLE, UNCONTAINABLE</a:t>
            </a:r>
          </a:p>
          <a:p>
            <a:pPr>
              <a:defRPr/>
            </a:pPr>
            <a:r>
              <a:rPr lang="fr-FR" smtClean="0"/>
              <a:t>52-  YOU PLACED THE STARS IN THE SKY AND YOU KNOW THEM BY NAME</a:t>
            </a:r>
          </a:p>
          <a:p>
            <a:pPr>
              <a:defRPr/>
            </a:pPr>
            <a:r>
              <a:rPr lang="fr-FR" smtClean="0"/>
              <a:t>53-  YOU ARE AMAZING GOD ALL POWERFUL, UNTAMABLE</a:t>
            </a:r>
          </a:p>
          <a:p>
            <a:pPr>
              <a:defRPr/>
            </a:pPr>
            <a:r>
              <a:rPr lang="fr-FR" smtClean="0"/>
              <a:t>54-  AWESTRUCK WE FALL TO OUR KNEES AS WE HUMBLY PROCLAIM</a:t>
            </a:r>
          </a:p>
          <a:p>
            <a:pPr>
              <a:defRPr/>
            </a:pPr>
            <a:r>
              <a:rPr lang="fr-FR" smtClean="0"/>
              <a:t>55-  YOU ARE AMAZING GOD</a:t>
            </a:r>
          </a:p>
          <a:p>
            <a:pPr>
              <a:defRPr/>
            </a:pPr>
            <a:r>
              <a:rPr lang="fr-FR" smtClean="0"/>
              <a:t>56-  CAN'T EXPLAIN INDESCRIBABLE, UNCONTAINABLE</a:t>
            </a:r>
          </a:p>
          <a:p>
            <a:pPr>
              <a:defRPr/>
            </a:pPr>
            <a:r>
              <a:rPr lang="fr-FR" smtClean="0"/>
              <a:t>57-  YOU PLACES THE STARS IN THE SKY</a:t>
            </a:r>
          </a:p>
          <a:p>
            <a:pPr>
              <a:defRPr/>
            </a:pPr>
            <a:r>
              <a:rPr lang="fr-FR" smtClean="0"/>
              <a:t>58-  CAN'T CONTAIN  YOU'RE ALL POWERFUL YOU'RE UNTAMABLE</a:t>
            </a:r>
          </a:p>
          <a:p>
            <a:pPr>
              <a:defRPr/>
            </a:pPr>
            <a:r>
              <a:rPr lang="fr-FR" smtClean="0"/>
              <a:t>59-  CAN'T EXPLAIN INDESCRIBABLE, UNCONTAINABLE</a:t>
            </a:r>
          </a:p>
          <a:p>
            <a:pPr>
              <a:defRPr/>
            </a:pPr>
            <a:r>
              <a:rPr lang="fr-FR" smtClean="0"/>
              <a:t>60-  YOU PLACES THE STARS IN THE SKY</a:t>
            </a:r>
          </a:p>
          <a:p>
            <a:pPr>
              <a:defRPr/>
            </a:pPr>
            <a:r>
              <a:rPr lang="fr-FR" smtClean="0"/>
              <a:t>61-  CAN'T CONTAIN  YOU'RE ALL POWERFUL, YOU'RE UNTAMABLE</a:t>
            </a:r>
          </a:p>
          <a:p>
            <a:pPr>
              <a:defRPr/>
            </a:pPr>
            <a:r>
              <a:rPr lang="fr-FR" smtClean="0"/>
              <a:t>62-  AWESTRUCK WE FALL TO OUR KNEES</a:t>
            </a:r>
          </a:p>
          <a:p>
            <a:pPr>
              <a:defRPr/>
            </a:pPr>
            <a:r>
              <a:rPr lang="fr-FR" smtClean="0"/>
              <a:t>63-  INDESCRIBABLE, UNCONTAINABLE</a:t>
            </a:r>
          </a:p>
          <a:p>
            <a:pPr>
              <a:defRPr/>
            </a:pPr>
            <a:r>
              <a:rPr lang="fr-FR" smtClean="0"/>
              <a:t>64-  YOU PLACED THE STARS IN THE SKY  YOU KNOW THEM BY NAME</a:t>
            </a:r>
          </a:p>
          <a:p>
            <a:pPr>
              <a:defRPr/>
            </a:pPr>
            <a:r>
              <a:rPr lang="fr-FR" smtClean="0"/>
              <a:t>65-  YOU ARE AMAZING GOD</a:t>
            </a:r>
          </a:p>
          <a:p>
            <a:pPr>
              <a:defRPr/>
            </a:pPr>
            <a:r>
              <a:rPr lang="fr-FR" smtClean="0"/>
              <a:t>66-  ALL POWERFUL, UNTAMABLE</a:t>
            </a:r>
          </a:p>
          <a:p>
            <a:pPr>
              <a:defRPr/>
            </a:pPr>
            <a:r>
              <a:rPr lang="fr-FR" smtClean="0"/>
              <a:t>67-  AWESTRUCK WE FALL TO OUR KNEES  AS WE HUMBLY PROCLAIM</a:t>
            </a:r>
          </a:p>
          <a:p>
            <a:pPr>
              <a:defRPr/>
            </a:pPr>
            <a:r>
              <a:rPr lang="fr-FR" smtClean="0"/>
              <a:t>68-  YOU ARE AMAZING GOD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DES PROFONDEURS DES MERS AUX MONTAGNES ÉLEVÉES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highest of heights to the depths of the sea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LA CRÉATION RÉVÈLE TA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Creation's revealing Your majesty 
3-  DES COULEURS DE L’AUTOMNE  AUX PARFUMS DU PRINTEMPS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colors of fall to the fragrance of spring 
4-  CHAQUE CRÉATURE UNIQUE TE CHANTE UN NOUVEAU CHANT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creature unique in the song that it sings
5-  TOUTES S’EXCLAMANT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exclaiming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	6-  QUI PEUT TE DÉCRIRE OU TE CONTENIR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Indescribable, uncontainable,
	7-  TU PLACES LES ÉTOILES AU CIEL ET TU CONNAIS LEUR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amazing God 
	9-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All powerful, untamable, 
	10-  NOUS TOMBONS À GENOUX DEVANT TOI EN PROCLAMANT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12-  QUI COMMANDE AUX ÉCLAIRS DU TONNERRE OÙ ALLER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has told every lightning bolt where it should go 
13-  QUI ORDONNE À LA NEIGE EN QUEL LIEU SE POSER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Or seen heavenly storehouses laden with snow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QUI CRÉA LE SOLEIL SA LUMIÈRE INFINIE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imagined the sun and gives source to its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ET LE CACHE POUR OFFRIR LA FRAÎCHEUR DE LA NUIT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Yet conceals it to bring us the coolness of night 
16-  QUI TE SONDERA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None can fathom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PLACES LES ÉTOILES AU CIEL INCOMMENSURABLE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TU PLACES LES ÉTOILES AU CIEL INCOMMENSURABLE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TU PLACES LES ÉTOILES AU CIEL ET TU CONNAIS LEUR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NOUS TOMBONS À GENOUX DEVANT TOI EN PROCLAMANT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TU PLACES LES ÉTOILES AU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INCOMMENSURABLE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INEXPLICABLE QUI PEUT TE DÉCRIRE OU TE CONTENIR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INCOMMENSURABLE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TU ES INDESCRIPTIBLE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FROM THE HIGHEST OF HEIGHTS TO THE DEPTHS OF THE SEA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CREATION'S REVEALING YOUR MAJESTY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FROM THE COLORS OF FALL TO THE FRAGRANCE OF SPRING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EVERY CREATURE UNIQUE IN THE SONG THAT IT SINGS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ALL EXCLAIMING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YOU ARE AMAZING GOD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WHO HAS TOLD EVERY LIGHTNING BOLT WHERE IT SHOULD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OR SEEN HEAVENLY STOREHOUSES LADEN WITH SNOW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WHO IMAGINED THE SUN AND GIVES SOURCE TO ITS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YET CONCEALS IT TO BRING US THE COOLNESS OF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NONE CAN FATHOM  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YOU ARE AMAZING GOD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CAN'T EXPLAIN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YOU PLACES THE STARS IN THE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CAN'T CONTAIN  YOU'RE ALL POWERFUL YOU'RE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CAN'T EXPLAIN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YOU PLACES THE STARS IN THE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61-  CAN'T CONTAIN  YOU'RE ALL POWERFUL, YOU'RE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62-  AWESTRUCK WE FALL TO OUR KNEES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64-  YOU PLACED THE STARS IN THE SKY 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65-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66- 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67-  AWESTRUCK WE FALL TO OUR KNEES 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68-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b="1" i="1" dirty="0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DES PROFONDEURS DES MERS AUX MONTAGNES ÉLEVÉES</a:t>
            </a:r>
          </a:p>
          <a:p>
            <a:pPr>
              <a:defRPr/>
            </a:pPr>
            <a:r>
              <a:rPr lang="fr-FR" smtClean="0"/>
              <a:t>From the highest of heights to the depths of the sea</a:t>
            </a:r>
          </a:p>
          <a:p>
            <a:pPr>
              <a:defRPr/>
            </a:pPr>
            <a:r>
              <a:rPr lang="fr-FR" smtClean="0"/>
              <a:t>2-  LA CRÉATION RÉVÈLE TA MAJESTÉ</a:t>
            </a:r>
          </a:p>
          <a:p>
            <a:pPr>
              <a:defRPr/>
            </a:pPr>
            <a:r>
              <a:rPr lang="fr-FR" smtClean="0"/>
              <a:t>Creation's revealing Your majesty 
3-  DES COULEURS DE L’AUTOMNE  AUX PARFUMS DU PRINTEMPS</a:t>
            </a:r>
          </a:p>
          <a:p>
            <a:pPr>
              <a:defRPr/>
            </a:pPr>
            <a:r>
              <a:rPr lang="fr-FR" smtClean="0"/>
              <a:t>From the colors of fall to the fragrance of spring 
4-  CHAQUE CRÉATURE UNIQUE TE CHANTE UN NOUVEAU CHANT </a:t>
            </a:r>
          </a:p>
          <a:p>
            <a:pPr>
              <a:defRPr/>
            </a:pPr>
            <a:r>
              <a:rPr lang="fr-FR" smtClean="0"/>
              <a:t>Every creature unique in the song that it sings
5-  TOUTES S’EXCLAMANT</a:t>
            </a:r>
          </a:p>
          <a:p>
            <a:pPr>
              <a:defRPr/>
            </a:pPr>
            <a:r>
              <a:rPr lang="fr-FR" smtClean="0"/>
              <a:t>All exclaiming</a:t>
            </a:r>
          </a:p>
          <a:p>
            <a:pPr>
              <a:defRPr/>
            </a:pPr>
            <a:r>
              <a:rPr lang="fr-FR" smtClean="0"/>
              <a:t> 
	6-  QUI PEUT TE DÉCRIRE OU TE CONTENIR ? </a:t>
            </a:r>
          </a:p>
          <a:p>
            <a:pPr>
              <a:defRPr/>
            </a:pPr>
            <a:r>
              <a:rPr lang="fr-FR" smtClean="0"/>
              <a:t>	Indescribable, uncontainable,
	7-  TU PLACES LES ÉTOILES AU CIEL ET TU CONNAIS LEUR NOM </a:t>
            </a:r>
          </a:p>
          <a:p>
            <a:pPr>
              <a:defRPr/>
            </a:pPr>
            <a:r>
              <a:rPr lang="fr-FR" smtClean="0"/>
              <a:t>	You placed the stars in the sky and You know them by name</a:t>
            </a:r>
          </a:p>
          <a:p>
            <a:pPr>
              <a:defRPr/>
            </a:pPr>
            <a:r>
              <a:rPr lang="fr-FR" smtClean="0"/>
              <a:t>	8-  TU ES UN DIEU SI GRAND</a:t>
            </a:r>
          </a:p>
          <a:p>
            <a:pPr>
              <a:defRPr/>
            </a:pPr>
            <a:r>
              <a:rPr lang="fr-FR" smtClean="0"/>
              <a:t>	You are amazing God 
	9-  DIEU TOUT-PUISSANT, IMPRESSIONNANT</a:t>
            </a:r>
          </a:p>
          <a:p>
            <a:pPr>
              <a:defRPr/>
            </a:pPr>
            <a:r>
              <a:rPr lang="fr-FR" smtClean="0"/>
              <a:t>	All powerful, untamable, 
	10-  NOUS TOMBONS À GENOUX DEVANT TOI EN PROCLAMANT</a:t>
            </a:r>
          </a:p>
          <a:p>
            <a:pPr>
              <a:defRPr/>
            </a:pPr>
            <a:r>
              <a:rPr lang="fr-FR" smtClean="0"/>
              <a:t>	Awestruck we fall to our knees as we humbly proclaim</a:t>
            </a:r>
          </a:p>
          <a:p>
            <a:pPr>
              <a:defRPr/>
            </a:pPr>
            <a:r>
              <a:rPr lang="fr-FR" smtClean="0"/>
              <a:t>	11- TU ES UN DIEU SI GRAND</a:t>
            </a:r>
          </a:p>
          <a:p>
            <a:pPr>
              <a:defRPr/>
            </a:pPr>
            <a:r>
              <a:rPr lang="fr-FR" smtClean="0"/>
              <a:t>	You are amazing God</a:t>
            </a:r>
          </a:p>
          <a:p>
            <a:pPr>
              <a:defRPr/>
            </a:pPr>
            <a:r>
              <a:rPr lang="fr-FR" smtClean="0"/>
              <a:t> 
12-  QUI COMMANDE AUX ÉCLAIRS DU TONNERRE OÙ ALLER ?</a:t>
            </a:r>
          </a:p>
          <a:p>
            <a:pPr>
              <a:defRPr/>
            </a:pPr>
            <a:r>
              <a:rPr lang="fr-FR" smtClean="0"/>
              <a:t>Who has told every lightning bolt where it should go 
13-  QUI ORDONNE À LA NEIGE EN QUEL LIEU SE POSER ? </a:t>
            </a:r>
          </a:p>
          <a:p>
            <a:pPr>
              <a:defRPr/>
            </a:pPr>
            <a:r>
              <a:rPr lang="fr-FR" smtClean="0"/>
              <a:t>Or seen heavenly storehouses laden with snow</a:t>
            </a:r>
          </a:p>
          <a:p>
            <a:pPr>
              <a:defRPr/>
            </a:pPr>
            <a:r>
              <a:rPr lang="fr-FR" smtClean="0"/>
              <a:t>14-  QUI CRÉA LE SOLEIL SA LUMIÈRE INFINIE ? </a:t>
            </a:r>
          </a:p>
          <a:p>
            <a:pPr>
              <a:defRPr/>
            </a:pPr>
            <a:r>
              <a:rPr lang="fr-FR" smtClean="0"/>
              <a:t>Who imagined the sun and gives source to its light</a:t>
            </a:r>
          </a:p>
          <a:p>
            <a:pPr>
              <a:defRPr/>
            </a:pPr>
            <a:r>
              <a:rPr lang="fr-FR" smtClean="0"/>
              <a:t>15-  ET LE CACHE POUR OFFRIR LA FRAÎCHEUR DE LA NUIT</a:t>
            </a:r>
          </a:p>
          <a:p>
            <a:pPr>
              <a:defRPr/>
            </a:pPr>
            <a:r>
              <a:rPr lang="fr-FR" smtClean="0"/>
              <a:t>Yet conceals it to bring us the coolness of night 
16-  QUI TE SONDERA ? </a:t>
            </a:r>
          </a:p>
          <a:p>
            <a:pPr>
              <a:defRPr/>
            </a:pPr>
            <a:r>
              <a:rPr lang="fr-FR" smtClean="0"/>
              <a:t>None can fathom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INEXPLICABLE QUI PEUT TE DÉCRIRE OU TE CONTENIR ?</a:t>
            </a:r>
          </a:p>
          <a:p>
            <a:pPr>
              <a:defRPr/>
            </a:pPr>
            <a:r>
              <a:rPr lang="fr-FR" smtClean="0"/>
              <a:t>18-  TU PLACES LES ÉTOILES AU CIEL INCOMMENSURABLE</a:t>
            </a:r>
          </a:p>
          <a:p>
            <a:pPr>
              <a:defRPr/>
            </a:pPr>
            <a:r>
              <a:rPr lang="fr-FR" smtClean="0"/>
              <a:t>19-  DIEU TOUT-PUISSANT, IMPRESSIONNANT</a:t>
            </a:r>
          </a:p>
          <a:p>
            <a:pPr>
              <a:defRPr/>
            </a:pPr>
            <a:r>
              <a:rPr lang="fr-FR" smtClean="0"/>
              <a:t>20-  FORMIDABLE NOUS TOMBONS À GENOUX DEVANT TOI</a:t>
            </a:r>
          </a:p>
          <a:p>
            <a:pPr>
              <a:defRPr/>
            </a:pPr>
            <a:r>
              <a:rPr lang="fr-FR" smtClean="0"/>
              <a:t>21-  INEXPLICABLE QUI PEUT TE DÉCRIRE OU TE CONTENIR ?</a:t>
            </a:r>
          </a:p>
          <a:p>
            <a:pPr>
              <a:defRPr/>
            </a:pPr>
            <a:r>
              <a:rPr lang="fr-FR" smtClean="0"/>
              <a:t>22-  TU PLACES LES ÉTOILES AU CIEL INCOMMENSURABLE</a:t>
            </a:r>
          </a:p>
          <a:p>
            <a:pPr>
              <a:defRPr/>
            </a:pPr>
            <a:r>
              <a:rPr lang="fr-FR" smtClean="0"/>
              <a:t>23-  DIEU TOUT-PUISSANT, IMPRESSIONNANT</a:t>
            </a:r>
          </a:p>
          <a:p>
            <a:pPr>
              <a:defRPr/>
            </a:pPr>
            <a:r>
              <a:rPr lang="fr-FR" smtClean="0"/>
              <a:t>24-  FORMIDABLE NOUS TOMBONS À GENOUX DEVANT TOI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QUI PEUT TE DÉCRIRE OU TE CONTENIR ?</a:t>
            </a:r>
          </a:p>
          <a:p>
            <a:pPr>
              <a:defRPr/>
            </a:pPr>
            <a:r>
              <a:rPr lang="fr-FR" smtClean="0"/>
              <a:t>26-  TU PLACES LES ÉTOILES AU CIEL ET TU CONNAIS LEUR NOM</a:t>
            </a:r>
          </a:p>
          <a:p>
            <a:pPr>
              <a:defRPr/>
            </a:pPr>
            <a:r>
              <a:rPr lang="fr-FR" smtClean="0"/>
              <a:t>27-  TU ES UN DIEU SI GRAND</a:t>
            </a:r>
          </a:p>
          <a:p>
            <a:pPr>
              <a:defRPr/>
            </a:pPr>
            <a:r>
              <a:rPr lang="fr-FR" smtClean="0"/>
              <a:t>28-  DIEU TOUT-PUISSANT, IMPRESSIONNANT</a:t>
            </a:r>
          </a:p>
          <a:p>
            <a:pPr>
              <a:defRPr/>
            </a:pPr>
            <a:r>
              <a:rPr lang="fr-FR" smtClean="0"/>
              <a:t>29-  NOUS TOMBONS À GENOUX DEVANT TOI EN PROCLAMANT</a:t>
            </a:r>
          </a:p>
          <a:p>
            <a:pPr>
              <a:defRPr/>
            </a:pPr>
            <a:r>
              <a:rPr lang="fr-FR" smtClean="0"/>
              <a:t>30-  TU ES UN DIEU SI GRAND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INEXPLICABLE QUI PEUT TE DÉCRIRE OU TE CONTENIR ?</a:t>
            </a:r>
          </a:p>
          <a:p>
            <a:pPr>
              <a:defRPr/>
            </a:pPr>
            <a:r>
              <a:rPr lang="fr-FR" smtClean="0"/>
              <a:t>32-  TU PLACES LES ÉTOILES AU CIEL</a:t>
            </a:r>
          </a:p>
          <a:p>
            <a:pPr>
              <a:defRPr/>
            </a:pPr>
            <a:r>
              <a:rPr lang="fr-FR" smtClean="0"/>
              <a:t>33-  INCOMMENSURABLE DIEU TOUT-PUISSANT, IMPRESSIONNANT</a:t>
            </a:r>
          </a:p>
          <a:p>
            <a:pPr>
              <a:defRPr/>
            </a:pPr>
            <a:r>
              <a:rPr lang="fr-FR" smtClean="0"/>
              <a:t>34-  FORMIDABLE NOUS TOMBONS À GENOUX DEVANT TOI</a:t>
            </a:r>
          </a:p>
          <a:p>
            <a:pPr>
              <a:defRPr/>
            </a:pPr>
            <a:r>
              <a:rPr lang="fr-FR" smtClean="0"/>
              <a:t>35-  INEXPLICABLE QUI PEUT TE DÉCRIRE OU TE CONTENIR ? </a:t>
            </a:r>
          </a:p>
          <a:p>
            <a:pPr>
              <a:defRPr/>
            </a:pPr>
            <a:r>
              <a:rPr lang="fr-FR" smtClean="0"/>
              <a:t>36-  INCOMMENSURABLE DIEU TOUT-PUISSANT, IMPRESSIONNANT</a:t>
            </a:r>
          </a:p>
          <a:p>
            <a:pPr>
              <a:defRPr/>
            </a:pPr>
            <a:r>
              <a:rPr lang="fr-FR" smtClean="0"/>
              <a:t>37-  TU ES INDESCRIPTIBLE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**************************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FROM THE HIGHEST OF HEIGHTS TO THE DEPTHS OF THE SEA</a:t>
            </a:r>
          </a:p>
          <a:p>
            <a:pPr>
              <a:defRPr/>
            </a:pPr>
            <a:r>
              <a:rPr lang="fr-FR" smtClean="0"/>
              <a:t>39-  CREATION'S REVEALING YOUR MAJESTY</a:t>
            </a:r>
          </a:p>
          <a:p>
            <a:pPr>
              <a:defRPr/>
            </a:pPr>
            <a:r>
              <a:rPr lang="fr-FR" smtClean="0"/>
              <a:t>40-  FROM THE COLORS OF FALL TO THE FRAGRANCE OF SPRING</a:t>
            </a:r>
          </a:p>
          <a:p>
            <a:pPr>
              <a:defRPr/>
            </a:pPr>
            <a:r>
              <a:rPr lang="fr-FR" smtClean="0"/>
              <a:t>41-  EVERY CREATURE UNIQUE IN THE SONG THAT IT SINGS</a:t>
            </a:r>
          </a:p>
          <a:p>
            <a:pPr>
              <a:defRPr/>
            </a:pPr>
            <a:r>
              <a:rPr lang="fr-FR" smtClean="0"/>
              <a:t>42-  ALL EXCLAIMING INDESCRIBABLE, UNCONTAINABLE</a:t>
            </a:r>
          </a:p>
          <a:p>
            <a:pPr>
              <a:defRPr/>
            </a:pPr>
            <a:r>
              <a:rPr lang="fr-FR" smtClean="0"/>
              <a:t>43-  YOU PLACED THE STARS IN THE SKY AND YOU KNOW THEM BY NAME</a:t>
            </a:r>
          </a:p>
          <a:p>
            <a:pPr>
              <a:defRPr/>
            </a:pPr>
            <a:r>
              <a:rPr lang="fr-FR" smtClean="0"/>
              <a:t>44-  YOU ARE AMAZING GOD ALL POWERFUL, UNTAMABLE</a:t>
            </a:r>
          </a:p>
          <a:p>
            <a:pPr>
              <a:defRPr/>
            </a:pPr>
            <a:r>
              <a:rPr lang="fr-FR" smtClean="0"/>
              <a:t>45-  AWESTRUCK WE FALL TO OUR KNEES AS WE HUMBLY PROCLAIM</a:t>
            </a:r>
          </a:p>
          <a:p>
            <a:pPr>
              <a:defRPr/>
            </a:pPr>
            <a:r>
              <a:rPr lang="fr-FR" smtClean="0"/>
              <a:t>46-  YOU ARE AMAZING GOD</a:t>
            </a:r>
          </a:p>
          <a:p>
            <a:pPr>
              <a:defRPr/>
            </a:pPr>
            <a:r>
              <a:rPr lang="fr-FR" smtClean="0"/>
              <a:t>47-  WHO HAS TOLD EVERY LIGHTNING BOLT WHERE IT SHOULD GO</a:t>
            </a:r>
          </a:p>
          <a:p>
            <a:pPr>
              <a:defRPr/>
            </a:pPr>
            <a:r>
              <a:rPr lang="fr-FR" smtClean="0"/>
              <a:t>48-  OR SEEN HEAVENLY STOREHOUSES LADEN WITH SNOW</a:t>
            </a:r>
          </a:p>
          <a:p>
            <a:pPr>
              <a:defRPr/>
            </a:pPr>
            <a:r>
              <a:rPr lang="fr-FR" smtClean="0"/>
              <a:t>49-  WHO IMAGINED THE SUN AND GIVES SOURCE TO ITS LIGHT</a:t>
            </a:r>
          </a:p>
          <a:p>
            <a:pPr>
              <a:defRPr/>
            </a:pPr>
            <a:r>
              <a:rPr lang="fr-FR" smtClean="0"/>
              <a:t>50-  YET CONCEALS IT TO BRING US THE COOLNESS OF NIGHT</a:t>
            </a:r>
          </a:p>
          <a:p>
            <a:pPr>
              <a:defRPr/>
            </a:pPr>
            <a:r>
              <a:rPr lang="fr-FR" smtClean="0"/>
              <a:t>51-  NONE CAN FATHOM  INDESCRIBABLE, UNCONTAINABLE</a:t>
            </a:r>
          </a:p>
          <a:p>
            <a:pPr>
              <a:defRPr/>
            </a:pPr>
            <a:r>
              <a:rPr lang="fr-FR" smtClean="0"/>
              <a:t>52-  YOU PLACED THE STARS IN THE SKY AND YOU KNOW THEM BY NAME</a:t>
            </a:r>
          </a:p>
          <a:p>
            <a:pPr>
              <a:defRPr/>
            </a:pPr>
            <a:r>
              <a:rPr lang="fr-FR" smtClean="0"/>
              <a:t>53-  YOU ARE AMAZING GOD ALL POWERFUL, UNTAMABLE</a:t>
            </a:r>
          </a:p>
          <a:p>
            <a:pPr>
              <a:defRPr/>
            </a:pPr>
            <a:r>
              <a:rPr lang="fr-FR" smtClean="0"/>
              <a:t>54-  AWESTRUCK WE FALL TO OUR KNEES AS WE HUMBLY PROCLAIM</a:t>
            </a:r>
          </a:p>
          <a:p>
            <a:pPr>
              <a:defRPr/>
            </a:pPr>
            <a:r>
              <a:rPr lang="fr-FR" smtClean="0"/>
              <a:t>55-  YOU ARE AMAZING GOD</a:t>
            </a:r>
          </a:p>
          <a:p>
            <a:pPr>
              <a:defRPr/>
            </a:pPr>
            <a:r>
              <a:rPr lang="fr-FR" smtClean="0"/>
              <a:t>56-  CAN'T EXPLAIN INDESCRIBABLE, UNCONTAINABLE</a:t>
            </a:r>
          </a:p>
          <a:p>
            <a:pPr>
              <a:defRPr/>
            </a:pPr>
            <a:r>
              <a:rPr lang="fr-FR" smtClean="0"/>
              <a:t>57-  YOU PLACES THE STARS IN THE SKY</a:t>
            </a:r>
          </a:p>
          <a:p>
            <a:pPr>
              <a:defRPr/>
            </a:pPr>
            <a:r>
              <a:rPr lang="fr-FR" smtClean="0"/>
              <a:t>58-  CAN'T CONTAIN  YOU'RE ALL POWERFUL YOU'RE UNTAMABLE</a:t>
            </a:r>
          </a:p>
          <a:p>
            <a:pPr>
              <a:defRPr/>
            </a:pPr>
            <a:r>
              <a:rPr lang="fr-FR" smtClean="0"/>
              <a:t>59-  CAN'T EXPLAIN INDESCRIBABLE, UNCONTAINABLE</a:t>
            </a:r>
          </a:p>
          <a:p>
            <a:pPr>
              <a:defRPr/>
            </a:pPr>
            <a:r>
              <a:rPr lang="fr-FR" smtClean="0"/>
              <a:t>60-  YOU PLACES THE STARS IN THE SKY</a:t>
            </a:r>
          </a:p>
          <a:p>
            <a:pPr>
              <a:defRPr/>
            </a:pPr>
            <a:r>
              <a:rPr lang="fr-FR" smtClean="0"/>
              <a:t>61-  CAN'T CONTAIN  YOU'RE ALL POWERFUL, YOU'RE UNTAMABLE</a:t>
            </a:r>
          </a:p>
          <a:p>
            <a:pPr>
              <a:defRPr/>
            </a:pPr>
            <a:r>
              <a:rPr lang="fr-FR" smtClean="0"/>
              <a:t>62-  AWESTRUCK WE FALL TO OUR KNEES</a:t>
            </a:r>
          </a:p>
          <a:p>
            <a:pPr>
              <a:defRPr/>
            </a:pPr>
            <a:r>
              <a:rPr lang="fr-FR" smtClean="0"/>
              <a:t>63-  INDESCRIBABLE, UNCONTAINABLE</a:t>
            </a:r>
          </a:p>
          <a:p>
            <a:pPr>
              <a:defRPr/>
            </a:pPr>
            <a:r>
              <a:rPr lang="fr-FR" smtClean="0"/>
              <a:t>64-  YOU PLACED THE STARS IN THE SKY  YOU KNOW THEM BY NAME</a:t>
            </a:r>
          </a:p>
          <a:p>
            <a:pPr>
              <a:defRPr/>
            </a:pPr>
            <a:r>
              <a:rPr lang="fr-FR" smtClean="0"/>
              <a:t>65-  YOU ARE AMAZING GOD</a:t>
            </a:r>
          </a:p>
          <a:p>
            <a:pPr>
              <a:defRPr/>
            </a:pPr>
            <a:r>
              <a:rPr lang="fr-FR" smtClean="0"/>
              <a:t>66-  ALL POWERFUL, UNTAMABLE</a:t>
            </a:r>
          </a:p>
          <a:p>
            <a:pPr>
              <a:defRPr/>
            </a:pPr>
            <a:r>
              <a:rPr lang="fr-FR" smtClean="0"/>
              <a:t>67-  AWESTRUCK WE FALL TO OUR KNEES  AS WE HUMBLY PROCLAIM</a:t>
            </a:r>
          </a:p>
          <a:p>
            <a:pPr>
              <a:defRPr/>
            </a:pPr>
            <a:r>
              <a:rPr lang="fr-FR" smtClean="0"/>
              <a:t>68-  YOU ARE AMAZING GOD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DES PROFONDEURS DES MERS AUX MONTAGNES ÉLEVÉES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highest of heights to the depths of the sea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LA CRÉATION RÉVÈLE TA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Creation's revealing Your majesty 
3-  DES COULEURS DE L’AUTOMNE  AUX PARFUMS DU PRINTEMPS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colors of fall to the fragrance of spring 
4-  CHAQUE CRÉATURE UNIQUE TE CHANTE UN NOUVEAU CHANT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creature unique in the song that it sings
5-  TOUTES S’EXCLAMANT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exclaiming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	6-  QUI PEUT TE DÉCRIRE OU TE CONTENIR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Indescribable, uncontainable,
	7-  TU PLACES LES ÉTOILES AU CIEL ET TU CONNAIS LEUR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amazing God 
	9-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All powerful, untamable, 
	10-  NOUS TOMBONS À GENOUX DEVANT TOI EN PROCLAMANT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12-  QUI COMMANDE AUX ÉCLAIRS DU TONNERRE OÙ ALLER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has told every lightning bolt where it should go 
13-  QUI ORDONNE À LA NEIGE EN QUEL LIEU SE POSER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Or seen heavenly storehouses laden with snow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QUI CRÉA LE SOLEIL SA LUMIÈRE INFINIE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imagined the sun and gives source to its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ET LE CACHE POUR OFFRIR LA FRAÎCHEUR DE LA NUIT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Yet conceals it to bring us the coolness of night 
16-  QUI TE SONDERA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None can fathom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PLACES LES ÉTOILES AU CIEL INCOMMENSURABLE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TU PLACES LES ÉTOILES AU CIEL INCOMMENSURABLE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TU PLACES LES ÉTOILES AU CIEL ET TU CONNAIS LEUR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NOUS TOMBONS À GENOUX DEVANT TOI EN PROCLAMANT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TU PLACES LES ÉTOILES AU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INCOMMENSURABLE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INEXPLICABLE QUI PEUT TE DÉCRIRE OU TE CONTENIR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INCOMMENSURABLE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TU ES INDESCRIPTIBLE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FROM THE HIGHEST OF HEIGHTS TO THE DEPTHS OF THE SEA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CREATION'S REVEALING YOUR MAJESTY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FROM THE COLORS OF FALL TO THE FRAGRANCE OF SPRING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EVERY CREATURE UNIQUE IN THE SONG THAT IT SINGS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ALL EXCLAIMING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YOU ARE AMAZING GOD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WHO HAS TOLD EVERY LIGHTNING BOLT WHERE IT SHOULD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OR SEEN HEAVENLY STOREHOUSES LADEN WITH SNOW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WHO IMAGINED THE SUN AND GIVES SOURCE TO ITS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YET CONCEALS IT TO BRING US THE COOLNESS OF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NONE CAN FATHOM  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YOU ARE AMAZING GOD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CAN'T EXPLAIN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YOU PLACES THE STARS IN THE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CAN'T CONTAIN  YOU'RE ALL POWERFUL YOU'RE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CAN'T EXPLAIN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YOU PLACES THE STARS IN THE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61-  CAN'T CONTAIN  YOU'RE ALL POWERFUL, YOU'RE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62-  AWESTRUCK WE FALL TO OUR KNEES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64-  YOU PLACED THE STARS IN THE SKY 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65-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66- 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67-  AWESTRUCK WE FALL TO OUR KNEES 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68-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b="1" i="1" dirty="0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DES PROFONDEURS DES MERS AUX MONTAGNES ÉLEVÉES</a:t>
            </a:r>
          </a:p>
          <a:p>
            <a:pPr>
              <a:defRPr/>
            </a:pPr>
            <a:r>
              <a:rPr lang="fr-FR" smtClean="0"/>
              <a:t>From the highest of heights to the depths of the sea</a:t>
            </a:r>
          </a:p>
          <a:p>
            <a:pPr>
              <a:defRPr/>
            </a:pPr>
            <a:r>
              <a:rPr lang="fr-FR" smtClean="0"/>
              <a:t>2-  LA CRÉATION RÉVÈLE TA MAJESTÉ</a:t>
            </a:r>
          </a:p>
          <a:p>
            <a:pPr>
              <a:defRPr/>
            </a:pPr>
            <a:r>
              <a:rPr lang="fr-FR" smtClean="0"/>
              <a:t>Creation's revealing Your majesty 
3-  DES COULEURS DE L’AUTOMNE  AUX PARFUMS DU PRINTEMPS</a:t>
            </a:r>
          </a:p>
          <a:p>
            <a:pPr>
              <a:defRPr/>
            </a:pPr>
            <a:r>
              <a:rPr lang="fr-FR" smtClean="0"/>
              <a:t>From the colors of fall to the fragrance of spring 
4-  CHAQUE CRÉATURE UNIQUE TE CHANTE UN NOUVEAU CHANT </a:t>
            </a:r>
          </a:p>
          <a:p>
            <a:pPr>
              <a:defRPr/>
            </a:pPr>
            <a:r>
              <a:rPr lang="fr-FR" smtClean="0"/>
              <a:t>Every creature unique in the song that it sings
5-  TOUTES S’EXCLAMANT</a:t>
            </a:r>
          </a:p>
          <a:p>
            <a:pPr>
              <a:defRPr/>
            </a:pPr>
            <a:r>
              <a:rPr lang="fr-FR" smtClean="0"/>
              <a:t>All exclaiming</a:t>
            </a:r>
          </a:p>
          <a:p>
            <a:pPr>
              <a:defRPr/>
            </a:pPr>
            <a:r>
              <a:rPr lang="fr-FR" smtClean="0"/>
              <a:t> 
	6-  QUI PEUT TE DÉCRIRE OU TE CONTENIR ? </a:t>
            </a:r>
          </a:p>
          <a:p>
            <a:pPr>
              <a:defRPr/>
            </a:pPr>
            <a:r>
              <a:rPr lang="fr-FR" smtClean="0"/>
              <a:t>	Indescribable, uncontainable,
	7-  TU PLACES LES ÉTOILES AU CIEL ET TU CONNAIS LEUR NOM </a:t>
            </a:r>
          </a:p>
          <a:p>
            <a:pPr>
              <a:defRPr/>
            </a:pPr>
            <a:r>
              <a:rPr lang="fr-FR" smtClean="0"/>
              <a:t>	You placed the stars in the sky and You know them by name</a:t>
            </a:r>
          </a:p>
          <a:p>
            <a:pPr>
              <a:defRPr/>
            </a:pPr>
            <a:r>
              <a:rPr lang="fr-FR" smtClean="0"/>
              <a:t>	8-  TU ES UN DIEU SI GRAND</a:t>
            </a:r>
          </a:p>
          <a:p>
            <a:pPr>
              <a:defRPr/>
            </a:pPr>
            <a:r>
              <a:rPr lang="fr-FR" smtClean="0"/>
              <a:t>	You are amazing God 
	9-  DIEU TOUT-PUISSANT, IMPRESSIONNANT</a:t>
            </a:r>
          </a:p>
          <a:p>
            <a:pPr>
              <a:defRPr/>
            </a:pPr>
            <a:r>
              <a:rPr lang="fr-FR" smtClean="0"/>
              <a:t>	All powerful, untamable, 
	10-  NOUS TOMBONS À GENOUX DEVANT TOI EN PROCLAMANT</a:t>
            </a:r>
          </a:p>
          <a:p>
            <a:pPr>
              <a:defRPr/>
            </a:pPr>
            <a:r>
              <a:rPr lang="fr-FR" smtClean="0"/>
              <a:t>	Awestruck we fall to our knees as we humbly proclaim</a:t>
            </a:r>
          </a:p>
          <a:p>
            <a:pPr>
              <a:defRPr/>
            </a:pPr>
            <a:r>
              <a:rPr lang="fr-FR" smtClean="0"/>
              <a:t>	11- TU ES UN DIEU SI GRAND</a:t>
            </a:r>
          </a:p>
          <a:p>
            <a:pPr>
              <a:defRPr/>
            </a:pPr>
            <a:r>
              <a:rPr lang="fr-FR" smtClean="0"/>
              <a:t>	You are amazing God</a:t>
            </a:r>
          </a:p>
          <a:p>
            <a:pPr>
              <a:defRPr/>
            </a:pPr>
            <a:r>
              <a:rPr lang="fr-FR" smtClean="0"/>
              <a:t> 
12-  QUI COMMANDE AUX ÉCLAIRS DU TONNERRE OÙ ALLER ?</a:t>
            </a:r>
          </a:p>
          <a:p>
            <a:pPr>
              <a:defRPr/>
            </a:pPr>
            <a:r>
              <a:rPr lang="fr-FR" smtClean="0"/>
              <a:t>Who has told every lightning bolt where it should go 
13-  QUI ORDONNE À LA NEIGE EN QUEL LIEU SE POSER ? </a:t>
            </a:r>
          </a:p>
          <a:p>
            <a:pPr>
              <a:defRPr/>
            </a:pPr>
            <a:r>
              <a:rPr lang="fr-FR" smtClean="0"/>
              <a:t>Or seen heavenly storehouses laden with snow</a:t>
            </a:r>
          </a:p>
          <a:p>
            <a:pPr>
              <a:defRPr/>
            </a:pPr>
            <a:r>
              <a:rPr lang="fr-FR" smtClean="0"/>
              <a:t>14-  QUI CRÉA LE SOLEIL SA LUMIÈRE INFINIE ? </a:t>
            </a:r>
          </a:p>
          <a:p>
            <a:pPr>
              <a:defRPr/>
            </a:pPr>
            <a:r>
              <a:rPr lang="fr-FR" smtClean="0"/>
              <a:t>Who imagined the sun and gives source to its light</a:t>
            </a:r>
          </a:p>
          <a:p>
            <a:pPr>
              <a:defRPr/>
            </a:pPr>
            <a:r>
              <a:rPr lang="fr-FR" smtClean="0"/>
              <a:t>15-  ET LE CACHE POUR OFFRIR LA FRAÎCHEUR DE LA NUIT</a:t>
            </a:r>
          </a:p>
          <a:p>
            <a:pPr>
              <a:defRPr/>
            </a:pPr>
            <a:r>
              <a:rPr lang="fr-FR" smtClean="0"/>
              <a:t>Yet conceals it to bring us the coolness of night 
16-  QUI TE SONDERA ? </a:t>
            </a:r>
          </a:p>
          <a:p>
            <a:pPr>
              <a:defRPr/>
            </a:pPr>
            <a:r>
              <a:rPr lang="fr-FR" smtClean="0"/>
              <a:t>None can fathom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INEXPLICABLE QUI PEUT TE DÉCRIRE OU TE CONTENIR ?</a:t>
            </a:r>
          </a:p>
          <a:p>
            <a:pPr>
              <a:defRPr/>
            </a:pPr>
            <a:r>
              <a:rPr lang="fr-FR" smtClean="0"/>
              <a:t>18-  TU PLACES LES ÉTOILES AU CIEL INCOMMENSURABLE</a:t>
            </a:r>
          </a:p>
          <a:p>
            <a:pPr>
              <a:defRPr/>
            </a:pPr>
            <a:r>
              <a:rPr lang="fr-FR" smtClean="0"/>
              <a:t>19-  DIEU TOUT-PUISSANT, IMPRESSIONNANT</a:t>
            </a:r>
          </a:p>
          <a:p>
            <a:pPr>
              <a:defRPr/>
            </a:pPr>
            <a:r>
              <a:rPr lang="fr-FR" smtClean="0"/>
              <a:t>20-  FORMIDABLE NOUS TOMBONS À GENOUX DEVANT TOI</a:t>
            </a:r>
          </a:p>
          <a:p>
            <a:pPr>
              <a:defRPr/>
            </a:pPr>
            <a:r>
              <a:rPr lang="fr-FR" smtClean="0"/>
              <a:t>21-  INEXPLICABLE QUI PEUT TE DÉCRIRE OU TE CONTENIR ?</a:t>
            </a:r>
          </a:p>
          <a:p>
            <a:pPr>
              <a:defRPr/>
            </a:pPr>
            <a:r>
              <a:rPr lang="fr-FR" smtClean="0"/>
              <a:t>22-  TU PLACES LES ÉTOILES AU CIEL INCOMMENSURABLE</a:t>
            </a:r>
          </a:p>
          <a:p>
            <a:pPr>
              <a:defRPr/>
            </a:pPr>
            <a:r>
              <a:rPr lang="fr-FR" smtClean="0"/>
              <a:t>23-  DIEU TOUT-PUISSANT, IMPRESSIONNANT</a:t>
            </a:r>
          </a:p>
          <a:p>
            <a:pPr>
              <a:defRPr/>
            </a:pPr>
            <a:r>
              <a:rPr lang="fr-FR" smtClean="0"/>
              <a:t>24-  FORMIDABLE NOUS TOMBONS À GENOUX DEVANT TOI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QUI PEUT TE DÉCRIRE OU TE CONTENIR ?</a:t>
            </a:r>
          </a:p>
          <a:p>
            <a:pPr>
              <a:defRPr/>
            </a:pPr>
            <a:r>
              <a:rPr lang="fr-FR" smtClean="0"/>
              <a:t>26-  TU PLACES LES ÉTOILES AU CIEL ET TU CONNAIS LEUR NOM</a:t>
            </a:r>
          </a:p>
          <a:p>
            <a:pPr>
              <a:defRPr/>
            </a:pPr>
            <a:r>
              <a:rPr lang="fr-FR" smtClean="0"/>
              <a:t>27-  TU ES UN DIEU SI GRAND</a:t>
            </a:r>
          </a:p>
          <a:p>
            <a:pPr>
              <a:defRPr/>
            </a:pPr>
            <a:r>
              <a:rPr lang="fr-FR" smtClean="0"/>
              <a:t>28-  DIEU TOUT-PUISSANT, IMPRESSIONNANT</a:t>
            </a:r>
          </a:p>
          <a:p>
            <a:pPr>
              <a:defRPr/>
            </a:pPr>
            <a:r>
              <a:rPr lang="fr-FR" smtClean="0"/>
              <a:t>29-  NOUS TOMBONS À GENOUX DEVANT TOI EN PROCLAMANT</a:t>
            </a:r>
          </a:p>
          <a:p>
            <a:pPr>
              <a:defRPr/>
            </a:pPr>
            <a:r>
              <a:rPr lang="fr-FR" smtClean="0"/>
              <a:t>30-  TU ES UN DIEU SI GRAND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INEXPLICABLE QUI PEUT TE DÉCRIRE OU TE CONTENIR ?</a:t>
            </a:r>
          </a:p>
          <a:p>
            <a:pPr>
              <a:defRPr/>
            </a:pPr>
            <a:r>
              <a:rPr lang="fr-FR" smtClean="0"/>
              <a:t>32-  TU PLACES LES ÉTOILES AU CIEL</a:t>
            </a:r>
          </a:p>
          <a:p>
            <a:pPr>
              <a:defRPr/>
            </a:pPr>
            <a:r>
              <a:rPr lang="fr-FR" smtClean="0"/>
              <a:t>33-  INCOMMENSURABLE DIEU TOUT-PUISSANT, IMPRESSIONNANT</a:t>
            </a:r>
          </a:p>
          <a:p>
            <a:pPr>
              <a:defRPr/>
            </a:pPr>
            <a:r>
              <a:rPr lang="fr-FR" smtClean="0"/>
              <a:t>34-  FORMIDABLE NOUS TOMBONS À GENOUX DEVANT TOI</a:t>
            </a:r>
          </a:p>
          <a:p>
            <a:pPr>
              <a:defRPr/>
            </a:pPr>
            <a:r>
              <a:rPr lang="fr-FR" smtClean="0"/>
              <a:t>35-  INEXPLICABLE QUI PEUT TE DÉCRIRE OU TE CONTENIR ? </a:t>
            </a:r>
          </a:p>
          <a:p>
            <a:pPr>
              <a:defRPr/>
            </a:pPr>
            <a:r>
              <a:rPr lang="fr-FR" smtClean="0"/>
              <a:t>36-  INCOMMENSURABLE DIEU TOUT-PUISSANT, IMPRESSIONNANT</a:t>
            </a:r>
          </a:p>
          <a:p>
            <a:pPr>
              <a:defRPr/>
            </a:pPr>
            <a:r>
              <a:rPr lang="fr-FR" smtClean="0"/>
              <a:t>37-  TU ES INDESCRIPTIBLE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**************************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FROM THE HIGHEST OF HEIGHTS TO THE DEPTHS OF THE SEA</a:t>
            </a:r>
          </a:p>
          <a:p>
            <a:pPr>
              <a:defRPr/>
            </a:pPr>
            <a:r>
              <a:rPr lang="fr-FR" smtClean="0"/>
              <a:t>39-  CREATION'S REVEALING YOUR MAJESTY</a:t>
            </a:r>
          </a:p>
          <a:p>
            <a:pPr>
              <a:defRPr/>
            </a:pPr>
            <a:r>
              <a:rPr lang="fr-FR" smtClean="0"/>
              <a:t>40-  FROM THE COLORS OF FALL TO THE FRAGRANCE OF SPRING</a:t>
            </a:r>
          </a:p>
          <a:p>
            <a:pPr>
              <a:defRPr/>
            </a:pPr>
            <a:r>
              <a:rPr lang="fr-FR" smtClean="0"/>
              <a:t>41-  EVERY CREATURE UNIQUE IN THE SONG THAT IT SINGS</a:t>
            </a:r>
          </a:p>
          <a:p>
            <a:pPr>
              <a:defRPr/>
            </a:pPr>
            <a:r>
              <a:rPr lang="fr-FR" smtClean="0"/>
              <a:t>42-  ALL EXCLAIMING INDESCRIBABLE, UNCONTAINABLE</a:t>
            </a:r>
          </a:p>
          <a:p>
            <a:pPr>
              <a:defRPr/>
            </a:pPr>
            <a:r>
              <a:rPr lang="fr-FR" smtClean="0"/>
              <a:t>43-  YOU PLACED THE STARS IN THE SKY AND YOU KNOW THEM BY NAME</a:t>
            </a:r>
          </a:p>
          <a:p>
            <a:pPr>
              <a:defRPr/>
            </a:pPr>
            <a:r>
              <a:rPr lang="fr-FR" smtClean="0"/>
              <a:t>44-  YOU ARE AMAZING GOD ALL POWERFUL, UNTAMABLE</a:t>
            </a:r>
          </a:p>
          <a:p>
            <a:pPr>
              <a:defRPr/>
            </a:pPr>
            <a:r>
              <a:rPr lang="fr-FR" smtClean="0"/>
              <a:t>45-  AWESTRUCK WE FALL TO OUR KNEES AS WE HUMBLY PROCLAIM</a:t>
            </a:r>
          </a:p>
          <a:p>
            <a:pPr>
              <a:defRPr/>
            </a:pPr>
            <a:r>
              <a:rPr lang="fr-FR" smtClean="0"/>
              <a:t>46-  YOU ARE AMAZING GOD</a:t>
            </a:r>
          </a:p>
          <a:p>
            <a:pPr>
              <a:defRPr/>
            </a:pPr>
            <a:r>
              <a:rPr lang="fr-FR" smtClean="0"/>
              <a:t>47-  WHO HAS TOLD EVERY LIGHTNING BOLT WHERE IT SHOULD GO</a:t>
            </a:r>
          </a:p>
          <a:p>
            <a:pPr>
              <a:defRPr/>
            </a:pPr>
            <a:r>
              <a:rPr lang="fr-FR" smtClean="0"/>
              <a:t>48-  OR SEEN HEAVENLY STOREHOUSES LADEN WITH SNOW</a:t>
            </a:r>
          </a:p>
          <a:p>
            <a:pPr>
              <a:defRPr/>
            </a:pPr>
            <a:r>
              <a:rPr lang="fr-FR" smtClean="0"/>
              <a:t>49-  WHO IMAGINED THE SUN AND GIVES SOURCE TO ITS LIGHT</a:t>
            </a:r>
          </a:p>
          <a:p>
            <a:pPr>
              <a:defRPr/>
            </a:pPr>
            <a:r>
              <a:rPr lang="fr-FR" smtClean="0"/>
              <a:t>50-  YET CONCEALS IT TO BRING US THE COOLNESS OF NIGHT</a:t>
            </a:r>
          </a:p>
          <a:p>
            <a:pPr>
              <a:defRPr/>
            </a:pPr>
            <a:r>
              <a:rPr lang="fr-FR" smtClean="0"/>
              <a:t>51-  NONE CAN FATHOM  INDESCRIBABLE, UNCONTAINABLE</a:t>
            </a:r>
          </a:p>
          <a:p>
            <a:pPr>
              <a:defRPr/>
            </a:pPr>
            <a:r>
              <a:rPr lang="fr-FR" smtClean="0"/>
              <a:t>52-  YOU PLACED THE STARS IN THE SKY AND YOU KNOW THEM BY NAME</a:t>
            </a:r>
          </a:p>
          <a:p>
            <a:pPr>
              <a:defRPr/>
            </a:pPr>
            <a:r>
              <a:rPr lang="fr-FR" smtClean="0"/>
              <a:t>53-  YOU ARE AMAZING GOD ALL POWERFUL, UNTAMABLE</a:t>
            </a:r>
          </a:p>
          <a:p>
            <a:pPr>
              <a:defRPr/>
            </a:pPr>
            <a:r>
              <a:rPr lang="fr-FR" smtClean="0"/>
              <a:t>54-  AWESTRUCK WE FALL TO OUR KNEES AS WE HUMBLY PROCLAIM</a:t>
            </a:r>
          </a:p>
          <a:p>
            <a:pPr>
              <a:defRPr/>
            </a:pPr>
            <a:r>
              <a:rPr lang="fr-FR" smtClean="0"/>
              <a:t>55-  YOU ARE AMAZING GOD</a:t>
            </a:r>
          </a:p>
          <a:p>
            <a:pPr>
              <a:defRPr/>
            </a:pPr>
            <a:r>
              <a:rPr lang="fr-FR" smtClean="0"/>
              <a:t>56-  CAN'T EXPLAIN INDESCRIBABLE, UNCONTAINABLE</a:t>
            </a:r>
          </a:p>
          <a:p>
            <a:pPr>
              <a:defRPr/>
            </a:pPr>
            <a:r>
              <a:rPr lang="fr-FR" smtClean="0"/>
              <a:t>57-  YOU PLACES THE STARS IN THE SKY</a:t>
            </a:r>
          </a:p>
          <a:p>
            <a:pPr>
              <a:defRPr/>
            </a:pPr>
            <a:r>
              <a:rPr lang="fr-FR" smtClean="0"/>
              <a:t>58-  CAN'T CONTAIN  YOU'RE ALL POWERFUL YOU'RE UNTAMABLE</a:t>
            </a:r>
          </a:p>
          <a:p>
            <a:pPr>
              <a:defRPr/>
            </a:pPr>
            <a:r>
              <a:rPr lang="fr-FR" smtClean="0"/>
              <a:t>59-  CAN'T EXPLAIN INDESCRIBABLE, UNCONTAINABLE</a:t>
            </a:r>
          </a:p>
          <a:p>
            <a:pPr>
              <a:defRPr/>
            </a:pPr>
            <a:r>
              <a:rPr lang="fr-FR" smtClean="0"/>
              <a:t>60-  YOU PLACES THE STARS IN THE SKY</a:t>
            </a:r>
          </a:p>
          <a:p>
            <a:pPr>
              <a:defRPr/>
            </a:pPr>
            <a:r>
              <a:rPr lang="fr-FR" smtClean="0"/>
              <a:t>61-  CAN'T CONTAIN  YOU'RE ALL POWERFUL, YOU'RE UNTAMABLE</a:t>
            </a:r>
          </a:p>
          <a:p>
            <a:pPr>
              <a:defRPr/>
            </a:pPr>
            <a:r>
              <a:rPr lang="fr-FR" smtClean="0"/>
              <a:t>62-  AWESTRUCK WE FALL TO OUR KNEES</a:t>
            </a:r>
          </a:p>
          <a:p>
            <a:pPr>
              <a:defRPr/>
            </a:pPr>
            <a:r>
              <a:rPr lang="fr-FR" smtClean="0"/>
              <a:t>63-  INDESCRIBABLE, UNCONTAINABLE</a:t>
            </a:r>
          </a:p>
          <a:p>
            <a:pPr>
              <a:defRPr/>
            </a:pPr>
            <a:r>
              <a:rPr lang="fr-FR" smtClean="0"/>
              <a:t>64-  YOU PLACED THE STARS IN THE SKY  YOU KNOW THEM BY NAME</a:t>
            </a:r>
          </a:p>
          <a:p>
            <a:pPr>
              <a:defRPr/>
            </a:pPr>
            <a:r>
              <a:rPr lang="fr-FR" smtClean="0"/>
              <a:t>65-  YOU ARE AMAZING GOD</a:t>
            </a:r>
          </a:p>
          <a:p>
            <a:pPr>
              <a:defRPr/>
            </a:pPr>
            <a:r>
              <a:rPr lang="fr-FR" smtClean="0"/>
              <a:t>66-  ALL POWERFUL, UNTAMABLE</a:t>
            </a:r>
          </a:p>
          <a:p>
            <a:pPr>
              <a:defRPr/>
            </a:pPr>
            <a:r>
              <a:rPr lang="fr-FR" smtClean="0"/>
              <a:t>67-  AWESTRUCK WE FALL TO OUR KNEES  AS WE HUMBLY PROCLAIM</a:t>
            </a:r>
          </a:p>
          <a:p>
            <a:pPr>
              <a:defRPr/>
            </a:pPr>
            <a:r>
              <a:rPr lang="fr-FR" smtClean="0"/>
              <a:t>68-  YOU ARE AMAZING GOD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DES PROFONDEURS DES MERS AUX MONTAGNES ÉLEVÉES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highest of heights to the depths of the sea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LA CRÉATION RÉVÈLE TA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Creation's revealing Your majesty 
3-  DES COULEURS DE L’AUTOMNE  AUX PARFUMS DU PRINTEMPS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colors of fall to the fragrance of spring 
4-  CHAQUE CRÉATURE UNIQUE TE CHANTE UN NOUVEAU CHANT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creature unique in the song that it sings
5-  TOUTES S’EXCLAMANT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exclaiming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	6-  QUI PEUT TE DÉCRIRE OU TE CONTENIR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Indescribable, uncontainable,
	7-  TU PLACES LES ÉTOILES AU CIEL ET TU CONNAIS LEUR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amazing God 
	9-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All powerful, untamable, 
	10-  NOUS TOMBONS À GENOUX DEVANT TOI EN PROCLAMANT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12-  QUI COMMANDE AUX ÉCLAIRS DU TONNERRE OÙ ALLER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has told every lightning bolt where it should go 
13-  QUI ORDONNE À LA NEIGE EN QUEL LIEU SE POSER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Or seen heavenly storehouses laden with snow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QUI CRÉA LE SOLEIL SA LUMIÈRE INFINIE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imagined the sun and gives source to its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ET LE CACHE POUR OFFRIR LA FRAÎCHEUR DE LA NUIT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Yet conceals it to bring us the coolness of night 
16-  QUI TE SONDERA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None can fathom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PLACES LES ÉTOILES AU CIEL INCOMMENSURABLE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TU PLACES LES ÉTOILES AU CIEL INCOMMENSURABLE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TU PLACES LES ÉTOILES AU CIEL ET TU CONNAIS LEUR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NOUS TOMBONS À GENOUX DEVANT TOI EN PROCLAMANT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TU PLACES LES ÉTOILES AU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INCOMMENSURABLE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INEXPLICABLE QUI PEUT TE DÉCRIRE OU TE CONTENIR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INCOMMENSURABLE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TU ES INDESCRIPTIBLE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FROM THE HIGHEST OF HEIGHTS TO THE DEPTHS OF THE SEA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CREATION'S REVEALING YOUR MAJESTY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FROM THE COLORS OF FALL TO THE FRAGRANCE OF SPRING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EVERY CREATURE UNIQUE IN THE SONG THAT IT SINGS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ALL EXCLAIMING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YOU ARE AMAZING GOD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WHO HAS TOLD EVERY LIGHTNING BOLT WHERE IT SHOULD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OR SEEN HEAVENLY STOREHOUSES LADEN WITH SNOW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WHO IMAGINED THE SUN AND GIVES SOURCE TO ITS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YET CONCEALS IT TO BRING US THE COOLNESS OF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NONE CAN FATHOM  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YOU ARE AMAZING GOD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CAN'T EXPLAIN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YOU PLACES THE STARS IN THE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CAN'T CONTAIN  YOU'RE ALL POWERFUL YOU'RE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CAN'T EXPLAIN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YOU PLACES THE STARS IN THE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61-  CAN'T CONTAIN  YOU'RE ALL POWERFUL, YOU'RE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62-  AWESTRUCK WE FALL TO OUR KNEES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64-  YOU PLACED THE STARS IN THE SKY 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65-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66- 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67-  AWESTRUCK WE FALL TO OUR KNEES 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68-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b="1" i="1" dirty="0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DES PROFONDEURS DES MERS AUX MONTAGNES ÉLEVÉES</a:t>
            </a:r>
          </a:p>
          <a:p>
            <a:pPr>
              <a:defRPr/>
            </a:pPr>
            <a:r>
              <a:rPr lang="fr-FR" smtClean="0"/>
              <a:t>From the highest of heights to the depths of the sea</a:t>
            </a:r>
          </a:p>
          <a:p>
            <a:pPr>
              <a:defRPr/>
            </a:pPr>
            <a:r>
              <a:rPr lang="fr-FR" smtClean="0"/>
              <a:t>2-  LA CRÉATION RÉVÈLE TA MAJESTÉ</a:t>
            </a:r>
          </a:p>
          <a:p>
            <a:pPr>
              <a:defRPr/>
            </a:pPr>
            <a:r>
              <a:rPr lang="fr-FR" smtClean="0"/>
              <a:t>Creation's revealing Your majesty 
3-  DES COULEURS DE L’AUTOMNE  AUX PARFUMS DU PRINTEMPS</a:t>
            </a:r>
          </a:p>
          <a:p>
            <a:pPr>
              <a:defRPr/>
            </a:pPr>
            <a:r>
              <a:rPr lang="fr-FR" smtClean="0"/>
              <a:t>From the colors of fall to the fragrance of spring 
4-  CHAQUE CRÉATURE UNIQUE TE CHANTE UN NOUVEAU CHANT </a:t>
            </a:r>
          </a:p>
          <a:p>
            <a:pPr>
              <a:defRPr/>
            </a:pPr>
            <a:r>
              <a:rPr lang="fr-FR" smtClean="0"/>
              <a:t>Every creature unique in the song that it sings
5-  TOUTES S’EXCLAMANT</a:t>
            </a:r>
          </a:p>
          <a:p>
            <a:pPr>
              <a:defRPr/>
            </a:pPr>
            <a:r>
              <a:rPr lang="fr-FR" smtClean="0"/>
              <a:t>All exclaiming</a:t>
            </a:r>
          </a:p>
          <a:p>
            <a:pPr>
              <a:defRPr/>
            </a:pPr>
            <a:r>
              <a:rPr lang="fr-FR" smtClean="0"/>
              <a:t> 
	6-  QUI PEUT TE DÉCRIRE OU TE CONTENIR ? </a:t>
            </a:r>
          </a:p>
          <a:p>
            <a:pPr>
              <a:defRPr/>
            </a:pPr>
            <a:r>
              <a:rPr lang="fr-FR" smtClean="0"/>
              <a:t>	Indescribable, uncontainable,
	7-  TU PLACES LES ÉTOILES AU CIEL ET TU CONNAIS LEUR NOM </a:t>
            </a:r>
          </a:p>
          <a:p>
            <a:pPr>
              <a:defRPr/>
            </a:pPr>
            <a:r>
              <a:rPr lang="fr-FR" smtClean="0"/>
              <a:t>	You placed the stars in the sky and You know them by name</a:t>
            </a:r>
          </a:p>
          <a:p>
            <a:pPr>
              <a:defRPr/>
            </a:pPr>
            <a:r>
              <a:rPr lang="fr-FR" smtClean="0"/>
              <a:t>	8-  TU ES UN DIEU SI GRAND</a:t>
            </a:r>
          </a:p>
          <a:p>
            <a:pPr>
              <a:defRPr/>
            </a:pPr>
            <a:r>
              <a:rPr lang="fr-FR" smtClean="0"/>
              <a:t>	You are amazing God 
	9-  DIEU TOUT-PUISSANT, IMPRESSIONNANT</a:t>
            </a:r>
          </a:p>
          <a:p>
            <a:pPr>
              <a:defRPr/>
            </a:pPr>
            <a:r>
              <a:rPr lang="fr-FR" smtClean="0"/>
              <a:t>	All powerful, untamable, 
	10-  NOUS TOMBONS À GENOUX DEVANT TOI EN PROCLAMANT</a:t>
            </a:r>
          </a:p>
          <a:p>
            <a:pPr>
              <a:defRPr/>
            </a:pPr>
            <a:r>
              <a:rPr lang="fr-FR" smtClean="0"/>
              <a:t>	Awestruck we fall to our knees as we humbly proclaim</a:t>
            </a:r>
          </a:p>
          <a:p>
            <a:pPr>
              <a:defRPr/>
            </a:pPr>
            <a:r>
              <a:rPr lang="fr-FR" smtClean="0"/>
              <a:t>	11- TU ES UN DIEU SI GRAND</a:t>
            </a:r>
          </a:p>
          <a:p>
            <a:pPr>
              <a:defRPr/>
            </a:pPr>
            <a:r>
              <a:rPr lang="fr-FR" smtClean="0"/>
              <a:t>	You are amazing God</a:t>
            </a:r>
          </a:p>
          <a:p>
            <a:pPr>
              <a:defRPr/>
            </a:pPr>
            <a:r>
              <a:rPr lang="fr-FR" smtClean="0"/>
              <a:t> 
12-  QUI COMMANDE AUX ÉCLAIRS DU TONNERRE OÙ ALLER ?</a:t>
            </a:r>
          </a:p>
          <a:p>
            <a:pPr>
              <a:defRPr/>
            </a:pPr>
            <a:r>
              <a:rPr lang="fr-FR" smtClean="0"/>
              <a:t>Who has told every lightning bolt where it should go 
13-  QUI ORDONNE À LA NEIGE EN QUEL LIEU SE POSER ? </a:t>
            </a:r>
          </a:p>
          <a:p>
            <a:pPr>
              <a:defRPr/>
            </a:pPr>
            <a:r>
              <a:rPr lang="fr-FR" smtClean="0"/>
              <a:t>Or seen heavenly storehouses laden with snow</a:t>
            </a:r>
          </a:p>
          <a:p>
            <a:pPr>
              <a:defRPr/>
            </a:pPr>
            <a:r>
              <a:rPr lang="fr-FR" smtClean="0"/>
              <a:t>14-  QUI CRÉA LE SOLEIL SA LUMIÈRE INFINIE ? </a:t>
            </a:r>
          </a:p>
          <a:p>
            <a:pPr>
              <a:defRPr/>
            </a:pPr>
            <a:r>
              <a:rPr lang="fr-FR" smtClean="0"/>
              <a:t>Who imagined the sun and gives source to its light</a:t>
            </a:r>
          </a:p>
          <a:p>
            <a:pPr>
              <a:defRPr/>
            </a:pPr>
            <a:r>
              <a:rPr lang="fr-FR" smtClean="0"/>
              <a:t>15-  ET LE CACHE POUR OFFRIR LA FRAÎCHEUR DE LA NUIT</a:t>
            </a:r>
          </a:p>
          <a:p>
            <a:pPr>
              <a:defRPr/>
            </a:pPr>
            <a:r>
              <a:rPr lang="fr-FR" smtClean="0"/>
              <a:t>Yet conceals it to bring us the coolness of night 
16-  QUI TE SONDERA ? </a:t>
            </a:r>
          </a:p>
          <a:p>
            <a:pPr>
              <a:defRPr/>
            </a:pPr>
            <a:r>
              <a:rPr lang="fr-FR" smtClean="0"/>
              <a:t>None can fathom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INEXPLICABLE QUI PEUT TE DÉCRIRE OU TE CONTENIR ?</a:t>
            </a:r>
          </a:p>
          <a:p>
            <a:pPr>
              <a:defRPr/>
            </a:pPr>
            <a:r>
              <a:rPr lang="fr-FR" smtClean="0"/>
              <a:t>18-  TU PLACES LES ÉTOILES AU CIEL INCOMMENSURABLE</a:t>
            </a:r>
          </a:p>
          <a:p>
            <a:pPr>
              <a:defRPr/>
            </a:pPr>
            <a:r>
              <a:rPr lang="fr-FR" smtClean="0"/>
              <a:t>19-  DIEU TOUT-PUISSANT, IMPRESSIONNANT</a:t>
            </a:r>
          </a:p>
          <a:p>
            <a:pPr>
              <a:defRPr/>
            </a:pPr>
            <a:r>
              <a:rPr lang="fr-FR" smtClean="0"/>
              <a:t>20-  FORMIDABLE NOUS TOMBONS À GENOUX DEVANT TOI</a:t>
            </a:r>
          </a:p>
          <a:p>
            <a:pPr>
              <a:defRPr/>
            </a:pPr>
            <a:r>
              <a:rPr lang="fr-FR" smtClean="0"/>
              <a:t>21-  INEXPLICABLE QUI PEUT TE DÉCRIRE OU TE CONTENIR ?</a:t>
            </a:r>
          </a:p>
          <a:p>
            <a:pPr>
              <a:defRPr/>
            </a:pPr>
            <a:r>
              <a:rPr lang="fr-FR" smtClean="0"/>
              <a:t>22-  TU PLACES LES ÉTOILES AU CIEL INCOMMENSURABLE</a:t>
            </a:r>
          </a:p>
          <a:p>
            <a:pPr>
              <a:defRPr/>
            </a:pPr>
            <a:r>
              <a:rPr lang="fr-FR" smtClean="0"/>
              <a:t>23-  DIEU TOUT-PUISSANT, IMPRESSIONNANT</a:t>
            </a:r>
          </a:p>
          <a:p>
            <a:pPr>
              <a:defRPr/>
            </a:pPr>
            <a:r>
              <a:rPr lang="fr-FR" smtClean="0"/>
              <a:t>24-  FORMIDABLE NOUS TOMBONS À GENOUX DEVANT TOI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QUI PEUT TE DÉCRIRE OU TE CONTENIR ?</a:t>
            </a:r>
          </a:p>
          <a:p>
            <a:pPr>
              <a:defRPr/>
            </a:pPr>
            <a:r>
              <a:rPr lang="fr-FR" smtClean="0"/>
              <a:t>26-  TU PLACES LES ÉTOILES AU CIEL ET TU CONNAIS LEUR NOM</a:t>
            </a:r>
          </a:p>
          <a:p>
            <a:pPr>
              <a:defRPr/>
            </a:pPr>
            <a:r>
              <a:rPr lang="fr-FR" smtClean="0"/>
              <a:t>27-  TU ES UN DIEU SI GRAND</a:t>
            </a:r>
          </a:p>
          <a:p>
            <a:pPr>
              <a:defRPr/>
            </a:pPr>
            <a:r>
              <a:rPr lang="fr-FR" smtClean="0"/>
              <a:t>28-  DIEU TOUT-PUISSANT, IMPRESSIONNANT</a:t>
            </a:r>
          </a:p>
          <a:p>
            <a:pPr>
              <a:defRPr/>
            </a:pPr>
            <a:r>
              <a:rPr lang="fr-FR" smtClean="0"/>
              <a:t>29-  NOUS TOMBONS À GENOUX DEVANT TOI EN PROCLAMANT</a:t>
            </a:r>
          </a:p>
          <a:p>
            <a:pPr>
              <a:defRPr/>
            </a:pPr>
            <a:r>
              <a:rPr lang="fr-FR" smtClean="0"/>
              <a:t>30-  TU ES UN DIEU SI GRAND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INEXPLICABLE QUI PEUT TE DÉCRIRE OU TE CONTENIR ?</a:t>
            </a:r>
          </a:p>
          <a:p>
            <a:pPr>
              <a:defRPr/>
            </a:pPr>
            <a:r>
              <a:rPr lang="fr-FR" smtClean="0"/>
              <a:t>32-  TU PLACES LES ÉTOILES AU CIEL</a:t>
            </a:r>
          </a:p>
          <a:p>
            <a:pPr>
              <a:defRPr/>
            </a:pPr>
            <a:r>
              <a:rPr lang="fr-FR" smtClean="0"/>
              <a:t>33-  INCOMMENSURABLE DIEU TOUT-PUISSANT, IMPRESSIONNANT</a:t>
            </a:r>
          </a:p>
          <a:p>
            <a:pPr>
              <a:defRPr/>
            </a:pPr>
            <a:r>
              <a:rPr lang="fr-FR" smtClean="0"/>
              <a:t>34-  FORMIDABLE NOUS TOMBONS À GENOUX DEVANT TOI</a:t>
            </a:r>
          </a:p>
          <a:p>
            <a:pPr>
              <a:defRPr/>
            </a:pPr>
            <a:r>
              <a:rPr lang="fr-FR" smtClean="0"/>
              <a:t>35-  INEXPLICABLE QUI PEUT TE DÉCRIRE OU TE CONTENIR ? </a:t>
            </a:r>
          </a:p>
          <a:p>
            <a:pPr>
              <a:defRPr/>
            </a:pPr>
            <a:r>
              <a:rPr lang="fr-FR" smtClean="0"/>
              <a:t>36-  INCOMMENSURABLE DIEU TOUT-PUISSANT, IMPRESSIONNANT</a:t>
            </a:r>
          </a:p>
          <a:p>
            <a:pPr>
              <a:defRPr/>
            </a:pPr>
            <a:r>
              <a:rPr lang="fr-FR" smtClean="0"/>
              <a:t>37-  TU ES INDESCRIPTIBLE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**************************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FROM THE HIGHEST OF HEIGHTS TO THE DEPTHS OF THE SEA</a:t>
            </a:r>
          </a:p>
          <a:p>
            <a:pPr>
              <a:defRPr/>
            </a:pPr>
            <a:r>
              <a:rPr lang="fr-FR" smtClean="0"/>
              <a:t>39-  CREATION'S REVEALING YOUR MAJESTY</a:t>
            </a:r>
          </a:p>
          <a:p>
            <a:pPr>
              <a:defRPr/>
            </a:pPr>
            <a:r>
              <a:rPr lang="fr-FR" smtClean="0"/>
              <a:t>40-  FROM THE COLORS OF FALL TO THE FRAGRANCE OF SPRING</a:t>
            </a:r>
          </a:p>
          <a:p>
            <a:pPr>
              <a:defRPr/>
            </a:pPr>
            <a:r>
              <a:rPr lang="fr-FR" smtClean="0"/>
              <a:t>41-  EVERY CREATURE UNIQUE IN THE SONG THAT IT SINGS</a:t>
            </a:r>
          </a:p>
          <a:p>
            <a:pPr>
              <a:defRPr/>
            </a:pPr>
            <a:r>
              <a:rPr lang="fr-FR" smtClean="0"/>
              <a:t>42-  ALL EXCLAIMING INDESCRIBABLE, UNCONTAINABLE</a:t>
            </a:r>
          </a:p>
          <a:p>
            <a:pPr>
              <a:defRPr/>
            </a:pPr>
            <a:r>
              <a:rPr lang="fr-FR" smtClean="0"/>
              <a:t>43-  YOU PLACED THE STARS IN THE SKY AND YOU KNOW THEM BY NAME</a:t>
            </a:r>
          </a:p>
          <a:p>
            <a:pPr>
              <a:defRPr/>
            </a:pPr>
            <a:r>
              <a:rPr lang="fr-FR" smtClean="0"/>
              <a:t>44-  YOU ARE AMAZING GOD ALL POWERFUL, UNTAMABLE</a:t>
            </a:r>
          </a:p>
          <a:p>
            <a:pPr>
              <a:defRPr/>
            </a:pPr>
            <a:r>
              <a:rPr lang="fr-FR" smtClean="0"/>
              <a:t>45-  AWESTRUCK WE FALL TO OUR KNEES AS WE HUMBLY PROCLAIM</a:t>
            </a:r>
          </a:p>
          <a:p>
            <a:pPr>
              <a:defRPr/>
            </a:pPr>
            <a:r>
              <a:rPr lang="fr-FR" smtClean="0"/>
              <a:t>46-  YOU ARE AMAZING GOD</a:t>
            </a:r>
          </a:p>
          <a:p>
            <a:pPr>
              <a:defRPr/>
            </a:pPr>
            <a:r>
              <a:rPr lang="fr-FR" smtClean="0"/>
              <a:t>47-  WHO HAS TOLD EVERY LIGHTNING BOLT WHERE IT SHOULD GO</a:t>
            </a:r>
          </a:p>
          <a:p>
            <a:pPr>
              <a:defRPr/>
            </a:pPr>
            <a:r>
              <a:rPr lang="fr-FR" smtClean="0"/>
              <a:t>48-  OR SEEN HEAVENLY STOREHOUSES LADEN WITH SNOW</a:t>
            </a:r>
          </a:p>
          <a:p>
            <a:pPr>
              <a:defRPr/>
            </a:pPr>
            <a:r>
              <a:rPr lang="fr-FR" smtClean="0"/>
              <a:t>49-  WHO IMAGINED THE SUN AND GIVES SOURCE TO ITS LIGHT</a:t>
            </a:r>
          </a:p>
          <a:p>
            <a:pPr>
              <a:defRPr/>
            </a:pPr>
            <a:r>
              <a:rPr lang="fr-FR" smtClean="0"/>
              <a:t>50-  YET CONCEALS IT TO BRING US THE COOLNESS OF NIGHT</a:t>
            </a:r>
          </a:p>
          <a:p>
            <a:pPr>
              <a:defRPr/>
            </a:pPr>
            <a:r>
              <a:rPr lang="fr-FR" smtClean="0"/>
              <a:t>51-  NONE CAN FATHOM  INDESCRIBABLE, UNCONTAINABLE</a:t>
            </a:r>
          </a:p>
          <a:p>
            <a:pPr>
              <a:defRPr/>
            </a:pPr>
            <a:r>
              <a:rPr lang="fr-FR" smtClean="0"/>
              <a:t>52-  YOU PLACED THE STARS IN THE SKY AND YOU KNOW THEM BY NAME</a:t>
            </a:r>
          </a:p>
          <a:p>
            <a:pPr>
              <a:defRPr/>
            </a:pPr>
            <a:r>
              <a:rPr lang="fr-FR" smtClean="0"/>
              <a:t>53-  YOU ARE AMAZING GOD ALL POWERFUL, UNTAMABLE</a:t>
            </a:r>
          </a:p>
          <a:p>
            <a:pPr>
              <a:defRPr/>
            </a:pPr>
            <a:r>
              <a:rPr lang="fr-FR" smtClean="0"/>
              <a:t>54-  AWESTRUCK WE FALL TO OUR KNEES AS WE HUMBLY PROCLAIM</a:t>
            </a:r>
          </a:p>
          <a:p>
            <a:pPr>
              <a:defRPr/>
            </a:pPr>
            <a:r>
              <a:rPr lang="fr-FR" smtClean="0"/>
              <a:t>55-  YOU ARE AMAZING GOD</a:t>
            </a:r>
          </a:p>
          <a:p>
            <a:pPr>
              <a:defRPr/>
            </a:pPr>
            <a:r>
              <a:rPr lang="fr-FR" smtClean="0"/>
              <a:t>56-  CAN'T EXPLAIN INDESCRIBABLE, UNCONTAINABLE</a:t>
            </a:r>
          </a:p>
          <a:p>
            <a:pPr>
              <a:defRPr/>
            </a:pPr>
            <a:r>
              <a:rPr lang="fr-FR" smtClean="0"/>
              <a:t>57-  YOU PLACES THE STARS IN THE SKY</a:t>
            </a:r>
          </a:p>
          <a:p>
            <a:pPr>
              <a:defRPr/>
            </a:pPr>
            <a:r>
              <a:rPr lang="fr-FR" smtClean="0"/>
              <a:t>58-  CAN'T CONTAIN  YOU'RE ALL POWERFUL YOU'RE UNTAMABLE</a:t>
            </a:r>
          </a:p>
          <a:p>
            <a:pPr>
              <a:defRPr/>
            </a:pPr>
            <a:r>
              <a:rPr lang="fr-FR" smtClean="0"/>
              <a:t>59-  CAN'T EXPLAIN INDESCRIBABLE, UNCONTAINABLE</a:t>
            </a:r>
          </a:p>
          <a:p>
            <a:pPr>
              <a:defRPr/>
            </a:pPr>
            <a:r>
              <a:rPr lang="fr-FR" smtClean="0"/>
              <a:t>60-  YOU PLACES THE STARS IN THE SKY</a:t>
            </a:r>
          </a:p>
          <a:p>
            <a:pPr>
              <a:defRPr/>
            </a:pPr>
            <a:r>
              <a:rPr lang="fr-FR" smtClean="0"/>
              <a:t>61-  CAN'T CONTAIN  YOU'RE ALL POWERFUL, YOU'RE UNTAMABLE</a:t>
            </a:r>
          </a:p>
          <a:p>
            <a:pPr>
              <a:defRPr/>
            </a:pPr>
            <a:r>
              <a:rPr lang="fr-FR" smtClean="0"/>
              <a:t>62-  AWESTRUCK WE FALL TO OUR KNEES</a:t>
            </a:r>
          </a:p>
          <a:p>
            <a:pPr>
              <a:defRPr/>
            </a:pPr>
            <a:r>
              <a:rPr lang="fr-FR" smtClean="0"/>
              <a:t>63-  INDESCRIBABLE, UNCONTAINABLE</a:t>
            </a:r>
          </a:p>
          <a:p>
            <a:pPr>
              <a:defRPr/>
            </a:pPr>
            <a:r>
              <a:rPr lang="fr-FR" smtClean="0"/>
              <a:t>64-  YOU PLACED THE STARS IN THE SKY  YOU KNOW THEM BY NAME</a:t>
            </a:r>
          </a:p>
          <a:p>
            <a:pPr>
              <a:defRPr/>
            </a:pPr>
            <a:r>
              <a:rPr lang="fr-FR" smtClean="0"/>
              <a:t>65-  YOU ARE AMAZING GOD</a:t>
            </a:r>
          </a:p>
          <a:p>
            <a:pPr>
              <a:defRPr/>
            </a:pPr>
            <a:r>
              <a:rPr lang="fr-FR" smtClean="0"/>
              <a:t>66-  ALL POWERFUL, UNTAMABLE</a:t>
            </a:r>
          </a:p>
          <a:p>
            <a:pPr>
              <a:defRPr/>
            </a:pPr>
            <a:r>
              <a:rPr lang="fr-FR" smtClean="0"/>
              <a:t>67-  AWESTRUCK WE FALL TO OUR KNEES  AS WE HUMBLY PROCLAIM</a:t>
            </a:r>
          </a:p>
          <a:p>
            <a:pPr>
              <a:defRPr/>
            </a:pPr>
            <a:r>
              <a:rPr lang="fr-FR" smtClean="0"/>
              <a:t>68-  YOU ARE AMAZING GOD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DES PROFONDEURS DES MERS AUX MONTAGNES ÉLEVÉES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highest of heights to the depths of the sea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LA CRÉATION RÉVÈLE TA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Creation's revealing Your majesty 
3-  DES COULEURS DE L’AUTOMNE  AUX PARFUMS DU PRINTEMPS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colors of fall to the fragrance of spring 
4-  CHAQUE CRÉATURE UNIQUE TE CHANTE UN NOUVEAU CHANT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creature unique in the song that it sings
5-  TOUTES S’EXCLAMANT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exclaiming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	6-  QUI PEUT TE DÉCRIRE OU TE CONTENIR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Indescribable, uncontainable,
	7-  TU PLACES LES ÉTOILES AU CIEL ET TU CONNAIS LEUR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amazing God 
	9-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All powerful, untamable, 
	10-  NOUS TOMBONS À GENOUX DEVANT TOI EN PROCLAMANT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12-  QUI COMMANDE AUX ÉCLAIRS DU TONNERRE OÙ ALLER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has told every lightning bolt where it should go 
13-  QUI ORDONNE À LA NEIGE EN QUEL LIEU SE POSER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Or seen heavenly storehouses laden with snow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QUI CRÉA LE SOLEIL SA LUMIÈRE INFINIE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imagined the sun and gives source to its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ET LE CACHE POUR OFFRIR LA FRAÎCHEUR DE LA NUIT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Yet conceals it to bring us the coolness of night 
16-  QUI TE SONDERA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None can fathom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PLACES LES ÉTOILES AU CIEL INCOMMENSURABLE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TU PLACES LES ÉTOILES AU CIEL INCOMMENSURABLE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TU PLACES LES ÉTOILES AU CIEL ET TU CONNAIS LEUR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NOUS TOMBONS À GENOUX DEVANT TOI EN PROCLAMANT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TU PLACES LES ÉTOILES AU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INCOMMENSURABLE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INEXPLICABLE QUI PEUT TE DÉCRIRE OU TE CONTENIR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INCOMMENSURABLE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TU ES INDESCRIPTIBLE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FROM THE HIGHEST OF HEIGHTS TO THE DEPTHS OF THE SEA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CREATION'S REVEALING YOUR MAJESTY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FROM THE COLORS OF FALL TO THE FRAGRANCE OF SPRING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EVERY CREATURE UNIQUE IN THE SONG THAT IT SINGS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ALL EXCLAIMING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YOU ARE AMAZING GOD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WHO HAS TOLD EVERY LIGHTNING BOLT WHERE IT SHOULD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OR SEEN HEAVENLY STOREHOUSES LADEN WITH SNOW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WHO IMAGINED THE SUN AND GIVES SOURCE TO ITS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YET CONCEALS IT TO BRING US THE COOLNESS OF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NONE CAN FATHOM  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YOU ARE AMAZING GOD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CAN'T EXPLAIN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YOU PLACES THE STARS IN THE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CAN'T CONTAIN  YOU'RE ALL POWERFUL YOU'RE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CAN'T EXPLAIN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YOU PLACES THE STARS IN THE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61-  CAN'T CONTAIN  YOU'RE ALL POWERFUL, YOU'RE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62-  AWESTRUCK WE FALL TO OUR KNEES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64-  YOU PLACED THE STARS IN THE SKY 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65-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66- 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67-  AWESTRUCK WE FALL TO OUR KNEES 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68-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b="1" i="1" dirty="0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DES PROFONDEURS DES MERS AUX MONTAGNES ÉLEVÉES</a:t>
            </a:r>
          </a:p>
          <a:p>
            <a:pPr>
              <a:defRPr/>
            </a:pPr>
            <a:r>
              <a:rPr lang="fr-FR" smtClean="0"/>
              <a:t>From the highest of heights to the depths of the sea</a:t>
            </a:r>
          </a:p>
          <a:p>
            <a:pPr>
              <a:defRPr/>
            </a:pPr>
            <a:r>
              <a:rPr lang="fr-FR" smtClean="0"/>
              <a:t>2-  LA CRÉATION RÉVÈLE TA MAJESTÉ</a:t>
            </a:r>
          </a:p>
          <a:p>
            <a:pPr>
              <a:defRPr/>
            </a:pPr>
            <a:r>
              <a:rPr lang="fr-FR" smtClean="0"/>
              <a:t>Creation's revealing Your majesty 
3-  DES COULEURS DE L’AUTOMNE  AUX PARFUMS DU PRINTEMPS</a:t>
            </a:r>
          </a:p>
          <a:p>
            <a:pPr>
              <a:defRPr/>
            </a:pPr>
            <a:r>
              <a:rPr lang="fr-FR" smtClean="0"/>
              <a:t>From the colors of fall to the fragrance of spring 
4-  CHAQUE CRÉATURE UNIQUE TE CHANTE UN NOUVEAU CHANT </a:t>
            </a:r>
          </a:p>
          <a:p>
            <a:pPr>
              <a:defRPr/>
            </a:pPr>
            <a:r>
              <a:rPr lang="fr-FR" smtClean="0"/>
              <a:t>Every creature unique in the song that it sings
5-  TOUTES S’EXCLAMANT</a:t>
            </a:r>
          </a:p>
          <a:p>
            <a:pPr>
              <a:defRPr/>
            </a:pPr>
            <a:r>
              <a:rPr lang="fr-FR" smtClean="0"/>
              <a:t>All exclaiming</a:t>
            </a:r>
          </a:p>
          <a:p>
            <a:pPr>
              <a:defRPr/>
            </a:pPr>
            <a:r>
              <a:rPr lang="fr-FR" smtClean="0"/>
              <a:t> 
	6-  QUI PEUT TE DÉCRIRE OU TE CONTENIR ? </a:t>
            </a:r>
          </a:p>
          <a:p>
            <a:pPr>
              <a:defRPr/>
            </a:pPr>
            <a:r>
              <a:rPr lang="fr-FR" smtClean="0"/>
              <a:t>	Indescribable, uncontainable,
	7-  TU PLACES LES ÉTOILES AU CIEL ET TU CONNAIS LEUR NOM </a:t>
            </a:r>
          </a:p>
          <a:p>
            <a:pPr>
              <a:defRPr/>
            </a:pPr>
            <a:r>
              <a:rPr lang="fr-FR" smtClean="0"/>
              <a:t>	You placed the stars in the sky and You know them by name</a:t>
            </a:r>
          </a:p>
          <a:p>
            <a:pPr>
              <a:defRPr/>
            </a:pPr>
            <a:r>
              <a:rPr lang="fr-FR" smtClean="0"/>
              <a:t>	8-  TU ES UN DIEU SI GRAND</a:t>
            </a:r>
          </a:p>
          <a:p>
            <a:pPr>
              <a:defRPr/>
            </a:pPr>
            <a:r>
              <a:rPr lang="fr-FR" smtClean="0"/>
              <a:t>	You are amazing God 
	9-  DIEU TOUT-PUISSANT, IMPRESSIONNANT</a:t>
            </a:r>
          </a:p>
          <a:p>
            <a:pPr>
              <a:defRPr/>
            </a:pPr>
            <a:r>
              <a:rPr lang="fr-FR" smtClean="0"/>
              <a:t>	All powerful, untamable, 
	10-  NOUS TOMBONS À GENOUX DEVANT TOI EN PROCLAMANT</a:t>
            </a:r>
          </a:p>
          <a:p>
            <a:pPr>
              <a:defRPr/>
            </a:pPr>
            <a:r>
              <a:rPr lang="fr-FR" smtClean="0"/>
              <a:t>	Awestruck we fall to our knees as we humbly proclaim</a:t>
            </a:r>
          </a:p>
          <a:p>
            <a:pPr>
              <a:defRPr/>
            </a:pPr>
            <a:r>
              <a:rPr lang="fr-FR" smtClean="0"/>
              <a:t>	11- TU ES UN DIEU SI GRAND</a:t>
            </a:r>
          </a:p>
          <a:p>
            <a:pPr>
              <a:defRPr/>
            </a:pPr>
            <a:r>
              <a:rPr lang="fr-FR" smtClean="0"/>
              <a:t>	You are amazing God</a:t>
            </a:r>
          </a:p>
          <a:p>
            <a:pPr>
              <a:defRPr/>
            </a:pPr>
            <a:r>
              <a:rPr lang="fr-FR" smtClean="0"/>
              <a:t> 
12-  QUI COMMANDE AUX ÉCLAIRS DU TONNERRE OÙ ALLER ?</a:t>
            </a:r>
          </a:p>
          <a:p>
            <a:pPr>
              <a:defRPr/>
            </a:pPr>
            <a:r>
              <a:rPr lang="fr-FR" smtClean="0"/>
              <a:t>Who has told every lightning bolt where it should go 
13-  QUI ORDONNE À LA NEIGE EN QUEL LIEU SE POSER ? </a:t>
            </a:r>
          </a:p>
          <a:p>
            <a:pPr>
              <a:defRPr/>
            </a:pPr>
            <a:r>
              <a:rPr lang="fr-FR" smtClean="0"/>
              <a:t>Or seen heavenly storehouses laden with snow</a:t>
            </a:r>
          </a:p>
          <a:p>
            <a:pPr>
              <a:defRPr/>
            </a:pPr>
            <a:r>
              <a:rPr lang="fr-FR" smtClean="0"/>
              <a:t>14-  QUI CRÉA LE SOLEIL SA LUMIÈRE INFINIE ? </a:t>
            </a:r>
          </a:p>
          <a:p>
            <a:pPr>
              <a:defRPr/>
            </a:pPr>
            <a:r>
              <a:rPr lang="fr-FR" smtClean="0"/>
              <a:t>Who imagined the sun and gives source to its light</a:t>
            </a:r>
          </a:p>
          <a:p>
            <a:pPr>
              <a:defRPr/>
            </a:pPr>
            <a:r>
              <a:rPr lang="fr-FR" smtClean="0"/>
              <a:t>15-  ET LE CACHE POUR OFFRIR LA FRAÎCHEUR DE LA NUIT</a:t>
            </a:r>
          </a:p>
          <a:p>
            <a:pPr>
              <a:defRPr/>
            </a:pPr>
            <a:r>
              <a:rPr lang="fr-FR" smtClean="0"/>
              <a:t>Yet conceals it to bring us the coolness of night 
16-  QUI TE SONDERA ? </a:t>
            </a:r>
          </a:p>
          <a:p>
            <a:pPr>
              <a:defRPr/>
            </a:pPr>
            <a:r>
              <a:rPr lang="fr-FR" smtClean="0"/>
              <a:t>None can fathom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INEXPLICABLE QUI PEUT TE DÉCRIRE OU TE CONTENIR ?</a:t>
            </a:r>
          </a:p>
          <a:p>
            <a:pPr>
              <a:defRPr/>
            </a:pPr>
            <a:r>
              <a:rPr lang="fr-FR" smtClean="0"/>
              <a:t>18-  TU PLACES LES ÉTOILES AU CIEL INCOMMENSURABLE</a:t>
            </a:r>
          </a:p>
          <a:p>
            <a:pPr>
              <a:defRPr/>
            </a:pPr>
            <a:r>
              <a:rPr lang="fr-FR" smtClean="0"/>
              <a:t>19-  DIEU TOUT-PUISSANT, IMPRESSIONNANT</a:t>
            </a:r>
          </a:p>
          <a:p>
            <a:pPr>
              <a:defRPr/>
            </a:pPr>
            <a:r>
              <a:rPr lang="fr-FR" smtClean="0"/>
              <a:t>20-  FORMIDABLE NOUS TOMBONS À GENOUX DEVANT TOI</a:t>
            </a:r>
          </a:p>
          <a:p>
            <a:pPr>
              <a:defRPr/>
            </a:pPr>
            <a:r>
              <a:rPr lang="fr-FR" smtClean="0"/>
              <a:t>21-  INEXPLICABLE QUI PEUT TE DÉCRIRE OU TE CONTENIR ?</a:t>
            </a:r>
          </a:p>
          <a:p>
            <a:pPr>
              <a:defRPr/>
            </a:pPr>
            <a:r>
              <a:rPr lang="fr-FR" smtClean="0"/>
              <a:t>22-  TU PLACES LES ÉTOILES AU CIEL INCOMMENSURABLE</a:t>
            </a:r>
          </a:p>
          <a:p>
            <a:pPr>
              <a:defRPr/>
            </a:pPr>
            <a:r>
              <a:rPr lang="fr-FR" smtClean="0"/>
              <a:t>23-  DIEU TOUT-PUISSANT, IMPRESSIONNANT</a:t>
            </a:r>
          </a:p>
          <a:p>
            <a:pPr>
              <a:defRPr/>
            </a:pPr>
            <a:r>
              <a:rPr lang="fr-FR" smtClean="0"/>
              <a:t>24-  FORMIDABLE NOUS TOMBONS À GENOUX DEVANT TOI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QUI PEUT TE DÉCRIRE OU TE CONTENIR ?</a:t>
            </a:r>
          </a:p>
          <a:p>
            <a:pPr>
              <a:defRPr/>
            </a:pPr>
            <a:r>
              <a:rPr lang="fr-FR" smtClean="0"/>
              <a:t>26-  TU PLACES LES ÉTOILES AU CIEL ET TU CONNAIS LEUR NOM</a:t>
            </a:r>
          </a:p>
          <a:p>
            <a:pPr>
              <a:defRPr/>
            </a:pPr>
            <a:r>
              <a:rPr lang="fr-FR" smtClean="0"/>
              <a:t>27-  TU ES UN DIEU SI GRAND</a:t>
            </a:r>
          </a:p>
          <a:p>
            <a:pPr>
              <a:defRPr/>
            </a:pPr>
            <a:r>
              <a:rPr lang="fr-FR" smtClean="0"/>
              <a:t>28-  DIEU TOUT-PUISSANT, IMPRESSIONNANT</a:t>
            </a:r>
          </a:p>
          <a:p>
            <a:pPr>
              <a:defRPr/>
            </a:pPr>
            <a:r>
              <a:rPr lang="fr-FR" smtClean="0"/>
              <a:t>29-  NOUS TOMBONS À GENOUX DEVANT TOI EN PROCLAMANT</a:t>
            </a:r>
          </a:p>
          <a:p>
            <a:pPr>
              <a:defRPr/>
            </a:pPr>
            <a:r>
              <a:rPr lang="fr-FR" smtClean="0"/>
              <a:t>30-  TU ES UN DIEU SI GRAND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INEXPLICABLE QUI PEUT TE DÉCRIRE OU TE CONTENIR ?</a:t>
            </a:r>
          </a:p>
          <a:p>
            <a:pPr>
              <a:defRPr/>
            </a:pPr>
            <a:r>
              <a:rPr lang="fr-FR" smtClean="0"/>
              <a:t>32-  TU PLACES LES ÉTOILES AU CIEL</a:t>
            </a:r>
          </a:p>
          <a:p>
            <a:pPr>
              <a:defRPr/>
            </a:pPr>
            <a:r>
              <a:rPr lang="fr-FR" smtClean="0"/>
              <a:t>33-  INCOMMENSURABLE DIEU TOUT-PUISSANT, IMPRESSIONNANT</a:t>
            </a:r>
          </a:p>
          <a:p>
            <a:pPr>
              <a:defRPr/>
            </a:pPr>
            <a:r>
              <a:rPr lang="fr-FR" smtClean="0"/>
              <a:t>34-  FORMIDABLE NOUS TOMBONS À GENOUX DEVANT TOI</a:t>
            </a:r>
          </a:p>
          <a:p>
            <a:pPr>
              <a:defRPr/>
            </a:pPr>
            <a:r>
              <a:rPr lang="fr-FR" smtClean="0"/>
              <a:t>35-  INEXPLICABLE QUI PEUT TE DÉCRIRE OU TE CONTENIR ? </a:t>
            </a:r>
          </a:p>
          <a:p>
            <a:pPr>
              <a:defRPr/>
            </a:pPr>
            <a:r>
              <a:rPr lang="fr-FR" smtClean="0"/>
              <a:t>36-  INCOMMENSURABLE DIEU TOUT-PUISSANT, IMPRESSIONNANT</a:t>
            </a:r>
          </a:p>
          <a:p>
            <a:pPr>
              <a:defRPr/>
            </a:pPr>
            <a:r>
              <a:rPr lang="fr-FR" smtClean="0"/>
              <a:t>37-  TU ES INDESCRIPTIBLE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**************************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FROM THE HIGHEST OF HEIGHTS TO THE DEPTHS OF THE SEA</a:t>
            </a:r>
          </a:p>
          <a:p>
            <a:pPr>
              <a:defRPr/>
            </a:pPr>
            <a:r>
              <a:rPr lang="fr-FR" smtClean="0"/>
              <a:t>39-  CREATION'S REVEALING YOUR MAJESTY</a:t>
            </a:r>
          </a:p>
          <a:p>
            <a:pPr>
              <a:defRPr/>
            </a:pPr>
            <a:r>
              <a:rPr lang="fr-FR" smtClean="0"/>
              <a:t>40-  FROM THE COLORS OF FALL TO THE FRAGRANCE OF SPRING</a:t>
            </a:r>
          </a:p>
          <a:p>
            <a:pPr>
              <a:defRPr/>
            </a:pPr>
            <a:r>
              <a:rPr lang="fr-FR" smtClean="0"/>
              <a:t>41-  EVERY CREATURE UNIQUE IN THE SONG THAT IT SINGS</a:t>
            </a:r>
          </a:p>
          <a:p>
            <a:pPr>
              <a:defRPr/>
            </a:pPr>
            <a:r>
              <a:rPr lang="fr-FR" smtClean="0"/>
              <a:t>42-  ALL EXCLAIMING INDESCRIBABLE, UNCONTAINABLE</a:t>
            </a:r>
          </a:p>
          <a:p>
            <a:pPr>
              <a:defRPr/>
            </a:pPr>
            <a:r>
              <a:rPr lang="fr-FR" smtClean="0"/>
              <a:t>43-  YOU PLACED THE STARS IN THE SKY AND YOU KNOW THEM BY NAME</a:t>
            </a:r>
          </a:p>
          <a:p>
            <a:pPr>
              <a:defRPr/>
            </a:pPr>
            <a:r>
              <a:rPr lang="fr-FR" smtClean="0"/>
              <a:t>44-  YOU ARE AMAZING GOD ALL POWERFUL, UNTAMABLE</a:t>
            </a:r>
          </a:p>
          <a:p>
            <a:pPr>
              <a:defRPr/>
            </a:pPr>
            <a:r>
              <a:rPr lang="fr-FR" smtClean="0"/>
              <a:t>45-  AWESTRUCK WE FALL TO OUR KNEES AS WE HUMBLY PROCLAIM</a:t>
            </a:r>
          </a:p>
          <a:p>
            <a:pPr>
              <a:defRPr/>
            </a:pPr>
            <a:r>
              <a:rPr lang="fr-FR" smtClean="0"/>
              <a:t>46-  YOU ARE AMAZING GOD</a:t>
            </a:r>
          </a:p>
          <a:p>
            <a:pPr>
              <a:defRPr/>
            </a:pPr>
            <a:r>
              <a:rPr lang="fr-FR" smtClean="0"/>
              <a:t>47-  WHO HAS TOLD EVERY LIGHTNING BOLT WHERE IT SHOULD GO</a:t>
            </a:r>
          </a:p>
          <a:p>
            <a:pPr>
              <a:defRPr/>
            </a:pPr>
            <a:r>
              <a:rPr lang="fr-FR" smtClean="0"/>
              <a:t>48-  OR SEEN HEAVENLY STOREHOUSES LADEN WITH SNOW</a:t>
            </a:r>
          </a:p>
          <a:p>
            <a:pPr>
              <a:defRPr/>
            </a:pPr>
            <a:r>
              <a:rPr lang="fr-FR" smtClean="0"/>
              <a:t>49-  WHO IMAGINED THE SUN AND GIVES SOURCE TO ITS LIGHT</a:t>
            </a:r>
          </a:p>
          <a:p>
            <a:pPr>
              <a:defRPr/>
            </a:pPr>
            <a:r>
              <a:rPr lang="fr-FR" smtClean="0"/>
              <a:t>50-  YET CONCEALS IT TO BRING US THE COOLNESS OF NIGHT</a:t>
            </a:r>
          </a:p>
          <a:p>
            <a:pPr>
              <a:defRPr/>
            </a:pPr>
            <a:r>
              <a:rPr lang="fr-FR" smtClean="0"/>
              <a:t>51-  NONE CAN FATHOM  INDESCRIBABLE, UNCONTAINABLE</a:t>
            </a:r>
          </a:p>
          <a:p>
            <a:pPr>
              <a:defRPr/>
            </a:pPr>
            <a:r>
              <a:rPr lang="fr-FR" smtClean="0"/>
              <a:t>52-  YOU PLACED THE STARS IN THE SKY AND YOU KNOW THEM BY NAME</a:t>
            </a:r>
          </a:p>
          <a:p>
            <a:pPr>
              <a:defRPr/>
            </a:pPr>
            <a:r>
              <a:rPr lang="fr-FR" smtClean="0"/>
              <a:t>53-  YOU ARE AMAZING GOD ALL POWERFUL, UNTAMABLE</a:t>
            </a:r>
          </a:p>
          <a:p>
            <a:pPr>
              <a:defRPr/>
            </a:pPr>
            <a:r>
              <a:rPr lang="fr-FR" smtClean="0"/>
              <a:t>54-  AWESTRUCK WE FALL TO OUR KNEES AS WE HUMBLY PROCLAIM</a:t>
            </a:r>
          </a:p>
          <a:p>
            <a:pPr>
              <a:defRPr/>
            </a:pPr>
            <a:r>
              <a:rPr lang="fr-FR" smtClean="0"/>
              <a:t>55-  YOU ARE AMAZING GOD</a:t>
            </a:r>
          </a:p>
          <a:p>
            <a:pPr>
              <a:defRPr/>
            </a:pPr>
            <a:r>
              <a:rPr lang="fr-FR" smtClean="0"/>
              <a:t>56-  CAN'T EXPLAIN INDESCRIBABLE, UNCONTAINABLE</a:t>
            </a:r>
          </a:p>
          <a:p>
            <a:pPr>
              <a:defRPr/>
            </a:pPr>
            <a:r>
              <a:rPr lang="fr-FR" smtClean="0"/>
              <a:t>57-  YOU PLACES THE STARS IN THE SKY</a:t>
            </a:r>
          </a:p>
          <a:p>
            <a:pPr>
              <a:defRPr/>
            </a:pPr>
            <a:r>
              <a:rPr lang="fr-FR" smtClean="0"/>
              <a:t>58-  CAN'T CONTAIN  YOU'RE ALL POWERFUL YOU'RE UNTAMABLE</a:t>
            </a:r>
          </a:p>
          <a:p>
            <a:pPr>
              <a:defRPr/>
            </a:pPr>
            <a:r>
              <a:rPr lang="fr-FR" smtClean="0"/>
              <a:t>59-  CAN'T EXPLAIN INDESCRIBABLE, UNCONTAINABLE</a:t>
            </a:r>
          </a:p>
          <a:p>
            <a:pPr>
              <a:defRPr/>
            </a:pPr>
            <a:r>
              <a:rPr lang="fr-FR" smtClean="0"/>
              <a:t>60-  YOU PLACES THE STARS IN THE SKY</a:t>
            </a:r>
          </a:p>
          <a:p>
            <a:pPr>
              <a:defRPr/>
            </a:pPr>
            <a:r>
              <a:rPr lang="fr-FR" smtClean="0"/>
              <a:t>61-  CAN'T CONTAIN  YOU'RE ALL POWERFUL, YOU'RE UNTAMABLE</a:t>
            </a:r>
          </a:p>
          <a:p>
            <a:pPr>
              <a:defRPr/>
            </a:pPr>
            <a:r>
              <a:rPr lang="fr-FR" smtClean="0"/>
              <a:t>62-  AWESTRUCK WE FALL TO OUR KNEES</a:t>
            </a:r>
          </a:p>
          <a:p>
            <a:pPr>
              <a:defRPr/>
            </a:pPr>
            <a:r>
              <a:rPr lang="fr-FR" smtClean="0"/>
              <a:t>63-  INDESCRIBABLE, UNCONTAINABLE</a:t>
            </a:r>
          </a:p>
          <a:p>
            <a:pPr>
              <a:defRPr/>
            </a:pPr>
            <a:r>
              <a:rPr lang="fr-FR" smtClean="0"/>
              <a:t>64-  YOU PLACED THE STARS IN THE SKY  YOU KNOW THEM BY NAME</a:t>
            </a:r>
          </a:p>
          <a:p>
            <a:pPr>
              <a:defRPr/>
            </a:pPr>
            <a:r>
              <a:rPr lang="fr-FR" smtClean="0"/>
              <a:t>65-  YOU ARE AMAZING GOD</a:t>
            </a:r>
          </a:p>
          <a:p>
            <a:pPr>
              <a:defRPr/>
            </a:pPr>
            <a:r>
              <a:rPr lang="fr-FR" smtClean="0"/>
              <a:t>66-  ALL POWERFUL, UNTAMABLE</a:t>
            </a:r>
          </a:p>
          <a:p>
            <a:pPr>
              <a:defRPr/>
            </a:pPr>
            <a:r>
              <a:rPr lang="fr-FR" smtClean="0"/>
              <a:t>67-  AWESTRUCK WE FALL TO OUR KNEES  AS WE HUMBLY PROCLAIM</a:t>
            </a:r>
          </a:p>
          <a:p>
            <a:pPr>
              <a:defRPr/>
            </a:pPr>
            <a:r>
              <a:rPr lang="fr-FR" smtClean="0"/>
              <a:t>68-  YOU ARE AMAZING GOD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DES PROFONDEURS DES MERS AUX MONTAGNES ÉLEVÉES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highest of heights to the depths of the sea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LA CRÉATION RÉVÈLE TA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Creation's revealing Your majesty 
3-  DES COULEURS DE L’AUTOMNE  AUX PARFUMS DU PRINTEMPS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colors of fall to the fragrance of spring 
4-  CHAQUE CRÉATURE UNIQUE TE CHANTE UN NOUVEAU CHANT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creature unique in the song that it sings
5-  TOUTES S’EXCLAMANT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exclaiming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	6-  QUI PEUT TE DÉCRIRE OU TE CONTENIR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Indescribable, uncontainable,
	7-  TU PLACES LES ÉTOILES AU CIEL ET TU CONNAIS LEUR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amazing God 
	9-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All powerful, untamable, 
	10-  NOUS TOMBONS À GENOUX DEVANT TOI EN PROCLAMANT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12-  QUI COMMANDE AUX ÉCLAIRS DU TONNERRE OÙ ALLER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has told every lightning bolt where it should go 
13-  QUI ORDONNE À LA NEIGE EN QUEL LIEU SE POSER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Or seen heavenly storehouses laden with snow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QUI CRÉA LE SOLEIL SA LUMIÈRE INFINIE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imagined the sun and gives source to its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ET LE CACHE POUR OFFRIR LA FRAÎCHEUR DE LA NUIT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Yet conceals it to bring us the coolness of night 
16-  QUI TE SONDERA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None can fathom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PLACES LES ÉTOILES AU CIEL INCOMMENSURABLE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TU PLACES LES ÉTOILES AU CIEL INCOMMENSURABLE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TU PLACES LES ÉTOILES AU CIEL ET TU CONNAIS LEUR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NOUS TOMBONS À GENOUX DEVANT TOI EN PROCLAMANT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TU PLACES LES ÉTOILES AU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INCOMMENSURABLE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INEXPLICABLE QUI PEUT TE DÉCRIRE OU TE CONTENIR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INCOMMENSURABLE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TU ES INDESCRIPTIBLE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FROM THE HIGHEST OF HEIGHTS TO THE DEPTHS OF THE SEA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CREATION'S REVEALING YOUR MAJESTY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FROM THE COLORS OF FALL TO THE FRAGRANCE OF SPRING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EVERY CREATURE UNIQUE IN THE SONG THAT IT SINGS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ALL EXCLAIMING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YOU ARE AMAZING GOD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WHO HAS TOLD EVERY LIGHTNING BOLT WHERE IT SHOULD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OR SEEN HEAVENLY STOREHOUSES LADEN WITH SNOW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WHO IMAGINED THE SUN AND GIVES SOURCE TO ITS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YET CONCEALS IT TO BRING US THE COOLNESS OF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NONE CAN FATHOM  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YOU ARE AMAZING GOD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CAN'T EXPLAIN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YOU PLACES THE STARS IN THE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CAN'T CONTAIN  YOU'RE ALL POWERFUL YOU'RE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CAN'T EXPLAIN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YOU PLACES THE STARS IN THE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61-  CAN'T CONTAIN  YOU'RE ALL POWERFUL, YOU'RE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62-  AWESTRUCK WE FALL TO OUR KNEES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64-  YOU PLACED THE STARS IN THE SKY 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65-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66- 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67-  AWESTRUCK WE FALL TO OUR KNEES 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68-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b="1" i="1" dirty="0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DES PROFONDEURS DES MERS AUX MONTAGNES ÉLEVÉES</a:t>
            </a:r>
          </a:p>
          <a:p>
            <a:pPr>
              <a:defRPr/>
            </a:pPr>
            <a:r>
              <a:rPr lang="fr-FR" smtClean="0"/>
              <a:t>From the highest of heights to the depths of the sea</a:t>
            </a:r>
          </a:p>
          <a:p>
            <a:pPr>
              <a:defRPr/>
            </a:pPr>
            <a:r>
              <a:rPr lang="fr-FR" smtClean="0"/>
              <a:t>2-  LA CRÉATION RÉVÈLE TA MAJESTÉ</a:t>
            </a:r>
          </a:p>
          <a:p>
            <a:pPr>
              <a:defRPr/>
            </a:pPr>
            <a:r>
              <a:rPr lang="fr-FR" smtClean="0"/>
              <a:t>Creation's revealing Your majesty 
3-  DES COULEURS DE L’AUTOMNE  AUX PARFUMS DU PRINTEMPS</a:t>
            </a:r>
          </a:p>
          <a:p>
            <a:pPr>
              <a:defRPr/>
            </a:pPr>
            <a:r>
              <a:rPr lang="fr-FR" smtClean="0"/>
              <a:t>From the colors of fall to the fragrance of spring 
4-  CHAQUE CRÉATURE UNIQUE TE CHANTE UN NOUVEAU CHANT </a:t>
            </a:r>
          </a:p>
          <a:p>
            <a:pPr>
              <a:defRPr/>
            </a:pPr>
            <a:r>
              <a:rPr lang="fr-FR" smtClean="0"/>
              <a:t>Every creature unique in the song that it sings
5-  TOUTES S’EXCLAMANT</a:t>
            </a:r>
          </a:p>
          <a:p>
            <a:pPr>
              <a:defRPr/>
            </a:pPr>
            <a:r>
              <a:rPr lang="fr-FR" smtClean="0"/>
              <a:t>All exclaiming</a:t>
            </a:r>
          </a:p>
          <a:p>
            <a:pPr>
              <a:defRPr/>
            </a:pPr>
            <a:r>
              <a:rPr lang="fr-FR" smtClean="0"/>
              <a:t> 
	6-  QUI PEUT TE DÉCRIRE OU TE CONTENIR ? </a:t>
            </a:r>
          </a:p>
          <a:p>
            <a:pPr>
              <a:defRPr/>
            </a:pPr>
            <a:r>
              <a:rPr lang="fr-FR" smtClean="0"/>
              <a:t>	Indescribable, uncontainable,
	7-  TU PLACES LES ÉTOILES AU CIEL ET TU CONNAIS LEUR NOM </a:t>
            </a:r>
          </a:p>
          <a:p>
            <a:pPr>
              <a:defRPr/>
            </a:pPr>
            <a:r>
              <a:rPr lang="fr-FR" smtClean="0"/>
              <a:t>	You placed the stars in the sky and You know them by name</a:t>
            </a:r>
          </a:p>
          <a:p>
            <a:pPr>
              <a:defRPr/>
            </a:pPr>
            <a:r>
              <a:rPr lang="fr-FR" smtClean="0"/>
              <a:t>	8-  TU ES UN DIEU SI GRAND</a:t>
            </a:r>
          </a:p>
          <a:p>
            <a:pPr>
              <a:defRPr/>
            </a:pPr>
            <a:r>
              <a:rPr lang="fr-FR" smtClean="0"/>
              <a:t>	You are amazing God 
	9-  DIEU TOUT-PUISSANT, IMPRESSIONNANT</a:t>
            </a:r>
          </a:p>
          <a:p>
            <a:pPr>
              <a:defRPr/>
            </a:pPr>
            <a:r>
              <a:rPr lang="fr-FR" smtClean="0"/>
              <a:t>	All powerful, untamable, 
	10-  NOUS TOMBONS À GENOUX DEVANT TOI EN PROCLAMANT</a:t>
            </a:r>
          </a:p>
          <a:p>
            <a:pPr>
              <a:defRPr/>
            </a:pPr>
            <a:r>
              <a:rPr lang="fr-FR" smtClean="0"/>
              <a:t>	Awestruck we fall to our knees as we humbly proclaim</a:t>
            </a:r>
          </a:p>
          <a:p>
            <a:pPr>
              <a:defRPr/>
            </a:pPr>
            <a:r>
              <a:rPr lang="fr-FR" smtClean="0"/>
              <a:t>	11- TU ES UN DIEU SI GRAND</a:t>
            </a:r>
          </a:p>
          <a:p>
            <a:pPr>
              <a:defRPr/>
            </a:pPr>
            <a:r>
              <a:rPr lang="fr-FR" smtClean="0"/>
              <a:t>	You are amazing God</a:t>
            </a:r>
          </a:p>
          <a:p>
            <a:pPr>
              <a:defRPr/>
            </a:pPr>
            <a:r>
              <a:rPr lang="fr-FR" smtClean="0"/>
              <a:t> 
12-  QUI COMMANDE AUX ÉCLAIRS DU TONNERRE OÙ ALLER ?</a:t>
            </a:r>
          </a:p>
          <a:p>
            <a:pPr>
              <a:defRPr/>
            </a:pPr>
            <a:r>
              <a:rPr lang="fr-FR" smtClean="0"/>
              <a:t>Who has told every lightning bolt where it should go 
13-  QUI ORDONNE À LA NEIGE EN QUEL LIEU SE POSER ? </a:t>
            </a:r>
          </a:p>
          <a:p>
            <a:pPr>
              <a:defRPr/>
            </a:pPr>
            <a:r>
              <a:rPr lang="fr-FR" smtClean="0"/>
              <a:t>Or seen heavenly storehouses laden with snow</a:t>
            </a:r>
          </a:p>
          <a:p>
            <a:pPr>
              <a:defRPr/>
            </a:pPr>
            <a:r>
              <a:rPr lang="fr-FR" smtClean="0"/>
              <a:t>14-  QUI CRÉA LE SOLEIL SA LUMIÈRE INFINIE ? </a:t>
            </a:r>
          </a:p>
          <a:p>
            <a:pPr>
              <a:defRPr/>
            </a:pPr>
            <a:r>
              <a:rPr lang="fr-FR" smtClean="0"/>
              <a:t>Who imagined the sun and gives source to its light</a:t>
            </a:r>
          </a:p>
          <a:p>
            <a:pPr>
              <a:defRPr/>
            </a:pPr>
            <a:r>
              <a:rPr lang="fr-FR" smtClean="0"/>
              <a:t>15-  ET LE CACHE POUR OFFRIR LA FRAÎCHEUR DE LA NUIT</a:t>
            </a:r>
          </a:p>
          <a:p>
            <a:pPr>
              <a:defRPr/>
            </a:pPr>
            <a:r>
              <a:rPr lang="fr-FR" smtClean="0"/>
              <a:t>Yet conceals it to bring us the coolness of night 
16-  QUI TE SONDERA ? </a:t>
            </a:r>
          </a:p>
          <a:p>
            <a:pPr>
              <a:defRPr/>
            </a:pPr>
            <a:r>
              <a:rPr lang="fr-FR" smtClean="0"/>
              <a:t>None can fathom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INEXPLICABLE QUI PEUT TE DÉCRIRE OU TE CONTENIR ?</a:t>
            </a:r>
          </a:p>
          <a:p>
            <a:pPr>
              <a:defRPr/>
            </a:pPr>
            <a:r>
              <a:rPr lang="fr-FR" smtClean="0"/>
              <a:t>18-  TU PLACES LES ÉTOILES AU CIEL INCOMMENSURABLE</a:t>
            </a:r>
          </a:p>
          <a:p>
            <a:pPr>
              <a:defRPr/>
            </a:pPr>
            <a:r>
              <a:rPr lang="fr-FR" smtClean="0"/>
              <a:t>19-  DIEU TOUT-PUISSANT, IMPRESSIONNANT</a:t>
            </a:r>
          </a:p>
          <a:p>
            <a:pPr>
              <a:defRPr/>
            </a:pPr>
            <a:r>
              <a:rPr lang="fr-FR" smtClean="0"/>
              <a:t>20-  FORMIDABLE NOUS TOMBONS À GENOUX DEVANT TOI</a:t>
            </a:r>
          </a:p>
          <a:p>
            <a:pPr>
              <a:defRPr/>
            </a:pPr>
            <a:r>
              <a:rPr lang="fr-FR" smtClean="0"/>
              <a:t>21-  INEXPLICABLE QUI PEUT TE DÉCRIRE OU TE CONTENIR ?</a:t>
            </a:r>
          </a:p>
          <a:p>
            <a:pPr>
              <a:defRPr/>
            </a:pPr>
            <a:r>
              <a:rPr lang="fr-FR" smtClean="0"/>
              <a:t>22-  TU PLACES LES ÉTOILES AU CIEL INCOMMENSURABLE</a:t>
            </a:r>
          </a:p>
          <a:p>
            <a:pPr>
              <a:defRPr/>
            </a:pPr>
            <a:r>
              <a:rPr lang="fr-FR" smtClean="0"/>
              <a:t>23-  DIEU TOUT-PUISSANT, IMPRESSIONNANT</a:t>
            </a:r>
          </a:p>
          <a:p>
            <a:pPr>
              <a:defRPr/>
            </a:pPr>
            <a:r>
              <a:rPr lang="fr-FR" smtClean="0"/>
              <a:t>24-  FORMIDABLE NOUS TOMBONS À GENOUX DEVANT TOI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QUI PEUT TE DÉCRIRE OU TE CONTENIR ?</a:t>
            </a:r>
          </a:p>
          <a:p>
            <a:pPr>
              <a:defRPr/>
            </a:pPr>
            <a:r>
              <a:rPr lang="fr-FR" smtClean="0"/>
              <a:t>26-  TU PLACES LES ÉTOILES AU CIEL ET TU CONNAIS LEUR NOM</a:t>
            </a:r>
          </a:p>
          <a:p>
            <a:pPr>
              <a:defRPr/>
            </a:pPr>
            <a:r>
              <a:rPr lang="fr-FR" smtClean="0"/>
              <a:t>27-  TU ES UN DIEU SI GRAND</a:t>
            </a:r>
          </a:p>
          <a:p>
            <a:pPr>
              <a:defRPr/>
            </a:pPr>
            <a:r>
              <a:rPr lang="fr-FR" smtClean="0"/>
              <a:t>28-  DIEU TOUT-PUISSANT, IMPRESSIONNANT</a:t>
            </a:r>
          </a:p>
          <a:p>
            <a:pPr>
              <a:defRPr/>
            </a:pPr>
            <a:r>
              <a:rPr lang="fr-FR" smtClean="0"/>
              <a:t>29-  NOUS TOMBONS À GENOUX DEVANT TOI EN PROCLAMANT</a:t>
            </a:r>
          </a:p>
          <a:p>
            <a:pPr>
              <a:defRPr/>
            </a:pPr>
            <a:r>
              <a:rPr lang="fr-FR" smtClean="0"/>
              <a:t>30-  TU ES UN DIEU SI GRAND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INEXPLICABLE QUI PEUT TE DÉCRIRE OU TE CONTENIR ?</a:t>
            </a:r>
          </a:p>
          <a:p>
            <a:pPr>
              <a:defRPr/>
            </a:pPr>
            <a:r>
              <a:rPr lang="fr-FR" smtClean="0"/>
              <a:t>32-  TU PLACES LES ÉTOILES AU CIEL</a:t>
            </a:r>
          </a:p>
          <a:p>
            <a:pPr>
              <a:defRPr/>
            </a:pPr>
            <a:r>
              <a:rPr lang="fr-FR" smtClean="0"/>
              <a:t>33-  INCOMMENSURABLE DIEU TOUT-PUISSANT, IMPRESSIONNANT</a:t>
            </a:r>
          </a:p>
          <a:p>
            <a:pPr>
              <a:defRPr/>
            </a:pPr>
            <a:r>
              <a:rPr lang="fr-FR" smtClean="0"/>
              <a:t>34-  FORMIDABLE NOUS TOMBONS À GENOUX DEVANT TOI</a:t>
            </a:r>
          </a:p>
          <a:p>
            <a:pPr>
              <a:defRPr/>
            </a:pPr>
            <a:r>
              <a:rPr lang="fr-FR" smtClean="0"/>
              <a:t>35-  INEXPLICABLE QUI PEUT TE DÉCRIRE OU TE CONTENIR ? </a:t>
            </a:r>
          </a:p>
          <a:p>
            <a:pPr>
              <a:defRPr/>
            </a:pPr>
            <a:r>
              <a:rPr lang="fr-FR" smtClean="0"/>
              <a:t>36-  INCOMMENSURABLE DIEU TOUT-PUISSANT, IMPRESSIONNANT</a:t>
            </a:r>
          </a:p>
          <a:p>
            <a:pPr>
              <a:defRPr/>
            </a:pPr>
            <a:r>
              <a:rPr lang="fr-FR" smtClean="0"/>
              <a:t>37-  TU ES INDESCRIPTIBLE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**************************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FROM THE HIGHEST OF HEIGHTS TO THE DEPTHS OF THE SEA</a:t>
            </a:r>
          </a:p>
          <a:p>
            <a:pPr>
              <a:defRPr/>
            </a:pPr>
            <a:r>
              <a:rPr lang="fr-FR" smtClean="0"/>
              <a:t>39-  CREATION'S REVEALING YOUR MAJESTY</a:t>
            </a:r>
          </a:p>
          <a:p>
            <a:pPr>
              <a:defRPr/>
            </a:pPr>
            <a:r>
              <a:rPr lang="fr-FR" smtClean="0"/>
              <a:t>40-  FROM THE COLORS OF FALL TO THE FRAGRANCE OF SPRING</a:t>
            </a:r>
          </a:p>
          <a:p>
            <a:pPr>
              <a:defRPr/>
            </a:pPr>
            <a:r>
              <a:rPr lang="fr-FR" smtClean="0"/>
              <a:t>41-  EVERY CREATURE UNIQUE IN THE SONG THAT IT SINGS</a:t>
            </a:r>
          </a:p>
          <a:p>
            <a:pPr>
              <a:defRPr/>
            </a:pPr>
            <a:r>
              <a:rPr lang="fr-FR" smtClean="0"/>
              <a:t>42-  ALL EXCLAIMING INDESCRIBABLE, UNCONTAINABLE</a:t>
            </a:r>
          </a:p>
          <a:p>
            <a:pPr>
              <a:defRPr/>
            </a:pPr>
            <a:r>
              <a:rPr lang="fr-FR" smtClean="0"/>
              <a:t>43-  YOU PLACED THE STARS IN THE SKY AND YOU KNOW THEM BY NAME</a:t>
            </a:r>
          </a:p>
          <a:p>
            <a:pPr>
              <a:defRPr/>
            </a:pPr>
            <a:r>
              <a:rPr lang="fr-FR" smtClean="0"/>
              <a:t>44-  YOU ARE AMAZING GOD ALL POWERFUL, UNTAMABLE</a:t>
            </a:r>
          </a:p>
          <a:p>
            <a:pPr>
              <a:defRPr/>
            </a:pPr>
            <a:r>
              <a:rPr lang="fr-FR" smtClean="0"/>
              <a:t>45-  AWESTRUCK WE FALL TO OUR KNEES AS WE HUMBLY PROCLAIM</a:t>
            </a:r>
          </a:p>
          <a:p>
            <a:pPr>
              <a:defRPr/>
            </a:pPr>
            <a:r>
              <a:rPr lang="fr-FR" smtClean="0"/>
              <a:t>46-  YOU ARE AMAZING GOD</a:t>
            </a:r>
          </a:p>
          <a:p>
            <a:pPr>
              <a:defRPr/>
            </a:pPr>
            <a:r>
              <a:rPr lang="fr-FR" smtClean="0"/>
              <a:t>47-  WHO HAS TOLD EVERY LIGHTNING BOLT WHERE IT SHOULD GO</a:t>
            </a:r>
          </a:p>
          <a:p>
            <a:pPr>
              <a:defRPr/>
            </a:pPr>
            <a:r>
              <a:rPr lang="fr-FR" smtClean="0"/>
              <a:t>48-  OR SEEN HEAVENLY STOREHOUSES LADEN WITH SNOW</a:t>
            </a:r>
          </a:p>
          <a:p>
            <a:pPr>
              <a:defRPr/>
            </a:pPr>
            <a:r>
              <a:rPr lang="fr-FR" smtClean="0"/>
              <a:t>49-  WHO IMAGINED THE SUN AND GIVES SOURCE TO ITS LIGHT</a:t>
            </a:r>
          </a:p>
          <a:p>
            <a:pPr>
              <a:defRPr/>
            </a:pPr>
            <a:r>
              <a:rPr lang="fr-FR" smtClean="0"/>
              <a:t>50-  YET CONCEALS IT TO BRING US THE COOLNESS OF NIGHT</a:t>
            </a:r>
          </a:p>
          <a:p>
            <a:pPr>
              <a:defRPr/>
            </a:pPr>
            <a:r>
              <a:rPr lang="fr-FR" smtClean="0"/>
              <a:t>51-  NONE CAN FATHOM  INDESCRIBABLE, UNCONTAINABLE</a:t>
            </a:r>
          </a:p>
          <a:p>
            <a:pPr>
              <a:defRPr/>
            </a:pPr>
            <a:r>
              <a:rPr lang="fr-FR" smtClean="0"/>
              <a:t>52-  YOU PLACED THE STARS IN THE SKY AND YOU KNOW THEM BY NAME</a:t>
            </a:r>
          </a:p>
          <a:p>
            <a:pPr>
              <a:defRPr/>
            </a:pPr>
            <a:r>
              <a:rPr lang="fr-FR" smtClean="0"/>
              <a:t>53-  YOU ARE AMAZING GOD ALL POWERFUL, UNTAMABLE</a:t>
            </a:r>
          </a:p>
          <a:p>
            <a:pPr>
              <a:defRPr/>
            </a:pPr>
            <a:r>
              <a:rPr lang="fr-FR" smtClean="0"/>
              <a:t>54-  AWESTRUCK WE FALL TO OUR KNEES AS WE HUMBLY PROCLAIM</a:t>
            </a:r>
          </a:p>
          <a:p>
            <a:pPr>
              <a:defRPr/>
            </a:pPr>
            <a:r>
              <a:rPr lang="fr-FR" smtClean="0"/>
              <a:t>55-  YOU ARE AMAZING GOD</a:t>
            </a:r>
          </a:p>
          <a:p>
            <a:pPr>
              <a:defRPr/>
            </a:pPr>
            <a:r>
              <a:rPr lang="fr-FR" smtClean="0"/>
              <a:t>56-  CAN'T EXPLAIN INDESCRIBABLE, UNCONTAINABLE</a:t>
            </a:r>
          </a:p>
          <a:p>
            <a:pPr>
              <a:defRPr/>
            </a:pPr>
            <a:r>
              <a:rPr lang="fr-FR" smtClean="0"/>
              <a:t>57-  YOU PLACES THE STARS IN THE SKY</a:t>
            </a:r>
          </a:p>
          <a:p>
            <a:pPr>
              <a:defRPr/>
            </a:pPr>
            <a:r>
              <a:rPr lang="fr-FR" smtClean="0"/>
              <a:t>58-  CAN'T CONTAIN  YOU'RE ALL POWERFUL YOU'RE UNTAMABLE</a:t>
            </a:r>
          </a:p>
          <a:p>
            <a:pPr>
              <a:defRPr/>
            </a:pPr>
            <a:r>
              <a:rPr lang="fr-FR" smtClean="0"/>
              <a:t>59-  CAN'T EXPLAIN INDESCRIBABLE, UNCONTAINABLE</a:t>
            </a:r>
          </a:p>
          <a:p>
            <a:pPr>
              <a:defRPr/>
            </a:pPr>
            <a:r>
              <a:rPr lang="fr-FR" smtClean="0"/>
              <a:t>60-  YOU PLACES THE STARS IN THE SKY</a:t>
            </a:r>
          </a:p>
          <a:p>
            <a:pPr>
              <a:defRPr/>
            </a:pPr>
            <a:r>
              <a:rPr lang="fr-FR" smtClean="0"/>
              <a:t>61-  CAN'T CONTAIN  YOU'RE ALL POWERFUL, YOU'RE UNTAMABLE</a:t>
            </a:r>
          </a:p>
          <a:p>
            <a:pPr>
              <a:defRPr/>
            </a:pPr>
            <a:r>
              <a:rPr lang="fr-FR" smtClean="0"/>
              <a:t>62-  AWESTRUCK WE FALL TO OUR KNEES</a:t>
            </a:r>
          </a:p>
          <a:p>
            <a:pPr>
              <a:defRPr/>
            </a:pPr>
            <a:r>
              <a:rPr lang="fr-FR" smtClean="0"/>
              <a:t>63-  INDESCRIBABLE, UNCONTAINABLE</a:t>
            </a:r>
          </a:p>
          <a:p>
            <a:pPr>
              <a:defRPr/>
            </a:pPr>
            <a:r>
              <a:rPr lang="fr-FR" smtClean="0"/>
              <a:t>64-  YOU PLACED THE STARS IN THE SKY  YOU KNOW THEM BY NAME</a:t>
            </a:r>
          </a:p>
          <a:p>
            <a:pPr>
              <a:defRPr/>
            </a:pPr>
            <a:r>
              <a:rPr lang="fr-FR" smtClean="0"/>
              <a:t>65-  YOU ARE AMAZING GOD</a:t>
            </a:r>
          </a:p>
          <a:p>
            <a:pPr>
              <a:defRPr/>
            </a:pPr>
            <a:r>
              <a:rPr lang="fr-FR" smtClean="0"/>
              <a:t>66-  ALL POWERFUL, UNTAMABLE</a:t>
            </a:r>
          </a:p>
          <a:p>
            <a:pPr>
              <a:defRPr/>
            </a:pPr>
            <a:r>
              <a:rPr lang="fr-FR" smtClean="0"/>
              <a:t>67-  AWESTRUCK WE FALL TO OUR KNEES  AS WE HUMBLY PROCLAIM</a:t>
            </a:r>
          </a:p>
          <a:p>
            <a:pPr>
              <a:defRPr/>
            </a:pPr>
            <a:r>
              <a:rPr lang="fr-FR" smtClean="0"/>
              <a:t>68-  YOU ARE AMAZING GOD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DES PROFONDEURS DES MERS AUX MONTAGNES ÉLEVÉES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highest of heights to the depths of the sea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LA CRÉATION RÉVÈLE TA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Creation's revealing Your majesty 
3-  DES COULEURS DE L’AUTOMNE  AUX PARFUMS DU PRINTEMPS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colors of fall to the fragrance of spring 
4-  CHAQUE CRÉATURE UNIQUE TE CHANTE UN NOUVEAU CHANT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creature unique in the song that it sings
5-  TOUTES S’EXCLAMANT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exclaiming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	6-  QUI PEUT TE DÉCRIRE OU TE CONTENIR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Indescribable, uncontainable,
	7-  TU PLACES LES ÉTOILES AU CIEL ET TU CONNAIS LEUR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amazing God 
	9-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All powerful, untamable, 
	10-  NOUS TOMBONS À GENOUX DEVANT TOI EN PROCLAMANT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12-  QUI COMMANDE AUX ÉCLAIRS DU TONNERRE OÙ ALLER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has told every lightning bolt where it should go 
13-  QUI ORDONNE À LA NEIGE EN QUEL LIEU SE POSER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Or seen heavenly storehouses laden with snow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QUI CRÉA LE SOLEIL SA LUMIÈRE INFINIE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imagined the sun and gives source to its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ET LE CACHE POUR OFFRIR LA FRAÎCHEUR DE LA NUIT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Yet conceals it to bring us the coolness of night 
16-  QUI TE SONDERA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None can fathom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PLACES LES ÉTOILES AU CIEL INCOMMENSURABLE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TU PLACES LES ÉTOILES AU CIEL INCOMMENSURABLE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TU PLACES LES ÉTOILES AU CIEL ET TU CONNAIS LEUR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NOUS TOMBONS À GENOUX DEVANT TOI EN PROCLAMANT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TU PLACES LES ÉTOILES AU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INCOMMENSURABLE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INEXPLICABLE QUI PEUT TE DÉCRIRE OU TE CONTENIR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INCOMMENSURABLE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TU ES INDESCRIPTIBLE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FROM THE HIGHEST OF HEIGHTS TO THE DEPTHS OF THE SEA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CREATION'S REVEALING YOUR MAJESTY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FROM THE COLORS OF FALL TO THE FRAGRANCE OF SPRING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EVERY CREATURE UNIQUE IN THE SONG THAT IT SINGS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ALL EXCLAIMING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YOU ARE AMAZING GOD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WHO HAS TOLD EVERY LIGHTNING BOLT WHERE IT SHOULD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OR SEEN HEAVENLY STOREHOUSES LADEN WITH SNOW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WHO IMAGINED THE SUN AND GIVES SOURCE TO ITS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YET CONCEALS IT TO BRING US THE COOLNESS OF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NONE CAN FATHOM  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YOU ARE AMAZING GOD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CAN'T EXPLAIN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YOU PLACES THE STARS IN THE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CAN'T CONTAIN  YOU'RE ALL POWERFUL YOU'RE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CAN'T EXPLAIN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YOU PLACES THE STARS IN THE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61-  CAN'T CONTAIN  YOU'RE ALL POWERFUL, YOU'RE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62-  AWESTRUCK WE FALL TO OUR KNEES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64-  YOU PLACED THE STARS IN THE SKY 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65-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66- 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67-  AWESTRUCK WE FALL TO OUR KNEES 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68-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b="1" i="1" dirty="0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DES PROFONDEURS DES MERS AUX MONTAGNES ÉLEVÉES</a:t>
            </a:r>
          </a:p>
          <a:p>
            <a:pPr>
              <a:defRPr/>
            </a:pPr>
            <a:r>
              <a:rPr lang="fr-FR" smtClean="0"/>
              <a:t>From the highest of heights to the depths of the sea</a:t>
            </a:r>
          </a:p>
          <a:p>
            <a:pPr>
              <a:defRPr/>
            </a:pPr>
            <a:r>
              <a:rPr lang="fr-FR" smtClean="0"/>
              <a:t>2-  LA CRÉATION RÉVÈLE TA MAJESTÉ</a:t>
            </a:r>
          </a:p>
          <a:p>
            <a:pPr>
              <a:defRPr/>
            </a:pPr>
            <a:r>
              <a:rPr lang="fr-FR" smtClean="0"/>
              <a:t>Creation's revealing Your majesty 
3-  DES COULEURS DE L’AUTOMNE  AUX PARFUMS DU PRINTEMPS</a:t>
            </a:r>
          </a:p>
          <a:p>
            <a:pPr>
              <a:defRPr/>
            </a:pPr>
            <a:r>
              <a:rPr lang="fr-FR" smtClean="0"/>
              <a:t>From the colors of fall to the fragrance of spring 
4-  CHAQUE CRÉATURE UNIQUE TE CHANTE UN NOUVEAU CHANT </a:t>
            </a:r>
          </a:p>
          <a:p>
            <a:pPr>
              <a:defRPr/>
            </a:pPr>
            <a:r>
              <a:rPr lang="fr-FR" smtClean="0"/>
              <a:t>Every creature unique in the song that it sings
5-  TOUTES S’EXCLAMANT</a:t>
            </a:r>
          </a:p>
          <a:p>
            <a:pPr>
              <a:defRPr/>
            </a:pPr>
            <a:r>
              <a:rPr lang="fr-FR" smtClean="0"/>
              <a:t>All exclaiming</a:t>
            </a:r>
          </a:p>
          <a:p>
            <a:pPr>
              <a:defRPr/>
            </a:pPr>
            <a:r>
              <a:rPr lang="fr-FR" smtClean="0"/>
              <a:t> 
	6-  QUI PEUT TE DÉCRIRE OU TE CONTENIR ? </a:t>
            </a:r>
          </a:p>
          <a:p>
            <a:pPr>
              <a:defRPr/>
            </a:pPr>
            <a:r>
              <a:rPr lang="fr-FR" smtClean="0"/>
              <a:t>	Indescribable, uncontainable,
	7-  TU PLACES LES ÉTOILES AU CIEL ET TU CONNAIS LEUR NOM </a:t>
            </a:r>
          </a:p>
          <a:p>
            <a:pPr>
              <a:defRPr/>
            </a:pPr>
            <a:r>
              <a:rPr lang="fr-FR" smtClean="0"/>
              <a:t>	You placed the stars in the sky and You know them by name</a:t>
            </a:r>
          </a:p>
          <a:p>
            <a:pPr>
              <a:defRPr/>
            </a:pPr>
            <a:r>
              <a:rPr lang="fr-FR" smtClean="0"/>
              <a:t>	8-  TU ES UN DIEU SI GRAND</a:t>
            </a:r>
          </a:p>
          <a:p>
            <a:pPr>
              <a:defRPr/>
            </a:pPr>
            <a:r>
              <a:rPr lang="fr-FR" smtClean="0"/>
              <a:t>	You are amazing God 
	9-  DIEU TOUT-PUISSANT, IMPRESSIONNANT</a:t>
            </a:r>
          </a:p>
          <a:p>
            <a:pPr>
              <a:defRPr/>
            </a:pPr>
            <a:r>
              <a:rPr lang="fr-FR" smtClean="0"/>
              <a:t>	All powerful, untamable, 
	10-  NOUS TOMBONS À GENOUX DEVANT TOI EN PROCLAMANT</a:t>
            </a:r>
          </a:p>
          <a:p>
            <a:pPr>
              <a:defRPr/>
            </a:pPr>
            <a:r>
              <a:rPr lang="fr-FR" smtClean="0"/>
              <a:t>	Awestruck we fall to our knees as we humbly proclaim</a:t>
            </a:r>
          </a:p>
          <a:p>
            <a:pPr>
              <a:defRPr/>
            </a:pPr>
            <a:r>
              <a:rPr lang="fr-FR" smtClean="0"/>
              <a:t>	11- TU ES UN DIEU SI GRAND</a:t>
            </a:r>
          </a:p>
          <a:p>
            <a:pPr>
              <a:defRPr/>
            </a:pPr>
            <a:r>
              <a:rPr lang="fr-FR" smtClean="0"/>
              <a:t>	You are amazing God</a:t>
            </a:r>
          </a:p>
          <a:p>
            <a:pPr>
              <a:defRPr/>
            </a:pPr>
            <a:r>
              <a:rPr lang="fr-FR" smtClean="0"/>
              <a:t> 
12-  QUI COMMANDE AUX ÉCLAIRS DU TONNERRE OÙ ALLER ?</a:t>
            </a:r>
          </a:p>
          <a:p>
            <a:pPr>
              <a:defRPr/>
            </a:pPr>
            <a:r>
              <a:rPr lang="fr-FR" smtClean="0"/>
              <a:t>Who has told every lightning bolt where it should go 
13-  QUI ORDONNE À LA NEIGE EN QUEL LIEU SE POSER ? </a:t>
            </a:r>
          </a:p>
          <a:p>
            <a:pPr>
              <a:defRPr/>
            </a:pPr>
            <a:r>
              <a:rPr lang="fr-FR" smtClean="0"/>
              <a:t>Or seen heavenly storehouses laden with snow</a:t>
            </a:r>
          </a:p>
          <a:p>
            <a:pPr>
              <a:defRPr/>
            </a:pPr>
            <a:r>
              <a:rPr lang="fr-FR" smtClean="0"/>
              <a:t>14-  QUI CRÉA LE SOLEIL SA LUMIÈRE INFINIE ? </a:t>
            </a:r>
          </a:p>
          <a:p>
            <a:pPr>
              <a:defRPr/>
            </a:pPr>
            <a:r>
              <a:rPr lang="fr-FR" smtClean="0"/>
              <a:t>Who imagined the sun and gives source to its light</a:t>
            </a:r>
          </a:p>
          <a:p>
            <a:pPr>
              <a:defRPr/>
            </a:pPr>
            <a:r>
              <a:rPr lang="fr-FR" smtClean="0"/>
              <a:t>15-  ET LE CACHE POUR OFFRIR LA FRAÎCHEUR DE LA NUIT</a:t>
            </a:r>
          </a:p>
          <a:p>
            <a:pPr>
              <a:defRPr/>
            </a:pPr>
            <a:r>
              <a:rPr lang="fr-FR" smtClean="0"/>
              <a:t>Yet conceals it to bring us the coolness of night 
16-  QUI TE SONDERA ? </a:t>
            </a:r>
          </a:p>
          <a:p>
            <a:pPr>
              <a:defRPr/>
            </a:pPr>
            <a:r>
              <a:rPr lang="fr-FR" smtClean="0"/>
              <a:t>None can fathom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INEXPLICABLE QUI PEUT TE DÉCRIRE OU TE CONTENIR ?</a:t>
            </a:r>
          </a:p>
          <a:p>
            <a:pPr>
              <a:defRPr/>
            </a:pPr>
            <a:r>
              <a:rPr lang="fr-FR" smtClean="0"/>
              <a:t>18-  TU PLACES LES ÉTOILES AU CIEL INCOMMENSURABLE</a:t>
            </a:r>
          </a:p>
          <a:p>
            <a:pPr>
              <a:defRPr/>
            </a:pPr>
            <a:r>
              <a:rPr lang="fr-FR" smtClean="0"/>
              <a:t>19-  DIEU TOUT-PUISSANT, IMPRESSIONNANT</a:t>
            </a:r>
          </a:p>
          <a:p>
            <a:pPr>
              <a:defRPr/>
            </a:pPr>
            <a:r>
              <a:rPr lang="fr-FR" smtClean="0"/>
              <a:t>20-  FORMIDABLE NOUS TOMBONS À GENOUX DEVANT TOI</a:t>
            </a:r>
          </a:p>
          <a:p>
            <a:pPr>
              <a:defRPr/>
            </a:pPr>
            <a:r>
              <a:rPr lang="fr-FR" smtClean="0"/>
              <a:t>21-  INEXPLICABLE QUI PEUT TE DÉCRIRE OU TE CONTENIR ?</a:t>
            </a:r>
          </a:p>
          <a:p>
            <a:pPr>
              <a:defRPr/>
            </a:pPr>
            <a:r>
              <a:rPr lang="fr-FR" smtClean="0"/>
              <a:t>22-  TU PLACES LES ÉTOILES AU CIEL INCOMMENSURABLE</a:t>
            </a:r>
          </a:p>
          <a:p>
            <a:pPr>
              <a:defRPr/>
            </a:pPr>
            <a:r>
              <a:rPr lang="fr-FR" smtClean="0"/>
              <a:t>23-  DIEU TOUT-PUISSANT, IMPRESSIONNANT</a:t>
            </a:r>
          </a:p>
          <a:p>
            <a:pPr>
              <a:defRPr/>
            </a:pPr>
            <a:r>
              <a:rPr lang="fr-FR" smtClean="0"/>
              <a:t>24-  FORMIDABLE NOUS TOMBONS À GENOUX DEVANT TOI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QUI PEUT TE DÉCRIRE OU TE CONTENIR ?</a:t>
            </a:r>
          </a:p>
          <a:p>
            <a:pPr>
              <a:defRPr/>
            </a:pPr>
            <a:r>
              <a:rPr lang="fr-FR" smtClean="0"/>
              <a:t>26-  TU PLACES LES ÉTOILES AU CIEL ET TU CONNAIS LEUR NOM</a:t>
            </a:r>
          </a:p>
          <a:p>
            <a:pPr>
              <a:defRPr/>
            </a:pPr>
            <a:r>
              <a:rPr lang="fr-FR" smtClean="0"/>
              <a:t>27-  TU ES UN DIEU SI GRAND</a:t>
            </a:r>
          </a:p>
          <a:p>
            <a:pPr>
              <a:defRPr/>
            </a:pPr>
            <a:r>
              <a:rPr lang="fr-FR" smtClean="0"/>
              <a:t>28-  DIEU TOUT-PUISSANT, IMPRESSIONNANT</a:t>
            </a:r>
          </a:p>
          <a:p>
            <a:pPr>
              <a:defRPr/>
            </a:pPr>
            <a:r>
              <a:rPr lang="fr-FR" smtClean="0"/>
              <a:t>29-  NOUS TOMBONS À GENOUX DEVANT TOI EN PROCLAMANT</a:t>
            </a:r>
          </a:p>
          <a:p>
            <a:pPr>
              <a:defRPr/>
            </a:pPr>
            <a:r>
              <a:rPr lang="fr-FR" smtClean="0"/>
              <a:t>30-  TU ES UN DIEU SI GRAND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INEXPLICABLE QUI PEUT TE DÉCRIRE OU TE CONTENIR ?</a:t>
            </a:r>
          </a:p>
          <a:p>
            <a:pPr>
              <a:defRPr/>
            </a:pPr>
            <a:r>
              <a:rPr lang="fr-FR" smtClean="0"/>
              <a:t>32-  TU PLACES LES ÉTOILES AU CIEL</a:t>
            </a:r>
          </a:p>
          <a:p>
            <a:pPr>
              <a:defRPr/>
            </a:pPr>
            <a:r>
              <a:rPr lang="fr-FR" smtClean="0"/>
              <a:t>33-  INCOMMENSURABLE DIEU TOUT-PUISSANT, IMPRESSIONNANT</a:t>
            </a:r>
          </a:p>
          <a:p>
            <a:pPr>
              <a:defRPr/>
            </a:pPr>
            <a:r>
              <a:rPr lang="fr-FR" smtClean="0"/>
              <a:t>34-  FORMIDABLE NOUS TOMBONS À GENOUX DEVANT TOI</a:t>
            </a:r>
          </a:p>
          <a:p>
            <a:pPr>
              <a:defRPr/>
            </a:pPr>
            <a:r>
              <a:rPr lang="fr-FR" smtClean="0"/>
              <a:t>35-  INEXPLICABLE QUI PEUT TE DÉCRIRE OU TE CONTENIR ? </a:t>
            </a:r>
          </a:p>
          <a:p>
            <a:pPr>
              <a:defRPr/>
            </a:pPr>
            <a:r>
              <a:rPr lang="fr-FR" smtClean="0"/>
              <a:t>36-  INCOMMENSURABLE DIEU TOUT-PUISSANT, IMPRESSIONNANT</a:t>
            </a:r>
          </a:p>
          <a:p>
            <a:pPr>
              <a:defRPr/>
            </a:pPr>
            <a:r>
              <a:rPr lang="fr-FR" smtClean="0"/>
              <a:t>37-  TU ES INDESCRIPTIBLE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**************************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FROM THE HIGHEST OF HEIGHTS TO THE DEPTHS OF THE SEA</a:t>
            </a:r>
          </a:p>
          <a:p>
            <a:pPr>
              <a:defRPr/>
            </a:pPr>
            <a:r>
              <a:rPr lang="fr-FR" smtClean="0"/>
              <a:t>39-  CREATION'S REVEALING YOUR MAJESTY</a:t>
            </a:r>
          </a:p>
          <a:p>
            <a:pPr>
              <a:defRPr/>
            </a:pPr>
            <a:r>
              <a:rPr lang="fr-FR" smtClean="0"/>
              <a:t>40-  FROM THE COLORS OF FALL TO THE FRAGRANCE OF SPRING</a:t>
            </a:r>
          </a:p>
          <a:p>
            <a:pPr>
              <a:defRPr/>
            </a:pPr>
            <a:r>
              <a:rPr lang="fr-FR" smtClean="0"/>
              <a:t>41-  EVERY CREATURE UNIQUE IN THE SONG THAT IT SINGS</a:t>
            </a:r>
          </a:p>
          <a:p>
            <a:pPr>
              <a:defRPr/>
            </a:pPr>
            <a:r>
              <a:rPr lang="fr-FR" smtClean="0"/>
              <a:t>42-  ALL EXCLAIMING INDESCRIBABLE, UNCONTAINABLE</a:t>
            </a:r>
          </a:p>
          <a:p>
            <a:pPr>
              <a:defRPr/>
            </a:pPr>
            <a:r>
              <a:rPr lang="fr-FR" smtClean="0"/>
              <a:t>43-  YOU PLACED THE STARS IN THE SKY AND YOU KNOW THEM BY NAME</a:t>
            </a:r>
          </a:p>
          <a:p>
            <a:pPr>
              <a:defRPr/>
            </a:pPr>
            <a:r>
              <a:rPr lang="fr-FR" smtClean="0"/>
              <a:t>44-  YOU ARE AMAZING GOD ALL POWERFUL, UNTAMABLE</a:t>
            </a:r>
          </a:p>
          <a:p>
            <a:pPr>
              <a:defRPr/>
            </a:pPr>
            <a:r>
              <a:rPr lang="fr-FR" smtClean="0"/>
              <a:t>45-  AWESTRUCK WE FALL TO OUR KNEES AS WE HUMBLY PROCLAIM</a:t>
            </a:r>
          </a:p>
          <a:p>
            <a:pPr>
              <a:defRPr/>
            </a:pPr>
            <a:r>
              <a:rPr lang="fr-FR" smtClean="0"/>
              <a:t>46-  YOU ARE AMAZING GOD</a:t>
            </a:r>
          </a:p>
          <a:p>
            <a:pPr>
              <a:defRPr/>
            </a:pPr>
            <a:r>
              <a:rPr lang="fr-FR" smtClean="0"/>
              <a:t>47-  WHO HAS TOLD EVERY LIGHTNING BOLT WHERE IT SHOULD GO</a:t>
            </a:r>
          </a:p>
          <a:p>
            <a:pPr>
              <a:defRPr/>
            </a:pPr>
            <a:r>
              <a:rPr lang="fr-FR" smtClean="0"/>
              <a:t>48-  OR SEEN HEAVENLY STOREHOUSES LADEN WITH SNOW</a:t>
            </a:r>
          </a:p>
          <a:p>
            <a:pPr>
              <a:defRPr/>
            </a:pPr>
            <a:r>
              <a:rPr lang="fr-FR" smtClean="0"/>
              <a:t>49-  WHO IMAGINED THE SUN AND GIVES SOURCE TO ITS LIGHT</a:t>
            </a:r>
          </a:p>
          <a:p>
            <a:pPr>
              <a:defRPr/>
            </a:pPr>
            <a:r>
              <a:rPr lang="fr-FR" smtClean="0"/>
              <a:t>50-  YET CONCEALS IT TO BRING US THE COOLNESS OF NIGHT</a:t>
            </a:r>
          </a:p>
          <a:p>
            <a:pPr>
              <a:defRPr/>
            </a:pPr>
            <a:r>
              <a:rPr lang="fr-FR" smtClean="0"/>
              <a:t>51-  NONE CAN FATHOM  INDESCRIBABLE, UNCONTAINABLE</a:t>
            </a:r>
          </a:p>
          <a:p>
            <a:pPr>
              <a:defRPr/>
            </a:pPr>
            <a:r>
              <a:rPr lang="fr-FR" smtClean="0"/>
              <a:t>52-  YOU PLACED THE STARS IN THE SKY AND YOU KNOW THEM BY NAME</a:t>
            </a:r>
          </a:p>
          <a:p>
            <a:pPr>
              <a:defRPr/>
            </a:pPr>
            <a:r>
              <a:rPr lang="fr-FR" smtClean="0"/>
              <a:t>53-  YOU ARE AMAZING GOD ALL POWERFUL, UNTAMABLE</a:t>
            </a:r>
          </a:p>
          <a:p>
            <a:pPr>
              <a:defRPr/>
            </a:pPr>
            <a:r>
              <a:rPr lang="fr-FR" smtClean="0"/>
              <a:t>54-  AWESTRUCK WE FALL TO OUR KNEES AS WE HUMBLY PROCLAIM</a:t>
            </a:r>
          </a:p>
          <a:p>
            <a:pPr>
              <a:defRPr/>
            </a:pPr>
            <a:r>
              <a:rPr lang="fr-FR" smtClean="0"/>
              <a:t>55-  YOU ARE AMAZING GOD</a:t>
            </a:r>
          </a:p>
          <a:p>
            <a:pPr>
              <a:defRPr/>
            </a:pPr>
            <a:r>
              <a:rPr lang="fr-FR" smtClean="0"/>
              <a:t>56-  CAN'T EXPLAIN INDESCRIBABLE, UNCONTAINABLE</a:t>
            </a:r>
          </a:p>
          <a:p>
            <a:pPr>
              <a:defRPr/>
            </a:pPr>
            <a:r>
              <a:rPr lang="fr-FR" smtClean="0"/>
              <a:t>57-  YOU PLACES THE STARS IN THE SKY</a:t>
            </a:r>
          </a:p>
          <a:p>
            <a:pPr>
              <a:defRPr/>
            </a:pPr>
            <a:r>
              <a:rPr lang="fr-FR" smtClean="0"/>
              <a:t>58-  CAN'T CONTAIN  YOU'RE ALL POWERFUL YOU'RE UNTAMABLE</a:t>
            </a:r>
          </a:p>
          <a:p>
            <a:pPr>
              <a:defRPr/>
            </a:pPr>
            <a:r>
              <a:rPr lang="fr-FR" smtClean="0"/>
              <a:t>59-  CAN'T EXPLAIN INDESCRIBABLE, UNCONTAINABLE</a:t>
            </a:r>
          </a:p>
          <a:p>
            <a:pPr>
              <a:defRPr/>
            </a:pPr>
            <a:r>
              <a:rPr lang="fr-FR" smtClean="0"/>
              <a:t>60-  YOU PLACES THE STARS IN THE SKY</a:t>
            </a:r>
          </a:p>
          <a:p>
            <a:pPr>
              <a:defRPr/>
            </a:pPr>
            <a:r>
              <a:rPr lang="fr-FR" smtClean="0"/>
              <a:t>61-  CAN'T CONTAIN  YOU'RE ALL POWERFUL, YOU'RE UNTAMABLE</a:t>
            </a:r>
          </a:p>
          <a:p>
            <a:pPr>
              <a:defRPr/>
            </a:pPr>
            <a:r>
              <a:rPr lang="fr-FR" smtClean="0"/>
              <a:t>62-  AWESTRUCK WE FALL TO OUR KNEES</a:t>
            </a:r>
          </a:p>
          <a:p>
            <a:pPr>
              <a:defRPr/>
            </a:pPr>
            <a:r>
              <a:rPr lang="fr-FR" smtClean="0"/>
              <a:t>63-  INDESCRIBABLE, UNCONTAINABLE</a:t>
            </a:r>
          </a:p>
          <a:p>
            <a:pPr>
              <a:defRPr/>
            </a:pPr>
            <a:r>
              <a:rPr lang="fr-FR" smtClean="0"/>
              <a:t>64-  YOU PLACED THE STARS IN THE SKY  YOU KNOW THEM BY NAME</a:t>
            </a:r>
          </a:p>
          <a:p>
            <a:pPr>
              <a:defRPr/>
            </a:pPr>
            <a:r>
              <a:rPr lang="fr-FR" smtClean="0"/>
              <a:t>65-  YOU ARE AMAZING GOD</a:t>
            </a:r>
          </a:p>
          <a:p>
            <a:pPr>
              <a:defRPr/>
            </a:pPr>
            <a:r>
              <a:rPr lang="fr-FR" smtClean="0"/>
              <a:t>66-  ALL POWERFUL, UNTAMABLE</a:t>
            </a:r>
          </a:p>
          <a:p>
            <a:pPr>
              <a:defRPr/>
            </a:pPr>
            <a:r>
              <a:rPr lang="fr-FR" smtClean="0"/>
              <a:t>67-  AWESTRUCK WE FALL TO OUR KNEES  AS WE HUMBLY PROCLAIM</a:t>
            </a:r>
          </a:p>
          <a:p>
            <a:pPr>
              <a:defRPr/>
            </a:pPr>
            <a:r>
              <a:rPr lang="fr-FR" smtClean="0"/>
              <a:t>68-  YOU ARE AMAZING GOD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DES PROFONDEURS DES MERS AUX MONTAGNES ÉLEVÉES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highest of heights to the depths of the sea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LA CRÉATION RÉVÈLE TA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Creation's revealing Your majesty 
3-  DES COULEURS DE L’AUTOMNE  AUX PARFUMS DU PRINTEMPS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colors of fall to the fragrance of spring 
4-  CHAQUE CRÉATURE UNIQUE TE CHANTE UN NOUVEAU CHANT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creature unique in the song that it sings
5-  TOUTES S’EXCLAMANT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exclaiming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	6-  QUI PEUT TE DÉCRIRE OU TE CONTENIR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Indescribable, uncontainable,
	7-  TU PLACES LES ÉTOILES AU CIEL ET TU CONNAIS LEUR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amazing God 
	9-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All powerful, untamable, 
	10-  NOUS TOMBONS À GENOUX DEVANT TOI EN PROCLAMANT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12-  QUI COMMANDE AUX ÉCLAIRS DU TONNERRE OÙ ALLER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has told every lightning bolt where it should go 
13-  QUI ORDONNE À LA NEIGE EN QUEL LIEU SE POSER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Or seen heavenly storehouses laden with snow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QUI CRÉA LE SOLEIL SA LUMIÈRE INFINIE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imagined the sun and gives source to its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ET LE CACHE POUR OFFRIR LA FRAÎCHEUR DE LA NUIT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Yet conceals it to bring us the coolness of night 
16-  QUI TE SONDERA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None can fathom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PLACES LES ÉTOILES AU CIEL INCOMMENSURABLE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TU PLACES LES ÉTOILES AU CIEL INCOMMENSURABLE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TU PLACES LES ÉTOILES AU CIEL ET TU CONNAIS LEUR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NOUS TOMBONS À GENOUX DEVANT TOI EN PROCLAMANT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TU PLACES LES ÉTOILES AU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INCOMMENSURABLE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INEXPLICABLE QUI PEUT TE DÉCRIRE OU TE CONTENIR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INCOMMENSURABLE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TU ES INDESCRIPTIBLE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FROM THE HIGHEST OF HEIGHTS TO THE DEPTHS OF THE SEA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CREATION'S REVEALING YOUR MAJESTY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FROM THE COLORS OF FALL TO THE FRAGRANCE OF SPRING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EVERY CREATURE UNIQUE IN THE SONG THAT IT SINGS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ALL EXCLAIMING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YOU ARE AMAZING GOD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WHO HAS TOLD EVERY LIGHTNING BOLT WHERE IT SHOULD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OR SEEN HEAVENLY STOREHOUSES LADEN WITH SNOW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WHO IMAGINED THE SUN AND GIVES SOURCE TO ITS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YET CONCEALS IT TO BRING US THE COOLNESS OF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NONE CAN FATHOM  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YOU ARE AMAZING GOD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CAN'T EXPLAIN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YOU PLACES THE STARS IN THE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CAN'T CONTAIN  YOU'RE ALL POWERFUL YOU'RE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CAN'T EXPLAIN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YOU PLACES THE STARS IN THE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61-  CAN'T CONTAIN  YOU'RE ALL POWERFUL, YOU'RE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62-  AWESTRUCK WE FALL TO OUR KNEES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64-  YOU PLACED THE STARS IN THE SKY 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65-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66- 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67-  AWESTRUCK WE FALL TO OUR KNEES 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68-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b="1" i="1" dirty="0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DES PROFONDEURS DES MERS AUX MONTAGNES ÉLEVÉES</a:t>
            </a:r>
          </a:p>
          <a:p>
            <a:pPr>
              <a:defRPr/>
            </a:pPr>
            <a:r>
              <a:rPr lang="fr-FR" smtClean="0"/>
              <a:t>From the highest of heights to the depths of the sea</a:t>
            </a:r>
          </a:p>
          <a:p>
            <a:pPr>
              <a:defRPr/>
            </a:pPr>
            <a:r>
              <a:rPr lang="fr-FR" smtClean="0"/>
              <a:t>2-  LA CRÉATION RÉVÈLE TA MAJESTÉ</a:t>
            </a:r>
          </a:p>
          <a:p>
            <a:pPr>
              <a:defRPr/>
            </a:pPr>
            <a:r>
              <a:rPr lang="fr-FR" smtClean="0"/>
              <a:t>Creation's revealing Your majesty 
3-  DES COULEURS DE L’AUTOMNE  AUX PARFUMS DU PRINTEMPS</a:t>
            </a:r>
          </a:p>
          <a:p>
            <a:pPr>
              <a:defRPr/>
            </a:pPr>
            <a:r>
              <a:rPr lang="fr-FR" smtClean="0"/>
              <a:t>From the colors of fall to the fragrance of spring 
4-  CHAQUE CRÉATURE UNIQUE TE CHANTE UN NOUVEAU CHANT </a:t>
            </a:r>
          </a:p>
          <a:p>
            <a:pPr>
              <a:defRPr/>
            </a:pPr>
            <a:r>
              <a:rPr lang="fr-FR" smtClean="0"/>
              <a:t>Every creature unique in the song that it sings
5-  TOUTES S’EXCLAMANT</a:t>
            </a:r>
          </a:p>
          <a:p>
            <a:pPr>
              <a:defRPr/>
            </a:pPr>
            <a:r>
              <a:rPr lang="fr-FR" smtClean="0"/>
              <a:t>All exclaiming</a:t>
            </a:r>
          </a:p>
          <a:p>
            <a:pPr>
              <a:defRPr/>
            </a:pPr>
            <a:r>
              <a:rPr lang="fr-FR" smtClean="0"/>
              <a:t> 
	6-  QUI PEUT TE DÉCRIRE OU TE CONTENIR ? </a:t>
            </a:r>
          </a:p>
          <a:p>
            <a:pPr>
              <a:defRPr/>
            </a:pPr>
            <a:r>
              <a:rPr lang="fr-FR" smtClean="0"/>
              <a:t>	Indescribable, uncontainable,
	7-  TU PLACES LES ÉTOILES AU CIEL ET TU CONNAIS LEUR NOM </a:t>
            </a:r>
          </a:p>
          <a:p>
            <a:pPr>
              <a:defRPr/>
            </a:pPr>
            <a:r>
              <a:rPr lang="fr-FR" smtClean="0"/>
              <a:t>	You placed the stars in the sky and You know them by name</a:t>
            </a:r>
          </a:p>
          <a:p>
            <a:pPr>
              <a:defRPr/>
            </a:pPr>
            <a:r>
              <a:rPr lang="fr-FR" smtClean="0"/>
              <a:t>	8-  TU ES UN DIEU SI GRAND</a:t>
            </a:r>
          </a:p>
          <a:p>
            <a:pPr>
              <a:defRPr/>
            </a:pPr>
            <a:r>
              <a:rPr lang="fr-FR" smtClean="0"/>
              <a:t>	You are amazing God 
	9-  DIEU TOUT-PUISSANT, IMPRESSIONNANT</a:t>
            </a:r>
          </a:p>
          <a:p>
            <a:pPr>
              <a:defRPr/>
            </a:pPr>
            <a:r>
              <a:rPr lang="fr-FR" smtClean="0"/>
              <a:t>	All powerful, untamable, 
	10-  NOUS TOMBONS À GENOUX DEVANT TOI EN PROCLAMANT</a:t>
            </a:r>
          </a:p>
          <a:p>
            <a:pPr>
              <a:defRPr/>
            </a:pPr>
            <a:r>
              <a:rPr lang="fr-FR" smtClean="0"/>
              <a:t>	Awestruck we fall to our knees as we humbly proclaim</a:t>
            </a:r>
          </a:p>
          <a:p>
            <a:pPr>
              <a:defRPr/>
            </a:pPr>
            <a:r>
              <a:rPr lang="fr-FR" smtClean="0"/>
              <a:t>	11- TU ES UN DIEU SI GRAND</a:t>
            </a:r>
          </a:p>
          <a:p>
            <a:pPr>
              <a:defRPr/>
            </a:pPr>
            <a:r>
              <a:rPr lang="fr-FR" smtClean="0"/>
              <a:t>	You are amazing God</a:t>
            </a:r>
          </a:p>
          <a:p>
            <a:pPr>
              <a:defRPr/>
            </a:pPr>
            <a:r>
              <a:rPr lang="fr-FR" smtClean="0"/>
              <a:t> 
12-  QUI COMMANDE AUX ÉCLAIRS DU TONNERRE OÙ ALLER ?</a:t>
            </a:r>
          </a:p>
          <a:p>
            <a:pPr>
              <a:defRPr/>
            </a:pPr>
            <a:r>
              <a:rPr lang="fr-FR" smtClean="0"/>
              <a:t>Who has told every lightning bolt where it should go 
13-  QUI ORDONNE À LA NEIGE EN QUEL LIEU SE POSER ? </a:t>
            </a:r>
          </a:p>
          <a:p>
            <a:pPr>
              <a:defRPr/>
            </a:pPr>
            <a:r>
              <a:rPr lang="fr-FR" smtClean="0"/>
              <a:t>Or seen heavenly storehouses laden with snow</a:t>
            </a:r>
          </a:p>
          <a:p>
            <a:pPr>
              <a:defRPr/>
            </a:pPr>
            <a:r>
              <a:rPr lang="fr-FR" smtClean="0"/>
              <a:t>14-  QUI CRÉA LE SOLEIL SA LUMIÈRE INFINIE ? </a:t>
            </a:r>
          </a:p>
          <a:p>
            <a:pPr>
              <a:defRPr/>
            </a:pPr>
            <a:r>
              <a:rPr lang="fr-FR" smtClean="0"/>
              <a:t>Who imagined the sun and gives source to its light</a:t>
            </a:r>
          </a:p>
          <a:p>
            <a:pPr>
              <a:defRPr/>
            </a:pPr>
            <a:r>
              <a:rPr lang="fr-FR" smtClean="0"/>
              <a:t>15-  ET LE CACHE POUR OFFRIR LA FRAÎCHEUR DE LA NUIT</a:t>
            </a:r>
          </a:p>
          <a:p>
            <a:pPr>
              <a:defRPr/>
            </a:pPr>
            <a:r>
              <a:rPr lang="fr-FR" smtClean="0"/>
              <a:t>Yet conceals it to bring us the coolness of night 
16-  QUI TE SONDERA ? </a:t>
            </a:r>
          </a:p>
          <a:p>
            <a:pPr>
              <a:defRPr/>
            </a:pPr>
            <a:r>
              <a:rPr lang="fr-FR" smtClean="0"/>
              <a:t>None can fathom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INEXPLICABLE QUI PEUT TE DÉCRIRE OU TE CONTENIR ?</a:t>
            </a:r>
          </a:p>
          <a:p>
            <a:pPr>
              <a:defRPr/>
            </a:pPr>
            <a:r>
              <a:rPr lang="fr-FR" smtClean="0"/>
              <a:t>18-  TU PLACES LES ÉTOILES AU CIEL INCOMMENSURABLE</a:t>
            </a:r>
          </a:p>
          <a:p>
            <a:pPr>
              <a:defRPr/>
            </a:pPr>
            <a:r>
              <a:rPr lang="fr-FR" smtClean="0"/>
              <a:t>19-  DIEU TOUT-PUISSANT, IMPRESSIONNANT</a:t>
            </a:r>
          </a:p>
          <a:p>
            <a:pPr>
              <a:defRPr/>
            </a:pPr>
            <a:r>
              <a:rPr lang="fr-FR" smtClean="0"/>
              <a:t>20-  FORMIDABLE NOUS TOMBONS À GENOUX DEVANT TOI</a:t>
            </a:r>
          </a:p>
          <a:p>
            <a:pPr>
              <a:defRPr/>
            </a:pPr>
            <a:r>
              <a:rPr lang="fr-FR" smtClean="0"/>
              <a:t>21-  INEXPLICABLE QUI PEUT TE DÉCRIRE OU TE CONTENIR ?</a:t>
            </a:r>
          </a:p>
          <a:p>
            <a:pPr>
              <a:defRPr/>
            </a:pPr>
            <a:r>
              <a:rPr lang="fr-FR" smtClean="0"/>
              <a:t>22-  TU PLACES LES ÉTOILES AU CIEL INCOMMENSURABLE</a:t>
            </a:r>
          </a:p>
          <a:p>
            <a:pPr>
              <a:defRPr/>
            </a:pPr>
            <a:r>
              <a:rPr lang="fr-FR" smtClean="0"/>
              <a:t>23-  DIEU TOUT-PUISSANT, IMPRESSIONNANT</a:t>
            </a:r>
          </a:p>
          <a:p>
            <a:pPr>
              <a:defRPr/>
            </a:pPr>
            <a:r>
              <a:rPr lang="fr-FR" smtClean="0"/>
              <a:t>24-  FORMIDABLE NOUS TOMBONS À GENOUX DEVANT TOI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QUI PEUT TE DÉCRIRE OU TE CONTENIR ?</a:t>
            </a:r>
          </a:p>
          <a:p>
            <a:pPr>
              <a:defRPr/>
            </a:pPr>
            <a:r>
              <a:rPr lang="fr-FR" smtClean="0"/>
              <a:t>26-  TU PLACES LES ÉTOILES AU CIEL ET TU CONNAIS LEUR NOM</a:t>
            </a:r>
          </a:p>
          <a:p>
            <a:pPr>
              <a:defRPr/>
            </a:pPr>
            <a:r>
              <a:rPr lang="fr-FR" smtClean="0"/>
              <a:t>27-  TU ES UN DIEU SI GRAND</a:t>
            </a:r>
          </a:p>
          <a:p>
            <a:pPr>
              <a:defRPr/>
            </a:pPr>
            <a:r>
              <a:rPr lang="fr-FR" smtClean="0"/>
              <a:t>28-  DIEU TOUT-PUISSANT, IMPRESSIONNANT</a:t>
            </a:r>
          </a:p>
          <a:p>
            <a:pPr>
              <a:defRPr/>
            </a:pPr>
            <a:r>
              <a:rPr lang="fr-FR" smtClean="0"/>
              <a:t>29-  NOUS TOMBONS À GENOUX DEVANT TOI EN PROCLAMANT</a:t>
            </a:r>
          </a:p>
          <a:p>
            <a:pPr>
              <a:defRPr/>
            </a:pPr>
            <a:r>
              <a:rPr lang="fr-FR" smtClean="0"/>
              <a:t>30-  TU ES UN DIEU SI GRAND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INEXPLICABLE QUI PEUT TE DÉCRIRE OU TE CONTENIR ?</a:t>
            </a:r>
          </a:p>
          <a:p>
            <a:pPr>
              <a:defRPr/>
            </a:pPr>
            <a:r>
              <a:rPr lang="fr-FR" smtClean="0"/>
              <a:t>32-  TU PLACES LES ÉTOILES AU CIEL</a:t>
            </a:r>
          </a:p>
          <a:p>
            <a:pPr>
              <a:defRPr/>
            </a:pPr>
            <a:r>
              <a:rPr lang="fr-FR" smtClean="0"/>
              <a:t>33-  INCOMMENSURABLE DIEU TOUT-PUISSANT, IMPRESSIONNANT</a:t>
            </a:r>
          </a:p>
          <a:p>
            <a:pPr>
              <a:defRPr/>
            </a:pPr>
            <a:r>
              <a:rPr lang="fr-FR" smtClean="0"/>
              <a:t>34-  FORMIDABLE NOUS TOMBONS À GENOUX DEVANT TOI</a:t>
            </a:r>
          </a:p>
          <a:p>
            <a:pPr>
              <a:defRPr/>
            </a:pPr>
            <a:r>
              <a:rPr lang="fr-FR" smtClean="0"/>
              <a:t>35-  INEXPLICABLE QUI PEUT TE DÉCRIRE OU TE CONTENIR ? </a:t>
            </a:r>
          </a:p>
          <a:p>
            <a:pPr>
              <a:defRPr/>
            </a:pPr>
            <a:r>
              <a:rPr lang="fr-FR" smtClean="0"/>
              <a:t>36-  INCOMMENSURABLE DIEU TOUT-PUISSANT, IMPRESSIONNANT</a:t>
            </a:r>
          </a:p>
          <a:p>
            <a:pPr>
              <a:defRPr/>
            </a:pPr>
            <a:r>
              <a:rPr lang="fr-FR" smtClean="0"/>
              <a:t>37-  TU ES INDESCRIPTIBLE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**************************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FROM THE HIGHEST OF HEIGHTS TO THE DEPTHS OF THE SEA</a:t>
            </a:r>
          </a:p>
          <a:p>
            <a:pPr>
              <a:defRPr/>
            </a:pPr>
            <a:r>
              <a:rPr lang="fr-FR" smtClean="0"/>
              <a:t>39-  CREATION'S REVEALING YOUR MAJESTY</a:t>
            </a:r>
          </a:p>
          <a:p>
            <a:pPr>
              <a:defRPr/>
            </a:pPr>
            <a:r>
              <a:rPr lang="fr-FR" smtClean="0"/>
              <a:t>40-  FROM THE COLORS OF FALL TO THE FRAGRANCE OF SPRING</a:t>
            </a:r>
          </a:p>
          <a:p>
            <a:pPr>
              <a:defRPr/>
            </a:pPr>
            <a:r>
              <a:rPr lang="fr-FR" smtClean="0"/>
              <a:t>41-  EVERY CREATURE UNIQUE IN THE SONG THAT IT SINGS</a:t>
            </a:r>
          </a:p>
          <a:p>
            <a:pPr>
              <a:defRPr/>
            </a:pPr>
            <a:r>
              <a:rPr lang="fr-FR" smtClean="0"/>
              <a:t>42-  ALL EXCLAIMING INDESCRIBABLE, UNCONTAINABLE</a:t>
            </a:r>
          </a:p>
          <a:p>
            <a:pPr>
              <a:defRPr/>
            </a:pPr>
            <a:r>
              <a:rPr lang="fr-FR" smtClean="0"/>
              <a:t>43-  YOU PLACED THE STARS IN THE SKY AND YOU KNOW THEM BY NAME</a:t>
            </a:r>
          </a:p>
          <a:p>
            <a:pPr>
              <a:defRPr/>
            </a:pPr>
            <a:r>
              <a:rPr lang="fr-FR" smtClean="0"/>
              <a:t>44-  YOU ARE AMAZING GOD ALL POWERFUL, UNTAMABLE</a:t>
            </a:r>
          </a:p>
          <a:p>
            <a:pPr>
              <a:defRPr/>
            </a:pPr>
            <a:r>
              <a:rPr lang="fr-FR" smtClean="0"/>
              <a:t>45-  AWESTRUCK WE FALL TO OUR KNEES AS WE HUMBLY PROCLAIM</a:t>
            </a:r>
          </a:p>
          <a:p>
            <a:pPr>
              <a:defRPr/>
            </a:pPr>
            <a:r>
              <a:rPr lang="fr-FR" smtClean="0"/>
              <a:t>46-  YOU ARE AMAZING GOD</a:t>
            </a:r>
          </a:p>
          <a:p>
            <a:pPr>
              <a:defRPr/>
            </a:pPr>
            <a:r>
              <a:rPr lang="fr-FR" smtClean="0"/>
              <a:t>47-  WHO HAS TOLD EVERY LIGHTNING BOLT WHERE IT SHOULD GO</a:t>
            </a:r>
          </a:p>
          <a:p>
            <a:pPr>
              <a:defRPr/>
            </a:pPr>
            <a:r>
              <a:rPr lang="fr-FR" smtClean="0"/>
              <a:t>48-  OR SEEN HEAVENLY STOREHOUSES LADEN WITH SNOW</a:t>
            </a:r>
          </a:p>
          <a:p>
            <a:pPr>
              <a:defRPr/>
            </a:pPr>
            <a:r>
              <a:rPr lang="fr-FR" smtClean="0"/>
              <a:t>49-  WHO IMAGINED THE SUN AND GIVES SOURCE TO ITS LIGHT</a:t>
            </a:r>
          </a:p>
          <a:p>
            <a:pPr>
              <a:defRPr/>
            </a:pPr>
            <a:r>
              <a:rPr lang="fr-FR" smtClean="0"/>
              <a:t>50-  YET CONCEALS IT TO BRING US THE COOLNESS OF NIGHT</a:t>
            </a:r>
          </a:p>
          <a:p>
            <a:pPr>
              <a:defRPr/>
            </a:pPr>
            <a:r>
              <a:rPr lang="fr-FR" smtClean="0"/>
              <a:t>51-  NONE CAN FATHOM  INDESCRIBABLE, UNCONTAINABLE</a:t>
            </a:r>
          </a:p>
          <a:p>
            <a:pPr>
              <a:defRPr/>
            </a:pPr>
            <a:r>
              <a:rPr lang="fr-FR" smtClean="0"/>
              <a:t>52-  YOU PLACED THE STARS IN THE SKY AND YOU KNOW THEM BY NAME</a:t>
            </a:r>
          </a:p>
          <a:p>
            <a:pPr>
              <a:defRPr/>
            </a:pPr>
            <a:r>
              <a:rPr lang="fr-FR" smtClean="0"/>
              <a:t>53-  YOU ARE AMAZING GOD ALL POWERFUL, UNTAMABLE</a:t>
            </a:r>
          </a:p>
          <a:p>
            <a:pPr>
              <a:defRPr/>
            </a:pPr>
            <a:r>
              <a:rPr lang="fr-FR" smtClean="0"/>
              <a:t>54-  AWESTRUCK WE FALL TO OUR KNEES AS WE HUMBLY PROCLAIM</a:t>
            </a:r>
          </a:p>
          <a:p>
            <a:pPr>
              <a:defRPr/>
            </a:pPr>
            <a:r>
              <a:rPr lang="fr-FR" smtClean="0"/>
              <a:t>55-  YOU ARE AMAZING GOD</a:t>
            </a:r>
          </a:p>
          <a:p>
            <a:pPr>
              <a:defRPr/>
            </a:pPr>
            <a:r>
              <a:rPr lang="fr-FR" smtClean="0"/>
              <a:t>56-  CAN'T EXPLAIN INDESCRIBABLE, UNCONTAINABLE</a:t>
            </a:r>
          </a:p>
          <a:p>
            <a:pPr>
              <a:defRPr/>
            </a:pPr>
            <a:r>
              <a:rPr lang="fr-FR" smtClean="0"/>
              <a:t>57-  YOU PLACES THE STARS IN THE SKY</a:t>
            </a:r>
          </a:p>
          <a:p>
            <a:pPr>
              <a:defRPr/>
            </a:pPr>
            <a:r>
              <a:rPr lang="fr-FR" smtClean="0"/>
              <a:t>58-  CAN'T CONTAIN  YOU'RE ALL POWERFUL YOU'RE UNTAMABLE</a:t>
            </a:r>
          </a:p>
          <a:p>
            <a:pPr>
              <a:defRPr/>
            </a:pPr>
            <a:r>
              <a:rPr lang="fr-FR" smtClean="0"/>
              <a:t>59-  CAN'T EXPLAIN INDESCRIBABLE, UNCONTAINABLE</a:t>
            </a:r>
          </a:p>
          <a:p>
            <a:pPr>
              <a:defRPr/>
            </a:pPr>
            <a:r>
              <a:rPr lang="fr-FR" smtClean="0"/>
              <a:t>60-  YOU PLACES THE STARS IN THE SKY</a:t>
            </a:r>
          </a:p>
          <a:p>
            <a:pPr>
              <a:defRPr/>
            </a:pPr>
            <a:r>
              <a:rPr lang="fr-FR" smtClean="0"/>
              <a:t>61-  CAN'T CONTAIN  YOU'RE ALL POWERFUL, YOU'RE UNTAMABLE</a:t>
            </a:r>
          </a:p>
          <a:p>
            <a:pPr>
              <a:defRPr/>
            </a:pPr>
            <a:r>
              <a:rPr lang="fr-FR" smtClean="0"/>
              <a:t>62-  AWESTRUCK WE FALL TO OUR KNEES</a:t>
            </a:r>
          </a:p>
          <a:p>
            <a:pPr>
              <a:defRPr/>
            </a:pPr>
            <a:r>
              <a:rPr lang="fr-FR" smtClean="0"/>
              <a:t>63-  INDESCRIBABLE, UNCONTAINABLE</a:t>
            </a:r>
          </a:p>
          <a:p>
            <a:pPr>
              <a:defRPr/>
            </a:pPr>
            <a:r>
              <a:rPr lang="fr-FR" smtClean="0"/>
              <a:t>64-  YOU PLACED THE STARS IN THE SKY  YOU KNOW THEM BY NAME</a:t>
            </a:r>
          </a:p>
          <a:p>
            <a:pPr>
              <a:defRPr/>
            </a:pPr>
            <a:r>
              <a:rPr lang="fr-FR" smtClean="0"/>
              <a:t>65-  YOU ARE AMAZING GOD</a:t>
            </a:r>
          </a:p>
          <a:p>
            <a:pPr>
              <a:defRPr/>
            </a:pPr>
            <a:r>
              <a:rPr lang="fr-FR" smtClean="0"/>
              <a:t>66-  ALL POWERFUL, UNTAMABLE</a:t>
            </a:r>
          </a:p>
          <a:p>
            <a:pPr>
              <a:defRPr/>
            </a:pPr>
            <a:r>
              <a:rPr lang="fr-FR" smtClean="0"/>
              <a:t>67-  AWESTRUCK WE FALL TO OUR KNEES  AS WE HUMBLY PROCLAIM</a:t>
            </a:r>
          </a:p>
          <a:p>
            <a:pPr>
              <a:defRPr/>
            </a:pPr>
            <a:r>
              <a:rPr lang="fr-FR" smtClean="0"/>
              <a:t>68-  YOU ARE AMAZING GOD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DES PROFONDEURS DES MERS AUX MONTAGNES ÉLEVÉES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highest of heights to the depths of the sea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LA CRÉATION RÉVÈLE TA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Creation's revealing Your majesty 
3-  DES COULEURS DE L’AUTOMNE  AUX PARFUMS DU PRINTEMPS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colors of fall to the fragrance of spring 
4-  CHAQUE CRÉATURE UNIQUE TE CHANTE UN NOUVEAU CHANT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creature unique in the song that it sings
5-  TOUTES S’EXCLAMANT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exclaiming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	6-  QUI PEUT TE DÉCRIRE OU TE CONTENIR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Indescribable, uncontainable,
	7-  TU PLACES LES ÉTOILES AU CIEL ET TU CONNAIS LEUR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amazing God 
	9-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All powerful, untamable, 
	10-  NOUS TOMBONS À GENOUX DEVANT TOI EN PROCLAMANT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12-  QUI COMMANDE AUX ÉCLAIRS DU TONNERRE OÙ ALLER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has told every lightning bolt where it should go 
13-  QUI ORDONNE À LA NEIGE EN QUEL LIEU SE POSER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Or seen heavenly storehouses laden with snow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QUI CRÉA LE SOLEIL SA LUMIÈRE INFINIE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imagined the sun and gives source to its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ET LE CACHE POUR OFFRIR LA FRAÎCHEUR DE LA NUIT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Yet conceals it to bring us the coolness of night 
16-  QUI TE SONDERA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None can fathom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PLACES LES ÉTOILES AU CIEL INCOMMENSURABLE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TU PLACES LES ÉTOILES AU CIEL INCOMMENSURABLE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TU PLACES LES ÉTOILES AU CIEL ET TU CONNAIS LEUR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NOUS TOMBONS À GENOUX DEVANT TOI EN PROCLAMANT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TU PLACES LES ÉTOILES AU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INCOMMENSURABLE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INEXPLICABLE QUI PEUT TE DÉCRIRE OU TE CONTENIR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INCOMMENSURABLE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TU ES INDESCRIPTIBLE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FROM THE HIGHEST OF HEIGHTS TO THE DEPTHS OF THE SEA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CREATION'S REVEALING YOUR MAJESTY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FROM THE COLORS OF FALL TO THE FRAGRANCE OF SPRING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EVERY CREATURE UNIQUE IN THE SONG THAT IT SINGS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ALL EXCLAIMING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YOU ARE AMAZING GOD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WHO HAS TOLD EVERY LIGHTNING BOLT WHERE IT SHOULD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OR SEEN HEAVENLY STOREHOUSES LADEN WITH SNOW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WHO IMAGINED THE SUN AND GIVES SOURCE TO ITS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YET CONCEALS IT TO BRING US THE COOLNESS OF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NONE CAN FATHOM  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YOU ARE AMAZING GOD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CAN'T EXPLAIN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YOU PLACES THE STARS IN THE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CAN'T CONTAIN  YOU'RE ALL POWERFUL YOU'RE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CAN'T EXPLAIN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YOU PLACES THE STARS IN THE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61-  CAN'T CONTAIN  YOU'RE ALL POWERFUL, YOU'RE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62-  AWESTRUCK WE FALL TO OUR KNEES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64-  YOU PLACED THE STARS IN THE SKY 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65-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66- 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67-  AWESTRUCK WE FALL TO OUR KNEES 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68-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b="1" i="1" dirty="0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DES PROFONDEURS DES MERS AUX MONTAGNES ÉLEVÉES</a:t>
            </a:r>
          </a:p>
          <a:p>
            <a:pPr>
              <a:defRPr/>
            </a:pPr>
            <a:r>
              <a:rPr lang="fr-FR" smtClean="0"/>
              <a:t>From the highest of heights to the depths of the sea</a:t>
            </a:r>
          </a:p>
          <a:p>
            <a:pPr>
              <a:defRPr/>
            </a:pPr>
            <a:r>
              <a:rPr lang="fr-FR" smtClean="0"/>
              <a:t>2-  LA CRÉATION RÉVÈLE TA MAJESTÉ</a:t>
            </a:r>
          </a:p>
          <a:p>
            <a:pPr>
              <a:defRPr/>
            </a:pPr>
            <a:r>
              <a:rPr lang="fr-FR" smtClean="0"/>
              <a:t>Creation's revealing Your majesty 
3-  DES COULEURS DE L’AUTOMNE  AUX PARFUMS DU PRINTEMPS</a:t>
            </a:r>
          </a:p>
          <a:p>
            <a:pPr>
              <a:defRPr/>
            </a:pPr>
            <a:r>
              <a:rPr lang="fr-FR" smtClean="0"/>
              <a:t>From the colors of fall to the fragrance of spring 
4-  CHAQUE CRÉATURE UNIQUE TE CHANTE UN NOUVEAU CHANT </a:t>
            </a:r>
          </a:p>
          <a:p>
            <a:pPr>
              <a:defRPr/>
            </a:pPr>
            <a:r>
              <a:rPr lang="fr-FR" smtClean="0"/>
              <a:t>Every creature unique in the song that it sings
5-  TOUTES S’EXCLAMANT</a:t>
            </a:r>
          </a:p>
          <a:p>
            <a:pPr>
              <a:defRPr/>
            </a:pPr>
            <a:r>
              <a:rPr lang="fr-FR" smtClean="0"/>
              <a:t>All exclaiming</a:t>
            </a:r>
          </a:p>
          <a:p>
            <a:pPr>
              <a:defRPr/>
            </a:pPr>
            <a:r>
              <a:rPr lang="fr-FR" smtClean="0"/>
              <a:t> 
	6-  QUI PEUT TE DÉCRIRE OU TE CONTENIR ? </a:t>
            </a:r>
          </a:p>
          <a:p>
            <a:pPr>
              <a:defRPr/>
            </a:pPr>
            <a:r>
              <a:rPr lang="fr-FR" smtClean="0"/>
              <a:t>	Indescribable, uncontainable,
	7-  TU PLACES LES ÉTOILES AU CIEL ET TU CONNAIS LEUR NOM </a:t>
            </a:r>
          </a:p>
          <a:p>
            <a:pPr>
              <a:defRPr/>
            </a:pPr>
            <a:r>
              <a:rPr lang="fr-FR" smtClean="0"/>
              <a:t>	You placed the stars in the sky and You know them by name</a:t>
            </a:r>
          </a:p>
          <a:p>
            <a:pPr>
              <a:defRPr/>
            </a:pPr>
            <a:r>
              <a:rPr lang="fr-FR" smtClean="0"/>
              <a:t>	8-  TU ES UN DIEU SI GRAND</a:t>
            </a:r>
          </a:p>
          <a:p>
            <a:pPr>
              <a:defRPr/>
            </a:pPr>
            <a:r>
              <a:rPr lang="fr-FR" smtClean="0"/>
              <a:t>	You are amazing God 
	9-  DIEU TOUT-PUISSANT, IMPRESSIONNANT</a:t>
            </a:r>
          </a:p>
          <a:p>
            <a:pPr>
              <a:defRPr/>
            </a:pPr>
            <a:r>
              <a:rPr lang="fr-FR" smtClean="0"/>
              <a:t>	All powerful, untamable, 
	10-  NOUS TOMBONS À GENOUX DEVANT TOI EN PROCLAMANT</a:t>
            </a:r>
          </a:p>
          <a:p>
            <a:pPr>
              <a:defRPr/>
            </a:pPr>
            <a:r>
              <a:rPr lang="fr-FR" smtClean="0"/>
              <a:t>	Awestruck we fall to our knees as we humbly proclaim</a:t>
            </a:r>
          </a:p>
          <a:p>
            <a:pPr>
              <a:defRPr/>
            </a:pPr>
            <a:r>
              <a:rPr lang="fr-FR" smtClean="0"/>
              <a:t>	11- TU ES UN DIEU SI GRAND</a:t>
            </a:r>
          </a:p>
          <a:p>
            <a:pPr>
              <a:defRPr/>
            </a:pPr>
            <a:r>
              <a:rPr lang="fr-FR" smtClean="0"/>
              <a:t>	You are amazing God</a:t>
            </a:r>
          </a:p>
          <a:p>
            <a:pPr>
              <a:defRPr/>
            </a:pPr>
            <a:r>
              <a:rPr lang="fr-FR" smtClean="0"/>
              <a:t> 
12-  QUI COMMANDE AUX ÉCLAIRS DU TONNERRE OÙ ALLER ?</a:t>
            </a:r>
          </a:p>
          <a:p>
            <a:pPr>
              <a:defRPr/>
            </a:pPr>
            <a:r>
              <a:rPr lang="fr-FR" smtClean="0"/>
              <a:t>Who has told every lightning bolt where it should go 
13-  QUI ORDONNE À LA NEIGE EN QUEL LIEU SE POSER ? </a:t>
            </a:r>
          </a:p>
          <a:p>
            <a:pPr>
              <a:defRPr/>
            </a:pPr>
            <a:r>
              <a:rPr lang="fr-FR" smtClean="0"/>
              <a:t>Or seen heavenly storehouses laden with snow</a:t>
            </a:r>
          </a:p>
          <a:p>
            <a:pPr>
              <a:defRPr/>
            </a:pPr>
            <a:r>
              <a:rPr lang="fr-FR" smtClean="0"/>
              <a:t>14-  QUI CRÉA LE SOLEIL SA LUMIÈRE INFINIE ? </a:t>
            </a:r>
          </a:p>
          <a:p>
            <a:pPr>
              <a:defRPr/>
            </a:pPr>
            <a:r>
              <a:rPr lang="fr-FR" smtClean="0"/>
              <a:t>Who imagined the sun and gives source to its light</a:t>
            </a:r>
          </a:p>
          <a:p>
            <a:pPr>
              <a:defRPr/>
            </a:pPr>
            <a:r>
              <a:rPr lang="fr-FR" smtClean="0"/>
              <a:t>15-  ET LE CACHE POUR OFFRIR LA FRAÎCHEUR DE LA NUIT</a:t>
            </a:r>
          </a:p>
          <a:p>
            <a:pPr>
              <a:defRPr/>
            </a:pPr>
            <a:r>
              <a:rPr lang="fr-FR" smtClean="0"/>
              <a:t>Yet conceals it to bring us the coolness of night 
16-  QUI TE SONDERA ? </a:t>
            </a:r>
          </a:p>
          <a:p>
            <a:pPr>
              <a:defRPr/>
            </a:pPr>
            <a:r>
              <a:rPr lang="fr-FR" smtClean="0"/>
              <a:t>None can fathom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INEXPLICABLE QUI PEUT TE DÉCRIRE OU TE CONTENIR ?</a:t>
            </a:r>
          </a:p>
          <a:p>
            <a:pPr>
              <a:defRPr/>
            </a:pPr>
            <a:r>
              <a:rPr lang="fr-FR" smtClean="0"/>
              <a:t>18-  TU PLACES LES ÉTOILES AU CIEL INCOMMENSURABLE</a:t>
            </a:r>
          </a:p>
          <a:p>
            <a:pPr>
              <a:defRPr/>
            </a:pPr>
            <a:r>
              <a:rPr lang="fr-FR" smtClean="0"/>
              <a:t>19-  DIEU TOUT-PUISSANT, IMPRESSIONNANT</a:t>
            </a:r>
          </a:p>
          <a:p>
            <a:pPr>
              <a:defRPr/>
            </a:pPr>
            <a:r>
              <a:rPr lang="fr-FR" smtClean="0"/>
              <a:t>20-  FORMIDABLE NOUS TOMBONS À GENOUX DEVANT TOI</a:t>
            </a:r>
          </a:p>
          <a:p>
            <a:pPr>
              <a:defRPr/>
            </a:pPr>
            <a:r>
              <a:rPr lang="fr-FR" smtClean="0"/>
              <a:t>21-  INEXPLICABLE QUI PEUT TE DÉCRIRE OU TE CONTENIR ?</a:t>
            </a:r>
          </a:p>
          <a:p>
            <a:pPr>
              <a:defRPr/>
            </a:pPr>
            <a:r>
              <a:rPr lang="fr-FR" smtClean="0"/>
              <a:t>22-  TU PLACES LES ÉTOILES AU CIEL INCOMMENSURABLE</a:t>
            </a:r>
          </a:p>
          <a:p>
            <a:pPr>
              <a:defRPr/>
            </a:pPr>
            <a:r>
              <a:rPr lang="fr-FR" smtClean="0"/>
              <a:t>23-  DIEU TOUT-PUISSANT, IMPRESSIONNANT</a:t>
            </a:r>
          </a:p>
          <a:p>
            <a:pPr>
              <a:defRPr/>
            </a:pPr>
            <a:r>
              <a:rPr lang="fr-FR" smtClean="0"/>
              <a:t>24-  FORMIDABLE NOUS TOMBONS À GENOUX DEVANT TOI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QUI PEUT TE DÉCRIRE OU TE CONTENIR ?</a:t>
            </a:r>
          </a:p>
          <a:p>
            <a:pPr>
              <a:defRPr/>
            </a:pPr>
            <a:r>
              <a:rPr lang="fr-FR" smtClean="0"/>
              <a:t>26-  TU PLACES LES ÉTOILES AU CIEL ET TU CONNAIS LEUR NOM</a:t>
            </a:r>
          </a:p>
          <a:p>
            <a:pPr>
              <a:defRPr/>
            </a:pPr>
            <a:r>
              <a:rPr lang="fr-FR" smtClean="0"/>
              <a:t>27-  TU ES UN DIEU SI GRAND</a:t>
            </a:r>
          </a:p>
          <a:p>
            <a:pPr>
              <a:defRPr/>
            </a:pPr>
            <a:r>
              <a:rPr lang="fr-FR" smtClean="0"/>
              <a:t>28-  DIEU TOUT-PUISSANT, IMPRESSIONNANT</a:t>
            </a:r>
          </a:p>
          <a:p>
            <a:pPr>
              <a:defRPr/>
            </a:pPr>
            <a:r>
              <a:rPr lang="fr-FR" smtClean="0"/>
              <a:t>29-  NOUS TOMBONS À GENOUX DEVANT TOI EN PROCLAMANT</a:t>
            </a:r>
          </a:p>
          <a:p>
            <a:pPr>
              <a:defRPr/>
            </a:pPr>
            <a:r>
              <a:rPr lang="fr-FR" smtClean="0"/>
              <a:t>30-  TU ES UN DIEU SI GRAND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INEXPLICABLE QUI PEUT TE DÉCRIRE OU TE CONTENIR ?</a:t>
            </a:r>
          </a:p>
          <a:p>
            <a:pPr>
              <a:defRPr/>
            </a:pPr>
            <a:r>
              <a:rPr lang="fr-FR" smtClean="0"/>
              <a:t>32-  TU PLACES LES ÉTOILES AU CIEL</a:t>
            </a:r>
          </a:p>
          <a:p>
            <a:pPr>
              <a:defRPr/>
            </a:pPr>
            <a:r>
              <a:rPr lang="fr-FR" smtClean="0"/>
              <a:t>33-  INCOMMENSURABLE DIEU TOUT-PUISSANT, IMPRESSIONNANT</a:t>
            </a:r>
          </a:p>
          <a:p>
            <a:pPr>
              <a:defRPr/>
            </a:pPr>
            <a:r>
              <a:rPr lang="fr-FR" smtClean="0"/>
              <a:t>34-  FORMIDABLE NOUS TOMBONS À GENOUX DEVANT TOI</a:t>
            </a:r>
          </a:p>
          <a:p>
            <a:pPr>
              <a:defRPr/>
            </a:pPr>
            <a:r>
              <a:rPr lang="fr-FR" smtClean="0"/>
              <a:t>35-  INEXPLICABLE QUI PEUT TE DÉCRIRE OU TE CONTENIR ? </a:t>
            </a:r>
          </a:p>
          <a:p>
            <a:pPr>
              <a:defRPr/>
            </a:pPr>
            <a:r>
              <a:rPr lang="fr-FR" smtClean="0"/>
              <a:t>36-  INCOMMENSURABLE DIEU TOUT-PUISSANT, IMPRESSIONNANT</a:t>
            </a:r>
          </a:p>
          <a:p>
            <a:pPr>
              <a:defRPr/>
            </a:pPr>
            <a:r>
              <a:rPr lang="fr-FR" smtClean="0"/>
              <a:t>37-  TU ES INDESCRIPTIBLE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**************************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FROM THE HIGHEST OF HEIGHTS TO THE DEPTHS OF THE SEA</a:t>
            </a:r>
          </a:p>
          <a:p>
            <a:pPr>
              <a:defRPr/>
            </a:pPr>
            <a:r>
              <a:rPr lang="fr-FR" smtClean="0"/>
              <a:t>39-  CREATION'S REVEALING YOUR MAJESTY</a:t>
            </a:r>
          </a:p>
          <a:p>
            <a:pPr>
              <a:defRPr/>
            </a:pPr>
            <a:r>
              <a:rPr lang="fr-FR" smtClean="0"/>
              <a:t>40-  FROM THE COLORS OF FALL TO THE FRAGRANCE OF SPRING</a:t>
            </a:r>
          </a:p>
          <a:p>
            <a:pPr>
              <a:defRPr/>
            </a:pPr>
            <a:r>
              <a:rPr lang="fr-FR" smtClean="0"/>
              <a:t>41-  EVERY CREATURE UNIQUE IN THE SONG THAT IT SINGS</a:t>
            </a:r>
          </a:p>
          <a:p>
            <a:pPr>
              <a:defRPr/>
            </a:pPr>
            <a:r>
              <a:rPr lang="fr-FR" smtClean="0"/>
              <a:t>42-  ALL EXCLAIMING INDESCRIBABLE, UNCONTAINABLE</a:t>
            </a:r>
          </a:p>
          <a:p>
            <a:pPr>
              <a:defRPr/>
            </a:pPr>
            <a:r>
              <a:rPr lang="fr-FR" smtClean="0"/>
              <a:t>43-  YOU PLACED THE STARS IN THE SKY AND YOU KNOW THEM BY NAME</a:t>
            </a:r>
          </a:p>
          <a:p>
            <a:pPr>
              <a:defRPr/>
            </a:pPr>
            <a:r>
              <a:rPr lang="fr-FR" smtClean="0"/>
              <a:t>44-  YOU ARE AMAZING GOD ALL POWERFUL, UNTAMABLE</a:t>
            </a:r>
          </a:p>
          <a:p>
            <a:pPr>
              <a:defRPr/>
            </a:pPr>
            <a:r>
              <a:rPr lang="fr-FR" smtClean="0"/>
              <a:t>45-  AWESTRUCK WE FALL TO OUR KNEES AS WE HUMBLY PROCLAIM</a:t>
            </a:r>
          </a:p>
          <a:p>
            <a:pPr>
              <a:defRPr/>
            </a:pPr>
            <a:r>
              <a:rPr lang="fr-FR" smtClean="0"/>
              <a:t>46-  YOU ARE AMAZING GOD</a:t>
            </a:r>
          </a:p>
          <a:p>
            <a:pPr>
              <a:defRPr/>
            </a:pPr>
            <a:r>
              <a:rPr lang="fr-FR" smtClean="0"/>
              <a:t>47-  WHO HAS TOLD EVERY LIGHTNING BOLT WHERE IT SHOULD GO</a:t>
            </a:r>
          </a:p>
          <a:p>
            <a:pPr>
              <a:defRPr/>
            </a:pPr>
            <a:r>
              <a:rPr lang="fr-FR" smtClean="0"/>
              <a:t>48-  OR SEEN HEAVENLY STOREHOUSES LADEN WITH SNOW</a:t>
            </a:r>
          </a:p>
          <a:p>
            <a:pPr>
              <a:defRPr/>
            </a:pPr>
            <a:r>
              <a:rPr lang="fr-FR" smtClean="0"/>
              <a:t>49-  WHO IMAGINED THE SUN AND GIVES SOURCE TO ITS LIGHT</a:t>
            </a:r>
          </a:p>
          <a:p>
            <a:pPr>
              <a:defRPr/>
            </a:pPr>
            <a:r>
              <a:rPr lang="fr-FR" smtClean="0"/>
              <a:t>50-  YET CONCEALS IT TO BRING US THE COOLNESS OF NIGHT</a:t>
            </a:r>
          </a:p>
          <a:p>
            <a:pPr>
              <a:defRPr/>
            </a:pPr>
            <a:r>
              <a:rPr lang="fr-FR" smtClean="0"/>
              <a:t>51-  NONE CAN FATHOM  INDESCRIBABLE, UNCONTAINABLE</a:t>
            </a:r>
          </a:p>
          <a:p>
            <a:pPr>
              <a:defRPr/>
            </a:pPr>
            <a:r>
              <a:rPr lang="fr-FR" smtClean="0"/>
              <a:t>52-  YOU PLACED THE STARS IN THE SKY AND YOU KNOW THEM BY NAME</a:t>
            </a:r>
          </a:p>
          <a:p>
            <a:pPr>
              <a:defRPr/>
            </a:pPr>
            <a:r>
              <a:rPr lang="fr-FR" smtClean="0"/>
              <a:t>53-  YOU ARE AMAZING GOD ALL POWERFUL, UNTAMABLE</a:t>
            </a:r>
          </a:p>
          <a:p>
            <a:pPr>
              <a:defRPr/>
            </a:pPr>
            <a:r>
              <a:rPr lang="fr-FR" smtClean="0"/>
              <a:t>54-  AWESTRUCK WE FALL TO OUR KNEES AS WE HUMBLY PROCLAIM</a:t>
            </a:r>
          </a:p>
          <a:p>
            <a:pPr>
              <a:defRPr/>
            </a:pPr>
            <a:r>
              <a:rPr lang="fr-FR" smtClean="0"/>
              <a:t>55-  YOU ARE AMAZING GOD</a:t>
            </a:r>
          </a:p>
          <a:p>
            <a:pPr>
              <a:defRPr/>
            </a:pPr>
            <a:r>
              <a:rPr lang="fr-FR" smtClean="0"/>
              <a:t>56-  CAN'T EXPLAIN INDESCRIBABLE, UNCONTAINABLE</a:t>
            </a:r>
          </a:p>
          <a:p>
            <a:pPr>
              <a:defRPr/>
            </a:pPr>
            <a:r>
              <a:rPr lang="fr-FR" smtClean="0"/>
              <a:t>57-  YOU PLACES THE STARS IN THE SKY</a:t>
            </a:r>
          </a:p>
          <a:p>
            <a:pPr>
              <a:defRPr/>
            </a:pPr>
            <a:r>
              <a:rPr lang="fr-FR" smtClean="0"/>
              <a:t>58-  CAN'T CONTAIN  YOU'RE ALL POWERFUL YOU'RE UNTAMABLE</a:t>
            </a:r>
          </a:p>
          <a:p>
            <a:pPr>
              <a:defRPr/>
            </a:pPr>
            <a:r>
              <a:rPr lang="fr-FR" smtClean="0"/>
              <a:t>59-  CAN'T EXPLAIN INDESCRIBABLE, UNCONTAINABLE</a:t>
            </a:r>
          </a:p>
          <a:p>
            <a:pPr>
              <a:defRPr/>
            </a:pPr>
            <a:r>
              <a:rPr lang="fr-FR" smtClean="0"/>
              <a:t>60-  YOU PLACES THE STARS IN THE SKY</a:t>
            </a:r>
          </a:p>
          <a:p>
            <a:pPr>
              <a:defRPr/>
            </a:pPr>
            <a:r>
              <a:rPr lang="fr-FR" smtClean="0"/>
              <a:t>61-  CAN'T CONTAIN  YOU'RE ALL POWERFUL, YOU'RE UNTAMABLE</a:t>
            </a:r>
          </a:p>
          <a:p>
            <a:pPr>
              <a:defRPr/>
            </a:pPr>
            <a:r>
              <a:rPr lang="fr-FR" smtClean="0"/>
              <a:t>62-  AWESTRUCK WE FALL TO OUR KNEES</a:t>
            </a:r>
          </a:p>
          <a:p>
            <a:pPr>
              <a:defRPr/>
            </a:pPr>
            <a:r>
              <a:rPr lang="fr-FR" smtClean="0"/>
              <a:t>63-  INDESCRIBABLE, UNCONTAINABLE</a:t>
            </a:r>
          </a:p>
          <a:p>
            <a:pPr>
              <a:defRPr/>
            </a:pPr>
            <a:r>
              <a:rPr lang="fr-FR" smtClean="0"/>
              <a:t>64-  YOU PLACED THE STARS IN THE SKY  YOU KNOW THEM BY NAME</a:t>
            </a:r>
          </a:p>
          <a:p>
            <a:pPr>
              <a:defRPr/>
            </a:pPr>
            <a:r>
              <a:rPr lang="fr-FR" smtClean="0"/>
              <a:t>65-  YOU ARE AMAZING GOD</a:t>
            </a:r>
          </a:p>
          <a:p>
            <a:pPr>
              <a:defRPr/>
            </a:pPr>
            <a:r>
              <a:rPr lang="fr-FR" smtClean="0"/>
              <a:t>66-  ALL POWERFUL, UNTAMABLE</a:t>
            </a:r>
          </a:p>
          <a:p>
            <a:pPr>
              <a:defRPr/>
            </a:pPr>
            <a:r>
              <a:rPr lang="fr-FR" smtClean="0"/>
              <a:t>67-  AWESTRUCK WE FALL TO OUR KNEES  AS WE HUMBLY PROCLAIM</a:t>
            </a:r>
          </a:p>
          <a:p>
            <a:pPr>
              <a:defRPr/>
            </a:pPr>
            <a:r>
              <a:rPr lang="fr-FR" smtClean="0"/>
              <a:t>68-  YOU ARE AMAZING GOD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DES PROFONDEURS DES MERS AUX MONTAGNES ÉLEVÉES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highest of heights to the depths of the sea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LA CRÉATION RÉVÈLE TA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Creation's revealing Your majesty 
3-  DES COULEURS DE L’AUTOMNE  AUX PARFUMS DU PRINTEMPS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colors of fall to the fragrance of spring 
4-  CHAQUE CRÉATURE UNIQUE TE CHANTE UN NOUVEAU CHANT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creature unique in the song that it sings
5-  TOUTES S’EXCLAMANT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exclaiming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	6-  QUI PEUT TE DÉCRIRE OU TE CONTENIR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Indescribable, uncontainable,
	7-  TU PLACES LES ÉTOILES AU CIEL ET TU CONNAIS LEUR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amazing God 
	9-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All powerful, untamable, 
	10-  NOUS TOMBONS À GENOUX DEVANT TOI EN PROCLAMANT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12-  QUI COMMANDE AUX ÉCLAIRS DU TONNERRE OÙ ALLER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has told every lightning bolt where it should go 
13-  QUI ORDONNE À LA NEIGE EN QUEL LIEU SE POSER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Or seen heavenly storehouses laden with snow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QUI CRÉA LE SOLEIL SA LUMIÈRE INFINIE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imagined the sun and gives source to its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ET LE CACHE POUR OFFRIR LA FRAÎCHEUR DE LA NUIT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Yet conceals it to bring us the coolness of night 
16-  QUI TE SONDERA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None can fathom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PLACES LES ÉTOILES AU CIEL INCOMMENSURABLE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TU PLACES LES ÉTOILES AU CIEL INCOMMENSURABLE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TU PLACES LES ÉTOILES AU CIEL ET TU CONNAIS LEUR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NOUS TOMBONS À GENOUX DEVANT TOI EN PROCLAMANT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TU PLACES LES ÉTOILES AU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INCOMMENSURABLE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INEXPLICABLE QUI PEUT TE DÉCRIRE OU TE CONTENIR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INCOMMENSURABLE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TU ES INDESCRIPTIBLE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FROM THE HIGHEST OF HEIGHTS TO THE DEPTHS OF THE SEA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CREATION'S REVEALING YOUR MAJESTY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FROM THE COLORS OF FALL TO THE FRAGRANCE OF SPRING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EVERY CREATURE UNIQUE IN THE SONG THAT IT SINGS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ALL EXCLAIMING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YOU ARE AMAZING GOD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WHO HAS TOLD EVERY LIGHTNING BOLT WHERE IT SHOULD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OR SEEN HEAVENLY STOREHOUSES LADEN WITH SNOW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WHO IMAGINED THE SUN AND GIVES SOURCE TO ITS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YET CONCEALS IT TO BRING US THE COOLNESS OF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NONE CAN FATHOM  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YOU ARE AMAZING GOD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CAN'T EXPLAIN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YOU PLACES THE STARS IN THE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CAN'T CONTAIN  YOU'RE ALL POWERFUL YOU'RE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CAN'T EXPLAIN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YOU PLACES THE STARS IN THE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61-  CAN'T CONTAIN  YOU'RE ALL POWERFUL, YOU'RE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62-  AWESTRUCK WE FALL TO OUR KNEES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64-  YOU PLACED THE STARS IN THE SKY 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65-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66- 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67-  AWESTRUCK WE FALL TO OUR KNEES 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68-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b="1" i="1" dirty="0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DES PROFONDEURS DES MERS AUX MONTAGNES ÉLEVÉES</a:t>
            </a:r>
          </a:p>
          <a:p>
            <a:pPr>
              <a:defRPr/>
            </a:pPr>
            <a:r>
              <a:rPr lang="fr-FR" smtClean="0"/>
              <a:t>From the highest of heights to the depths of the sea</a:t>
            </a:r>
          </a:p>
          <a:p>
            <a:pPr>
              <a:defRPr/>
            </a:pPr>
            <a:r>
              <a:rPr lang="fr-FR" smtClean="0"/>
              <a:t>2-  LA CRÉATION RÉVÈLE TA MAJESTÉ</a:t>
            </a:r>
          </a:p>
          <a:p>
            <a:pPr>
              <a:defRPr/>
            </a:pPr>
            <a:r>
              <a:rPr lang="fr-FR" smtClean="0"/>
              <a:t>Creation's revealing Your majesty 
3-  DES COULEURS DE L’AUTOMNE  AUX PARFUMS DU PRINTEMPS</a:t>
            </a:r>
          </a:p>
          <a:p>
            <a:pPr>
              <a:defRPr/>
            </a:pPr>
            <a:r>
              <a:rPr lang="fr-FR" smtClean="0"/>
              <a:t>From the colors of fall to the fragrance of spring 
4-  CHAQUE CRÉATURE UNIQUE TE CHANTE UN NOUVEAU CHANT </a:t>
            </a:r>
          </a:p>
          <a:p>
            <a:pPr>
              <a:defRPr/>
            </a:pPr>
            <a:r>
              <a:rPr lang="fr-FR" smtClean="0"/>
              <a:t>Every creature unique in the song that it sings
5-  TOUTES S’EXCLAMANT</a:t>
            </a:r>
          </a:p>
          <a:p>
            <a:pPr>
              <a:defRPr/>
            </a:pPr>
            <a:r>
              <a:rPr lang="fr-FR" smtClean="0"/>
              <a:t>All exclaiming</a:t>
            </a:r>
          </a:p>
          <a:p>
            <a:pPr>
              <a:defRPr/>
            </a:pPr>
            <a:r>
              <a:rPr lang="fr-FR" smtClean="0"/>
              <a:t> 
	6-  QUI PEUT TE DÉCRIRE OU TE CONTENIR ? </a:t>
            </a:r>
          </a:p>
          <a:p>
            <a:pPr>
              <a:defRPr/>
            </a:pPr>
            <a:r>
              <a:rPr lang="fr-FR" smtClean="0"/>
              <a:t>	Indescribable, uncontainable,
	7-  TU PLACES LES ÉTOILES AU CIEL ET TU CONNAIS LEUR NOM </a:t>
            </a:r>
          </a:p>
          <a:p>
            <a:pPr>
              <a:defRPr/>
            </a:pPr>
            <a:r>
              <a:rPr lang="fr-FR" smtClean="0"/>
              <a:t>	You placed the stars in the sky and You know them by name</a:t>
            </a:r>
          </a:p>
          <a:p>
            <a:pPr>
              <a:defRPr/>
            </a:pPr>
            <a:r>
              <a:rPr lang="fr-FR" smtClean="0"/>
              <a:t>	8-  TU ES UN DIEU SI GRAND</a:t>
            </a:r>
          </a:p>
          <a:p>
            <a:pPr>
              <a:defRPr/>
            </a:pPr>
            <a:r>
              <a:rPr lang="fr-FR" smtClean="0"/>
              <a:t>	You are amazing God 
	9-  DIEU TOUT-PUISSANT, IMPRESSIONNANT</a:t>
            </a:r>
          </a:p>
          <a:p>
            <a:pPr>
              <a:defRPr/>
            </a:pPr>
            <a:r>
              <a:rPr lang="fr-FR" smtClean="0"/>
              <a:t>	All powerful, untamable, 
	10-  NOUS TOMBONS À GENOUX DEVANT TOI EN PROCLAMANT</a:t>
            </a:r>
          </a:p>
          <a:p>
            <a:pPr>
              <a:defRPr/>
            </a:pPr>
            <a:r>
              <a:rPr lang="fr-FR" smtClean="0"/>
              <a:t>	Awestruck we fall to our knees as we humbly proclaim</a:t>
            </a:r>
          </a:p>
          <a:p>
            <a:pPr>
              <a:defRPr/>
            </a:pPr>
            <a:r>
              <a:rPr lang="fr-FR" smtClean="0"/>
              <a:t>	11- TU ES UN DIEU SI GRAND</a:t>
            </a:r>
          </a:p>
          <a:p>
            <a:pPr>
              <a:defRPr/>
            </a:pPr>
            <a:r>
              <a:rPr lang="fr-FR" smtClean="0"/>
              <a:t>	You are amazing God</a:t>
            </a:r>
          </a:p>
          <a:p>
            <a:pPr>
              <a:defRPr/>
            </a:pPr>
            <a:r>
              <a:rPr lang="fr-FR" smtClean="0"/>
              <a:t> 
12-  QUI COMMANDE AUX ÉCLAIRS DU TONNERRE OÙ ALLER ?</a:t>
            </a:r>
          </a:p>
          <a:p>
            <a:pPr>
              <a:defRPr/>
            </a:pPr>
            <a:r>
              <a:rPr lang="fr-FR" smtClean="0"/>
              <a:t>Who has told every lightning bolt where it should go 
13-  QUI ORDONNE À LA NEIGE EN QUEL LIEU SE POSER ? </a:t>
            </a:r>
          </a:p>
          <a:p>
            <a:pPr>
              <a:defRPr/>
            </a:pPr>
            <a:r>
              <a:rPr lang="fr-FR" smtClean="0"/>
              <a:t>Or seen heavenly storehouses laden with snow</a:t>
            </a:r>
          </a:p>
          <a:p>
            <a:pPr>
              <a:defRPr/>
            </a:pPr>
            <a:r>
              <a:rPr lang="fr-FR" smtClean="0"/>
              <a:t>14-  QUI CRÉA LE SOLEIL SA LUMIÈRE INFINIE ? </a:t>
            </a:r>
          </a:p>
          <a:p>
            <a:pPr>
              <a:defRPr/>
            </a:pPr>
            <a:r>
              <a:rPr lang="fr-FR" smtClean="0"/>
              <a:t>Who imagined the sun and gives source to its light</a:t>
            </a:r>
          </a:p>
          <a:p>
            <a:pPr>
              <a:defRPr/>
            </a:pPr>
            <a:r>
              <a:rPr lang="fr-FR" smtClean="0"/>
              <a:t>15-  ET LE CACHE POUR OFFRIR LA FRAÎCHEUR DE LA NUIT</a:t>
            </a:r>
          </a:p>
          <a:p>
            <a:pPr>
              <a:defRPr/>
            </a:pPr>
            <a:r>
              <a:rPr lang="fr-FR" smtClean="0"/>
              <a:t>Yet conceals it to bring us the coolness of night 
16-  QUI TE SONDERA ? </a:t>
            </a:r>
          </a:p>
          <a:p>
            <a:pPr>
              <a:defRPr/>
            </a:pPr>
            <a:r>
              <a:rPr lang="fr-FR" smtClean="0"/>
              <a:t>None can fathom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INEXPLICABLE QUI PEUT TE DÉCRIRE OU TE CONTENIR ?</a:t>
            </a:r>
          </a:p>
          <a:p>
            <a:pPr>
              <a:defRPr/>
            </a:pPr>
            <a:r>
              <a:rPr lang="fr-FR" smtClean="0"/>
              <a:t>18-  TU PLACES LES ÉTOILES AU CIEL INCOMMENSURABLE</a:t>
            </a:r>
          </a:p>
          <a:p>
            <a:pPr>
              <a:defRPr/>
            </a:pPr>
            <a:r>
              <a:rPr lang="fr-FR" smtClean="0"/>
              <a:t>19-  DIEU TOUT-PUISSANT, IMPRESSIONNANT</a:t>
            </a:r>
          </a:p>
          <a:p>
            <a:pPr>
              <a:defRPr/>
            </a:pPr>
            <a:r>
              <a:rPr lang="fr-FR" smtClean="0"/>
              <a:t>20-  FORMIDABLE NOUS TOMBONS À GENOUX DEVANT TOI</a:t>
            </a:r>
          </a:p>
          <a:p>
            <a:pPr>
              <a:defRPr/>
            </a:pPr>
            <a:r>
              <a:rPr lang="fr-FR" smtClean="0"/>
              <a:t>21-  INEXPLICABLE QUI PEUT TE DÉCRIRE OU TE CONTENIR ?</a:t>
            </a:r>
          </a:p>
          <a:p>
            <a:pPr>
              <a:defRPr/>
            </a:pPr>
            <a:r>
              <a:rPr lang="fr-FR" smtClean="0"/>
              <a:t>22-  TU PLACES LES ÉTOILES AU CIEL INCOMMENSURABLE</a:t>
            </a:r>
          </a:p>
          <a:p>
            <a:pPr>
              <a:defRPr/>
            </a:pPr>
            <a:r>
              <a:rPr lang="fr-FR" smtClean="0"/>
              <a:t>23-  DIEU TOUT-PUISSANT, IMPRESSIONNANT</a:t>
            </a:r>
          </a:p>
          <a:p>
            <a:pPr>
              <a:defRPr/>
            </a:pPr>
            <a:r>
              <a:rPr lang="fr-FR" smtClean="0"/>
              <a:t>24-  FORMIDABLE NOUS TOMBONS À GENOUX DEVANT TOI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QUI PEUT TE DÉCRIRE OU TE CONTENIR ?</a:t>
            </a:r>
          </a:p>
          <a:p>
            <a:pPr>
              <a:defRPr/>
            </a:pPr>
            <a:r>
              <a:rPr lang="fr-FR" smtClean="0"/>
              <a:t>26-  TU PLACES LES ÉTOILES AU CIEL ET TU CONNAIS LEUR NOM</a:t>
            </a:r>
          </a:p>
          <a:p>
            <a:pPr>
              <a:defRPr/>
            </a:pPr>
            <a:r>
              <a:rPr lang="fr-FR" smtClean="0"/>
              <a:t>27-  TU ES UN DIEU SI GRAND</a:t>
            </a:r>
          </a:p>
          <a:p>
            <a:pPr>
              <a:defRPr/>
            </a:pPr>
            <a:r>
              <a:rPr lang="fr-FR" smtClean="0"/>
              <a:t>28-  DIEU TOUT-PUISSANT, IMPRESSIONNANT</a:t>
            </a:r>
          </a:p>
          <a:p>
            <a:pPr>
              <a:defRPr/>
            </a:pPr>
            <a:r>
              <a:rPr lang="fr-FR" smtClean="0"/>
              <a:t>29-  NOUS TOMBONS À GENOUX DEVANT TOI EN PROCLAMANT</a:t>
            </a:r>
          </a:p>
          <a:p>
            <a:pPr>
              <a:defRPr/>
            </a:pPr>
            <a:r>
              <a:rPr lang="fr-FR" smtClean="0"/>
              <a:t>30-  TU ES UN DIEU SI GRAND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INEXPLICABLE QUI PEUT TE DÉCRIRE OU TE CONTENIR ?</a:t>
            </a:r>
          </a:p>
          <a:p>
            <a:pPr>
              <a:defRPr/>
            </a:pPr>
            <a:r>
              <a:rPr lang="fr-FR" smtClean="0"/>
              <a:t>32-  TU PLACES LES ÉTOILES AU CIEL</a:t>
            </a:r>
          </a:p>
          <a:p>
            <a:pPr>
              <a:defRPr/>
            </a:pPr>
            <a:r>
              <a:rPr lang="fr-FR" smtClean="0"/>
              <a:t>33-  INCOMMENSURABLE DIEU TOUT-PUISSANT, IMPRESSIONNANT</a:t>
            </a:r>
          </a:p>
          <a:p>
            <a:pPr>
              <a:defRPr/>
            </a:pPr>
            <a:r>
              <a:rPr lang="fr-FR" smtClean="0"/>
              <a:t>34-  FORMIDABLE NOUS TOMBONS À GENOUX DEVANT TOI</a:t>
            </a:r>
          </a:p>
          <a:p>
            <a:pPr>
              <a:defRPr/>
            </a:pPr>
            <a:r>
              <a:rPr lang="fr-FR" smtClean="0"/>
              <a:t>35-  INEXPLICABLE QUI PEUT TE DÉCRIRE OU TE CONTENIR ? </a:t>
            </a:r>
          </a:p>
          <a:p>
            <a:pPr>
              <a:defRPr/>
            </a:pPr>
            <a:r>
              <a:rPr lang="fr-FR" smtClean="0"/>
              <a:t>36-  INCOMMENSURABLE DIEU TOUT-PUISSANT, IMPRESSIONNANT</a:t>
            </a:r>
          </a:p>
          <a:p>
            <a:pPr>
              <a:defRPr/>
            </a:pPr>
            <a:r>
              <a:rPr lang="fr-FR" smtClean="0"/>
              <a:t>37-  TU ES INDESCRIPTIBLE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**************************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FROM THE HIGHEST OF HEIGHTS TO THE DEPTHS OF THE SEA</a:t>
            </a:r>
          </a:p>
          <a:p>
            <a:pPr>
              <a:defRPr/>
            </a:pPr>
            <a:r>
              <a:rPr lang="fr-FR" smtClean="0"/>
              <a:t>39-  CREATION'S REVEALING YOUR MAJESTY</a:t>
            </a:r>
          </a:p>
          <a:p>
            <a:pPr>
              <a:defRPr/>
            </a:pPr>
            <a:r>
              <a:rPr lang="fr-FR" smtClean="0"/>
              <a:t>40-  FROM THE COLORS OF FALL TO THE FRAGRANCE OF SPRING</a:t>
            </a:r>
          </a:p>
          <a:p>
            <a:pPr>
              <a:defRPr/>
            </a:pPr>
            <a:r>
              <a:rPr lang="fr-FR" smtClean="0"/>
              <a:t>41-  EVERY CREATURE UNIQUE IN THE SONG THAT IT SINGS</a:t>
            </a:r>
          </a:p>
          <a:p>
            <a:pPr>
              <a:defRPr/>
            </a:pPr>
            <a:r>
              <a:rPr lang="fr-FR" smtClean="0"/>
              <a:t>42-  ALL EXCLAIMING INDESCRIBABLE, UNCONTAINABLE</a:t>
            </a:r>
          </a:p>
          <a:p>
            <a:pPr>
              <a:defRPr/>
            </a:pPr>
            <a:r>
              <a:rPr lang="fr-FR" smtClean="0"/>
              <a:t>43-  YOU PLACED THE STARS IN THE SKY AND YOU KNOW THEM BY NAME</a:t>
            </a:r>
          </a:p>
          <a:p>
            <a:pPr>
              <a:defRPr/>
            </a:pPr>
            <a:r>
              <a:rPr lang="fr-FR" smtClean="0"/>
              <a:t>44-  YOU ARE AMAZING GOD ALL POWERFUL, UNTAMABLE</a:t>
            </a:r>
          </a:p>
          <a:p>
            <a:pPr>
              <a:defRPr/>
            </a:pPr>
            <a:r>
              <a:rPr lang="fr-FR" smtClean="0"/>
              <a:t>45-  AWESTRUCK WE FALL TO OUR KNEES AS WE HUMBLY PROCLAIM</a:t>
            </a:r>
          </a:p>
          <a:p>
            <a:pPr>
              <a:defRPr/>
            </a:pPr>
            <a:r>
              <a:rPr lang="fr-FR" smtClean="0"/>
              <a:t>46-  YOU ARE AMAZING GOD</a:t>
            </a:r>
          </a:p>
          <a:p>
            <a:pPr>
              <a:defRPr/>
            </a:pPr>
            <a:r>
              <a:rPr lang="fr-FR" smtClean="0"/>
              <a:t>47-  WHO HAS TOLD EVERY LIGHTNING BOLT WHERE IT SHOULD GO</a:t>
            </a:r>
          </a:p>
          <a:p>
            <a:pPr>
              <a:defRPr/>
            </a:pPr>
            <a:r>
              <a:rPr lang="fr-FR" smtClean="0"/>
              <a:t>48-  OR SEEN HEAVENLY STOREHOUSES LADEN WITH SNOW</a:t>
            </a:r>
          </a:p>
          <a:p>
            <a:pPr>
              <a:defRPr/>
            </a:pPr>
            <a:r>
              <a:rPr lang="fr-FR" smtClean="0"/>
              <a:t>49-  WHO IMAGINED THE SUN AND GIVES SOURCE TO ITS LIGHT</a:t>
            </a:r>
          </a:p>
          <a:p>
            <a:pPr>
              <a:defRPr/>
            </a:pPr>
            <a:r>
              <a:rPr lang="fr-FR" smtClean="0"/>
              <a:t>50-  YET CONCEALS IT TO BRING US THE COOLNESS OF NIGHT</a:t>
            </a:r>
          </a:p>
          <a:p>
            <a:pPr>
              <a:defRPr/>
            </a:pPr>
            <a:r>
              <a:rPr lang="fr-FR" smtClean="0"/>
              <a:t>51-  NONE CAN FATHOM  INDESCRIBABLE, UNCONTAINABLE</a:t>
            </a:r>
          </a:p>
          <a:p>
            <a:pPr>
              <a:defRPr/>
            </a:pPr>
            <a:r>
              <a:rPr lang="fr-FR" smtClean="0"/>
              <a:t>52-  YOU PLACED THE STARS IN THE SKY AND YOU KNOW THEM BY NAME</a:t>
            </a:r>
          </a:p>
          <a:p>
            <a:pPr>
              <a:defRPr/>
            </a:pPr>
            <a:r>
              <a:rPr lang="fr-FR" smtClean="0"/>
              <a:t>53-  YOU ARE AMAZING GOD ALL POWERFUL, UNTAMABLE</a:t>
            </a:r>
          </a:p>
          <a:p>
            <a:pPr>
              <a:defRPr/>
            </a:pPr>
            <a:r>
              <a:rPr lang="fr-FR" smtClean="0"/>
              <a:t>54-  AWESTRUCK WE FALL TO OUR KNEES AS WE HUMBLY PROCLAIM</a:t>
            </a:r>
          </a:p>
          <a:p>
            <a:pPr>
              <a:defRPr/>
            </a:pPr>
            <a:r>
              <a:rPr lang="fr-FR" smtClean="0"/>
              <a:t>55-  YOU ARE AMAZING GOD</a:t>
            </a:r>
          </a:p>
          <a:p>
            <a:pPr>
              <a:defRPr/>
            </a:pPr>
            <a:r>
              <a:rPr lang="fr-FR" smtClean="0"/>
              <a:t>56-  CAN'T EXPLAIN INDESCRIBABLE, UNCONTAINABLE</a:t>
            </a:r>
          </a:p>
          <a:p>
            <a:pPr>
              <a:defRPr/>
            </a:pPr>
            <a:r>
              <a:rPr lang="fr-FR" smtClean="0"/>
              <a:t>57-  YOU PLACES THE STARS IN THE SKY</a:t>
            </a:r>
          </a:p>
          <a:p>
            <a:pPr>
              <a:defRPr/>
            </a:pPr>
            <a:r>
              <a:rPr lang="fr-FR" smtClean="0"/>
              <a:t>58-  CAN'T CONTAIN  YOU'RE ALL POWERFUL YOU'RE UNTAMABLE</a:t>
            </a:r>
          </a:p>
          <a:p>
            <a:pPr>
              <a:defRPr/>
            </a:pPr>
            <a:r>
              <a:rPr lang="fr-FR" smtClean="0"/>
              <a:t>59-  CAN'T EXPLAIN INDESCRIBABLE, UNCONTAINABLE</a:t>
            </a:r>
          </a:p>
          <a:p>
            <a:pPr>
              <a:defRPr/>
            </a:pPr>
            <a:r>
              <a:rPr lang="fr-FR" smtClean="0"/>
              <a:t>60-  YOU PLACES THE STARS IN THE SKY</a:t>
            </a:r>
          </a:p>
          <a:p>
            <a:pPr>
              <a:defRPr/>
            </a:pPr>
            <a:r>
              <a:rPr lang="fr-FR" smtClean="0"/>
              <a:t>61-  CAN'T CONTAIN  YOU'RE ALL POWERFUL, YOU'RE UNTAMABLE</a:t>
            </a:r>
          </a:p>
          <a:p>
            <a:pPr>
              <a:defRPr/>
            </a:pPr>
            <a:r>
              <a:rPr lang="fr-FR" smtClean="0"/>
              <a:t>62-  AWESTRUCK WE FALL TO OUR KNEES</a:t>
            </a:r>
          </a:p>
          <a:p>
            <a:pPr>
              <a:defRPr/>
            </a:pPr>
            <a:r>
              <a:rPr lang="fr-FR" smtClean="0"/>
              <a:t>63-  INDESCRIBABLE, UNCONTAINABLE</a:t>
            </a:r>
          </a:p>
          <a:p>
            <a:pPr>
              <a:defRPr/>
            </a:pPr>
            <a:r>
              <a:rPr lang="fr-FR" smtClean="0"/>
              <a:t>64-  YOU PLACED THE STARS IN THE SKY  YOU KNOW THEM BY NAME</a:t>
            </a:r>
          </a:p>
          <a:p>
            <a:pPr>
              <a:defRPr/>
            </a:pPr>
            <a:r>
              <a:rPr lang="fr-FR" smtClean="0"/>
              <a:t>65-  YOU ARE AMAZING GOD</a:t>
            </a:r>
          </a:p>
          <a:p>
            <a:pPr>
              <a:defRPr/>
            </a:pPr>
            <a:r>
              <a:rPr lang="fr-FR" smtClean="0"/>
              <a:t>66-  ALL POWERFUL, UNTAMABLE</a:t>
            </a:r>
          </a:p>
          <a:p>
            <a:pPr>
              <a:defRPr/>
            </a:pPr>
            <a:r>
              <a:rPr lang="fr-FR" smtClean="0"/>
              <a:t>67-  AWESTRUCK WE FALL TO OUR KNEES  AS WE HUMBLY PROCLAIM</a:t>
            </a:r>
          </a:p>
          <a:p>
            <a:pPr>
              <a:defRPr/>
            </a:pPr>
            <a:r>
              <a:rPr lang="fr-FR" smtClean="0"/>
              <a:t>68-  YOU ARE AMAZING GOD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DES PROFONDEURS DES MERS AUX MONTAGNES ÉLEVÉES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highest of heights to the depths of the sea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LA CRÉATION RÉVÈLE TA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Creation's revealing Your majesty 
3-  DES COULEURS DE L’AUTOMNE  AUX PARFUMS DU PRINTEMPS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colors of fall to the fragrance of spring 
4-  CHAQUE CRÉATURE UNIQUE TE CHANTE UN NOUVEAU CHANT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creature unique in the song that it sings
5-  TOUTES S’EXCLAMANT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exclaiming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	6-  QUI PEUT TE DÉCRIRE OU TE CONTENIR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Indescribable, uncontainable,
	7-  TU PLACES LES ÉTOILES AU CIEL ET TU CONNAIS LEUR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amazing God 
	9-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All powerful, untamable, 
	10-  NOUS TOMBONS À GENOUX DEVANT TOI EN PROCLAMANT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12-  QUI COMMANDE AUX ÉCLAIRS DU TONNERRE OÙ ALLER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has told every lightning bolt where it should go 
13-  QUI ORDONNE À LA NEIGE EN QUEL LIEU SE POSER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Or seen heavenly storehouses laden with snow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QUI CRÉA LE SOLEIL SA LUMIÈRE INFINIE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imagined the sun and gives source to its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ET LE CACHE POUR OFFRIR LA FRAÎCHEUR DE LA NUIT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Yet conceals it to bring us the coolness of night 
16-  QUI TE SONDERA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None can fathom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PLACES LES ÉTOILES AU CIEL INCOMMENSURABLE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TU PLACES LES ÉTOILES AU CIEL INCOMMENSURABLE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TU PLACES LES ÉTOILES AU CIEL ET TU CONNAIS LEUR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NOUS TOMBONS À GENOUX DEVANT TOI EN PROCLAMANT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TU PLACES LES ÉTOILES AU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INCOMMENSURABLE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INEXPLICABLE QUI PEUT TE DÉCRIRE OU TE CONTENIR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INCOMMENSURABLE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TU ES INDESCRIPTIBLE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FROM THE HIGHEST OF HEIGHTS TO THE DEPTHS OF THE SEA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CREATION'S REVEALING YOUR MAJESTY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FROM THE COLORS OF FALL TO THE FRAGRANCE OF SPRING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EVERY CREATURE UNIQUE IN THE SONG THAT IT SINGS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ALL EXCLAIMING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YOU ARE AMAZING GOD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WHO HAS TOLD EVERY LIGHTNING BOLT WHERE IT SHOULD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OR SEEN HEAVENLY STOREHOUSES LADEN WITH SNOW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WHO IMAGINED THE SUN AND GIVES SOURCE TO ITS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YET CONCEALS IT TO BRING US THE COOLNESS OF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NONE CAN FATHOM  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YOU ARE AMAZING GOD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CAN'T EXPLAIN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YOU PLACES THE STARS IN THE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CAN'T CONTAIN  YOU'RE ALL POWERFUL YOU'RE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CAN'T EXPLAIN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YOU PLACES THE STARS IN THE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61-  CAN'T CONTAIN  YOU'RE ALL POWERFUL, YOU'RE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62-  AWESTRUCK WE FALL TO OUR KNEES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64-  YOU PLACED THE STARS IN THE SKY 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65-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66- 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67-  AWESTRUCK WE FALL TO OUR KNEES 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68-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b="1" i="1" dirty="0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DES PROFONDEURS DES MERS AUX MONTAGNES ÉLEVÉES</a:t>
            </a:r>
          </a:p>
          <a:p>
            <a:pPr>
              <a:defRPr/>
            </a:pPr>
            <a:r>
              <a:rPr lang="fr-FR" smtClean="0"/>
              <a:t>From the highest of heights to the depths of the sea</a:t>
            </a:r>
          </a:p>
          <a:p>
            <a:pPr>
              <a:defRPr/>
            </a:pPr>
            <a:r>
              <a:rPr lang="fr-FR" smtClean="0"/>
              <a:t>2-  LA CRÉATION RÉVÈLE TA MAJESTÉ</a:t>
            </a:r>
          </a:p>
          <a:p>
            <a:pPr>
              <a:defRPr/>
            </a:pPr>
            <a:r>
              <a:rPr lang="fr-FR" smtClean="0"/>
              <a:t>Creation's revealing Your majesty 
3-  DES COULEURS DE L’AUTOMNE  AUX PARFUMS DU PRINTEMPS</a:t>
            </a:r>
          </a:p>
          <a:p>
            <a:pPr>
              <a:defRPr/>
            </a:pPr>
            <a:r>
              <a:rPr lang="fr-FR" smtClean="0"/>
              <a:t>From the colors of fall to the fragrance of spring 
4-  CHAQUE CRÉATURE UNIQUE TE CHANTE UN NOUVEAU CHANT </a:t>
            </a:r>
          </a:p>
          <a:p>
            <a:pPr>
              <a:defRPr/>
            </a:pPr>
            <a:r>
              <a:rPr lang="fr-FR" smtClean="0"/>
              <a:t>Every creature unique in the song that it sings
5-  TOUTES S’EXCLAMANT</a:t>
            </a:r>
          </a:p>
          <a:p>
            <a:pPr>
              <a:defRPr/>
            </a:pPr>
            <a:r>
              <a:rPr lang="fr-FR" smtClean="0"/>
              <a:t>All exclaiming</a:t>
            </a:r>
          </a:p>
          <a:p>
            <a:pPr>
              <a:defRPr/>
            </a:pPr>
            <a:r>
              <a:rPr lang="fr-FR" smtClean="0"/>
              <a:t> 
	6-  QUI PEUT TE DÉCRIRE OU TE CONTENIR ? </a:t>
            </a:r>
          </a:p>
          <a:p>
            <a:pPr>
              <a:defRPr/>
            </a:pPr>
            <a:r>
              <a:rPr lang="fr-FR" smtClean="0"/>
              <a:t>	Indescribable, uncontainable,
	7-  TU PLACES LES ÉTOILES AU CIEL ET TU CONNAIS LEUR NOM </a:t>
            </a:r>
          </a:p>
          <a:p>
            <a:pPr>
              <a:defRPr/>
            </a:pPr>
            <a:r>
              <a:rPr lang="fr-FR" smtClean="0"/>
              <a:t>	You placed the stars in the sky and You know them by name</a:t>
            </a:r>
          </a:p>
          <a:p>
            <a:pPr>
              <a:defRPr/>
            </a:pPr>
            <a:r>
              <a:rPr lang="fr-FR" smtClean="0"/>
              <a:t>	8-  TU ES UN DIEU SI GRAND</a:t>
            </a:r>
          </a:p>
          <a:p>
            <a:pPr>
              <a:defRPr/>
            </a:pPr>
            <a:r>
              <a:rPr lang="fr-FR" smtClean="0"/>
              <a:t>	You are amazing God 
	9-  DIEU TOUT-PUISSANT, IMPRESSIONNANT</a:t>
            </a:r>
          </a:p>
          <a:p>
            <a:pPr>
              <a:defRPr/>
            </a:pPr>
            <a:r>
              <a:rPr lang="fr-FR" smtClean="0"/>
              <a:t>	All powerful, untamable, 
	10-  NOUS TOMBONS À GENOUX DEVANT TOI EN PROCLAMANT</a:t>
            </a:r>
          </a:p>
          <a:p>
            <a:pPr>
              <a:defRPr/>
            </a:pPr>
            <a:r>
              <a:rPr lang="fr-FR" smtClean="0"/>
              <a:t>	Awestruck we fall to our knees as we humbly proclaim</a:t>
            </a:r>
          </a:p>
          <a:p>
            <a:pPr>
              <a:defRPr/>
            </a:pPr>
            <a:r>
              <a:rPr lang="fr-FR" smtClean="0"/>
              <a:t>	11- TU ES UN DIEU SI GRAND</a:t>
            </a:r>
          </a:p>
          <a:p>
            <a:pPr>
              <a:defRPr/>
            </a:pPr>
            <a:r>
              <a:rPr lang="fr-FR" smtClean="0"/>
              <a:t>	You are amazing God</a:t>
            </a:r>
          </a:p>
          <a:p>
            <a:pPr>
              <a:defRPr/>
            </a:pPr>
            <a:r>
              <a:rPr lang="fr-FR" smtClean="0"/>
              <a:t> 
12-  QUI COMMANDE AUX ÉCLAIRS DU TONNERRE OÙ ALLER ?</a:t>
            </a:r>
          </a:p>
          <a:p>
            <a:pPr>
              <a:defRPr/>
            </a:pPr>
            <a:r>
              <a:rPr lang="fr-FR" smtClean="0"/>
              <a:t>Who has told every lightning bolt where it should go 
13-  QUI ORDONNE À LA NEIGE EN QUEL LIEU SE POSER ? </a:t>
            </a:r>
          </a:p>
          <a:p>
            <a:pPr>
              <a:defRPr/>
            </a:pPr>
            <a:r>
              <a:rPr lang="fr-FR" smtClean="0"/>
              <a:t>Or seen heavenly storehouses laden with snow</a:t>
            </a:r>
          </a:p>
          <a:p>
            <a:pPr>
              <a:defRPr/>
            </a:pPr>
            <a:r>
              <a:rPr lang="fr-FR" smtClean="0"/>
              <a:t>14-  QUI CRÉA LE SOLEIL SA LUMIÈRE INFINIE ? </a:t>
            </a:r>
          </a:p>
          <a:p>
            <a:pPr>
              <a:defRPr/>
            </a:pPr>
            <a:r>
              <a:rPr lang="fr-FR" smtClean="0"/>
              <a:t>Who imagined the sun and gives source to its light</a:t>
            </a:r>
          </a:p>
          <a:p>
            <a:pPr>
              <a:defRPr/>
            </a:pPr>
            <a:r>
              <a:rPr lang="fr-FR" smtClean="0"/>
              <a:t>15-  ET LE CACHE POUR OFFRIR LA FRAÎCHEUR DE LA NUIT</a:t>
            </a:r>
          </a:p>
          <a:p>
            <a:pPr>
              <a:defRPr/>
            </a:pPr>
            <a:r>
              <a:rPr lang="fr-FR" smtClean="0"/>
              <a:t>Yet conceals it to bring us the coolness of night 
16-  QUI TE SONDERA ? </a:t>
            </a:r>
          </a:p>
          <a:p>
            <a:pPr>
              <a:defRPr/>
            </a:pPr>
            <a:r>
              <a:rPr lang="fr-FR" smtClean="0"/>
              <a:t>None can fathom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INEXPLICABLE QUI PEUT TE DÉCRIRE OU TE CONTENIR ?</a:t>
            </a:r>
          </a:p>
          <a:p>
            <a:pPr>
              <a:defRPr/>
            </a:pPr>
            <a:r>
              <a:rPr lang="fr-FR" smtClean="0"/>
              <a:t>18-  TU PLACES LES ÉTOILES AU CIEL INCOMMENSURABLE</a:t>
            </a:r>
          </a:p>
          <a:p>
            <a:pPr>
              <a:defRPr/>
            </a:pPr>
            <a:r>
              <a:rPr lang="fr-FR" smtClean="0"/>
              <a:t>19-  DIEU TOUT-PUISSANT, IMPRESSIONNANT</a:t>
            </a:r>
          </a:p>
          <a:p>
            <a:pPr>
              <a:defRPr/>
            </a:pPr>
            <a:r>
              <a:rPr lang="fr-FR" smtClean="0"/>
              <a:t>20-  FORMIDABLE NOUS TOMBONS À GENOUX DEVANT TOI</a:t>
            </a:r>
          </a:p>
          <a:p>
            <a:pPr>
              <a:defRPr/>
            </a:pPr>
            <a:r>
              <a:rPr lang="fr-FR" smtClean="0"/>
              <a:t>21-  INEXPLICABLE QUI PEUT TE DÉCRIRE OU TE CONTENIR ?</a:t>
            </a:r>
          </a:p>
          <a:p>
            <a:pPr>
              <a:defRPr/>
            </a:pPr>
            <a:r>
              <a:rPr lang="fr-FR" smtClean="0"/>
              <a:t>22-  TU PLACES LES ÉTOILES AU CIEL INCOMMENSURABLE</a:t>
            </a:r>
          </a:p>
          <a:p>
            <a:pPr>
              <a:defRPr/>
            </a:pPr>
            <a:r>
              <a:rPr lang="fr-FR" smtClean="0"/>
              <a:t>23-  DIEU TOUT-PUISSANT, IMPRESSIONNANT</a:t>
            </a:r>
          </a:p>
          <a:p>
            <a:pPr>
              <a:defRPr/>
            </a:pPr>
            <a:r>
              <a:rPr lang="fr-FR" smtClean="0"/>
              <a:t>24-  FORMIDABLE NOUS TOMBONS À GENOUX DEVANT TOI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QUI PEUT TE DÉCRIRE OU TE CONTENIR ?</a:t>
            </a:r>
          </a:p>
          <a:p>
            <a:pPr>
              <a:defRPr/>
            </a:pPr>
            <a:r>
              <a:rPr lang="fr-FR" smtClean="0"/>
              <a:t>26-  TU PLACES LES ÉTOILES AU CIEL ET TU CONNAIS LEUR NOM</a:t>
            </a:r>
          </a:p>
          <a:p>
            <a:pPr>
              <a:defRPr/>
            </a:pPr>
            <a:r>
              <a:rPr lang="fr-FR" smtClean="0"/>
              <a:t>27-  TU ES UN DIEU SI GRAND</a:t>
            </a:r>
          </a:p>
          <a:p>
            <a:pPr>
              <a:defRPr/>
            </a:pPr>
            <a:r>
              <a:rPr lang="fr-FR" smtClean="0"/>
              <a:t>28-  DIEU TOUT-PUISSANT, IMPRESSIONNANT</a:t>
            </a:r>
          </a:p>
          <a:p>
            <a:pPr>
              <a:defRPr/>
            </a:pPr>
            <a:r>
              <a:rPr lang="fr-FR" smtClean="0"/>
              <a:t>29-  NOUS TOMBONS À GENOUX DEVANT TOI EN PROCLAMANT</a:t>
            </a:r>
          </a:p>
          <a:p>
            <a:pPr>
              <a:defRPr/>
            </a:pPr>
            <a:r>
              <a:rPr lang="fr-FR" smtClean="0"/>
              <a:t>30-  TU ES UN DIEU SI GRAND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INEXPLICABLE QUI PEUT TE DÉCRIRE OU TE CONTENIR ?</a:t>
            </a:r>
          </a:p>
          <a:p>
            <a:pPr>
              <a:defRPr/>
            </a:pPr>
            <a:r>
              <a:rPr lang="fr-FR" smtClean="0"/>
              <a:t>32-  TU PLACES LES ÉTOILES AU CIEL</a:t>
            </a:r>
          </a:p>
          <a:p>
            <a:pPr>
              <a:defRPr/>
            </a:pPr>
            <a:r>
              <a:rPr lang="fr-FR" smtClean="0"/>
              <a:t>33-  INCOMMENSURABLE DIEU TOUT-PUISSANT, IMPRESSIONNANT</a:t>
            </a:r>
          </a:p>
          <a:p>
            <a:pPr>
              <a:defRPr/>
            </a:pPr>
            <a:r>
              <a:rPr lang="fr-FR" smtClean="0"/>
              <a:t>34-  FORMIDABLE NOUS TOMBONS À GENOUX DEVANT TOI</a:t>
            </a:r>
          </a:p>
          <a:p>
            <a:pPr>
              <a:defRPr/>
            </a:pPr>
            <a:r>
              <a:rPr lang="fr-FR" smtClean="0"/>
              <a:t>35-  INEXPLICABLE QUI PEUT TE DÉCRIRE OU TE CONTENIR ? </a:t>
            </a:r>
          </a:p>
          <a:p>
            <a:pPr>
              <a:defRPr/>
            </a:pPr>
            <a:r>
              <a:rPr lang="fr-FR" smtClean="0"/>
              <a:t>36-  INCOMMENSURABLE DIEU TOUT-PUISSANT, IMPRESSIONNANT</a:t>
            </a:r>
          </a:p>
          <a:p>
            <a:pPr>
              <a:defRPr/>
            </a:pPr>
            <a:r>
              <a:rPr lang="fr-FR" smtClean="0"/>
              <a:t>37-  TU ES INDESCRIPTIBLE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**************************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FROM THE HIGHEST OF HEIGHTS TO THE DEPTHS OF THE SEA</a:t>
            </a:r>
          </a:p>
          <a:p>
            <a:pPr>
              <a:defRPr/>
            </a:pPr>
            <a:r>
              <a:rPr lang="fr-FR" smtClean="0"/>
              <a:t>39-  CREATION'S REVEALING YOUR MAJESTY</a:t>
            </a:r>
          </a:p>
          <a:p>
            <a:pPr>
              <a:defRPr/>
            </a:pPr>
            <a:r>
              <a:rPr lang="fr-FR" smtClean="0"/>
              <a:t>40-  FROM THE COLORS OF FALL TO THE FRAGRANCE OF SPRING</a:t>
            </a:r>
          </a:p>
          <a:p>
            <a:pPr>
              <a:defRPr/>
            </a:pPr>
            <a:r>
              <a:rPr lang="fr-FR" smtClean="0"/>
              <a:t>41-  EVERY CREATURE UNIQUE IN THE SONG THAT IT SINGS</a:t>
            </a:r>
          </a:p>
          <a:p>
            <a:pPr>
              <a:defRPr/>
            </a:pPr>
            <a:r>
              <a:rPr lang="fr-FR" smtClean="0"/>
              <a:t>42-  ALL EXCLAIMING INDESCRIBABLE, UNCONTAINABLE</a:t>
            </a:r>
          </a:p>
          <a:p>
            <a:pPr>
              <a:defRPr/>
            </a:pPr>
            <a:r>
              <a:rPr lang="fr-FR" smtClean="0"/>
              <a:t>43-  YOU PLACED THE STARS IN THE SKY AND YOU KNOW THEM BY NAME</a:t>
            </a:r>
          </a:p>
          <a:p>
            <a:pPr>
              <a:defRPr/>
            </a:pPr>
            <a:r>
              <a:rPr lang="fr-FR" smtClean="0"/>
              <a:t>44-  YOU ARE AMAZING GOD ALL POWERFUL, UNTAMABLE</a:t>
            </a:r>
          </a:p>
          <a:p>
            <a:pPr>
              <a:defRPr/>
            </a:pPr>
            <a:r>
              <a:rPr lang="fr-FR" smtClean="0"/>
              <a:t>45-  AWESTRUCK WE FALL TO OUR KNEES AS WE HUMBLY PROCLAIM</a:t>
            </a:r>
          </a:p>
          <a:p>
            <a:pPr>
              <a:defRPr/>
            </a:pPr>
            <a:r>
              <a:rPr lang="fr-FR" smtClean="0"/>
              <a:t>46-  YOU ARE AMAZING GOD</a:t>
            </a:r>
          </a:p>
          <a:p>
            <a:pPr>
              <a:defRPr/>
            </a:pPr>
            <a:r>
              <a:rPr lang="fr-FR" smtClean="0"/>
              <a:t>47-  WHO HAS TOLD EVERY LIGHTNING BOLT WHERE IT SHOULD GO</a:t>
            </a:r>
          </a:p>
          <a:p>
            <a:pPr>
              <a:defRPr/>
            </a:pPr>
            <a:r>
              <a:rPr lang="fr-FR" smtClean="0"/>
              <a:t>48-  OR SEEN HEAVENLY STOREHOUSES LADEN WITH SNOW</a:t>
            </a:r>
          </a:p>
          <a:p>
            <a:pPr>
              <a:defRPr/>
            </a:pPr>
            <a:r>
              <a:rPr lang="fr-FR" smtClean="0"/>
              <a:t>49-  WHO IMAGINED THE SUN AND GIVES SOURCE TO ITS LIGHT</a:t>
            </a:r>
          </a:p>
          <a:p>
            <a:pPr>
              <a:defRPr/>
            </a:pPr>
            <a:r>
              <a:rPr lang="fr-FR" smtClean="0"/>
              <a:t>50-  YET CONCEALS IT TO BRING US THE COOLNESS OF NIGHT</a:t>
            </a:r>
          </a:p>
          <a:p>
            <a:pPr>
              <a:defRPr/>
            </a:pPr>
            <a:r>
              <a:rPr lang="fr-FR" smtClean="0"/>
              <a:t>51-  NONE CAN FATHOM  INDESCRIBABLE, UNCONTAINABLE</a:t>
            </a:r>
          </a:p>
          <a:p>
            <a:pPr>
              <a:defRPr/>
            </a:pPr>
            <a:r>
              <a:rPr lang="fr-FR" smtClean="0"/>
              <a:t>52-  YOU PLACED THE STARS IN THE SKY AND YOU KNOW THEM BY NAME</a:t>
            </a:r>
          </a:p>
          <a:p>
            <a:pPr>
              <a:defRPr/>
            </a:pPr>
            <a:r>
              <a:rPr lang="fr-FR" smtClean="0"/>
              <a:t>53-  YOU ARE AMAZING GOD ALL POWERFUL, UNTAMABLE</a:t>
            </a:r>
          </a:p>
          <a:p>
            <a:pPr>
              <a:defRPr/>
            </a:pPr>
            <a:r>
              <a:rPr lang="fr-FR" smtClean="0"/>
              <a:t>54-  AWESTRUCK WE FALL TO OUR KNEES AS WE HUMBLY PROCLAIM</a:t>
            </a:r>
          </a:p>
          <a:p>
            <a:pPr>
              <a:defRPr/>
            </a:pPr>
            <a:r>
              <a:rPr lang="fr-FR" smtClean="0"/>
              <a:t>55-  YOU ARE AMAZING GOD</a:t>
            </a:r>
          </a:p>
          <a:p>
            <a:pPr>
              <a:defRPr/>
            </a:pPr>
            <a:r>
              <a:rPr lang="fr-FR" smtClean="0"/>
              <a:t>56-  CAN'T EXPLAIN INDESCRIBABLE, UNCONTAINABLE</a:t>
            </a:r>
          </a:p>
          <a:p>
            <a:pPr>
              <a:defRPr/>
            </a:pPr>
            <a:r>
              <a:rPr lang="fr-FR" smtClean="0"/>
              <a:t>57-  YOU PLACES THE STARS IN THE SKY</a:t>
            </a:r>
          </a:p>
          <a:p>
            <a:pPr>
              <a:defRPr/>
            </a:pPr>
            <a:r>
              <a:rPr lang="fr-FR" smtClean="0"/>
              <a:t>58-  CAN'T CONTAIN  YOU'RE ALL POWERFUL YOU'RE UNTAMABLE</a:t>
            </a:r>
          </a:p>
          <a:p>
            <a:pPr>
              <a:defRPr/>
            </a:pPr>
            <a:r>
              <a:rPr lang="fr-FR" smtClean="0"/>
              <a:t>59-  CAN'T EXPLAIN INDESCRIBABLE, UNCONTAINABLE</a:t>
            </a:r>
          </a:p>
          <a:p>
            <a:pPr>
              <a:defRPr/>
            </a:pPr>
            <a:r>
              <a:rPr lang="fr-FR" smtClean="0"/>
              <a:t>60-  YOU PLACES THE STARS IN THE SKY</a:t>
            </a:r>
          </a:p>
          <a:p>
            <a:pPr>
              <a:defRPr/>
            </a:pPr>
            <a:r>
              <a:rPr lang="fr-FR" smtClean="0"/>
              <a:t>61-  CAN'T CONTAIN  YOU'RE ALL POWERFUL, YOU'RE UNTAMABLE</a:t>
            </a:r>
          </a:p>
          <a:p>
            <a:pPr>
              <a:defRPr/>
            </a:pPr>
            <a:r>
              <a:rPr lang="fr-FR" smtClean="0"/>
              <a:t>62-  AWESTRUCK WE FALL TO OUR KNEES</a:t>
            </a:r>
          </a:p>
          <a:p>
            <a:pPr>
              <a:defRPr/>
            </a:pPr>
            <a:r>
              <a:rPr lang="fr-FR" smtClean="0"/>
              <a:t>63-  INDESCRIBABLE, UNCONTAINABLE</a:t>
            </a:r>
          </a:p>
          <a:p>
            <a:pPr>
              <a:defRPr/>
            </a:pPr>
            <a:r>
              <a:rPr lang="fr-FR" smtClean="0"/>
              <a:t>64-  YOU PLACED THE STARS IN THE SKY  YOU KNOW THEM BY NAME</a:t>
            </a:r>
          </a:p>
          <a:p>
            <a:pPr>
              <a:defRPr/>
            </a:pPr>
            <a:r>
              <a:rPr lang="fr-FR" smtClean="0"/>
              <a:t>65-  YOU ARE AMAZING GOD</a:t>
            </a:r>
          </a:p>
          <a:p>
            <a:pPr>
              <a:defRPr/>
            </a:pPr>
            <a:r>
              <a:rPr lang="fr-FR" smtClean="0"/>
              <a:t>66-  ALL POWERFUL, UNTAMABLE</a:t>
            </a:r>
          </a:p>
          <a:p>
            <a:pPr>
              <a:defRPr/>
            </a:pPr>
            <a:r>
              <a:rPr lang="fr-FR" smtClean="0"/>
              <a:t>67-  AWESTRUCK WE FALL TO OUR KNEES  AS WE HUMBLY PROCLAIM</a:t>
            </a:r>
          </a:p>
          <a:p>
            <a:pPr>
              <a:defRPr/>
            </a:pPr>
            <a:r>
              <a:rPr lang="fr-FR" smtClean="0"/>
              <a:t>68-  YOU ARE AMAZING GOD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DES PROFONDEURS DES MERS AUX MONTAGNES ÉLEVÉES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highest of heights to the depths of the sea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LA CRÉATION RÉVÈLE TA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Creation's revealing Your majesty 
3-  DES COULEURS DE L’AUTOMNE  AUX PARFUMS DU PRINTEMPS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colors of fall to the fragrance of spring 
4-  CHAQUE CRÉATURE UNIQUE TE CHANTE UN NOUVEAU CHANT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creature unique in the song that it sings
5-  TOUTES S’EXCLAMANT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exclaiming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	6-  QUI PEUT TE DÉCRIRE OU TE CONTENIR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Indescribable, uncontainable,
	7-  TU PLACES LES ÉTOILES AU CIEL ET TU CONNAIS LEUR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amazing God 
	9-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All powerful, untamable, 
	10-  NOUS TOMBONS À GENOUX DEVANT TOI EN PROCLAMANT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12-  QUI COMMANDE AUX ÉCLAIRS DU TONNERRE OÙ ALLER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has told every lightning bolt where it should go 
13-  QUI ORDONNE À LA NEIGE EN QUEL LIEU SE POSER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Or seen heavenly storehouses laden with snow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QUI CRÉA LE SOLEIL SA LUMIÈRE INFINIE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imagined the sun and gives source to its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ET LE CACHE POUR OFFRIR LA FRAÎCHEUR DE LA NUIT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Yet conceals it to bring us the coolness of night 
16-  QUI TE SONDERA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None can fathom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PLACES LES ÉTOILES AU CIEL INCOMMENSURABLE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TU PLACES LES ÉTOILES AU CIEL INCOMMENSURABLE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TU PLACES LES ÉTOILES AU CIEL ET TU CONNAIS LEUR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NOUS TOMBONS À GENOUX DEVANT TOI EN PROCLAMANT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TU PLACES LES ÉTOILES AU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INCOMMENSURABLE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INEXPLICABLE QUI PEUT TE DÉCRIRE OU TE CONTENIR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INCOMMENSURABLE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TU ES INDESCRIPTIBLE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FROM THE HIGHEST OF HEIGHTS TO THE DEPTHS OF THE SEA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CREATION'S REVEALING YOUR MAJESTY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FROM THE COLORS OF FALL TO THE FRAGRANCE OF SPRING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EVERY CREATURE UNIQUE IN THE SONG THAT IT SINGS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ALL EXCLAIMING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YOU ARE AMAZING GOD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WHO HAS TOLD EVERY LIGHTNING BOLT WHERE IT SHOULD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OR SEEN HEAVENLY STOREHOUSES LADEN WITH SNOW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WHO IMAGINED THE SUN AND GIVES SOURCE TO ITS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YET CONCEALS IT TO BRING US THE COOLNESS OF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NONE CAN FATHOM  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YOU ARE AMAZING GOD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CAN'T EXPLAIN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YOU PLACES THE STARS IN THE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CAN'T CONTAIN  YOU'RE ALL POWERFUL YOU'RE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CAN'T EXPLAIN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YOU PLACES THE STARS IN THE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61-  CAN'T CONTAIN  YOU'RE ALL POWERFUL, YOU'RE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62-  AWESTRUCK WE FALL TO OUR KNEES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64-  YOU PLACED THE STARS IN THE SKY 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65-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66- 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67-  AWESTRUCK WE FALL TO OUR KNEES 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68-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b="1" i="1" dirty="0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DES PROFONDEURS DES MERS AUX MONTAGNES ÉLEVÉES</a:t>
            </a:r>
          </a:p>
          <a:p>
            <a:pPr>
              <a:defRPr/>
            </a:pPr>
            <a:r>
              <a:rPr lang="fr-FR" smtClean="0"/>
              <a:t>From the highest of heights to the depths of the sea</a:t>
            </a:r>
          </a:p>
          <a:p>
            <a:pPr>
              <a:defRPr/>
            </a:pPr>
            <a:r>
              <a:rPr lang="fr-FR" smtClean="0"/>
              <a:t>2-  LA CRÉATION RÉVÈLE TA MAJESTÉ</a:t>
            </a:r>
          </a:p>
          <a:p>
            <a:pPr>
              <a:defRPr/>
            </a:pPr>
            <a:r>
              <a:rPr lang="fr-FR" smtClean="0"/>
              <a:t>Creation's revealing Your majesty 
3-  DES COULEURS DE L’AUTOMNE  AUX PARFUMS DU PRINTEMPS</a:t>
            </a:r>
          </a:p>
          <a:p>
            <a:pPr>
              <a:defRPr/>
            </a:pPr>
            <a:r>
              <a:rPr lang="fr-FR" smtClean="0"/>
              <a:t>From the colors of fall to the fragrance of spring 
4-  CHAQUE CRÉATURE UNIQUE TE CHANTE UN NOUVEAU CHANT </a:t>
            </a:r>
          </a:p>
          <a:p>
            <a:pPr>
              <a:defRPr/>
            </a:pPr>
            <a:r>
              <a:rPr lang="fr-FR" smtClean="0"/>
              <a:t>Every creature unique in the song that it sings
5-  TOUTES S’EXCLAMANT</a:t>
            </a:r>
          </a:p>
          <a:p>
            <a:pPr>
              <a:defRPr/>
            </a:pPr>
            <a:r>
              <a:rPr lang="fr-FR" smtClean="0"/>
              <a:t>All exclaiming</a:t>
            </a:r>
          </a:p>
          <a:p>
            <a:pPr>
              <a:defRPr/>
            </a:pPr>
            <a:r>
              <a:rPr lang="fr-FR" smtClean="0"/>
              <a:t> 
	6-  QUI PEUT TE DÉCRIRE OU TE CONTENIR ? </a:t>
            </a:r>
          </a:p>
          <a:p>
            <a:pPr>
              <a:defRPr/>
            </a:pPr>
            <a:r>
              <a:rPr lang="fr-FR" smtClean="0"/>
              <a:t>	Indescribable, uncontainable,
	7-  TU PLACES LES ÉTOILES AU CIEL ET TU CONNAIS LEUR NOM </a:t>
            </a:r>
          </a:p>
          <a:p>
            <a:pPr>
              <a:defRPr/>
            </a:pPr>
            <a:r>
              <a:rPr lang="fr-FR" smtClean="0"/>
              <a:t>	You placed the stars in the sky and You know them by name</a:t>
            </a:r>
          </a:p>
          <a:p>
            <a:pPr>
              <a:defRPr/>
            </a:pPr>
            <a:r>
              <a:rPr lang="fr-FR" smtClean="0"/>
              <a:t>	8-  TU ES UN DIEU SI GRAND</a:t>
            </a:r>
          </a:p>
          <a:p>
            <a:pPr>
              <a:defRPr/>
            </a:pPr>
            <a:r>
              <a:rPr lang="fr-FR" smtClean="0"/>
              <a:t>	You are amazing God 
	9-  DIEU TOUT-PUISSANT, IMPRESSIONNANT</a:t>
            </a:r>
          </a:p>
          <a:p>
            <a:pPr>
              <a:defRPr/>
            </a:pPr>
            <a:r>
              <a:rPr lang="fr-FR" smtClean="0"/>
              <a:t>	All powerful, untamable, 
	10-  NOUS TOMBONS À GENOUX DEVANT TOI EN PROCLAMANT</a:t>
            </a:r>
          </a:p>
          <a:p>
            <a:pPr>
              <a:defRPr/>
            </a:pPr>
            <a:r>
              <a:rPr lang="fr-FR" smtClean="0"/>
              <a:t>	Awestruck we fall to our knees as we humbly proclaim</a:t>
            </a:r>
          </a:p>
          <a:p>
            <a:pPr>
              <a:defRPr/>
            </a:pPr>
            <a:r>
              <a:rPr lang="fr-FR" smtClean="0"/>
              <a:t>	11- TU ES UN DIEU SI GRAND</a:t>
            </a:r>
          </a:p>
          <a:p>
            <a:pPr>
              <a:defRPr/>
            </a:pPr>
            <a:r>
              <a:rPr lang="fr-FR" smtClean="0"/>
              <a:t>	You are amazing God</a:t>
            </a:r>
          </a:p>
          <a:p>
            <a:pPr>
              <a:defRPr/>
            </a:pPr>
            <a:r>
              <a:rPr lang="fr-FR" smtClean="0"/>
              <a:t> 
12-  QUI COMMANDE AUX ÉCLAIRS DU TONNERRE OÙ ALLER ?</a:t>
            </a:r>
          </a:p>
          <a:p>
            <a:pPr>
              <a:defRPr/>
            </a:pPr>
            <a:r>
              <a:rPr lang="fr-FR" smtClean="0"/>
              <a:t>Who has told every lightning bolt where it should go 
13-  QUI ORDONNE À LA NEIGE EN QUEL LIEU SE POSER ? </a:t>
            </a:r>
          </a:p>
          <a:p>
            <a:pPr>
              <a:defRPr/>
            </a:pPr>
            <a:r>
              <a:rPr lang="fr-FR" smtClean="0"/>
              <a:t>Or seen heavenly storehouses laden with snow</a:t>
            </a:r>
          </a:p>
          <a:p>
            <a:pPr>
              <a:defRPr/>
            </a:pPr>
            <a:r>
              <a:rPr lang="fr-FR" smtClean="0"/>
              <a:t>14-  QUI CRÉA LE SOLEIL SA LUMIÈRE INFINIE ? </a:t>
            </a:r>
          </a:p>
          <a:p>
            <a:pPr>
              <a:defRPr/>
            </a:pPr>
            <a:r>
              <a:rPr lang="fr-FR" smtClean="0"/>
              <a:t>Who imagined the sun and gives source to its light</a:t>
            </a:r>
          </a:p>
          <a:p>
            <a:pPr>
              <a:defRPr/>
            </a:pPr>
            <a:r>
              <a:rPr lang="fr-FR" smtClean="0"/>
              <a:t>15-  ET LE CACHE POUR OFFRIR LA FRAÎCHEUR DE LA NUIT</a:t>
            </a:r>
          </a:p>
          <a:p>
            <a:pPr>
              <a:defRPr/>
            </a:pPr>
            <a:r>
              <a:rPr lang="fr-FR" smtClean="0"/>
              <a:t>Yet conceals it to bring us the coolness of night 
16-  QUI TE SONDERA ? </a:t>
            </a:r>
          </a:p>
          <a:p>
            <a:pPr>
              <a:defRPr/>
            </a:pPr>
            <a:r>
              <a:rPr lang="fr-FR" smtClean="0"/>
              <a:t>None can fathom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INEXPLICABLE QUI PEUT TE DÉCRIRE OU TE CONTENIR ?</a:t>
            </a:r>
          </a:p>
          <a:p>
            <a:pPr>
              <a:defRPr/>
            </a:pPr>
            <a:r>
              <a:rPr lang="fr-FR" smtClean="0"/>
              <a:t>18-  TU PLACES LES ÉTOILES AU CIEL INCOMMENSURABLE</a:t>
            </a:r>
          </a:p>
          <a:p>
            <a:pPr>
              <a:defRPr/>
            </a:pPr>
            <a:r>
              <a:rPr lang="fr-FR" smtClean="0"/>
              <a:t>19-  DIEU TOUT-PUISSANT, IMPRESSIONNANT</a:t>
            </a:r>
          </a:p>
          <a:p>
            <a:pPr>
              <a:defRPr/>
            </a:pPr>
            <a:r>
              <a:rPr lang="fr-FR" smtClean="0"/>
              <a:t>20-  FORMIDABLE NOUS TOMBONS À GENOUX DEVANT TOI</a:t>
            </a:r>
          </a:p>
          <a:p>
            <a:pPr>
              <a:defRPr/>
            </a:pPr>
            <a:r>
              <a:rPr lang="fr-FR" smtClean="0"/>
              <a:t>21-  INEXPLICABLE QUI PEUT TE DÉCRIRE OU TE CONTENIR ?</a:t>
            </a:r>
          </a:p>
          <a:p>
            <a:pPr>
              <a:defRPr/>
            </a:pPr>
            <a:r>
              <a:rPr lang="fr-FR" smtClean="0"/>
              <a:t>22-  TU PLACES LES ÉTOILES AU CIEL INCOMMENSURABLE</a:t>
            </a:r>
          </a:p>
          <a:p>
            <a:pPr>
              <a:defRPr/>
            </a:pPr>
            <a:r>
              <a:rPr lang="fr-FR" smtClean="0"/>
              <a:t>23-  DIEU TOUT-PUISSANT, IMPRESSIONNANT</a:t>
            </a:r>
          </a:p>
          <a:p>
            <a:pPr>
              <a:defRPr/>
            </a:pPr>
            <a:r>
              <a:rPr lang="fr-FR" smtClean="0"/>
              <a:t>24-  FORMIDABLE NOUS TOMBONS À GENOUX DEVANT TOI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QUI PEUT TE DÉCRIRE OU TE CONTENIR ?</a:t>
            </a:r>
          </a:p>
          <a:p>
            <a:pPr>
              <a:defRPr/>
            </a:pPr>
            <a:r>
              <a:rPr lang="fr-FR" smtClean="0"/>
              <a:t>26-  TU PLACES LES ÉTOILES AU CIEL ET TU CONNAIS LEUR NOM</a:t>
            </a:r>
          </a:p>
          <a:p>
            <a:pPr>
              <a:defRPr/>
            </a:pPr>
            <a:r>
              <a:rPr lang="fr-FR" smtClean="0"/>
              <a:t>27-  TU ES UN DIEU SI GRAND</a:t>
            </a:r>
          </a:p>
          <a:p>
            <a:pPr>
              <a:defRPr/>
            </a:pPr>
            <a:r>
              <a:rPr lang="fr-FR" smtClean="0"/>
              <a:t>28-  DIEU TOUT-PUISSANT, IMPRESSIONNANT</a:t>
            </a:r>
          </a:p>
          <a:p>
            <a:pPr>
              <a:defRPr/>
            </a:pPr>
            <a:r>
              <a:rPr lang="fr-FR" smtClean="0"/>
              <a:t>29-  NOUS TOMBONS À GENOUX DEVANT TOI EN PROCLAMANT</a:t>
            </a:r>
          </a:p>
          <a:p>
            <a:pPr>
              <a:defRPr/>
            </a:pPr>
            <a:r>
              <a:rPr lang="fr-FR" smtClean="0"/>
              <a:t>30-  TU ES UN DIEU SI GRAND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INEXPLICABLE QUI PEUT TE DÉCRIRE OU TE CONTENIR ?</a:t>
            </a:r>
          </a:p>
          <a:p>
            <a:pPr>
              <a:defRPr/>
            </a:pPr>
            <a:r>
              <a:rPr lang="fr-FR" smtClean="0"/>
              <a:t>32-  TU PLACES LES ÉTOILES AU CIEL</a:t>
            </a:r>
          </a:p>
          <a:p>
            <a:pPr>
              <a:defRPr/>
            </a:pPr>
            <a:r>
              <a:rPr lang="fr-FR" smtClean="0"/>
              <a:t>33-  INCOMMENSURABLE DIEU TOUT-PUISSANT, IMPRESSIONNANT</a:t>
            </a:r>
          </a:p>
          <a:p>
            <a:pPr>
              <a:defRPr/>
            </a:pPr>
            <a:r>
              <a:rPr lang="fr-FR" smtClean="0"/>
              <a:t>34-  FORMIDABLE NOUS TOMBONS À GENOUX DEVANT TOI</a:t>
            </a:r>
          </a:p>
          <a:p>
            <a:pPr>
              <a:defRPr/>
            </a:pPr>
            <a:r>
              <a:rPr lang="fr-FR" smtClean="0"/>
              <a:t>35-  INEXPLICABLE QUI PEUT TE DÉCRIRE OU TE CONTENIR ? </a:t>
            </a:r>
          </a:p>
          <a:p>
            <a:pPr>
              <a:defRPr/>
            </a:pPr>
            <a:r>
              <a:rPr lang="fr-FR" smtClean="0"/>
              <a:t>36-  INCOMMENSURABLE DIEU TOUT-PUISSANT, IMPRESSIONNANT</a:t>
            </a:r>
          </a:p>
          <a:p>
            <a:pPr>
              <a:defRPr/>
            </a:pPr>
            <a:r>
              <a:rPr lang="fr-FR" smtClean="0"/>
              <a:t>37-  TU ES INDESCRIPTIBLE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**************************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FROM THE HIGHEST OF HEIGHTS TO THE DEPTHS OF THE SEA</a:t>
            </a:r>
          </a:p>
          <a:p>
            <a:pPr>
              <a:defRPr/>
            </a:pPr>
            <a:r>
              <a:rPr lang="fr-FR" smtClean="0"/>
              <a:t>39-  CREATION'S REVEALING YOUR MAJESTY</a:t>
            </a:r>
          </a:p>
          <a:p>
            <a:pPr>
              <a:defRPr/>
            </a:pPr>
            <a:r>
              <a:rPr lang="fr-FR" smtClean="0"/>
              <a:t>40-  FROM THE COLORS OF FALL TO THE FRAGRANCE OF SPRING</a:t>
            </a:r>
          </a:p>
          <a:p>
            <a:pPr>
              <a:defRPr/>
            </a:pPr>
            <a:r>
              <a:rPr lang="fr-FR" smtClean="0"/>
              <a:t>41-  EVERY CREATURE UNIQUE IN THE SONG THAT IT SINGS</a:t>
            </a:r>
          </a:p>
          <a:p>
            <a:pPr>
              <a:defRPr/>
            </a:pPr>
            <a:r>
              <a:rPr lang="fr-FR" smtClean="0"/>
              <a:t>42-  ALL EXCLAIMING INDESCRIBABLE, UNCONTAINABLE</a:t>
            </a:r>
          </a:p>
          <a:p>
            <a:pPr>
              <a:defRPr/>
            </a:pPr>
            <a:r>
              <a:rPr lang="fr-FR" smtClean="0"/>
              <a:t>43-  YOU PLACED THE STARS IN THE SKY AND YOU KNOW THEM BY NAME</a:t>
            </a:r>
          </a:p>
          <a:p>
            <a:pPr>
              <a:defRPr/>
            </a:pPr>
            <a:r>
              <a:rPr lang="fr-FR" smtClean="0"/>
              <a:t>44-  YOU ARE AMAZING GOD ALL POWERFUL, UNTAMABLE</a:t>
            </a:r>
          </a:p>
          <a:p>
            <a:pPr>
              <a:defRPr/>
            </a:pPr>
            <a:r>
              <a:rPr lang="fr-FR" smtClean="0"/>
              <a:t>45-  AWESTRUCK WE FALL TO OUR KNEES AS WE HUMBLY PROCLAIM</a:t>
            </a:r>
          </a:p>
          <a:p>
            <a:pPr>
              <a:defRPr/>
            </a:pPr>
            <a:r>
              <a:rPr lang="fr-FR" smtClean="0"/>
              <a:t>46-  YOU ARE AMAZING GOD</a:t>
            </a:r>
          </a:p>
          <a:p>
            <a:pPr>
              <a:defRPr/>
            </a:pPr>
            <a:r>
              <a:rPr lang="fr-FR" smtClean="0"/>
              <a:t>47-  WHO HAS TOLD EVERY LIGHTNING BOLT WHERE IT SHOULD GO</a:t>
            </a:r>
          </a:p>
          <a:p>
            <a:pPr>
              <a:defRPr/>
            </a:pPr>
            <a:r>
              <a:rPr lang="fr-FR" smtClean="0"/>
              <a:t>48-  OR SEEN HEAVENLY STOREHOUSES LADEN WITH SNOW</a:t>
            </a:r>
          </a:p>
          <a:p>
            <a:pPr>
              <a:defRPr/>
            </a:pPr>
            <a:r>
              <a:rPr lang="fr-FR" smtClean="0"/>
              <a:t>49-  WHO IMAGINED THE SUN AND GIVES SOURCE TO ITS LIGHT</a:t>
            </a:r>
          </a:p>
          <a:p>
            <a:pPr>
              <a:defRPr/>
            </a:pPr>
            <a:r>
              <a:rPr lang="fr-FR" smtClean="0"/>
              <a:t>50-  YET CONCEALS IT TO BRING US THE COOLNESS OF NIGHT</a:t>
            </a:r>
          </a:p>
          <a:p>
            <a:pPr>
              <a:defRPr/>
            </a:pPr>
            <a:r>
              <a:rPr lang="fr-FR" smtClean="0"/>
              <a:t>51-  NONE CAN FATHOM  INDESCRIBABLE, UNCONTAINABLE</a:t>
            </a:r>
          </a:p>
          <a:p>
            <a:pPr>
              <a:defRPr/>
            </a:pPr>
            <a:r>
              <a:rPr lang="fr-FR" smtClean="0"/>
              <a:t>52-  YOU PLACED THE STARS IN THE SKY AND YOU KNOW THEM BY NAME</a:t>
            </a:r>
          </a:p>
          <a:p>
            <a:pPr>
              <a:defRPr/>
            </a:pPr>
            <a:r>
              <a:rPr lang="fr-FR" smtClean="0"/>
              <a:t>53-  YOU ARE AMAZING GOD ALL POWERFUL, UNTAMABLE</a:t>
            </a:r>
          </a:p>
          <a:p>
            <a:pPr>
              <a:defRPr/>
            </a:pPr>
            <a:r>
              <a:rPr lang="fr-FR" smtClean="0"/>
              <a:t>54-  AWESTRUCK WE FALL TO OUR KNEES AS WE HUMBLY PROCLAIM</a:t>
            </a:r>
          </a:p>
          <a:p>
            <a:pPr>
              <a:defRPr/>
            </a:pPr>
            <a:r>
              <a:rPr lang="fr-FR" smtClean="0"/>
              <a:t>55-  YOU ARE AMAZING GOD</a:t>
            </a:r>
          </a:p>
          <a:p>
            <a:pPr>
              <a:defRPr/>
            </a:pPr>
            <a:r>
              <a:rPr lang="fr-FR" smtClean="0"/>
              <a:t>56-  CAN'T EXPLAIN INDESCRIBABLE, UNCONTAINABLE</a:t>
            </a:r>
          </a:p>
          <a:p>
            <a:pPr>
              <a:defRPr/>
            </a:pPr>
            <a:r>
              <a:rPr lang="fr-FR" smtClean="0"/>
              <a:t>57-  YOU PLACES THE STARS IN THE SKY</a:t>
            </a:r>
          </a:p>
          <a:p>
            <a:pPr>
              <a:defRPr/>
            </a:pPr>
            <a:r>
              <a:rPr lang="fr-FR" smtClean="0"/>
              <a:t>58-  CAN'T CONTAIN  YOU'RE ALL POWERFUL YOU'RE UNTAMABLE</a:t>
            </a:r>
          </a:p>
          <a:p>
            <a:pPr>
              <a:defRPr/>
            </a:pPr>
            <a:r>
              <a:rPr lang="fr-FR" smtClean="0"/>
              <a:t>59-  CAN'T EXPLAIN INDESCRIBABLE, UNCONTAINABLE</a:t>
            </a:r>
          </a:p>
          <a:p>
            <a:pPr>
              <a:defRPr/>
            </a:pPr>
            <a:r>
              <a:rPr lang="fr-FR" smtClean="0"/>
              <a:t>60-  YOU PLACES THE STARS IN THE SKY</a:t>
            </a:r>
          </a:p>
          <a:p>
            <a:pPr>
              <a:defRPr/>
            </a:pPr>
            <a:r>
              <a:rPr lang="fr-FR" smtClean="0"/>
              <a:t>61-  CAN'T CONTAIN  YOU'RE ALL POWERFUL, YOU'RE UNTAMABLE</a:t>
            </a:r>
          </a:p>
          <a:p>
            <a:pPr>
              <a:defRPr/>
            </a:pPr>
            <a:r>
              <a:rPr lang="fr-FR" smtClean="0"/>
              <a:t>62-  AWESTRUCK WE FALL TO OUR KNEES</a:t>
            </a:r>
          </a:p>
          <a:p>
            <a:pPr>
              <a:defRPr/>
            </a:pPr>
            <a:r>
              <a:rPr lang="fr-FR" smtClean="0"/>
              <a:t>63-  INDESCRIBABLE, UNCONTAINABLE</a:t>
            </a:r>
          </a:p>
          <a:p>
            <a:pPr>
              <a:defRPr/>
            </a:pPr>
            <a:r>
              <a:rPr lang="fr-FR" smtClean="0"/>
              <a:t>64-  YOU PLACED THE STARS IN THE SKY  YOU KNOW THEM BY NAME</a:t>
            </a:r>
          </a:p>
          <a:p>
            <a:pPr>
              <a:defRPr/>
            </a:pPr>
            <a:r>
              <a:rPr lang="fr-FR" smtClean="0"/>
              <a:t>65-  YOU ARE AMAZING GOD</a:t>
            </a:r>
          </a:p>
          <a:p>
            <a:pPr>
              <a:defRPr/>
            </a:pPr>
            <a:r>
              <a:rPr lang="fr-FR" smtClean="0"/>
              <a:t>66-  ALL POWERFUL, UNTAMABLE</a:t>
            </a:r>
          </a:p>
          <a:p>
            <a:pPr>
              <a:defRPr/>
            </a:pPr>
            <a:r>
              <a:rPr lang="fr-FR" smtClean="0"/>
              <a:t>67-  AWESTRUCK WE FALL TO OUR KNEES  AS WE HUMBLY PROCLAIM</a:t>
            </a:r>
          </a:p>
          <a:p>
            <a:pPr>
              <a:defRPr/>
            </a:pPr>
            <a:r>
              <a:rPr lang="fr-FR" smtClean="0"/>
              <a:t>68-  YOU ARE AMAZING GOD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DES PROFONDEURS DES MERS AUX MONTAGNES ÉLEVÉES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highest of heights to the depths of the sea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LA CRÉATION RÉVÈLE TA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Creation's revealing Your majesty 
3-  DES COULEURS DE L’AUTOMNE  AUX PARFUMS DU PRINTEMPS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colors of fall to the fragrance of spring 
4-  CHAQUE CRÉATURE UNIQUE TE CHANTE UN NOUVEAU CHANT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creature unique in the song that it sings
5-  TOUTES S’EXCLAMANT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exclaiming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	6-  QUI PEUT TE DÉCRIRE OU TE CONTENIR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Indescribable, uncontainable,
	7-  TU PLACES LES ÉTOILES AU CIEL ET TU CONNAIS LEUR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amazing God 
	9-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All powerful, untamable, 
	10-  NOUS TOMBONS À GENOUX DEVANT TOI EN PROCLAMANT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12-  QUI COMMANDE AUX ÉCLAIRS DU TONNERRE OÙ ALLER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has told every lightning bolt where it should go 
13-  QUI ORDONNE À LA NEIGE EN QUEL LIEU SE POSER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Or seen heavenly storehouses laden with snow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QUI CRÉA LE SOLEIL SA LUMIÈRE INFINIE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imagined the sun and gives source to its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ET LE CACHE POUR OFFRIR LA FRAÎCHEUR DE LA NUIT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Yet conceals it to bring us the coolness of night 
16-  QUI TE SONDERA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None can fathom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PLACES LES ÉTOILES AU CIEL INCOMMENSURABLE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TU PLACES LES ÉTOILES AU CIEL INCOMMENSURABLE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TU PLACES LES ÉTOILES AU CIEL ET TU CONNAIS LEUR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NOUS TOMBONS À GENOUX DEVANT TOI EN PROCLAMANT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TU PLACES LES ÉTOILES AU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INCOMMENSURABLE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INEXPLICABLE QUI PEUT TE DÉCRIRE OU TE CONTENIR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INCOMMENSURABLE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TU ES INDESCRIPTIBLE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FROM THE HIGHEST OF HEIGHTS TO THE DEPTHS OF THE SEA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CREATION'S REVEALING YOUR MAJESTY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FROM THE COLORS OF FALL TO THE FRAGRANCE OF SPRING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EVERY CREATURE UNIQUE IN THE SONG THAT IT SINGS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ALL EXCLAIMING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YOU ARE AMAZING GOD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WHO HAS TOLD EVERY LIGHTNING BOLT WHERE IT SHOULD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OR SEEN HEAVENLY STOREHOUSES LADEN WITH SNOW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WHO IMAGINED THE SUN AND GIVES SOURCE TO ITS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YET CONCEALS IT TO BRING US THE COOLNESS OF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NONE CAN FATHOM  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YOU ARE AMAZING GOD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CAN'T EXPLAIN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YOU PLACES THE STARS IN THE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CAN'T CONTAIN  YOU'RE ALL POWERFUL YOU'RE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CAN'T EXPLAIN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YOU PLACES THE STARS IN THE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61-  CAN'T CONTAIN  YOU'RE ALL POWERFUL, YOU'RE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62-  AWESTRUCK WE FALL TO OUR KNEES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64-  YOU PLACED THE STARS IN THE SKY 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65-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66- 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67-  AWESTRUCK WE FALL TO OUR KNEES 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68-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b="1" i="1" dirty="0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DES PROFONDEURS DES MERS AUX MONTAGNES ÉLEVÉES</a:t>
            </a:r>
          </a:p>
          <a:p>
            <a:pPr>
              <a:defRPr/>
            </a:pPr>
            <a:r>
              <a:rPr lang="fr-FR" smtClean="0"/>
              <a:t>From the highest of heights to the depths of the sea</a:t>
            </a:r>
          </a:p>
          <a:p>
            <a:pPr>
              <a:defRPr/>
            </a:pPr>
            <a:r>
              <a:rPr lang="fr-FR" smtClean="0"/>
              <a:t>2-  LA CRÉATION RÉVÈLE TA MAJESTÉ</a:t>
            </a:r>
          </a:p>
          <a:p>
            <a:pPr>
              <a:defRPr/>
            </a:pPr>
            <a:r>
              <a:rPr lang="fr-FR" smtClean="0"/>
              <a:t>Creation's revealing Your majesty 
3-  DES COULEURS DE L’AUTOMNE  AUX PARFUMS DU PRINTEMPS</a:t>
            </a:r>
          </a:p>
          <a:p>
            <a:pPr>
              <a:defRPr/>
            </a:pPr>
            <a:r>
              <a:rPr lang="fr-FR" smtClean="0"/>
              <a:t>From the colors of fall to the fragrance of spring 
4-  CHAQUE CRÉATURE UNIQUE TE CHANTE UN NOUVEAU CHANT </a:t>
            </a:r>
          </a:p>
          <a:p>
            <a:pPr>
              <a:defRPr/>
            </a:pPr>
            <a:r>
              <a:rPr lang="fr-FR" smtClean="0"/>
              <a:t>Every creature unique in the song that it sings
5-  TOUTES S’EXCLAMANT</a:t>
            </a:r>
          </a:p>
          <a:p>
            <a:pPr>
              <a:defRPr/>
            </a:pPr>
            <a:r>
              <a:rPr lang="fr-FR" smtClean="0"/>
              <a:t>All exclaiming</a:t>
            </a:r>
          </a:p>
          <a:p>
            <a:pPr>
              <a:defRPr/>
            </a:pPr>
            <a:r>
              <a:rPr lang="fr-FR" smtClean="0"/>
              <a:t> 
	6-  QUI PEUT TE DÉCRIRE OU TE CONTENIR ? </a:t>
            </a:r>
          </a:p>
          <a:p>
            <a:pPr>
              <a:defRPr/>
            </a:pPr>
            <a:r>
              <a:rPr lang="fr-FR" smtClean="0"/>
              <a:t>	Indescribable, uncontainable,
	7-  TU PLACES LES ÉTOILES AU CIEL ET TU CONNAIS LEUR NOM </a:t>
            </a:r>
          </a:p>
          <a:p>
            <a:pPr>
              <a:defRPr/>
            </a:pPr>
            <a:r>
              <a:rPr lang="fr-FR" smtClean="0"/>
              <a:t>	You placed the stars in the sky and You know them by name</a:t>
            </a:r>
          </a:p>
          <a:p>
            <a:pPr>
              <a:defRPr/>
            </a:pPr>
            <a:r>
              <a:rPr lang="fr-FR" smtClean="0"/>
              <a:t>	8-  TU ES UN DIEU SI GRAND</a:t>
            </a:r>
          </a:p>
          <a:p>
            <a:pPr>
              <a:defRPr/>
            </a:pPr>
            <a:r>
              <a:rPr lang="fr-FR" smtClean="0"/>
              <a:t>	You are amazing God 
	9-  DIEU TOUT-PUISSANT, IMPRESSIONNANT</a:t>
            </a:r>
          </a:p>
          <a:p>
            <a:pPr>
              <a:defRPr/>
            </a:pPr>
            <a:r>
              <a:rPr lang="fr-FR" smtClean="0"/>
              <a:t>	All powerful, untamable, 
	10-  NOUS TOMBONS À GENOUX DEVANT TOI EN PROCLAMANT</a:t>
            </a:r>
          </a:p>
          <a:p>
            <a:pPr>
              <a:defRPr/>
            </a:pPr>
            <a:r>
              <a:rPr lang="fr-FR" smtClean="0"/>
              <a:t>	Awestruck we fall to our knees as we humbly proclaim</a:t>
            </a:r>
          </a:p>
          <a:p>
            <a:pPr>
              <a:defRPr/>
            </a:pPr>
            <a:r>
              <a:rPr lang="fr-FR" smtClean="0"/>
              <a:t>	11- TU ES UN DIEU SI GRAND</a:t>
            </a:r>
          </a:p>
          <a:p>
            <a:pPr>
              <a:defRPr/>
            </a:pPr>
            <a:r>
              <a:rPr lang="fr-FR" smtClean="0"/>
              <a:t>	You are amazing God</a:t>
            </a:r>
          </a:p>
          <a:p>
            <a:pPr>
              <a:defRPr/>
            </a:pPr>
            <a:r>
              <a:rPr lang="fr-FR" smtClean="0"/>
              <a:t> 
12-  QUI COMMANDE AUX ÉCLAIRS DU TONNERRE OÙ ALLER ?</a:t>
            </a:r>
          </a:p>
          <a:p>
            <a:pPr>
              <a:defRPr/>
            </a:pPr>
            <a:r>
              <a:rPr lang="fr-FR" smtClean="0"/>
              <a:t>Who has told every lightning bolt where it should go 
13-  QUI ORDONNE À LA NEIGE EN QUEL LIEU SE POSER ? </a:t>
            </a:r>
          </a:p>
          <a:p>
            <a:pPr>
              <a:defRPr/>
            </a:pPr>
            <a:r>
              <a:rPr lang="fr-FR" smtClean="0"/>
              <a:t>Or seen heavenly storehouses laden with snow</a:t>
            </a:r>
          </a:p>
          <a:p>
            <a:pPr>
              <a:defRPr/>
            </a:pPr>
            <a:r>
              <a:rPr lang="fr-FR" smtClean="0"/>
              <a:t>14-  QUI CRÉA LE SOLEIL SA LUMIÈRE INFINIE ? </a:t>
            </a:r>
          </a:p>
          <a:p>
            <a:pPr>
              <a:defRPr/>
            </a:pPr>
            <a:r>
              <a:rPr lang="fr-FR" smtClean="0"/>
              <a:t>Who imagined the sun and gives source to its light</a:t>
            </a:r>
          </a:p>
          <a:p>
            <a:pPr>
              <a:defRPr/>
            </a:pPr>
            <a:r>
              <a:rPr lang="fr-FR" smtClean="0"/>
              <a:t>15-  ET LE CACHE POUR OFFRIR LA FRAÎCHEUR DE LA NUIT</a:t>
            </a:r>
          </a:p>
          <a:p>
            <a:pPr>
              <a:defRPr/>
            </a:pPr>
            <a:r>
              <a:rPr lang="fr-FR" smtClean="0"/>
              <a:t>Yet conceals it to bring us the coolness of night 
16-  QUI TE SONDERA ? </a:t>
            </a:r>
          </a:p>
          <a:p>
            <a:pPr>
              <a:defRPr/>
            </a:pPr>
            <a:r>
              <a:rPr lang="fr-FR" smtClean="0"/>
              <a:t>None can fathom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INEXPLICABLE QUI PEUT TE DÉCRIRE OU TE CONTENIR ?</a:t>
            </a:r>
          </a:p>
          <a:p>
            <a:pPr>
              <a:defRPr/>
            </a:pPr>
            <a:r>
              <a:rPr lang="fr-FR" smtClean="0"/>
              <a:t>18-  TU PLACES LES ÉTOILES AU CIEL INCOMMENSURABLE</a:t>
            </a:r>
          </a:p>
          <a:p>
            <a:pPr>
              <a:defRPr/>
            </a:pPr>
            <a:r>
              <a:rPr lang="fr-FR" smtClean="0"/>
              <a:t>19-  DIEU TOUT-PUISSANT, IMPRESSIONNANT</a:t>
            </a:r>
          </a:p>
          <a:p>
            <a:pPr>
              <a:defRPr/>
            </a:pPr>
            <a:r>
              <a:rPr lang="fr-FR" smtClean="0"/>
              <a:t>20-  FORMIDABLE NOUS TOMBONS À GENOUX DEVANT TOI</a:t>
            </a:r>
          </a:p>
          <a:p>
            <a:pPr>
              <a:defRPr/>
            </a:pPr>
            <a:r>
              <a:rPr lang="fr-FR" smtClean="0"/>
              <a:t>21-  INEXPLICABLE QUI PEUT TE DÉCRIRE OU TE CONTENIR ?</a:t>
            </a:r>
          </a:p>
          <a:p>
            <a:pPr>
              <a:defRPr/>
            </a:pPr>
            <a:r>
              <a:rPr lang="fr-FR" smtClean="0"/>
              <a:t>22-  TU PLACES LES ÉTOILES AU CIEL INCOMMENSURABLE</a:t>
            </a:r>
          </a:p>
          <a:p>
            <a:pPr>
              <a:defRPr/>
            </a:pPr>
            <a:r>
              <a:rPr lang="fr-FR" smtClean="0"/>
              <a:t>23-  DIEU TOUT-PUISSANT, IMPRESSIONNANT</a:t>
            </a:r>
          </a:p>
          <a:p>
            <a:pPr>
              <a:defRPr/>
            </a:pPr>
            <a:r>
              <a:rPr lang="fr-FR" smtClean="0"/>
              <a:t>24-  FORMIDABLE NOUS TOMBONS À GENOUX DEVANT TOI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QUI PEUT TE DÉCRIRE OU TE CONTENIR ?</a:t>
            </a:r>
          </a:p>
          <a:p>
            <a:pPr>
              <a:defRPr/>
            </a:pPr>
            <a:r>
              <a:rPr lang="fr-FR" smtClean="0"/>
              <a:t>26-  TU PLACES LES ÉTOILES AU CIEL ET TU CONNAIS LEUR NOM</a:t>
            </a:r>
          </a:p>
          <a:p>
            <a:pPr>
              <a:defRPr/>
            </a:pPr>
            <a:r>
              <a:rPr lang="fr-FR" smtClean="0"/>
              <a:t>27-  TU ES UN DIEU SI GRAND</a:t>
            </a:r>
          </a:p>
          <a:p>
            <a:pPr>
              <a:defRPr/>
            </a:pPr>
            <a:r>
              <a:rPr lang="fr-FR" smtClean="0"/>
              <a:t>28-  DIEU TOUT-PUISSANT, IMPRESSIONNANT</a:t>
            </a:r>
          </a:p>
          <a:p>
            <a:pPr>
              <a:defRPr/>
            </a:pPr>
            <a:r>
              <a:rPr lang="fr-FR" smtClean="0"/>
              <a:t>29-  NOUS TOMBONS À GENOUX DEVANT TOI EN PROCLAMANT</a:t>
            </a:r>
          </a:p>
          <a:p>
            <a:pPr>
              <a:defRPr/>
            </a:pPr>
            <a:r>
              <a:rPr lang="fr-FR" smtClean="0"/>
              <a:t>30-  TU ES UN DIEU SI GRAND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INEXPLICABLE QUI PEUT TE DÉCRIRE OU TE CONTENIR ?</a:t>
            </a:r>
          </a:p>
          <a:p>
            <a:pPr>
              <a:defRPr/>
            </a:pPr>
            <a:r>
              <a:rPr lang="fr-FR" smtClean="0"/>
              <a:t>32-  TU PLACES LES ÉTOILES AU CIEL</a:t>
            </a:r>
          </a:p>
          <a:p>
            <a:pPr>
              <a:defRPr/>
            </a:pPr>
            <a:r>
              <a:rPr lang="fr-FR" smtClean="0"/>
              <a:t>33-  INCOMMENSURABLE DIEU TOUT-PUISSANT, IMPRESSIONNANT</a:t>
            </a:r>
          </a:p>
          <a:p>
            <a:pPr>
              <a:defRPr/>
            </a:pPr>
            <a:r>
              <a:rPr lang="fr-FR" smtClean="0"/>
              <a:t>34-  FORMIDABLE NOUS TOMBONS À GENOUX DEVANT TOI</a:t>
            </a:r>
          </a:p>
          <a:p>
            <a:pPr>
              <a:defRPr/>
            </a:pPr>
            <a:r>
              <a:rPr lang="fr-FR" smtClean="0"/>
              <a:t>35-  INEXPLICABLE QUI PEUT TE DÉCRIRE OU TE CONTENIR ? </a:t>
            </a:r>
          </a:p>
          <a:p>
            <a:pPr>
              <a:defRPr/>
            </a:pPr>
            <a:r>
              <a:rPr lang="fr-FR" smtClean="0"/>
              <a:t>36-  INCOMMENSURABLE DIEU TOUT-PUISSANT, IMPRESSIONNANT</a:t>
            </a:r>
          </a:p>
          <a:p>
            <a:pPr>
              <a:defRPr/>
            </a:pPr>
            <a:r>
              <a:rPr lang="fr-FR" smtClean="0"/>
              <a:t>37-  TU ES INDESCRIPTIBLE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**************************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FROM THE HIGHEST OF HEIGHTS TO THE DEPTHS OF THE SEA</a:t>
            </a:r>
          </a:p>
          <a:p>
            <a:pPr>
              <a:defRPr/>
            </a:pPr>
            <a:r>
              <a:rPr lang="fr-FR" smtClean="0"/>
              <a:t>39-  CREATION'S REVEALING YOUR MAJESTY</a:t>
            </a:r>
          </a:p>
          <a:p>
            <a:pPr>
              <a:defRPr/>
            </a:pPr>
            <a:r>
              <a:rPr lang="fr-FR" smtClean="0"/>
              <a:t>40-  FROM THE COLORS OF FALL TO THE FRAGRANCE OF SPRING</a:t>
            </a:r>
          </a:p>
          <a:p>
            <a:pPr>
              <a:defRPr/>
            </a:pPr>
            <a:r>
              <a:rPr lang="fr-FR" smtClean="0"/>
              <a:t>41-  EVERY CREATURE UNIQUE IN THE SONG THAT IT SINGS</a:t>
            </a:r>
          </a:p>
          <a:p>
            <a:pPr>
              <a:defRPr/>
            </a:pPr>
            <a:r>
              <a:rPr lang="fr-FR" smtClean="0"/>
              <a:t>42-  ALL EXCLAIMING INDESCRIBABLE, UNCONTAINABLE</a:t>
            </a:r>
          </a:p>
          <a:p>
            <a:pPr>
              <a:defRPr/>
            </a:pPr>
            <a:r>
              <a:rPr lang="fr-FR" smtClean="0"/>
              <a:t>43-  YOU PLACED THE STARS IN THE SKY AND YOU KNOW THEM BY NAME</a:t>
            </a:r>
          </a:p>
          <a:p>
            <a:pPr>
              <a:defRPr/>
            </a:pPr>
            <a:r>
              <a:rPr lang="fr-FR" smtClean="0"/>
              <a:t>44-  YOU ARE AMAZING GOD ALL POWERFUL, UNTAMABLE</a:t>
            </a:r>
          </a:p>
          <a:p>
            <a:pPr>
              <a:defRPr/>
            </a:pPr>
            <a:r>
              <a:rPr lang="fr-FR" smtClean="0"/>
              <a:t>45-  AWESTRUCK WE FALL TO OUR KNEES AS WE HUMBLY PROCLAIM</a:t>
            </a:r>
          </a:p>
          <a:p>
            <a:pPr>
              <a:defRPr/>
            </a:pPr>
            <a:r>
              <a:rPr lang="fr-FR" smtClean="0"/>
              <a:t>46-  YOU ARE AMAZING GOD</a:t>
            </a:r>
          </a:p>
          <a:p>
            <a:pPr>
              <a:defRPr/>
            </a:pPr>
            <a:r>
              <a:rPr lang="fr-FR" smtClean="0"/>
              <a:t>47-  WHO HAS TOLD EVERY LIGHTNING BOLT WHERE IT SHOULD GO</a:t>
            </a:r>
          </a:p>
          <a:p>
            <a:pPr>
              <a:defRPr/>
            </a:pPr>
            <a:r>
              <a:rPr lang="fr-FR" smtClean="0"/>
              <a:t>48-  OR SEEN HEAVENLY STOREHOUSES LADEN WITH SNOW</a:t>
            </a:r>
          </a:p>
          <a:p>
            <a:pPr>
              <a:defRPr/>
            </a:pPr>
            <a:r>
              <a:rPr lang="fr-FR" smtClean="0"/>
              <a:t>49-  WHO IMAGINED THE SUN AND GIVES SOURCE TO ITS LIGHT</a:t>
            </a:r>
          </a:p>
          <a:p>
            <a:pPr>
              <a:defRPr/>
            </a:pPr>
            <a:r>
              <a:rPr lang="fr-FR" smtClean="0"/>
              <a:t>50-  YET CONCEALS IT TO BRING US THE COOLNESS OF NIGHT</a:t>
            </a:r>
          </a:p>
          <a:p>
            <a:pPr>
              <a:defRPr/>
            </a:pPr>
            <a:r>
              <a:rPr lang="fr-FR" smtClean="0"/>
              <a:t>51-  NONE CAN FATHOM  INDESCRIBABLE, UNCONTAINABLE</a:t>
            </a:r>
          </a:p>
          <a:p>
            <a:pPr>
              <a:defRPr/>
            </a:pPr>
            <a:r>
              <a:rPr lang="fr-FR" smtClean="0"/>
              <a:t>52-  YOU PLACED THE STARS IN THE SKY AND YOU KNOW THEM BY NAME</a:t>
            </a:r>
          </a:p>
          <a:p>
            <a:pPr>
              <a:defRPr/>
            </a:pPr>
            <a:r>
              <a:rPr lang="fr-FR" smtClean="0"/>
              <a:t>53-  YOU ARE AMAZING GOD ALL POWERFUL, UNTAMABLE</a:t>
            </a:r>
          </a:p>
          <a:p>
            <a:pPr>
              <a:defRPr/>
            </a:pPr>
            <a:r>
              <a:rPr lang="fr-FR" smtClean="0"/>
              <a:t>54-  AWESTRUCK WE FALL TO OUR KNEES AS WE HUMBLY PROCLAIM</a:t>
            </a:r>
          </a:p>
          <a:p>
            <a:pPr>
              <a:defRPr/>
            </a:pPr>
            <a:r>
              <a:rPr lang="fr-FR" smtClean="0"/>
              <a:t>55-  YOU ARE AMAZING GOD</a:t>
            </a:r>
          </a:p>
          <a:p>
            <a:pPr>
              <a:defRPr/>
            </a:pPr>
            <a:r>
              <a:rPr lang="fr-FR" smtClean="0"/>
              <a:t>56-  CAN'T EXPLAIN INDESCRIBABLE, UNCONTAINABLE</a:t>
            </a:r>
          </a:p>
          <a:p>
            <a:pPr>
              <a:defRPr/>
            </a:pPr>
            <a:r>
              <a:rPr lang="fr-FR" smtClean="0"/>
              <a:t>57-  YOU PLACES THE STARS IN THE SKY</a:t>
            </a:r>
          </a:p>
          <a:p>
            <a:pPr>
              <a:defRPr/>
            </a:pPr>
            <a:r>
              <a:rPr lang="fr-FR" smtClean="0"/>
              <a:t>58-  CAN'T CONTAIN  YOU'RE ALL POWERFUL YOU'RE UNTAMABLE</a:t>
            </a:r>
          </a:p>
          <a:p>
            <a:pPr>
              <a:defRPr/>
            </a:pPr>
            <a:r>
              <a:rPr lang="fr-FR" smtClean="0"/>
              <a:t>59-  CAN'T EXPLAIN INDESCRIBABLE, UNCONTAINABLE</a:t>
            </a:r>
          </a:p>
          <a:p>
            <a:pPr>
              <a:defRPr/>
            </a:pPr>
            <a:r>
              <a:rPr lang="fr-FR" smtClean="0"/>
              <a:t>60-  YOU PLACES THE STARS IN THE SKY</a:t>
            </a:r>
          </a:p>
          <a:p>
            <a:pPr>
              <a:defRPr/>
            </a:pPr>
            <a:r>
              <a:rPr lang="fr-FR" smtClean="0"/>
              <a:t>61-  CAN'T CONTAIN  YOU'RE ALL POWERFUL, YOU'RE UNTAMABLE</a:t>
            </a:r>
          </a:p>
          <a:p>
            <a:pPr>
              <a:defRPr/>
            </a:pPr>
            <a:r>
              <a:rPr lang="fr-FR" smtClean="0"/>
              <a:t>62-  AWESTRUCK WE FALL TO OUR KNEES</a:t>
            </a:r>
          </a:p>
          <a:p>
            <a:pPr>
              <a:defRPr/>
            </a:pPr>
            <a:r>
              <a:rPr lang="fr-FR" smtClean="0"/>
              <a:t>63-  INDESCRIBABLE, UNCONTAINABLE</a:t>
            </a:r>
          </a:p>
          <a:p>
            <a:pPr>
              <a:defRPr/>
            </a:pPr>
            <a:r>
              <a:rPr lang="fr-FR" smtClean="0"/>
              <a:t>64-  YOU PLACED THE STARS IN THE SKY  YOU KNOW THEM BY NAME</a:t>
            </a:r>
          </a:p>
          <a:p>
            <a:pPr>
              <a:defRPr/>
            </a:pPr>
            <a:r>
              <a:rPr lang="fr-FR" smtClean="0"/>
              <a:t>65-  YOU ARE AMAZING GOD</a:t>
            </a:r>
          </a:p>
          <a:p>
            <a:pPr>
              <a:defRPr/>
            </a:pPr>
            <a:r>
              <a:rPr lang="fr-FR" smtClean="0"/>
              <a:t>66-  ALL POWERFUL, UNTAMABLE</a:t>
            </a:r>
          </a:p>
          <a:p>
            <a:pPr>
              <a:defRPr/>
            </a:pPr>
            <a:r>
              <a:rPr lang="fr-FR" smtClean="0"/>
              <a:t>67-  AWESTRUCK WE FALL TO OUR KNEES  AS WE HUMBLY PROCLAIM</a:t>
            </a:r>
          </a:p>
          <a:p>
            <a:pPr>
              <a:defRPr/>
            </a:pPr>
            <a:r>
              <a:rPr lang="fr-FR" smtClean="0"/>
              <a:t>68-  YOU ARE AMAZING GOD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DES PROFONDEURS DES MERS AUX MONTAGNES ÉLEVÉES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highest of heights to the depths of the sea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LA CRÉATION RÉVÈLE TA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Creation's revealing Your majesty 
3-  DES COULEURS DE L’AUTOMNE  AUX PARFUMS DU PRINTEMPS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colors of fall to the fragrance of spring 
4-  CHAQUE CRÉATURE UNIQUE TE CHANTE UN NOUVEAU CHANT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creature unique in the song that it sings
5-  TOUTES S’EXCLAMANT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exclaiming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	6-  QUI PEUT TE DÉCRIRE OU TE CONTENIR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Indescribable, uncontainable,
	7-  TU PLACES LES ÉTOILES AU CIEL ET TU CONNAIS LEUR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amazing God 
	9-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All powerful, untamable, 
	10-  NOUS TOMBONS À GENOUX DEVANT TOI EN PROCLAMANT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12-  QUI COMMANDE AUX ÉCLAIRS DU TONNERRE OÙ ALLER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has told every lightning bolt where it should go 
13-  QUI ORDONNE À LA NEIGE EN QUEL LIEU SE POSER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Or seen heavenly storehouses laden with snow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QUI CRÉA LE SOLEIL SA LUMIÈRE INFINIE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imagined the sun and gives source to its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ET LE CACHE POUR OFFRIR LA FRAÎCHEUR DE LA NUIT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Yet conceals it to bring us the coolness of night 
16-  QUI TE SONDERA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None can fathom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PLACES LES ÉTOILES AU CIEL INCOMMENSURABLE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TU PLACES LES ÉTOILES AU CIEL INCOMMENSURABLE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TU PLACES LES ÉTOILES AU CIEL ET TU CONNAIS LEUR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NOUS TOMBONS À GENOUX DEVANT TOI EN PROCLAMANT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TU PLACES LES ÉTOILES AU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INCOMMENSURABLE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INEXPLICABLE QUI PEUT TE DÉCRIRE OU TE CONTENIR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INCOMMENSURABLE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TU ES INDESCRIPTIBLE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FROM THE HIGHEST OF HEIGHTS TO THE DEPTHS OF THE SEA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CREATION'S REVEALING YOUR MAJESTY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FROM THE COLORS OF FALL TO THE FRAGRANCE OF SPRING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EVERY CREATURE UNIQUE IN THE SONG THAT IT SINGS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ALL EXCLAIMING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YOU ARE AMAZING GOD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WHO HAS TOLD EVERY LIGHTNING BOLT WHERE IT SHOULD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OR SEEN HEAVENLY STOREHOUSES LADEN WITH SNOW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WHO IMAGINED THE SUN AND GIVES SOURCE TO ITS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YET CONCEALS IT TO BRING US THE COOLNESS OF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NONE CAN FATHOM  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YOU ARE AMAZING GOD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CAN'T EXPLAIN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YOU PLACES THE STARS IN THE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CAN'T CONTAIN  YOU'RE ALL POWERFUL YOU'RE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CAN'T EXPLAIN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YOU PLACES THE STARS IN THE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61-  CAN'T CONTAIN  YOU'RE ALL POWERFUL, YOU'RE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62-  AWESTRUCK WE FALL TO OUR KNEES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64-  YOU PLACED THE STARS IN THE SKY 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65-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66- 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67-  AWESTRUCK WE FALL TO OUR KNEES 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68-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b="1" i="1" dirty="0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DES PROFONDEURS DES MERS AUX MONTAGNES ÉLEVÉES</a:t>
            </a:r>
          </a:p>
          <a:p>
            <a:pPr>
              <a:defRPr/>
            </a:pPr>
            <a:r>
              <a:rPr lang="fr-FR" smtClean="0"/>
              <a:t>From the highest of heights to the depths of the sea</a:t>
            </a:r>
          </a:p>
          <a:p>
            <a:pPr>
              <a:defRPr/>
            </a:pPr>
            <a:r>
              <a:rPr lang="fr-FR" smtClean="0"/>
              <a:t>2-  LA CRÉATION RÉVÈLE TA MAJESTÉ</a:t>
            </a:r>
          </a:p>
          <a:p>
            <a:pPr>
              <a:defRPr/>
            </a:pPr>
            <a:r>
              <a:rPr lang="fr-FR" smtClean="0"/>
              <a:t>Creation's revealing Your majesty 
3-  DES COULEURS DE L’AUTOMNE  AUX PARFUMS DU PRINTEMPS</a:t>
            </a:r>
          </a:p>
          <a:p>
            <a:pPr>
              <a:defRPr/>
            </a:pPr>
            <a:r>
              <a:rPr lang="fr-FR" smtClean="0"/>
              <a:t>From the colors of fall to the fragrance of spring 
4-  CHAQUE CRÉATURE UNIQUE TE CHANTE UN NOUVEAU CHANT </a:t>
            </a:r>
          </a:p>
          <a:p>
            <a:pPr>
              <a:defRPr/>
            </a:pPr>
            <a:r>
              <a:rPr lang="fr-FR" smtClean="0"/>
              <a:t>Every creature unique in the song that it sings
5-  TOUTES S’EXCLAMANT</a:t>
            </a:r>
          </a:p>
          <a:p>
            <a:pPr>
              <a:defRPr/>
            </a:pPr>
            <a:r>
              <a:rPr lang="fr-FR" smtClean="0"/>
              <a:t>All exclaiming</a:t>
            </a:r>
          </a:p>
          <a:p>
            <a:pPr>
              <a:defRPr/>
            </a:pPr>
            <a:r>
              <a:rPr lang="fr-FR" smtClean="0"/>
              <a:t> 
	6-  QUI PEUT TE DÉCRIRE OU TE CONTENIR ? </a:t>
            </a:r>
          </a:p>
          <a:p>
            <a:pPr>
              <a:defRPr/>
            </a:pPr>
            <a:r>
              <a:rPr lang="fr-FR" smtClean="0"/>
              <a:t>	Indescribable, uncontainable,
	7-  TU PLACES LES ÉTOILES AU CIEL ET TU CONNAIS LEUR NOM </a:t>
            </a:r>
          </a:p>
          <a:p>
            <a:pPr>
              <a:defRPr/>
            </a:pPr>
            <a:r>
              <a:rPr lang="fr-FR" smtClean="0"/>
              <a:t>	You placed the stars in the sky and You know them by name</a:t>
            </a:r>
          </a:p>
          <a:p>
            <a:pPr>
              <a:defRPr/>
            </a:pPr>
            <a:r>
              <a:rPr lang="fr-FR" smtClean="0"/>
              <a:t>	8-  TU ES UN DIEU SI GRAND</a:t>
            </a:r>
          </a:p>
          <a:p>
            <a:pPr>
              <a:defRPr/>
            </a:pPr>
            <a:r>
              <a:rPr lang="fr-FR" smtClean="0"/>
              <a:t>	You are amazing God 
	9-  DIEU TOUT-PUISSANT, IMPRESSIONNANT</a:t>
            </a:r>
          </a:p>
          <a:p>
            <a:pPr>
              <a:defRPr/>
            </a:pPr>
            <a:r>
              <a:rPr lang="fr-FR" smtClean="0"/>
              <a:t>	All powerful, untamable, 
	10-  NOUS TOMBONS À GENOUX DEVANT TOI EN PROCLAMANT</a:t>
            </a:r>
          </a:p>
          <a:p>
            <a:pPr>
              <a:defRPr/>
            </a:pPr>
            <a:r>
              <a:rPr lang="fr-FR" smtClean="0"/>
              <a:t>	Awestruck we fall to our knees as we humbly proclaim</a:t>
            </a:r>
          </a:p>
          <a:p>
            <a:pPr>
              <a:defRPr/>
            </a:pPr>
            <a:r>
              <a:rPr lang="fr-FR" smtClean="0"/>
              <a:t>	11- TU ES UN DIEU SI GRAND</a:t>
            </a:r>
          </a:p>
          <a:p>
            <a:pPr>
              <a:defRPr/>
            </a:pPr>
            <a:r>
              <a:rPr lang="fr-FR" smtClean="0"/>
              <a:t>	You are amazing God</a:t>
            </a:r>
          </a:p>
          <a:p>
            <a:pPr>
              <a:defRPr/>
            </a:pPr>
            <a:r>
              <a:rPr lang="fr-FR" smtClean="0"/>
              <a:t> 
12-  QUI COMMANDE AUX ÉCLAIRS DU TONNERRE OÙ ALLER ?</a:t>
            </a:r>
          </a:p>
          <a:p>
            <a:pPr>
              <a:defRPr/>
            </a:pPr>
            <a:r>
              <a:rPr lang="fr-FR" smtClean="0"/>
              <a:t>Who has told every lightning bolt where it should go 
13-  QUI ORDONNE À LA NEIGE EN QUEL LIEU SE POSER ? </a:t>
            </a:r>
          </a:p>
          <a:p>
            <a:pPr>
              <a:defRPr/>
            </a:pPr>
            <a:r>
              <a:rPr lang="fr-FR" smtClean="0"/>
              <a:t>Or seen heavenly storehouses laden with snow</a:t>
            </a:r>
          </a:p>
          <a:p>
            <a:pPr>
              <a:defRPr/>
            </a:pPr>
            <a:r>
              <a:rPr lang="fr-FR" smtClean="0"/>
              <a:t>14-  QUI CRÉA LE SOLEIL SA LUMIÈRE INFINIE ? </a:t>
            </a:r>
          </a:p>
          <a:p>
            <a:pPr>
              <a:defRPr/>
            </a:pPr>
            <a:r>
              <a:rPr lang="fr-FR" smtClean="0"/>
              <a:t>Who imagined the sun and gives source to its light</a:t>
            </a:r>
          </a:p>
          <a:p>
            <a:pPr>
              <a:defRPr/>
            </a:pPr>
            <a:r>
              <a:rPr lang="fr-FR" smtClean="0"/>
              <a:t>15-  ET LE CACHE POUR OFFRIR LA FRAÎCHEUR DE LA NUIT</a:t>
            </a:r>
          </a:p>
          <a:p>
            <a:pPr>
              <a:defRPr/>
            </a:pPr>
            <a:r>
              <a:rPr lang="fr-FR" smtClean="0"/>
              <a:t>Yet conceals it to bring us the coolness of night 
16-  QUI TE SONDERA ? </a:t>
            </a:r>
          </a:p>
          <a:p>
            <a:pPr>
              <a:defRPr/>
            </a:pPr>
            <a:r>
              <a:rPr lang="fr-FR" smtClean="0"/>
              <a:t>None can fathom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INEXPLICABLE QUI PEUT TE DÉCRIRE OU TE CONTENIR ?</a:t>
            </a:r>
          </a:p>
          <a:p>
            <a:pPr>
              <a:defRPr/>
            </a:pPr>
            <a:r>
              <a:rPr lang="fr-FR" smtClean="0"/>
              <a:t>18-  TU PLACES LES ÉTOILES AU CIEL INCOMMENSURABLE</a:t>
            </a:r>
          </a:p>
          <a:p>
            <a:pPr>
              <a:defRPr/>
            </a:pPr>
            <a:r>
              <a:rPr lang="fr-FR" smtClean="0"/>
              <a:t>19-  DIEU TOUT-PUISSANT, IMPRESSIONNANT</a:t>
            </a:r>
          </a:p>
          <a:p>
            <a:pPr>
              <a:defRPr/>
            </a:pPr>
            <a:r>
              <a:rPr lang="fr-FR" smtClean="0"/>
              <a:t>20-  FORMIDABLE NOUS TOMBONS À GENOUX DEVANT TOI</a:t>
            </a:r>
          </a:p>
          <a:p>
            <a:pPr>
              <a:defRPr/>
            </a:pPr>
            <a:r>
              <a:rPr lang="fr-FR" smtClean="0"/>
              <a:t>21-  INEXPLICABLE QUI PEUT TE DÉCRIRE OU TE CONTENIR ?</a:t>
            </a:r>
          </a:p>
          <a:p>
            <a:pPr>
              <a:defRPr/>
            </a:pPr>
            <a:r>
              <a:rPr lang="fr-FR" smtClean="0"/>
              <a:t>22-  TU PLACES LES ÉTOILES AU CIEL INCOMMENSURABLE</a:t>
            </a:r>
          </a:p>
          <a:p>
            <a:pPr>
              <a:defRPr/>
            </a:pPr>
            <a:r>
              <a:rPr lang="fr-FR" smtClean="0"/>
              <a:t>23-  DIEU TOUT-PUISSANT, IMPRESSIONNANT</a:t>
            </a:r>
          </a:p>
          <a:p>
            <a:pPr>
              <a:defRPr/>
            </a:pPr>
            <a:r>
              <a:rPr lang="fr-FR" smtClean="0"/>
              <a:t>24-  FORMIDABLE NOUS TOMBONS À GENOUX DEVANT TOI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QUI PEUT TE DÉCRIRE OU TE CONTENIR ?</a:t>
            </a:r>
          </a:p>
          <a:p>
            <a:pPr>
              <a:defRPr/>
            </a:pPr>
            <a:r>
              <a:rPr lang="fr-FR" smtClean="0"/>
              <a:t>26-  TU PLACES LES ÉTOILES AU CIEL ET TU CONNAIS LEUR NOM</a:t>
            </a:r>
          </a:p>
          <a:p>
            <a:pPr>
              <a:defRPr/>
            </a:pPr>
            <a:r>
              <a:rPr lang="fr-FR" smtClean="0"/>
              <a:t>27-  TU ES UN DIEU SI GRAND</a:t>
            </a:r>
          </a:p>
          <a:p>
            <a:pPr>
              <a:defRPr/>
            </a:pPr>
            <a:r>
              <a:rPr lang="fr-FR" smtClean="0"/>
              <a:t>28-  DIEU TOUT-PUISSANT, IMPRESSIONNANT</a:t>
            </a:r>
          </a:p>
          <a:p>
            <a:pPr>
              <a:defRPr/>
            </a:pPr>
            <a:r>
              <a:rPr lang="fr-FR" smtClean="0"/>
              <a:t>29-  NOUS TOMBONS À GENOUX DEVANT TOI EN PROCLAMANT</a:t>
            </a:r>
          </a:p>
          <a:p>
            <a:pPr>
              <a:defRPr/>
            </a:pPr>
            <a:r>
              <a:rPr lang="fr-FR" smtClean="0"/>
              <a:t>30-  TU ES UN DIEU SI GRAND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INEXPLICABLE QUI PEUT TE DÉCRIRE OU TE CONTENIR ?</a:t>
            </a:r>
          </a:p>
          <a:p>
            <a:pPr>
              <a:defRPr/>
            </a:pPr>
            <a:r>
              <a:rPr lang="fr-FR" smtClean="0"/>
              <a:t>32-  TU PLACES LES ÉTOILES AU CIEL</a:t>
            </a:r>
          </a:p>
          <a:p>
            <a:pPr>
              <a:defRPr/>
            </a:pPr>
            <a:r>
              <a:rPr lang="fr-FR" smtClean="0"/>
              <a:t>33-  INCOMMENSURABLE DIEU TOUT-PUISSANT, IMPRESSIONNANT</a:t>
            </a:r>
          </a:p>
          <a:p>
            <a:pPr>
              <a:defRPr/>
            </a:pPr>
            <a:r>
              <a:rPr lang="fr-FR" smtClean="0"/>
              <a:t>34-  FORMIDABLE NOUS TOMBONS À GENOUX DEVANT TOI</a:t>
            </a:r>
          </a:p>
          <a:p>
            <a:pPr>
              <a:defRPr/>
            </a:pPr>
            <a:r>
              <a:rPr lang="fr-FR" smtClean="0"/>
              <a:t>35-  INEXPLICABLE QUI PEUT TE DÉCRIRE OU TE CONTENIR ? </a:t>
            </a:r>
          </a:p>
          <a:p>
            <a:pPr>
              <a:defRPr/>
            </a:pPr>
            <a:r>
              <a:rPr lang="fr-FR" smtClean="0"/>
              <a:t>36-  INCOMMENSURABLE DIEU TOUT-PUISSANT, IMPRESSIONNANT</a:t>
            </a:r>
          </a:p>
          <a:p>
            <a:pPr>
              <a:defRPr/>
            </a:pPr>
            <a:r>
              <a:rPr lang="fr-FR" smtClean="0"/>
              <a:t>37-  TU ES INDESCRIPTIBLE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**************************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FROM THE HIGHEST OF HEIGHTS TO THE DEPTHS OF THE SEA</a:t>
            </a:r>
          </a:p>
          <a:p>
            <a:pPr>
              <a:defRPr/>
            </a:pPr>
            <a:r>
              <a:rPr lang="fr-FR" smtClean="0"/>
              <a:t>39-  CREATION'S REVEALING YOUR MAJESTY</a:t>
            </a:r>
          </a:p>
          <a:p>
            <a:pPr>
              <a:defRPr/>
            </a:pPr>
            <a:r>
              <a:rPr lang="fr-FR" smtClean="0"/>
              <a:t>40-  FROM THE COLORS OF FALL TO THE FRAGRANCE OF SPRING</a:t>
            </a:r>
          </a:p>
          <a:p>
            <a:pPr>
              <a:defRPr/>
            </a:pPr>
            <a:r>
              <a:rPr lang="fr-FR" smtClean="0"/>
              <a:t>41-  EVERY CREATURE UNIQUE IN THE SONG THAT IT SINGS</a:t>
            </a:r>
          </a:p>
          <a:p>
            <a:pPr>
              <a:defRPr/>
            </a:pPr>
            <a:r>
              <a:rPr lang="fr-FR" smtClean="0"/>
              <a:t>42-  ALL EXCLAIMING INDESCRIBABLE, UNCONTAINABLE</a:t>
            </a:r>
          </a:p>
          <a:p>
            <a:pPr>
              <a:defRPr/>
            </a:pPr>
            <a:r>
              <a:rPr lang="fr-FR" smtClean="0"/>
              <a:t>43-  YOU PLACED THE STARS IN THE SKY AND YOU KNOW THEM BY NAME</a:t>
            </a:r>
          </a:p>
          <a:p>
            <a:pPr>
              <a:defRPr/>
            </a:pPr>
            <a:r>
              <a:rPr lang="fr-FR" smtClean="0"/>
              <a:t>44-  YOU ARE AMAZING GOD ALL POWERFUL, UNTAMABLE</a:t>
            </a:r>
          </a:p>
          <a:p>
            <a:pPr>
              <a:defRPr/>
            </a:pPr>
            <a:r>
              <a:rPr lang="fr-FR" smtClean="0"/>
              <a:t>45-  AWESTRUCK WE FALL TO OUR KNEES AS WE HUMBLY PROCLAIM</a:t>
            </a:r>
          </a:p>
          <a:p>
            <a:pPr>
              <a:defRPr/>
            </a:pPr>
            <a:r>
              <a:rPr lang="fr-FR" smtClean="0"/>
              <a:t>46-  YOU ARE AMAZING GOD</a:t>
            </a:r>
          </a:p>
          <a:p>
            <a:pPr>
              <a:defRPr/>
            </a:pPr>
            <a:r>
              <a:rPr lang="fr-FR" smtClean="0"/>
              <a:t>47-  WHO HAS TOLD EVERY LIGHTNING BOLT WHERE IT SHOULD GO</a:t>
            </a:r>
          </a:p>
          <a:p>
            <a:pPr>
              <a:defRPr/>
            </a:pPr>
            <a:r>
              <a:rPr lang="fr-FR" smtClean="0"/>
              <a:t>48-  OR SEEN HEAVENLY STOREHOUSES LADEN WITH SNOW</a:t>
            </a:r>
          </a:p>
          <a:p>
            <a:pPr>
              <a:defRPr/>
            </a:pPr>
            <a:r>
              <a:rPr lang="fr-FR" smtClean="0"/>
              <a:t>49-  WHO IMAGINED THE SUN AND GIVES SOURCE TO ITS LIGHT</a:t>
            </a:r>
          </a:p>
          <a:p>
            <a:pPr>
              <a:defRPr/>
            </a:pPr>
            <a:r>
              <a:rPr lang="fr-FR" smtClean="0"/>
              <a:t>50-  YET CONCEALS IT TO BRING US THE COOLNESS OF NIGHT</a:t>
            </a:r>
          </a:p>
          <a:p>
            <a:pPr>
              <a:defRPr/>
            </a:pPr>
            <a:r>
              <a:rPr lang="fr-FR" smtClean="0"/>
              <a:t>51-  NONE CAN FATHOM  INDESCRIBABLE, UNCONTAINABLE</a:t>
            </a:r>
          </a:p>
          <a:p>
            <a:pPr>
              <a:defRPr/>
            </a:pPr>
            <a:r>
              <a:rPr lang="fr-FR" smtClean="0"/>
              <a:t>52-  YOU PLACED THE STARS IN THE SKY AND YOU KNOW THEM BY NAME</a:t>
            </a:r>
          </a:p>
          <a:p>
            <a:pPr>
              <a:defRPr/>
            </a:pPr>
            <a:r>
              <a:rPr lang="fr-FR" smtClean="0"/>
              <a:t>53-  YOU ARE AMAZING GOD ALL POWERFUL, UNTAMABLE</a:t>
            </a:r>
          </a:p>
          <a:p>
            <a:pPr>
              <a:defRPr/>
            </a:pPr>
            <a:r>
              <a:rPr lang="fr-FR" smtClean="0"/>
              <a:t>54-  AWESTRUCK WE FALL TO OUR KNEES AS WE HUMBLY PROCLAIM</a:t>
            </a:r>
          </a:p>
          <a:p>
            <a:pPr>
              <a:defRPr/>
            </a:pPr>
            <a:r>
              <a:rPr lang="fr-FR" smtClean="0"/>
              <a:t>55-  YOU ARE AMAZING GOD</a:t>
            </a:r>
          </a:p>
          <a:p>
            <a:pPr>
              <a:defRPr/>
            </a:pPr>
            <a:r>
              <a:rPr lang="fr-FR" smtClean="0"/>
              <a:t>56-  CAN'T EXPLAIN INDESCRIBABLE, UNCONTAINABLE</a:t>
            </a:r>
          </a:p>
          <a:p>
            <a:pPr>
              <a:defRPr/>
            </a:pPr>
            <a:r>
              <a:rPr lang="fr-FR" smtClean="0"/>
              <a:t>57-  YOU PLACES THE STARS IN THE SKY</a:t>
            </a:r>
          </a:p>
          <a:p>
            <a:pPr>
              <a:defRPr/>
            </a:pPr>
            <a:r>
              <a:rPr lang="fr-FR" smtClean="0"/>
              <a:t>58-  CAN'T CONTAIN  YOU'RE ALL POWERFUL YOU'RE UNTAMABLE</a:t>
            </a:r>
          </a:p>
          <a:p>
            <a:pPr>
              <a:defRPr/>
            </a:pPr>
            <a:r>
              <a:rPr lang="fr-FR" smtClean="0"/>
              <a:t>59-  CAN'T EXPLAIN INDESCRIBABLE, UNCONTAINABLE</a:t>
            </a:r>
          </a:p>
          <a:p>
            <a:pPr>
              <a:defRPr/>
            </a:pPr>
            <a:r>
              <a:rPr lang="fr-FR" smtClean="0"/>
              <a:t>60-  YOU PLACES THE STARS IN THE SKY</a:t>
            </a:r>
          </a:p>
          <a:p>
            <a:pPr>
              <a:defRPr/>
            </a:pPr>
            <a:r>
              <a:rPr lang="fr-FR" smtClean="0"/>
              <a:t>61-  CAN'T CONTAIN  YOU'RE ALL POWERFUL, YOU'RE UNTAMABLE</a:t>
            </a:r>
          </a:p>
          <a:p>
            <a:pPr>
              <a:defRPr/>
            </a:pPr>
            <a:r>
              <a:rPr lang="fr-FR" smtClean="0"/>
              <a:t>62-  AWESTRUCK WE FALL TO OUR KNEES</a:t>
            </a:r>
          </a:p>
          <a:p>
            <a:pPr>
              <a:defRPr/>
            </a:pPr>
            <a:r>
              <a:rPr lang="fr-FR" smtClean="0"/>
              <a:t>63-  INDESCRIBABLE, UNCONTAINABLE</a:t>
            </a:r>
          </a:p>
          <a:p>
            <a:pPr>
              <a:defRPr/>
            </a:pPr>
            <a:r>
              <a:rPr lang="fr-FR" smtClean="0"/>
              <a:t>64-  YOU PLACED THE STARS IN THE SKY  YOU KNOW THEM BY NAME</a:t>
            </a:r>
          </a:p>
          <a:p>
            <a:pPr>
              <a:defRPr/>
            </a:pPr>
            <a:r>
              <a:rPr lang="fr-FR" smtClean="0"/>
              <a:t>65-  YOU ARE AMAZING GOD</a:t>
            </a:r>
          </a:p>
          <a:p>
            <a:pPr>
              <a:defRPr/>
            </a:pPr>
            <a:r>
              <a:rPr lang="fr-FR" smtClean="0"/>
              <a:t>66-  ALL POWERFUL, UNTAMABLE</a:t>
            </a:r>
          </a:p>
          <a:p>
            <a:pPr>
              <a:defRPr/>
            </a:pPr>
            <a:r>
              <a:rPr lang="fr-FR" smtClean="0"/>
              <a:t>67-  AWESTRUCK WE FALL TO OUR KNEES  AS WE HUMBLY PROCLAIM</a:t>
            </a:r>
          </a:p>
          <a:p>
            <a:pPr>
              <a:defRPr/>
            </a:pPr>
            <a:r>
              <a:rPr lang="fr-FR" smtClean="0"/>
              <a:t>68-  YOU ARE AMAZING GOD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DES PROFONDEURS DES MERS AUX MONTAGNES ÉLEVÉES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highest of heights to the depths of the sea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LA CRÉATION RÉVÈLE TA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Creation's revealing Your majesty 
3-  DES COULEURS DE L’AUTOMNE  AUX PARFUMS DU PRINTEMPS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colors of fall to the fragrance of spring 
4-  CHAQUE CRÉATURE UNIQUE TE CHANTE UN NOUVEAU CHANT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creature unique in the song that it sings
5-  TOUTES S’EXCLAMANT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exclaiming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	6-  QUI PEUT TE DÉCRIRE OU TE CONTENIR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Indescribable, uncontainable,
	7-  TU PLACES LES ÉTOILES AU CIEL ET TU CONNAIS LEUR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amazing God 
	9-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All powerful, untamable, 
	10-  NOUS TOMBONS À GENOUX DEVANT TOI EN PROCLAMANT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12-  QUI COMMANDE AUX ÉCLAIRS DU TONNERRE OÙ ALLER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has told every lightning bolt where it should go 
13-  QUI ORDONNE À LA NEIGE EN QUEL LIEU SE POSER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Or seen heavenly storehouses laden with snow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QUI CRÉA LE SOLEIL SA LUMIÈRE INFINIE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imagined the sun and gives source to its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ET LE CACHE POUR OFFRIR LA FRAÎCHEUR DE LA NUIT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Yet conceals it to bring us the coolness of night 
16-  QUI TE SONDERA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None can fathom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PLACES LES ÉTOILES AU CIEL INCOMMENSURABLE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TU PLACES LES ÉTOILES AU CIEL INCOMMENSURABLE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TU PLACES LES ÉTOILES AU CIEL ET TU CONNAIS LEUR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NOUS TOMBONS À GENOUX DEVANT TOI EN PROCLAMANT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TU PLACES LES ÉTOILES AU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INCOMMENSURABLE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INEXPLICABLE QUI PEUT TE DÉCRIRE OU TE CONTENIR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INCOMMENSURABLE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TU ES INDESCRIPTIBLE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FROM THE HIGHEST OF HEIGHTS TO THE DEPTHS OF THE SEA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CREATION'S REVEALING YOUR MAJESTY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FROM THE COLORS OF FALL TO THE FRAGRANCE OF SPRING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EVERY CREATURE UNIQUE IN THE SONG THAT IT SINGS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ALL EXCLAIMING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YOU ARE AMAZING GOD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WHO HAS TOLD EVERY LIGHTNING BOLT WHERE IT SHOULD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OR SEEN HEAVENLY STOREHOUSES LADEN WITH SNOW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WHO IMAGINED THE SUN AND GIVES SOURCE TO ITS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YET CONCEALS IT TO BRING US THE COOLNESS OF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NONE CAN FATHOM  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YOU ARE AMAZING GOD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CAN'T EXPLAIN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YOU PLACES THE STARS IN THE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CAN'T CONTAIN  YOU'RE ALL POWERFUL YOU'RE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CAN'T EXPLAIN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YOU PLACES THE STARS IN THE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61-  CAN'T CONTAIN  YOU'RE ALL POWERFUL, YOU'RE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62-  AWESTRUCK WE FALL TO OUR KNEES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64-  YOU PLACED THE STARS IN THE SKY 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65-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66- 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67-  AWESTRUCK WE FALL TO OUR KNEES 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68-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b="1" i="1" dirty="0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DES PROFONDEURS DES MERS AUX MONTAGNES ÉLEVÉES</a:t>
            </a:r>
          </a:p>
          <a:p>
            <a:pPr>
              <a:defRPr/>
            </a:pPr>
            <a:r>
              <a:rPr lang="fr-FR" smtClean="0"/>
              <a:t>From the highest of heights to the depths of the sea</a:t>
            </a:r>
          </a:p>
          <a:p>
            <a:pPr>
              <a:defRPr/>
            </a:pPr>
            <a:r>
              <a:rPr lang="fr-FR" smtClean="0"/>
              <a:t>2-  LA CRÉATION RÉVÈLE TA MAJESTÉ</a:t>
            </a:r>
          </a:p>
          <a:p>
            <a:pPr>
              <a:defRPr/>
            </a:pPr>
            <a:r>
              <a:rPr lang="fr-FR" smtClean="0"/>
              <a:t>Creation's revealing Your majesty 
3-  DES COULEURS DE L’AUTOMNE  AUX PARFUMS DU PRINTEMPS</a:t>
            </a:r>
          </a:p>
          <a:p>
            <a:pPr>
              <a:defRPr/>
            </a:pPr>
            <a:r>
              <a:rPr lang="fr-FR" smtClean="0"/>
              <a:t>From the colors of fall to the fragrance of spring 
4-  CHAQUE CRÉATURE UNIQUE TE CHANTE UN NOUVEAU CHANT </a:t>
            </a:r>
          </a:p>
          <a:p>
            <a:pPr>
              <a:defRPr/>
            </a:pPr>
            <a:r>
              <a:rPr lang="fr-FR" smtClean="0"/>
              <a:t>Every creature unique in the song that it sings
5-  TOUTES S’EXCLAMANT</a:t>
            </a:r>
          </a:p>
          <a:p>
            <a:pPr>
              <a:defRPr/>
            </a:pPr>
            <a:r>
              <a:rPr lang="fr-FR" smtClean="0"/>
              <a:t>All exclaiming</a:t>
            </a:r>
          </a:p>
          <a:p>
            <a:pPr>
              <a:defRPr/>
            </a:pPr>
            <a:r>
              <a:rPr lang="fr-FR" smtClean="0"/>
              <a:t> 
	6-  QUI PEUT TE DÉCRIRE OU TE CONTENIR ? </a:t>
            </a:r>
          </a:p>
          <a:p>
            <a:pPr>
              <a:defRPr/>
            </a:pPr>
            <a:r>
              <a:rPr lang="fr-FR" smtClean="0"/>
              <a:t>	Indescribable, uncontainable,
	7-  TU PLACES LES ÉTOILES AU CIEL ET TU CONNAIS LEUR NOM </a:t>
            </a:r>
          </a:p>
          <a:p>
            <a:pPr>
              <a:defRPr/>
            </a:pPr>
            <a:r>
              <a:rPr lang="fr-FR" smtClean="0"/>
              <a:t>	You placed the stars in the sky and You know them by name</a:t>
            </a:r>
          </a:p>
          <a:p>
            <a:pPr>
              <a:defRPr/>
            </a:pPr>
            <a:r>
              <a:rPr lang="fr-FR" smtClean="0"/>
              <a:t>	8-  TU ES UN DIEU SI GRAND</a:t>
            </a:r>
          </a:p>
          <a:p>
            <a:pPr>
              <a:defRPr/>
            </a:pPr>
            <a:r>
              <a:rPr lang="fr-FR" smtClean="0"/>
              <a:t>	You are amazing God 
	9-  DIEU TOUT-PUISSANT, IMPRESSIONNANT</a:t>
            </a:r>
          </a:p>
          <a:p>
            <a:pPr>
              <a:defRPr/>
            </a:pPr>
            <a:r>
              <a:rPr lang="fr-FR" smtClean="0"/>
              <a:t>	All powerful, untamable, 
	10-  NOUS TOMBONS À GENOUX DEVANT TOI EN PROCLAMANT</a:t>
            </a:r>
          </a:p>
          <a:p>
            <a:pPr>
              <a:defRPr/>
            </a:pPr>
            <a:r>
              <a:rPr lang="fr-FR" smtClean="0"/>
              <a:t>	Awestruck we fall to our knees as we humbly proclaim</a:t>
            </a:r>
          </a:p>
          <a:p>
            <a:pPr>
              <a:defRPr/>
            </a:pPr>
            <a:r>
              <a:rPr lang="fr-FR" smtClean="0"/>
              <a:t>	11- TU ES UN DIEU SI GRAND</a:t>
            </a:r>
          </a:p>
          <a:p>
            <a:pPr>
              <a:defRPr/>
            </a:pPr>
            <a:r>
              <a:rPr lang="fr-FR" smtClean="0"/>
              <a:t>	You are amazing God</a:t>
            </a:r>
          </a:p>
          <a:p>
            <a:pPr>
              <a:defRPr/>
            </a:pPr>
            <a:r>
              <a:rPr lang="fr-FR" smtClean="0"/>
              <a:t> 
12-  QUI COMMANDE AUX ÉCLAIRS DU TONNERRE OÙ ALLER ?</a:t>
            </a:r>
          </a:p>
          <a:p>
            <a:pPr>
              <a:defRPr/>
            </a:pPr>
            <a:r>
              <a:rPr lang="fr-FR" smtClean="0"/>
              <a:t>Who has told every lightning bolt where it should go 
13-  QUI ORDONNE À LA NEIGE EN QUEL LIEU SE POSER ? </a:t>
            </a:r>
          </a:p>
          <a:p>
            <a:pPr>
              <a:defRPr/>
            </a:pPr>
            <a:r>
              <a:rPr lang="fr-FR" smtClean="0"/>
              <a:t>Or seen heavenly storehouses laden with snow</a:t>
            </a:r>
          </a:p>
          <a:p>
            <a:pPr>
              <a:defRPr/>
            </a:pPr>
            <a:r>
              <a:rPr lang="fr-FR" smtClean="0"/>
              <a:t>14-  QUI CRÉA LE SOLEIL SA LUMIÈRE INFINIE ? </a:t>
            </a:r>
          </a:p>
          <a:p>
            <a:pPr>
              <a:defRPr/>
            </a:pPr>
            <a:r>
              <a:rPr lang="fr-FR" smtClean="0"/>
              <a:t>Who imagined the sun and gives source to its light</a:t>
            </a:r>
          </a:p>
          <a:p>
            <a:pPr>
              <a:defRPr/>
            </a:pPr>
            <a:r>
              <a:rPr lang="fr-FR" smtClean="0"/>
              <a:t>15-  ET LE CACHE POUR OFFRIR LA FRAÎCHEUR DE LA NUIT</a:t>
            </a:r>
          </a:p>
          <a:p>
            <a:pPr>
              <a:defRPr/>
            </a:pPr>
            <a:r>
              <a:rPr lang="fr-FR" smtClean="0"/>
              <a:t>Yet conceals it to bring us the coolness of night 
16-  QUI TE SONDERA ? </a:t>
            </a:r>
          </a:p>
          <a:p>
            <a:pPr>
              <a:defRPr/>
            </a:pPr>
            <a:r>
              <a:rPr lang="fr-FR" smtClean="0"/>
              <a:t>None can fathom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INEXPLICABLE QUI PEUT TE DÉCRIRE OU TE CONTENIR ?</a:t>
            </a:r>
          </a:p>
          <a:p>
            <a:pPr>
              <a:defRPr/>
            </a:pPr>
            <a:r>
              <a:rPr lang="fr-FR" smtClean="0"/>
              <a:t>18-  TU PLACES LES ÉTOILES AU CIEL INCOMMENSURABLE</a:t>
            </a:r>
          </a:p>
          <a:p>
            <a:pPr>
              <a:defRPr/>
            </a:pPr>
            <a:r>
              <a:rPr lang="fr-FR" smtClean="0"/>
              <a:t>19-  DIEU TOUT-PUISSANT, IMPRESSIONNANT</a:t>
            </a:r>
          </a:p>
          <a:p>
            <a:pPr>
              <a:defRPr/>
            </a:pPr>
            <a:r>
              <a:rPr lang="fr-FR" smtClean="0"/>
              <a:t>20-  FORMIDABLE NOUS TOMBONS À GENOUX DEVANT TOI</a:t>
            </a:r>
          </a:p>
          <a:p>
            <a:pPr>
              <a:defRPr/>
            </a:pPr>
            <a:r>
              <a:rPr lang="fr-FR" smtClean="0"/>
              <a:t>21-  INEXPLICABLE QUI PEUT TE DÉCRIRE OU TE CONTENIR ?</a:t>
            </a:r>
          </a:p>
          <a:p>
            <a:pPr>
              <a:defRPr/>
            </a:pPr>
            <a:r>
              <a:rPr lang="fr-FR" smtClean="0"/>
              <a:t>22-  TU PLACES LES ÉTOILES AU CIEL INCOMMENSURABLE</a:t>
            </a:r>
          </a:p>
          <a:p>
            <a:pPr>
              <a:defRPr/>
            </a:pPr>
            <a:r>
              <a:rPr lang="fr-FR" smtClean="0"/>
              <a:t>23-  DIEU TOUT-PUISSANT, IMPRESSIONNANT</a:t>
            </a:r>
          </a:p>
          <a:p>
            <a:pPr>
              <a:defRPr/>
            </a:pPr>
            <a:r>
              <a:rPr lang="fr-FR" smtClean="0"/>
              <a:t>24-  FORMIDABLE NOUS TOMBONS À GENOUX DEVANT TOI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QUI PEUT TE DÉCRIRE OU TE CONTENIR ?</a:t>
            </a:r>
          </a:p>
          <a:p>
            <a:pPr>
              <a:defRPr/>
            </a:pPr>
            <a:r>
              <a:rPr lang="fr-FR" smtClean="0"/>
              <a:t>26-  TU PLACES LES ÉTOILES AU CIEL ET TU CONNAIS LEUR NOM</a:t>
            </a:r>
          </a:p>
          <a:p>
            <a:pPr>
              <a:defRPr/>
            </a:pPr>
            <a:r>
              <a:rPr lang="fr-FR" smtClean="0"/>
              <a:t>27-  TU ES UN DIEU SI GRAND</a:t>
            </a:r>
          </a:p>
          <a:p>
            <a:pPr>
              <a:defRPr/>
            </a:pPr>
            <a:r>
              <a:rPr lang="fr-FR" smtClean="0"/>
              <a:t>28-  DIEU TOUT-PUISSANT, IMPRESSIONNANT</a:t>
            </a:r>
          </a:p>
          <a:p>
            <a:pPr>
              <a:defRPr/>
            </a:pPr>
            <a:r>
              <a:rPr lang="fr-FR" smtClean="0"/>
              <a:t>29-  NOUS TOMBONS À GENOUX DEVANT TOI EN PROCLAMANT</a:t>
            </a:r>
          </a:p>
          <a:p>
            <a:pPr>
              <a:defRPr/>
            </a:pPr>
            <a:r>
              <a:rPr lang="fr-FR" smtClean="0"/>
              <a:t>30-  TU ES UN DIEU SI GRAND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INEXPLICABLE QUI PEUT TE DÉCRIRE OU TE CONTENIR ?</a:t>
            </a:r>
          </a:p>
          <a:p>
            <a:pPr>
              <a:defRPr/>
            </a:pPr>
            <a:r>
              <a:rPr lang="fr-FR" smtClean="0"/>
              <a:t>32-  TU PLACES LES ÉTOILES AU CIEL</a:t>
            </a:r>
          </a:p>
          <a:p>
            <a:pPr>
              <a:defRPr/>
            </a:pPr>
            <a:r>
              <a:rPr lang="fr-FR" smtClean="0"/>
              <a:t>33-  INCOMMENSURABLE DIEU TOUT-PUISSANT, IMPRESSIONNANT</a:t>
            </a:r>
          </a:p>
          <a:p>
            <a:pPr>
              <a:defRPr/>
            </a:pPr>
            <a:r>
              <a:rPr lang="fr-FR" smtClean="0"/>
              <a:t>34-  FORMIDABLE NOUS TOMBONS À GENOUX DEVANT TOI</a:t>
            </a:r>
          </a:p>
          <a:p>
            <a:pPr>
              <a:defRPr/>
            </a:pPr>
            <a:r>
              <a:rPr lang="fr-FR" smtClean="0"/>
              <a:t>35-  INEXPLICABLE QUI PEUT TE DÉCRIRE OU TE CONTENIR ? </a:t>
            </a:r>
          </a:p>
          <a:p>
            <a:pPr>
              <a:defRPr/>
            </a:pPr>
            <a:r>
              <a:rPr lang="fr-FR" smtClean="0"/>
              <a:t>36-  INCOMMENSURABLE DIEU TOUT-PUISSANT, IMPRESSIONNANT</a:t>
            </a:r>
          </a:p>
          <a:p>
            <a:pPr>
              <a:defRPr/>
            </a:pPr>
            <a:r>
              <a:rPr lang="fr-FR" smtClean="0"/>
              <a:t>37-  TU ES INDESCRIPTIBLE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**************************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FROM THE HIGHEST OF HEIGHTS TO THE DEPTHS OF THE SEA</a:t>
            </a:r>
          </a:p>
          <a:p>
            <a:pPr>
              <a:defRPr/>
            </a:pPr>
            <a:r>
              <a:rPr lang="fr-FR" smtClean="0"/>
              <a:t>39-  CREATION'S REVEALING YOUR MAJESTY</a:t>
            </a:r>
          </a:p>
          <a:p>
            <a:pPr>
              <a:defRPr/>
            </a:pPr>
            <a:r>
              <a:rPr lang="fr-FR" smtClean="0"/>
              <a:t>40-  FROM THE COLORS OF FALL TO THE FRAGRANCE OF SPRING</a:t>
            </a:r>
          </a:p>
          <a:p>
            <a:pPr>
              <a:defRPr/>
            </a:pPr>
            <a:r>
              <a:rPr lang="fr-FR" smtClean="0"/>
              <a:t>41-  EVERY CREATURE UNIQUE IN THE SONG THAT IT SINGS</a:t>
            </a:r>
          </a:p>
          <a:p>
            <a:pPr>
              <a:defRPr/>
            </a:pPr>
            <a:r>
              <a:rPr lang="fr-FR" smtClean="0"/>
              <a:t>42-  ALL EXCLAIMING INDESCRIBABLE, UNCONTAINABLE</a:t>
            </a:r>
          </a:p>
          <a:p>
            <a:pPr>
              <a:defRPr/>
            </a:pPr>
            <a:r>
              <a:rPr lang="fr-FR" smtClean="0"/>
              <a:t>43-  YOU PLACED THE STARS IN THE SKY AND YOU KNOW THEM BY NAME</a:t>
            </a:r>
          </a:p>
          <a:p>
            <a:pPr>
              <a:defRPr/>
            </a:pPr>
            <a:r>
              <a:rPr lang="fr-FR" smtClean="0"/>
              <a:t>44-  YOU ARE AMAZING GOD ALL POWERFUL, UNTAMABLE</a:t>
            </a:r>
          </a:p>
          <a:p>
            <a:pPr>
              <a:defRPr/>
            </a:pPr>
            <a:r>
              <a:rPr lang="fr-FR" smtClean="0"/>
              <a:t>45-  AWESTRUCK WE FALL TO OUR KNEES AS WE HUMBLY PROCLAIM</a:t>
            </a:r>
          </a:p>
          <a:p>
            <a:pPr>
              <a:defRPr/>
            </a:pPr>
            <a:r>
              <a:rPr lang="fr-FR" smtClean="0"/>
              <a:t>46-  YOU ARE AMAZING GOD</a:t>
            </a:r>
          </a:p>
          <a:p>
            <a:pPr>
              <a:defRPr/>
            </a:pPr>
            <a:r>
              <a:rPr lang="fr-FR" smtClean="0"/>
              <a:t>47-  WHO HAS TOLD EVERY LIGHTNING BOLT WHERE IT SHOULD GO</a:t>
            </a:r>
          </a:p>
          <a:p>
            <a:pPr>
              <a:defRPr/>
            </a:pPr>
            <a:r>
              <a:rPr lang="fr-FR" smtClean="0"/>
              <a:t>48-  OR SEEN HEAVENLY STOREHOUSES LADEN WITH SNOW</a:t>
            </a:r>
          </a:p>
          <a:p>
            <a:pPr>
              <a:defRPr/>
            </a:pPr>
            <a:r>
              <a:rPr lang="fr-FR" smtClean="0"/>
              <a:t>49-  WHO IMAGINED THE SUN AND GIVES SOURCE TO ITS LIGHT</a:t>
            </a:r>
          </a:p>
          <a:p>
            <a:pPr>
              <a:defRPr/>
            </a:pPr>
            <a:r>
              <a:rPr lang="fr-FR" smtClean="0"/>
              <a:t>50-  YET CONCEALS IT TO BRING US THE COOLNESS OF NIGHT</a:t>
            </a:r>
          </a:p>
          <a:p>
            <a:pPr>
              <a:defRPr/>
            </a:pPr>
            <a:r>
              <a:rPr lang="fr-FR" smtClean="0"/>
              <a:t>51-  NONE CAN FATHOM  INDESCRIBABLE, UNCONTAINABLE</a:t>
            </a:r>
          </a:p>
          <a:p>
            <a:pPr>
              <a:defRPr/>
            </a:pPr>
            <a:r>
              <a:rPr lang="fr-FR" smtClean="0"/>
              <a:t>52-  YOU PLACED THE STARS IN THE SKY AND YOU KNOW THEM BY NAME</a:t>
            </a:r>
          </a:p>
          <a:p>
            <a:pPr>
              <a:defRPr/>
            </a:pPr>
            <a:r>
              <a:rPr lang="fr-FR" smtClean="0"/>
              <a:t>53-  YOU ARE AMAZING GOD ALL POWERFUL, UNTAMABLE</a:t>
            </a:r>
          </a:p>
          <a:p>
            <a:pPr>
              <a:defRPr/>
            </a:pPr>
            <a:r>
              <a:rPr lang="fr-FR" smtClean="0"/>
              <a:t>54-  AWESTRUCK WE FALL TO OUR KNEES AS WE HUMBLY PROCLAIM</a:t>
            </a:r>
          </a:p>
          <a:p>
            <a:pPr>
              <a:defRPr/>
            </a:pPr>
            <a:r>
              <a:rPr lang="fr-FR" smtClean="0"/>
              <a:t>55-  YOU ARE AMAZING GOD</a:t>
            </a:r>
          </a:p>
          <a:p>
            <a:pPr>
              <a:defRPr/>
            </a:pPr>
            <a:r>
              <a:rPr lang="fr-FR" smtClean="0"/>
              <a:t>56-  CAN'T EXPLAIN INDESCRIBABLE, UNCONTAINABLE</a:t>
            </a:r>
          </a:p>
          <a:p>
            <a:pPr>
              <a:defRPr/>
            </a:pPr>
            <a:r>
              <a:rPr lang="fr-FR" smtClean="0"/>
              <a:t>57-  YOU PLACES THE STARS IN THE SKY</a:t>
            </a:r>
          </a:p>
          <a:p>
            <a:pPr>
              <a:defRPr/>
            </a:pPr>
            <a:r>
              <a:rPr lang="fr-FR" smtClean="0"/>
              <a:t>58-  CAN'T CONTAIN  YOU'RE ALL POWERFUL YOU'RE UNTAMABLE</a:t>
            </a:r>
          </a:p>
          <a:p>
            <a:pPr>
              <a:defRPr/>
            </a:pPr>
            <a:r>
              <a:rPr lang="fr-FR" smtClean="0"/>
              <a:t>59-  CAN'T EXPLAIN INDESCRIBABLE, UNCONTAINABLE</a:t>
            </a:r>
          </a:p>
          <a:p>
            <a:pPr>
              <a:defRPr/>
            </a:pPr>
            <a:r>
              <a:rPr lang="fr-FR" smtClean="0"/>
              <a:t>60-  YOU PLACES THE STARS IN THE SKY</a:t>
            </a:r>
          </a:p>
          <a:p>
            <a:pPr>
              <a:defRPr/>
            </a:pPr>
            <a:r>
              <a:rPr lang="fr-FR" smtClean="0"/>
              <a:t>61-  CAN'T CONTAIN  YOU'RE ALL POWERFUL, YOU'RE UNTAMABLE</a:t>
            </a:r>
          </a:p>
          <a:p>
            <a:pPr>
              <a:defRPr/>
            </a:pPr>
            <a:r>
              <a:rPr lang="fr-FR" smtClean="0"/>
              <a:t>62-  AWESTRUCK WE FALL TO OUR KNEES</a:t>
            </a:r>
          </a:p>
          <a:p>
            <a:pPr>
              <a:defRPr/>
            </a:pPr>
            <a:r>
              <a:rPr lang="fr-FR" smtClean="0"/>
              <a:t>63-  INDESCRIBABLE, UNCONTAINABLE</a:t>
            </a:r>
          </a:p>
          <a:p>
            <a:pPr>
              <a:defRPr/>
            </a:pPr>
            <a:r>
              <a:rPr lang="fr-FR" smtClean="0"/>
              <a:t>64-  YOU PLACED THE STARS IN THE SKY  YOU KNOW THEM BY NAME</a:t>
            </a:r>
          </a:p>
          <a:p>
            <a:pPr>
              <a:defRPr/>
            </a:pPr>
            <a:r>
              <a:rPr lang="fr-FR" smtClean="0"/>
              <a:t>65-  YOU ARE AMAZING GOD</a:t>
            </a:r>
          </a:p>
          <a:p>
            <a:pPr>
              <a:defRPr/>
            </a:pPr>
            <a:r>
              <a:rPr lang="fr-FR" smtClean="0"/>
              <a:t>66-  ALL POWERFUL, UNTAMABLE</a:t>
            </a:r>
          </a:p>
          <a:p>
            <a:pPr>
              <a:defRPr/>
            </a:pPr>
            <a:r>
              <a:rPr lang="fr-FR" smtClean="0"/>
              <a:t>67-  AWESTRUCK WE FALL TO OUR KNEES  AS WE HUMBLY PROCLAIM</a:t>
            </a:r>
          </a:p>
          <a:p>
            <a:pPr>
              <a:defRPr/>
            </a:pPr>
            <a:r>
              <a:rPr lang="fr-FR" smtClean="0"/>
              <a:t>68-  YOU ARE AMAZING GOD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DES PROFONDEURS DES MERS AUX MONTAGNES ÉLEVÉES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highest of heights to the depths of the sea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LA CRÉATION RÉVÈLE TA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Creation's revealing Your majesty 
3-  DES COULEURS DE L’AUTOMNE  AUX PARFUMS DU PRINTEMPS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colors of fall to the fragrance of spring 
4-  CHAQUE CRÉATURE UNIQUE TE CHANTE UN NOUVEAU CHANT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creature unique in the song that it sings
5-  TOUTES S’EXCLAMANT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exclaiming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	6-  QUI PEUT TE DÉCRIRE OU TE CONTENIR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Indescribable, uncontainable,
	7-  TU PLACES LES ÉTOILES AU CIEL ET TU CONNAIS LEUR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amazing God 
	9-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All powerful, untamable, 
	10-  NOUS TOMBONS À GENOUX DEVANT TOI EN PROCLAMANT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12-  QUI COMMANDE AUX ÉCLAIRS DU TONNERRE OÙ ALLER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has told every lightning bolt where it should go 
13-  QUI ORDONNE À LA NEIGE EN QUEL LIEU SE POSER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Or seen heavenly storehouses laden with snow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QUI CRÉA LE SOLEIL SA LUMIÈRE INFINIE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imagined the sun and gives source to its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ET LE CACHE POUR OFFRIR LA FRAÎCHEUR DE LA NUIT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Yet conceals it to bring us the coolness of night 
16-  QUI TE SONDERA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None can fathom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PLACES LES ÉTOILES AU CIEL INCOMMENSURABLE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TU PLACES LES ÉTOILES AU CIEL INCOMMENSURABLE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TU PLACES LES ÉTOILES AU CIEL ET TU CONNAIS LEUR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NOUS TOMBONS À GENOUX DEVANT TOI EN PROCLAMANT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TU PLACES LES ÉTOILES AU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INCOMMENSURABLE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INEXPLICABLE QUI PEUT TE DÉCRIRE OU TE CONTENIR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INCOMMENSURABLE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TU ES INDESCRIPTIBLE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FROM THE HIGHEST OF HEIGHTS TO THE DEPTHS OF THE SEA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CREATION'S REVEALING YOUR MAJESTY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FROM THE COLORS OF FALL TO THE FRAGRANCE OF SPRING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EVERY CREATURE UNIQUE IN THE SONG THAT IT SINGS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ALL EXCLAIMING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YOU ARE AMAZING GOD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WHO HAS TOLD EVERY LIGHTNING BOLT WHERE IT SHOULD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OR SEEN HEAVENLY STOREHOUSES LADEN WITH SNOW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WHO IMAGINED THE SUN AND GIVES SOURCE TO ITS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YET CONCEALS IT TO BRING US THE COOLNESS OF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NONE CAN FATHOM  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YOU ARE AMAZING GOD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CAN'T EXPLAIN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YOU PLACES THE STARS IN THE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CAN'T CONTAIN  YOU'RE ALL POWERFUL YOU'RE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CAN'T EXPLAIN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YOU PLACES THE STARS IN THE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61-  CAN'T CONTAIN  YOU'RE ALL POWERFUL, YOU'RE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62-  AWESTRUCK WE FALL TO OUR KNEES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64-  YOU PLACED THE STARS IN THE SKY 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65-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66- 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67-  AWESTRUCK WE FALL TO OUR KNEES 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68-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b="1" i="1" dirty="0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DES PROFONDEURS DES MERS AUX MONTAGNES ÉLEVÉES</a:t>
            </a:r>
          </a:p>
          <a:p>
            <a:pPr>
              <a:defRPr/>
            </a:pPr>
            <a:r>
              <a:rPr lang="fr-FR" smtClean="0"/>
              <a:t>From the highest of heights to the depths of the sea</a:t>
            </a:r>
          </a:p>
          <a:p>
            <a:pPr>
              <a:defRPr/>
            </a:pPr>
            <a:r>
              <a:rPr lang="fr-FR" smtClean="0"/>
              <a:t>2-  LA CRÉATION RÉVÈLE TA MAJESTÉ</a:t>
            </a:r>
          </a:p>
          <a:p>
            <a:pPr>
              <a:defRPr/>
            </a:pPr>
            <a:r>
              <a:rPr lang="fr-FR" smtClean="0"/>
              <a:t>Creation's revealing Your majesty 
3-  DES COULEURS DE L’AUTOMNE  AUX PARFUMS DU PRINTEMPS</a:t>
            </a:r>
          </a:p>
          <a:p>
            <a:pPr>
              <a:defRPr/>
            </a:pPr>
            <a:r>
              <a:rPr lang="fr-FR" smtClean="0"/>
              <a:t>From the colors of fall to the fragrance of spring 
4-  CHAQUE CRÉATURE UNIQUE TE CHANTE UN NOUVEAU CHANT </a:t>
            </a:r>
          </a:p>
          <a:p>
            <a:pPr>
              <a:defRPr/>
            </a:pPr>
            <a:r>
              <a:rPr lang="fr-FR" smtClean="0"/>
              <a:t>Every creature unique in the song that it sings
5-  TOUTES S’EXCLAMANT</a:t>
            </a:r>
          </a:p>
          <a:p>
            <a:pPr>
              <a:defRPr/>
            </a:pPr>
            <a:r>
              <a:rPr lang="fr-FR" smtClean="0"/>
              <a:t>All exclaiming</a:t>
            </a:r>
          </a:p>
          <a:p>
            <a:pPr>
              <a:defRPr/>
            </a:pPr>
            <a:r>
              <a:rPr lang="fr-FR" smtClean="0"/>
              <a:t> 
	6-  QUI PEUT TE DÉCRIRE OU TE CONTENIR ? </a:t>
            </a:r>
          </a:p>
          <a:p>
            <a:pPr>
              <a:defRPr/>
            </a:pPr>
            <a:r>
              <a:rPr lang="fr-FR" smtClean="0"/>
              <a:t>	Indescribable, uncontainable,
	7-  TU PLACES LES ÉTOILES AU CIEL ET TU CONNAIS LEUR NOM </a:t>
            </a:r>
          </a:p>
          <a:p>
            <a:pPr>
              <a:defRPr/>
            </a:pPr>
            <a:r>
              <a:rPr lang="fr-FR" smtClean="0"/>
              <a:t>	You placed the stars in the sky and You know them by name</a:t>
            </a:r>
          </a:p>
          <a:p>
            <a:pPr>
              <a:defRPr/>
            </a:pPr>
            <a:r>
              <a:rPr lang="fr-FR" smtClean="0"/>
              <a:t>	8-  TU ES UN DIEU SI GRAND</a:t>
            </a:r>
          </a:p>
          <a:p>
            <a:pPr>
              <a:defRPr/>
            </a:pPr>
            <a:r>
              <a:rPr lang="fr-FR" smtClean="0"/>
              <a:t>	You are amazing God 
	9-  DIEU TOUT-PUISSANT, IMPRESSIONNANT</a:t>
            </a:r>
          </a:p>
          <a:p>
            <a:pPr>
              <a:defRPr/>
            </a:pPr>
            <a:r>
              <a:rPr lang="fr-FR" smtClean="0"/>
              <a:t>	All powerful, untamable, 
	10-  NOUS TOMBONS À GENOUX DEVANT TOI EN PROCLAMANT</a:t>
            </a:r>
          </a:p>
          <a:p>
            <a:pPr>
              <a:defRPr/>
            </a:pPr>
            <a:r>
              <a:rPr lang="fr-FR" smtClean="0"/>
              <a:t>	Awestruck we fall to our knees as we humbly proclaim</a:t>
            </a:r>
          </a:p>
          <a:p>
            <a:pPr>
              <a:defRPr/>
            </a:pPr>
            <a:r>
              <a:rPr lang="fr-FR" smtClean="0"/>
              <a:t>	11- TU ES UN DIEU SI GRAND</a:t>
            </a:r>
          </a:p>
          <a:p>
            <a:pPr>
              <a:defRPr/>
            </a:pPr>
            <a:r>
              <a:rPr lang="fr-FR" smtClean="0"/>
              <a:t>	You are amazing God</a:t>
            </a:r>
          </a:p>
          <a:p>
            <a:pPr>
              <a:defRPr/>
            </a:pPr>
            <a:r>
              <a:rPr lang="fr-FR" smtClean="0"/>
              <a:t> 
12-  QUI COMMANDE AUX ÉCLAIRS DU TONNERRE OÙ ALLER ?</a:t>
            </a:r>
          </a:p>
          <a:p>
            <a:pPr>
              <a:defRPr/>
            </a:pPr>
            <a:r>
              <a:rPr lang="fr-FR" smtClean="0"/>
              <a:t>Who has told every lightning bolt where it should go 
13-  QUI ORDONNE À LA NEIGE EN QUEL LIEU SE POSER ? </a:t>
            </a:r>
          </a:p>
          <a:p>
            <a:pPr>
              <a:defRPr/>
            </a:pPr>
            <a:r>
              <a:rPr lang="fr-FR" smtClean="0"/>
              <a:t>Or seen heavenly storehouses laden with snow</a:t>
            </a:r>
          </a:p>
          <a:p>
            <a:pPr>
              <a:defRPr/>
            </a:pPr>
            <a:r>
              <a:rPr lang="fr-FR" smtClean="0"/>
              <a:t>14-  QUI CRÉA LE SOLEIL SA LUMIÈRE INFINIE ? </a:t>
            </a:r>
          </a:p>
          <a:p>
            <a:pPr>
              <a:defRPr/>
            </a:pPr>
            <a:r>
              <a:rPr lang="fr-FR" smtClean="0"/>
              <a:t>Who imagined the sun and gives source to its light</a:t>
            </a:r>
          </a:p>
          <a:p>
            <a:pPr>
              <a:defRPr/>
            </a:pPr>
            <a:r>
              <a:rPr lang="fr-FR" smtClean="0"/>
              <a:t>15-  ET LE CACHE POUR OFFRIR LA FRAÎCHEUR DE LA NUIT</a:t>
            </a:r>
          </a:p>
          <a:p>
            <a:pPr>
              <a:defRPr/>
            </a:pPr>
            <a:r>
              <a:rPr lang="fr-FR" smtClean="0"/>
              <a:t>Yet conceals it to bring us the coolness of night 
16-  QUI TE SONDERA ? </a:t>
            </a:r>
          </a:p>
          <a:p>
            <a:pPr>
              <a:defRPr/>
            </a:pPr>
            <a:r>
              <a:rPr lang="fr-FR" smtClean="0"/>
              <a:t>None can fathom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INEXPLICABLE QUI PEUT TE DÉCRIRE OU TE CONTENIR ?</a:t>
            </a:r>
          </a:p>
          <a:p>
            <a:pPr>
              <a:defRPr/>
            </a:pPr>
            <a:r>
              <a:rPr lang="fr-FR" smtClean="0"/>
              <a:t>18-  TU PLACES LES ÉTOILES AU CIEL INCOMMENSURABLE</a:t>
            </a:r>
          </a:p>
          <a:p>
            <a:pPr>
              <a:defRPr/>
            </a:pPr>
            <a:r>
              <a:rPr lang="fr-FR" smtClean="0"/>
              <a:t>19-  DIEU TOUT-PUISSANT, IMPRESSIONNANT</a:t>
            </a:r>
          </a:p>
          <a:p>
            <a:pPr>
              <a:defRPr/>
            </a:pPr>
            <a:r>
              <a:rPr lang="fr-FR" smtClean="0"/>
              <a:t>20-  FORMIDABLE NOUS TOMBONS À GENOUX DEVANT TOI</a:t>
            </a:r>
          </a:p>
          <a:p>
            <a:pPr>
              <a:defRPr/>
            </a:pPr>
            <a:r>
              <a:rPr lang="fr-FR" smtClean="0"/>
              <a:t>21-  INEXPLICABLE QUI PEUT TE DÉCRIRE OU TE CONTENIR ?</a:t>
            </a:r>
          </a:p>
          <a:p>
            <a:pPr>
              <a:defRPr/>
            </a:pPr>
            <a:r>
              <a:rPr lang="fr-FR" smtClean="0"/>
              <a:t>22-  TU PLACES LES ÉTOILES AU CIEL INCOMMENSURABLE</a:t>
            </a:r>
          </a:p>
          <a:p>
            <a:pPr>
              <a:defRPr/>
            </a:pPr>
            <a:r>
              <a:rPr lang="fr-FR" smtClean="0"/>
              <a:t>23-  DIEU TOUT-PUISSANT, IMPRESSIONNANT</a:t>
            </a:r>
          </a:p>
          <a:p>
            <a:pPr>
              <a:defRPr/>
            </a:pPr>
            <a:r>
              <a:rPr lang="fr-FR" smtClean="0"/>
              <a:t>24-  FORMIDABLE NOUS TOMBONS À GENOUX DEVANT TOI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QUI PEUT TE DÉCRIRE OU TE CONTENIR ?</a:t>
            </a:r>
          </a:p>
          <a:p>
            <a:pPr>
              <a:defRPr/>
            </a:pPr>
            <a:r>
              <a:rPr lang="fr-FR" smtClean="0"/>
              <a:t>26-  TU PLACES LES ÉTOILES AU CIEL ET TU CONNAIS LEUR NOM</a:t>
            </a:r>
          </a:p>
          <a:p>
            <a:pPr>
              <a:defRPr/>
            </a:pPr>
            <a:r>
              <a:rPr lang="fr-FR" smtClean="0"/>
              <a:t>27-  TU ES UN DIEU SI GRAND</a:t>
            </a:r>
          </a:p>
          <a:p>
            <a:pPr>
              <a:defRPr/>
            </a:pPr>
            <a:r>
              <a:rPr lang="fr-FR" smtClean="0"/>
              <a:t>28-  DIEU TOUT-PUISSANT, IMPRESSIONNANT</a:t>
            </a:r>
          </a:p>
          <a:p>
            <a:pPr>
              <a:defRPr/>
            </a:pPr>
            <a:r>
              <a:rPr lang="fr-FR" smtClean="0"/>
              <a:t>29-  NOUS TOMBONS À GENOUX DEVANT TOI EN PROCLAMANT</a:t>
            </a:r>
          </a:p>
          <a:p>
            <a:pPr>
              <a:defRPr/>
            </a:pPr>
            <a:r>
              <a:rPr lang="fr-FR" smtClean="0"/>
              <a:t>30-  TU ES UN DIEU SI GRAND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INEXPLICABLE QUI PEUT TE DÉCRIRE OU TE CONTENIR ?</a:t>
            </a:r>
          </a:p>
          <a:p>
            <a:pPr>
              <a:defRPr/>
            </a:pPr>
            <a:r>
              <a:rPr lang="fr-FR" smtClean="0"/>
              <a:t>32-  TU PLACES LES ÉTOILES AU CIEL</a:t>
            </a:r>
          </a:p>
          <a:p>
            <a:pPr>
              <a:defRPr/>
            </a:pPr>
            <a:r>
              <a:rPr lang="fr-FR" smtClean="0"/>
              <a:t>33-  INCOMMENSURABLE DIEU TOUT-PUISSANT, IMPRESSIONNANT</a:t>
            </a:r>
          </a:p>
          <a:p>
            <a:pPr>
              <a:defRPr/>
            </a:pPr>
            <a:r>
              <a:rPr lang="fr-FR" smtClean="0"/>
              <a:t>34-  FORMIDABLE NOUS TOMBONS À GENOUX DEVANT TOI</a:t>
            </a:r>
          </a:p>
          <a:p>
            <a:pPr>
              <a:defRPr/>
            </a:pPr>
            <a:r>
              <a:rPr lang="fr-FR" smtClean="0"/>
              <a:t>35-  INEXPLICABLE QUI PEUT TE DÉCRIRE OU TE CONTENIR ? </a:t>
            </a:r>
          </a:p>
          <a:p>
            <a:pPr>
              <a:defRPr/>
            </a:pPr>
            <a:r>
              <a:rPr lang="fr-FR" smtClean="0"/>
              <a:t>36-  INCOMMENSURABLE DIEU TOUT-PUISSANT, IMPRESSIONNANT</a:t>
            </a:r>
          </a:p>
          <a:p>
            <a:pPr>
              <a:defRPr/>
            </a:pPr>
            <a:r>
              <a:rPr lang="fr-FR" smtClean="0"/>
              <a:t>37-  TU ES INDESCRIPTIBLE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**************************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FROM THE HIGHEST OF HEIGHTS TO THE DEPTHS OF THE SEA</a:t>
            </a:r>
          </a:p>
          <a:p>
            <a:pPr>
              <a:defRPr/>
            </a:pPr>
            <a:r>
              <a:rPr lang="fr-FR" smtClean="0"/>
              <a:t>39-  CREATION'S REVEALING YOUR MAJESTY</a:t>
            </a:r>
          </a:p>
          <a:p>
            <a:pPr>
              <a:defRPr/>
            </a:pPr>
            <a:r>
              <a:rPr lang="fr-FR" smtClean="0"/>
              <a:t>40-  FROM THE COLORS OF FALL TO THE FRAGRANCE OF SPRING</a:t>
            </a:r>
          </a:p>
          <a:p>
            <a:pPr>
              <a:defRPr/>
            </a:pPr>
            <a:r>
              <a:rPr lang="fr-FR" smtClean="0"/>
              <a:t>41-  EVERY CREATURE UNIQUE IN THE SONG THAT IT SINGS</a:t>
            </a:r>
          </a:p>
          <a:p>
            <a:pPr>
              <a:defRPr/>
            </a:pPr>
            <a:r>
              <a:rPr lang="fr-FR" smtClean="0"/>
              <a:t>42-  ALL EXCLAIMING INDESCRIBABLE, UNCONTAINABLE</a:t>
            </a:r>
          </a:p>
          <a:p>
            <a:pPr>
              <a:defRPr/>
            </a:pPr>
            <a:r>
              <a:rPr lang="fr-FR" smtClean="0"/>
              <a:t>43-  YOU PLACED THE STARS IN THE SKY AND YOU KNOW THEM BY NAME</a:t>
            </a:r>
          </a:p>
          <a:p>
            <a:pPr>
              <a:defRPr/>
            </a:pPr>
            <a:r>
              <a:rPr lang="fr-FR" smtClean="0"/>
              <a:t>44-  YOU ARE AMAZING GOD ALL POWERFUL, UNTAMABLE</a:t>
            </a:r>
          </a:p>
          <a:p>
            <a:pPr>
              <a:defRPr/>
            </a:pPr>
            <a:r>
              <a:rPr lang="fr-FR" smtClean="0"/>
              <a:t>45-  AWESTRUCK WE FALL TO OUR KNEES AS WE HUMBLY PROCLAIM</a:t>
            </a:r>
          </a:p>
          <a:p>
            <a:pPr>
              <a:defRPr/>
            </a:pPr>
            <a:r>
              <a:rPr lang="fr-FR" smtClean="0"/>
              <a:t>46-  YOU ARE AMAZING GOD</a:t>
            </a:r>
          </a:p>
          <a:p>
            <a:pPr>
              <a:defRPr/>
            </a:pPr>
            <a:r>
              <a:rPr lang="fr-FR" smtClean="0"/>
              <a:t>47-  WHO HAS TOLD EVERY LIGHTNING BOLT WHERE IT SHOULD GO</a:t>
            </a:r>
          </a:p>
          <a:p>
            <a:pPr>
              <a:defRPr/>
            </a:pPr>
            <a:r>
              <a:rPr lang="fr-FR" smtClean="0"/>
              <a:t>48-  OR SEEN HEAVENLY STOREHOUSES LADEN WITH SNOW</a:t>
            </a:r>
          </a:p>
          <a:p>
            <a:pPr>
              <a:defRPr/>
            </a:pPr>
            <a:r>
              <a:rPr lang="fr-FR" smtClean="0"/>
              <a:t>49-  WHO IMAGINED THE SUN AND GIVES SOURCE TO ITS LIGHT</a:t>
            </a:r>
          </a:p>
          <a:p>
            <a:pPr>
              <a:defRPr/>
            </a:pPr>
            <a:r>
              <a:rPr lang="fr-FR" smtClean="0"/>
              <a:t>50-  YET CONCEALS IT TO BRING US THE COOLNESS OF NIGHT</a:t>
            </a:r>
          </a:p>
          <a:p>
            <a:pPr>
              <a:defRPr/>
            </a:pPr>
            <a:r>
              <a:rPr lang="fr-FR" smtClean="0"/>
              <a:t>51-  NONE CAN FATHOM  INDESCRIBABLE, UNCONTAINABLE</a:t>
            </a:r>
          </a:p>
          <a:p>
            <a:pPr>
              <a:defRPr/>
            </a:pPr>
            <a:r>
              <a:rPr lang="fr-FR" smtClean="0"/>
              <a:t>52-  YOU PLACED THE STARS IN THE SKY AND YOU KNOW THEM BY NAME</a:t>
            </a:r>
          </a:p>
          <a:p>
            <a:pPr>
              <a:defRPr/>
            </a:pPr>
            <a:r>
              <a:rPr lang="fr-FR" smtClean="0"/>
              <a:t>53-  YOU ARE AMAZING GOD ALL POWERFUL, UNTAMABLE</a:t>
            </a:r>
          </a:p>
          <a:p>
            <a:pPr>
              <a:defRPr/>
            </a:pPr>
            <a:r>
              <a:rPr lang="fr-FR" smtClean="0"/>
              <a:t>54-  AWESTRUCK WE FALL TO OUR KNEES AS WE HUMBLY PROCLAIM</a:t>
            </a:r>
          </a:p>
          <a:p>
            <a:pPr>
              <a:defRPr/>
            </a:pPr>
            <a:r>
              <a:rPr lang="fr-FR" smtClean="0"/>
              <a:t>55-  YOU ARE AMAZING GOD</a:t>
            </a:r>
          </a:p>
          <a:p>
            <a:pPr>
              <a:defRPr/>
            </a:pPr>
            <a:r>
              <a:rPr lang="fr-FR" smtClean="0"/>
              <a:t>56-  CAN'T EXPLAIN INDESCRIBABLE, UNCONTAINABLE</a:t>
            </a:r>
          </a:p>
          <a:p>
            <a:pPr>
              <a:defRPr/>
            </a:pPr>
            <a:r>
              <a:rPr lang="fr-FR" smtClean="0"/>
              <a:t>57-  YOU PLACES THE STARS IN THE SKY</a:t>
            </a:r>
          </a:p>
          <a:p>
            <a:pPr>
              <a:defRPr/>
            </a:pPr>
            <a:r>
              <a:rPr lang="fr-FR" smtClean="0"/>
              <a:t>58-  CAN'T CONTAIN  YOU'RE ALL POWERFUL YOU'RE UNTAMABLE</a:t>
            </a:r>
          </a:p>
          <a:p>
            <a:pPr>
              <a:defRPr/>
            </a:pPr>
            <a:r>
              <a:rPr lang="fr-FR" smtClean="0"/>
              <a:t>59-  CAN'T EXPLAIN INDESCRIBABLE, UNCONTAINABLE</a:t>
            </a:r>
          </a:p>
          <a:p>
            <a:pPr>
              <a:defRPr/>
            </a:pPr>
            <a:r>
              <a:rPr lang="fr-FR" smtClean="0"/>
              <a:t>60-  YOU PLACES THE STARS IN THE SKY</a:t>
            </a:r>
          </a:p>
          <a:p>
            <a:pPr>
              <a:defRPr/>
            </a:pPr>
            <a:r>
              <a:rPr lang="fr-FR" smtClean="0"/>
              <a:t>61-  CAN'T CONTAIN  YOU'RE ALL POWERFUL, YOU'RE UNTAMABLE</a:t>
            </a:r>
          </a:p>
          <a:p>
            <a:pPr>
              <a:defRPr/>
            </a:pPr>
            <a:r>
              <a:rPr lang="fr-FR" smtClean="0"/>
              <a:t>62-  AWESTRUCK WE FALL TO OUR KNEES</a:t>
            </a:r>
          </a:p>
          <a:p>
            <a:pPr>
              <a:defRPr/>
            </a:pPr>
            <a:r>
              <a:rPr lang="fr-FR" smtClean="0"/>
              <a:t>63-  INDESCRIBABLE, UNCONTAINABLE</a:t>
            </a:r>
          </a:p>
          <a:p>
            <a:pPr>
              <a:defRPr/>
            </a:pPr>
            <a:r>
              <a:rPr lang="fr-FR" smtClean="0"/>
              <a:t>64-  YOU PLACED THE STARS IN THE SKY  YOU KNOW THEM BY NAME</a:t>
            </a:r>
          </a:p>
          <a:p>
            <a:pPr>
              <a:defRPr/>
            </a:pPr>
            <a:r>
              <a:rPr lang="fr-FR" smtClean="0"/>
              <a:t>65-  YOU ARE AMAZING GOD</a:t>
            </a:r>
          </a:p>
          <a:p>
            <a:pPr>
              <a:defRPr/>
            </a:pPr>
            <a:r>
              <a:rPr lang="fr-FR" smtClean="0"/>
              <a:t>66-  ALL POWERFUL, UNTAMABLE</a:t>
            </a:r>
          </a:p>
          <a:p>
            <a:pPr>
              <a:defRPr/>
            </a:pPr>
            <a:r>
              <a:rPr lang="fr-FR" smtClean="0"/>
              <a:t>67-  AWESTRUCK WE FALL TO OUR KNEES  AS WE HUMBLY PROCLAIM</a:t>
            </a:r>
          </a:p>
          <a:p>
            <a:pPr>
              <a:defRPr/>
            </a:pPr>
            <a:r>
              <a:rPr lang="fr-FR" smtClean="0"/>
              <a:t>68-  YOU ARE AMAZING GOD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DES PROFONDEURS DES MERS AUX MONTAGNES ÉLEVÉES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highest of heights to the depths of the sea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LA CRÉATION RÉVÈLE TA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Creation's revealing Your majesty 
3-  DES COULEURS DE L’AUTOMNE  AUX PARFUMS DU PRINTEMPS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colors of fall to the fragrance of spring 
4-  CHAQUE CRÉATURE UNIQUE TE CHANTE UN NOUVEAU CHANT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creature unique in the song that it sings
5-  TOUTES S’EXCLAMANT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exclaiming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	6-  QUI PEUT TE DÉCRIRE OU TE CONTENIR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Indescribable, uncontainable,
	7-  TU PLACES LES ÉTOILES AU CIEL ET TU CONNAIS LEUR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amazing God 
	9-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All powerful, untamable, 
	10-  NOUS TOMBONS À GENOUX DEVANT TOI EN PROCLAMANT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12-  QUI COMMANDE AUX ÉCLAIRS DU TONNERRE OÙ ALLER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has told every lightning bolt where it should go 
13-  QUI ORDONNE À LA NEIGE EN QUEL LIEU SE POSER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Or seen heavenly storehouses laden with snow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QUI CRÉA LE SOLEIL SA LUMIÈRE INFINIE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imagined the sun and gives source to its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ET LE CACHE POUR OFFRIR LA FRAÎCHEUR DE LA NUIT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Yet conceals it to bring us the coolness of night 
16-  QUI TE SONDERA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None can fathom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PLACES LES ÉTOILES AU CIEL INCOMMENSURABLE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TU PLACES LES ÉTOILES AU CIEL INCOMMENSURABLE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TU PLACES LES ÉTOILES AU CIEL ET TU CONNAIS LEUR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NOUS TOMBONS À GENOUX DEVANT TOI EN PROCLAMANT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TU PLACES LES ÉTOILES AU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INCOMMENSURABLE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INEXPLICABLE QUI PEUT TE DÉCRIRE OU TE CONTENIR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INCOMMENSURABLE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TU ES INDESCRIPTIBLE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FROM THE HIGHEST OF HEIGHTS TO THE DEPTHS OF THE SEA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CREATION'S REVEALING YOUR MAJESTY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FROM THE COLORS OF FALL TO THE FRAGRANCE OF SPRING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EVERY CREATURE UNIQUE IN THE SONG THAT IT SINGS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ALL EXCLAIMING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YOU ARE AMAZING GOD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WHO HAS TOLD EVERY LIGHTNING BOLT WHERE IT SHOULD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OR SEEN HEAVENLY STOREHOUSES LADEN WITH SNOW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WHO IMAGINED THE SUN AND GIVES SOURCE TO ITS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YET CONCEALS IT TO BRING US THE COOLNESS OF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NONE CAN FATHOM  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YOU ARE AMAZING GOD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CAN'T EXPLAIN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YOU PLACES THE STARS IN THE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CAN'T CONTAIN  YOU'RE ALL POWERFUL YOU'RE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CAN'T EXPLAIN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YOU PLACES THE STARS IN THE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61-  CAN'T CONTAIN  YOU'RE ALL POWERFUL, YOU'RE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62-  AWESTRUCK WE FALL TO OUR KNEES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64-  YOU PLACED THE STARS IN THE SKY 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65-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66- 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67-  AWESTRUCK WE FALL TO OUR KNEES 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68-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b="1" i="1" dirty="0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DES PROFONDEURS DES MERS AUX MONTAGNES ÉLEVÉES</a:t>
            </a:r>
          </a:p>
          <a:p>
            <a:pPr>
              <a:defRPr/>
            </a:pPr>
            <a:r>
              <a:rPr lang="fr-FR" smtClean="0"/>
              <a:t>From the highest of heights to the depths of the sea</a:t>
            </a:r>
          </a:p>
          <a:p>
            <a:pPr>
              <a:defRPr/>
            </a:pPr>
            <a:r>
              <a:rPr lang="fr-FR" smtClean="0"/>
              <a:t>2-  LA CRÉATION RÉVÈLE TA MAJESTÉ</a:t>
            </a:r>
          </a:p>
          <a:p>
            <a:pPr>
              <a:defRPr/>
            </a:pPr>
            <a:r>
              <a:rPr lang="fr-FR" smtClean="0"/>
              <a:t>Creation's revealing Your majesty 
3-  DES COULEURS DE L’AUTOMNE  AUX PARFUMS DU PRINTEMPS</a:t>
            </a:r>
          </a:p>
          <a:p>
            <a:pPr>
              <a:defRPr/>
            </a:pPr>
            <a:r>
              <a:rPr lang="fr-FR" smtClean="0"/>
              <a:t>From the colors of fall to the fragrance of spring 
4-  CHAQUE CRÉATURE UNIQUE TE CHANTE UN NOUVEAU CHANT </a:t>
            </a:r>
          </a:p>
          <a:p>
            <a:pPr>
              <a:defRPr/>
            </a:pPr>
            <a:r>
              <a:rPr lang="fr-FR" smtClean="0"/>
              <a:t>Every creature unique in the song that it sings
5-  TOUTES S’EXCLAMANT</a:t>
            </a:r>
          </a:p>
          <a:p>
            <a:pPr>
              <a:defRPr/>
            </a:pPr>
            <a:r>
              <a:rPr lang="fr-FR" smtClean="0"/>
              <a:t>All exclaiming</a:t>
            </a:r>
          </a:p>
          <a:p>
            <a:pPr>
              <a:defRPr/>
            </a:pPr>
            <a:r>
              <a:rPr lang="fr-FR" smtClean="0"/>
              <a:t> 
	6-  QUI PEUT TE DÉCRIRE OU TE CONTENIR ? </a:t>
            </a:r>
          </a:p>
          <a:p>
            <a:pPr>
              <a:defRPr/>
            </a:pPr>
            <a:r>
              <a:rPr lang="fr-FR" smtClean="0"/>
              <a:t>	Indescribable, uncontainable,
	7-  TU PLACES LES ÉTOILES AU CIEL ET TU CONNAIS LEUR NOM </a:t>
            </a:r>
          </a:p>
          <a:p>
            <a:pPr>
              <a:defRPr/>
            </a:pPr>
            <a:r>
              <a:rPr lang="fr-FR" smtClean="0"/>
              <a:t>	You placed the stars in the sky and You know them by name</a:t>
            </a:r>
          </a:p>
          <a:p>
            <a:pPr>
              <a:defRPr/>
            </a:pPr>
            <a:r>
              <a:rPr lang="fr-FR" smtClean="0"/>
              <a:t>	8-  TU ES UN DIEU SI GRAND</a:t>
            </a:r>
          </a:p>
          <a:p>
            <a:pPr>
              <a:defRPr/>
            </a:pPr>
            <a:r>
              <a:rPr lang="fr-FR" smtClean="0"/>
              <a:t>	You are amazing God 
	9-  DIEU TOUT-PUISSANT, IMPRESSIONNANT</a:t>
            </a:r>
          </a:p>
          <a:p>
            <a:pPr>
              <a:defRPr/>
            </a:pPr>
            <a:r>
              <a:rPr lang="fr-FR" smtClean="0"/>
              <a:t>	All powerful, untamable, 
	10-  NOUS TOMBONS À GENOUX DEVANT TOI EN PROCLAMANT</a:t>
            </a:r>
          </a:p>
          <a:p>
            <a:pPr>
              <a:defRPr/>
            </a:pPr>
            <a:r>
              <a:rPr lang="fr-FR" smtClean="0"/>
              <a:t>	Awestruck we fall to our knees as we humbly proclaim</a:t>
            </a:r>
          </a:p>
          <a:p>
            <a:pPr>
              <a:defRPr/>
            </a:pPr>
            <a:r>
              <a:rPr lang="fr-FR" smtClean="0"/>
              <a:t>	11- TU ES UN DIEU SI GRAND</a:t>
            </a:r>
          </a:p>
          <a:p>
            <a:pPr>
              <a:defRPr/>
            </a:pPr>
            <a:r>
              <a:rPr lang="fr-FR" smtClean="0"/>
              <a:t>	You are amazing God</a:t>
            </a:r>
          </a:p>
          <a:p>
            <a:pPr>
              <a:defRPr/>
            </a:pPr>
            <a:r>
              <a:rPr lang="fr-FR" smtClean="0"/>
              <a:t> 
12-  QUI COMMANDE AUX ÉCLAIRS DU TONNERRE OÙ ALLER ?</a:t>
            </a:r>
          </a:p>
          <a:p>
            <a:pPr>
              <a:defRPr/>
            </a:pPr>
            <a:r>
              <a:rPr lang="fr-FR" smtClean="0"/>
              <a:t>Who has told every lightning bolt where it should go 
13-  QUI ORDONNE À LA NEIGE EN QUEL LIEU SE POSER ? </a:t>
            </a:r>
          </a:p>
          <a:p>
            <a:pPr>
              <a:defRPr/>
            </a:pPr>
            <a:r>
              <a:rPr lang="fr-FR" smtClean="0"/>
              <a:t>Or seen heavenly storehouses laden with snow</a:t>
            </a:r>
          </a:p>
          <a:p>
            <a:pPr>
              <a:defRPr/>
            </a:pPr>
            <a:r>
              <a:rPr lang="fr-FR" smtClean="0"/>
              <a:t>14-  QUI CRÉA LE SOLEIL SA LUMIÈRE INFINIE ? </a:t>
            </a:r>
          </a:p>
          <a:p>
            <a:pPr>
              <a:defRPr/>
            </a:pPr>
            <a:r>
              <a:rPr lang="fr-FR" smtClean="0"/>
              <a:t>Who imagined the sun and gives source to its light</a:t>
            </a:r>
          </a:p>
          <a:p>
            <a:pPr>
              <a:defRPr/>
            </a:pPr>
            <a:r>
              <a:rPr lang="fr-FR" smtClean="0"/>
              <a:t>15-  ET LE CACHE POUR OFFRIR LA FRAÎCHEUR DE LA NUIT</a:t>
            </a:r>
          </a:p>
          <a:p>
            <a:pPr>
              <a:defRPr/>
            </a:pPr>
            <a:r>
              <a:rPr lang="fr-FR" smtClean="0"/>
              <a:t>Yet conceals it to bring us the coolness of night 
16-  QUI TE SONDERA ? </a:t>
            </a:r>
          </a:p>
          <a:p>
            <a:pPr>
              <a:defRPr/>
            </a:pPr>
            <a:r>
              <a:rPr lang="fr-FR" smtClean="0"/>
              <a:t>None can fathom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INEXPLICABLE QUI PEUT TE DÉCRIRE OU TE CONTENIR ?</a:t>
            </a:r>
          </a:p>
          <a:p>
            <a:pPr>
              <a:defRPr/>
            </a:pPr>
            <a:r>
              <a:rPr lang="fr-FR" smtClean="0"/>
              <a:t>18-  TU PLACES LES ÉTOILES AU CIEL INCOMMENSURABLE</a:t>
            </a:r>
          </a:p>
          <a:p>
            <a:pPr>
              <a:defRPr/>
            </a:pPr>
            <a:r>
              <a:rPr lang="fr-FR" smtClean="0"/>
              <a:t>19-  DIEU TOUT-PUISSANT, IMPRESSIONNANT</a:t>
            </a:r>
          </a:p>
          <a:p>
            <a:pPr>
              <a:defRPr/>
            </a:pPr>
            <a:r>
              <a:rPr lang="fr-FR" smtClean="0"/>
              <a:t>20-  FORMIDABLE NOUS TOMBONS À GENOUX DEVANT TOI</a:t>
            </a:r>
          </a:p>
          <a:p>
            <a:pPr>
              <a:defRPr/>
            </a:pPr>
            <a:r>
              <a:rPr lang="fr-FR" smtClean="0"/>
              <a:t>21-  INEXPLICABLE QUI PEUT TE DÉCRIRE OU TE CONTENIR ?</a:t>
            </a:r>
          </a:p>
          <a:p>
            <a:pPr>
              <a:defRPr/>
            </a:pPr>
            <a:r>
              <a:rPr lang="fr-FR" smtClean="0"/>
              <a:t>22-  TU PLACES LES ÉTOILES AU CIEL INCOMMENSURABLE</a:t>
            </a:r>
          </a:p>
          <a:p>
            <a:pPr>
              <a:defRPr/>
            </a:pPr>
            <a:r>
              <a:rPr lang="fr-FR" smtClean="0"/>
              <a:t>23-  DIEU TOUT-PUISSANT, IMPRESSIONNANT</a:t>
            </a:r>
          </a:p>
          <a:p>
            <a:pPr>
              <a:defRPr/>
            </a:pPr>
            <a:r>
              <a:rPr lang="fr-FR" smtClean="0"/>
              <a:t>24-  FORMIDABLE NOUS TOMBONS À GENOUX DEVANT TOI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QUI PEUT TE DÉCRIRE OU TE CONTENIR ?</a:t>
            </a:r>
          </a:p>
          <a:p>
            <a:pPr>
              <a:defRPr/>
            </a:pPr>
            <a:r>
              <a:rPr lang="fr-FR" smtClean="0"/>
              <a:t>26-  TU PLACES LES ÉTOILES AU CIEL ET TU CONNAIS LEUR NOM</a:t>
            </a:r>
          </a:p>
          <a:p>
            <a:pPr>
              <a:defRPr/>
            </a:pPr>
            <a:r>
              <a:rPr lang="fr-FR" smtClean="0"/>
              <a:t>27-  TU ES UN DIEU SI GRAND</a:t>
            </a:r>
          </a:p>
          <a:p>
            <a:pPr>
              <a:defRPr/>
            </a:pPr>
            <a:r>
              <a:rPr lang="fr-FR" smtClean="0"/>
              <a:t>28-  DIEU TOUT-PUISSANT, IMPRESSIONNANT</a:t>
            </a:r>
          </a:p>
          <a:p>
            <a:pPr>
              <a:defRPr/>
            </a:pPr>
            <a:r>
              <a:rPr lang="fr-FR" smtClean="0"/>
              <a:t>29-  NOUS TOMBONS À GENOUX DEVANT TOI EN PROCLAMANT</a:t>
            </a:r>
          </a:p>
          <a:p>
            <a:pPr>
              <a:defRPr/>
            </a:pPr>
            <a:r>
              <a:rPr lang="fr-FR" smtClean="0"/>
              <a:t>30-  TU ES UN DIEU SI GRAND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INEXPLICABLE QUI PEUT TE DÉCRIRE OU TE CONTENIR ?</a:t>
            </a:r>
          </a:p>
          <a:p>
            <a:pPr>
              <a:defRPr/>
            </a:pPr>
            <a:r>
              <a:rPr lang="fr-FR" smtClean="0"/>
              <a:t>32-  TU PLACES LES ÉTOILES AU CIEL</a:t>
            </a:r>
          </a:p>
          <a:p>
            <a:pPr>
              <a:defRPr/>
            </a:pPr>
            <a:r>
              <a:rPr lang="fr-FR" smtClean="0"/>
              <a:t>33-  INCOMMENSURABLE DIEU TOUT-PUISSANT, IMPRESSIONNANT</a:t>
            </a:r>
          </a:p>
          <a:p>
            <a:pPr>
              <a:defRPr/>
            </a:pPr>
            <a:r>
              <a:rPr lang="fr-FR" smtClean="0"/>
              <a:t>34-  FORMIDABLE NOUS TOMBONS À GENOUX DEVANT TOI</a:t>
            </a:r>
          </a:p>
          <a:p>
            <a:pPr>
              <a:defRPr/>
            </a:pPr>
            <a:r>
              <a:rPr lang="fr-FR" smtClean="0"/>
              <a:t>35-  INEXPLICABLE QUI PEUT TE DÉCRIRE OU TE CONTENIR ? </a:t>
            </a:r>
          </a:p>
          <a:p>
            <a:pPr>
              <a:defRPr/>
            </a:pPr>
            <a:r>
              <a:rPr lang="fr-FR" smtClean="0"/>
              <a:t>36-  INCOMMENSURABLE DIEU TOUT-PUISSANT, IMPRESSIONNANT</a:t>
            </a:r>
          </a:p>
          <a:p>
            <a:pPr>
              <a:defRPr/>
            </a:pPr>
            <a:r>
              <a:rPr lang="fr-FR" smtClean="0"/>
              <a:t>37-  TU ES INDESCRIPTIBLE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**************************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FROM THE HIGHEST OF HEIGHTS TO THE DEPTHS OF THE SEA</a:t>
            </a:r>
          </a:p>
          <a:p>
            <a:pPr>
              <a:defRPr/>
            </a:pPr>
            <a:r>
              <a:rPr lang="fr-FR" smtClean="0"/>
              <a:t>39-  CREATION'S REVEALING YOUR MAJESTY</a:t>
            </a:r>
          </a:p>
          <a:p>
            <a:pPr>
              <a:defRPr/>
            </a:pPr>
            <a:r>
              <a:rPr lang="fr-FR" smtClean="0"/>
              <a:t>40-  FROM THE COLORS OF FALL TO THE FRAGRANCE OF SPRING</a:t>
            </a:r>
          </a:p>
          <a:p>
            <a:pPr>
              <a:defRPr/>
            </a:pPr>
            <a:r>
              <a:rPr lang="fr-FR" smtClean="0"/>
              <a:t>41-  EVERY CREATURE UNIQUE IN THE SONG THAT IT SINGS</a:t>
            </a:r>
          </a:p>
          <a:p>
            <a:pPr>
              <a:defRPr/>
            </a:pPr>
            <a:r>
              <a:rPr lang="fr-FR" smtClean="0"/>
              <a:t>42-  ALL EXCLAIMING INDESCRIBABLE, UNCONTAINABLE</a:t>
            </a:r>
          </a:p>
          <a:p>
            <a:pPr>
              <a:defRPr/>
            </a:pPr>
            <a:r>
              <a:rPr lang="fr-FR" smtClean="0"/>
              <a:t>43-  YOU PLACED THE STARS IN THE SKY AND YOU KNOW THEM BY NAME</a:t>
            </a:r>
          </a:p>
          <a:p>
            <a:pPr>
              <a:defRPr/>
            </a:pPr>
            <a:r>
              <a:rPr lang="fr-FR" smtClean="0"/>
              <a:t>44-  YOU ARE AMAZING GOD ALL POWERFUL, UNTAMABLE</a:t>
            </a:r>
          </a:p>
          <a:p>
            <a:pPr>
              <a:defRPr/>
            </a:pPr>
            <a:r>
              <a:rPr lang="fr-FR" smtClean="0"/>
              <a:t>45-  AWESTRUCK WE FALL TO OUR KNEES AS WE HUMBLY PROCLAIM</a:t>
            </a:r>
          </a:p>
          <a:p>
            <a:pPr>
              <a:defRPr/>
            </a:pPr>
            <a:r>
              <a:rPr lang="fr-FR" smtClean="0"/>
              <a:t>46-  YOU ARE AMAZING GOD</a:t>
            </a:r>
          </a:p>
          <a:p>
            <a:pPr>
              <a:defRPr/>
            </a:pPr>
            <a:r>
              <a:rPr lang="fr-FR" smtClean="0"/>
              <a:t>47-  WHO HAS TOLD EVERY LIGHTNING BOLT WHERE IT SHOULD GO</a:t>
            </a:r>
          </a:p>
          <a:p>
            <a:pPr>
              <a:defRPr/>
            </a:pPr>
            <a:r>
              <a:rPr lang="fr-FR" smtClean="0"/>
              <a:t>48-  OR SEEN HEAVENLY STOREHOUSES LADEN WITH SNOW</a:t>
            </a:r>
          </a:p>
          <a:p>
            <a:pPr>
              <a:defRPr/>
            </a:pPr>
            <a:r>
              <a:rPr lang="fr-FR" smtClean="0"/>
              <a:t>49-  WHO IMAGINED THE SUN AND GIVES SOURCE TO ITS LIGHT</a:t>
            </a:r>
          </a:p>
          <a:p>
            <a:pPr>
              <a:defRPr/>
            </a:pPr>
            <a:r>
              <a:rPr lang="fr-FR" smtClean="0"/>
              <a:t>50-  YET CONCEALS IT TO BRING US THE COOLNESS OF NIGHT</a:t>
            </a:r>
          </a:p>
          <a:p>
            <a:pPr>
              <a:defRPr/>
            </a:pPr>
            <a:r>
              <a:rPr lang="fr-FR" smtClean="0"/>
              <a:t>51-  NONE CAN FATHOM  INDESCRIBABLE, UNCONTAINABLE</a:t>
            </a:r>
          </a:p>
          <a:p>
            <a:pPr>
              <a:defRPr/>
            </a:pPr>
            <a:r>
              <a:rPr lang="fr-FR" smtClean="0"/>
              <a:t>52-  YOU PLACED THE STARS IN THE SKY AND YOU KNOW THEM BY NAME</a:t>
            </a:r>
          </a:p>
          <a:p>
            <a:pPr>
              <a:defRPr/>
            </a:pPr>
            <a:r>
              <a:rPr lang="fr-FR" smtClean="0"/>
              <a:t>53-  YOU ARE AMAZING GOD ALL POWERFUL, UNTAMABLE</a:t>
            </a:r>
          </a:p>
          <a:p>
            <a:pPr>
              <a:defRPr/>
            </a:pPr>
            <a:r>
              <a:rPr lang="fr-FR" smtClean="0"/>
              <a:t>54-  AWESTRUCK WE FALL TO OUR KNEES AS WE HUMBLY PROCLAIM</a:t>
            </a:r>
          </a:p>
          <a:p>
            <a:pPr>
              <a:defRPr/>
            </a:pPr>
            <a:r>
              <a:rPr lang="fr-FR" smtClean="0"/>
              <a:t>55-  YOU ARE AMAZING GOD</a:t>
            </a:r>
          </a:p>
          <a:p>
            <a:pPr>
              <a:defRPr/>
            </a:pPr>
            <a:r>
              <a:rPr lang="fr-FR" smtClean="0"/>
              <a:t>56-  CAN'T EXPLAIN INDESCRIBABLE, UNCONTAINABLE</a:t>
            </a:r>
          </a:p>
          <a:p>
            <a:pPr>
              <a:defRPr/>
            </a:pPr>
            <a:r>
              <a:rPr lang="fr-FR" smtClean="0"/>
              <a:t>57-  YOU PLACES THE STARS IN THE SKY</a:t>
            </a:r>
          </a:p>
          <a:p>
            <a:pPr>
              <a:defRPr/>
            </a:pPr>
            <a:r>
              <a:rPr lang="fr-FR" smtClean="0"/>
              <a:t>58-  CAN'T CONTAIN  YOU'RE ALL POWERFUL YOU'RE UNTAMABLE</a:t>
            </a:r>
          </a:p>
          <a:p>
            <a:pPr>
              <a:defRPr/>
            </a:pPr>
            <a:r>
              <a:rPr lang="fr-FR" smtClean="0"/>
              <a:t>59-  CAN'T EXPLAIN INDESCRIBABLE, UNCONTAINABLE</a:t>
            </a:r>
          </a:p>
          <a:p>
            <a:pPr>
              <a:defRPr/>
            </a:pPr>
            <a:r>
              <a:rPr lang="fr-FR" smtClean="0"/>
              <a:t>60-  YOU PLACES THE STARS IN THE SKY</a:t>
            </a:r>
          </a:p>
          <a:p>
            <a:pPr>
              <a:defRPr/>
            </a:pPr>
            <a:r>
              <a:rPr lang="fr-FR" smtClean="0"/>
              <a:t>61-  CAN'T CONTAIN  YOU'RE ALL POWERFUL, YOU'RE UNTAMABLE</a:t>
            </a:r>
          </a:p>
          <a:p>
            <a:pPr>
              <a:defRPr/>
            </a:pPr>
            <a:r>
              <a:rPr lang="fr-FR" smtClean="0"/>
              <a:t>62-  AWESTRUCK WE FALL TO OUR KNEES</a:t>
            </a:r>
          </a:p>
          <a:p>
            <a:pPr>
              <a:defRPr/>
            </a:pPr>
            <a:r>
              <a:rPr lang="fr-FR" smtClean="0"/>
              <a:t>63-  INDESCRIBABLE, UNCONTAINABLE</a:t>
            </a:r>
          </a:p>
          <a:p>
            <a:pPr>
              <a:defRPr/>
            </a:pPr>
            <a:r>
              <a:rPr lang="fr-FR" smtClean="0"/>
              <a:t>64-  YOU PLACED THE STARS IN THE SKY  YOU KNOW THEM BY NAME</a:t>
            </a:r>
          </a:p>
          <a:p>
            <a:pPr>
              <a:defRPr/>
            </a:pPr>
            <a:r>
              <a:rPr lang="fr-FR" smtClean="0"/>
              <a:t>65-  YOU ARE AMAZING GOD</a:t>
            </a:r>
          </a:p>
          <a:p>
            <a:pPr>
              <a:defRPr/>
            </a:pPr>
            <a:r>
              <a:rPr lang="fr-FR" smtClean="0"/>
              <a:t>66-  ALL POWERFUL, UNTAMABLE</a:t>
            </a:r>
          </a:p>
          <a:p>
            <a:pPr>
              <a:defRPr/>
            </a:pPr>
            <a:r>
              <a:rPr lang="fr-FR" smtClean="0"/>
              <a:t>67-  AWESTRUCK WE FALL TO OUR KNEES  AS WE HUMBLY PROCLAIM</a:t>
            </a:r>
          </a:p>
          <a:p>
            <a:pPr>
              <a:defRPr/>
            </a:pPr>
            <a:r>
              <a:rPr lang="fr-FR" smtClean="0"/>
              <a:t>68-  YOU ARE AMAZING GOD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DES PROFONDEURS DES MERS AUX MONTAGNES ÉLEVÉES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highest of heights to the depths of the sea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LA CRÉATION RÉVÈLE TA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Creation's revealing Your majesty 
3-  DES COULEURS DE L’AUTOMNE  AUX PARFUMS DU PRINTEMPS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colors of fall to the fragrance of spring 
4-  CHAQUE CRÉATURE UNIQUE TE CHANTE UN NOUVEAU CHANT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creature unique in the song that it sings
5-  TOUTES S’EXCLAMANT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exclaiming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	6-  QUI PEUT TE DÉCRIRE OU TE CONTENIR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Indescribable, uncontainable,
	7-  TU PLACES LES ÉTOILES AU CIEL ET TU CONNAIS LEUR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amazing God 
	9-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All powerful, untamable, 
	10-  NOUS TOMBONS À GENOUX DEVANT TOI EN PROCLAMANT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12-  QUI COMMANDE AUX ÉCLAIRS DU TONNERRE OÙ ALLER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has told every lightning bolt where it should go 
13-  QUI ORDONNE À LA NEIGE EN QUEL LIEU SE POSER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Or seen heavenly storehouses laden with snow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QUI CRÉA LE SOLEIL SA LUMIÈRE INFINIE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imagined the sun and gives source to its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ET LE CACHE POUR OFFRIR LA FRAÎCHEUR DE LA NUIT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Yet conceals it to bring us the coolness of night 
16-  QUI TE SONDERA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None can fathom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PLACES LES ÉTOILES AU CIEL INCOMMENSURABLE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TU PLACES LES ÉTOILES AU CIEL INCOMMENSURABLE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TU PLACES LES ÉTOILES AU CIEL ET TU CONNAIS LEUR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NOUS TOMBONS À GENOUX DEVANT TOI EN PROCLAMANT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TU PLACES LES ÉTOILES AU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INCOMMENSURABLE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INEXPLICABLE QUI PEUT TE DÉCRIRE OU TE CONTENIR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INCOMMENSURABLE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TU ES INDESCRIPTIBLE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FROM THE HIGHEST OF HEIGHTS TO THE DEPTHS OF THE SEA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CREATION'S REVEALING YOUR MAJESTY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FROM THE COLORS OF FALL TO THE FRAGRANCE OF SPRING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EVERY CREATURE UNIQUE IN THE SONG THAT IT SINGS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ALL EXCLAIMING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YOU ARE AMAZING GOD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WHO HAS TOLD EVERY LIGHTNING BOLT WHERE IT SHOULD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OR SEEN HEAVENLY STOREHOUSES LADEN WITH SNOW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WHO IMAGINED THE SUN AND GIVES SOURCE TO ITS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YET CONCEALS IT TO BRING US THE COOLNESS OF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NONE CAN FATHOM  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YOU ARE AMAZING GOD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CAN'T EXPLAIN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YOU PLACES THE STARS IN THE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CAN'T CONTAIN  YOU'RE ALL POWERFUL YOU'RE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CAN'T EXPLAIN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YOU PLACES THE STARS IN THE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61-  CAN'T CONTAIN  YOU'RE ALL POWERFUL, YOU'RE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62-  AWESTRUCK WE FALL TO OUR KNEES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64-  YOU PLACED THE STARS IN THE SKY 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65-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66- 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67-  AWESTRUCK WE FALL TO OUR KNEES 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68-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b="1" i="1" dirty="0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DES PROFONDEURS DES MERS AUX MONTAGNES ÉLEVÉES</a:t>
            </a:r>
          </a:p>
          <a:p>
            <a:pPr>
              <a:defRPr/>
            </a:pPr>
            <a:r>
              <a:rPr lang="fr-FR" smtClean="0"/>
              <a:t>From the highest of heights to the depths of the sea</a:t>
            </a:r>
          </a:p>
          <a:p>
            <a:pPr>
              <a:defRPr/>
            </a:pPr>
            <a:r>
              <a:rPr lang="fr-FR" smtClean="0"/>
              <a:t>2-  LA CRÉATION RÉVÈLE TA MAJESTÉ</a:t>
            </a:r>
          </a:p>
          <a:p>
            <a:pPr>
              <a:defRPr/>
            </a:pPr>
            <a:r>
              <a:rPr lang="fr-FR" smtClean="0"/>
              <a:t>Creation's revealing Your majesty 
3-  DES COULEURS DE L’AUTOMNE  AUX PARFUMS DU PRINTEMPS</a:t>
            </a:r>
          </a:p>
          <a:p>
            <a:pPr>
              <a:defRPr/>
            </a:pPr>
            <a:r>
              <a:rPr lang="fr-FR" smtClean="0"/>
              <a:t>From the colors of fall to the fragrance of spring 
4-  CHAQUE CRÉATURE UNIQUE TE CHANTE UN NOUVEAU CHANT </a:t>
            </a:r>
          </a:p>
          <a:p>
            <a:pPr>
              <a:defRPr/>
            </a:pPr>
            <a:r>
              <a:rPr lang="fr-FR" smtClean="0"/>
              <a:t>Every creature unique in the song that it sings
5-  TOUTES S’EXCLAMANT</a:t>
            </a:r>
          </a:p>
          <a:p>
            <a:pPr>
              <a:defRPr/>
            </a:pPr>
            <a:r>
              <a:rPr lang="fr-FR" smtClean="0"/>
              <a:t>All exclaiming</a:t>
            </a:r>
          </a:p>
          <a:p>
            <a:pPr>
              <a:defRPr/>
            </a:pPr>
            <a:r>
              <a:rPr lang="fr-FR" smtClean="0"/>
              <a:t> 
	6-  QUI PEUT TE DÉCRIRE OU TE CONTENIR ? </a:t>
            </a:r>
          </a:p>
          <a:p>
            <a:pPr>
              <a:defRPr/>
            </a:pPr>
            <a:r>
              <a:rPr lang="fr-FR" smtClean="0"/>
              <a:t>	Indescribable, uncontainable,
	7-  TU PLACES LES ÉTOILES AU CIEL ET TU CONNAIS LEUR NOM </a:t>
            </a:r>
          </a:p>
          <a:p>
            <a:pPr>
              <a:defRPr/>
            </a:pPr>
            <a:r>
              <a:rPr lang="fr-FR" smtClean="0"/>
              <a:t>	You placed the stars in the sky and You know them by name</a:t>
            </a:r>
          </a:p>
          <a:p>
            <a:pPr>
              <a:defRPr/>
            </a:pPr>
            <a:r>
              <a:rPr lang="fr-FR" smtClean="0"/>
              <a:t>	8-  TU ES UN DIEU SI GRAND</a:t>
            </a:r>
          </a:p>
          <a:p>
            <a:pPr>
              <a:defRPr/>
            </a:pPr>
            <a:r>
              <a:rPr lang="fr-FR" smtClean="0"/>
              <a:t>	You are amazing God 
	9-  DIEU TOUT-PUISSANT, IMPRESSIONNANT</a:t>
            </a:r>
          </a:p>
          <a:p>
            <a:pPr>
              <a:defRPr/>
            </a:pPr>
            <a:r>
              <a:rPr lang="fr-FR" smtClean="0"/>
              <a:t>	All powerful, untamable, 
	10-  NOUS TOMBONS À GENOUX DEVANT TOI EN PROCLAMANT</a:t>
            </a:r>
          </a:p>
          <a:p>
            <a:pPr>
              <a:defRPr/>
            </a:pPr>
            <a:r>
              <a:rPr lang="fr-FR" smtClean="0"/>
              <a:t>	Awestruck we fall to our knees as we humbly proclaim</a:t>
            </a:r>
          </a:p>
          <a:p>
            <a:pPr>
              <a:defRPr/>
            </a:pPr>
            <a:r>
              <a:rPr lang="fr-FR" smtClean="0"/>
              <a:t>	11- TU ES UN DIEU SI GRAND</a:t>
            </a:r>
          </a:p>
          <a:p>
            <a:pPr>
              <a:defRPr/>
            </a:pPr>
            <a:r>
              <a:rPr lang="fr-FR" smtClean="0"/>
              <a:t>	You are amazing God</a:t>
            </a:r>
          </a:p>
          <a:p>
            <a:pPr>
              <a:defRPr/>
            </a:pPr>
            <a:r>
              <a:rPr lang="fr-FR" smtClean="0"/>
              <a:t> 
12-  QUI COMMANDE AUX ÉCLAIRS DU TONNERRE OÙ ALLER ?</a:t>
            </a:r>
          </a:p>
          <a:p>
            <a:pPr>
              <a:defRPr/>
            </a:pPr>
            <a:r>
              <a:rPr lang="fr-FR" smtClean="0"/>
              <a:t>Who has told every lightning bolt where it should go 
13-  QUI ORDONNE À LA NEIGE EN QUEL LIEU SE POSER ? </a:t>
            </a:r>
          </a:p>
          <a:p>
            <a:pPr>
              <a:defRPr/>
            </a:pPr>
            <a:r>
              <a:rPr lang="fr-FR" smtClean="0"/>
              <a:t>Or seen heavenly storehouses laden with snow</a:t>
            </a:r>
          </a:p>
          <a:p>
            <a:pPr>
              <a:defRPr/>
            </a:pPr>
            <a:r>
              <a:rPr lang="fr-FR" smtClean="0"/>
              <a:t>14-  QUI CRÉA LE SOLEIL SA LUMIÈRE INFINIE ? </a:t>
            </a:r>
          </a:p>
          <a:p>
            <a:pPr>
              <a:defRPr/>
            </a:pPr>
            <a:r>
              <a:rPr lang="fr-FR" smtClean="0"/>
              <a:t>Who imagined the sun and gives source to its light</a:t>
            </a:r>
          </a:p>
          <a:p>
            <a:pPr>
              <a:defRPr/>
            </a:pPr>
            <a:r>
              <a:rPr lang="fr-FR" smtClean="0"/>
              <a:t>15-  ET LE CACHE POUR OFFRIR LA FRAÎCHEUR DE LA NUIT</a:t>
            </a:r>
          </a:p>
          <a:p>
            <a:pPr>
              <a:defRPr/>
            </a:pPr>
            <a:r>
              <a:rPr lang="fr-FR" smtClean="0"/>
              <a:t>Yet conceals it to bring us the coolness of night 
16-  QUI TE SONDERA ? </a:t>
            </a:r>
          </a:p>
          <a:p>
            <a:pPr>
              <a:defRPr/>
            </a:pPr>
            <a:r>
              <a:rPr lang="fr-FR" smtClean="0"/>
              <a:t>None can fathom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INEXPLICABLE QUI PEUT TE DÉCRIRE OU TE CONTENIR ?</a:t>
            </a:r>
          </a:p>
          <a:p>
            <a:pPr>
              <a:defRPr/>
            </a:pPr>
            <a:r>
              <a:rPr lang="fr-FR" smtClean="0"/>
              <a:t>18-  TU PLACES LES ÉTOILES AU CIEL INCOMMENSURABLE</a:t>
            </a:r>
          </a:p>
          <a:p>
            <a:pPr>
              <a:defRPr/>
            </a:pPr>
            <a:r>
              <a:rPr lang="fr-FR" smtClean="0"/>
              <a:t>19-  DIEU TOUT-PUISSANT, IMPRESSIONNANT</a:t>
            </a:r>
          </a:p>
          <a:p>
            <a:pPr>
              <a:defRPr/>
            </a:pPr>
            <a:r>
              <a:rPr lang="fr-FR" smtClean="0"/>
              <a:t>20-  FORMIDABLE NOUS TOMBONS À GENOUX DEVANT TOI</a:t>
            </a:r>
          </a:p>
          <a:p>
            <a:pPr>
              <a:defRPr/>
            </a:pPr>
            <a:r>
              <a:rPr lang="fr-FR" smtClean="0"/>
              <a:t>21-  INEXPLICABLE QUI PEUT TE DÉCRIRE OU TE CONTENIR ?</a:t>
            </a:r>
          </a:p>
          <a:p>
            <a:pPr>
              <a:defRPr/>
            </a:pPr>
            <a:r>
              <a:rPr lang="fr-FR" smtClean="0"/>
              <a:t>22-  TU PLACES LES ÉTOILES AU CIEL INCOMMENSURABLE</a:t>
            </a:r>
          </a:p>
          <a:p>
            <a:pPr>
              <a:defRPr/>
            </a:pPr>
            <a:r>
              <a:rPr lang="fr-FR" smtClean="0"/>
              <a:t>23-  DIEU TOUT-PUISSANT, IMPRESSIONNANT</a:t>
            </a:r>
          </a:p>
          <a:p>
            <a:pPr>
              <a:defRPr/>
            </a:pPr>
            <a:r>
              <a:rPr lang="fr-FR" smtClean="0"/>
              <a:t>24-  FORMIDABLE NOUS TOMBONS À GENOUX DEVANT TOI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QUI PEUT TE DÉCRIRE OU TE CONTENIR ?</a:t>
            </a:r>
          </a:p>
          <a:p>
            <a:pPr>
              <a:defRPr/>
            </a:pPr>
            <a:r>
              <a:rPr lang="fr-FR" smtClean="0"/>
              <a:t>26-  TU PLACES LES ÉTOILES AU CIEL ET TU CONNAIS LEUR NOM</a:t>
            </a:r>
          </a:p>
          <a:p>
            <a:pPr>
              <a:defRPr/>
            </a:pPr>
            <a:r>
              <a:rPr lang="fr-FR" smtClean="0"/>
              <a:t>27-  TU ES UN DIEU SI GRAND</a:t>
            </a:r>
          </a:p>
          <a:p>
            <a:pPr>
              <a:defRPr/>
            </a:pPr>
            <a:r>
              <a:rPr lang="fr-FR" smtClean="0"/>
              <a:t>28-  DIEU TOUT-PUISSANT, IMPRESSIONNANT</a:t>
            </a:r>
          </a:p>
          <a:p>
            <a:pPr>
              <a:defRPr/>
            </a:pPr>
            <a:r>
              <a:rPr lang="fr-FR" smtClean="0"/>
              <a:t>29-  NOUS TOMBONS À GENOUX DEVANT TOI EN PROCLAMANT</a:t>
            </a:r>
          </a:p>
          <a:p>
            <a:pPr>
              <a:defRPr/>
            </a:pPr>
            <a:r>
              <a:rPr lang="fr-FR" smtClean="0"/>
              <a:t>30-  TU ES UN DIEU SI GRAND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INEXPLICABLE QUI PEUT TE DÉCRIRE OU TE CONTENIR ?</a:t>
            </a:r>
          </a:p>
          <a:p>
            <a:pPr>
              <a:defRPr/>
            </a:pPr>
            <a:r>
              <a:rPr lang="fr-FR" smtClean="0"/>
              <a:t>32-  TU PLACES LES ÉTOILES AU CIEL</a:t>
            </a:r>
          </a:p>
          <a:p>
            <a:pPr>
              <a:defRPr/>
            </a:pPr>
            <a:r>
              <a:rPr lang="fr-FR" smtClean="0"/>
              <a:t>33-  INCOMMENSURABLE DIEU TOUT-PUISSANT, IMPRESSIONNANT</a:t>
            </a:r>
          </a:p>
          <a:p>
            <a:pPr>
              <a:defRPr/>
            </a:pPr>
            <a:r>
              <a:rPr lang="fr-FR" smtClean="0"/>
              <a:t>34-  FORMIDABLE NOUS TOMBONS À GENOUX DEVANT TOI</a:t>
            </a:r>
          </a:p>
          <a:p>
            <a:pPr>
              <a:defRPr/>
            </a:pPr>
            <a:r>
              <a:rPr lang="fr-FR" smtClean="0"/>
              <a:t>35-  INEXPLICABLE QUI PEUT TE DÉCRIRE OU TE CONTENIR ? </a:t>
            </a:r>
          </a:p>
          <a:p>
            <a:pPr>
              <a:defRPr/>
            </a:pPr>
            <a:r>
              <a:rPr lang="fr-FR" smtClean="0"/>
              <a:t>36-  INCOMMENSURABLE DIEU TOUT-PUISSANT, IMPRESSIONNANT</a:t>
            </a:r>
          </a:p>
          <a:p>
            <a:pPr>
              <a:defRPr/>
            </a:pPr>
            <a:r>
              <a:rPr lang="fr-FR" smtClean="0"/>
              <a:t>37-  TU ES INDESCRIPTIBLE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**************************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FROM THE HIGHEST OF HEIGHTS TO THE DEPTHS OF THE SEA</a:t>
            </a:r>
          </a:p>
          <a:p>
            <a:pPr>
              <a:defRPr/>
            </a:pPr>
            <a:r>
              <a:rPr lang="fr-FR" smtClean="0"/>
              <a:t>39-  CREATION'S REVEALING YOUR MAJESTY</a:t>
            </a:r>
          </a:p>
          <a:p>
            <a:pPr>
              <a:defRPr/>
            </a:pPr>
            <a:r>
              <a:rPr lang="fr-FR" smtClean="0"/>
              <a:t>40-  FROM THE COLORS OF FALL TO THE FRAGRANCE OF SPRING</a:t>
            </a:r>
          </a:p>
          <a:p>
            <a:pPr>
              <a:defRPr/>
            </a:pPr>
            <a:r>
              <a:rPr lang="fr-FR" smtClean="0"/>
              <a:t>41-  EVERY CREATURE UNIQUE IN THE SONG THAT IT SINGS</a:t>
            </a:r>
          </a:p>
          <a:p>
            <a:pPr>
              <a:defRPr/>
            </a:pPr>
            <a:r>
              <a:rPr lang="fr-FR" smtClean="0"/>
              <a:t>42-  ALL EXCLAIMING INDESCRIBABLE, UNCONTAINABLE</a:t>
            </a:r>
          </a:p>
          <a:p>
            <a:pPr>
              <a:defRPr/>
            </a:pPr>
            <a:r>
              <a:rPr lang="fr-FR" smtClean="0"/>
              <a:t>43-  YOU PLACED THE STARS IN THE SKY AND YOU KNOW THEM BY NAME</a:t>
            </a:r>
          </a:p>
          <a:p>
            <a:pPr>
              <a:defRPr/>
            </a:pPr>
            <a:r>
              <a:rPr lang="fr-FR" smtClean="0"/>
              <a:t>44-  YOU ARE AMAZING GOD ALL POWERFUL, UNTAMABLE</a:t>
            </a:r>
          </a:p>
          <a:p>
            <a:pPr>
              <a:defRPr/>
            </a:pPr>
            <a:r>
              <a:rPr lang="fr-FR" smtClean="0"/>
              <a:t>45-  AWESTRUCK WE FALL TO OUR KNEES AS WE HUMBLY PROCLAIM</a:t>
            </a:r>
          </a:p>
          <a:p>
            <a:pPr>
              <a:defRPr/>
            </a:pPr>
            <a:r>
              <a:rPr lang="fr-FR" smtClean="0"/>
              <a:t>46-  YOU ARE AMAZING GOD</a:t>
            </a:r>
          </a:p>
          <a:p>
            <a:pPr>
              <a:defRPr/>
            </a:pPr>
            <a:r>
              <a:rPr lang="fr-FR" smtClean="0"/>
              <a:t>47-  WHO HAS TOLD EVERY LIGHTNING BOLT WHERE IT SHOULD GO</a:t>
            </a:r>
          </a:p>
          <a:p>
            <a:pPr>
              <a:defRPr/>
            </a:pPr>
            <a:r>
              <a:rPr lang="fr-FR" smtClean="0"/>
              <a:t>48-  OR SEEN HEAVENLY STOREHOUSES LADEN WITH SNOW</a:t>
            </a:r>
          </a:p>
          <a:p>
            <a:pPr>
              <a:defRPr/>
            </a:pPr>
            <a:r>
              <a:rPr lang="fr-FR" smtClean="0"/>
              <a:t>49-  WHO IMAGINED THE SUN AND GIVES SOURCE TO ITS LIGHT</a:t>
            </a:r>
          </a:p>
          <a:p>
            <a:pPr>
              <a:defRPr/>
            </a:pPr>
            <a:r>
              <a:rPr lang="fr-FR" smtClean="0"/>
              <a:t>50-  YET CONCEALS IT TO BRING US THE COOLNESS OF NIGHT</a:t>
            </a:r>
          </a:p>
          <a:p>
            <a:pPr>
              <a:defRPr/>
            </a:pPr>
            <a:r>
              <a:rPr lang="fr-FR" smtClean="0"/>
              <a:t>51-  NONE CAN FATHOM  INDESCRIBABLE, UNCONTAINABLE</a:t>
            </a:r>
          </a:p>
          <a:p>
            <a:pPr>
              <a:defRPr/>
            </a:pPr>
            <a:r>
              <a:rPr lang="fr-FR" smtClean="0"/>
              <a:t>52-  YOU PLACED THE STARS IN THE SKY AND YOU KNOW THEM BY NAME</a:t>
            </a:r>
          </a:p>
          <a:p>
            <a:pPr>
              <a:defRPr/>
            </a:pPr>
            <a:r>
              <a:rPr lang="fr-FR" smtClean="0"/>
              <a:t>53-  YOU ARE AMAZING GOD ALL POWERFUL, UNTAMABLE</a:t>
            </a:r>
          </a:p>
          <a:p>
            <a:pPr>
              <a:defRPr/>
            </a:pPr>
            <a:r>
              <a:rPr lang="fr-FR" smtClean="0"/>
              <a:t>54-  AWESTRUCK WE FALL TO OUR KNEES AS WE HUMBLY PROCLAIM</a:t>
            </a:r>
          </a:p>
          <a:p>
            <a:pPr>
              <a:defRPr/>
            </a:pPr>
            <a:r>
              <a:rPr lang="fr-FR" smtClean="0"/>
              <a:t>55-  YOU ARE AMAZING GOD</a:t>
            </a:r>
          </a:p>
          <a:p>
            <a:pPr>
              <a:defRPr/>
            </a:pPr>
            <a:r>
              <a:rPr lang="fr-FR" smtClean="0"/>
              <a:t>56-  CAN'T EXPLAIN INDESCRIBABLE, UNCONTAINABLE</a:t>
            </a:r>
          </a:p>
          <a:p>
            <a:pPr>
              <a:defRPr/>
            </a:pPr>
            <a:r>
              <a:rPr lang="fr-FR" smtClean="0"/>
              <a:t>57-  YOU PLACES THE STARS IN THE SKY</a:t>
            </a:r>
          </a:p>
          <a:p>
            <a:pPr>
              <a:defRPr/>
            </a:pPr>
            <a:r>
              <a:rPr lang="fr-FR" smtClean="0"/>
              <a:t>58-  CAN'T CONTAIN  YOU'RE ALL POWERFUL YOU'RE UNTAMABLE</a:t>
            </a:r>
          </a:p>
          <a:p>
            <a:pPr>
              <a:defRPr/>
            </a:pPr>
            <a:r>
              <a:rPr lang="fr-FR" smtClean="0"/>
              <a:t>59-  CAN'T EXPLAIN INDESCRIBABLE, UNCONTAINABLE</a:t>
            </a:r>
          </a:p>
          <a:p>
            <a:pPr>
              <a:defRPr/>
            </a:pPr>
            <a:r>
              <a:rPr lang="fr-FR" smtClean="0"/>
              <a:t>60-  YOU PLACES THE STARS IN THE SKY</a:t>
            </a:r>
          </a:p>
          <a:p>
            <a:pPr>
              <a:defRPr/>
            </a:pPr>
            <a:r>
              <a:rPr lang="fr-FR" smtClean="0"/>
              <a:t>61-  CAN'T CONTAIN  YOU'RE ALL POWERFUL, YOU'RE UNTAMABLE</a:t>
            </a:r>
          </a:p>
          <a:p>
            <a:pPr>
              <a:defRPr/>
            </a:pPr>
            <a:r>
              <a:rPr lang="fr-FR" smtClean="0"/>
              <a:t>62-  AWESTRUCK WE FALL TO OUR KNEES</a:t>
            </a:r>
          </a:p>
          <a:p>
            <a:pPr>
              <a:defRPr/>
            </a:pPr>
            <a:r>
              <a:rPr lang="fr-FR" smtClean="0"/>
              <a:t>63-  INDESCRIBABLE, UNCONTAINABLE</a:t>
            </a:r>
          </a:p>
          <a:p>
            <a:pPr>
              <a:defRPr/>
            </a:pPr>
            <a:r>
              <a:rPr lang="fr-FR" smtClean="0"/>
              <a:t>64-  YOU PLACED THE STARS IN THE SKY  YOU KNOW THEM BY NAME</a:t>
            </a:r>
          </a:p>
          <a:p>
            <a:pPr>
              <a:defRPr/>
            </a:pPr>
            <a:r>
              <a:rPr lang="fr-FR" smtClean="0"/>
              <a:t>65-  YOU ARE AMAZING GOD</a:t>
            </a:r>
          </a:p>
          <a:p>
            <a:pPr>
              <a:defRPr/>
            </a:pPr>
            <a:r>
              <a:rPr lang="fr-FR" smtClean="0"/>
              <a:t>66-  ALL POWERFUL, UNTAMABLE</a:t>
            </a:r>
          </a:p>
          <a:p>
            <a:pPr>
              <a:defRPr/>
            </a:pPr>
            <a:r>
              <a:rPr lang="fr-FR" smtClean="0"/>
              <a:t>67-  AWESTRUCK WE FALL TO OUR KNEES  AS WE HUMBLY PROCLAIM</a:t>
            </a:r>
          </a:p>
          <a:p>
            <a:pPr>
              <a:defRPr/>
            </a:pPr>
            <a:r>
              <a:rPr lang="fr-FR" smtClean="0"/>
              <a:t>68-  YOU ARE AMAZING GOD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DES PROFONDEURS DES MERS AUX MONTAGNES ÉLEVÉES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highest of heights to the depths of the sea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LA CRÉATION RÉVÈLE TA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Creation's revealing Your majesty 
3-  DES COULEURS DE L’AUTOMNE  AUX PARFUMS DU PRINTEMPS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colors of fall to the fragrance of spring 
4-  CHAQUE CRÉATURE UNIQUE TE CHANTE UN NOUVEAU CHANT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creature unique in the song that it sings
5-  TOUTES S’EXCLAMANT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exclaiming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	6-  QUI PEUT TE DÉCRIRE OU TE CONTENIR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Indescribable, uncontainable,
	7-  TU PLACES LES ÉTOILES AU CIEL ET TU CONNAIS LEUR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amazing God 
	9-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All powerful, untamable, 
	10-  NOUS TOMBONS À GENOUX DEVANT TOI EN PROCLAMANT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12-  QUI COMMANDE AUX ÉCLAIRS DU TONNERRE OÙ ALLER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has told every lightning bolt where it should go 
13-  QUI ORDONNE À LA NEIGE EN QUEL LIEU SE POSER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Or seen heavenly storehouses laden with snow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QUI CRÉA LE SOLEIL SA LUMIÈRE INFINIE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imagined the sun and gives source to its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ET LE CACHE POUR OFFRIR LA FRAÎCHEUR DE LA NUIT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Yet conceals it to bring us the coolness of night 
16-  QUI TE SONDERA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None can fathom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PLACES LES ÉTOILES AU CIEL INCOMMENSURABLE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TU PLACES LES ÉTOILES AU CIEL INCOMMENSURABLE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TU PLACES LES ÉTOILES AU CIEL ET TU CONNAIS LEUR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NOUS TOMBONS À GENOUX DEVANT TOI EN PROCLAMANT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TU PLACES LES ÉTOILES AU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INCOMMENSURABLE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INEXPLICABLE QUI PEUT TE DÉCRIRE OU TE CONTENIR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INCOMMENSURABLE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TU ES INDESCRIPTIBLE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FROM THE HIGHEST OF HEIGHTS TO THE DEPTHS OF THE SEA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CREATION'S REVEALING YOUR MAJESTY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FROM THE COLORS OF FALL TO THE FRAGRANCE OF SPRING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EVERY CREATURE UNIQUE IN THE SONG THAT IT SINGS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ALL EXCLAIMING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YOU ARE AMAZING GOD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WHO HAS TOLD EVERY LIGHTNING BOLT WHERE IT SHOULD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OR SEEN HEAVENLY STOREHOUSES LADEN WITH SNOW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WHO IMAGINED THE SUN AND GIVES SOURCE TO ITS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YET CONCEALS IT TO BRING US THE COOLNESS OF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NONE CAN FATHOM  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YOU ARE AMAZING GOD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CAN'T EXPLAIN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YOU PLACES THE STARS IN THE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CAN'T CONTAIN  YOU'RE ALL POWERFUL YOU'RE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CAN'T EXPLAIN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YOU PLACES THE STARS IN THE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61-  CAN'T CONTAIN  YOU'RE ALL POWERFUL, YOU'RE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62-  AWESTRUCK WE FALL TO OUR KNEES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64-  YOU PLACED THE STARS IN THE SKY 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65-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66- 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67-  AWESTRUCK WE FALL TO OUR KNEES 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68-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b="1" i="1" dirty="0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DES PROFONDEURS DES MERS AUX MONTAGNES ÉLEVÉES</a:t>
            </a:r>
          </a:p>
          <a:p>
            <a:pPr>
              <a:defRPr/>
            </a:pPr>
            <a:r>
              <a:rPr lang="fr-FR" smtClean="0"/>
              <a:t>From the highest of heights to the depths of the sea</a:t>
            </a:r>
          </a:p>
          <a:p>
            <a:pPr>
              <a:defRPr/>
            </a:pPr>
            <a:r>
              <a:rPr lang="fr-FR" smtClean="0"/>
              <a:t>2-  LA CRÉATION RÉVÈLE TA MAJESTÉ</a:t>
            </a:r>
          </a:p>
          <a:p>
            <a:pPr>
              <a:defRPr/>
            </a:pPr>
            <a:r>
              <a:rPr lang="fr-FR" smtClean="0"/>
              <a:t>Creation's revealing Your majesty 
3-  DES COULEURS DE L’AUTOMNE  AUX PARFUMS DU PRINTEMPS</a:t>
            </a:r>
          </a:p>
          <a:p>
            <a:pPr>
              <a:defRPr/>
            </a:pPr>
            <a:r>
              <a:rPr lang="fr-FR" smtClean="0"/>
              <a:t>From the colors of fall to the fragrance of spring 
4-  CHAQUE CRÉATURE UNIQUE TE CHANTE UN NOUVEAU CHANT </a:t>
            </a:r>
          </a:p>
          <a:p>
            <a:pPr>
              <a:defRPr/>
            </a:pPr>
            <a:r>
              <a:rPr lang="fr-FR" smtClean="0"/>
              <a:t>Every creature unique in the song that it sings
5-  TOUTES S’EXCLAMANT</a:t>
            </a:r>
          </a:p>
          <a:p>
            <a:pPr>
              <a:defRPr/>
            </a:pPr>
            <a:r>
              <a:rPr lang="fr-FR" smtClean="0"/>
              <a:t>All exclaiming</a:t>
            </a:r>
          </a:p>
          <a:p>
            <a:pPr>
              <a:defRPr/>
            </a:pPr>
            <a:r>
              <a:rPr lang="fr-FR" smtClean="0"/>
              <a:t> 
	6-  QUI PEUT TE DÉCRIRE OU TE CONTENIR ? </a:t>
            </a:r>
          </a:p>
          <a:p>
            <a:pPr>
              <a:defRPr/>
            </a:pPr>
            <a:r>
              <a:rPr lang="fr-FR" smtClean="0"/>
              <a:t>	Indescribable, uncontainable,
	7-  TU PLACES LES ÉTOILES AU CIEL ET TU CONNAIS LEUR NOM </a:t>
            </a:r>
          </a:p>
          <a:p>
            <a:pPr>
              <a:defRPr/>
            </a:pPr>
            <a:r>
              <a:rPr lang="fr-FR" smtClean="0"/>
              <a:t>	You placed the stars in the sky and You know them by name</a:t>
            </a:r>
          </a:p>
          <a:p>
            <a:pPr>
              <a:defRPr/>
            </a:pPr>
            <a:r>
              <a:rPr lang="fr-FR" smtClean="0"/>
              <a:t>	8-  TU ES UN DIEU SI GRAND</a:t>
            </a:r>
          </a:p>
          <a:p>
            <a:pPr>
              <a:defRPr/>
            </a:pPr>
            <a:r>
              <a:rPr lang="fr-FR" smtClean="0"/>
              <a:t>	You are amazing God 
	9-  DIEU TOUT-PUISSANT, IMPRESSIONNANT</a:t>
            </a:r>
          </a:p>
          <a:p>
            <a:pPr>
              <a:defRPr/>
            </a:pPr>
            <a:r>
              <a:rPr lang="fr-FR" smtClean="0"/>
              <a:t>	All powerful, untamable, 
	10-  NOUS TOMBONS À GENOUX DEVANT TOI EN PROCLAMANT</a:t>
            </a:r>
          </a:p>
          <a:p>
            <a:pPr>
              <a:defRPr/>
            </a:pPr>
            <a:r>
              <a:rPr lang="fr-FR" smtClean="0"/>
              <a:t>	Awestruck we fall to our knees as we humbly proclaim</a:t>
            </a:r>
          </a:p>
          <a:p>
            <a:pPr>
              <a:defRPr/>
            </a:pPr>
            <a:r>
              <a:rPr lang="fr-FR" smtClean="0"/>
              <a:t>	11- TU ES UN DIEU SI GRAND</a:t>
            </a:r>
          </a:p>
          <a:p>
            <a:pPr>
              <a:defRPr/>
            </a:pPr>
            <a:r>
              <a:rPr lang="fr-FR" smtClean="0"/>
              <a:t>	You are amazing God</a:t>
            </a:r>
          </a:p>
          <a:p>
            <a:pPr>
              <a:defRPr/>
            </a:pPr>
            <a:r>
              <a:rPr lang="fr-FR" smtClean="0"/>
              <a:t> 
12-  QUI COMMANDE AUX ÉCLAIRS DU TONNERRE OÙ ALLER ?</a:t>
            </a:r>
          </a:p>
          <a:p>
            <a:pPr>
              <a:defRPr/>
            </a:pPr>
            <a:r>
              <a:rPr lang="fr-FR" smtClean="0"/>
              <a:t>Who has told every lightning bolt where it should go 
13-  QUI ORDONNE À LA NEIGE EN QUEL LIEU SE POSER ? </a:t>
            </a:r>
          </a:p>
          <a:p>
            <a:pPr>
              <a:defRPr/>
            </a:pPr>
            <a:r>
              <a:rPr lang="fr-FR" smtClean="0"/>
              <a:t>Or seen heavenly storehouses laden with snow</a:t>
            </a:r>
          </a:p>
          <a:p>
            <a:pPr>
              <a:defRPr/>
            </a:pPr>
            <a:r>
              <a:rPr lang="fr-FR" smtClean="0"/>
              <a:t>14-  QUI CRÉA LE SOLEIL SA LUMIÈRE INFINIE ? </a:t>
            </a:r>
          </a:p>
          <a:p>
            <a:pPr>
              <a:defRPr/>
            </a:pPr>
            <a:r>
              <a:rPr lang="fr-FR" smtClean="0"/>
              <a:t>Who imagined the sun and gives source to its light</a:t>
            </a:r>
          </a:p>
          <a:p>
            <a:pPr>
              <a:defRPr/>
            </a:pPr>
            <a:r>
              <a:rPr lang="fr-FR" smtClean="0"/>
              <a:t>15-  ET LE CACHE POUR OFFRIR LA FRAÎCHEUR DE LA NUIT</a:t>
            </a:r>
          </a:p>
          <a:p>
            <a:pPr>
              <a:defRPr/>
            </a:pPr>
            <a:r>
              <a:rPr lang="fr-FR" smtClean="0"/>
              <a:t>Yet conceals it to bring us the coolness of night 
16-  QUI TE SONDERA ? </a:t>
            </a:r>
          </a:p>
          <a:p>
            <a:pPr>
              <a:defRPr/>
            </a:pPr>
            <a:r>
              <a:rPr lang="fr-FR" smtClean="0"/>
              <a:t>None can fathom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INEXPLICABLE QUI PEUT TE DÉCRIRE OU TE CONTENIR ?</a:t>
            </a:r>
          </a:p>
          <a:p>
            <a:pPr>
              <a:defRPr/>
            </a:pPr>
            <a:r>
              <a:rPr lang="fr-FR" smtClean="0"/>
              <a:t>18-  TU PLACES LES ÉTOILES AU CIEL INCOMMENSURABLE</a:t>
            </a:r>
          </a:p>
          <a:p>
            <a:pPr>
              <a:defRPr/>
            </a:pPr>
            <a:r>
              <a:rPr lang="fr-FR" smtClean="0"/>
              <a:t>19-  DIEU TOUT-PUISSANT, IMPRESSIONNANT</a:t>
            </a:r>
          </a:p>
          <a:p>
            <a:pPr>
              <a:defRPr/>
            </a:pPr>
            <a:r>
              <a:rPr lang="fr-FR" smtClean="0"/>
              <a:t>20-  FORMIDABLE NOUS TOMBONS À GENOUX DEVANT TOI</a:t>
            </a:r>
          </a:p>
          <a:p>
            <a:pPr>
              <a:defRPr/>
            </a:pPr>
            <a:r>
              <a:rPr lang="fr-FR" smtClean="0"/>
              <a:t>21-  INEXPLICABLE QUI PEUT TE DÉCRIRE OU TE CONTENIR ?</a:t>
            </a:r>
          </a:p>
          <a:p>
            <a:pPr>
              <a:defRPr/>
            </a:pPr>
            <a:r>
              <a:rPr lang="fr-FR" smtClean="0"/>
              <a:t>22-  TU PLACES LES ÉTOILES AU CIEL INCOMMENSURABLE</a:t>
            </a:r>
          </a:p>
          <a:p>
            <a:pPr>
              <a:defRPr/>
            </a:pPr>
            <a:r>
              <a:rPr lang="fr-FR" smtClean="0"/>
              <a:t>23-  DIEU TOUT-PUISSANT, IMPRESSIONNANT</a:t>
            </a:r>
          </a:p>
          <a:p>
            <a:pPr>
              <a:defRPr/>
            </a:pPr>
            <a:r>
              <a:rPr lang="fr-FR" smtClean="0"/>
              <a:t>24-  FORMIDABLE NOUS TOMBONS À GENOUX DEVANT TOI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QUI PEUT TE DÉCRIRE OU TE CONTENIR ?</a:t>
            </a:r>
          </a:p>
          <a:p>
            <a:pPr>
              <a:defRPr/>
            </a:pPr>
            <a:r>
              <a:rPr lang="fr-FR" smtClean="0"/>
              <a:t>26-  TU PLACES LES ÉTOILES AU CIEL ET TU CONNAIS LEUR NOM</a:t>
            </a:r>
          </a:p>
          <a:p>
            <a:pPr>
              <a:defRPr/>
            </a:pPr>
            <a:r>
              <a:rPr lang="fr-FR" smtClean="0"/>
              <a:t>27-  TU ES UN DIEU SI GRAND</a:t>
            </a:r>
          </a:p>
          <a:p>
            <a:pPr>
              <a:defRPr/>
            </a:pPr>
            <a:r>
              <a:rPr lang="fr-FR" smtClean="0"/>
              <a:t>28-  DIEU TOUT-PUISSANT, IMPRESSIONNANT</a:t>
            </a:r>
          </a:p>
          <a:p>
            <a:pPr>
              <a:defRPr/>
            </a:pPr>
            <a:r>
              <a:rPr lang="fr-FR" smtClean="0"/>
              <a:t>29-  NOUS TOMBONS À GENOUX DEVANT TOI EN PROCLAMANT</a:t>
            </a:r>
          </a:p>
          <a:p>
            <a:pPr>
              <a:defRPr/>
            </a:pPr>
            <a:r>
              <a:rPr lang="fr-FR" smtClean="0"/>
              <a:t>30-  TU ES UN DIEU SI GRAND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INEXPLICABLE QUI PEUT TE DÉCRIRE OU TE CONTENIR ?</a:t>
            </a:r>
          </a:p>
          <a:p>
            <a:pPr>
              <a:defRPr/>
            </a:pPr>
            <a:r>
              <a:rPr lang="fr-FR" smtClean="0"/>
              <a:t>32-  TU PLACES LES ÉTOILES AU CIEL</a:t>
            </a:r>
          </a:p>
          <a:p>
            <a:pPr>
              <a:defRPr/>
            </a:pPr>
            <a:r>
              <a:rPr lang="fr-FR" smtClean="0"/>
              <a:t>33-  INCOMMENSURABLE DIEU TOUT-PUISSANT, IMPRESSIONNANT</a:t>
            </a:r>
          </a:p>
          <a:p>
            <a:pPr>
              <a:defRPr/>
            </a:pPr>
            <a:r>
              <a:rPr lang="fr-FR" smtClean="0"/>
              <a:t>34-  FORMIDABLE NOUS TOMBONS À GENOUX DEVANT TOI</a:t>
            </a:r>
          </a:p>
          <a:p>
            <a:pPr>
              <a:defRPr/>
            </a:pPr>
            <a:r>
              <a:rPr lang="fr-FR" smtClean="0"/>
              <a:t>35-  INEXPLICABLE QUI PEUT TE DÉCRIRE OU TE CONTENIR ? </a:t>
            </a:r>
          </a:p>
          <a:p>
            <a:pPr>
              <a:defRPr/>
            </a:pPr>
            <a:r>
              <a:rPr lang="fr-FR" smtClean="0"/>
              <a:t>36-  INCOMMENSURABLE DIEU TOUT-PUISSANT, IMPRESSIONNANT</a:t>
            </a:r>
          </a:p>
          <a:p>
            <a:pPr>
              <a:defRPr/>
            </a:pPr>
            <a:r>
              <a:rPr lang="fr-FR" smtClean="0"/>
              <a:t>37-  TU ES INDESCRIPTIBLE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**************************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FROM THE HIGHEST OF HEIGHTS TO THE DEPTHS OF THE SEA</a:t>
            </a:r>
          </a:p>
          <a:p>
            <a:pPr>
              <a:defRPr/>
            </a:pPr>
            <a:r>
              <a:rPr lang="fr-FR" smtClean="0"/>
              <a:t>39-  CREATION'S REVEALING YOUR MAJESTY</a:t>
            </a:r>
          </a:p>
          <a:p>
            <a:pPr>
              <a:defRPr/>
            </a:pPr>
            <a:r>
              <a:rPr lang="fr-FR" smtClean="0"/>
              <a:t>40-  FROM THE COLORS OF FALL TO THE FRAGRANCE OF SPRING</a:t>
            </a:r>
          </a:p>
          <a:p>
            <a:pPr>
              <a:defRPr/>
            </a:pPr>
            <a:r>
              <a:rPr lang="fr-FR" smtClean="0"/>
              <a:t>41-  EVERY CREATURE UNIQUE IN THE SONG THAT IT SINGS</a:t>
            </a:r>
          </a:p>
          <a:p>
            <a:pPr>
              <a:defRPr/>
            </a:pPr>
            <a:r>
              <a:rPr lang="fr-FR" smtClean="0"/>
              <a:t>42-  ALL EXCLAIMING INDESCRIBABLE, UNCONTAINABLE</a:t>
            </a:r>
          </a:p>
          <a:p>
            <a:pPr>
              <a:defRPr/>
            </a:pPr>
            <a:r>
              <a:rPr lang="fr-FR" smtClean="0"/>
              <a:t>43-  YOU PLACED THE STARS IN THE SKY AND YOU KNOW THEM BY NAME</a:t>
            </a:r>
          </a:p>
          <a:p>
            <a:pPr>
              <a:defRPr/>
            </a:pPr>
            <a:r>
              <a:rPr lang="fr-FR" smtClean="0"/>
              <a:t>44-  YOU ARE AMAZING GOD ALL POWERFUL, UNTAMABLE</a:t>
            </a:r>
          </a:p>
          <a:p>
            <a:pPr>
              <a:defRPr/>
            </a:pPr>
            <a:r>
              <a:rPr lang="fr-FR" smtClean="0"/>
              <a:t>45-  AWESTRUCK WE FALL TO OUR KNEES AS WE HUMBLY PROCLAIM</a:t>
            </a:r>
          </a:p>
          <a:p>
            <a:pPr>
              <a:defRPr/>
            </a:pPr>
            <a:r>
              <a:rPr lang="fr-FR" smtClean="0"/>
              <a:t>46-  YOU ARE AMAZING GOD</a:t>
            </a:r>
          </a:p>
          <a:p>
            <a:pPr>
              <a:defRPr/>
            </a:pPr>
            <a:r>
              <a:rPr lang="fr-FR" smtClean="0"/>
              <a:t>47-  WHO HAS TOLD EVERY LIGHTNING BOLT WHERE IT SHOULD GO</a:t>
            </a:r>
          </a:p>
          <a:p>
            <a:pPr>
              <a:defRPr/>
            </a:pPr>
            <a:r>
              <a:rPr lang="fr-FR" smtClean="0"/>
              <a:t>48-  OR SEEN HEAVENLY STOREHOUSES LADEN WITH SNOW</a:t>
            </a:r>
          </a:p>
          <a:p>
            <a:pPr>
              <a:defRPr/>
            </a:pPr>
            <a:r>
              <a:rPr lang="fr-FR" smtClean="0"/>
              <a:t>49-  WHO IMAGINED THE SUN AND GIVES SOURCE TO ITS LIGHT</a:t>
            </a:r>
          </a:p>
          <a:p>
            <a:pPr>
              <a:defRPr/>
            </a:pPr>
            <a:r>
              <a:rPr lang="fr-FR" smtClean="0"/>
              <a:t>50-  YET CONCEALS IT TO BRING US THE COOLNESS OF NIGHT</a:t>
            </a:r>
          </a:p>
          <a:p>
            <a:pPr>
              <a:defRPr/>
            </a:pPr>
            <a:r>
              <a:rPr lang="fr-FR" smtClean="0"/>
              <a:t>51-  NONE CAN FATHOM  INDESCRIBABLE, UNCONTAINABLE</a:t>
            </a:r>
          </a:p>
          <a:p>
            <a:pPr>
              <a:defRPr/>
            </a:pPr>
            <a:r>
              <a:rPr lang="fr-FR" smtClean="0"/>
              <a:t>52-  YOU PLACED THE STARS IN THE SKY AND YOU KNOW THEM BY NAME</a:t>
            </a:r>
          </a:p>
          <a:p>
            <a:pPr>
              <a:defRPr/>
            </a:pPr>
            <a:r>
              <a:rPr lang="fr-FR" smtClean="0"/>
              <a:t>53-  YOU ARE AMAZING GOD ALL POWERFUL, UNTAMABLE</a:t>
            </a:r>
          </a:p>
          <a:p>
            <a:pPr>
              <a:defRPr/>
            </a:pPr>
            <a:r>
              <a:rPr lang="fr-FR" smtClean="0"/>
              <a:t>54-  AWESTRUCK WE FALL TO OUR KNEES AS WE HUMBLY PROCLAIM</a:t>
            </a:r>
          </a:p>
          <a:p>
            <a:pPr>
              <a:defRPr/>
            </a:pPr>
            <a:r>
              <a:rPr lang="fr-FR" smtClean="0"/>
              <a:t>55-  YOU ARE AMAZING GOD</a:t>
            </a:r>
          </a:p>
          <a:p>
            <a:pPr>
              <a:defRPr/>
            </a:pPr>
            <a:r>
              <a:rPr lang="fr-FR" smtClean="0"/>
              <a:t>56-  CAN'T EXPLAIN INDESCRIBABLE, UNCONTAINABLE</a:t>
            </a:r>
          </a:p>
          <a:p>
            <a:pPr>
              <a:defRPr/>
            </a:pPr>
            <a:r>
              <a:rPr lang="fr-FR" smtClean="0"/>
              <a:t>57-  YOU PLACES THE STARS IN THE SKY</a:t>
            </a:r>
          </a:p>
          <a:p>
            <a:pPr>
              <a:defRPr/>
            </a:pPr>
            <a:r>
              <a:rPr lang="fr-FR" smtClean="0"/>
              <a:t>58-  CAN'T CONTAIN  YOU'RE ALL POWERFUL YOU'RE UNTAMABLE</a:t>
            </a:r>
          </a:p>
          <a:p>
            <a:pPr>
              <a:defRPr/>
            </a:pPr>
            <a:r>
              <a:rPr lang="fr-FR" smtClean="0"/>
              <a:t>59-  CAN'T EXPLAIN INDESCRIBABLE, UNCONTAINABLE</a:t>
            </a:r>
          </a:p>
          <a:p>
            <a:pPr>
              <a:defRPr/>
            </a:pPr>
            <a:r>
              <a:rPr lang="fr-FR" smtClean="0"/>
              <a:t>60-  YOU PLACES THE STARS IN THE SKY</a:t>
            </a:r>
          </a:p>
          <a:p>
            <a:pPr>
              <a:defRPr/>
            </a:pPr>
            <a:r>
              <a:rPr lang="fr-FR" smtClean="0"/>
              <a:t>61-  CAN'T CONTAIN  YOU'RE ALL POWERFUL, YOU'RE UNTAMABLE</a:t>
            </a:r>
          </a:p>
          <a:p>
            <a:pPr>
              <a:defRPr/>
            </a:pPr>
            <a:r>
              <a:rPr lang="fr-FR" smtClean="0"/>
              <a:t>62-  AWESTRUCK WE FALL TO OUR KNEES</a:t>
            </a:r>
          </a:p>
          <a:p>
            <a:pPr>
              <a:defRPr/>
            </a:pPr>
            <a:r>
              <a:rPr lang="fr-FR" smtClean="0"/>
              <a:t>63-  INDESCRIBABLE, UNCONTAINABLE</a:t>
            </a:r>
          </a:p>
          <a:p>
            <a:pPr>
              <a:defRPr/>
            </a:pPr>
            <a:r>
              <a:rPr lang="fr-FR" smtClean="0"/>
              <a:t>64-  YOU PLACED THE STARS IN THE SKY  YOU KNOW THEM BY NAME</a:t>
            </a:r>
          </a:p>
          <a:p>
            <a:pPr>
              <a:defRPr/>
            </a:pPr>
            <a:r>
              <a:rPr lang="fr-FR" smtClean="0"/>
              <a:t>65-  YOU ARE AMAZING GOD</a:t>
            </a:r>
          </a:p>
          <a:p>
            <a:pPr>
              <a:defRPr/>
            </a:pPr>
            <a:r>
              <a:rPr lang="fr-FR" smtClean="0"/>
              <a:t>66-  ALL POWERFUL, UNTAMABLE</a:t>
            </a:r>
          </a:p>
          <a:p>
            <a:pPr>
              <a:defRPr/>
            </a:pPr>
            <a:r>
              <a:rPr lang="fr-FR" smtClean="0"/>
              <a:t>67-  AWESTRUCK WE FALL TO OUR KNEES  AS WE HUMBLY PROCLAIM</a:t>
            </a:r>
          </a:p>
          <a:p>
            <a:pPr>
              <a:defRPr/>
            </a:pPr>
            <a:r>
              <a:rPr lang="fr-FR" smtClean="0"/>
              <a:t>68-  YOU ARE AMAZING GOD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DES PROFONDEURS DES MERS AUX MONTAGNES ÉLEVÉES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highest of heights to the depths of the sea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LA CRÉATION RÉVÈLE TA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Creation's revealing Your majesty 
3-  DES COULEURS DE L’AUTOMNE  AUX PARFUMS DU PRINTEMPS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colors of fall to the fragrance of spring 
4-  CHAQUE CRÉATURE UNIQUE TE CHANTE UN NOUVEAU CHANT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creature unique in the song that it sings
5-  TOUTES S’EXCLAMANT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exclaiming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	6-  QUI PEUT TE DÉCRIRE OU TE CONTENIR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Indescribable, uncontainable,
	7-  TU PLACES LES ÉTOILES AU CIEL ET TU CONNAIS LEUR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amazing God 
	9-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All powerful, untamable, 
	10-  NOUS TOMBONS À GENOUX DEVANT TOI EN PROCLAMANT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12-  QUI COMMANDE AUX ÉCLAIRS DU TONNERRE OÙ ALLER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has told every lightning bolt where it should go 
13-  QUI ORDONNE À LA NEIGE EN QUEL LIEU SE POSER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Or seen heavenly storehouses laden with snow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QUI CRÉA LE SOLEIL SA LUMIÈRE INFINIE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imagined the sun and gives source to its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ET LE CACHE POUR OFFRIR LA FRAÎCHEUR DE LA NUIT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Yet conceals it to bring us the coolness of night 
16-  QUI TE SONDERA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None can fathom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PLACES LES ÉTOILES AU CIEL INCOMMENSURABLE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TU PLACES LES ÉTOILES AU CIEL INCOMMENSURABLE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TU PLACES LES ÉTOILES AU CIEL ET TU CONNAIS LEUR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NOUS TOMBONS À GENOUX DEVANT TOI EN PROCLAMANT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TU PLACES LES ÉTOILES AU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INCOMMENSURABLE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INEXPLICABLE QUI PEUT TE DÉCRIRE OU TE CONTENIR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INCOMMENSURABLE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TU ES INDESCRIPTIBLE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FROM THE HIGHEST OF HEIGHTS TO THE DEPTHS OF THE SEA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CREATION'S REVEALING YOUR MAJESTY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FROM THE COLORS OF FALL TO THE FRAGRANCE OF SPRING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EVERY CREATURE UNIQUE IN THE SONG THAT IT SINGS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ALL EXCLAIMING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YOU ARE AMAZING GOD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WHO HAS TOLD EVERY LIGHTNING BOLT WHERE IT SHOULD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OR SEEN HEAVENLY STOREHOUSES LADEN WITH SNOW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WHO IMAGINED THE SUN AND GIVES SOURCE TO ITS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YET CONCEALS IT TO BRING US THE COOLNESS OF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NONE CAN FATHOM  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YOU ARE AMAZING GOD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CAN'T EXPLAIN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YOU PLACES THE STARS IN THE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CAN'T CONTAIN  YOU'RE ALL POWERFUL YOU'RE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CAN'T EXPLAIN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YOU PLACES THE STARS IN THE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61-  CAN'T CONTAIN  YOU'RE ALL POWERFUL, YOU'RE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62-  AWESTRUCK WE FALL TO OUR KNEES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64-  YOU PLACED THE STARS IN THE SKY 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65-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66- 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67-  AWESTRUCK WE FALL TO OUR KNEES 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68-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b="1" i="1" dirty="0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DES PROFONDEURS DES MERS AUX MONTAGNES ÉLEVÉES</a:t>
            </a:r>
          </a:p>
          <a:p>
            <a:pPr>
              <a:defRPr/>
            </a:pPr>
            <a:r>
              <a:rPr lang="fr-FR" smtClean="0"/>
              <a:t>From the highest of heights to the depths of the sea</a:t>
            </a:r>
          </a:p>
          <a:p>
            <a:pPr>
              <a:defRPr/>
            </a:pPr>
            <a:r>
              <a:rPr lang="fr-FR" smtClean="0"/>
              <a:t>2-  LA CRÉATION RÉVÈLE TA MAJESTÉ</a:t>
            </a:r>
          </a:p>
          <a:p>
            <a:pPr>
              <a:defRPr/>
            </a:pPr>
            <a:r>
              <a:rPr lang="fr-FR" smtClean="0"/>
              <a:t>Creation's revealing Your majesty 
3-  DES COULEURS DE L’AUTOMNE  AUX PARFUMS DU PRINTEMPS</a:t>
            </a:r>
          </a:p>
          <a:p>
            <a:pPr>
              <a:defRPr/>
            </a:pPr>
            <a:r>
              <a:rPr lang="fr-FR" smtClean="0"/>
              <a:t>From the colors of fall to the fragrance of spring 
4-  CHAQUE CRÉATURE UNIQUE TE CHANTE UN NOUVEAU CHANT </a:t>
            </a:r>
          </a:p>
          <a:p>
            <a:pPr>
              <a:defRPr/>
            </a:pPr>
            <a:r>
              <a:rPr lang="fr-FR" smtClean="0"/>
              <a:t>Every creature unique in the song that it sings
5-  TOUTES S’EXCLAMANT</a:t>
            </a:r>
          </a:p>
          <a:p>
            <a:pPr>
              <a:defRPr/>
            </a:pPr>
            <a:r>
              <a:rPr lang="fr-FR" smtClean="0"/>
              <a:t>All exclaiming</a:t>
            </a:r>
          </a:p>
          <a:p>
            <a:pPr>
              <a:defRPr/>
            </a:pPr>
            <a:r>
              <a:rPr lang="fr-FR" smtClean="0"/>
              <a:t> 
	6-  QUI PEUT TE DÉCRIRE OU TE CONTENIR ? </a:t>
            </a:r>
          </a:p>
          <a:p>
            <a:pPr>
              <a:defRPr/>
            </a:pPr>
            <a:r>
              <a:rPr lang="fr-FR" smtClean="0"/>
              <a:t>	Indescribable, uncontainable,
	7-  TU PLACES LES ÉTOILES AU CIEL ET TU CONNAIS LEUR NOM </a:t>
            </a:r>
          </a:p>
          <a:p>
            <a:pPr>
              <a:defRPr/>
            </a:pPr>
            <a:r>
              <a:rPr lang="fr-FR" smtClean="0"/>
              <a:t>	You placed the stars in the sky and You know them by name</a:t>
            </a:r>
          </a:p>
          <a:p>
            <a:pPr>
              <a:defRPr/>
            </a:pPr>
            <a:r>
              <a:rPr lang="fr-FR" smtClean="0"/>
              <a:t>	8-  TU ES UN DIEU SI GRAND</a:t>
            </a:r>
          </a:p>
          <a:p>
            <a:pPr>
              <a:defRPr/>
            </a:pPr>
            <a:r>
              <a:rPr lang="fr-FR" smtClean="0"/>
              <a:t>	You are amazing God 
	9-  DIEU TOUT-PUISSANT, IMPRESSIONNANT</a:t>
            </a:r>
          </a:p>
          <a:p>
            <a:pPr>
              <a:defRPr/>
            </a:pPr>
            <a:r>
              <a:rPr lang="fr-FR" smtClean="0"/>
              <a:t>	All powerful, untamable, 
	10-  NOUS TOMBONS À GENOUX DEVANT TOI EN PROCLAMANT</a:t>
            </a:r>
          </a:p>
          <a:p>
            <a:pPr>
              <a:defRPr/>
            </a:pPr>
            <a:r>
              <a:rPr lang="fr-FR" smtClean="0"/>
              <a:t>	Awestruck we fall to our knees as we humbly proclaim</a:t>
            </a:r>
          </a:p>
          <a:p>
            <a:pPr>
              <a:defRPr/>
            </a:pPr>
            <a:r>
              <a:rPr lang="fr-FR" smtClean="0"/>
              <a:t>	11- TU ES UN DIEU SI GRAND</a:t>
            </a:r>
          </a:p>
          <a:p>
            <a:pPr>
              <a:defRPr/>
            </a:pPr>
            <a:r>
              <a:rPr lang="fr-FR" smtClean="0"/>
              <a:t>	You are amazing God</a:t>
            </a:r>
          </a:p>
          <a:p>
            <a:pPr>
              <a:defRPr/>
            </a:pPr>
            <a:r>
              <a:rPr lang="fr-FR" smtClean="0"/>
              <a:t> 
12-  QUI COMMANDE AUX ÉCLAIRS DU TONNERRE OÙ ALLER ?</a:t>
            </a:r>
          </a:p>
          <a:p>
            <a:pPr>
              <a:defRPr/>
            </a:pPr>
            <a:r>
              <a:rPr lang="fr-FR" smtClean="0"/>
              <a:t>Who has told every lightning bolt where it should go 
13-  QUI ORDONNE À LA NEIGE EN QUEL LIEU SE POSER ? </a:t>
            </a:r>
          </a:p>
          <a:p>
            <a:pPr>
              <a:defRPr/>
            </a:pPr>
            <a:r>
              <a:rPr lang="fr-FR" smtClean="0"/>
              <a:t>Or seen heavenly storehouses laden with snow</a:t>
            </a:r>
          </a:p>
          <a:p>
            <a:pPr>
              <a:defRPr/>
            </a:pPr>
            <a:r>
              <a:rPr lang="fr-FR" smtClean="0"/>
              <a:t>14-  QUI CRÉA LE SOLEIL SA LUMIÈRE INFINIE ? </a:t>
            </a:r>
          </a:p>
          <a:p>
            <a:pPr>
              <a:defRPr/>
            </a:pPr>
            <a:r>
              <a:rPr lang="fr-FR" smtClean="0"/>
              <a:t>Who imagined the sun and gives source to its light</a:t>
            </a:r>
          </a:p>
          <a:p>
            <a:pPr>
              <a:defRPr/>
            </a:pPr>
            <a:r>
              <a:rPr lang="fr-FR" smtClean="0"/>
              <a:t>15-  ET LE CACHE POUR OFFRIR LA FRAÎCHEUR DE LA NUIT</a:t>
            </a:r>
          </a:p>
          <a:p>
            <a:pPr>
              <a:defRPr/>
            </a:pPr>
            <a:r>
              <a:rPr lang="fr-FR" smtClean="0"/>
              <a:t>Yet conceals it to bring us the coolness of night 
16-  QUI TE SONDERA ? </a:t>
            </a:r>
          </a:p>
          <a:p>
            <a:pPr>
              <a:defRPr/>
            </a:pPr>
            <a:r>
              <a:rPr lang="fr-FR" smtClean="0"/>
              <a:t>None can fathom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INEXPLICABLE QUI PEUT TE DÉCRIRE OU TE CONTENIR ?</a:t>
            </a:r>
          </a:p>
          <a:p>
            <a:pPr>
              <a:defRPr/>
            </a:pPr>
            <a:r>
              <a:rPr lang="fr-FR" smtClean="0"/>
              <a:t>18-  TU PLACES LES ÉTOILES AU CIEL INCOMMENSURABLE</a:t>
            </a:r>
          </a:p>
          <a:p>
            <a:pPr>
              <a:defRPr/>
            </a:pPr>
            <a:r>
              <a:rPr lang="fr-FR" smtClean="0"/>
              <a:t>19-  DIEU TOUT-PUISSANT, IMPRESSIONNANT</a:t>
            </a:r>
          </a:p>
          <a:p>
            <a:pPr>
              <a:defRPr/>
            </a:pPr>
            <a:r>
              <a:rPr lang="fr-FR" smtClean="0"/>
              <a:t>20-  FORMIDABLE NOUS TOMBONS À GENOUX DEVANT TOI</a:t>
            </a:r>
          </a:p>
          <a:p>
            <a:pPr>
              <a:defRPr/>
            </a:pPr>
            <a:r>
              <a:rPr lang="fr-FR" smtClean="0"/>
              <a:t>21-  INEXPLICABLE QUI PEUT TE DÉCRIRE OU TE CONTENIR ?</a:t>
            </a:r>
          </a:p>
          <a:p>
            <a:pPr>
              <a:defRPr/>
            </a:pPr>
            <a:r>
              <a:rPr lang="fr-FR" smtClean="0"/>
              <a:t>22-  TU PLACES LES ÉTOILES AU CIEL INCOMMENSURABLE</a:t>
            </a:r>
          </a:p>
          <a:p>
            <a:pPr>
              <a:defRPr/>
            </a:pPr>
            <a:r>
              <a:rPr lang="fr-FR" smtClean="0"/>
              <a:t>23-  DIEU TOUT-PUISSANT, IMPRESSIONNANT</a:t>
            </a:r>
          </a:p>
          <a:p>
            <a:pPr>
              <a:defRPr/>
            </a:pPr>
            <a:r>
              <a:rPr lang="fr-FR" smtClean="0"/>
              <a:t>24-  FORMIDABLE NOUS TOMBONS À GENOUX DEVANT TOI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QUI PEUT TE DÉCRIRE OU TE CONTENIR ?</a:t>
            </a:r>
          </a:p>
          <a:p>
            <a:pPr>
              <a:defRPr/>
            </a:pPr>
            <a:r>
              <a:rPr lang="fr-FR" smtClean="0"/>
              <a:t>26-  TU PLACES LES ÉTOILES AU CIEL ET TU CONNAIS LEUR NOM</a:t>
            </a:r>
          </a:p>
          <a:p>
            <a:pPr>
              <a:defRPr/>
            </a:pPr>
            <a:r>
              <a:rPr lang="fr-FR" smtClean="0"/>
              <a:t>27-  TU ES UN DIEU SI GRAND</a:t>
            </a:r>
          </a:p>
          <a:p>
            <a:pPr>
              <a:defRPr/>
            </a:pPr>
            <a:r>
              <a:rPr lang="fr-FR" smtClean="0"/>
              <a:t>28-  DIEU TOUT-PUISSANT, IMPRESSIONNANT</a:t>
            </a:r>
          </a:p>
          <a:p>
            <a:pPr>
              <a:defRPr/>
            </a:pPr>
            <a:r>
              <a:rPr lang="fr-FR" smtClean="0"/>
              <a:t>29-  NOUS TOMBONS À GENOUX DEVANT TOI EN PROCLAMANT</a:t>
            </a:r>
          </a:p>
          <a:p>
            <a:pPr>
              <a:defRPr/>
            </a:pPr>
            <a:r>
              <a:rPr lang="fr-FR" smtClean="0"/>
              <a:t>30-  TU ES UN DIEU SI GRAND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INEXPLICABLE QUI PEUT TE DÉCRIRE OU TE CONTENIR ?</a:t>
            </a:r>
          </a:p>
          <a:p>
            <a:pPr>
              <a:defRPr/>
            </a:pPr>
            <a:r>
              <a:rPr lang="fr-FR" smtClean="0"/>
              <a:t>32-  TU PLACES LES ÉTOILES AU CIEL</a:t>
            </a:r>
          </a:p>
          <a:p>
            <a:pPr>
              <a:defRPr/>
            </a:pPr>
            <a:r>
              <a:rPr lang="fr-FR" smtClean="0"/>
              <a:t>33-  INCOMMENSURABLE DIEU TOUT-PUISSANT, IMPRESSIONNANT</a:t>
            </a:r>
          </a:p>
          <a:p>
            <a:pPr>
              <a:defRPr/>
            </a:pPr>
            <a:r>
              <a:rPr lang="fr-FR" smtClean="0"/>
              <a:t>34-  FORMIDABLE NOUS TOMBONS À GENOUX DEVANT TOI</a:t>
            </a:r>
          </a:p>
          <a:p>
            <a:pPr>
              <a:defRPr/>
            </a:pPr>
            <a:r>
              <a:rPr lang="fr-FR" smtClean="0"/>
              <a:t>35-  INEXPLICABLE QUI PEUT TE DÉCRIRE OU TE CONTENIR ? </a:t>
            </a:r>
          </a:p>
          <a:p>
            <a:pPr>
              <a:defRPr/>
            </a:pPr>
            <a:r>
              <a:rPr lang="fr-FR" smtClean="0"/>
              <a:t>36-  INCOMMENSURABLE DIEU TOUT-PUISSANT, IMPRESSIONNANT</a:t>
            </a:r>
          </a:p>
          <a:p>
            <a:pPr>
              <a:defRPr/>
            </a:pPr>
            <a:r>
              <a:rPr lang="fr-FR" smtClean="0"/>
              <a:t>37-  TU ES INDESCRIPTIBLE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**************************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FROM THE HIGHEST OF HEIGHTS TO THE DEPTHS OF THE SEA</a:t>
            </a:r>
          </a:p>
          <a:p>
            <a:pPr>
              <a:defRPr/>
            </a:pPr>
            <a:r>
              <a:rPr lang="fr-FR" smtClean="0"/>
              <a:t>39-  CREATION'S REVEALING YOUR MAJESTY</a:t>
            </a:r>
          </a:p>
          <a:p>
            <a:pPr>
              <a:defRPr/>
            </a:pPr>
            <a:r>
              <a:rPr lang="fr-FR" smtClean="0"/>
              <a:t>40-  FROM THE COLORS OF FALL TO THE FRAGRANCE OF SPRING</a:t>
            </a:r>
          </a:p>
          <a:p>
            <a:pPr>
              <a:defRPr/>
            </a:pPr>
            <a:r>
              <a:rPr lang="fr-FR" smtClean="0"/>
              <a:t>41-  EVERY CREATURE UNIQUE IN THE SONG THAT IT SINGS</a:t>
            </a:r>
          </a:p>
          <a:p>
            <a:pPr>
              <a:defRPr/>
            </a:pPr>
            <a:r>
              <a:rPr lang="fr-FR" smtClean="0"/>
              <a:t>42-  ALL EXCLAIMING INDESCRIBABLE, UNCONTAINABLE</a:t>
            </a:r>
          </a:p>
          <a:p>
            <a:pPr>
              <a:defRPr/>
            </a:pPr>
            <a:r>
              <a:rPr lang="fr-FR" smtClean="0"/>
              <a:t>43-  YOU PLACED THE STARS IN THE SKY AND YOU KNOW THEM BY NAME</a:t>
            </a:r>
          </a:p>
          <a:p>
            <a:pPr>
              <a:defRPr/>
            </a:pPr>
            <a:r>
              <a:rPr lang="fr-FR" smtClean="0"/>
              <a:t>44-  YOU ARE AMAZING GOD ALL POWERFUL, UNTAMABLE</a:t>
            </a:r>
          </a:p>
          <a:p>
            <a:pPr>
              <a:defRPr/>
            </a:pPr>
            <a:r>
              <a:rPr lang="fr-FR" smtClean="0"/>
              <a:t>45-  AWESTRUCK WE FALL TO OUR KNEES AS WE HUMBLY PROCLAIM</a:t>
            </a:r>
          </a:p>
          <a:p>
            <a:pPr>
              <a:defRPr/>
            </a:pPr>
            <a:r>
              <a:rPr lang="fr-FR" smtClean="0"/>
              <a:t>46-  YOU ARE AMAZING GOD</a:t>
            </a:r>
          </a:p>
          <a:p>
            <a:pPr>
              <a:defRPr/>
            </a:pPr>
            <a:r>
              <a:rPr lang="fr-FR" smtClean="0"/>
              <a:t>47-  WHO HAS TOLD EVERY LIGHTNING BOLT WHERE IT SHOULD GO</a:t>
            </a:r>
          </a:p>
          <a:p>
            <a:pPr>
              <a:defRPr/>
            </a:pPr>
            <a:r>
              <a:rPr lang="fr-FR" smtClean="0"/>
              <a:t>48-  OR SEEN HEAVENLY STOREHOUSES LADEN WITH SNOW</a:t>
            </a:r>
          </a:p>
          <a:p>
            <a:pPr>
              <a:defRPr/>
            </a:pPr>
            <a:r>
              <a:rPr lang="fr-FR" smtClean="0"/>
              <a:t>49-  WHO IMAGINED THE SUN AND GIVES SOURCE TO ITS LIGHT</a:t>
            </a:r>
          </a:p>
          <a:p>
            <a:pPr>
              <a:defRPr/>
            </a:pPr>
            <a:r>
              <a:rPr lang="fr-FR" smtClean="0"/>
              <a:t>50-  YET CONCEALS IT TO BRING US THE COOLNESS OF NIGHT</a:t>
            </a:r>
          </a:p>
          <a:p>
            <a:pPr>
              <a:defRPr/>
            </a:pPr>
            <a:r>
              <a:rPr lang="fr-FR" smtClean="0"/>
              <a:t>51-  NONE CAN FATHOM  INDESCRIBABLE, UNCONTAINABLE</a:t>
            </a:r>
          </a:p>
          <a:p>
            <a:pPr>
              <a:defRPr/>
            </a:pPr>
            <a:r>
              <a:rPr lang="fr-FR" smtClean="0"/>
              <a:t>52-  YOU PLACED THE STARS IN THE SKY AND YOU KNOW THEM BY NAME</a:t>
            </a:r>
          </a:p>
          <a:p>
            <a:pPr>
              <a:defRPr/>
            </a:pPr>
            <a:r>
              <a:rPr lang="fr-FR" smtClean="0"/>
              <a:t>53-  YOU ARE AMAZING GOD ALL POWERFUL, UNTAMABLE</a:t>
            </a:r>
          </a:p>
          <a:p>
            <a:pPr>
              <a:defRPr/>
            </a:pPr>
            <a:r>
              <a:rPr lang="fr-FR" smtClean="0"/>
              <a:t>54-  AWESTRUCK WE FALL TO OUR KNEES AS WE HUMBLY PROCLAIM</a:t>
            </a:r>
          </a:p>
          <a:p>
            <a:pPr>
              <a:defRPr/>
            </a:pPr>
            <a:r>
              <a:rPr lang="fr-FR" smtClean="0"/>
              <a:t>55-  YOU ARE AMAZING GOD</a:t>
            </a:r>
          </a:p>
          <a:p>
            <a:pPr>
              <a:defRPr/>
            </a:pPr>
            <a:r>
              <a:rPr lang="fr-FR" smtClean="0"/>
              <a:t>56-  CAN'T EXPLAIN INDESCRIBABLE, UNCONTAINABLE</a:t>
            </a:r>
          </a:p>
          <a:p>
            <a:pPr>
              <a:defRPr/>
            </a:pPr>
            <a:r>
              <a:rPr lang="fr-FR" smtClean="0"/>
              <a:t>57-  YOU PLACES THE STARS IN THE SKY</a:t>
            </a:r>
          </a:p>
          <a:p>
            <a:pPr>
              <a:defRPr/>
            </a:pPr>
            <a:r>
              <a:rPr lang="fr-FR" smtClean="0"/>
              <a:t>58-  CAN'T CONTAIN  YOU'RE ALL POWERFUL YOU'RE UNTAMABLE</a:t>
            </a:r>
          </a:p>
          <a:p>
            <a:pPr>
              <a:defRPr/>
            </a:pPr>
            <a:r>
              <a:rPr lang="fr-FR" smtClean="0"/>
              <a:t>59-  CAN'T EXPLAIN INDESCRIBABLE, UNCONTAINABLE</a:t>
            </a:r>
          </a:p>
          <a:p>
            <a:pPr>
              <a:defRPr/>
            </a:pPr>
            <a:r>
              <a:rPr lang="fr-FR" smtClean="0"/>
              <a:t>60-  YOU PLACES THE STARS IN THE SKY</a:t>
            </a:r>
          </a:p>
          <a:p>
            <a:pPr>
              <a:defRPr/>
            </a:pPr>
            <a:r>
              <a:rPr lang="fr-FR" smtClean="0"/>
              <a:t>61-  CAN'T CONTAIN  YOU'RE ALL POWERFUL, YOU'RE UNTAMABLE</a:t>
            </a:r>
          </a:p>
          <a:p>
            <a:pPr>
              <a:defRPr/>
            </a:pPr>
            <a:r>
              <a:rPr lang="fr-FR" smtClean="0"/>
              <a:t>62-  AWESTRUCK WE FALL TO OUR KNEES</a:t>
            </a:r>
          </a:p>
          <a:p>
            <a:pPr>
              <a:defRPr/>
            </a:pPr>
            <a:r>
              <a:rPr lang="fr-FR" smtClean="0"/>
              <a:t>63-  INDESCRIBABLE, UNCONTAINABLE</a:t>
            </a:r>
          </a:p>
          <a:p>
            <a:pPr>
              <a:defRPr/>
            </a:pPr>
            <a:r>
              <a:rPr lang="fr-FR" smtClean="0"/>
              <a:t>64-  YOU PLACED THE STARS IN THE SKY  YOU KNOW THEM BY NAME</a:t>
            </a:r>
          </a:p>
          <a:p>
            <a:pPr>
              <a:defRPr/>
            </a:pPr>
            <a:r>
              <a:rPr lang="fr-FR" smtClean="0"/>
              <a:t>65-  YOU ARE AMAZING GOD</a:t>
            </a:r>
          </a:p>
          <a:p>
            <a:pPr>
              <a:defRPr/>
            </a:pPr>
            <a:r>
              <a:rPr lang="fr-FR" smtClean="0"/>
              <a:t>66-  ALL POWERFUL, UNTAMABLE</a:t>
            </a:r>
          </a:p>
          <a:p>
            <a:pPr>
              <a:defRPr/>
            </a:pPr>
            <a:r>
              <a:rPr lang="fr-FR" smtClean="0"/>
              <a:t>67-  AWESTRUCK WE FALL TO OUR KNEES  AS WE HUMBLY PROCLAIM</a:t>
            </a:r>
          </a:p>
          <a:p>
            <a:pPr>
              <a:defRPr/>
            </a:pPr>
            <a:r>
              <a:rPr lang="fr-FR" smtClean="0"/>
              <a:t>68-  YOU ARE AMAZING GOD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DES PROFONDEURS DES MERS AUX MONTAGNES ÉLEVÉES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highest of heights to the depths of the sea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LA CRÉATION RÉVÈLE TA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Creation's revealing Your majesty 
3-  DES COULEURS DE L’AUTOMNE  AUX PARFUMS DU PRINTEMPS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colors of fall to the fragrance of spring 
4-  CHAQUE CRÉATURE UNIQUE TE CHANTE UN NOUVEAU CHANT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creature unique in the song that it sings
5-  TOUTES S’EXCLAMANT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exclaiming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	6-  QUI PEUT TE DÉCRIRE OU TE CONTENIR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Indescribable, uncontainable,
	7-  TU PLACES LES ÉTOILES AU CIEL ET TU CONNAIS LEUR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amazing God 
	9-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All powerful, untamable, 
	10-  NOUS TOMBONS À GENOUX DEVANT TOI EN PROCLAMANT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12-  QUI COMMANDE AUX ÉCLAIRS DU TONNERRE OÙ ALLER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has told every lightning bolt where it should go 
13-  QUI ORDONNE À LA NEIGE EN QUEL LIEU SE POSER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Or seen heavenly storehouses laden with snow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QUI CRÉA LE SOLEIL SA LUMIÈRE INFINIE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imagined the sun and gives source to its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ET LE CACHE POUR OFFRIR LA FRAÎCHEUR DE LA NUIT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Yet conceals it to bring us the coolness of night 
16-  QUI TE SONDERA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None can fathom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PLACES LES ÉTOILES AU CIEL INCOMMENSURABLE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TU PLACES LES ÉTOILES AU CIEL INCOMMENSURABLE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TU PLACES LES ÉTOILES AU CIEL ET TU CONNAIS LEUR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NOUS TOMBONS À GENOUX DEVANT TOI EN PROCLAMANT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TU PLACES LES ÉTOILES AU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INCOMMENSURABLE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INEXPLICABLE QUI PEUT TE DÉCRIRE OU TE CONTENIR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INCOMMENSURABLE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TU ES INDESCRIPTIBLE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FROM THE HIGHEST OF HEIGHTS TO THE DEPTHS OF THE SEA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CREATION'S REVEALING YOUR MAJESTY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FROM THE COLORS OF FALL TO THE FRAGRANCE OF SPRING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EVERY CREATURE UNIQUE IN THE SONG THAT IT SINGS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ALL EXCLAIMING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YOU ARE AMAZING GOD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WHO HAS TOLD EVERY LIGHTNING BOLT WHERE IT SHOULD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OR SEEN HEAVENLY STOREHOUSES LADEN WITH SNOW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WHO IMAGINED THE SUN AND GIVES SOURCE TO ITS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YET CONCEALS IT TO BRING US THE COOLNESS OF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NONE CAN FATHOM  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YOU ARE AMAZING GOD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CAN'T EXPLAIN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YOU PLACES THE STARS IN THE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CAN'T CONTAIN  YOU'RE ALL POWERFUL YOU'RE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CAN'T EXPLAIN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YOU PLACES THE STARS IN THE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61-  CAN'T CONTAIN  YOU'RE ALL POWERFUL, YOU'RE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62-  AWESTRUCK WE FALL TO OUR KNEES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64-  YOU PLACED THE STARS IN THE SKY 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65-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66- 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67-  AWESTRUCK WE FALL TO OUR KNEES 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68-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b="1" i="1" dirty="0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DES PROFONDEURS DES MERS AUX MONTAGNES ÉLEVÉES</a:t>
            </a:r>
          </a:p>
          <a:p>
            <a:pPr>
              <a:defRPr/>
            </a:pPr>
            <a:r>
              <a:rPr lang="fr-FR" smtClean="0"/>
              <a:t>From the highest of heights to the depths of the sea</a:t>
            </a:r>
          </a:p>
          <a:p>
            <a:pPr>
              <a:defRPr/>
            </a:pPr>
            <a:r>
              <a:rPr lang="fr-FR" smtClean="0"/>
              <a:t>2-  LA CRÉATION RÉVÈLE TA MAJESTÉ</a:t>
            </a:r>
          </a:p>
          <a:p>
            <a:pPr>
              <a:defRPr/>
            </a:pPr>
            <a:r>
              <a:rPr lang="fr-FR" smtClean="0"/>
              <a:t>Creation's revealing Your majesty 
3-  DES COULEURS DE L’AUTOMNE  AUX PARFUMS DU PRINTEMPS</a:t>
            </a:r>
          </a:p>
          <a:p>
            <a:pPr>
              <a:defRPr/>
            </a:pPr>
            <a:r>
              <a:rPr lang="fr-FR" smtClean="0"/>
              <a:t>From the colors of fall to the fragrance of spring 
4-  CHAQUE CRÉATURE UNIQUE TE CHANTE UN NOUVEAU CHANT </a:t>
            </a:r>
          </a:p>
          <a:p>
            <a:pPr>
              <a:defRPr/>
            </a:pPr>
            <a:r>
              <a:rPr lang="fr-FR" smtClean="0"/>
              <a:t>Every creature unique in the song that it sings
5-  TOUTES S’EXCLAMANT</a:t>
            </a:r>
          </a:p>
          <a:p>
            <a:pPr>
              <a:defRPr/>
            </a:pPr>
            <a:r>
              <a:rPr lang="fr-FR" smtClean="0"/>
              <a:t>All exclaiming</a:t>
            </a:r>
          </a:p>
          <a:p>
            <a:pPr>
              <a:defRPr/>
            </a:pPr>
            <a:r>
              <a:rPr lang="fr-FR" smtClean="0"/>
              <a:t> 
	6-  QUI PEUT TE DÉCRIRE OU TE CONTENIR ? </a:t>
            </a:r>
          </a:p>
          <a:p>
            <a:pPr>
              <a:defRPr/>
            </a:pPr>
            <a:r>
              <a:rPr lang="fr-FR" smtClean="0"/>
              <a:t>	Indescribable, uncontainable,
	7-  TU PLACES LES ÉTOILES AU CIEL ET TU CONNAIS LEUR NOM </a:t>
            </a:r>
          </a:p>
          <a:p>
            <a:pPr>
              <a:defRPr/>
            </a:pPr>
            <a:r>
              <a:rPr lang="fr-FR" smtClean="0"/>
              <a:t>	You placed the stars in the sky and You know them by name</a:t>
            </a:r>
          </a:p>
          <a:p>
            <a:pPr>
              <a:defRPr/>
            </a:pPr>
            <a:r>
              <a:rPr lang="fr-FR" smtClean="0"/>
              <a:t>	8-  TU ES UN DIEU SI GRAND</a:t>
            </a:r>
          </a:p>
          <a:p>
            <a:pPr>
              <a:defRPr/>
            </a:pPr>
            <a:r>
              <a:rPr lang="fr-FR" smtClean="0"/>
              <a:t>	You are amazing God 
	9-  DIEU TOUT-PUISSANT, IMPRESSIONNANT</a:t>
            </a:r>
          </a:p>
          <a:p>
            <a:pPr>
              <a:defRPr/>
            </a:pPr>
            <a:r>
              <a:rPr lang="fr-FR" smtClean="0"/>
              <a:t>	All powerful, untamable, 
	10-  NOUS TOMBONS À GENOUX DEVANT TOI EN PROCLAMANT</a:t>
            </a:r>
          </a:p>
          <a:p>
            <a:pPr>
              <a:defRPr/>
            </a:pPr>
            <a:r>
              <a:rPr lang="fr-FR" smtClean="0"/>
              <a:t>	Awestruck we fall to our knees as we humbly proclaim</a:t>
            </a:r>
          </a:p>
          <a:p>
            <a:pPr>
              <a:defRPr/>
            </a:pPr>
            <a:r>
              <a:rPr lang="fr-FR" smtClean="0"/>
              <a:t>	11- TU ES UN DIEU SI GRAND</a:t>
            </a:r>
          </a:p>
          <a:p>
            <a:pPr>
              <a:defRPr/>
            </a:pPr>
            <a:r>
              <a:rPr lang="fr-FR" smtClean="0"/>
              <a:t>	You are amazing God</a:t>
            </a:r>
          </a:p>
          <a:p>
            <a:pPr>
              <a:defRPr/>
            </a:pPr>
            <a:r>
              <a:rPr lang="fr-FR" smtClean="0"/>
              <a:t> 
12-  QUI COMMANDE AUX ÉCLAIRS DU TONNERRE OÙ ALLER ?</a:t>
            </a:r>
          </a:p>
          <a:p>
            <a:pPr>
              <a:defRPr/>
            </a:pPr>
            <a:r>
              <a:rPr lang="fr-FR" smtClean="0"/>
              <a:t>Who has told every lightning bolt where it should go 
13-  QUI ORDONNE À LA NEIGE EN QUEL LIEU SE POSER ? </a:t>
            </a:r>
          </a:p>
          <a:p>
            <a:pPr>
              <a:defRPr/>
            </a:pPr>
            <a:r>
              <a:rPr lang="fr-FR" smtClean="0"/>
              <a:t>Or seen heavenly storehouses laden with snow</a:t>
            </a:r>
          </a:p>
          <a:p>
            <a:pPr>
              <a:defRPr/>
            </a:pPr>
            <a:r>
              <a:rPr lang="fr-FR" smtClean="0"/>
              <a:t>14-  QUI CRÉA LE SOLEIL SA LUMIÈRE INFINIE ? </a:t>
            </a:r>
          </a:p>
          <a:p>
            <a:pPr>
              <a:defRPr/>
            </a:pPr>
            <a:r>
              <a:rPr lang="fr-FR" smtClean="0"/>
              <a:t>Who imagined the sun and gives source to its light</a:t>
            </a:r>
          </a:p>
          <a:p>
            <a:pPr>
              <a:defRPr/>
            </a:pPr>
            <a:r>
              <a:rPr lang="fr-FR" smtClean="0"/>
              <a:t>15-  ET LE CACHE POUR OFFRIR LA FRAÎCHEUR DE LA NUIT</a:t>
            </a:r>
          </a:p>
          <a:p>
            <a:pPr>
              <a:defRPr/>
            </a:pPr>
            <a:r>
              <a:rPr lang="fr-FR" smtClean="0"/>
              <a:t>Yet conceals it to bring us the coolness of night 
16-  QUI TE SONDERA ? </a:t>
            </a:r>
          </a:p>
          <a:p>
            <a:pPr>
              <a:defRPr/>
            </a:pPr>
            <a:r>
              <a:rPr lang="fr-FR" smtClean="0"/>
              <a:t>None can fathom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INEXPLICABLE QUI PEUT TE DÉCRIRE OU TE CONTENIR ?</a:t>
            </a:r>
          </a:p>
          <a:p>
            <a:pPr>
              <a:defRPr/>
            </a:pPr>
            <a:r>
              <a:rPr lang="fr-FR" smtClean="0"/>
              <a:t>18-  TU PLACES LES ÉTOILES AU CIEL INCOMMENSURABLE</a:t>
            </a:r>
          </a:p>
          <a:p>
            <a:pPr>
              <a:defRPr/>
            </a:pPr>
            <a:r>
              <a:rPr lang="fr-FR" smtClean="0"/>
              <a:t>19-  DIEU TOUT-PUISSANT, IMPRESSIONNANT</a:t>
            </a:r>
          </a:p>
          <a:p>
            <a:pPr>
              <a:defRPr/>
            </a:pPr>
            <a:r>
              <a:rPr lang="fr-FR" smtClean="0"/>
              <a:t>20-  FORMIDABLE NOUS TOMBONS À GENOUX DEVANT TOI</a:t>
            </a:r>
          </a:p>
          <a:p>
            <a:pPr>
              <a:defRPr/>
            </a:pPr>
            <a:r>
              <a:rPr lang="fr-FR" smtClean="0"/>
              <a:t>21-  INEXPLICABLE QUI PEUT TE DÉCRIRE OU TE CONTENIR ?</a:t>
            </a:r>
          </a:p>
          <a:p>
            <a:pPr>
              <a:defRPr/>
            </a:pPr>
            <a:r>
              <a:rPr lang="fr-FR" smtClean="0"/>
              <a:t>22-  TU PLACES LES ÉTOILES AU CIEL INCOMMENSURABLE</a:t>
            </a:r>
          </a:p>
          <a:p>
            <a:pPr>
              <a:defRPr/>
            </a:pPr>
            <a:r>
              <a:rPr lang="fr-FR" smtClean="0"/>
              <a:t>23-  DIEU TOUT-PUISSANT, IMPRESSIONNANT</a:t>
            </a:r>
          </a:p>
          <a:p>
            <a:pPr>
              <a:defRPr/>
            </a:pPr>
            <a:r>
              <a:rPr lang="fr-FR" smtClean="0"/>
              <a:t>24-  FORMIDABLE NOUS TOMBONS À GENOUX DEVANT TOI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QUI PEUT TE DÉCRIRE OU TE CONTENIR ?</a:t>
            </a:r>
          </a:p>
          <a:p>
            <a:pPr>
              <a:defRPr/>
            </a:pPr>
            <a:r>
              <a:rPr lang="fr-FR" smtClean="0"/>
              <a:t>26-  TU PLACES LES ÉTOILES AU CIEL ET TU CONNAIS LEUR NOM</a:t>
            </a:r>
          </a:p>
          <a:p>
            <a:pPr>
              <a:defRPr/>
            </a:pPr>
            <a:r>
              <a:rPr lang="fr-FR" smtClean="0"/>
              <a:t>27-  TU ES UN DIEU SI GRAND</a:t>
            </a:r>
          </a:p>
          <a:p>
            <a:pPr>
              <a:defRPr/>
            </a:pPr>
            <a:r>
              <a:rPr lang="fr-FR" smtClean="0"/>
              <a:t>28-  DIEU TOUT-PUISSANT, IMPRESSIONNANT</a:t>
            </a:r>
          </a:p>
          <a:p>
            <a:pPr>
              <a:defRPr/>
            </a:pPr>
            <a:r>
              <a:rPr lang="fr-FR" smtClean="0"/>
              <a:t>29-  NOUS TOMBONS À GENOUX DEVANT TOI EN PROCLAMANT</a:t>
            </a:r>
          </a:p>
          <a:p>
            <a:pPr>
              <a:defRPr/>
            </a:pPr>
            <a:r>
              <a:rPr lang="fr-FR" smtClean="0"/>
              <a:t>30-  TU ES UN DIEU SI GRAND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INEXPLICABLE QUI PEUT TE DÉCRIRE OU TE CONTENIR ?</a:t>
            </a:r>
          </a:p>
          <a:p>
            <a:pPr>
              <a:defRPr/>
            </a:pPr>
            <a:r>
              <a:rPr lang="fr-FR" smtClean="0"/>
              <a:t>32-  TU PLACES LES ÉTOILES AU CIEL</a:t>
            </a:r>
          </a:p>
          <a:p>
            <a:pPr>
              <a:defRPr/>
            </a:pPr>
            <a:r>
              <a:rPr lang="fr-FR" smtClean="0"/>
              <a:t>33-  INCOMMENSURABLE DIEU TOUT-PUISSANT, IMPRESSIONNANT</a:t>
            </a:r>
          </a:p>
          <a:p>
            <a:pPr>
              <a:defRPr/>
            </a:pPr>
            <a:r>
              <a:rPr lang="fr-FR" smtClean="0"/>
              <a:t>34-  FORMIDABLE NOUS TOMBONS À GENOUX DEVANT TOI</a:t>
            </a:r>
          </a:p>
          <a:p>
            <a:pPr>
              <a:defRPr/>
            </a:pPr>
            <a:r>
              <a:rPr lang="fr-FR" smtClean="0"/>
              <a:t>35-  INEXPLICABLE QUI PEUT TE DÉCRIRE OU TE CONTENIR ? </a:t>
            </a:r>
          </a:p>
          <a:p>
            <a:pPr>
              <a:defRPr/>
            </a:pPr>
            <a:r>
              <a:rPr lang="fr-FR" smtClean="0"/>
              <a:t>36-  INCOMMENSURABLE DIEU TOUT-PUISSANT, IMPRESSIONNANT</a:t>
            </a:r>
          </a:p>
          <a:p>
            <a:pPr>
              <a:defRPr/>
            </a:pPr>
            <a:r>
              <a:rPr lang="fr-FR" smtClean="0"/>
              <a:t>37-  TU ES INDESCRIPTIBLE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**************************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FROM THE HIGHEST OF HEIGHTS TO THE DEPTHS OF THE SEA</a:t>
            </a:r>
          </a:p>
          <a:p>
            <a:pPr>
              <a:defRPr/>
            </a:pPr>
            <a:r>
              <a:rPr lang="fr-FR" smtClean="0"/>
              <a:t>39-  CREATION'S REVEALING YOUR MAJESTY</a:t>
            </a:r>
          </a:p>
          <a:p>
            <a:pPr>
              <a:defRPr/>
            </a:pPr>
            <a:r>
              <a:rPr lang="fr-FR" smtClean="0"/>
              <a:t>40-  FROM THE COLORS OF FALL TO THE FRAGRANCE OF SPRING</a:t>
            </a:r>
          </a:p>
          <a:p>
            <a:pPr>
              <a:defRPr/>
            </a:pPr>
            <a:r>
              <a:rPr lang="fr-FR" smtClean="0"/>
              <a:t>41-  EVERY CREATURE UNIQUE IN THE SONG THAT IT SINGS</a:t>
            </a:r>
          </a:p>
          <a:p>
            <a:pPr>
              <a:defRPr/>
            </a:pPr>
            <a:r>
              <a:rPr lang="fr-FR" smtClean="0"/>
              <a:t>42-  ALL EXCLAIMING INDESCRIBABLE, UNCONTAINABLE</a:t>
            </a:r>
          </a:p>
          <a:p>
            <a:pPr>
              <a:defRPr/>
            </a:pPr>
            <a:r>
              <a:rPr lang="fr-FR" smtClean="0"/>
              <a:t>43-  YOU PLACED THE STARS IN THE SKY AND YOU KNOW THEM BY NAME</a:t>
            </a:r>
          </a:p>
          <a:p>
            <a:pPr>
              <a:defRPr/>
            </a:pPr>
            <a:r>
              <a:rPr lang="fr-FR" smtClean="0"/>
              <a:t>44-  YOU ARE AMAZING GOD ALL POWERFUL, UNTAMABLE</a:t>
            </a:r>
          </a:p>
          <a:p>
            <a:pPr>
              <a:defRPr/>
            </a:pPr>
            <a:r>
              <a:rPr lang="fr-FR" smtClean="0"/>
              <a:t>45-  AWESTRUCK WE FALL TO OUR KNEES AS WE HUMBLY PROCLAIM</a:t>
            </a:r>
          </a:p>
          <a:p>
            <a:pPr>
              <a:defRPr/>
            </a:pPr>
            <a:r>
              <a:rPr lang="fr-FR" smtClean="0"/>
              <a:t>46-  YOU ARE AMAZING GOD</a:t>
            </a:r>
          </a:p>
          <a:p>
            <a:pPr>
              <a:defRPr/>
            </a:pPr>
            <a:r>
              <a:rPr lang="fr-FR" smtClean="0"/>
              <a:t>47-  WHO HAS TOLD EVERY LIGHTNING BOLT WHERE IT SHOULD GO</a:t>
            </a:r>
          </a:p>
          <a:p>
            <a:pPr>
              <a:defRPr/>
            </a:pPr>
            <a:r>
              <a:rPr lang="fr-FR" smtClean="0"/>
              <a:t>48-  OR SEEN HEAVENLY STOREHOUSES LADEN WITH SNOW</a:t>
            </a:r>
          </a:p>
          <a:p>
            <a:pPr>
              <a:defRPr/>
            </a:pPr>
            <a:r>
              <a:rPr lang="fr-FR" smtClean="0"/>
              <a:t>49-  WHO IMAGINED THE SUN AND GIVES SOURCE TO ITS LIGHT</a:t>
            </a:r>
          </a:p>
          <a:p>
            <a:pPr>
              <a:defRPr/>
            </a:pPr>
            <a:r>
              <a:rPr lang="fr-FR" smtClean="0"/>
              <a:t>50-  YET CONCEALS IT TO BRING US THE COOLNESS OF NIGHT</a:t>
            </a:r>
          </a:p>
          <a:p>
            <a:pPr>
              <a:defRPr/>
            </a:pPr>
            <a:r>
              <a:rPr lang="fr-FR" smtClean="0"/>
              <a:t>51-  NONE CAN FATHOM  INDESCRIBABLE, UNCONTAINABLE</a:t>
            </a:r>
          </a:p>
          <a:p>
            <a:pPr>
              <a:defRPr/>
            </a:pPr>
            <a:r>
              <a:rPr lang="fr-FR" smtClean="0"/>
              <a:t>52-  YOU PLACED THE STARS IN THE SKY AND YOU KNOW THEM BY NAME</a:t>
            </a:r>
          </a:p>
          <a:p>
            <a:pPr>
              <a:defRPr/>
            </a:pPr>
            <a:r>
              <a:rPr lang="fr-FR" smtClean="0"/>
              <a:t>53-  YOU ARE AMAZING GOD ALL POWERFUL, UNTAMABLE</a:t>
            </a:r>
          </a:p>
          <a:p>
            <a:pPr>
              <a:defRPr/>
            </a:pPr>
            <a:r>
              <a:rPr lang="fr-FR" smtClean="0"/>
              <a:t>54-  AWESTRUCK WE FALL TO OUR KNEES AS WE HUMBLY PROCLAIM</a:t>
            </a:r>
          </a:p>
          <a:p>
            <a:pPr>
              <a:defRPr/>
            </a:pPr>
            <a:r>
              <a:rPr lang="fr-FR" smtClean="0"/>
              <a:t>55-  YOU ARE AMAZING GOD</a:t>
            </a:r>
          </a:p>
          <a:p>
            <a:pPr>
              <a:defRPr/>
            </a:pPr>
            <a:r>
              <a:rPr lang="fr-FR" smtClean="0"/>
              <a:t>56-  CAN'T EXPLAIN INDESCRIBABLE, UNCONTAINABLE</a:t>
            </a:r>
          </a:p>
          <a:p>
            <a:pPr>
              <a:defRPr/>
            </a:pPr>
            <a:r>
              <a:rPr lang="fr-FR" smtClean="0"/>
              <a:t>57-  YOU PLACES THE STARS IN THE SKY</a:t>
            </a:r>
          </a:p>
          <a:p>
            <a:pPr>
              <a:defRPr/>
            </a:pPr>
            <a:r>
              <a:rPr lang="fr-FR" smtClean="0"/>
              <a:t>58-  CAN'T CONTAIN  YOU'RE ALL POWERFUL YOU'RE UNTAMABLE</a:t>
            </a:r>
          </a:p>
          <a:p>
            <a:pPr>
              <a:defRPr/>
            </a:pPr>
            <a:r>
              <a:rPr lang="fr-FR" smtClean="0"/>
              <a:t>59-  CAN'T EXPLAIN INDESCRIBABLE, UNCONTAINABLE</a:t>
            </a:r>
          </a:p>
          <a:p>
            <a:pPr>
              <a:defRPr/>
            </a:pPr>
            <a:r>
              <a:rPr lang="fr-FR" smtClean="0"/>
              <a:t>60-  YOU PLACES THE STARS IN THE SKY</a:t>
            </a:r>
          </a:p>
          <a:p>
            <a:pPr>
              <a:defRPr/>
            </a:pPr>
            <a:r>
              <a:rPr lang="fr-FR" smtClean="0"/>
              <a:t>61-  CAN'T CONTAIN  YOU'RE ALL POWERFUL, YOU'RE UNTAMABLE</a:t>
            </a:r>
          </a:p>
          <a:p>
            <a:pPr>
              <a:defRPr/>
            </a:pPr>
            <a:r>
              <a:rPr lang="fr-FR" smtClean="0"/>
              <a:t>62-  AWESTRUCK WE FALL TO OUR KNEES</a:t>
            </a:r>
          </a:p>
          <a:p>
            <a:pPr>
              <a:defRPr/>
            </a:pPr>
            <a:r>
              <a:rPr lang="fr-FR" smtClean="0"/>
              <a:t>63-  INDESCRIBABLE, UNCONTAINABLE</a:t>
            </a:r>
          </a:p>
          <a:p>
            <a:pPr>
              <a:defRPr/>
            </a:pPr>
            <a:r>
              <a:rPr lang="fr-FR" smtClean="0"/>
              <a:t>64-  YOU PLACED THE STARS IN THE SKY  YOU KNOW THEM BY NAME</a:t>
            </a:r>
          </a:p>
          <a:p>
            <a:pPr>
              <a:defRPr/>
            </a:pPr>
            <a:r>
              <a:rPr lang="fr-FR" smtClean="0"/>
              <a:t>65-  YOU ARE AMAZING GOD</a:t>
            </a:r>
          </a:p>
          <a:p>
            <a:pPr>
              <a:defRPr/>
            </a:pPr>
            <a:r>
              <a:rPr lang="fr-FR" smtClean="0"/>
              <a:t>66-  ALL POWERFUL, UNTAMABLE</a:t>
            </a:r>
          </a:p>
          <a:p>
            <a:pPr>
              <a:defRPr/>
            </a:pPr>
            <a:r>
              <a:rPr lang="fr-FR" smtClean="0"/>
              <a:t>67-  AWESTRUCK WE FALL TO OUR KNEES  AS WE HUMBLY PROCLAIM</a:t>
            </a:r>
          </a:p>
          <a:p>
            <a:pPr>
              <a:defRPr/>
            </a:pPr>
            <a:r>
              <a:rPr lang="fr-FR" smtClean="0"/>
              <a:t>68-  YOU ARE AMAZING GOD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DES PROFONDEURS DES MERS AUX MONTAGNES ÉLEVÉES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From</a:t>
            </a:r>
            <a:r>
              <a:rPr lang="fr-FR" dirty="0" smtClean="0"/>
              <a:t> the </a:t>
            </a:r>
            <a:r>
              <a:rPr lang="fr-FR" dirty="0" err="1" smtClean="0"/>
              <a:t>highest</a:t>
            </a:r>
            <a:r>
              <a:rPr lang="fr-FR" dirty="0" smtClean="0"/>
              <a:t> of </a:t>
            </a:r>
            <a:r>
              <a:rPr lang="fr-FR" dirty="0" err="1" smtClean="0"/>
              <a:t>heights</a:t>
            </a:r>
            <a:r>
              <a:rPr lang="fr-FR" dirty="0" smtClean="0"/>
              <a:t> to the </a:t>
            </a:r>
            <a:r>
              <a:rPr lang="fr-FR" dirty="0" err="1" smtClean="0"/>
              <a:t>depths</a:t>
            </a:r>
            <a:r>
              <a:rPr lang="fr-FR" dirty="0" smtClean="0"/>
              <a:t> of the </a:t>
            </a:r>
            <a:r>
              <a:rPr lang="fr-FR" dirty="0" err="1" smtClean="0"/>
              <a:t>sea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2-  LA CRÉATION RÉVÈLE TA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Creation's</a:t>
            </a:r>
            <a:r>
              <a:rPr lang="fr-FR" dirty="0" smtClean="0"/>
              <a:t> </a:t>
            </a:r>
            <a:r>
              <a:rPr lang="fr-FR" dirty="0" err="1" smtClean="0"/>
              <a:t>revealing</a:t>
            </a:r>
            <a:r>
              <a:rPr lang="fr-FR" dirty="0" smtClean="0"/>
              <a:t>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majesty</a:t>
            </a:r>
            <a:r>
              <a:rPr lang="fr-FR" dirty="0" smtClean="0"/>
              <a:t> 
3-  DES COULEURS DE L’AUTOMNE  AUX PARFUMS DU PRINTEMPS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From</a:t>
            </a:r>
            <a:r>
              <a:rPr lang="fr-FR" dirty="0" smtClean="0"/>
              <a:t> the </a:t>
            </a:r>
            <a:r>
              <a:rPr lang="fr-FR" dirty="0" err="1" smtClean="0"/>
              <a:t>colors</a:t>
            </a:r>
            <a:r>
              <a:rPr lang="fr-FR" dirty="0" smtClean="0"/>
              <a:t> of </a:t>
            </a:r>
            <a:r>
              <a:rPr lang="fr-FR" dirty="0" err="1" smtClean="0"/>
              <a:t>fall</a:t>
            </a:r>
            <a:r>
              <a:rPr lang="fr-FR" dirty="0" smtClean="0"/>
              <a:t> to the fragrance of </a:t>
            </a:r>
            <a:r>
              <a:rPr lang="fr-FR" dirty="0" err="1" smtClean="0"/>
              <a:t>spring</a:t>
            </a:r>
            <a:r>
              <a:rPr lang="fr-FR" dirty="0" smtClean="0"/>
              <a:t> 
4-  CHAQUE CRÉATURE UNIQUE TE CHANTE UN NOUVEAU CHANT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Every</a:t>
            </a:r>
            <a:r>
              <a:rPr lang="fr-FR" dirty="0" smtClean="0"/>
              <a:t> </a:t>
            </a:r>
            <a:r>
              <a:rPr lang="fr-FR" dirty="0" err="1" smtClean="0"/>
              <a:t>creature</a:t>
            </a:r>
            <a:r>
              <a:rPr lang="fr-FR" dirty="0" smtClean="0"/>
              <a:t> unique in the </a:t>
            </a:r>
            <a:r>
              <a:rPr lang="fr-FR" dirty="0" err="1" smtClean="0"/>
              <a:t>song</a:t>
            </a:r>
            <a:r>
              <a:rPr lang="fr-FR" dirty="0" smtClean="0"/>
              <a:t>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r>
              <a:rPr lang="fr-FR" dirty="0" smtClean="0"/>
              <a:t> </a:t>
            </a:r>
            <a:r>
              <a:rPr lang="fr-FR" dirty="0" err="1" smtClean="0"/>
              <a:t>sings</a:t>
            </a:r>
            <a:r>
              <a:rPr lang="fr-FR" dirty="0" smtClean="0"/>
              <a:t>
5-  TOUTES S’EXCLAMANT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All </a:t>
            </a:r>
            <a:r>
              <a:rPr lang="fr-FR" dirty="0" err="1" smtClean="0"/>
              <a:t>exclaiming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
	6-  QUI PEUT TE DÉCRIRE OU TE CONTENIR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</a:t>
            </a:r>
            <a:r>
              <a:rPr lang="fr-FR" dirty="0" err="1" smtClean="0"/>
              <a:t>Indescribable</a:t>
            </a:r>
            <a:r>
              <a:rPr lang="fr-FR" dirty="0" smtClean="0"/>
              <a:t>, </a:t>
            </a:r>
            <a:r>
              <a:rPr lang="fr-FR" dirty="0" err="1" smtClean="0"/>
              <a:t>uncontainable</a:t>
            </a:r>
            <a:r>
              <a:rPr lang="fr-FR" dirty="0" smtClean="0"/>
              <a:t>,
	7-  TU PLACES LES ÉTOILES AU CIEL ET TU CONNAIS LEUR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You </a:t>
            </a:r>
            <a:r>
              <a:rPr lang="fr-FR" dirty="0" err="1" smtClean="0"/>
              <a:t>placed</a:t>
            </a:r>
            <a:r>
              <a:rPr lang="fr-FR" dirty="0" smtClean="0"/>
              <a:t> the stars in the </a:t>
            </a:r>
            <a:r>
              <a:rPr lang="fr-FR" dirty="0" err="1" smtClean="0"/>
              <a:t>sky</a:t>
            </a:r>
            <a:r>
              <a:rPr lang="fr-FR" dirty="0" smtClean="0"/>
              <a:t> and You know </a:t>
            </a:r>
            <a:r>
              <a:rPr lang="fr-FR" dirty="0" err="1" smtClean="0"/>
              <a:t>them</a:t>
            </a:r>
            <a:r>
              <a:rPr lang="fr-FR" dirty="0" smtClean="0"/>
              <a:t> by </a:t>
            </a:r>
            <a:r>
              <a:rPr lang="fr-FR" dirty="0" err="1" smtClean="0"/>
              <a:t>name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8-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You are </a:t>
            </a:r>
            <a:r>
              <a:rPr lang="fr-FR" dirty="0" err="1" smtClean="0"/>
              <a:t>amazing</a:t>
            </a:r>
            <a:r>
              <a:rPr lang="fr-FR" dirty="0" smtClean="0"/>
              <a:t> </a:t>
            </a:r>
            <a:r>
              <a:rPr lang="fr-FR" dirty="0" err="1" smtClean="0"/>
              <a:t>God</a:t>
            </a:r>
            <a:r>
              <a:rPr lang="fr-FR" dirty="0" smtClean="0"/>
              <a:t> 
	9-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All </a:t>
            </a:r>
            <a:r>
              <a:rPr lang="fr-FR" dirty="0" err="1" smtClean="0"/>
              <a:t>powerful</a:t>
            </a:r>
            <a:r>
              <a:rPr lang="fr-FR" dirty="0" smtClean="0"/>
              <a:t>, </a:t>
            </a:r>
            <a:r>
              <a:rPr lang="fr-FR" dirty="0" err="1" smtClean="0"/>
              <a:t>untamable</a:t>
            </a:r>
            <a:r>
              <a:rPr lang="fr-FR" dirty="0" smtClean="0"/>
              <a:t>, 
	10-  NOUS TOMBONS À GENOUX DEVANT TOI EN PROCLAMANT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</a:t>
            </a:r>
            <a:r>
              <a:rPr lang="fr-FR" dirty="0" err="1" smtClean="0"/>
              <a:t>Awestruck</a:t>
            </a:r>
            <a:r>
              <a:rPr lang="fr-FR" dirty="0" smtClean="0"/>
              <a:t>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fall</a:t>
            </a:r>
            <a:r>
              <a:rPr lang="fr-FR" dirty="0" smtClean="0"/>
              <a:t> to </a:t>
            </a:r>
            <a:r>
              <a:rPr lang="fr-FR" dirty="0" err="1" smtClean="0"/>
              <a:t>our</a:t>
            </a:r>
            <a:r>
              <a:rPr lang="fr-FR" dirty="0" smtClean="0"/>
              <a:t> </a:t>
            </a:r>
            <a:r>
              <a:rPr lang="fr-FR" dirty="0" err="1" smtClean="0"/>
              <a:t>knees</a:t>
            </a:r>
            <a:r>
              <a:rPr lang="fr-FR" dirty="0" smtClean="0"/>
              <a:t> as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humbly</a:t>
            </a:r>
            <a:r>
              <a:rPr lang="fr-FR" dirty="0" smtClean="0"/>
              <a:t> </a:t>
            </a:r>
            <a:r>
              <a:rPr lang="fr-FR" dirty="0" err="1" smtClean="0"/>
              <a:t>proclaim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11-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You are </a:t>
            </a:r>
            <a:r>
              <a:rPr lang="fr-FR" dirty="0" err="1" smtClean="0"/>
              <a:t>amazing</a:t>
            </a:r>
            <a:r>
              <a:rPr lang="fr-FR" dirty="0" smtClean="0"/>
              <a:t> </a:t>
            </a:r>
            <a:r>
              <a:rPr lang="fr-FR" dirty="0" err="1" smtClean="0"/>
              <a:t>God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
12-  QUI COMMANDE AUX ÉCLAIRS DU TONNERRE OÙ ALLER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Who</a:t>
            </a:r>
            <a:r>
              <a:rPr lang="fr-FR" dirty="0" smtClean="0"/>
              <a:t> has </a:t>
            </a:r>
            <a:r>
              <a:rPr lang="fr-FR" dirty="0" err="1" smtClean="0"/>
              <a:t>told</a:t>
            </a:r>
            <a:r>
              <a:rPr lang="fr-FR" dirty="0" smtClean="0"/>
              <a:t> </a:t>
            </a:r>
            <a:r>
              <a:rPr lang="fr-FR" dirty="0" err="1" smtClean="0"/>
              <a:t>every</a:t>
            </a:r>
            <a:r>
              <a:rPr lang="fr-FR" dirty="0" smtClean="0"/>
              <a:t> </a:t>
            </a:r>
            <a:r>
              <a:rPr lang="fr-FR" dirty="0" err="1" smtClean="0"/>
              <a:t>lightning</a:t>
            </a:r>
            <a:r>
              <a:rPr lang="fr-FR" dirty="0" smtClean="0"/>
              <a:t> </a:t>
            </a:r>
            <a:r>
              <a:rPr lang="fr-FR" dirty="0" err="1" smtClean="0"/>
              <a:t>bolt</a:t>
            </a:r>
            <a:r>
              <a:rPr lang="fr-FR" dirty="0" smtClean="0"/>
              <a:t> </a:t>
            </a:r>
            <a:r>
              <a:rPr lang="fr-FR" dirty="0" err="1" smtClean="0"/>
              <a:t>where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r>
              <a:rPr lang="fr-FR" dirty="0" smtClean="0"/>
              <a:t> </a:t>
            </a:r>
            <a:r>
              <a:rPr lang="fr-FR" dirty="0" err="1" smtClean="0"/>
              <a:t>should</a:t>
            </a:r>
            <a:r>
              <a:rPr lang="fr-FR" dirty="0" smtClean="0"/>
              <a:t> go 
13-  QUI ORDONNE À LA NEIGE EN QUEL LIEU SE POSER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Or </a:t>
            </a:r>
            <a:r>
              <a:rPr lang="fr-FR" dirty="0" err="1" smtClean="0"/>
              <a:t>seen</a:t>
            </a:r>
            <a:r>
              <a:rPr lang="fr-FR" dirty="0" smtClean="0"/>
              <a:t> </a:t>
            </a:r>
            <a:r>
              <a:rPr lang="fr-FR" dirty="0" err="1" smtClean="0"/>
              <a:t>heavenly</a:t>
            </a:r>
            <a:r>
              <a:rPr lang="fr-FR" dirty="0" smtClean="0"/>
              <a:t> </a:t>
            </a:r>
            <a:r>
              <a:rPr lang="fr-FR" dirty="0" err="1" smtClean="0"/>
              <a:t>storehouses</a:t>
            </a:r>
            <a:r>
              <a:rPr lang="fr-FR" dirty="0" smtClean="0"/>
              <a:t> </a:t>
            </a:r>
            <a:r>
              <a:rPr lang="fr-FR" dirty="0" err="1" smtClean="0"/>
              <a:t>laden</a:t>
            </a:r>
            <a:r>
              <a:rPr lang="fr-FR" dirty="0" smtClean="0"/>
              <a:t> </a:t>
            </a:r>
            <a:r>
              <a:rPr lang="fr-FR" dirty="0" err="1" smtClean="0"/>
              <a:t>with</a:t>
            </a:r>
            <a:r>
              <a:rPr lang="fr-FR" dirty="0" smtClean="0"/>
              <a:t> </a:t>
            </a:r>
            <a:r>
              <a:rPr lang="fr-FR" dirty="0" err="1" smtClean="0"/>
              <a:t>snow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14-  QUI CRÉA LE SOLEIL SA LUMIÈRE INFINIE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Who</a:t>
            </a:r>
            <a:r>
              <a:rPr lang="fr-FR" dirty="0" smtClean="0"/>
              <a:t> </a:t>
            </a:r>
            <a:r>
              <a:rPr lang="fr-FR" dirty="0" err="1" smtClean="0"/>
              <a:t>imagined</a:t>
            </a:r>
            <a:r>
              <a:rPr lang="fr-FR" dirty="0" smtClean="0"/>
              <a:t> the </a:t>
            </a:r>
            <a:r>
              <a:rPr lang="fr-FR" dirty="0" err="1" smtClean="0"/>
              <a:t>sun</a:t>
            </a:r>
            <a:r>
              <a:rPr lang="fr-FR" dirty="0" smtClean="0"/>
              <a:t> and </a:t>
            </a:r>
            <a:r>
              <a:rPr lang="fr-FR" dirty="0" err="1" smtClean="0"/>
              <a:t>gives</a:t>
            </a:r>
            <a:r>
              <a:rPr lang="fr-FR" dirty="0" smtClean="0"/>
              <a:t> source to </a:t>
            </a:r>
            <a:r>
              <a:rPr lang="fr-FR" dirty="0" err="1" smtClean="0"/>
              <a:t>its</a:t>
            </a:r>
            <a:r>
              <a:rPr lang="fr-FR" dirty="0" smtClean="0"/>
              <a:t>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15-  ET LE CACHE POUR OFFRIR LA FRAÎCHEUR DE LA NUIT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Yet</a:t>
            </a:r>
            <a:r>
              <a:rPr lang="fr-FR" dirty="0" smtClean="0"/>
              <a:t> </a:t>
            </a:r>
            <a:r>
              <a:rPr lang="fr-FR" dirty="0" err="1" smtClean="0"/>
              <a:t>conceals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r>
              <a:rPr lang="fr-FR" dirty="0" smtClean="0"/>
              <a:t> to </a:t>
            </a:r>
            <a:r>
              <a:rPr lang="fr-FR" dirty="0" err="1" smtClean="0"/>
              <a:t>bring</a:t>
            </a:r>
            <a:r>
              <a:rPr lang="fr-FR" dirty="0" smtClean="0"/>
              <a:t> us the </a:t>
            </a:r>
            <a:r>
              <a:rPr lang="fr-FR" dirty="0" err="1" smtClean="0"/>
              <a:t>coolness</a:t>
            </a:r>
            <a:r>
              <a:rPr lang="fr-FR" dirty="0" smtClean="0"/>
              <a:t> of night 
16-  QUI TE SONDERA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None </a:t>
            </a:r>
            <a:r>
              <a:rPr lang="fr-FR" dirty="0" err="1" smtClean="0"/>
              <a:t>can</a:t>
            </a:r>
            <a:r>
              <a:rPr lang="fr-FR" dirty="0" smtClean="0"/>
              <a:t> </a:t>
            </a:r>
            <a:r>
              <a:rPr lang="fr-FR" dirty="0" err="1" smtClean="0"/>
              <a:t>fathom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17-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18-  TU PLACES LES ÉTOILES AU CIEL INCOMMENSURABLE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19-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20-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21-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22-  TU PLACES LES ÉTOILES AU CIEL INCOMMENSURABLE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23-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24-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25- 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26-  TU PLACES LES ÉTOILES AU CIEL ET TU CONNAIS LEUR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27-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28-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29-  NOUS TOMBONS À GENOUX DEVANT TOI EN PROCLAMANT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30-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31-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32-  TU PLACES LES ÉTOILES AU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33-  INCOMMENSURABLE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34-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35-  INEXPLICABLE QUI PEUT TE DÉCRIRE OU TE CONTENIR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36-  INCOMMENSURABLE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37-  TU ES INDESCRIPTIBLE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**************************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38-  FROM THE HIGHEST OF HEIGHTS TO THE DEPTHS OF THE SEA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39-  CREATION'S REVEALING YOUR MAJESTY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40-  FROM THE COLORS OF FALL TO THE FRAGRANCE OF SPRING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41-  EVERY CREATURE UNIQUE IN THE SONG THAT IT SINGS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42-  ALL EXCLAIMING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43-  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44-  YOU ARE AMAZING GOD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45-  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46-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47-  WHO HAS TOLD EVERY LIGHTNING BOLT WHERE IT SHOULD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48-  OR SEEN HEAVENLY STOREHOUSES LADEN WITH SNOW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49-  WHO IMAGINED THE SUN AND GIVES SOURCE TO ITS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50-  YET CONCEALS IT TO BRING US THE COOLNESS OF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51-  NONE CAN FATHOM  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52-  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53-  YOU ARE AMAZING GOD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54-  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55-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56-  CAN'T EXPLAIN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57-  YOU PLACES THE STARS IN THE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58-  CAN'T CONTAIN  YOU'RE ALL POWERFUL YOU'RE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59-  CAN'T EXPLAIN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60-  YOU PLACES THE STARS IN THE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61-  CAN'T CONTAIN  YOU'RE ALL POWERFUL, YOU'RE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62-  AWESTRUCK WE FALL TO OUR KNEES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63- 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64-  YOU PLACED THE STARS IN THE SKY 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65-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66- 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67-  AWESTRUCK WE FALL TO OUR KNEES 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68-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b="1" i="1" dirty="0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DES PROFONDEURS DES MERS AUX MONTAGNES ÉLEVÉES</a:t>
            </a:r>
          </a:p>
          <a:p>
            <a:pPr>
              <a:defRPr/>
            </a:pPr>
            <a:r>
              <a:rPr lang="fr-FR" smtClean="0"/>
              <a:t>From the highest of heights to the depths of the sea</a:t>
            </a:r>
          </a:p>
          <a:p>
            <a:pPr>
              <a:defRPr/>
            </a:pPr>
            <a:r>
              <a:rPr lang="fr-FR" smtClean="0"/>
              <a:t>2-  LA CRÉATION RÉVÈLE TA MAJESTÉ</a:t>
            </a:r>
          </a:p>
          <a:p>
            <a:pPr>
              <a:defRPr/>
            </a:pPr>
            <a:r>
              <a:rPr lang="fr-FR" smtClean="0"/>
              <a:t>Creation's revealing Your majesty 
3-  DES COULEURS DE L’AUTOMNE  AUX PARFUMS DU PRINTEMPS</a:t>
            </a:r>
          </a:p>
          <a:p>
            <a:pPr>
              <a:defRPr/>
            </a:pPr>
            <a:r>
              <a:rPr lang="fr-FR" smtClean="0"/>
              <a:t>From the colors of fall to the fragrance of spring 
4-  CHAQUE CRÉATURE UNIQUE TE CHANTE UN NOUVEAU CHANT </a:t>
            </a:r>
          </a:p>
          <a:p>
            <a:pPr>
              <a:defRPr/>
            </a:pPr>
            <a:r>
              <a:rPr lang="fr-FR" smtClean="0"/>
              <a:t>Every creature unique in the song that it sings
5-  TOUTES S’EXCLAMANT</a:t>
            </a:r>
          </a:p>
          <a:p>
            <a:pPr>
              <a:defRPr/>
            </a:pPr>
            <a:r>
              <a:rPr lang="fr-FR" smtClean="0"/>
              <a:t>All exclaiming</a:t>
            </a:r>
          </a:p>
          <a:p>
            <a:pPr>
              <a:defRPr/>
            </a:pPr>
            <a:r>
              <a:rPr lang="fr-FR" smtClean="0"/>
              <a:t> 
	6-  QUI PEUT TE DÉCRIRE OU TE CONTENIR ? </a:t>
            </a:r>
          </a:p>
          <a:p>
            <a:pPr>
              <a:defRPr/>
            </a:pPr>
            <a:r>
              <a:rPr lang="fr-FR" smtClean="0"/>
              <a:t>	Indescribable, uncontainable,
	7-  TU PLACES LES ÉTOILES AU CIEL ET TU CONNAIS LEUR NOM </a:t>
            </a:r>
          </a:p>
          <a:p>
            <a:pPr>
              <a:defRPr/>
            </a:pPr>
            <a:r>
              <a:rPr lang="fr-FR" smtClean="0"/>
              <a:t>	You placed the stars in the sky and You know them by name</a:t>
            </a:r>
          </a:p>
          <a:p>
            <a:pPr>
              <a:defRPr/>
            </a:pPr>
            <a:r>
              <a:rPr lang="fr-FR" smtClean="0"/>
              <a:t>	8-  TU ES UN DIEU SI GRAND</a:t>
            </a:r>
          </a:p>
          <a:p>
            <a:pPr>
              <a:defRPr/>
            </a:pPr>
            <a:r>
              <a:rPr lang="fr-FR" smtClean="0"/>
              <a:t>	You are amazing God 
	9-  DIEU TOUT-PUISSANT, IMPRESSIONNANT</a:t>
            </a:r>
          </a:p>
          <a:p>
            <a:pPr>
              <a:defRPr/>
            </a:pPr>
            <a:r>
              <a:rPr lang="fr-FR" smtClean="0"/>
              <a:t>	All powerful, untamable, 
	10-  NOUS TOMBONS À GENOUX DEVANT TOI EN PROCLAMANT</a:t>
            </a:r>
          </a:p>
          <a:p>
            <a:pPr>
              <a:defRPr/>
            </a:pPr>
            <a:r>
              <a:rPr lang="fr-FR" smtClean="0"/>
              <a:t>	Awestruck we fall to our knees as we humbly proclaim</a:t>
            </a:r>
          </a:p>
          <a:p>
            <a:pPr>
              <a:defRPr/>
            </a:pPr>
            <a:r>
              <a:rPr lang="fr-FR" smtClean="0"/>
              <a:t>	11- TU ES UN DIEU SI GRAND</a:t>
            </a:r>
          </a:p>
          <a:p>
            <a:pPr>
              <a:defRPr/>
            </a:pPr>
            <a:r>
              <a:rPr lang="fr-FR" smtClean="0"/>
              <a:t>	You are amazing God</a:t>
            </a:r>
          </a:p>
          <a:p>
            <a:pPr>
              <a:defRPr/>
            </a:pPr>
            <a:r>
              <a:rPr lang="fr-FR" smtClean="0"/>
              <a:t> 
12-  QUI COMMANDE AUX ÉCLAIRS DU TONNERRE OÙ ALLER ?</a:t>
            </a:r>
          </a:p>
          <a:p>
            <a:pPr>
              <a:defRPr/>
            </a:pPr>
            <a:r>
              <a:rPr lang="fr-FR" smtClean="0"/>
              <a:t>Who has told every lightning bolt where it should go 
13-  QUI ORDONNE À LA NEIGE EN QUEL LIEU SE POSER ? </a:t>
            </a:r>
          </a:p>
          <a:p>
            <a:pPr>
              <a:defRPr/>
            </a:pPr>
            <a:r>
              <a:rPr lang="fr-FR" smtClean="0"/>
              <a:t>Or seen heavenly storehouses laden with snow</a:t>
            </a:r>
          </a:p>
          <a:p>
            <a:pPr>
              <a:defRPr/>
            </a:pPr>
            <a:r>
              <a:rPr lang="fr-FR" smtClean="0"/>
              <a:t>14-  QUI CRÉA LE SOLEIL SA LUMIÈRE INFINIE ? </a:t>
            </a:r>
          </a:p>
          <a:p>
            <a:pPr>
              <a:defRPr/>
            </a:pPr>
            <a:r>
              <a:rPr lang="fr-FR" smtClean="0"/>
              <a:t>Who imagined the sun and gives source to its light</a:t>
            </a:r>
          </a:p>
          <a:p>
            <a:pPr>
              <a:defRPr/>
            </a:pPr>
            <a:r>
              <a:rPr lang="fr-FR" smtClean="0"/>
              <a:t>15-  ET LE CACHE POUR OFFRIR LA FRAÎCHEUR DE LA NUIT</a:t>
            </a:r>
          </a:p>
          <a:p>
            <a:pPr>
              <a:defRPr/>
            </a:pPr>
            <a:r>
              <a:rPr lang="fr-FR" smtClean="0"/>
              <a:t>Yet conceals it to bring us the coolness of night 
16-  QUI TE SONDERA ? </a:t>
            </a:r>
          </a:p>
          <a:p>
            <a:pPr>
              <a:defRPr/>
            </a:pPr>
            <a:r>
              <a:rPr lang="fr-FR" smtClean="0"/>
              <a:t>None can fathom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INEXPLICABLE QUI PEUT TE DÉCRIRE OU TE CONTENIR ?</a:t>
            </a:r>
          </a:p>
          <a:p>
            <a:pPr>
              <a:defRPr/>
            </a:pPr>
            <a:r>
              <a:rPr lang="fr-FR" smtClean="0"/>
              <a:t>18-  TU PLACES LES ÉTOILES AU CIEL INCOMMENSURABLE</a:t>
            </a:r>
          </a:p>
          <a:p>
            <a:pPr>
              <a:defRPr/>
            </a:pPr>
            <a:r>
              <a:rPr lang="fr-FR" smtClean="0"/>
              <a:t>19-  DIEU TOUT-PUISSANT, IMPRESSIONNANT</a:t>
            </a:r>
          </a:p>
          <a:p>
            <a:pPr>
              <a:defRPr/>
            </a:pPr>
            <a:r>
              <a:rPr lang="fr-FR" smtClean="0"/>
              <a:t>20-  FORMIDABLE NOUS TOMBONS À GENOUX DEVANT TOI</a:t>
            </a:r>
          </a:p>
          <a:p>
            <a:pPr>
              <a:defRPr/>
            </a:pPr>
            <a:r>
              <a:rPr lang="fr-FR" smtClean="0"/>
              <a:t>21-  INEXPLICABLE QUI PEUT TE DÉCRIRE OU TE CONTENIR ?</a:t>
            </a:r>
          </a:p>
          <a:p>
            <a:pPr>
              <a:defRPr/>
            </a:pPr>
            <a:r>
              <a:rPr lang="fr-FR" smtClean="0"/>
              <a:t>22-  TU PLACES LES ÉTOILES AU CIEL INCOMMENSURABLE</a:t>
            </a:r>
          </a:p>
          <a:p>
            <a:pPr>
              <a:defRPr/>
            </a:pPr>
            <a:r>
              <a:rPr lang="fr-FR" smtClean="0"/>
              <a:t>23-  DIEU TOUT-PUISSANT, IMPRESSIONNANT</a:t>
            </a:r>
          </a:p>
          <a:p>
            <a:pPr>
              <a:defRPr/>
            </a:pPr>
            <a:r>
              <a:rPr lang="fr-FR" smtClean="0"/>
              <a:t>24-  FORMIDABLE NOUS TOMBONS À GENOUX DEVANT TOI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QUI PEUT TE DÉCRIRE OU TE CONTENIR ?</a:t>
            </a:r>
          </a:p>
          <a:p>
            <a:pPr>
              <a:defRPr/>
            </a:pPr>
            <a:r>
              <a:rPr lang="fr-FR" smtClean="0"/>
              <a:t>26-  TU PLACES LES ÉTOILES AU CIEL ET TU CONNAIS LEUR NOM</a:t>
            </a:r>
          </a:p>
          <a:p>
            <a:pPr>
              <a:defRPr/>
            </a:pPr>
            <a:r>
              <a:rPr lang="fr-FR" smtClean="0"/>
              <a:t>27-  TU ES UN DIEU SI GRAND</a:t>
            </a:r>
          </a:p>
          <a:p>
            <a:pPr>
              <a:defRPr/>
            </a:pPr>
            <a:r>
              <a:rPr lang="fr-FR" smtClean="0"/>
              <a:t>28-  DIEU TOUT-PUISSANT, IMPRESSIONNANT</a:t>
            </a:r>
          </a:p>
          <a:p>
            <a:pPr>
              <a:defRPr/>
            </a:pPr>
            <a:r>
              <a:rPr lang="fr-FR" smtClean="0"/>
              <a:t>29-  NOUS TOMBONS À GENOUX DEVANT TOI EN PROCLAMANT</a:t>
            </a:r>
          </a:p>
          <a:p>
            <a:pPr>
              <a:defRPr/>
            </a:pPr>
            <a:r>
              <a:rPr lang="fr-FR" smtClean="0"/>
              <a:t>30-  TU ES UN DIEU SI GRAND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INEXPLICABLE QUI PEUT TE DÉCRIRE OU TE CONTENIR ?</a:t>
            </a:r>
          </a:p>
          <a:p>
            <a:pPr>
              <a:defRPr/>
            </a:pPr>
            <a:r>
              <a:rPr lang="fr-FR" smtClean="0"/>
              <a:t>32-  TU PLACES LES ÉTOILES AU CIEL</a:t>
            </a:r>
          </a:p>
          <a:p>
            <a:pPr>
              <a:defRPr/>
            </a:pPr>
            <a:r>
              <a:rPr lang="fr-FR" smtClean="0"/>
              <a:t>33-  INCOMMENSURABLE DIEU TOUT-PUISSANT, IMPRESSIONNANT</a:t>
            </a:r>
          </a:p>
          <a:p>
            <a:pPr>
              <a:defRPr/>
            </a:pPr>
            <a:r>
              <a:rPr lang="fr-FR" smtClean="0"/>
              <a:t>34-  FORMIDABLE NOUS TOMBONS À GENOUX DEVANT TOI</a:t>
            </a:r>
          </a:p>
          <a:p>
            <a:pPr>
              <a:defRPr/>
            </a:pPr>
            <a:r>
              <a:rPr lang="fr-FR" smtClean="0"/>
              <a:t>35-  INEXPLICABLE QUI PEUT TE DÉCRIRE OU TE CONTENIR ? </a:t>
            </a:r>
          </a:p>
          <a:p>
            <a:pPr>
              <a:defRPr/>
            </a:pPr>
            <a:r>
              <a:rPr lang="fr-FR" smtClean="0"/>
              <a:t>36-  INCOMMENSURABLE DIEU TOUT-PUISSANT, IMPRESSIONNANT</a:t>
            </a:r>
          </a:p>
          <a:p>
            <a:pPr>
              <a:defRPr/>
            </a:pPr>
            <a:r>
              <a:rPr lang="fr-FR" smtClean="0"/>
              <a:t>37-  TU ES INDESCRIPTIBLE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**************************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FROM THE HIGHEST OF HEIGHTS TO THE DEPTHS OF THE SEA</a:t>
            </a:r>
          </a:p>
          <a:p>
            <a:pPr>
              <a:defRPr/>
            </a:pPr>
            <a:r>
              <a:rPr lang="fr-FR" smtClean="0"/>
              <a:t>39-  CREATION'S REVEALING YOUR MAJESTY</a:t>
            </a:r>
          </a:p>
          <a:p>
            <a:pPr>
              <a:defRPr/>
            </a:pPr>
            <a:r>
              <a:rPr lang="fr-FR" smtClean="0"/>
              <a:t>40-  FROM THE COLORS OF FALL TO THE FRAGRANCE OF SPRING</a:t>
            </a:r>
          </a:p>
          <a:p>
            <a:pPr>
              <a:defRPr/>
            </a:pPr>
            <a:r>
              <a:rPr lang="fr-FR" smtClean="0"/>
              <a:t>41-  EVERY CREATURE UNIQUE IN THE SONG THAT IT SINGS</a:t>
            </a:r>
          </a:p>
          <a:p>
            <a:pPr>
              <a:defRPr/>
            </a:pPr>
            <a:r>
              <a:rPr lang="fr-FR" smtClean="0"/>
              <a:t>42-  ALL EXCLAIMING INDESCRIBABLE, UNCONTAINABLE</a:t>
            </a:r>
          </a:p>
          <a:p>
            <a:pPr>
              <a:defRPr/>
            </a:pPr>
            <a:r>
              <a:rPr lang="fr-FR" smtClean="0"/>
              <a:t>43-  YOU PLACED THE STARS IN THE SKY AND YOU KNOW THEM BY NAME</a:t>
            </a:r>
          </a:p>
          <a:p>
            <a:pPr>
              <a:defRPr/>
            </a:pPr>
            <a:r>
              <a:rPr lang="fr-FR" smtClean="0"/>
              <a:t>44-  YOU ARE AMAZING GOD ALL POWERFUL, UNTAMABLE</a:t>
            </a:r>
          </a:p>
          <a:p>
            <a:pPr>
              <a:defRPr/>
            </a:pPr>
            <a:r>
              <a:rPr lang="fr-FR" smtClean="0"/>
              <a:t>45-  AWESTRUCK WE FALL TO OUR KNEES AS WE HUMBLY PROCLAIM</a:t>
            </a:r>
          </a:p>
          <a:p>
            <a:pPr>
              <a:defRPr/>
            </a:pPr>
            <a:r>
              <a:rPr lang="fr-FR" smtClean="0"/>
              <a:t>46-  YOU ARE AMAZING GOD</a:t>
            </a:r>
          </a:p>
          <a:p>
            <a:pPr>
              <a:defRPr/>
            </a:pPr>
            <a:r>
              <a:rPr lang="fr-FR" smtClean="0"/>
              <a:t>47-  WHO HAS TOLD EVERY LIGHTNING BOLT WHERE IT SHOULD GO</a:t>
            </a:r>
          </a:p>
          <a:p>
            <a:pPr>
              <a:defRPr/>
            </a:pPr>
            <a:r>
              <a:rPr lang="fr-FR" smtClean="0"/>
              <a:t>48-  OR SEEN HEAVENLY STOREHOUSES LADEN WITH SNOW</a:t>
            </a:r>
          </a:p>
          <a:p>
            <a:pPr>
              <a:defRPr/>
            </a:pPr>
            <a:r>
              <a:rPr lang="fr-FR" smtClean="0"/>
              <a:t>49-  WHO IMAGINED THE SUN AND GIVES SOURCE TO ITS LIGHT</a:t>
            </a:r>
          </a:p>
          <a:p>
            <a:pPr>
              <a:defRPr/>
            </a:pPr>
            <a:r>
              <a:rPr lang="fr-FR" smtClean="0"/>
              <a:t>50-  YET CONCEALS IT TO BRING US THE COOLNESS OF NIGHT</a:t>
            </a:r>
          </a:p>
          <a:p>
            <a:pPr>
              <a:defRPr/>
            </a:pPr>
            <a:r>
              <a:rPr lang="fr-FR" smtClean="0"/>
              <a:t>51-  NONE CAN FATHOM  INDESCRIBABLE, UNCONTAINABLE</a:t>
            </a:r>
          </a:p>
          <a:p>
            <a:pPr>
              <a:defRPr/>
            </a:pPr>
            <a:r>
              <a:rPr lang="fr-FR" smtClean="0"/>
              <a:t>52-  YOU PLACED THE STARS IN THE SKY AND YOU KNOW THEM BY NAME</a:t>
            </a:r>
          </a:p>
          <a:p>
            <a:pPr>
              <a:defRPr/>
            </a:pPr>
            <a:r>
              <a:rPr lang="fr-FR" smtClean="0"/>
              <a:t>53-  YOU ARE AMAZING GOD ALL POWERFUL, UNTAMABLE</a:t>
            </a:r>
          </a:p>
          <a:p>
            <a:pPr>
              <a:defRPr/>
            </a:pPr>
            <a:r>
              <a:rPr lang="fr-FR" smtClean="0"/>
              <a:t>54-  AWESTRUCK WE FALL TO OUR KNEES AS WE HUMBLY PROCLAIM</a:t>
            </a:r>
          </a:p>
          <a:p>
            <a:pPr>
              <a:defRPr/>
            </a:pPr>
            <a:r>
              <a:rPr lang="fr-FR" smtClean="0"/>
              <a:t>55-  YOU ARE AMAZING GOD</a:t>
            </a:r>
          </a:p>
          <a:p>
            <a:pPr>
              <a:defRPr/>
            </a:pPr>
            <a:r>
              <a:rPr lang="fr-FR" smtClean="0"/>
              <a:t>56-  CAN'T EXPLAIN INDESCRIBABLE, UNCONTAINABLE</a:t>
            </a:r>
          </a:p>
          <a:p>
            <a:pPr>
              <a:defRPr/>
            </a:pPr>
            <a:r>
              <a:rPr lang="fr-FR" smtClean="0"/>
              <a:t>57-  YOU PLACES THE STARS IN THE SKY</a:t>
            </a:r>
          </a:p>
          <a:p>
            <a:pPr>
              <a:defRPr/>
            </a:pPr>
            <a:r>
              <a:rPr lang="fr-FR" smtClean="0"/>
              <a:t>58-  CAN'T CONTAIN  YOU'RE ALL POWERFUL YOU'RE UNTAMABLE</a:t>
            </a:r>
          </a:p>
          <a:p>
            <a:pPr>
              <a:defRPr/>
            </a:pPr>
            <a:r>
              <a:rPr lang="fr-FR" smtClean="0"/>
              <a:t>59-  CAN'T EXPLAIN INDESCRIBABLE, UNCONTAINABLE</a:t>
            </a:r>
          </a:p>
          <a:p>
            <a:pPr>
              <a:defRPr/>
            </a:pPr>
            <a:r>
              <a:rPr lang="fr-FR" smtClean="0"/>
              <a:t>60-  YOU PLACES THE STARS IN THE SKY</a:t>
            </a:r>
          </a:p>
          <a:p>
            <a:pPr>
              <a:defRPr/>
            </a:pPr>
            <a:r>
              <a:rPr lang="fr-FR" smtClean="0"/>
              <a:t>61-  CAN'T CONTAIN  YOU'RE ALL POWERFUL, YOU'RE UNTAMABLE</a:t>
            </a:r>
          </a:p>
          <a:p>
            <a:pPr>
              <a:defRPr/>
            </a:pPr>
            <a:r>
              <a:rPr lang="fr-FR" smtClean="0"/>
              <a:t>62-  AWESTRUCK WE FALL TO OUR KNEES</a:t>
            </a:r>
          </a:p>
          <a:p>
            <a:pPr>
              <a:defRPr/>
            </a:pPr>
            <a:r>
              <a:rPr lang="fr-FR" smtClean="0"/>
              <a:t>63-  INDESCRIBABLE, UNCONTAINABLE</a:t>
            </a:r>
          </a:p>
          <a:p>
            <a:pPr>
              <a:defRPr/>
            </a:pPr>
            <a:r>
              <a:rPr lang="fr-FR" smtClean="0"/>
              <a:t>64-  YOU PLACED THE STARS IN THE SKY  YOU KNOW THEM BY NAME</a:t>
            </a:r>
          </a:p>
          <a:p>
            <a:pPr>
              <a:defRPr/>
            </a:pPr>
            <a:r>
              <a:rPr lang="fr-FR" smtClean="0"/>
              <a:t>65-  YOU ARE AMAZING GOD</a:t>
            </a:r>
          </a:p>
          <a:p>
            <a:pPr>
              <a:defRPr/>
            </a:pPr>
            <a:r>
              <a:rPr lang="fr-FR" smtClean="0"/>
              <a:t>66-  ALL POWERFUL, UNTAMABLE</a:t>
            </a:r>
          </a:p>
          <a:p>
            <a:pPr>
              <a:defRPr/>
            </a:pPr>
            <a:r>
              <a:rPr lang="fr-FR" smtClean="0"/>
              <a:t>67-  AWESTRUCK WE FALL TO OUR KNEES  AS WE HUMBLY PROCLAIM</a:t>
            </a:r>
          </a:p>
          <a:p>
            <a:pPr>
              <a:defRPr/>
            </a:pPr>
            <a:r>
              <a:rPr lang="fr-FR" smtClean="0"/>
              <a:t>68-  YOU ARE AMAZING GOD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DES PROFONDEURS DES MERS AUX MONTAGNES ÉLEVÉES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From</a:t>
            </a:r>
            <a:r>
              <a:rPr lang="fr-FR" dirty="0" smtClean="0"/>
              <a:t> the </a:t>
            </a:r>
            <a:r>
              <a:rPr lang="fr-FR" dirty="0" err="1" smtClean="0"/>
              <a:t>highest</a:t>
            </a:r>
            <a:r>
              <a:rPr lang="fr-FR" dirty="0" smtClean="0"/>
              <a:t> of </a:t>
            </a:r>
            <a:r>
              <a:rPr lang="fr-FR" dirty="0" err="1" smtClean="0"/>
              <a:t>heights</a:t>
            </a:r>
            <a:r>
              <a:rPr lang="fr-FR" dirty="0" smtClean="0"/>
              <a:t> to the </a:t>
            </a:r>
            <a:r>
              <a:rPr lang="fr-FR" dirty="0" err="1" smtClean="0"/>
              <a:t>depths</a:t>
            </a:r>
            <a:r>
              <a:rPr lang="fr-FR" dirty="0" smtClean="0"/>
              <a:t> of the </a:t>
            </a:r>
            <a:r>
              <a:rPr lang="fr-FR" dirty="0" err="1" smtClean="0"/>
              <a:t>sea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2-  LA CRÉATION RÉVÈLE TA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Creation's</a:t>
            </a:r>
            <a:r>
              <a:rPr lang="fr-FR" dirty="0" smtClean="0"/>
              <a:t> </a:t>
            </a:r>
            <a:r>
              <a:rPr lang="fr-FR" dirty="0" err="1" smtClean="0"/>
              <a:t>revealing</a:t>
            </a:r>
            <a:r>
              <a:rPr lang="fr-FR" dirty="0" smtClean="0"/>
              <a:t>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majesty</a:t>
            </a:r>
            <a:r>
              <a:rPr lang="fr-FR" dirty="0" smtClean="0"/>
              <a:t> 
3-  DES COULEURS DE L’AUTOMNE  AUX PARFUMS DU PRINTEMPS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From</a:t>
            </a:r>
            <a:r>
              <a:rPr lang="fr-FR" dirty="0" smtClean="0"/>
              <a:t> the </a:t>
            </a:r>
            <a:r>
              <a:rPr lang="fr-FR" dirty="0" err="1" smtClean="0"/>
              <a:t>colors</a:t>
            </a:r>
            <a:r>
              <a:rPr lang="fr-FR" dirty="0" smtClean="0"/>
              <a:t> of </a:t>
            </a:r>
            <a:r>
              <a:rPr lang="fr-FR" dirty="0" err="1" smtClean="0"/>
              <a:t>fall</a:t>
            </a:r>
            <a:r>
              <a:rPr lang="fr-FR" dirty="0" smtClean="0"/>
              <a:t> to the fragrance of </a:t>
            </a:r>
            <a:r>
              <a:rPr lang="fr-FR" dirty="0" err="1" smtClean="0"/>
              <a:t>spring</a:t>
            </a:r>
            <a:r>
              <a:rPr lang="fr-FR" dirty="0" smtClean="0"/>
              <a:t> 
4-  CHAQUE CRÉATURE UNIQUE TE CHANTE UN NOUVEAU CHANT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Every</a:t>
            </a:r>
            <a:r>
              <a:rPr lang="fr-FR" dirty="0" smtClean="0"/>
              <a:t> </a:t>
            </a:r>
            <a:r>
              <a:rPr lang="fr-FR" dirty="0" err="1" smtClean="0"/>
              <a:t>creature</a:t>
            </a:r>
            <a:r>
              <a:rPr lang="fr-FR" dirty="0" smtClean="0"/>
              <a:t> unique in the </a:t>
            </a:r>
            <a:r>
              <a:rPr lang="fr-FR" dirty="0" err="1" smtClean="0"/>
              <a:t>song</a:t>
            </a:r>
            <a:r>
              <a:rPr lang="fr-FR" dirty="0" smtClean="0"/>
              <a:t>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r>
              <a:rPr lang="fr-FR" dirty="0" smtClean="0"/>
              <a:t> </a:t>
            </a:r>
            <a:r>
              <a:rPr lang="fr-FR" dirty="0" err="1" smtClean="0"/>
              <a:t>sings</a:t>
            </a:r>
            <a:r>
              <a:rPr lang="fr-FR" dirty="0" smtClean="0"/>
              <a:t>
5-  TOUTES S’EXCLAMANT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All </a:t>
            </a:r>
            <a:r>
              <a:rPr lang="fr-FR" dirty="0" err="1" smtClean="0"/>
              <a:t>exclaiming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
	6-  QUI PEUT TE DÉCRIRE OU TE CONTENIR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</a:t>
            </a:r>
            <a:r>
              <a:rPr lang="fr-FR" dirty="0" err="1" smtClean="0"/>
              <a:t>Indescribable</a:t>
            </a:r>
            <a:r>
              <a:rPr lang="fr-FR" dirty="0" smtClean="0"/>
              <a:t>, </a:t>
            </a:r>
            <a:r>
              <a:rPr lang="fr-FR" dirty="0" err="1" smtClean="0"/>
              <a:t>uncontainable</a:t>
            </a:r>
            <a:r>
              <a:rPr lang="fr-FR" dirty="0" smtClean="0"/>
              <a:t>,
	7-  TU PLACES LES ÉTOILES AU CIEL ET TU CONNAIS LEUR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You </a:t>
            </a:r>
            <a:r>
              <a:rPr lang="fr-FR" dirty="0" err="1" smtClean="0"/>
              <a:t>placed</a:t>
            </a:r>
            <a:r>
              <a:rPr lang="fr-FR" dirty="0" smtClean="0"/>
              <a:t> the stars in the </a:t>
            </a:r>
            <a:r>
              <a:rPr lang="fr-FR" dirty="0" err="1" smtClean="0"/>
              <a:t>sky</a:t>
            </a:r>
            <a:r>
              <a:rPr lang="fr-FR" dirty="0" smtClean="0"/>
              <a:t> and You know </a:t>
            </a:r>
            <a:r>
              <a:rPr lang="fr-FR" dirty="0" err="1" smtClean="0"/>
              <a:t>them</a:t>
            </a:r>
            <a:r>
              <a:rPr lang="fr-FR" dirty="0" smtClean="0"/>
              <a:t> by </a:t>
            </a:r>
            <a:r>
              <a:rPr lang="fr-FR" dirty="0" err="1" smtClean="0"/>
              <a:t>name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8-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You are </a:t>
            </a:r>
            <a:r>
              <a:rPr lang="fr-FR" dirty="0" err="1" smtClean="0"/>
              <a:t>amazing</a:t>
            </a:r>
            <a:r>
              <a:rPr lang="fr-FR" dirty="0" smtClean="0"/>
              <a:t> </a:t>
            </a:r>
            <a:r>
              <a:rPr lang="fr-FR" dirty="0" err="1" smtClean="0"/>
              <a:t>God</a:t>
            </a:r>
            <a:r>
              <a:rPr lang="fr-FR" dirty="0" smtClean="0"/>
              <a:t> 
	9-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All </a:t>
            </a:r>
            <a:r>
              <a:rPr lang="fr-FR" dirty="0" err="1" smtClean="0"/>
              <a:t>powerful</a:t>
            </a:r>
            <a:r>
              <a:rPr lang="fr-FR" dirty="0" smtClean="0"/>
              <a:t>, </a:t>
            </a:r>
            <a:r>
              <a:rPr lang="fr-FR" dirty="0" err="1" smtClean="0"/>
              <a:t>untamable</a:t>
            </a:r>
            <a:r>
              <a:rPr lang="fr-FR" dirty="0" smtClean="0"/>
              <a:t>, 
	10-  NOUS TOMBONS À GENOUX DEVANT TOI EN PROCLAMANT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</a:t>
            </a:r>
            <a:r>
              <a:rPr lang="fr-FR" dirty="0" err="1" smtClean="0"/>
              <a:t>Awestruck</a:t>
            </a:r>
            <a:r>
              <a:rPr lang="fr-FR" dirty="0" smtClean="0"/>
              <a:t>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fall</a:t>
            </a:r>
            <a:r>
              <a:rPr lang="fr-FR" dirty="0" smtClean="0"/>
              <a:t> to </a:t>
            </a:r>
            <a:r>
              <a:rPr lang="fr-FR" dirty="0" err="1" smtClean="0"/>
              <a:t>our</a:t>
            </a:r>
            <a:r>
              <a:rPr lang="fr-FR" dirty="0" smtClean="0"/>
              <a:t> </a:t>
            </a:r>
            <a:r>
              <a:rPr lang="fr-FR" dirty="0" err="1" smtClean="0"/>
              <a:t>knees</a:t>
            </a:r>
            <a:r>
              <a:rPr lang="fr-FR" dirty="0" smtClean="0"/>
              <a:t> as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humbly</a:t>
            </a:r>
            <a:r>
              <a:rPr lang="fr-FR" dirty="0" smtClean="0"/>
              <a:t> </a:t>
            </a:r>
            <a:r>
              <a:rPr lang="fr-FR" dirty="0" err="1" smtClean="0"/>
              <a:t>proclaim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11-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You are </a:t>
            </a:r>
            <a:r>
              <a:rPr lang="fr-FR" dirty="0" err="1" smtClean="0"/>
              <a:t>amazing</a:t>
            </a:r>
            <a:r>
              <a:rPr lang="fr-FR" dirty="0" smtClean="0"/>
              <a:t> </a:t>
            </a:r>
            <a:r>
              <a:rPr lang="fr-FR" dirty="0" err="1" smtClean="0"/>
              <a:t>God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
12-  QUI COMMANDE AUX ÉCLAIRS DU TONNERRE OÙ ALLER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Who</a:t>
            </a:r>
            <a:r>
              <a:rPr lang="fr-FR" dirty="0" smtClean="0"/>
              <a:t> has </a:t>
            </a:r>
            <a:r>
              <a:rPr lang="fr-FR" dirty="0" err="1" smtClean="0"/>
              <a:t>told</a:t>
            </a:r>
            <a:r>
              <a:rPr lang="fr-FR" dirty="0" smtClean="0"/>
              <a:t> </a:t>
            </a:r>
            <a:r>
              <a:rPr lang="fr-FR" dirty="0" err="1" smtClean="0"/>
              <a:t>every</a:t>
            </a:r>
            <a:r>
              <a:rPr lang="fr-FR" dirty="0" smtClean="0"/>
              <a:t> </a:t>
            </a:r>
            <a:r>
              <a:rPr lang="fr-FR" dirty="0" err="1" smtClean="0"/>
              <a:t>lightning</a:t>
            </a:r>
            <a:r>
              <a:rPr lang="fr-FR" dirty="0" smtClean="0"/>
              <a:t> </a:t>
            </a:r>
            <a:r>
              <a:rPr lang="fr-FR" dirty="0" err="1" smtClean="0"/>
              <a:t>bolt</a:t>
            </a:r>
            <a:r>
              <a:rPr lang="fr-FR" dirty="0" smtClean="0"/>
              <a:t> </a:t>
            </a:r>
            <a:r>
              <a:rPr lang="fr-FR" dirty="0" err="1" smtClean="0"/>
              <a:t>where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r>
              <a:rPr lang="fr-FR" dirty="0" smtClean="0"/>
              <a:t> </a:t>
            </a:r>
            <a:r>
              <a:rPr lang="fr-FR" dirty="0" err="1" smtClean="0"/>
              <a:t>should</a:t>
            </a:r>
            <a:r>
              <a:rPr lang="fr-FR" dirty="0" smtClean="0"/>
              <a:t> go 
13-  QUI ORDONNE À LA NEIGE EN QUEL LIEU SE POSER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Or </a:t>
            </a:r>
            <a:r>
              <a:rPr lang="fr-FR" dirty="0" err="1" smtClean="0"/>
              <a:t>seen</a:t>
            </a:r>
            <a:r>
              <a:rPr lang="fr-FR" dirty="0" smtClean="0"/>
              <a:t> </a:t>
            </a:r>
            <a:r>
              <a:rPr lang="fr-FR" dirty="0" err="1" smtClean="0"/>
              <a:t>heavenly</a:t>
            </a:r>
            <a:r>
              <a:rPr lang="fr-FR" dirty="0" smtClean="0"/>
              <a:t> </a:t>
            </a:r>
            <a:r>
              <a:rPr lang="fr-FR" dirty="0" err="1" smtClean="0"/>
              <a:t>storehouses</a:t>
            </a:r>
            <a:r>
              <a:rPr lang="fr-FR" dirty="0" smtClean="0"/>
              <a:t> </a:t>
            </a:r>
            <a:r>
              <a:rPr lang="fr-FR" dirty="0" err="1" smtClean="0"/>
              <a:t>laden</a:t>
            </a:r>
            <a:r>
              <a:rPr lang="fr-FR" dirty="0" smtClean="0"/>
              <a:t> </a:t>
            </a:r>
            <a:r>
              <a:rPr lang="fr-FR" dirty="0" err="1" smtClean="0"/>
              <a:t>with</a:t>
            </a:r>
            <a:r>
              <a:rPr lang="fr-FR" dirty="0" smtClean="0"/>
              <a:t> </a:t>
            </a:r>
            <a:r>
              <a:rPr lang="fr-FR" dirty="0" err="1" smtClean="0"/>
              <a:t>snow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14-  QUI CRÉA LE SOLEIL SA LUMIÈRE INFINIE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Who</a:t>
            </a:r>
            <a:r>
              <a:rPr lang="fr-FR" dirty="0" smtClean="0"/>
              <a:t> </a:t>
            </a:r>
            <a:r>
              <a:rPr lang="fr-FR" dirty="0" err="1" smtClean="0"/>
              <a:t>imagined</a:t>
            </a:r>
            <a:r>
              <a:rPr lang="fr-FR" dirty="0" smtClean="0"/>
              <a:t> the </a:t>
            </a:r>
            <a:r>
              <a:rPr lang="fr-FR" dirty="0" err="1" smtClean="0"/>
              <a:t>sun</a:t>
            </a:r>
            <a:r>
              <a:rPr lang="fr-FR" dirty="0" smtClean="0"/>
              <a:t> and </a:t>
            </a:r>
            <a:r>
              <a:rPr lang="fr-FR" dirty="0" err="1" smtClean="0"/>
              <a:t>gives</a:t>
            </a:r>
            <a:r>
              <a:rPr lang="fr-FR" dirty="0" smtClean="0"/>
              <a:t> source to </a:t>
            </a:r>
            <a:r>
              <a:rPr lang="fr-FR" dirty="0" err="1" smtClean="0"/>
              <a:t>its</a:t>
            </a:r>
            <a:r>
              <a:rPr lang="fr-FR" dirty="0" smtClean="0"/>
              <a:t>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15-  ET LE CACHE POUR OFFRIR LA FRAÎCHEUR DE LA NUIT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Yet</a:t>
            </a:r>
            <a:r>
              <a:rPr lang="fr-FR" dirty="0" smtClean="0"/>
              <a:t> </a:t>
            </a:r>
            <a:r>
              <a:rPr lang="fr-FR" dirty="0" err="1" smtClean="0"/>
              <a:t>conceals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r>
              <a:rPr lang="fr-FR" dirty="0" smtClean="0"/>
              <a:t> to </a:t>
            </a:r>
            <a:r>
              <a:rPr lang="fr-FR" dirty="0" err="1" smtClean="0"/>
              <a:t>bring</a:t>
            </a:r>
            <a:r>
              <a:rPr lang="fr-FR" dirty="0" smtClean="0"/>
              <a:t> us the </a:t>
            </a:r>
            <a:r>
              <a:rPr lang="fr-FR" dirty="0" err="1" smtClean="0"/>
              <a:t>coolness</a:t>
            </a:r>
            <a:r>
              <a:rPr lang="fr-FR" dirty="0" smtClean="0"/>
              <a:t> of night 
16-  QUI TE SONDERA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None </a:t>
            </a:r>
            <a:r>
              <a:rPr lang="fr-FR" dirty="0" err="1" smtClean="0"/>
              <a:t>can</a:t>
            </a:r>
            <a:r>
              <a:rPr lang="fr-FR" dirty="0" smtClean="0"/>
              <a:t> </a:t>
            </a:r>
            <a:r>
              <a:rPr lang="fr-FR" dirty="0" err="1" smtClean="0"/>
              <a:t>fathom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17-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18-  TU PLACES LES ÉTOILES AU CIEL INCOMMENSURABLE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19-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20-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21-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22-  TU PLACES LES ÉTOILES AU CIEL INCOMMENSURABLE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23-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24-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25- 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26-  TU PLACES LES ÉTOILES AU CIEL ET TU CONNAIS LEUR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27-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28-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29-  NOUS TOMBONS À GENOUX DEVANT TOI EN PROCLAMANT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30-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31-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32-  TU PLACES LES ÉTOILES AU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33-  INCOMMENSURABLE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34-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35-  INEXPLICABLE QUI PEUT TE DÉCRIRE OU TE CONTENIR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36-  INCOMMENSURABLE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37-  TU ES INDESCRIPTIBLE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**************************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38-  FROM THE HIGHEST OF HEIGHTS TO THE DEPTHS OF THE SEA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39-  CREATION'S REVEALING YOUR MAJESTY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40-  FROM THE COLORS OF FALL TO THE FRAGRANCE OF SPRING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41-  EVERY CREATURE UNIQUE IN THE SONG THAT IT SINGS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42-  ALL EXCLAIMING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43-  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44-  YOU ARE AMAZING GOD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45-  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46-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47-  WHO HAS TOLD EVERY LIGHTNING BOLT WHERE IT SHOULD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48-  OR SEEN HEAVENLY STOREHOUSES LADEN WITH SNOW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49-  WHO IMAGINED THE SUN AND GIVES SOURCE TO ITS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50-  YET CONCEALS IT TO BRING US THE COOLNESS OF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51-  NONE CAN FATHOM  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52-  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53-  YOU ARE AMAZING GOD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54-  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55-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56-  CAN'T EXPLAIN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57-  YOU PLACES THE STARS IN THE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58-  CAN'T CONTAIN  YOU'RE ALL POWERFUL YOU'RE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59-  CAN'T EXPLAIN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60-  YOU PLACES THE STARS IN THE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61-  CAN'T CONTAIN  YOU'RE ALL POWERFUL, YOU'RE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62-  AWESTRUCK WE FALL TO OUR KNEES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63- 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64-  YOU PLACED THE STARS IN THE SKY 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65-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66- 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67-  AWESTRUCK WE FALL TO OUR KNEES 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68-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b="1" i="1" dirty="0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DES PROFONDEURS DES MERS AUX MONTAGNES ÉLEVÉES</a:t>
            </a:r>
          </a:p>
          <a:p>
            <a:pPr>
              <a:defRPr/>
            </a:pPr>
            <a:r>
              <a:rPr lang="fr-FR" smtClean="0"/>
              <a:t>From the highest of heights to the depths of the sea</a:t>
            </a:r>
          </a:p>
          <a:p>
            <a:pPr>
              <a:defRPr/>
            </a:pPr>
            <a:r>
              <a:rPr lang="fr-FR" smtClean="0"/>
              <a:t>2-  LA CRÉATION RÉVÈLE TA MAJESTÉ</a:t>
            </a:r>
          </a:p>
          <a:p>
            <a:pPr>
              <a:defRPr/>
            </a:pPr>
            <a:r>
              <a:rPr lang="fr-FR" smtClean="0"/>
              <a:t>Creation's revealing Your majesty 
3-  DES COULEURS DE L’AUTOMNE  AUX PARFUMS DU PRINTEMPS</a:t>
            </a:r>
          </a:p>
          <a:p>
            <a:pPr>
              <a:defRPr/>
            </a:pPr>
            <a:r>
              <a:rPr lang="fr-FR" smtClean="0"/>
              <a:t>From the colors of fall to the fragrance of spring 
4-  CHAQUE CRÉATURE UNIQUE TE CHANTE UN NOUVEAU CHANT </a:t>
            </a:r>
          </a:p>
          <a:p>
            <a:pPr>
              <a:defRPr/>
            </a:pPr>
            <a:r>
              <a:rPr lang="fr-FR" smtClean="0"/>
              <a:t>Every creature unique in the song that it sings
5-  TOUTES S’EXCLAMANT</a:t>
            </a:r>
          </a:p>
          <a:p>
            <a:pPr>
              <a:defRPr/>
            </a:pPr>
            <a:r>
              <a:rPr lang="fr-FR" smtClean="0"/>
              <a:t>All exclaiming</a:t>
            </a:r>
          </a:p>
          <a:p>
            <a:pPr>
              <a:defRPr/>
            </a:pPr>
            <a:r>
              <a:rPr lang="fr-FR" smtClean="0"/>
              <a:t> 
	6-  QUI PEUT TE DÉCRIRE OU TE CONTENIR ? </a:t>
            </a:r>
          </a:p>
          <a:p>
            <a:pPr>
              <a:defRPr/>
            </a:pPr>
            <a:r>
              <a:rPr lang="fr-FR" smtClean="0"/>
              <a:t>	Indescribable, uncontainable,
	7-  TU PLACES LES ÉTOILES AU CIEL ET TU CONNAIS LEUR NOM </a:t>
            </a:r>
          </a:p>
          <a:p>
            <a:pPr>
              <a:defRPr/>
            </a:pPr>
            <a:r>
              <a:rPr lang="fr-FR" smtClean="0"/>
              <a:t>	You placed the stars in the sky and You know them by name</a:t>
            </a:r>
          </a:p>
          <a:p>
            <a:pPr>
              <a:defRPr/>
            </a:pPr>
            <a:r>
              <a:rPr lang="fr-FR" smtClean="0"/>
              <a:t>	8-  TU ES UN DIEU SI GRAND</a:t>
            </a:r>
          </a:p>
          <a:p>
            <a:pPr>
              <a:defRPr/>
            </a:pPr>
            <a:r>
              <a:rPr lang="fr-FR" smtClean="0"/>
              <a:t>	You are amazing God 
	9-  DIEU TOUT-PUISSANT, IMPRESSIONNANT</a:t>
            </a:r>
          </a:p>
          <a:p>
            <a:pPr>
              <a:defRPr/>
            </a:pPr>
            <a:r>
              <a:rPr lang="fr-FR" smtClean="0"/>
              <a:t>	All powerful, untamable, 
	10-  NOUS TOMBONS À GENOUX DEVANT TOI EN PROCLAMANT</a:t>
            </a:r>
          </a:p>
          <a:p>
            <a:pPr>
              <a:defRPr/>
            </a:pPr>
            <a:r>
              <a:rPr lang="fr-FR" smtClean="0"/>
              <a:t>	Awestruck we fall to our knees as we humbly proclaim</a:t>
            </a:r>
          </a:p>
          <a:p>
            <a:pPr>
              <a:defRPr/>
            </a:pPr>
            <a:r>
              <a:rPr lang="fr-FR" smtClean="0"/>
              <a:t>	11- TU ES UN DIEU SI GRAND</a:t>
            </a:r>
          </a:p>
          <a:p>
            <a:pPr>
              <a:defRPr/>
            </a:pPr>
            <a:r>
              <a:rPr lang="fr-FR" smtClean="0"/>
              <a:t>	You are amazing God</a:t>
            </a:r>
          </a:p>
          <a:p>
            <a:pPr>
              <a:defRPr/>
            </a:pPr>
            <a:r>
              <a:rPr lang="fr-FR" smtClean="0"/>
              <a:t> 
12-  QUI COMMANDE AUX ÉCLAIRS DU TONNERRE OÙ ALLER ?</a:t>
            </a:r>
          </a:p>
          <a:p>
            <a:pPr>
              <a:defRPr/>
            </a:pPr>
            <a:r>
              <a:rPr lang="fr-FR" smtClean="0"/>
              <a:t>Who has told every lightning bolt where it should go 
13-  QUI ORDONNE À LA NEIGE EN QUEL LIEU SE POSER ? </a:t>
            </a:r>
          </a:p>
          <a:p>
            <a:pPr>
              <a:defRPr/>
            </a:pPr>
            <a:r>
              <a:rPr lang="fr-FR" smtClean="0"/>
              <a:t>Or seen heavenly storehouses laden with snow</a:t>
            </a:r>
          </a:p>
          <a:p>
            <a:pPr>
              <a:defRPr/>
            </a:pPr>
            <a:r>
              <a:rPr lang="fr-FR" smtClean="0"/>
              <a:t>14-  QUI CRÉA LE SOLEIL SA LUMIÈRE INFINIE ? </a:t>
            </a:r>
          </a:p>
          <a:p>
            <a:pPr>
              <a:defRPr/>
            </a:pPr>
            <a:r>
              <a:rPr lang="fr-FR" smtClean="0"/>
              <a:t>Who imagined the sun and gives source to its light</a:t>
            </a:r>
          </a:p>
          <a:p>
            <a:pPr>
              <a:defRPr/>
            </a:pPr>
            <a:r>
              <a:rPr lang="fr-FR" smtClean="0"/>
              <a:t>15-  ET LE CACHE POUR OFFRIR LA FRAÎCHEUR DE LA NUIT</a:t>
            </a:r>
          </a:p>
          <a:p>
            <a:pPr>
              <a:defRPr/>
            </a:pPr>
            <a:r>
              <a:rPr lang="fr-FR" smtClean="0"/>
              <a:t>Yet conceals it to bring us the coolness of night 
16-  QUI TE SONDERA ? </a:t>
            </a:r>
          </a:p>
          <a:p>
            <a:pPr>
              <a:defRPr/>
            </a:pPr>
            <a:r>
              <a:rPr lang="fr-FR" smtClean="0"/>
              <a:t>None can fathom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INEXPLICABLE QUI PEUT TE DÉCRIRE OU TE CONTENIR ?</a:t>
            </a:r>
          </a:p>
          <a:p>
            <a:pPr>
              <a:defRPr/>
            </a:pPr>
            <a:r>
              <a:rPr lang="fr-FR" smtClean="0"/>
              <a:t>18-  TU PLACES LES ÉTOILES AU CIEL INCOMMENSURABLE</a:t>
            </a:r>
          </a:p>
          <a:p>
            <a:pPr>
              <a:defRPr/>
            </a:pPr>
            <a:r>
              <a:rPr lang="fr-FR" smtClean="0"/>
              <a:t>19-  DIEU TOUT-PUISSANT, IMPRESSIONNANT</a:t>
            </a:r>
          </a:p>
          <a:p>
            <a:pPr>
              <a:defRPr/>
            </a:pPr>
            <a:r>
              <a:rPr lang="fr-FR" smtClean="0"/>
              <a:t>20-  FORMIDABLE NOUS TOMBONS À GENOUX DEVANT TOI</a:t>
            </a:r>
          </a:p>
          <a:p>
            <a:pPr>
              <a:defRPr/>
            </a:pPr>
            <a:r>
              <a:rPr lang="fr-FR" smtClean="0"/>
              <a:t>21-  INEXPLICABLE QUI PEUT TE DÉCRIRE OU TE CONTENIR ?</a:t>
            </a:r>
          </a:p>
          <a:p>
            <a:pPr>
              <a:defRPr/>
            </a:pPr>
            <a:r>
              <a:rPr lang="fr-FR" smtClean="0"/>
              <a:t>22-  TU PLACES LES ÉTOILES AU CIEL INCOMMENSURABLE</a:t>
            </a:r>
          </a:p>
          <a:p>
            <a:pPr>
              <a:defRPr/>
            </a:pPr>
            <a:r>
              <a:rPr lang="fr-FR" smtClean="0"/>
              <a:t>23-  DIEU TOUT-PUISSANT, IMPRESSIONNANT</a:t>
            </a:r>
          </a:p>
          <a:p>
            <a:pPr>
              <a:defRPr/>
            </a:pPr>
            <a:r>
              <a:rPr lang="fr-FR" smtClean="0"/>
              <a:t>24-  FORMIDABLE NOUS TOMBONS À GENOUX DEVANT TOI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QUI PEUT TE DÉCRIRE OU TE CONTENIR ?</a:t>
            </a:r>
          </a:p>
          <a:p>
            <a:pPr>
              <a:defRPr/>
            </a:pPr>
            <a:r>
              <a:rPr lang="fr-FR" smtClean="0"/>
              <a:t>26-  TU PLACES LES ÉTOILES AU CIEL ET TU CONNAIS LEUR NOM</a:t>
            </a:r>
          </a:p>
          <a:p>
            <a:pPr>
              <a:defRPr/>
            </a:pPr>
            <a:r>
              <a:rPr lang="fr-FR" smtClean="0"/>
              <a:t>27-  TU ES UN DIEU SI GRAND</a:t>
            </a:r>
          </a:p>
          <a:p>
            <a:pPr>
              <a:defRPr/>
            </a:pPr>
            <a:r>
              <a:rPr lang="fr-FR" smtClean="0"/>
              <a:t>28-  DIEU TOUT-PUISSANT, IMPRESSIONNANT</a:t>
            </a:r>
          </a:p>
          <a:p>
            <a:pPr>
              <a:defRPr/>
            </a:pPr>
            <a:r>
              <a:rPr lang="fr-FR" smtClean="0"/>
              <a:t>29-  NOUS TOMBONS À GENOUX DEVANT TOI EN PROCLAMANT</a:t>
            </a:r>
          </a:p>
          <a:p>
            <a:pPr>
              <a:defRPr/>
            </a:pPr>
            <a:r>
              <a:rPr lang="fr-FR" smtClean="0"/>
              <a:t>30-  TU ES UN DIEU SI GRAND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INEXPLICABLE QUI PEUT TE DÉCRIRE OU TE CONTENIR ?</a:t>
            </a:r>
          </a:p>
          <a:p>
            <a:pPr>
              <a:defRPr/>
            </a:pPr>
            <a:r>
              <a:rPr lang="fr-FR" smtClean="0"/>
              <a:t>32-  TU PLACES LES ÉTOILES AU CIEL</a:t>
            </a:r>
          </a:p>
          <a:p>
            <a:pPr>
              <a:defRPr/>
            </a:pPr>
            <a:r>
              <a:rPr lang="fr-FR" smtClean="0"/>
              <a:t>33-  INCOMMENSURABLE DIEU TOUT-PUISSANT, IMPRESSIONNANT</a:t>
            </a:r>
          </a:p>
          <a:p>
            <a:pPr>
              <a:defRPr/>
            </a:pPr>
            <a:r>
              <a:rPr lang="fr-FR" smtClean="0"/>
              <a:t>34-  FORMIDABLE NOUS TOMBONS À GENOUX DEVANT TOI</a:t>
            </a:r>
          </a:p>
          <a:p>
            <a:pPr>
              <a:defRPr/>
            </a:pPr>
            <a:r>
              <a:rPr lang="fr-FR" smtClean="0"/>
              <a:t>35-  INEXPLICABLE QUI PEUT TE DÉCRIRE OU TE CONTENIR ? </a:t>
            </a:r>
          </a:p>
          <a:p>
            <a:pPr>
              <a:defRPr/>
            </a:pPr>
            <a:r>
              <a:rPr lang="fr-FR" smtClean="0"/>
              <a:t>36-  INCOMMENSURABLE DIEU TOUT-PUISSANT, IMPRESSIONNANT</a:t>
            </a:r>
          </a:p>
          <a:p>
            <a:pPr>
              <a:defRPr/>
            </a:pPr>
            <a:r>
              <a:rPr lang="fr-FR" smtClean="0"/>
              <a:t>37-  TU ES INDESCRIPTIBLE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**************************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FROM THE HIGHEST OF HEIGHTS TO THE DEPTHS OF THE SEA</a:t>
            </a:r>
          </a:p>
          <a:p>
            <a:pPr>
              <a:defRPr/>
            </a:pPr>
            <a:r>
              <a:rPr lang="fr-FR" smtClean="0"/>
              <a:t>39-  CREATION'S REVEALING YOUR MAJESTY</a:t>
            </a:r>
          </a:p>
          <a:p>
            <a:pPr>
              <a:defRPr/>
            </a:pPr>
            <a:r>
              <a:rPr lang="fr-FR" smtClean="0"/>
              <a:t>40-  FROM THE COLORS OF FALL TO THE FRAGRANCE OF SPRING</a:t>
            </a:r>
          </a:p>
          <a:p>
            <a:pPr>
              <a:defRPr/>
            </a:pPr>
            <a:r>
              <a:rPr lang="fr-FR" smtClean="0"/>
              <a:t>41-  EVERY CREATURE UNIQUE IN THE SONG THAT IT SINGS</a:t>
            </a:r>
          </a:p>
          <a:p>
            <a:pPr>
              <a:defRPr/>
            </a:pPr>
            <a:r>
              <a:rPr lang="fr-FR" smtClean="0"/>
              <a:t>42-  ALL EXCLAIMING INDESCRIBABLE, UNCONTAINABLE</a:t>
            </a:r>
          </a:p>
          <a:p>
            <a:pPr>
              <a:defRPr/>
            </a:pPr>
            <a:r>
              <a:rPr lang="fr-FR" smtClean="0"/>
              <a:t>43-  YOU PLACED THE STARS IN THE SKY AND YOU KNOW THEM BY NAME</a:t>
            </a:r>
          </a:p>
          <a:p>
            <a:pPr>
              <a:defRPr/>
            </a:pPr>
            <a:r>
              <a:rPr lang="fr-FR" smtClean="0"/>
              <a:t>44-  YOU ARE AMAZING GOD ALL POWERFUL, UNTAMABLE</a:t>
            </a:r>
          </a:p>
          <a:p>
            <a:pPr>
              <a:defRPr/>
            </a:pPr>
            <a:r>
              <a:rPr lang="fr-FR" smtClean="0"/>
              <a:t>45-  AWESTRUCK WE FALL TO OUR KNEES AS WE HUMBLY PROCLAIM</a:t>
            </a:r>
          </a:p>
          <a:p>
            <a:pPr>
              <a:defRPr/>
            </a:pPr>
            <a:r>
              <a:rPr lang="fr-FR" smtClean="0"/>
              <a:t>46-  YOU ARE AMAZING GOD</a:t>
            </a:r>
          </a:p>
          <a:p>
            <a:pPr>
              <a:defRPr/>
            </a:pPr>
            <a:r>
              <a:rPr lang="fr-FR" smtClean="0"/>
              <a:t>47-  WHO HAS TOLD EVERY LIGHTNING BOLT WHERE IT SHOULD GO</a:t>
            </a:r>
          </a:p>
          <a:p>
            <a:pPr>
              <a:defRPr/>
            </a:pPr>
            <a:r>
              <a:rPr lang="fr-FR" smtClean="0"/>
              <a:t>48-  OR SEEN HEAVENLY STOREHOUSES LADEN WITH SNOW</a:t>
            </a:r>
          </a:p>
          <a:p>
            <a:pPr>
              <a:defRPr/>
            </a:pPr>
            <a:r>
              <a:rPr lang="fr-FR" smtClean="0"/>
              <a:t>49-  WHO IMAGINED THE SUN AND GIVES SOURCE TO ITS LIGHT</a:t>
            </a:r>
          </a:p>
          <a:p>
            <a:pPr>
              <a:defRPr/>
            </a:pPr>
            <a:r>
              <a:rPr lang="fr-FR" smtClean="0"/>
              <a:t>50-  YET CONCEALS IT TO BRING US THE COOLNESS OF NIGHT</a:t>
            </a:r>
          </a:p>
          <a:p>
            <a:pPr>
              <a:defRPr/>
            </a:pPr>
            <a:r>
              <a:rPr lang="fr-FR" smtClean="0"/>
              <a:t>51-  NONE CAN FATHOM  INDESCRIBABLE, UNCONTAINABLE</a:t>
            </a:r>
          </a:p>
          <a:p>
            <a:pPr>
              <a:defRPr/>
            </a:pPr>
            <a:r>
              <a:rPr lang="fr-FR" smtClean="0"/>
              <a:t>52-  YOU PLACED THE STARS IN THE SKY AND YOU KNOW THEM BY NAME</a:t>
            </a:r>
          </a:p>
          <a:p>
            <a:pPr>
              <a:defRPr/>
            </a:pPr>
            <a:r>
              <a:rPr lang="fr-FR" smtClean="0"/>
              <a:t>53-  YOU ARE AMAZING GOD ALL POWERFUL, UNTAMABLE</a:t>
            </a:r>
          </a:p>
          <a:p>
            <a:pPr>
              <a:defRPr/>
            </a:pPr>
            <a:r>
              <a:rPr lang="fr-FR" smtClean="0"/>
              <a:t>54-  AWESTRUCK WE FALL TO OUR KNEES AS WE HUMBLY PROCLAIM</a:t>
            </a:r>
          </a:p>
          <a:p>
            <a:pPr>
              <a:defRPr/>
            </a:pPr>
            <a:r>
              <a:rPr lang="fr-FR" smtClean="0"/>
              <a:t>55-  YOU ARE AMAZING GOD</a:t>
            </a:r>
          </a:p>
          <a:p>
            <a:pPr>
              <a:defRPr/>
            </a:pPr>
            <a:r>
              <a:rPr lang="fr-FR" smtClean="0"/>
              <a:t>56-  CAN'T EXPLAIN INDESCRIBABLE, UNCONTAINABLE</a:t>
            </a:r>
          </a:p>
          <a:p>
            <a:pPr>
              <a:defRPr/>
            </a:pPr>
            <a:r>
              <a:rPr lang="fr-FR" smtClean="0"/>
              <a:t>57-  YOU PLACES THE STARS IN THE SKY</a:t>
            </a:r>
          </a:p>
          <a:p>
            <a:pPr>
              <a:defRPr/>
            </a:pPr>
            <a:r>
              <a:rPr lang="fr-FR" smtClean="0"/>
              <a:t>58-  CAN'T CONTAIN  YOU'RE ALL POWERFUL YOU'RE UNTAMABLE</a:t>
            </a:r>
          </a:p>
          <a:p>
            <a:pPr>
              <a:defRPr/>
            </a:pPr>
            <a:r>
              <a:rPr lang="fr-FR" smtClean="0"/>
              <a:t>59-  CAN'T EXPLAIN INDESCRIBABLE, UNCONTAINABLE</a:t>
            </a:r>
          </a:p>
          <a:p>
            <a:pPr>
              <a:defRPr/>
            </a:pPr>
            <a:r>
              <a:rPr lang="fr-FR" smtClean="0"/>
              <a:t>60-  YOU PLACES THE STARS IN THE SKY</a:t>
            </a:r>
          </a:p>
          <a:p>
            <a:pPr>
              <a:defRPr/>
            </a:pPr>
            <a:r>
              <a:rPr lang="fr-FR" smtClean="0"/>
              <a:t>61-  CAN'T CONTAIN  YOU'RE ALL POWERFUL, YOU'RE UNTAMABLE</a:t>
            </a:r>
          </a:p>
          <a:p>
            <a:pPr>
              <a:defRPr/>
            </a:pPr>
            <a:r>
              <a:rPr lang="fr-FR" smtClean="0"/>
              <a:t>62-  AWESTRUCK WE FALL TO OUR KNEES</a:t>
            </a:r>
          </a:p>
          <a:p>
            <a:pPr>
              <a:defRPr/>
            </a:pPr>
            <a:r>
              <a:rPr lang="fr-FR" smtClean="0"/>
              <a:t>63-  INDESCRIBABLE, UNCONTAINABLE</a:t>
            </a:r>
          </a:p>
          <a:p>
            <a:pPr>
              <a:defRPr/>
            </a:pPr>
            <a:r>
              <a:rPr lang="fr-FR" smtClean="0"/>
              <a:t>64-  YOU PLACED THE STARS IN THE SKY  YOU KNOW THEM BY NAME</a:t>
            </a:r>
          </a:p>
          <a:p>
            <a:pPr>
              <a:defRPr/>
            </a:pPr>
            <a:r>
              <a:rPr lang="fr-FR" smtClean="0"/>
              <a:t>65-  YOU ARE AMAZING GOD</a:t>
            </a:r>
          </a:p>
          <a:p>
            <a:pPr>
              <a:defRPr/>
            </a:pPr>
            <a:r>
              <a:rPr lang="fr-FR" smtClean="0"/>
              <a:t>66-  ALL POWERFUL, UNTAMABLE</a:t>
            </a:r>
          </a:p>
          <a:p>
            <a:pPr>
              <a:defRPr/>
            </a:pPr>
            <a:r>
              <a:rPr lang="fr-FR" smtClean="0"/>
              <a:t>67-  AWESTRUCK WE FALL TO OUR KNEES  AS WE HUMBLY PROCLAIM</a:t>
            </a:r>
          </a:p>
          <a:p>
            <a:pPr>
              <a:defRPr/>
            </a:pPr>
            <a:r>
              <a:rPr lang="fr-FR" smtClean="0"/>
              <a:t>68-  YOU ARE AMAZING GOD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DES PROFONDEURS DES MERS AUX MONTAGNES ÉLEVÉES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highest of heights to the depths of the sea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LA CRÉATION RÉVÈLE TA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Creation's revealing Your majesty 
3-  DES COULEURS DE L’AUTOMNE  AUX PARFUMS DU PRINTEMPS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colors of fall to the fragrance of spring 
4-  CHAQUE CRÉATURE UNIQUE TE CHANTE UN NOUVEAU CHANT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creature unique in the song that it sings
5-  TOUTES S’EXCLAMANT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exclaiming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	6-  QUI PEUT TE DÉCRIRE OU TE CONTENIR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Indescribable, uncontainable,
	7-  TU PLACES LES ÉTOILES AU CIEL ET TU CONNAIS LEUR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amazing God 
	9-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All powerful, untamable, 
	10-  NOUS TOMBONS À GENOUX DEVANT TOI EN PROCLAMANT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12-  QUI COMMANDE AUX ÉCLAIRS DU TONNERRE OÙ ALLER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has told every lightning bolt where it should go 
13-  QUI ORDONNE À LA NEIGE EN QUEL LIEU SE POSER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Or seen heavenly storehouses laden with snow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QUI CRÉA LE SOLEIL SA LUMIÈRE INFINIE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imagined the sun and gives source to its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ET LE CACHE POUR OFFRIR LA FRAÎCHEUR DE LA NUIT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Yet conceals it to bring us the coolness of night 
16-  QUI TE SONDERA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None can fathom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PLACES LES ÉTOILES AU CIEL INCOMMENSURABLE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TU PLACES LES ÉTOILES AU CIEL INCOMMENSURABLE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TU PLACES LES ÉTOILES AU CIEL ET TU CONNAIS LEUR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NOUS TOMBONS À GENOUX DEVANT TOI EN PROCLAMANT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TU PLACES LES ÉTOILES AU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INCOMMENSURABLE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INEXPLICABLE QUI PEUT TE DÉCRIRE OU TE CONTENIR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INCOMMENSURABLE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TU ES INDESCRIPTIBLE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FROM THE HIGHEST OF HEIGHTS TO THE DEPTHS OF THE SEA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CREATION'S REVEALING YOUR MAJESTY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FROM THE COLORS OF FALL TO THE FRAGRANCE OF SPRING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EVERY CREATURE UNIQUE IN THE SONG THAT IT SINGS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ALL EXCLAIMING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YOU ARE AMAZING GOD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WHO HAS TOLD EVERY LIGHTNING BOLT WHERE IT SHOULD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OR SEEN HEAVENLY STOREHOUSES LADEN WITH SNOW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WHO IMAGINED THE SUN AND GIVES SOURCE TO ITS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YET CONCEALS IT TO BRING US THE COOLNESS OF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NONE CAN FATHOM  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YOU ARE AMAZING GOD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CAN'T EXPLAIN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YOU PLACES THE STARS IN THE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CAN'T CONTAIN  YOU'RE ALL POWERFUL YOU'RE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CAN'T EXPLAIN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YOU PLACES THE STARS IN THE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61-  CAN'T CONTAIN  YOU'RE ALL POWERFUL, YOU'RE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62-  AWESTRUCK WE FALL TO OUR KNEES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64-  YOU PLACED THE STARS IN THE SKY 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65-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66- 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67-  AWESTRUCK WE FALL TO OUR KNEES 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68-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b="1" i="1" dirty="0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DES PROFONDEURS DES MERS AUX MONTAGNES ÉLEVÉES</a:t>
            </a:r>
          </a:p>
          <a:p>
            <a:pPr>
              <a:defRPr/>
            </a:pPr>
            <a:r>
              <a:rPr lang="fr-FR" smtClean="0"/>
              <a:t>From the highest of heights to the depths of the sea</a:t>
            </a:r>
          </a:p>
          <a:p>
            <a:pPr>
              <a:defRPr/>
            </a:pPr>
            <a:r>
              <a:rPr lang="fr-FR" smtClean="0"/>
              <a:t>2-  LA CRÉATION RÉVÈLE TA MAJESTÉ</a:t>
            </a:r>
          </a:p>
          <a:p>
            <a:pPr>
              <a:defRPr/>
            </a:pPr>
            <a:r>
              <a:rPr lang="fr-FR" smtClean="0"/>
              <a:t>Creation's revealing Your majesty 
3-  DES COULEURS DE L’AUTOMNE  AUX PARFUMS DU PRINTEMPS</a:t>
            </a:r>
          </a:p>
          <a:p>
            <a:pPr>
              <a:defRPr/>
            </a:pPr>
            <a:r>
              <a:rPr lang="fr-FR" smtClean="0"/>
              <a:t>From the colors of fall to the fragrance of spring 
4-  CHAQUE CRÉATURE UNIQUE TE CHANTE UN NOUVEAU CHANT </a:t>
            </a:r>
          </a:p>
          <a:p>
            <a:pPr>
              <a:defRPr/>
            </a:pPr>
            <a:r>
              <a:rPr lang="fr-FR" smtClean="0"/>
              <a:t>Every creature unique in the song that it sings
5-  TOUTES S’EXCLAMANT</a:t>
            </a:r>
          </a:p>
          <a:p>
            <a:pPr>
              <a:defRPr/>
            </a:pPr>
            <a:r>
              <a:rPr lang="fr-FR" smtClean="0"/>
              <a:t>All exclaiming</a:t>
            </a:r>
          </a:p>
          <a:p>
            <a:pPr>
              <a:defRPr/>
            </a:pPr>
            <a:r>
              <a:rPr lang="fr-FR" smtClean="0"/>
              <a:t> 
	6-  QUI PEUT TE DÉCRIRE OU TE CONTENIR ? </a:t>
            </a:r>
          </a:p>
          <a:p>
            <a:pPr>
              <a:defRPr/>
            </a:pPr>
            <a:r>
              <a:rPr lang="fr-FR" smtClean="0"/>
              <a:t>	Indescribable, uncontainable,
	7-  TU PLACES LES ÉTOILES AU CIEL ET TU CONNAIS LEUR NOM </a:t>
            </a:r>
          </a:p>
          <a:p>
            <a:pPr>
              <a:defRPr/>
            </a:pPr>
            <a:r>
              <a:rPr lang="fr-FR" smtClean="0"/>
              <a:t>	You placed the stars in the sky and You know them by name</a:t>
            </a:r>
          </a:p>
          <a:p>
            <a:pPr>
              <a:defRPr/>
            </a:pPr>
            <a:r>
              <a:rPr lang="fr-FR" smtClean="0"/>
              <a:t>	8-  TU ES UN DIEU SI GRAND</a:t>
            </a:r>
          </a:p>
          <a:p>
            <a:pPr>
              <a:defRPr/>
            </a:pPr>
            <a:r>
              <a:rPr lang="fr-FR" smtClean="0"/>
              <a:t>	You are amazing God 
	9-  DIEU TOUT-PUISSANT, IMPRESSIONNANT</a:t>
            </a:r>
          </a:p>
          <a:p>
            <a:pPr>
              <a:defRPr/>
            </a:pPr>
            <a:r>
              <a:rPr lang="fr-FR" smtClean="0"/>
              <a:t>	All powerful, untamable, 
	10-  NOUS TOMBONS À GENOUX DEVANT TOI EN PROCLAMANT</a:t>
            </a:r>
          </a:p>
          <a:p>
            <a:pPr>
              <a:defRPr/>
            </a:pPr>
            <a:r>
              <a:rPr lang="fr-FR" smtClean="0"/>
              <a:t>	Awestruck we fall to our knees as we humbly proclaim</a:t>
            </a:r>
          </a:p>
          <a:p>
            <a:pPr>
              <a:defRPr/>
            </a:pPr>
            <a:r>
              <a:rPr lang="fr-FR" smtClean="0"/>
              <a:t>	11- TU ES UN DIEU SI GRAND</a:t>
            </a:r>
          </a:p>
          <a:p>
            <a:pPr>
              <a:defRPr/>
            </a:pPr>
            <a:r>
              <a:rPr lang="fr-FR" smtClean="0"/>
              <a:t>	You are amazing God</a:t>
            </a:r>
          </a:p>
          <a:p>
            <a:pPr>
              <a:defRPr/>
            </a:pPr>
            <a:r>
              <a:rPr lang="fr-FR" smtClean="0"/>
              <a:t> 
12-  QUI COMMANDE AUX ÉCLAIRS DU TONNERRE OÙ ALLER ?</a:t>
            </a:r>
          </a:p>
          <a:p>
            <a:pPr>
              <a:defRPr/>
            </a:pPr>
            <a:r>
              <a:rPr lang="fr-FR" smtClean="0"/>
              <a:t>Who has told every lightning bolt where it should go 
13-  QUI ORDONNE À LA NEIGE EN QUEL LIEU SE POSER ? </a:t>
            </a:r>
          </a:p>
          <a:p>
            <a:pPr>
              <a:defRPr/>
            </a:pPr>
            <a:r>
              <a:rPr lang="fr-FR" smtClean="0"/>
              <a:t>Or seen heavenly storehouses laden with snow</a:t>
            </a:r>
          </a:p>
          <a:p>
            <a:pPr>
              <a:defRPr/>
            </a:pPr>
            <a:r>
              <a:rPr lang="fr-FR" smtClean="0"/>
              <a:t>14-  QUI CRÉA LE SOLEIL SA LUMIÈRE INFINIE ? </a:t>
            </a:r>
          </a:p>
          <a:p>
            <a:pPr>
              <a:defRPr/>
            </a:pPr>
            <a:r>
              <a:rPr lang="fr-FR" smtClean="0"/>
              <a:t>Who imagined the sun and gives source to its light</a:t>
            </a:r>
          </a:p>
          <a:p>
            <a:pPr>
              <a:defRPr/>
            </a:pPr>
            <a:r>
              <a:rPr lang="fr-FR" smtClean="0"/>
              <a:t>15-  ET LE CACHE POUR OFFRIR LA FRAÎCHEUR DE LA NUIT</a:t>
            </a:r>
          </a:p>
          <a:p>
            <a:pPr>
              <a:defRPr/>
            </a:pPr>
            <a:r>
              <a:rPr lang="fr-FR" smtClean="0"/>
              <a:t>Yet conceals it to bring us the coolness of night 
16-  QUI TE SONDERA ? </a:t>
            </a:r>
          </a:p>
          <a:p>
            <a:pPr>
              <a:defRPr/>
            </a:pPr>
            <a:r>
              <a:rPr lang="fr-FR" smtClean="0"/>
              <a:t>None can fathom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INEXPLICABLE QUI PEUT TE DÉCRIRE OU TE CONTENIR ?</a:t>
            </a:r>
          </a:p>
          <a:p>
            <a:pPr>
              <a:defRPr/>
            </a:pPr>
            <a:r>
              <a:rPr lang="fr-FR" smtClean="0"/>
              <a:t>18-  TU PLACES LES ÉTOILES AU CIEL INCOMMENSURABLE</a:t>
            </a:r>
          </a:p>
          <a:p>
            <a:pPr>
              <a:defRPr/>
            </a:pPr>
            <a:r>
              <a:rPr lang="fr-FR" smtClean="0"/>
              <a:t>19-  DIEU TOUT-PUISSANT, IMPRESSIONNANT</a:t>
            </a:r>
          </a:p>
          <a:p>
            <a:pPr>
              <a:defRPr/>
            </a:pPr>
            <a:r>
              <a:rPr lang="fr-FR" smtClean="0"/>
              <a:t>20-  FORMIDABLE NOUS TOMBONS À GENOUX DEVANT TOI</a:t>
            </a:r>
          </a:p>
          <a:p>
            <a:pPr>
              <a:defRPr/>
            </a:pPr>
            <a:r>
              <a:rPr lang="fr-FR" smtClean="0"/>
              <a:t>21-  INEXPLICABLE QUI PEUT TE DÉCRIRE OU TE CONTENIR ?</a:t>
            </a:r>
          </a:p>
          <a:p>
            <a:pPr>
              <a:defRPr/>
            </a:pPr>
            <a:r>
              <a:rPr lang="fr-FR" smtClean="0"/>
              <a:t>22-  TU PLACES LES ÉTOILES AU CIEL INCOMMENSURABLE</a:t>
            </a:r>
          </a:p>
          <a:p>
            <a:pPr>
              <a:defRPr/>
            </a:pPr>
            <a:r>
              <a:rPr lang="fr-FR" smtClean="0"/>
              <a:t>23-  DIEU TOUT-PUISSANT, IMPRESSIONNANT</a:t>
            </a:r>
          </a:p>
          <a:p>
            <a:pPr>
              <a:defRPr/>
            </a:pPr>
            <a:r>
              <a:rPr lang="fr-FR" smtClean="0"/>
              <a:t>24-  FORMIDABLE NOUS TOMBONS À GENOUX DEVANT TOI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QUI PEUT TE DÉCRIRE OU TE CONTENIR ?</a:t>
            </a:r>
          </a:p>
          <a:p>
            <a:pPr>
              <a:defRPr/>
            </a:pPr>
            <a:r>
              <a:rPr lang="fr-FR" smtClean="0"/>
              <a:t>26-  TU PLACES LES ÉTOILES AU CIEL ET TU CONNAIS LEUR NOM</a:t>
            </a:r>
          </a:p>
          <a:p>
            <a:pPr>
              <a:defRPr/>
            </a:pPr>
            <a:r>
              <a:rPr lang="fr-FR" smtClean="0"/>
              <a:t>27-  TU ES UN DIEU SI GRAND</a:t>
            </a:r>
          </a:p>
          <a:p>
            <a:pPr>
              <a:defRPr/>
            </a:pPr>
            <a:r>
              <a:rPr lang="fr-FR" smtClean="0"/>
              <a:t>28-  DIEU TOUT-PUISSANT, IMPRESSIONNANT</a:t>
            </a:r>
          </a:p>
          <a:p>
            <a:pPr>
              <a:defRPr/>
            </a:pPr>
            <a:r>
              <a:rPr lang="fr-FR" smtClean="0"/>
              <a:t>29-  NOUS TOMBONS À GENOUX DEVANT TOI EN PROCLAMANT</a:t>
            </a:r>
          </a:p>
          <a:p>
            <a:pPr>
              <a:defRPr/>
            </a:pPr>
            <a:r>
              <a:rPr lang="fr-FR" smtClean="0"/>
              <a:t>30-  TU ES UN DIEU SI GRAND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INEXPLICABLE QUI PEUT TE DÉCRIRE OU TE CONTENIR ?</a:t>
            </a:r>
          </a:p>
          <a:p>
            <a:pPr>
              <a:defRPr/>
            </a:pPr>
            <a:r>
              <a:rPr lang="fr-FR" smtClean="0"/>
              <a:t>32-  TU PLACES LES ÉTOILES AU CIEL</a:t>
            </a:r>
          </a:p>
          <a:p>
            <a:pPr>
              <a:defRPr/>
            </a:pPr>
            <a:r>
              <a:rPr lang="fr-FR" smtClean="0"/>
              <a:t>33-  INCOMMENSURABLE DIEU TOUT-PUISSANT, IMPRESSIONNANT</a:t>
            </a:r>
          </a:p>
          <a:p>
            <a:pPr>
              <a:defRPr/>
            </a:pPr>
            <a:r>
              <a:rPr lang="fr-FR" smtClean="0"/>
              <a:t>34-  FORMIDABLE NOUS TOMBONS À GENOUX DEVANT TOI</a:t>
            </a:r>
          </a:p>
          <a:p>
            <a:pPr>
              <a:defRPr/>
            </a:pPr>
            <a:r>
              <a:rPr lang="fr-FR" smtClean="0"/>
              <a:t>35-  INEXPLICABLE QUI PEUT TE DÉCRIRE OU TE CONTENIR ? </a:t>
            </a:r>
          </a:p>
          <a:p>
            <a:pPr>
              <a:defRPr/>
            </a:pPr>
            <a:r>
              <a:rPr lang="fr-FR" smtClean="0"/>
              <a:t>36-  INCOMMENSURABLE DIEU TOUT-PUISSANT, IMPRESSIONNANT</a:t>
            </a:r>
          </a:p>
          <a:p>
            <a:pPr>
              <a:defRPr/>
            </a:pPr>
            <a:r>
              <a:rPr lang="fr-FR" smtClean="0"/>
              <a:t>37-  TU ES INDESCRIPTIBLE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**************************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FROM THE HIGHEST OF HEIGHTS TO THE DEPTHS OF THE SEA</a:t>
            </a:r>
          </a:p>
          <a:p>
            <a:pPr>
              <a:defRPr/>
            </a:pPr>
            <a:r>
              <a:rPr lang="fr-FR" smtClean="0"/>
              <a:t>39-  CREATION'S REVEALING YOUR MAJESTY</a:t>
            </a:r>
          </a:p>
          <a:p>
            <a:pPr>
              <a:defRPr/>
            </a:pPr>
            <a:r>
              <a:rPr lang="fr-FR" smtClean="0"/>
              <a:t>40-  FROM THE COLORS OF FALL TO THE FRAGRANCE OF SPRING</a:t>
            </a:r>
          </a:p>
          <a:p>
            <a:pPr>
              <a:defRPr/>
            </a:pPr>
            <a:r>
              <a:rPr lang="fr-FR" smtClean="0"/>
              <a:t>41-  EVERY CREATURE UNIQUE IN THE SONG THAT IT SINGS</a:t>
            </a:r>
          </a:p>
          <a:p>
            <a:pPr>
              <a:defRPr/>
            </a:pPr>
            <a:r>
              <a:rPr lang="fr-FR" smtClean="0"/>
              <a:t>42-  ALL EXCLAIMING INDESCRIBABLE, UNCONTAINABLE</a:t>
            </a:r>
          </a:p>
          <a:p>
            <a:pPr>
              <a:defRPr/>
            </a:pPr>
            <a:r>
              <a:rPr lang="fr-FR" smtClean="0"/>
              <a:t>43-  YOU PLACED THE STARS IN THE SKY AND YOU KNOW THEM BY NAME</a:t>
            </a:r>
          </a:p>
          <a:p>
            <a:pPr>
              <a:defRPr/>
            </a:pPr>
            <a:r>
              <a:rPr lang="fr-FR" smtClean="0"/>
              <a:t>44-  YOU ARE AMAZING GOD ALL POWERFUL, UNTAMABLE</a:t>
            </a:r>
          </a:p>
          <a:p>
            <a:pPr>
              <a:defRPr/>
            </a:pPr>
            <a:r>
              <a:rPr lang="fr-FR" smtClean="0"/>
              <a:t>45-  AWESTRUCK WE FALL TO OUR KNEES AS WE HUMBLY PROCLAIM</a:t>
            </a:r>
          </a:p>
          <a:p>
            <a:pPr>
              <a:defRPr/>
            </a:pPr>
            <a:r>
              <a:rPr lang="fr-FR" smtClean="0"/>
              <a:t>46-  YOU ARE AMAZING GOD</a:t>
            </a:r>
          </a:p>
          <a:p>
            <a:pPr>
              <a:defRPr/>
            </a:pPr>
            <a:r>
              <a:rPr lang="fr-FR" smtClean="0"/>
              <a:t>47-  WHO HAS TOLD EVERY LIGHTNING BOLT WHERE IT SHOULD GO</a:t>
            </a:r>
          </a:p>
          <a:p>
            <a:pPr>
              <a:defRPr/>
            </a:pPr>
            <a:r>
              <a:rPr lang="fr-FR" smtClean="0"/>
              <a:t>48-  OR SEEN HEAVENLY STOREHOUSES LADEN WITH SNOW</a:t>
            </a:r>
          </a:p>
          <a:p>
            <a:pPr>
              <a:defRPr/>
            </a:pPr>
            <a:r>
              <a:rPr lang="fr-FR" smtClean="0"/>
              <a:t>49-  WHO IMAGINED THE SUN AND GIVES SOURCE TO ITS LIGHT</a:t>
            </a:r>
          </a:p>
          <a:p>
            <a:pPr>
              <a:defRPr/>
            </a:pPr>
            <a:r>
              <a:rPr lang="fr-FR" smtClean="0"/>
              <a:t>50-  YET CONCEALS IT TO BRING US THE COOLNESS OF NIGHT</a:t>
            </a:r>
          </a:p>
          <a:p>
            <a:pPr>
              <a:defRPr/>
            </a:pPr>
            <a:r>
              <a:rPr lang="fr-FR" smtClean="0"/>
              <a:t>51-  NONE CAN FATHOM  INDESCRIBABLE, UNCONTAINABLE</a:t>
            </a:r>
          </a:p>
          <a:p>
            <a:pPr>
              <a:defRPr/>
            </a:pPr>
            <a:r>
              <a:rPr lang="fr-FR" smtClean="0"/>
              <a:t>52-  YOU PLACED THE STARS IN THE SKY AND YOU KNOW THEM BY NAME</a:t>
            </a:r>
          </a:p>
          <a:p>
            <a:pPr>
              <a:defRPr/>
            </a:pPr>
            <a:r>
              <a:rPr lang="fr-FR" smtClean="0"/>
              <a:t>53-  YOU ARE AMAZING GOD ALL POWERFUL, UNTAMABLE</a:t>
            </a:r>
          </a:p>
          <a:p>
            <a:pPr>
              <a:defRPr/>
            </a:pPr>
            <a:r>
              <a:rPr lang="fr-FR" smtClean="0"/>
              <a:t>54-  AWESTRUCK WE FALL TO OUR KNEES AS WE HUMBLY PROCLAIM</a:t>
            </a:r>
          </a:p>
          <a:p>
            <a:pPr>
              <a:defRPr/>
            </a:pPr>
            <a:r>
              <a:rPr lang="fr-FR" smtClean="0"/>
              <a:t>55-  YOU ARE AMAZING GOD</a:t>
            </a:r>
          </a:p>
          <a:p>
            <a:pPr>
              <a:defRPr/>
            </a:pPr>
            <a:r>
              <a:rPr lang="fr-FR" smtClean="0"/>
              <a:t>56-  CAN'T EXPLAIN INDESCRIBABLE, UNCONTAINABLE</a:t>
            </a:r>
          </a:p>
          <a:p>
            <a:pPr>
              <a:defRPr/>
            </a:pPr>
            <a:r>
              <a:rPr lang="fr-FR" smtClean="0"/>
              <a:t>57-  YOU PLACES THE STARS IN THE SKY</a:t>
            </a:r>
          </a:p>
          <a:p>
            <a:pPr>
              <a:defRPr/>
            </a:pPr>
            <a:r>
              <a:rPr lang="fr-FR" smtClean="0"/>
              <a:t>58-  CAN'T CONTAIN  YOU'RE ALL POWERFUL YOU'RE UNTAMABLE</a:t>
            </a:r>
          </a:p>
          <a:p>
            <a:pPr>
              <a:defRPr/>
            </a:pPr>
            <a:r>
              <a:rPr lang="fr-FR" smtClean="0"/>
              <a:t>59-  CAN'T EXPLAIN INDESCRIBABLE, UNCONTAINABLE</a:t>
            </a:r>
          </a:p>
          <a:p>
            <a:pPr>
              <a:defRPr/>
            </a:pPr>
            <a:r>
              <a:rPr lang="fr-FR" smtClean="0"/>
              <a:t>60-  YOU PLACES THE STARS IN THE SKY</a:t>
            </a:r>
          </a:p>
          <a:p>
            <a:pPr>
              <a:defRPr/>
            </a:pPr>
            <a:r>
              <a:rPr lang="fr-FR" smtClean="0"/>
              <a:t>61-  CAN'T CONTAIN  YOU'RE ALL POWERFUL, YOU'RE UNTAMABLE</a:t>
            </a:r>
          </a:p>
          <a:p>
            <a:pPr>
              <a:defRPr/>
            </a:pPr>
            <a:r>
              <a:rPr lang="fr-FR" smtClean="0"/>
              <a:t>62-  AWESTRUCK WE FALL TO OUR KNEES</a:t>
            </a:r>
          </a:p>
          <a:p>
            <a:pPr>
              <a:defRPr/>
            </a:pPr>
            <a:r>
              <a:rPr lang="fr-FR" smtClean="0"/>
              <a:t>63-  INDESCRIBABLE, UNCONTAINABLE</a:t>
            </a:r>
          </a:p>
          <a:p>
            <a:pPr>
              <a:defRPr/>
            </a:pPr>
            <a:r>
              <a:rPr lang="fr-FR" smtClean="0"/>
              <a:t>64-  YOU PLACED THE STARS IN THE SKY  YOU KNOW THEM BY NAME</a:t>
            </a:r>
          </a:p>
          <a:p>
            <a:pPr>
              <a:defRPr/>
            </a:pPr>
            <a:r>
              <a:rPr lang="fr-FR" smtClean="0"/>
              <a:t>65-  YOU ARE AMAZING GOD</a:t>
            </a:r>
          </a:p>
          <a:p>
            <a:pPr>
              <a:defRPr/>
            </a:pPr>
            <a:r>
              <a:rPr lang="fr-FR" smtClean="0"/>
              <a:t>66-  ALL POWERFUL, UNTAMABLE</a:t>
            </a:r>
          </a:p>
          <a:p>
            <a:pPr>
              <a:defRPr/>
            </a:pPr>
            <a:r>
              <a:rPr lang="fr-FR" smtClean="0"/>
              <a:t>67-  AWESTRUCK WE FALL TO OUR KNEES  AS WE HUMBLY PROCLAIM</a:t>
            </a:r>
          </a:p>
          <a:p>
            <a:pPr>
              <a:defRPr/>
            </a:pPr>
            <a:r>
              <a:rPr lang="fr-FR" smtClean="0"/>
              <a:t>68-  YOU ARE AMAZING GOD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DES PROFONDEURS DES MERS AUX MONTAGNES ÉLEVÉES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highest of heights to the depths of the sea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LA CRÉATION RÉVÈLE TA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Creation's revealing Your majesty 
3-  DES COULEURS DE L’AUTOMNE  AUX PARFUMS DU PRINTEMPS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colors of fall to the fragrance of spring 
4-  CHAQUE CRÉATURE UNIQUE TE CHANTE UN NOUVEAU CHANT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creature unique in the song that it sings
5-  TOUTES S’EXCLAMANT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exclaiming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	6-  QUI PEUT TE DÉCRIRE OU TE CONTENIR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Indescribable, uncontainable,
	7-  TU PLACES LES ÉTOILES AU CIEL ET TU CONNAIS LEUR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amazing God 
	9-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All powerful, untamable, 
	10-  NOUS TOMBONS À GENOUX DEVANT TOI EN PROCLAMANT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12-  QUI COMMANDE AUX ÉCLAIRS DU TONNERRE OÙ ALLER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has told every lightning bolt where it should go 
13-  QUI ORDONNE À LA NEIGE EN QUEL LIEU SE POSER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Or seen heavenly storehouses laden with snow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QUI CRÉA LE SOLEIL SA LUMIÈRE INFINIE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imagined the sun and gives source to its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ET LE CACHE POUR OFFRIR LA FRAÎCHEUR DE LA NUIT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Yet conceals it to bring us the coolness of night 
16-  QUI TE SONDERA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None can fathom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PLACES LES ÉTOILES AU CIEL INCOMMENSURABLE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TU PLACES LES ÉTOILES AU CIEL INCOMMENSURABLE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TU PLACES LES ÉTOILES AU CIEL ET TU CONNAIS LEUR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NOUS TOMBONS À GENOUX DEVANT TOI EN PROCLAMANT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TU PLACES LES ÉTOILES AU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INCOMMENSURABLE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INEXPLICABLE QUI PEUT TE DÉCRIRE OU TE CONTENIR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INCOMMENSURABLE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TU ES INDESCRIPTIBLE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FROM THE HIGHEST OF HEIGHTS TO THE DEPTHS OF THE SEA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CREATION'S REVEALING YOUR MAJESTY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FROM THE COLORS OF FALL TO THE FRAGRANCE OF SPRING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EVERY CREATURE UNIQUE IN THE SONG THAT IT SINGS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ALL EXCLAIMING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YOU ARE AMAZING GOD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WHO HAS TOLD EVERY LIGHTNING BOLT WHERE IT SHOULD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OR SEEN HEAVENLY STOREHOUSES LADEN WITH SNOW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WHO IMAGINED THE SUN AND GIVES SOURCE TO ITS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YET CONCEALS IT TO BRING US THE COOLNESS OF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NONE CAN FATHOM  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YOU ARE AMAZING GOD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CAN'T EXPLAIN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YOU PLACES THE STARS IN THE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CAN'T CONTAIN  YOU'RE ALL POWERFUL YOU'RE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CAN'T EXPLAIN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YOU PLACES THE STARS IN THE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61-  CAN'T CONTAIN  YOU'RE ALL POWERFUL, YOU'RE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62-  AWESTRUCK WE FALL TO OUR KNEES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64-  YOU PLACED THE STARS IN THE SKY 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65-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66- 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67-  AWESTRUCK WE FALL TO OUR KNEES 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68-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b="1" i="1" dirty="0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DES PROFONDEURS DES MERS AUX MONTAGNES ÉLEVÉES</a:t>
            </a:r>
          </a:p>
          <a:p>
            <a:pPr>
              <a:defRPr/>
            </a:pPr>
            <a:r>
              <a:rPr lang="fr-FR" smtClean="0"/>
              <a:t>From the highest of heights to the depths of the sea</a:t>
            </a:r>
          </a:p>
          <a:p>
            <a:pPr>
              <a:defRPr/>
            </a:pPr>
            <a:r>
              <a:rPr lang="fr-FR" smtClean="0"/>
              <a:t>2-  LA CRÉATION RÉVÈLE TA MAJESTÉ</a:t>
            </a:r>
          </a:p>
          <a:p>
            <a:pPr>
              <a:defRPr/>
            </a:pPr>
            <a:r>
              <a:rPr lang="fr-FR" smtClean="0"/>
              <a:t>Creation's revealing Your majesty 
3-  DES COULEURS DE L’AUTOMNE  AUX PARFUMS DU PRINTEMPS</a:t>
            </a:r>
          </a:p>
          <a:p>
            <a:pPr>
              <a:defRPr/>
            </a:pPr>
            <a:r>
              <a:rPr lang="fr-FR" smtClean="0"/>
              <a:t>From the colors of fall to the fragrance of spring 
4-  CHAQUE CRÉATURE UNIQUE TE CHANTE UN NOUVEAU CHANT </a:t>
            </a:r>
          </a:p>
          <a:p>
            <a:pPr>
              <a:defRPr/>
            </a:pPr>
            <a:r>
              <a:rPr lang="fr-FR" smtClean="0"/>
              <a:t>Every creature unique in the song that it sings
5-  TOUTES S’EXCLAMANT</a:t>
            </a:r>
          </a:p>
          <a:p>
            <a:pPr>
              <a:defRPr/>
            </a:pPr>
            <a:r>
              <a:rPr lang="fr-FR" smtClean="0"/>
              <a:t>All exclaiming</a:t>
            </a:r>
          </a:p>
          <a:p>
            <a:pPr>
              <a:defRPr/>
            </a:pPr>
            <a:r>
              <a:rPr lang="fr-FR" smtClean="0"/>
              <a:t> 
	6-  QUI PEUT TE DÉCRIRE OU TE CONTENIR ? </a:t>
            </a:r>
          </a:p>
          <a:p>
            <a:pPr>
              <a:defRPr/>
            </a:pPr>
            <a:r>
              <a:rPr lang="fr-FR" smtClean="0"/>
              <a:t>	Indescribable, uncontainable,
	7-  TU PLACES LES ÉTOILES AU CIEL ET TU CONNAIS LEUR NOM </a:t>
            </a:r>
          </a:p>
          <a:p>
            <a:pPr>
              <a:defRPr/>
            </a:pPr>
            <a:r>
              <a:rPr lang="fr-FR" smtClean="0"/>
              <a:t>	You placed the stars in the sky and You know them by name</a:t>
            </a:r>
          </a:p>
          <a:p>
            <a:pPr>
              <a:defRPr/>
            </a:pPr>
            <a:r>
              <a:rPr lang="fr-FR" smtClean="0"/>
              <a:t>	8-  TU ES UN DIEU SI GRAND</a:t>
            </a:r>
          </a:p>
          <a:p>
            <a:pPr>
              <a:defRPr/>
            </a:pPr>
            <a:r>
              <a:rPr lang="fr-FR" smtClean="0"/>
              <a:t>	You are amazing God 
	9-  DIEU TOUT-PUISSANT, IMPRESSIONNANT</a:t>
            </a:r>
          </a:p>
          <a:p>
            <a:pPr>
              <a:defRPr/>
            </a:pPr>
            <a:r>
              <a:rPr lang="fr-FR" smtClean="0"/>
              <a:t>	All powerful, untamable, 
	10-  NOUS TOMBONS À GENOUX DEVANT TOI EN PROCLAMANT</a:t>
            </a:r>
          </a:p>
          <a:p>
            <a:pPr>
              <a:defRPr/>
            </a:pPr>
            <a:r>
              <a:rPr lang="fr-FR" smtClean="0"/>
              <a:t>	Awestruck we fall to our knees as we humbly proclaim</a:t>
            </a:r>
          </a:p>
          <a:p>
            <a:pPr>
              <a:defRPr/>
            </a:pPr>
            <a:r>
              <a:rPr lang="fr-FR" smtClean="0"/>
              <a:t>	11- TU ES UN DIEU SI GRAND</a:t>
            </a:r>
          </a:p>
          <a:p>
            <a:pPr>
              <a:defRPr/>
            </a:pPr>
            <a:r>
              <a:rPr lang="fr-FR" smtClean="0"/>
              <a:t>	You are amazing God</a:t>
            </a:r>
          </a:p>
          <a:p>
            <a:pPr>
              <a:defRPr/>
            </a:pPr>
            <a:r>
              <a:rPr lang="fr-FR" smtClean="0"/>
              <a:t> 
12-  QUI COMMANDE AUX ÉCLAIRS DU TONNERRE OÙ ALLER ?</a:t>
            </a:r>
          </a:p>
          <a:p>
            <a:pPr>
              <a:defRPr/>
            </a:pPr>
            <a:r>
              <a:rPr lang="fr-FR" smtClean="0"/>
              <a:t>Who has told every lightning bolt where it should go 
13-  QUI ORDONNE À LA NEIGE EN QUEL LIEU SE POSER ? </a:t>
            </a:r>
          </a:p>
          <a:p>
            <a:pPr>
              <a:defRPr/>
            </a:pPr>
            <a:r>
              <a:rPr lang="fr-FR" smtClean="0"/>
              <a:t>Or seen heavenly storehouses laden with snow</a:t>
            </a:r>
          </a:p>
          <a:p>
            <a:pPr>
              <a:defRPr/>
            </a:pPr>
            <a:r>
              <a:rPr lang="fr-FR" smtClean="0"/>
              <a:t>14-  QUI CRÉA LE SOLEIL SA LUMIÈRE INFINIE ? </a:t>
            </a:r>
          </a:p>
          <a:p>
            <a:pPr>
              <a:defRPr/>
            </a:pPr>
            <a:r>
              <a:rPr lang="fr-FR" smtClean="0"/>
              <a:t>Who imagined the sun and gives source to its light</a:t>
            </a:r>
          </a:p>
          <a:p>
            <a:pPr>
              <a:defRPr/>
            </a:pPr>
            <a:r>
              <a:rPr lang="fr-FR" smtClean="0"/>
              <a:t>15-  ET LE CACHE POUR OFFRIR LA FRAÎCHEUR DE LA NUIT</a:t>
            </a:r>
          </a:p>
          <a:p>
            <a:pPr>
              <a:defRPr/>
            </a:pPr>
            <a:r>
              <a:rPr lang="fr-FR" smtClean="0"/>
              <a:t>Yet conceals it to bring us the coolness of night 
16-  QUI TE SONDERA ? </a:t>
            </a:r>
          </a:p>
          <a:p>
            <a:pPr>
              <a:defRPr/>
            </a:pPr>
            <a:r>
              <a:rPr lang="fr-FR" smtClean="0"/>
              <a:t>None can fathom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INEXPLICABLE QUI PEUT TE DÉCRIRE OU TE CONTENIR ?</a:t>
            </a:r>
          </a:p>
          <a:p>
            <a:pPr>
              <a:defRPr/>
            </a:pPr>
            <a:r>
              <a:rPr lang="fr-FR" smtClean="0"/>
              <a:t>18-  TU PLACES LES ÉTOILES AU CIEL INCOMMENSURABLE</a:t>
            </a:r>
          </a:p>
          <a:p>
            <a:pPr>
              <a:defRPr/>
            </a:pPr>
            <a:r>
              <a:rPr lang="fr-FR" smtClean="0"/>
              <a:t>19-  DIEU TOUT-PUISSANT, IMPRESSIONNANT</a:t>
            </a:r>
          </a:p>
          <a:p>
            <a:pPr>
              <a:defRPr/>
            </a:pPr>
            <a:r>
              <a:rPr lang="fr-FR" smtClean="0"/>
              <a:t>20-  FORMIDABLE NOUS TOMBONS À GENOUX DEVANT TOI</a:t>
            </a:r>
          </a:p>
          <a:p>
            <a:pPr>
              <a:defRPr/>
            </a:pPr>
            <a:r>
              <a:rPr lang="fr-FR" smtClean="0"/>
              <a:t>21-  INEXPLICABLE QUI PEUT TE DÉCRIRE OU TE CONTENIR ?</a:t>
            </a:r>
          </a:p>
          <a:p>
            <a:pPr>
              <a:defRPr/>
            </a:pPr>
            <a:r>
              <a:rPr lang="fr-FR" smtClean="0"/>
              <a:t>22-  TU PLACES LES ÉTOILES AU CIEL INCOMMENSURABLE</a:t>
            </a:r>
          </a:p>
          <a:p>
            <a:pPr>
              <a:defRPr/>
            </a:pPr>
            <a:r>
              <a:rPr lang="fr-FR" smtClean="0"/>
              <a:t>23-  DIEU TOUT-PUISSANT, IMPRESSIONNANT</a:t>
            </a:r>
          </a:p>
          <a:p>
            <a:pPr>
              <a:defRPr/>
            </a:pPr>
            <a:r>
              <a:rPr lang="fr-FR" smtClean="0"/>
              <a:t>24-  FORMIDABLE NOUS TOMBONS À GENOUX DEVANT TOI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QUI PEUT TE DÉCRIRE OU TE CONTENIR ?</a:t>
            </a:r>
          </a:p>
          <a:p>
            <a:pPr>
              <a:defRPr/>
            </a:pPr>
            <a:r>
              <a:rPr lang="fr-FR" smtClean="0"/>
              <a:t>26-  TU PLACES LES ÉTOILES AU CIEL ET TU CONNAIS LEUR NOM</a:t>
            </a:r>
          </a:p>
          <a:p>
            <a:pPr>
              <a:defRPr/>
            </a:pPr>
            <a:r>
              <a:rPr lang="fr-FR" smtClean="0"/>
              <a:t>27-  TU ES UN DIEU SI GRAND</a:t>
            </a:r>
          </a:p>
          <a:p>
            <a:pPr>
              <a:defRPr/>
            </a:pPr>
            <a:r>
              <a:rPr lang="fr-FR" smtClean="0"/>
              <a:t>28-  DIEU TOUT-PUISSANT, IMPRESSIONNANT</a:t>
            </a:r>
          </a:p>
          <a:p>
            <a:pPr>
              <a:defRPr/>
            </a:pPr>
            <a:r>
              <a:rPr lang="fr-FR" smtClean="0"/>
              <a:t>29-  NOUS TOMBONS À GENOUX DEVANT TOI EN PROCLAMANT</a:t>
            </a:r>
          </a:p>
          <a:p>
            <a:pPr>
              <a:defRPr/>
            </a:pPr>
            <a:r>
              <a:rPr lang="fr-FR" smtClean="0"/>
              <a:t>30-  TU ES UN DIEU SI GRAND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INEXPLICABLE QUI PEUT TE DÉCRIRE OU TE CONTENIR ?</a:t>
            </a:r>
          </a:p>
          <a:p>
            <a:pPr>
              <a:defRPr/>
            </a:pPr>
            <a:r>
              <a:rPr lang="fr-FR" smtClean="0"/>
              <a:t>32-  TU PLACES LES ÉTOILES AU CIEL</a:t>
            </a:r>
          </a:p>
          <a:p>
            <a:pPr>
              <a:defRPr/>
            </a:pPr>
            <a:r>
              <a:rPr lang="fr-FR" smtClean="0"/>
              <a:t>33-  INCOMMENSURABLE DIEU TOUT-PUISSANT, IMPRESSIONNANT</a:t>
            </a:r>
          </a:p>
          <a:p>
            <a:pPr>
              <a:defRPr/>
            </a:pPr>
            <a:r>
              <a:rPr lang="fr-FR" smtClean="0"/>
              <a:t>34-  FORMIDABLE NOUS TOMBONS À GENOUX DEVANT TOI</a:t>
            </a:r>
          </a:p>
          <a:p>
            <a:pPr>
              <a:defRPr/>
            </a:pPr>
            <a:r>
              <a:rPr lang="fr-FR" smtClean="0"/>
              <a:t>35-  INEXPLICABLE QUI PEUT TE DÉCRIRE OU TE CONTENIR ? </a:t>
            </a:r>
          </a:p>
          <a:p>
            <a:pPr>
              <a:defRPr/>
            </a:pPr>
            <a:r>
              <a:rPr lang="fr-FR" smtClean="0"/>
              <a:t>36-  INCOMMENSURABLE DIEU TOUT-PUISSANT, IMPRESSIONNANT</a:t>
            </a:r>
          </a:p>
          <a:p>
            <a:pPr>
              <a:defRPr/>
            </a:pPr>
            <a:r>
              <a:rPr lang="fr-FR" smtClean="0"/>
              <a:t>37-  TU ES INDESCRIPTIBLE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**************************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FROM THE HIGHEST OF HEIGHTS TO THE DEPTHS OF THE SEA</a:t>
            </a:r>
          </a:p>
          <a:p>
            <a:pPr>
              <a:defRPr/>
            </a:pPr>
            <a:r>
              <a:rPr lang="fr-FR" smtClean="0"/>
              <a:t>39-  CREATION'S REVEALING YOUR MAJESTY</a:t>
            </a:r>
          </a:p>
          <a:p>
            <a:pPr>
              <a:defRPr/>
            </a:pPr>
            <a:r>
              <a:rPr lang="fr-FR" smtClean="0"/>
              <a:t>40-  FROM THE COLORS OF FALL TO THE FRAGRANCE OF SPRING</a:t>
            </a:r>
          </a:p>
          <a:p>
            <a:pPr>
              <a:defRPr/>
            </a:pPr>
            <a:r>
              <a:rPr lang="fr-FR" smtClean="0"/>
              <a:t>41-  EVERY CREATURE UNIQUE IN THE SONG THAT IT SINGS</a:t>
            </a:r>
          </a:p>
          <a:p>
            <a:pPr>
              <a:defRPr/>
            </a:pPr>
            <a:r>
              <a:rPr lang="fr-FR" smtClean="0"/>
              <a:t>42-  ALL EXCLAIMING INDESCRIBABLE, UNCONTAINABLE</a:t>
            </a:r>
          </a:p>
          <a:p>
            <a:pPr>
              <a:defRPr/>
            </a:pPr>
            <a:r>
              <a:rPr lang="fr-FR" smtClean="0"/>
              <a:t>43-  YOU PLACED THE STARS IN THE SKY AND YOU KNOW THEM BY NAME</a:t>
            </a:r>
          </a:p>
          <a:p>
            <a:pPr>
              <a:defRPr/>
            </a:pPr>
            <a:r>
              <a:rPr lang="fr-FR" smtClean="0"/>
              <a:t>44-  YOU ARE AMAZING GOD ALL POWERFUL, UNTAMABLE</a:t>
            </a:r>
          </a:p>
          <a:p>
            <a:pPr>
              <a:defRPr/>
            </a:pPr>
            <a:r>
              <a:rPr lang="fr-FR" smtClean="0"/>
              <a:t>45-  AWESTRUCK WE FALL TO OUR KNEES AS WE HUMBLY PROCLAIM</a:t>
            </a:r>
          </a:p>
          <a:p>
            <a:pPr>
              <a:defRPr/>
            </a:pPr>
            <a:r>
              <a:rPr lang="fr-FR" smtClean="0"/>
              <a:t>46-  YOU ARE AMAZING GOD</a:t>
            </a:r>
          </a:p>
          <a:p>
            <a:pPr>
              <a:defRPr/>
            </a:pPr>
            <a:r>
              <a:rPr lang="fr-FR" smtClean="0"/>
              <a:t>47-  WHO HAS TOLD EVERY LIGHTNING BOLT WHERE IT SHOULD GO</a:t>
            </a:r>
          </a:p>
          <a:p>
            <a:pPr>
              <a:defRPr/>
            </a:pPr>
            <a:r>
              <a:rPr lang="fr-FR" smtClean="0"/>
              <a:t>48-  OR SEEN HEAVENLY STOREHOUSES LADEN WITH SNOW</a:t>
            </a:r>
          </a:p>
          <a:p>
            <a:pPr>
              <a:defRPr/>
            </a:pPr>
            <a:r>
              <a:rPr lang="fr-FR" smtClean="0"/>
              <a:t>49-  WHO IMAGINED THE SUN AND GIVES SOURCE TO ITS LIGHT</a:t>
            </a:r>
          </a:p>
          <a:p>
            <a:pPr>
              <a:defRPr/>
            </a:pPr>
            <a:r>
              <a:rPr lang="fr-FR" smtClean="0"/>
              <a:t>50-  YET CONCEALS IT TO BRING US THE COOLNESS OF NIGHT</a:t>
            </a:r>
          </a:p>
          <a:p>
            <a:pPr>
              <a:defRPr/>
            </a:pPr>
            <a:r>
              <a:rPr lang="fr-FR" smtClean="0"/>
              <a:t>51-  NONE CAN FATHOM  INDESCRIBABLE, UNCONTAINABLE</a:t>
            </a:r>
          </a:p>
          <a:p>
            <a:pPr>
              <a:defRPr/>
            </a:pPr>
            <a:r>
              <a:rPr lang="fr-FR" smtClean="0"/>
              <a:t>52-  YOU PLACED THE STARS IN THE SKY AND YOU KNOW THEM BY NAME</a:t>
            </a:r>
          </a:p>
          <a:p>
            <a:pPr>
              <a:defRPr/>
            </a:pPr>
            <a:r>
              <a:rPr lang="fr-FR" smtClean="0"/>
              <a:t>53-  YOU ARE AMAZING GOD ALL POWERFUL, UNTAMABLE</a:t>
            </a:r>
          </a:p>
          <a:p>
            <a:pPr>
              <a:defRPr/>
            </a:pPr>
            <a:r>
              <a:rPr lang="fr-FR" smtClean="0"/>
              <a:t>54-  AWESTRUCK WE FALL TO OUR KNEES AS WE HUMBLY PROCLAIM</a:t>
            </a:r>
          </a:p>
          <a:p>
            <a:pPr>
              <a:defRPr/>
            </a:pPr>
            <a:r>
              <a:rPr lang="fr-FR" smtClean="0"/>
              <a:t>55-  YOU ARE AMAZING GOD</a:t>
            </a:r>
          </a:p>
          <a:p>
            <a:pPr>
              <a:defRPr/>
            </a:pPr>
            <a:r>
              <a:rPr lang="fr-FR" smtClean="0"/>
              <a:t>56-  CAN'T EXPLAIN INDESCRIBABLE, UNCONTAINABLE</a:t>
            </a:r>
          </a:p>
          <a:p>
            <a:pPr>
              <a:defRPr/>
            </a:pPr>
            <a:r>
              <a:rPr lang="fr-FR" smtClean="0"/>
              <a:t>57-  YOU PLACES THE STARS IN THE SKY</a:t>
            </a:r>
          </a:p>
          <a:p>
            <a:pPr>
              <a:defRPr/>
            </a:pPr>
            <a:r>
              <a:rPr lang="fr-FR" smtClean="0"/>
              <a:t>58-  CAN'T CONTAIN  YOU'RE ALL POWERFUL YOU'RE UNTAMABLE</a:t>
            </a:r>
          </a:p>
          <a:p>
            <a:pPr>
              <a:defRPr/>
            </a:pPr>
            <a:r>
              <a:rPr lang="fr-FR" smtClean="0"/>
              <a:t>59-  CAN'T EXPLAIN INDESCRIBABLE, UNCONTAINABLE</a:t>
            </a:r>
          </a:p>
          <a:p>
            <a:pPr>
              <a:defRPr/>
            </a:pPr>
            <a:r>
              <a:rPr lang="fr-FR" smtClean="0"/>
              <a:t>60-  YOU PLACES THE STARS IN THE SKY</a:t>
            </a:r>
          </a:p>
          <a:p>
            <a:pPr>
              <a:defRPr/>
            </a:pPr>
            <a:r>
              <a:rPr lang="fr-FR" smtClean="0"/>
              <a:t>61-  CAN'T CONTAIN  YOU'RE ALL POWERFUL, YOU'RE UNTAMABLE</a:t>
            </a:r>
          </a:p>
          <a:p>
            <a:pPr>
              <a:defRPr/>
            </a:pPr>
            <a:r>
              <a:rPr lang="fr-FR" smtClean="0"/>
              <a:t>62-  AWESTRUCK WE FALL TO OUR KNEES</a:t>
            </a:r>
          </a:p>
          <a:p>
            <a:pPr>
              <a:defRPr/>
            </a:pPr>
            <a:r>
              <a:rPr lang="fr-FR" smtClean="0"/>
              <a:t>63-  INDESCRIBABLE, UNCONTAINABLE</a:t>
            </a:r>
          </a:p>
          <a:p>
            <a:pPr>
              <a:defRPr/>
            </a:pPr>
            <a:r>
              <a:rPr lang="fr-FR" smtClean="0"/>
              <a:t>64-  YOU PLACED THE STARS IN THE SKY  YOU KNOW THEM BY NAME</a:t>
            </a:r>
          </a:p>
          <a:p>
            <a:pPr>
              <a:defRPr/>
            </a:pPr>
            <a:r>
              <a:rPr lang="fr-FR" smtClean="0"/>
              <a:t>65-  YOU ARE AMAZING GOD</a:t>
            </a:r>
          </a:p>
          <a:p>
            <a:pPr>
              <a:defRPr/>
            </a:pPr>
            <a:r>
              <a:rPr lang="fr-FR" smtClean="0"/>
              <a:t>66-  ALL POWERFUL, UNTAMABLE</a:t>
            </a:r>
          </a:p>
          <a:p>
            <a:pPr>
              <a:defRPr/>
            </a:pPr>
            <a:r>
              <a:rPr lang="fr-FR" smtClean="0"/>
              <a:t>67-  AWESTRUCK WE FALL TO OUR KNEES  AS WE HUMBLY PROCLAIM</a:t>
            </a:r>
          </a:p>
          <a:p>
            <a:pPr>
              <a:defRPr/>
            </a:pPr>
            <a:r>
              <a:rPr lang="fr-FR" smtClean="0"/>
              <a:t>68-  YOU ARE AMAZING GOD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DES PROFONDEURS DES MERS AUX MONTAGNES ÉLEVÉES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highest of heights to the depths of the sea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LA CRÉATION RÉVÈLE TA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Creation's revealing Your majesty 
3-  DES COULEURS DE L’AUTOMNE  AUX PARFUMS DU PRINTEMPS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colors of fall to the fragrance of spring 
4-  CHAQUE CRÉATURE UNIQUE TE CHANTE UN NOUVEAU CHANT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creature unique in the song that it sings
5-  TOUTES S’EXCLAMANT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exclaiming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	6-  QUI PEUT TE DÉCRIRE OU TE CONTENIR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Indescribable, uncontainable,
	7-  TU PLACES LES ÉTOILES AU CIEL ET TU CONNAIS LEUR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amazing God 
	9-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All powerful, untamable, 
	10-  NOUS TOMBONS À GENOUX DEVANT TOI EN PROCLAMANT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12-  QUI COMMANDE AUX ÉCLAIRS DU TONNERRE OÙ ALLER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has told every lightning bolt where it should go 
13-  QUI ORDONNE À LA NEIGE EN QUEL LIEU SE POSER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Or seen heavenly storehouses laden with snow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QUI CRÉA LE SOLEIL SA LUMIÈRE INFINIE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imagined the sun and gives source to its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ET LE CACHE POUR OFFRIR LA FRAÎCHEUR DE LA NUIT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Yet conceals it to bring us the coolness of night 
16-  QUI TE SONDERA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None can fathom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PLACES LES ÉTOILES AU CIEL INCOMMENSURABLE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TU PLACES LES ÉTOILES AU CIEL INCOMMENSURABLE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TU PLACES LES ÉTOILES AU CIEL ET TU CONNAIS LEUR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NOUS TOMBONS À GENOUX DEVANT TOI EN PROCLAMANT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TU PLACES LES ÉTOILES AU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INCOMMENSURABLE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INEXPLICABLE QUI PEUT TE DÉCRIRE OU TE CONTENIR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INCOMMENSURABLE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TU ES INDESCRIPTIBLE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FROM THE HIGHEST OF HEIGHTS TO THE DEPTHS OF THE SEA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CREATION'S REVEALING YOUR MAJESTY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FROM THE COLORS OF FALL TO THE FRAGRANCE OF SPRING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EVERY CREATURE UNIQUE IN THE SONG THAT IT SINGS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ALL EXCLAIMING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YOU ARE AMAZING GOD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WHO HAS TOLD EVERY LIGHTNING BOLT WHERE IT SHOULD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OR SEEN HEAVENLY STOREHOUSES LADEN WITH SNOW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WHO IMAGINED THE SUN AND GIVES SOURCE TO ITS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YET CONCEALS IT TO BRING US THE COOLNESS OF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NONE CAN FATHOM  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YOU ARE AMAZING GOD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CAN'T EXPLAIN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YOU PLACES THE STARS IN THE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CAN'T CONTAIN  YOU'RE ALL POWERFUL YOU'RE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CAN'T EXPLAIN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YOU PLACES THE STARS IN THE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61-  CAN'T CONTAIN  YOU'RE ALL POWERFUL, YOU'RE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62-  AWESTRUCK WE FALL TO OUR KNEES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64-  YOU PLACED THE STARS IN THE SKY 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65-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66- 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67-  AWESTRUCK WE FALL TO OUR KNEES 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68-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b="1" i="1" dirty="0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DES PROFONDEURS DES MERS AUX MONTAGNES ÉLEVÉES</a:t>
            </a:r>
          </a:p>
          <a:p>
            <a:pPr>
              <a:defRPr/>
            </a:pPr>
            <a:r>
              <a:rPr lang="fr-FR" smtClean="0"/>
              <a:t>From the highest of heights to the depths of the sea</a:t>
            </a:r>
          </a:p>
          <a:p>
            <a:pPr>
              <a:defRPr/>
            </a:pPr>
            <a:r>
              <a:rPr lang="fr-FR" smtClean="0"/>
              <a:t>2-  LA CRÉATION RÉVÈLE TA MAJESTÉ</a:t>
            </a:r>
          </a:p>
          <a:p>
            <a:pPr>
              <a:defRPr/>
            </a:pPr>
            <a:r>
              <a:rPr lang="fr-FR" smtClean="0"/>
              <a:t>Creation's revealing Your majesty 
3-  DES COULEURS DE L’AUTOMNE  AUX PARFUMS DU PRINTEMPS</a:t>
            </a:r>
          </a:p>
          <a:p>
            <a:pPr>
              <a:defRPr/>
            </a:pPr>
            <a:r>
              <a:rPr lang="fr-FR" smtClean="0"/>
              <a:t>From the colors of fall to the fragrance of spring 
4-  CHAQUE CRÉATURE UNIQUE TE CHANTE UN NOUVEAU CHANT </a:t>
            </a:r>
          </a:p>
          <a:p>
            <a:pPr>
              <a:defRPr/>
            </a:pPr>
            <a:r>
              <a:rPr lang="fr-FR" smtClean="0"/>
              <a:t>Every creature unique in the song that it sings
5-  TOUTES S’EXCLAMANT</a:t>
            </a:r>
          </a:p>
          <a:p>
            <a:pPr>
              <a:defRPr/>
            </a:pPr>
            <a:r>
              <a:rPr lang="fr-FR" smtClean="0"/>
              <a:t>All exclaiming</a:t>
            </a:r>
          </a:p>
          <a:p>
            <a:pPr>
              <a:defRPr/>
            </a:pPr>
            <a:r>
              <a:rPr lang="fr-FR" smtClean="0"/>
              <a:t> 
	6-  QUI PEUT TE DÉCRIRE OU TE CONTENIR ? </a:t>
            </a:r>
          </a:p>
          <a:p>
            <a:pPr>
              <a:defRPr/>
            </a:pPr>
            <a:r>
              <a:rPr lang="fr-FR" smtClean="0"/>
              <a:t>	Indescribable, uncontainable,
	7-  TU PLACES LES ÉTOILES AU CIEL ET TU CONNAIS LEUR NOM </a:t>
            </a:r>
          </a:p>
          <a:p>
            <a:pPr>
              <a:defRPr/>
            </a:pPr>
            <a:r>
              <a:rPr lang="fr-FR" smtClean="0"/>
              <a:t>	You placed the stars in the sky and You know them by name</a:t>
            </a:r>
          </a:p>
          <a:p>
            <a:pPr>
              <a:defRPr/>
            </a:pPr>
            <a:r>
              <a:rPr lang="fr-FR" smtClean="0"/>
              <a:t>	8-  TU ES UN DIEU SI GRAND</a:t>
            </a:r>
          </a:p>
          <a:p>
            <a:pPr>
              <a:defRPr/>
            </a:pPr>
            <a:r>
              <a:rPr lang="fr-FR" smtClean="0"/>
              <a:t>	You are amazing God 
	9-  DIEU TOUT-PUISSANT, IMPRESSIONNANT</a:t>
            </a:r>
          </a:p>
          <a:p>
            <a:pPr>
              <a:defRPr/>
            </a:pPr>
            <a:r>
              <a:rPr lang="fr-FR" smtClean="0"/>
              <a:t>	All powerful, untamable, 
	10-  NOUS TOMBONS À GENOUX DEVANT TOI EN PROCLAMANT</a:t>
            </a:r>
          </a:p>
          <a:p>
            <a:pPr>
              <a:defRPr/>
            </a:pPr>
            <a:r>
              <a:rPr lang="fr-FR" smtClean="0"/>
              <a:t>	Awestruck we fall to our knees as we humbly proclaim</a:t>
            </a:r>
          </a:p>
          <a:p>
            <a:pPr>
              <a:defRPr/>
            </a:pPr>
            <a:r>
              <a:rPr lang="fr-FR" smtClean="0"/>
              <a:t>	11- TU ES UN DIEU SI GRAND</a:t>
            </a:r>
          </a:p>
          <a:p>
            <a:pPr>
              <a:defRPr/>
            </a:pPr>
            <a:r>
              <a:rPr lang="fr-FR" smtClean="0"/>
              <a:t>	You are amazing God</a:t>
            </a:r>
          </a:p>
          <a:p>
            <a:pPr>
              <a:defRPr/>
            </a:pPr>
            <a:r>
              <a:rPr lang="fr-FR" smtClean="0"/>
              <a:t> 
12-  QUI COMMANDE AUX ÉCLAIRS DU TONNERRE OÙ ALLER ?</a:t>
            </a:r>
          </a:p>
          <a:p>
            <a:pPr>
              <a:defRPr/>
            </a:pPr>
            <a:r>
              <a:rPr lang="fr-FR" smtClean="0"/>
              <a:t>Who has told every lightning bolt where it should go 
13-  QUI ORDONNE À LA NEIGE EN QUEL LIEU SE POSER ? </a:t>
            </a:r>
          </a:p>
          <a:p>
            <a:pPr>
              <a:defRPr/>
            </a:pPr>
            <a:r>
              <a:rPr lang="fr-FR" smtClean="0"/>
              <a:t>Or seen heavenly storehouses laden with snow</a:t>
            </a:r>
          </a:p>
          <a:p>
            <a:pPr>
              <a:defRPr/>
            </a:pPr>
            <a:r>
              <a:rPr lang="fr-FR" smtClean="0"/>
              <a:t>14-  QUI CRÉA LE SOLEIL SA LUMIÈRE INFINIE ? </a:t>
            </a:r>
          </a:p>
          <a:p>
            <a:pPr>
              <a:defRPr/>
            </a:pPr>
            <a:r>
              <a:rPr lang="fr-FR" smtClean="0"/>
              <a:t>Who imagined the sun and gives source to its light</a:t>
            </a:r>
          </a:p>
          <a:p>
            <a:pPr>
              <a:defRPr/>
            </a:pPr>
            <a:r>
              <a:rPr lang="fr-FR" smtClean="0"/>
              <a:t>15-  ET LE CACHE POUR OFFRIR LA FRAÎCHEUR DE LA NUIT</a:t>
            </a:r>
          </a:p>
          <a:p>
            <a:pPr>
              <a:defRPr/>
            </a:pPr>
            <a:r>
              <a:rPr lang="fr-FR" smtClean="0"/>
              <a:t>Yet conceals it to bring us the coolness of night 
16-  QUI TE SONDERA ? </a:t>
            </a:r>
          </a:p>
          <a:p>
            <a:pPr>
              <a:defRPr/>
            </a:pPr>
            <a:r>
              <a:rPr lang="fr-FR" smtClean="0"/>
              <a:t>None can fathom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INEXPLICABLE QUI PEUT TE DÉCRIRE OU TE CONTENIR ?</a:t>
            </a:r>
          </a:p>
          <a:p>
            <a:pPr>
              <a:defRPr/>
            </a:pPr>
            <a:r>
              <a:rPr lang="fr-FR" smtClean="0"/>
              <a:t>18-  TU PLACES LES ÉTOILES AU CIEL INCOMMENSURABLE</a:t>
            </a:r>
          </a:p>
          <a:p>
            <a:pPr>
              <a:defRPr/>
            </a:pPr>
            <a:r>
              <a:rPr lang="fr-FR" smtClean="0"/>
              <a:t>19-  DIEU TOUT-PUISSANT, IMPRESSIONNANT</a:t>
            </a:r>
          </a:p>
          <a:p>
            <a:pPr>
              <a:defRPr/>
            </a:pPr>
            <a:r>
              <a:rPr lang="fr-FR" smtClean="0"/>
              <a:t>20-  FORMIDABLE NOUS TOMBONS À GENOUX DEVANT TOI</a:t>
            </a:r>
          </a:p>
          <a:p>
            <a:pPr>
              <a:defRPr/>
            </a:pPr>
            <a:r>
              <a:rPr lang="fr-FR" smtClean="0"/>
              <a:t>21-  INEXPLICABLE QUI PEUT TE DÉCRIRE OU TE CONTENIR ?</a:t>
            </a:r>
          </a:p>
          <a:p>
            <a:pPr>
              <a:defRPr/>
            </a:pPr>
            <a:r>
              <a:rPr lang="fr-FR" smtClean="0"/>
              <a:t>22-  TU PLACES LES ÉTOILES AU CIEL INCOMMENSURABLE</a:t>
            </a:r>
          </a:p>
          <a:p>
            <a:pPr>
              <a:defRPr/>
            </a:pPr>
            <a:r>
              <a:rPr lang="fr-FR" smtClean="0"/>
              <a:t>23-  DIEU TOUT-PUISSANT, IMPRESSIONNANT</a:t>
            </a:r>
          </a:p>
          <a:p>
            <a:pPr>
              <a:defRPr/>
            </a:pPr>
            <a:r>
              <a:rPr lang="fr-FR" smtClean="0"/>
              <a:t>24-  FORMIDABLE NOUS TOMBONS À GENOUX DEVANT TOI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QUI PEUT TE DÉCRIRE OU TE CONTENIR ?</a:t>
            </a:r>
          </a:p>
          <a:p>
            <a:pPr>
              <a:defRPr/>
            </a:pPr>
            <a:r>
              <a:rPr lang="fr-FR" smtClean="0"/>
              <a:t>26-  TU PLACES LES ÉTOILES AU CIEL ET TU CONNAIS LEUR NOM</a:t>
            </a:r>
          </a:p>
          <a:p>
            <a:pPr>
              <a:defRPr/>
            </a:pPr>
            <a:r>
              <a:rPr lang="fr-FR" smtClean="0"/>
              <a:t>27-  TU ES UN DIEU SI GRAND</a:t>
            </a:r>
          </a:p>
          <a:p>
            <a:pPr>
              <a:defRPr/>
            </a:pPr>
            <a:r>
              <a:rPr lang="fr-FR" smtClean="0"/>
              <a:t>28-  DIEU TOUT-PUISSANT, IMPRESSIONNANT</a:t>
            </a:r>
          </a:p>
          <a:p>
            <a:pPr>
              <a:defRPr/>
            </a:pPr>
            <a:r>
              <a:rPr lang="fr-FR" smtClean="0"/>
              <a:t>29-  NOUS TOMBONS À GENOUX DEVANT TOI EN PROCLAMANT</a:t>
            </a:r>
          </a:p>
          <a:p>
            <a:pPr>
              <a:defRPr/>
            </a:pPr>
            <a:r>
              <a:rPr lang="fr-FR" smtClean="0"/>
              <a:t>30-  TU ES UN DIEU SI GRAND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INEXPLICABLE QUI PEUT TE DÉCRIRE OU TE CONTENIR ?</a:t>
            </a:r>
          </a:p>
          <a:p>
            <a:pPr>
              <a:defRPr/>
            </a:pPr>
            <a:r>
              <a:rPr lang="fr-FR" smtClean="0"/>
              <a:t>32-  TU PLACES LES ÉTOILES AU CIEL</a:t>
            </a:r>
          </a:p>
          <a:p>
            <a:pPr>
              <a:defRPr/>
            </a:pPr>
            <a:r>
              <a:rPr lang="fr-FR" smtClean="0"/>
              <a:t>33-  INCOMMENSURABLE DIEU TOUT-PUISSANT, IMPRESSIONNANT</a:t>
            </a:r>
          </a:p>
          <a:p>
            <a:pPr>
              <a:defRPr/>
            </a:pPr>
            <a:r>
              <a:rPr lang="fr-FR" smtClean="0"/>
              <a:t>34-  FORMIDABLE NOUS TOMBONS À GENOUX DEVANT TOI</a:t>
            </a:r>
          </a:p>
          <a:p>
            <a:pPr>
              <a:defRPr/>
            </a:pPr>
            <a:r>
              <a:rPr lang="fr-FR" smtClean="0"/>
              <a:t>35-  INEXPLICABLE QUI PEUT TE DÉCRIRE OU TE CONTENIR ? </a:t>
            </a:r>
          </a:p>
          <a:p>
            <a:pPr>
              <a:defRPr/>
            </a:pPr>
            <a:r>
              <a:rPr lang="fr-FR" smtClean="0"/>
              <a:t>36-  INCOMMENSURABLE DIEU TOUT-PUISSANT, IMPRESSIONNANT</a:t>
            </a:r>
          </a:p>
          <a:p>
            <a:pPr>
              <a:defRPr/>
            </a:pPr>
            <a:r>
              <a:rPr lang="fr-FR" smtClean="0"/>
              <a:t>37-  TU ES INDESCRIPTIBLE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**************************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FROM THE HIGHEST OF HEIGHTS TO THE DEPTHS OF THE SEA</a:t>
            </a:r>
          </a:p>
          <a:p>
            <a:pPr>
              <a:defRPr/>
            </a:pPr>
            <a:r>
              <a:rPr lang="fr-FR" smtClean="0"/>
              <a:t>39-  CREATION'S REVEALING YOUR MAJESTY</a:t>
            </a:r>
          </a:p>
          <a:p>
            <a:pPr>
              <a:defRPr/>
            </a:pPr>
            <a:r>
              <a:rPr lang="fr-FR" smtClean="0"/>
              <a:t>40-  FROM THE COLORS OF FALL TO THE FRAGRANCE OF SPRING</a:t>
            </a:r>
          </a:p>
          <a:p>
            <a:pPr>
              <a:defRPr/>
            </a:pPr>
            <a:r>
              <a:rPr lang="fr-FR" smtClean="0"/>
              <a:t>41-  EVERY CREATURE UNIQUE IN THE SONG THAT IT SINGS</a:t>
            </a:r>
          </a:p>
          <a:p>
            <a:pPr>
              <a:defRPr/>
            </a:pPr>
            <a:r>
              <a:rPr lang="fr-FR" smtClean="0"/>
              <a:t>42-  ALL EXCLAIMING INDESCRIBABLE, UNCONTAINABLE</a:t>
            </a:r>
          </a:p>
          <a:p>
            <a:pPr>
              <a:defRPr/>
            </a:pPr>
            <a:r>
              <a:rPr lang="fr-FR" smtClean="0"/>
              <a:t>43-  YOU PLACED THE STARS IN THE SKY AND YOU KNOW THEM BY NAME</a:t>
            </a:r>
          </a:p>
          <a:p>
            <a:pPr>
              <a:defRPr/>
            </a:pPr>
            <a:r>
              <a:rPr lang="fr-FR" smtClean="0"/>
              <a:t>44-  YOU ARE AMAZING GOD ALL POWERFUL, UNTAMABLE</a:t>
            </a:r>
          </a:p>
          <a:p>
            <a:pPr>
              <a:defRPr/>
            </a:pPr>
            <a:r>
              <a:rPr lang="fr-FR" smtClean="0"/>
              <a:t>45-  AWESTRUCK WE FALL TO OUR KNEES AS WE HUMBLY PROCLAIM</a:t>
            </a:r>
          </a:p>
          <a:p>
            <a:pPr>
              <a:defRPr/>
            </a:pPr>
            <a:r>
              <a:rPr lang="fr-FR" smtClean="0"/>
              <a:t>46-  YOU ARE AMAZING GOD</a:t>
            </a:r>
          </a:p>
          <a:p>
            <a:pPr>
              <a:defRPr/>
            </a:pPr>
            <a:r>
              <a:rPr lang="fr-FR" smtClean="0"/>
              <a:t>47-  WHO HAS TOLD EVERY LIGHTNING BOLT WHERE IT SHOULD GO</a:t>
            </a:r>
          </a:p>
          <a:p>
            <a:pPr>
              <a:defRPr/>
            </a:pPr>
            <a:r>
              <a:rPr lang="fr-FR" smtClean="0"/>
              <a:t>48-  OR SEEN HEAVENLY STOREHOUSES LADEN WITH SNOW</a:t>
            </a:r>
          </a:p>
          <a:p>
            <a:pPr>
              <a:defRPr/>
            </a:pPr>
            <a:r>
              <a:rPr lang="fr-FR" smtClean="0"/>
              <a:t>49-  WHO IMAGINED THE SUN AND GIVES SOURCE TO ITS LIGHT</a:t>
            </a:r>
          </a:p>
          <a:p>
            <a:pPr>
              <a:defRPr/>
            </a:pPr>
            <a:r>
              <a:rPr lang="fr-FR" smtClean="0"/>
              <a:t>50-  YET CONCEALS IT TO BRING US THE COOLNESS OF NIGHT</a:t>
            </a:r>
          </a:p>
          <a:p>
            <a:pPr>
              <a:defRPr/>
            </a:pPr>
            <a:r>
              <a:rPr lang="fr-FR" smtClean="0"/>
              <a:t>51-  NONE CAN FATHOM  INDESCRIBABLE, UNCONTAINABLE</a:t>
            </a:r>
          </a:p>
          <a:p>
            <a:pPr>
              <a:defRPr/>
            </a:pPr>
            <a:r>
              <a:rPr lang="fr-FR" smtClean="0"/>
              <a:t>52-  YOU PLACED THE STARS IN THE SKY AND YOU KNOW THEM BY NAME</a:t>
            </a:r>
          </a:p>
          <a:p>
            <a:pPr>
              <a:defRPr/>
            </a:pPr>
            <a:r>
              <a:rPr lang="fr-FR" smtClean="0"/>
              <a:t>53-  YOU ARE AMAZING GOD ALL POWERFUL, UNTAMABLE</a:t>
            </a:r>
          </a:p>
          <a:p>
            <a:pPr>
              <a:defRPr/>
            </a:pPr>
            <a:r>
              <a:rPr lang="fr-FR" smtClean="0"/>
              <a:t>54-  AWESTRUCK WE FALL TO OUR KNEES AS WE HUMBLY PROCLAIM</a:t>
            </a:r>
          </a:p>
          <a:p>
            <a:pPr>
              <a:defRPr/>
            </a:pPr>
            <a:r>
              <a:rPr lang="fr-FR" smtClean="0"/>
              <a:t>55-  YOU ARE AMAZING GOD</a:t>
            </a:r>
          </a:p>
          <a:p>
            <a:pPr>
              <a:defRPr/>
            </a:pPr>
            <a:r>
              <a:rPr lang="fr-FR" smtClean="0"/>
              <a:t>56-  CAN'T EXPLAIN INDESCRIBABLE, UNCONTAINABLE</a:t>
            </a:r>
          </a:p>
          <a:p>
            <a:pPr>
              <a:defRPr/>
            </a:pPr>
            <a:r>
              <a:rPr lang="fr-FR" smtClean="0"/>
              <a:t>57-  YOU PLACES THE STARS IN THE SKY</a:t>
            </a:r>
          </a:p>
          <a:p>
            <a:pPr>
              <a:defRPr/>
            </a:pPr>
            <a:r>
              <a:rPr lang="fr-FR" smtClean="0"/>
              <a:t>58-  CAN'T CONTAIN  YOU'RE ALL POWERFUL YOU'RE UNTAMABLE</a:t>
            </a:r>
          </a:p>
          <a:p>
            <a:pPr>
              <a:defRPr/>
            </a:pPr>
            <a:r>
              <a:rPr lang="fr-FR" smtClean="0"/>
              <a:t>59-  CAN'T EXPLAIN INDESCRIBABLE, UNCONTAINABLE</a:t>
            </a:r>
          </a:p>
          <a:p>
            <a:pPr>
              <a:defRPr/>
            </a:pPr>
            <a:r>
              <a:rPr lang="fr-FR" smtClean="0"/>
              <a:t>60-  YOU PLACES THE STARS IN THE SKY</a:t>
            </a:r>
          </a:p>
          <a:p>
            <a:pPr>
              <a:defRPr/>
            </a:pPr>
            <a:r>
              <a:rPr lang="fr-FR" smtClean="0"/>
              <a:t>61-  CAN'T CONTAIN  YOU'RE ALL POWERFUL, YOU'RE UNTAMABLE</a:t>
            </a:r>
          </a:p>
          <a:p>
            <a:pPr>
              <a:defRPr/>
            </a:pPr>
            <a:r>
              <a:rPr lang="fr-FR" smtClean="0"/>
              <a:t>62-  AWESTRUCK WE FALL TO OUR KNEES</a:t>
            </a:r>
          </a:p>
          <a:p>
            <a:pPr>
              <a:defRPr/>
            </a:pPr>
            <a:r>
              <a:rPr lang="fr-FR" smtClean="0"/>
              <a:t>63-  INDESCRIBABLE, UNCONTAINABLE</a:t>
            </a:r>
          </a:p>
          <a:p>
            <a:pPr>
              <a:defRPr/>
            </a:pPr>
            <a:r>
              <a:rPr lang="fr-FR" smtClean="0"/>
              <a:t>64-  YOU PLACED THE STARS IN THE SKY  YOU KNOW THEM BY NAME</a:t>
            </a:r>
          </a:p>
          <a:p>
            <a:pPr>
              <a:defRPr/>
            </a:pPr>
            <a:r>
              <a:rPr lang="fr-FR" smtClean="0"/>
              <a:t>65-  YOU ARE AMAZING GOD</a:t>
            </a:r>
          </a:p>
          <a:p>
            <a:pPr>
              <a:defRPr/>
            </a:pPr>
            <a:r>
              <a:rPr lang="fr-FR" smtClean="0"/>
              <a:t>66-  ALL POWERFUL, UNTAMABLE</a:t>
            </a:r>
          </a:p>
          <a:p>
            <a:pPr>
              <a:defRPr/>
            </a:pPr>
            <a:r>
              <a:rPr lang="fr-FR" smtClean="0"/>
              <a:t>67-  AWESTRUCK WE FALL TO OUR KNEES  AS WE HUMBLY PROCLAIM</a:t>
            </a:r>
          </a:p>
          <a:p>
            <a:pPr>
              <a:defRPr/>
            </a:pPr>
            <a:r>
              <a:rPr lang="fr-FR" smtClean="0"/>
              <a:t>68-  YOU ARE AMAZING GOD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DES PROFONDEURS DES MERS AUX MONTAGNES ÉLEVÉES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highest of heights to the depths of the sea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LA CRÉATION RÉVÈLE TA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Creation's revealing Your majesty 
3-  DES COULEURS DE L’AUTOMNE  AUX PARFUMS DU PRINTEMPS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colors of fall to the fragrance of spring 
4-  CHAQUE CRÉATURE UNIQUE TE CHANTE UN NOUVEAU CHANT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creature unique in the song that it sings
5-  TOUTES S’EXCLAMANT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exclaiming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	6-  QUI PEUT TE DÉCRIRE OU TE CONTENIR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Indescribable, uncontainable,
	7-  TU PLACES LES ÉTOILES AU CIEL ET TU CONNAIS LEUR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amazing God 
	9-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All powerful, untamable, 
	10-  NOUS TOMBONS À GENOUX DEVANT TOI EN PROCLAMANT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12-  QUI COMMANDE AUX ÉCLAIRS DU TONNERRE OÙ ALLER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has told every lightning bolt where it should go 
13-  QUI ORDONNE À LA NEIGE EN QUEL LIEU SE POSER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Or seen heavenly storehouses laden with snow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QUI CRÉA LE SOLEIL SA LUMIÈRE INFINIE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imagined the sun and gives source to its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ET LE CACHE POUR OFFRIR LA FRAÎCHEUR DE LA NUIT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Yet conceals it to bring us the coolness of night 
16-  QUI TE SONDERA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None can fathom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PLACES LES ÉTOILES AU CIEL INCOMMENSURABLE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TU PLACES LES ÉTOILES AU CIEL INCOMMENSURABLE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TU PLACES LES ÉTOILES AU CIEL ET TU CONNAIS LEUR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NOUS TOMBONS À GENOUX DEVANT TOI EN PROCLAMANT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TU PLACES LES ÉTOILES AU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INCOMMENSURABLE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INEXPLICABLE QUI PEUT TE DÉCRIRE OU TE CONTENIR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INCOMMENSURABLE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TU ES INDESCRIPTIBLE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FROM THE HIGHEST OF HEIGHTS TO THE DEPTHS OF THE SEA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CREATION'S REVEALING YOUR MAJESTY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FROM THE COLORS OF FALL TO THE FRAGRANCE OF SPRING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EVERY CREATURE UNIQUE IN THE SONG THAT IT SINGS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ALL EXCLAIMING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YOU ARE AMAZING GOD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WHO HAS TOLD EVERY LIGHTNING BOLT WHERE IT SHOULD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OR SEEN HEAVENLY STOREHOUSES LADEN WITH SNOW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WHO IMAGINED THE SUN AND GIVES SOURCE TO ITS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YET CONCEALS IT TO BRING US THE COOLNESS OF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NONE CAN FATHOM  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YOU ARE AMAZING GOD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CAN'T EXPLAIN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YOU PLACES THE STARS IN THE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CAN'T CONTAIN  YOU'RE ALL POWERFUL YOU'RE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CAN'T EXPLAIN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YOU PLACES THE STARS IN THE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61-  CAN'T CONTAIN  YOU'RE ALL POWERFUL, YOU'RE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62-  AWESTRUCK WE FALL TO OUR KNEES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64-  YOU PLACED THE STARS IN THE SKY 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65-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66- 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67-  AWESTRUCK WE FALL TO OUR KNEES 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68-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b="1" i="1" dirty="0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DES PROFONDEURS DES MERS AUX MONTAGNES ÉLEVÉES</a:t>
            </a:r>
          </a:p>
          <a:p>
            <a:pPr>
              <a:defRPr/>
            </a:pPr>
            <a:r>
              <a:rPr lang="fr-FR" smtClean="0"/>
              <a:t>From the highest of heights to the depths of the sea</a:t>
            </a:r>
          </a:p>
          <a:p>
            <a:pPr>
              <a:defRPr/>
            </a:pPr>
            <a:r>
              <a:rPr lang="fr-FR" smtClean="0"/>
              <a:t>2-  LA CRÉATION RÉVÈLE TA MAJESTÉ</a:t>
            </a:r>
          </a:p>
          <a:p>
            <a:pPr>
              <a:defRPr/>
            </a:pPr>
            <a:r>
              <a:rPr lang="fr-FR" smtClean="0"/>
              <a:t>Creation's revealing Your majesty 
3-  DES COULEURS DE L’AUTOMNE  AUX PARFUMS DU PRINTEMPS</a:t>
            </a:r>
          </a:p>
          <a:p>
            <a:pPr>
              <a:defRPr/>
            </a:pPr>
            <a:r>
              <a:rPr lang="fr-FR" smtClean="0"/>
              <a:t>From the colors of fall to the fragrance of spring 
4-  CHAQUE CRÉATURE UNIQUE TE CHANTE UN NOUVEAU CHANT </a:t>
            </a:r>
          </a:p>
          <a:p>
            <a:pPr>
              <a:defRPr/>
            </a:pPr>
            <a:r>
              <a:rPr lang="fr-FR" smtClean="0"/>
              <a:t>Every creature unique in the song that it sings
5-  TOUTES S’EXCLAMANT</a:t>
            </a:r>
          </a:p>
          <a:p>
            <a:pPr>
              <a:defRPr/>
            </a:pPr>
            <a:r>
              <a:rPr lang="fr-FR" smtClean="0"/>
              <a:t>All exclaiming</a:t>
            </a:r>
          </a:p>
          <a:p>
            <a:pPr>
              <a:defRPr/>
            </a:pPr>
            <a:r>
              <a:rPr lang="fr-FR" smtClean="0"/>
              <a:t> 
	6-  QUI PEUT TE DÉCRIRE OU TE CONTENIR ? </a:t>
            </a:r>
          </a:p>
          <a:p>
            <a:pPr>
              <a:defRPr/>
            </a:pPr>
            <a:r>
              <a:rPr lang="fr-FR" smtClean="0"/>
              <a:t>	Indescribable, uncontainable,
	7-  TU PLACES LES ÉTOILES AU CIEL ET TU CONNAIS LEUR NOM </a:t>
            </a:r>
          </a:p>
          <a:p>
            <a:pPr>
              <a:defRPr/>
            </a:pPr>
            <a:r>
              <a:rPr lang="fr-FR" smtClean="0"/>
              <a:t>	You placed the stars in the sky and You know them by name</a:t>
            </a:r>
          </a:p>
          <a:p>
            <a:pPr>
              <a:defRPr/>
            </a:pPr>
            <a:r>
              <a:rPr lang="fr-FR" smtClean="0"/>
              <a:t>	8-  TU ES UN DIEU SI GRAND</a:t>
            </a:r>
          </a:p>
          <a:p>
            <a:pPr>
              <a:defRPr/>
            </a:pPr>
            <a:r>
              <a:rPr lang="fr-FR" smtClean="0"/>
              <a:t>	You are amazing God 
	9-  DIEU TOUT-PUISSANT, IMPRESSIONNANT</a:t>
            </a:r>
          </a:p>
          <a:p>
            <a:pPr>
              <a:defRPr/>
            </a:pPr>
            <a:r>
              <a:rPr lang="fr-FR" smtClean="0"/>
              <a:t>	All powerful, untamable, 
	10-  NOUS TOMBONS À GENOUX DEVANT TOI EN PROCLAMANT</a:t>
            </a:r>
          </a:p>
          <a:p>
            <a:pPr>
              <a:defRPr/>
            </a:pPr>
            <a:r>
              <a:rPr lang="fr-FR" smtClean="0"/>
              <a:t>	Awestruck we fall to our knees as we humbly proclaim</a:t>
            </a:r>
          </a:p>
          <a:p>
            <a:pPr>
              <a:defRPr/>
            </a:pPr>
            <a:r>
              <a:rPr lang="fr-FR" smtClean="0"/>
              <a:t>	11- TU ES UN DIEU SI GRAND</a:t>
            </a:r>
          </a:p>
          <a:p>
            <a:pPr>
              <a:defRPr/>
            </a:pPr>
            <a:r>
              <a:rPr lang="fr-FR" smtClean="0"/>
              <a:t>	You are amazing God</a:t>
            </a:r>
          </a:p>
          <a:p>
            <a:pPr>
              <a:defRPr/>
            </a:pPr>
            <a:r>
              <a:rPr lang="fr-FR" smtClean="0"/>
              <a:t> 
12-  QUI COMMANDE AUX ÉCLAIRS DU TONNERRE OÙ ALLER ?</a:t>
            </a:r>
          </a:p>
          <a:p>
            <a:pPr>
              <a:defRPr/>
            </a:pPr>
            <a:r>
              <a:rPr lang="fr-FR" smtClean="0"/>
              <a:t>Who has told every lightning bolt where it should go 
13-  QUI ORDONNE À LA NEIGE EN QUEL LIEU SE POSER ? </a:t>
            </a:r>
          </a:p>
          <a:p>
            <a:pPr>
              <a:defRPr/>
            </a:pPr>
            <a:r>
              <a:rPr lang="fr-FR" smtClean="0"/>
              <a:t>Or seen heavenly storehouses laden with snow</a:t>
            </a:r>
          </a:p>
          <a:p>
            <a:pPr>
              <a:defRPr/>
            </a:pPr>
            <a:r>
              <a:rPr lang="fr-FR" smtClean="0"/>
              <a:t>14-  QUI CRÉA LE SOLEIL SA LUMIÈRE INFINIE ? </a:t>
            </a:r>
          </a:p>
          <a:p>
            <a:pPr>
              <a:defRPr/>
            </a:pPr>
            <a:r>
              <a:rPr lang="fr-FR" smtClean="0"/>
              <a:t>Who imagined the sun and gives source to its light</a:t>
            </a:r>
          </a:p>
          <a:p>
            <a:pPr>
              <a:defRPr/>
            </a:pPr>
            <a:r>
              <a:rPr lang="fr-FR" smtClean="0"/>
              <a:t>15-  ET LE CACHE POUR OFFRIR LA FRAÎCHEUR DE LA NUIT</a:t>
            </a:r>
          </a:p>
          <a:p>
            <a:pPr>
              <a:defRPr/>
            </a:pPr>
            <a:r>
              <a:rPr lang="fr-FR" smtClean="0"/>
              <a:t>Yet conceals it to bring us the coolness of night 
16-  QUI TE SONDERA ? </a:t>
            </a:r>
          </a:p>
          <a:p>
            <a:pPr>
              <a:defRPr/>
            </a:pPr>
            <a:r>
              <a:rPr lang="fr-FR" smtClean="0"/>
              <a:t>None can fathom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INEXPLICABLE QUI PEUT TE DÉCRIRE OU TE CONTENIR ?</a:t>
            </a:r>
          </a:p>
          <a:p>
            <a:pPr>
              <a:defRPr/>
            </a:pPr>
            <a:r>
              <a:rPr lang="fr-FR" smtClean="0"/>
              <a:t>18-  TU PLACES LES ÉTOILES AU CIEL INCOMMENSURABLE</a:t>
            </a:r>
          </a:p>
          <a:p>
            <a:pPr>
              <a:defRPr/>
            </a:pPr>
            <a:r>
              <a:rPr lang="fr-FR" smtClean="0"/>
              <a:t>19-  DIEU TOUT-PUISSANT, IMPRESSIONNANT</a:t>
            </a:r>
          </a:p>
          <a:p>
            <a:pPr>
              <a:defRPr/>
            </a:pPr>
            <a:r>
              <a:rPr lang="fr-FR" smtClean="0"/>
              <a:t>20-  FORMIDABLE NOUS TOMBONS À GENOUX DEVANT TOI</a:t>
            </a:r>
          </a:p>
          <a:p>
            <a:pPr>
              <a:defRPr/>
            </a:pPr>
            <a:r>
              <a:rPr lang="fr-FR" smtClean="0"/>
              <a:t>21-  INEXPLICABLE QUI PEUT TE DÉCRIRE OU TE CONTENIR ?</a:t>
            </a:r>
          </a:p>
          <a:p>
            <a:pPr>
              <a:defRPr/>
            </a:pPr>
            <a:r>
              <a:rPr lang="fr-FR" smtClean="0"/>
              <a:t>22-  TU PLACES LES ÉTOILES AU CIEL INCOMMENSURABLE</a:t>
            </a:r>
          </a:p>
          <a:p>
            <a:pPr>
              <a:defRPr/>
            </a:pPr>
            <a:r>
              <a:rPr lang="fr-FR" smtClean="0"/>
              <a:t>23-  DIEU TOUT-PUISSANT, IMPRESSIONNANT</a:t>
            </a:r>
          </a:p>
          <a:p>
            <a:pPr>
              <a:defRPr/>
            </a:pPr>
            <a:r>
              <a:rPr lang="fr-FR" smtClean="0"/>
              <a:t>24-  FORMIDABLE NOUS TOMBONS À GENOUX DEVANT TOI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QUI PEUT TE DÉCRIRE OU TE CONTENIR ?</a:t>
            </a:r>
          </a:p>
          <a:p>
            <a:pPr>
              <a:defRPr/>
            </a:pPr>
            <a:r>
              <a:rPr lang="fr-FR" smtClean="0"/>
              <a:t>26-  TU PLACES LES ÉTOILES AU CIEL ET TU CONNAIS LEUR NOM</a:t>
            </a:r>
          </a:p>
          <a:p>
            <a:pPr>
              <a:defRPr/>
            </a:pPr>
            <a:r>
              <a:rPr lang="fr-FR" smtClean="0"/>
              <a:t>27-  TU ES UN DIEU SI GRAND</a:t>
            </a:r>
          </a:p>
          <a:p>
            <a:pPr>
              <a:defRPr/>
            </a:pPr>
            <a:r>
              <a:rPr lang="fr-FR" smtClean="0"/>
              <a:t>28-  DIEU TOUT-PUISSANT, IMPRESSIONNANT</a:t>
            </a:r>
          </a:p>
          <a:p>
            <a:pPr>
              <a:defRPr/>
            </a:pPr>
            <a:r>
              <a:rPr lang="fr-FR" smtClean="0"/>
              <a:t>29-  NOUS TOMBONS À GENOUX DEVANT TOI EN PROCLAMANT</a:t>
            </a:r>
          </a:p>
          <a:p>
            <a:pPr>
              <a:defRPr/>
            </a:pPr>
            <a:r>
              <a:rPr lang="fr-FR" smtClean="0"/>
              <a:t>30-  TU ES UN DIEU SI GRAND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INEXPLICABLE QUI PEUT TE DÉCRIRE OU TE CONTENIR ?</a:t>
            </a:r>
          </a:p>
          <a:p>
            <a:pPr>
              <a:defRPr/>
            </a:pPr>
            <a:r>
              <a:rPr lang="fr-FR" smtClean="0"/>
              <a:t>32-  TU PLACES LES ÉTOILES AU CIEL</a:t>
            </a:r>
          </a:p>
          <a:p>
            <a:pPr>
              <a:defRPr/>
            </a:pPr>
            <a:r>
              <a:rPr lang="fr-FR" smtClean="0"/>
              <a:t>33-  INCOMMENSURABLE DIEU TOUT-PUISSANT, IMPRESSIONNANT</a:t>
            </a:r>
          </a:p>
          <a:p>
            <a:pPr>
              <a:defRPr/>
            </a:pPr>
            <a:r>
              <a:rPr lang="fr-FR" smtClean="0"/>
              <a:t>34-  FORMIDABLE NOUS TOMBONS À GENOUX DEVANT TOI</a:t>
            </a:r>
          </a:p>
          <a:p>
            <a:pPr>
              <a:defRPr/>
            </a:pPr>
            <a:r>
              <a:rPr lang="fr-FR" smtClean="0"/>
              <a:t>35-  INEXPLICABLE QUI PEUT TE DÉCRIRE OU TE CONTENIR ? </a:t>
            </a:r>
          </a:p>
          <a:p>
            <a:pPr>
              <a:defRPr/>
            </a:pPr>
            <a:r>
              <a:rPr lang="fr-FR" smtClean="0"/>
              <a:t>36-  INCOMMENSURABLE DIEU TOUT-PUISSANT, IMPRESSIONNANT</a:t>
            </a:r>
          </a:p>
          <a:p>
            <a:pPr>
              <a:defRPr/>
            </a:pPr>
            <a:r>
              <a:rPr lang="fr-FR" smtClean="0"/>
              <a:t>37-  TU ES INDESCRIPTIBLE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**************************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FROM THE HIGHEST OF HEIGHTS TO THE DEPTHS OF THE SEA</a:t>
            </a:r>
          </a:p>
          <a:p>
            <a:pPr>
              <a:defRPr/>
            </a:pPr>
            <a:r>
              <a:rPr lang="fr-FR" smtClean="0"/>
              <a:t>39-  CREATION'S REVEALING YOUR MAJESTY</a:t>
            </a:r>
          </a:p>
          <a:p>
            <a:pPr>
              <a:defRPr/>
            </a:pPr>
            <a:r>
              <a:rPr lang="fr-FR" smtClean="0"/>
              <a:t>40-  FROM THE COLORS OF FALL TO THE FRAGRANCE OF SPRING</a:t>
            </a:r>
          </a:p>
          <a:p>
            <a:pPr>
              <a:defRPr/>
            </a:pPr>
            <a:r>
              <a:rPr lang="fr-FR" smtClean="0"/>
              <a:t>41-  EVERY CREATURE UNIQUE IN THE SONG THAT IT SINGS</a:t>
            </a:r>
          </a:p>
          <a:p>
            <a:pPr>
              <a:defRPr/>
            </a:pPr>
            <a:r>
              <a:rPr lang="fr-FR" smtClean="0"/>
              <a:t>42-  ALL EXCLAIMING INDESCRIBABLE, UNCONTAINABLE</a:t>
            </a:r>
          </a:p>
          <a:p>
            <a:pPr>
              <a:defRPr/>
            </a:pPr>
            <a:r>
              <a:rPr lang="fr-FR" smtClean="0"/>
              <a:t>43-  YOU PLACED THE STARS IN THE SKY AND YOU KNOW THEM BY NAME</a:t>
            </a:r>
          </a:p>
          <a:p>
            <a:pPr>
              <a:defRPr/>
            </a:pPr>
            <a:r>
              <a:rPr lang="fr-FR" smtClean="0"/>
              <a:t>44-  YOU ARE AMAZING GOD ALL POWERFUL, UNTAMABLE</a:t>
            </a:r>
          </a:p>
          <a:p>
            <a:pPr>
              <a:defRPr/>
            </a:pPr>
            <a:r>
              <a:rPr lang="fr-FR" smtClean="0"/>
              <a:t>45-  AWESTRUCK WE FALL TO OUR KNEES AS WE HUMBLY PROCLAIM</a:t>
            </a:r>
          </a:p>
          <a:p>
            <a:pPr>
              <a:defRPr/>
            </a:pPr>
            <a:r>
              <a:rPr lang="fr-FR" smtClean="0"/>
              <a:t>46-  YOU ARE AMAZING GOD</a:t>
            </a:r>
          </a:p>
          <a:p>
            <a:pPr>
              <a:defRPr/>
            </a:pPr>
            <a:r>
              <a:rPr lang="fr-FR" smtClean="0"/>
              <a:t>47-  WHO HAS TOLD EVERY LIGHTNING BOLT WHERE IT SHOULD GO</a:t>
            </a:r>
          </a:p>
          <a:p>
            <a:pPr>
              <a:defRPr/>
            </a:pPr>
            <a:r>
              <a:rPr lang="fr-FR" smtClean="0"/>
              <a:t>48-  OR SEEN HEAVENLY STOREHOUSES LADEN WITH SNOW</a:t>
            </a:r>
          </a:p>
          <a:p>
            <a:pPr>
              <a:defRPr/>
            </a:pPr>
            <a:r>
              <a:rPr lang="fr-FR" smtClean="0"/>
              <a:t>49-  WHO IMAGINED THE SUN AND GIVES SOURCE TO ITS LIGHT</a:t>
            </a:r>
          </a:p>
          <a:p>
            <a:pPr>
              <a:defRPr/>
            </a:pPr>
            <a:r>
              <a:rPr lang="fr-FR" smtClean="0"/>
              <a:t>50-  YET CONCEALS IT TO BRING US THE COOLNESS OF NIGHT</a:t>
            </a:r>
          </a:p>
          <a:p>
            <a:pPr>
              <a:defRPr/>
            </a:pPr>
            <a:r>
              <a:rPr lang="fr-FR" smtClean="0"/>
              <a:t>51-  NONE CAN FATHOM  INDESCRIBABLE, UNCONTAINABLE</a:t>
            </a:r>
          </a:p>
          <a:p>
            <a:pPr>
              <a:defRPr/>
            </a:pPr>
            <a:r>
              <a:rPr lang="fr-FR" smtClean="0"/>
              <a:t>52-  YOU PLACED THE STARS IN THE SKY AND YOU KNOW THEM BY NAME</a:t>
            </a:r>
          </a:p>
          <a:p>
            <a:pPr>
              <a:defRPr/>
            </a:pPr>
            <a:r>
              <a:rPr lang="fr-FR" smtClean="0"/>
              <a:t>53-  YOU ARE AMAZING GOD ALL POWERFUL, UNTAMABLE</a:t>
            </a:r>
          </a:p>
          <a:p>
            <a:pPr>
              <a:defRPr/>
            </a:pPr>
            <a:r>
              <a:rPr lang="fr-FR" smtClean="0"/>
              <a:t>54-  AWESTRUCK WE FALL TO OUR KNEES AS WE HUMBLY PROCLAIM</a:t>
            </a:r>
          </a:p>
          <a:p>
            <a:pPr>
              <a:defRPr/>
            </a:pPr>
            <a:r>
              <a:rPr lang="fr-FR" smtClean="0"/>
              <a:t>55-  YOU ARE AMAZING GOD</a:t>
            </a:r>
          </a:p>
          <a:p>
            <a:pPr>
              <a:defRPr/>
            </a:pPr>
            <a:r>
              <a:rPr lang="fr-FR" smtClean="0"/>
              <a:t>56-  CAN'T EXPLAIN INDESCRIBABLE, UNCONTAINABLE</a:t>
            </a:r>
          </a:p>
          <a:p>
            <a:pPr>
              <a:defRPr/>
            </a:pPr>
            <a:r>
              <a:rPr lang="fr-FR" smtClean="0"/>
              <a:t>57-  YOU PLACES THE STARS IN THE SKY</a:t>
            </a:r>
          </a:p>
          <a:p>
            <a:pPr>
              <a:defRPr/>
            </a:pPr>
            <a:r>
              <a:rPr lang="fr-FR" smtClean="0"/>
              <a:t>58-  CAN'T CONTAIN  YOU'RE ALL POWERFUL YOU'RE UNTAMABLE</a:t>
            </a:r>
          </a:p>
          <a:p>
            <a:pPr>
              <a:defRPr/>
            </a:pPr>
            <a:r>
              <a:rPr lang="fr-FR" smtClean="0"/>
              <a:t>59-  CAN'T EXPLAIN INDESCRIBABLE, UNCONTAINABLE</a:t>
            </a:r>
          </a:p>
          <a:p>
            <a:pPr>
              <a:defRPr/>
            </a:pPr>
            <a:r>
              <a:rPr lang="fr-FR" smtClean="0"/>
              <a:t>60-  YOU PLACES THE STARS IN THE SKY</a:t>
            </a:r>
          </a:p>
          <a:p>
            <a:pPr>
              <a:defRPr/>
            </a:pPr>
            <a:r>
              <a:rPr lang="fr-FR" smtClean="0"/>
              <a:t>61-  CAN'T CONTAIN  YOU'RE ALL POWERFUL, YOU'RE UNTAMABLE</a:t>
            </a:r>
          </a:p>
          <a:p>
            <a:pPr>
              <a:defRPr/>
            </a:pPr>
            <a:r>
              <a:rPr lang="fr-FR" smtClean="0"/>
              <a:t>62-  AWESTRUCK WE FALL TO OUR KNEES</a:t>
            </a:r>
          </a:p>
          <a:p>
            <a:pPr>
              <a:defRPr/>
            </a:pPr>
            <a:r>
              <a:rPr lang="fr-FR" smtClean="0"/>
              <a:t>63-  INDESCRIBABLE, UNCONTAINABLE</a:t>
            </a:r>
          </a:p>
          <a:p>
            <a:pPr>
              <a:defRPr/>
            </a:pPr>
            <a:r>
              <a:rPr lang="fr-FR" smtClean="0"/>
              <a:t>64-  YOU PLACED THE STARS IN THE SKY  YOU KNOW THEM BY NAME</a:t>
            </a:r>
          </a:p>
          <a:p>
            <a:pPr>
              <a:defRPr/>
            </a:pPr>
            <a:r>
              <a:rPr lang="fr-FR" smtClean="0"/>
              <a:t>65-  YOU ARE AMAZING GOD</a:t>
            </a:r>
          </a:p>
          <a:p>
            <a:pPr>
              <a:defRPr/>
            </a:pPr>
            <a:r>
              <a:rPr lang="fr-FR" smtClean="0"/>
              <a:t>66-  ALL POWERFUL, UNTAMABLE</a:t>
            </a:r>
          </a:p>
          <a:p>
            <a:pPr>
              <a:defRPr/>
            </a:pPr>
            <a:r>
              <a:rPr lang="fr-FR" smtClean="0"/>
              <a:t>67-  AWESTRUCK WE FALL TO OUR KNEES  AS WE HUMBLY PROCLAIM</a:t>
            </a:r>
          </a:p>
          <a:p>
            <a:pPr>
              <a:defRPr/>
            </a:pPr>
            <a:r>
              <a:rPr lang="fr-FR" smtClean="0"/>
              <a:t>68-  YOU ARE AMAZING GOD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DES PROFONDEURS DES MERS AUX MONTAGNES ÉLEVÉES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highest of heights to the depths of the sea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LA CRÉATION RÉVÈLE TA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Creation's revealing Your majesty 
3-  DES COULEURS DE L’AUTOMNE  AUX PARFUMS DU PRINTEMPS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colors of fall to the fragrance of spring 
4-  CHAQUE CRÉATURE UNIQUE TE CHANTE UN NOUVEAU CHANT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creature unique in the song that it sings
5-  TOUTES S’EXCLAMANT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exclaiming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	6-  QUI PEUT TE DÉCRIRE OU TE CONTENIR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Indescribable, uncontainable,
	7-  TU PLACES LES ÉTOILES AU CIEL ET TU CONNAIS LEUR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amazing God 
	9-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All powerful, untamable, 
	10-  NOUS TOMBONS À GENOUX DEVANT TOI EN PROCLAMANT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12-  QUI COMMANDE AUX ÉCLAIRS DU TONNERRE OÙ ALLER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has told every lightning bolt where it should go 
13-  QUI ORDONNE À LA NEIGE EN QUEL LIEU SE POSER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Or seen heavenly storehouses laden with snow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QUI CRÉA LE SOLEIL SA LUMIÈRE INFINIE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imagined the sun and gives source to its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ET LE CACHE POUR OFFRIR LA FRAÎCHEUR DE LA NUIT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Yet conceals it to bring us the coolness of night 
16-  QUI TE SONDERA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None can fathom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PLACES LES ÉTOILES AU CIEL INCOMMENSURABLE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TU PLACES LES ÉTOILES AU CIEL INCOMMENSURABLE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TU PLACES LES ÉTOILES AU CIEL ET TU CONNAIS LEUR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NOUS TOMBONS À GENOUX DEVANT TOI EN PROCLAMANT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TU PLACES LES ÉTOILES AU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INCOMMENSURABLE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INEXPLICABLE QUI PEUT TE DÉCRIRE OU TE CONTENIR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INCOMMENSURABLE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TU ES INDESCRIPTIBLE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FROM THE HIGHEST OF HEIGHTS TO THE DEPTHS OF THE SEA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CREATION'S REVEALING YOUR MAJESTY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FROM THE COLORS OF FALL TO THE FRAGRANCE OF SPRING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EVERY CREATURE UNIQUE IN THE SONG THAT IT SINGS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ALL EXCLAIMING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YOU ARE AMAZING GOD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WHO HAS TOLD EVERY LIGHTNING BOLT WHERE IT SHOULD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OR SEEN HEAVENLY STOREHOUSES LADEN WITH SNOW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WHO IMAGINED THE SUN AND GIVES SOURCE TO ITS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YET CONCEALS IT TO BRING US THE COOLNESS OF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NONE CAN FATHOM  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YOU ARE AMAZING GOD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CAN'T EXPLAIN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YOU PLACES THE STARS IN THE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CAN'T CONTAIN  YOU'RE ALL POWERFUL YOU'RE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CAN'T EXPLAIN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YOU PLACES THE STARS IN THE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61-  CAN'T CONTAIN  YOU'RE ALL POWERFUL, YOU'RE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62-  AWESTRUCK WE FALL TO OUR KNEES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64-  YOU PLACED THE STARS IN THE SKY 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65-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66- 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67-  AWESTRUCK WE FALL TO OUR KNEES 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68-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b="1" i="1" dirty="0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DES PROFONDEURS DES MERS AUX MONTAGNES ÉLEVÉES</a:t>
            </a:r>
          </a:p>
          <a:p>
            <a:pPr>
              <a:defRPr/>
            </a:pPr>
            <a:r>
              <a:rPr lang="fr-FR" smtClean="0"/>
              <a:t>From the highest of heights to the depths of the sea</a:t>
            </a:r>
          </a:p>
          <a:p>
            <a:pPr>
              <a:defRPr/>
            </a:pPr>
            <a:r>
              <a:rPr lang="fr-FR" smtClean="0"/>
              <a:t>2-  LA CRÉATION RÉVÈLE TA MAJESTÉ</a:t>
            </a:r>
          </a:p>
          <a:p>
            <a:pPr>
              <a:defRPr/>
            </a:pPr>
            <a:r>
              <a:rPr lang="fr-FR" smtClean="0"/>
              <a:t>Creation's revealing Your majesty 
3-  DES COULEURS DE L’AUTOMNE  AUX PARFUMS DU PRINTEMPS</a:t>
            </a:r>
          </a:p>
          <a:p>
            <a:pPr>
              <a:defRPr/>
            </a:pPr>
            <a:r>
              <a:rPr lang="fr-FR" smtClean="0"/>
              <a:t>From the colors of fall to the fragrance of spring 
4-  CHAQUE CRÉATURE UNIQUE TE CHANTE UN NOUVEAU CHANT </a:t>
            </a:r>
          </a:p>
          <a:p>
            <a:pPr>
              <a:defRPr/>
            </a:pPr>
            <a:r>
              <a:rPr lang="fr-FR" smtClean="0"/>
              <a:t>Every creature unique in the song that it sings
5-  TOUTES S’EXCLAMANT</a:t>
            </a:r>
          </a:p>
          <a:p>
            <a:pPr>
              <a:defRPr/>
            </a:pPr>
            <a:r>
              <a:rPr lang="fr-FR" smtClean="0"/>
              <a:t>All exclaiming</a:t>
            </a:r>
          </a:p>
          <a:p>
            <a:pPr>
              <a:defRPr/>
            </a:pPr>
            <a:r>
              <a:rPr lang="fr-FR" smtClean="0"/>
              <a:t> 
	6-  QUI PEUT TE DÉCRIRE OU TE CONTENIR ? </a:t>
            </a:r>
          </a:p>
          <a:p>
            <a:pPr>
              <a:defRPr/>
            </a:pPr>
            <a:r>
              <a:rPr lang="fr-FR" smtClean="0"/>
              <a:t>	Indescribable, uncontainable,
	7-  TU PLACES LES ÉTOILES AU CIEL ET TU CONNAIS LEUR NOM </a:t>
            </a:r>
          </a:p>
          <a:p>
            <a:pPr>
              <a:defRPr/>
            </a:pPr>
            <a:r>
              <a:rPr lang="fr-FR" smtClean="0"/>
              <a:t>	You placed the stars in the sky and You know them by name</a:t>
            </a:r>
          </a:p>
          <a:p>
            <a:pPr>
              <a:defRPr/>
            </a:pPr>
            <a:r>
              <a:rPr lang="fr-FR" smtClean="0"/>
              <a:t>	8-  TU ES UN DIEU SI GRAND</a:t>
            </a:r>
          </a:p>
          <a:p>
            <a:pPr>
              <a:defRPr/>
            </a:pPr>
            <a:r>
              <a:rPr lang="fr-FR" smtClean="0"/>
              <a:t>	You are amazing God 
	9-  DIEU TOUT-PUISSANT, IMPRESSIONNANT</a:t>
            </a:r>
          </a:p>
          <a:p>
            <a:pPr>
              <a:defRPr/>
            </a:pPr>
            <a:r>
              <a:rPr lang="fr-FR" smtClean="0"/>
              <a:t>	All powerful, untamable, 
	10-  NOUS TOMBONS À GENOUX DEVANT TOI EN PROCLAMANT</a:t>
            </a:r>
          </a:p>
          <a:p>
            <a:pPr>
              <a:defRPr/>
            </a:pPr>
            <a:r>
              <a:rPr lang="fr-FR" smtClean="0"/>
              <a:t>	Awestruck we fall to our knees as we humbly proclaim</a:t>
            </a:r>
          </a:p>
          <a:p>
            <a:pPr>
              <a:defRPr/>
            </a:pPr>
            <a:r>
              <a:rPr lang="fr-FR" smtClean="0"/>
              <a:t>	11- TU ES UN DIEU SI GRAND</a:t>
            </a:r>
          </a:p>
          <a:p>
            <a:pPr>
              <a:defRPr/>
            </a:pPr>
            <a:r>
              <a:rPr lang="fr-FR" smtClean="0"/>
              <a:t>	You are amazing God</a:t>
            </a:r>
          </a:p>
          <a:p>
            <a:pPr>
              <a:defRPr/>
            </a:pPr>
            <a:r>
              <a:rPr lang="fr-FR" smtClean="0"/>
              <a:t> 
12-  QUI COMMANDE AUX ÉCLAIRS DU TONNERRE OÙ ALLER ?</a:t>
            </a:r>
          </a:p>
          <a:p>
            <a:pPr>
              <a:defRPr/>
            </a:pPr>
            <a:r>
              <a:rPr lang="fr-FR" smtClean="0"/>
              <a:t>Who has told every lightning bolt where it should go 
13-  QUI ORDONNE À LA NEIGE EN QUEL LIEU SE POSER ? </a:t>
            </a:r>
          </a:p>
          <a:p>
            <a:pPr>
              <a:defRPr/>
            </a:pPr>
            <a:r>
              <a:rPr lang="fr-FR" smtClean="0"/>
              <a:t>Or seen heavenly storehouses laden with snow</a:t>
            </a:r>
          </a:p>
          <a:p>
            <a:pPr>
              <a:defRPr/>
            </a:pPr>
            <a:r>
              <a:rPr lang="fr-FR" smtClean="0"/>
              <a:t>14-  QUI CRÉA LE SOLEIL SA LUMIÈRE INFINIE ? </a:t>
            </a:r>
          </a:p>
          <a:p>
            <a:pPr>
              <a:defRPr/>
            </a:pPr>
            <a:r>
              <a:rPr lang="fr-FR" smtClean="0"/>
              <a:t>Who imagined the sun and gives source to its light</a:t>
            </a:r>
          </a:p>
          <a:p>
            <a:pPr>
              <a:defRPr/>
            </a:pPr>
            <a:r>
              <a:rPr lang="fr-FR" smtClean="0"/>
              <a:t>15-  ET LE CACHE POUR OFFRIR LA FRAÎCHEUR DE LA NUIT</a:t>
            </a:r>
          </a:p>
          <a:p>
            <a:pPr>
              <a:defRPr/>
            </a:pPr>
            <a:r>
              <a:rPr lang="fr-FR" smtClean="0"/>
              <a:t>Yet conceals it to bring us the coolness of night 
16-  QUI TE SONDERA ? </a:t>
            </a:r>
          </a:p>
          <a:p>
            <a:pPr>
              <a:defRPr/>
            </a:pPr>
            <a:r>
              <a:rPr lang="fr-FR" smtClean="0"/>
              <a:t>None can fathom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INEXPLICABLE QUI PEUT TE DÉCRIRE OU TE CONTENIR ?</a:t>
            </a:r>
          </a:p>
          <a:p>
            <a:pPr>
              <a:defRPr/>
            </a:pPr>
            <a:r>
              <a:rPr lang="fr-FR" smtClean="0"/>
              <a:t>18-  TU PLACES LES ÉTOILES AU CIEL INCOMMENSURABLE</a:t>
            </a:r>
          </a:p>
          <a:p>
            <a:pPr>
              <a:defRPr/>
            </a:pPr>
            <a:r>
              <a:rPr lang="fr-FR" smtClean="0"/>
              <a:t>19-  DIEU TOUT-PUISSANT, IMPRESSIONNANT</a:t>
            </a:r>
          </a:p>
          <a:p>
            <a:pPr>
              <a:defRPr/>
            </a:pPr>
            <a:r>
              <a:rPr lang="fr-FR" smtClean="0"/>
              <a:t>20-  FORMIDABLE NOUS TOMBONS À GENOUX DEVANT TOI</a:t>
            </a:r>
          </a:p>
          <a:p>
            <a:pPr>
              <a:defRPr/>
            </a:pPr>
            <a:r>
              <a:rPr lang="fr-FR" smtClean="0"/>
              <a:t>21-  INEXPLICABLE QUI PEUT TE DÉCRIRE OU TE CONTENIR ?</a:t>
            </a:r>
          </a:p>
          <a:p>
            <a:pPr>
              <a:defRPr/>
            </a:pPr>
            <a:r>
              <a:rPr lang="fr-FR" smtClean="0"/>
              <a:t>22-  TU PLACES LES ÉTOILES AU CIEL INCOMMENSURABLE</a:t>
            </a:r>
          </a:p>
          <a:p>
            <a:pPr>
              <a:defRPr/>
            </a:pPr>
            <a:r>
              <a:rPr lang="fr-FR" smtClean="0"/>
              <a:t>23-  DIEU TOUT-PUISSANT, IMPRESSIONNANT</a:t>
            </a:r>
          </a:p>
          <a:p>
            <a:pPr>
              <a:defRPr/>
            </a:pPr>
            <a:r>
              <a:rPr lang="fr-FR" smtClean="0"/>
              <a:t>24-  FORMIDABLE NOUS TOMBONS À GENOUX DEVANT TOI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QUI PEUT TE DÉCRIRE OU TE CONTENIR ?</a:t>
            </a:r>
          </a:p>
          <a:p>
            <a:pPr>
              <a:defRPr/>
            </a:pPr>
            <a:r>
              <a:rPr lang="fr-FR" smtClean="0"/>
              <a:t>26-  TU PLACES LES ÉTOILES AU CIEL ET TU CONNAIS LEUR NOM</a:t>
            </a:r>
          </a:p>
          <a:p>
            <a:pPr>
              <a:defRPr/>
            </a:pPr>
            <a:r>
              <a:rPr lang="fr-FR" smtClean="0"/>
              <a:t>27-  TU ES UN DIEU SI GRAND</a:t>
            </a:r>
          </a:p>
          <a:p>
            <a:pPr>
              <a:defRPr/>
            </a:pPr>
            <a:r>
              <a:rPr lang="fr-FR" smtClean="0"/>
              <a:t>28-  DIEU TOUT-PUISSANT, IMPRESSIONNANT</a:t>
            </a:r>
          </a:p>
          <a:p>
            <a:pPr>
              <a:defRPr/>
            </a:pPr>
            <a:r>
              <a:rPr lang="fr-FR" smtClean="0"/>
              <a:t>29-  NOUS TOMBONS À GENOUX DEVANT TOI EN PROCLAMANT</a:t>
            </a:r>
          </a:p>
          <a:p>
            <a:pPr>
              <a:defRPr/>
            </a:pPr>
            <a:r>
              <a:rPr lang="fr-FR" smtClean="0"/>
              <a:t>30-  TU ES UN DIEU SI GRAND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INEXPLICABLE QUI PEUT TE DÉCRIRE OU TE CONTENIR ?</a:t>
            </a:r>
          </a:p>
          <a:p>
            <a:pPr>
              <a:defRPr/>
            </a:pPr>
            <a:r>
              <a:rPr lang="fr-FR" smtClean="0"/>
              <a:t>32-  TU PLACES LES ÉTOILES AU CIEL</a:t>
            </a:r>
          </a:p>
          <a:p>
            <a:pPr>
              <a:defRPr/>
            </a:pPr>
            <a:r>
              <a:rPr lang="fr-FR" smtClean="0"/>
              <a:t>33-  INCOMMENSURABLE DIEU TOUT-PUISSANT, IMPRESSIONNANT</a:t>
            </a:r>
          </a:p>
          <a:p>
            <a:pPr>
              <a:defRPr/>
            </a:pPr>
            <a:r>
              <a:rPr lang="fr-FR" smtClean="0"/>
              <a:t>34-  FORMIDABLE NOUS TOMBONS À GENOUX DEVANT TOI</a:t>
            </a:r>
          </a:p>
          <a:p>
            <a:pPr>
              <a:defRPr/>
            </a:pPr>
            <a:r>
              <a:rPr lang="fr-FR" smtClean="0"/>
              <a:t>35-  INEXPLICABLE QUI PEUT TE DÉCRIRE OU TE CONTENIR ? </a:t>
            </a:r>
          </a:p>
          <a:p>
            <a:pPr>
              <a:defRPr/>
            </a:pPr>
            <a:r>
              <a:rPr lang="fr-FR" smtClean="0"/>
              <a:t>36-  INCOMMENSURABLE DIEU TOUT-PUISSANT, IMPRESSIONNANT</a:t>
            </a:r>
          </a:p>
          <a:p>
            <a:pPr>
              <a:defRPr/>
            </a:pPr>
            <a:r>
              <a:rPr lang="fr-FR" smtClean="0"/>
              <a:t>37-  TU ES INDESCRIPTIBLE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**************************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FROM THE HIGHEST OF HEIGHTS TO THE DEPTHS OF THE SEA</a:t>
            </a:r>
          </a:p>
          <a:p>
            <a:pPr>
              <a:defRPr/>
            </a:pPr>
            <a:r>
              <a:rPr lang="fr-FR" smtClean="0"/>
              <a:t>39-  CREATION'S REVEALING YOUR MAJESTY</a:t>
            </a:r>
          </a:p>
          <a:p>
            <a:pPr>
              <a:defRPr/>
            </a:pPr>
            <a:r>
              <a:rPr lang="fr-FR" smtClean="0"/>
              <a:t>40-  FROM THE COLORS OF FALL TO THE FRAGRANCE OF SPRING</a:t>
            </a:r>
          </a:p>
          <a:p>
            <a:pPr>
              <a:defRPr/>
            </a:pPr>
            <a:r>
              <a:rPr lang="fr-FR" smtClean="0"/>
              <a:t>41-  EVERY CREATURE UNIQUE IN THE SONG THAT IT SINGS</a:t>
            </a:r>
          </a:p>
          <a:p>
            <a:pPr>
              <a:defRPr/>
            </a:pPr>
            <a:r>
              <a:rPr lang="fr-FR" smtClean="0"/>
              <a:t>42-  ALL EXCLAIMING INDESCRIBABLE, UNCONTAINABLE</a:t>
            </a:r>
          </a:p>
          <a:p>
            <a:pPr>
              <a:defRPr/>
            </a:pPr>
            <a:r>
              <a:rPr lang="fr-FR" smtClean="0"/>
              <a:t>43-  YOU PLACED THE STARS IN THE SKY AND YOU KNOW THEM BY NAME</a:t>
            </a:r>
          </a:p>
          <a:p>
            <a:pPr>
              <a:defRPr/>
            </a:pPr>
            <a:r>
              <a:rPr lang="fr-FR" smtClean="0"/>
              <a:t>44-  YOU ARE AMAZING GOD ALL POWERFUL, UNTAMABLE</a:t>
            </a:r>
          </a:p>
          <a:p>
            <a:pPr>
              <a:defRPr/>
            </a:pPr>
            <a:r>
              <a:rPr lang="fr-FR" smtClean="0"/>
              <a:t>45-  AWESTRUCK WE FALL TO OUR KNEES AS WE HUMBLY PROCLAIM</a:t>
            </a:r>
          </a:p>
          <a:p>
            <a:pPr>
              <a:defRPr/>
            </a:pPr>
            <a:r>
              <a:rPr lang="fr-FR" smtClean="0"/>
              <a:t>46-  YOU ARE AMAZING GOD</a:t>
            </a:r>
          </a:p>
          <a:p>
            <a:pPr>
              <a:defRPr/>
            </a:pPr>
            <a:r>
              <a:rPr lang="fr-FR" smtClean="0"/>
              <a:t>47-  WHO HAS TOLD EVERY LIGHTNING BOLT WHERE IT SHOULD GO</a:t>
            </a:r>
          </a:p>
          <a:p>
            <a:pPr>
              <a:defRPr/>
            </a:pPr>
            <a:r>
              <a:rPr lang="fr-FR" smtClean="0"/>
              <a:t>48-  OR SEEN HEAVENLY STOREHOUSES LADEN WITH SNOW</a:t>
            </a:r>
          </a:p>
          <a:p>
            <a:pPr>
              <a:defRPr/>
            </a:pPr>
            <a:r>
              <a:rPr lang="fr-FR" smtClean="0"/>
              <a:t>49-  WHO IMAGINED THE SUN AND GIVES SOURCE TO ITS LIGHT</a:t>
            </a:r>
          </a:p>
          <a:p>
            <a:pPr>
              <a:defRPr/>
            </a:pPr>
            <a:r>
              <a:rPr lang="fr-FR" smtClean="0"/>
              <a:t>50-  YET CONCEALS IT TO BRING US THE COOLNESS OF NIGHT</a:t>
            </a:r>
          </a:p>
          <a:p>
            <a:pPr>
              <a:defRPr/>
            </a:pPr>
            <a:r>
              <a:rPr lang="fr-FR" smtClean="0"/>
              <a:t>51-  NONE CAN FATHOM  INDESCRIBABLE, UNCONTAINABLE</a:t>
            </a:r>
          </a:p>
          <a:p>
            <a:pPr>
              <a:defRPr/>
            </a:pPr>
            <a:r>
              <a:rPr lang="fr-FR" smtClean="0"/>
              <a:t>52-  YOU PLACED THE STARS IN THE SKY AND YOU KNOW THEM BY NAME</a:t>
            </a:r>
          </a:p>
          <a:p>
            <a:pPr>
              <a:defRPr/>
            </a:pPr>
            <a:r>
              <a:rPr lang="fr-FR" smtClean="0"/>
              <a:t>53-  YOU ARE AMAZING GOD ALL POWERFUL, UNTAMABLE</a:t>
            </a:r>
          </a:p>
          <a:p>
            <a:pPr>
              <a:defRPr/>
            </a:pPr>
            <a:r>
              <a:rPr lang="fr-FR" smtClean="0"/>
              <a:t>54-  AWESTRUCK WE FALL TO OUR KNEES AS WE HUMBLY PROCLAIM</a:t>
            </a:r>
          </a:p>
          <a:p>
            <a:pPr>
              <a:defRPr/>
            </a:pPr>
            <a:r>
              <a:rPr lang="fr-FR" smtClean="0"/>
              <a:t>55-  YOU ARE AMAZING GOD</a:t>
            </a:r>
          </a:p>
          <a:p>
            <a:pPr>
              <a:defRPr/>
            </a:pPr>
            <a:r>
              <a:rPr lang="fr-FR" smtClean="0"/>
              <a:t>56-  CAN'T EXPLAIN INDESCRIBABLE, UNCONTAINABLE</a:t>
            </a:r>
          </a:p>
          <a:p>
            <a:pPr>
              <a:defRPr/>
            </a:pPr>
            <a:r>
              <a:rPr lang="fr-FR" smtClean="0"/>
              <a:t>57-  YOU PLACES THE STARS IN THE SKY</a:t>
            </a:r>
          </a:p>
          <a:p>
            <a:pPr>
              <a:defRPr/>
            </a:pPr>
            <a:r>
              <a:rPr lang="fr-FR" smtClean="0"/>
              <a:t>58-  CAN'T CONTAIN  YOU'RE ALL POWERFUL YOU'RE UNTAMABLE</a:t>
            </a:r>
          </a:p>
          <a:p>
            <a:pPr>
              <a:defRPr/>
            </a:pPr>
            <a:r>
              <a:rPr lang="fr-FR" smtClean="0"/>
              <a:t>59-  CAN'T EXPLAIN INDESCRIBABLE, UNCONTAINABLE</a:t>
            </a:r>
          </a:p>
          <a:p>
            <a:pPr>
              <a:defRPr/>
            </a:pPr>
            <a:r>
              <a:rPr lang="fr-FR" smtClean="0"/>
              <a:t>60-  YOU PLACES THE STARS IN THE SKY</a:t>
            </a:r>
          </a:p>
          <a:p>
            <a:pPr>
              <a:defRPr/>
            </a:pPr>
            <a:r>
              <a:rPr lang="fr-FR" smtClean="0"/>
              <a:t>61-  CAN'T CONTAIN  YOU'RE ALL POWERFUL, YOU'RE UNTAMABLE</a:t>
            </a:r>
          </a:p>
          <a:p>
            <a:pPr>
              <a:defRPr/>
            </a:pPr>
            <a:r>
              <a:rPr lang="fr-FR" smtClean="0"/>
              <a:t>62-  AWESTRUCK WE FALL TO OUR KNEES</a:t>
            </a:r>
          </a:p>
          <a:p>
            <a:pPr>
              <a:defRPr/>
            </a:pPr>
            <a:r>
              <a:rPr lang="fr-FR" smtClean="0"/>
              <a:t>63-  INDESCRIBABLE, UNCONTAINABLE</a:t>
            </a:r>
          </a:p>
          <a:p>
            <a:pPr>
              <a:defRPr/>
            </a:pPr>
            <a:r>
              <a:rPr lang="fr-FR" smtClean="0"/>
              <a:t>64-  YOU PLACED THE STARS IN THE SKY  YOU KNOW THEM BY NAME</a:t>
            </a:r>
          </a:p>
          <a:p>
            <a:pPr>
              <a:defRPr/>
            </a:pPr>
            <a:r>
              <a:rPr lang="fr-FR" smtClean="0"/>
              <a:t>65-  YOU ARE AMAZING GOD</a:t>
            </a:r>
          </a:p>
          <a:p>
            <a:pPr>
              <a:defRPr/>
            </a:pPr>
            <a:r>
              <a:rPr lang="fr-FR" smtClean="0"/>
              <a:t>66-  ALL POWERFUL, UNTAMABLE</a:t>
            </a:r>
          </a:p>
          <a:p>
            <a:pPr>
              <a:defRPr/>
            </a:pPr>
            <a:r>
              <a:rPr lang="fr-FR" smtClean="0"/>
              <a:t>67-  AWESTRUCK WE FALL TO OUR KNEES  AS WE HUMBLY PROCLAIM</a:t>
            </a:r>
          </a:p>
          <a:p>
            <a:pPr>
              <a:defRPr/>
            </a:pPr>
            <a:r>
              <a:rPr lang="fr-FR" smtClean="0"/>
              <a:t>68-  YOU ARE AMAZING GOD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DES PROFONDEURS DES MERS AUX MONTAGNES ÉLEVÉES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highest of heights to the depths of the sea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LA CRÉATION RÉVÈLE TA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Creation's revealing Your majesty 
3-  DES COULEURS DE L’AUTOMNE  AUX PARFUMS DU PRINTEMPS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colors of fall to the fragrance of spring 
4-  CHAQUE CRÉATURE UNIQUE TE CHANTE UN NOUVEAU CHANT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creature unique in the song that it sings
5-  TOUTES S’EXCLAMANT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exclaiming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	6-  QUI PEUT TE DÉCRIRE OU TE CONTENIR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Indescribable, uncontainable,
	7-  TU PLACES LES ÉTOILES AU CIEL ET TU CONNAIS LEUR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amazing God 
	9-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All powerful, untamable, 
	10-  NOUS TOMBONS À GENOUX DEVANT TOI EN PROCLAMANT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12-  QUI COMMANDE AUX ÉCLAIRS DU TONNERRE OÙ ALLER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has told every lightning bolt where it should go 
13-  QUI ORDONNE À LA NEIGE EN QUEL LIEU SE POSER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Or seen heavenly storehouses laden with snow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QUI CRÉA LE SOLEIL SA LUMIÈRE INFINIE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imagined the sun and gives source to its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ET LE CACHE POUR OFFRIR LA FRAÎCHEUR DE LA NUIT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Yet conceals it to bring us the coolness of night 
16-  QUI TE SONDERA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None can fathom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PLACES LES ÉTOILES AU CIEL INCOMMENSURABLE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TU PLACES LES ÉTOILES AU CIEL INCOMMENSURABLE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TU PLACES LES ÉTOILES AU CIEL ET TU CONNAIS LEUR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NOUS TOMBONS À GENOUX DEVANT TOI EN PROCLAMANT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TU PLACES LES ÉTOILES AU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INCOMMENSURABLE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INEXPLICABLE QUI PEUT TE DÉCRIRE OU TE CONTENIR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INCOMMENSURABLE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TU ES INDESCRIPTIBLE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FROM THE HIGHEST OF HEIGHTS TO THE DEPTHS OF THE SEA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CREATION'S REVEALING YOUR MAJESTY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FROM THE COLORS OF FALL TO THE FRAGRANCE OF SPRING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EVERY CREATURE UNIQUE IN THE SONG THAT IT SINGS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ALL EXCLAIMING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YOU ARE AMAZING GOD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WHO HAS TOLD EVERY LIGHTNING BOLT WHERE IT SHOULD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OR SEEN HEAVENLY STOREHOUSES LADEN WITH SNOW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WHO IMAGINED THE SUN AND GIVES SOURCE TO ITS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YET CONCEALS IT TO BRING US THE COOLNESS OF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NONE CAN FATHOM  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YOU ARE AMAZING GOD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CAN'T EXPLAIN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YOU PLACES THE STARS IN THE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CAN'T CONTAIN  YOU'RE ALL POWERFUL YOU'RE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CAN'T EXPLAIN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YOU PLACES THE STARS IN THE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61-  CAN'T CONTAIN  YOU'RE ALL POWERFUL, YOU'RE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62-  AWESTRUCK WE FALL TO OUR KNEES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64-  YOU PLACED THE STARS IN THE SKY 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65-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66- 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67-  AWESTRUCK WE FALL TO OUR KNEES 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68-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b="1" i="1" dirty="0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DES PROFONDEURS DES MERS AUX MONTAGNES ÉLEVÉES</a:t>
            </a:r>
          </a:p>
          <a:p>
            <a:pPr>
              <a:defRPr/>
            </a:pPr>
            <a:r>
              <a:rPr lang="fr-FR" smtClean="0"/>
              <a:t>From the highest of heights to the depths of the sea</a:t>
            </a:r>
          </a:p>
          <a:p>
            <a:pPr>
              <a:defRPr/>
            </a:pPr>
            <a:r>
              <a:rPr lang="fr-FR" smtClean="0"/>
              <a:t>2-  LA CRÉATION RÉVÈLE TA MAJESTÉ</a:t>
            </a:r>
          </a:p>
          <a:p>
            <a:pPr>
              <a:defRPr/>
            </a:pPr>
            <a:r>
              <a:rPr lang="fr-FR" smtClean="0"/>
              <a:t>Creation's revealing Your majesty 
3-  DES COULEURS DE L’AUTOMNE  AUX PARFUMS DU PRINTEMPS</a:t>
            </a:r>
          </a:p>
          <a:p>
            <a:pPr>
              <a:defRPr/>
            </a:pPr>
            <a:r>
              <a:rPr lang="fr-FR" smtClean="0"/>
              <a:t>From the colors of fall to the fragrance of spring 
4-  CHAQUE CRÉATURE UNIQUE TE CHANTE UN NOUVEAU CHANT </a:t>
            </a:r>
          </a:p>
          <a:p>
            <a:pPr>
              <a:defRPr/>
            </a:pPr>
            <a:r>
              <a:rPr lang="fr-FR" smtClean="0"/>
              <a:t>Every creature unique in the song that it sings
5-  TOUTES S’EXCLAMANT</a:t>
            </a:r>
          </a:p>
          <a:p>
            <a:pPr>
              <a:defRPr/>
            </a:pPr>
            <a:r>
              <a:rPr lang="fr-FR" smtClean="0"/>
              <a:t>All exclaiming</a:t>
            </a:r>
          </a:p>
          <a:p>
            <a:pPr>
              <a:defRPr/>
            </a:pPr>
            <a:r>
              <a:rPr lang="fr-FR" smtClean="0"/>
              <a:t> 
	6-  QUI PEUT TE DÉCRIRE OU TE CONTENIR ? </a:t>
            </a:r>
          </a:p>
          <a:p>
            <a:pPr>
              <a:defRPr/>
            </a:pPr>
            <a:r>
              <a:rPr lang="fr-FR" smtClean="0"/>
              <a:t>	Indescribable, uncontainable,
	7-  TU PLACES LES ÉTOILES AU CIEL ET TU CONNAIS LEUR NOM </a:t>
            </a:r>
          </a:p>
          <a:p>
            <a:pPr>
              <a:defRPr/>
            </a:pPr>
            <a:r>
              <a:rPr lang="fr-FR" smtClean="0"/>
              <a:t>	You placed the stars in the sky and You know them by name</a:t>
            </a:r>
          </a:p>
          <a:p>
            <a:pPr>
              <a:defRPr/>
            </a:pPr>
            <a:r>
              <a:rPr lang="fr-FR" smtClean="0"/>
              <a:t>	8-  TU ES UN DIEU SI GRAND</a:t>
            </a:r>
          </a:p>
          <a:p>
            <a:pPr>
              <a:defRPr/>
            </a:pPr>
            <a:r>
              <a:rPr lang="fr-FR" smtClean="0"/>
              <a:t>	You are amazing God 
	9-  DIEU TOUT-PUISSANT, IMPRESSIONNANT</a:t>
            </a:r>
          </a:p>
          <a:p>
            <a:pPr>
              <a:defRPr/>
            </a:pPr>
            <a:r>
              <a:rPr lang="fr-FR" smtClean="0"/>
              <a:t>	All powerful, untamable, 
	10-  NOUS TOMBONS À GENOUX DEVANT TOI EN PROCLAMANT</a:t>
            </a:r>
          </a:p>
          <a:p>
            <a:pPr>
              <a:defRPr/>
            </a:pPr>
            <a:r>
              <a:rPr lang="fr-FR" smtClean="0"/>
              <a:t>	Awestruck we fall to our knees as we humbly proclaim</a:t>
            </a:r>
          </a:p>
          <a:p>
            <a:pPr>
              <a:defRPr/>
            </a:pPr>
            <a:r>
              <a:rPr lang="fr-FR" smtClean="0"/>
              <a:t>	11- TU ES UN DIEU SI GRAND</a:t>
            </a:r>
          </a:p>
          <a:p>
            <a:pPr>
              <a:defRPr/>
            </a:pPr>
            <a:r>
              <a:rPr lang="fr-FR" smtClean="0"/>
              <a:t>	You are amazing God</a:t>
            </a:r>
          </a:p>
          <a:p>
            <a:pPr>
              <a:defRPr/>
            </a:pPr>
            <a:r>
              <a:rPr lang="fr-FR" smtClean="0"/>
              <a:t> 
12-  QUI COMMANDE AUX ÉCLAIRS DU TONNERRE OÙ ALLER ?</a:t>
            </a:r>
          </a:p>
          <a:p>
            <a:pPr>
              <a:defRPr/>
            </a:pPr>
            <a:r>
              <a:rPr lang="fr-FR" smtClean="0"/>
              <a:t>Who has told every lightning bolt where it should go 
13-  QUI ORDONNE À LA NEIGE EN QUEL LIEU SE POSER ? </a:t>
            </a:r>
          </a:p>
          <a:p>
            <a:pPr>
              <a:defRPr/>
            </a:pPr>
            <a:r>
              <a:rPr lang="fr-FR" smtClean="0"/>
              <a:t>Or seen heavenly storehouses laden with snow</a:t>
            </a:r>
          </a:p>
          <a:p>
            <a:pPr>
              <a:defRPr/>
            </a:pPr>
            <a:r>
              <a:rPr lang="fr-FR" smtClean="0"/>
              <a:t>14-  QUI CRÉA LE SOLEIL SA LUMIÈRE INFINIE ? </a:t>
            </a:r>
          </a:p>
          <a:p>
            <a:pPr>
              <a:defRPr/>
            </a:pPr>
            <a:r>
              <a:rPr lang="fr-FR" smtClean="0"/>
              <a:t>Who imagined the sun and gives source to its light</a:t>
            </a:r>
          </a:p>
          <a:p>
            <a:pPr>
              <a:defRPr/>
            </a:pPr>
            <a:r>
              <a:rPr lang="fr-FR" smtClean="0"/>
              <a:t>15-  ET LE CACHE POUR OFFRIR LA FRAÎCHEUR DE LA NUIT</a:t>
            </a:r>
          </a:p>
          <a:p>
            <a:pPr>
              <a:defRPr/>
            </a:pPr>
            <a:r>
              <a:rPr lang="fr-FR" smtClean="0"/>
              <a:t>Yet conceals it to bring us the coolness of night 
16-  QUI TE SONDERA ? </a:t>
            </a:r>
          </a:p>
          <a:p>
            <a:pPr>
              <a:defRPr/>
            </a:pPr>
            <a:r>
              <a:rPr lang="fr-FR" smtClean="0"/>
              <a:t>None can fathom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INEXPLICABLE QUI PEUT TE DÉCRIRE OU TE CONTENIR ?</a:t>
            </a:r>
          </a:p>
          <a:p>
            <a:pPr>
              <a:defRPr/>
            </a:pPr>
            <a:r>
              <a:rPr lang="fr-FR" smtClean="0"/>
              <a:t>18-  TU PLACES LES ÉTOILES AU CIEL INCOMMENSURABLE</a:t>
            </a:r>
          </a:p>
          <a:p>
            <a:pPr>
              <a:defRPr/>
            </a:pPr>
            <a:r>
              <a:rPr lang="fr-FR" smtClean="0"/>
              <a:t>19-  DIEU TOUT-PUISSANT, IMPRESSIONNANT</a:t>
            </a:r>
          </a:p>
          <a:p>
            <a:pPr>
              <a:defRPr/>
            </a:pPr>
            <a:r>
              <a:rPr lang="fr-FR" smtClean="0"/>
              <a:t>20-  FORMIDABLE NOUS TOMBONS À GENOUX DEVANT TOI</a:t>
            </a:r>
          </a:p>
          <a:p>
            <a:pPr>
              <a:defRPr/>
            </a:pPr>
            <a:r>
              <a:rPr lang="fr-FR" smtClean="0"/>
              <a:t>21-  INEXPLICABLE QUI PEUT TE DÉCRIRE OU TE CONTENIR ?</a:t>
            </a:r>
          </a:p>
          <a:p>
            <a:pPr>
              <a:defRPr/>
            </a:pPr>
            <a:r>
              <a:rPr lang="fr-FR" smtClean="0"/>
              <a:t>22-  TU PLACES LES ÉTOILES AU CIEL INCOMMENSURABLE</a:t>
            </a:r>
          </a:p>
          <a:p>
            <a:pPr>
              <a:defRPr/>
            </a:pPr>
            <a:r>
              <a:rPr lang="fr-FR" smtClean="0"/>
              <a:t>23-  DIEU TOUT-PUISSANT, IMPRESSIONNANT</a:t>
            </a:r>
          </a:p>
          <a:p>
            <a:pPr>
              <a:defRPr/>
            </a:pPr>
            <a:r>
              <a:rPr lang="fr-FR" smtClean="0"/>
              <a:t>24-  FORMIDABLE NOUS TOMBONS À GENOUX DEVANT TOI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QUI PEUT TE DÉCRIRE OU TE CONTENIR ?</a:t>
            </a:r>
          </a:p>
          <a:p>
            <a:pPr>
              <a:defRPr/>
            </a:pPr>
            <a:r>
              <a:rPr lang="fr-FR" smtClean="0"/>
              <a:t>26-  TU PLACES LES ÉTOILES AU CIEL ET TU CONNAIS LEUR NOM</a:t>
            </a:r>
          </a:p>
          <a:p>
            <a:pPr>
              <a:defRPr/>
            </a:pPr>
            <a:r>
              <a:rPr lang="fr-FR" smtClean="0"/>
              <a:t>27-  TU ES UN DIEU SI GRAND</a:t>
            </a:r>
          </a:p>
          <a:p>
            <a:pPr>
              <a:defRPr/>
            </a:pPr>
            <a:r>
              <a:rPr lang="fr-FR" smtClean="0"/>
              <a:t>28-  DIEU TOUT-PUISSANT, IMPRESSIONNANT</a:t>
            </a:r>
          </a:p>
          <a:p>
            <a:pPr>
              <a:defRPr/>
            </a:pPr>
            <a:r>
              <a:rPr lang="fr-FR" smtClean="0"/>
              <a:t>29-  NOUS TOMBONS À GENOUX DEVANT TOI EN PROCLAMANT</a:t>
            </a:r>
          </a:p>
          <a:p>
            <a:pPr>
              <a:defRPr/>
            </a:pPr>
            <a:r>
              <a:rPr lang="fr-FR" smtClean="0"/>
              <a:t>30-  TU ES UN DIEU SI GRAND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INEXPLICABLE QUI PEUT TE DÉCRIRE OU TE CONTENIR ?</a:t>
            </a:r>
          </a:p>
          <a:p>
            <a:pPr>
              <a:defRPr/>
            </a:pPr>
            <a:r>
              <a:rPr lang="fr-FR" smtClean="0"/>
              <a:t>32-  TU PLACES LES ÉTOILES AU CIEL</a:t>
            </a:r>
          </a:p>
          <a:p>
            <a:pPr>
              <a:defRPr/>
            </a:pPr>
            <a:r>
              <a:rPr lang="fr-FR" smtClean="0"/>
              <a:t>33-  INCOMMENSURABLE DIEU TOUT-PUISSANT, IMPRESSIONNANT</a:t>
            </a:r>
          </a:p>
          <a:p>
            <a:pPr>
              <a:defRPr/>
            </a:pPr>
            <a:r>
              <a:rPr lang="fr-FR" smtClean="0"/>
              <a:t>34-  FORMIDABLE NOUS TOMBONS À GENOUX DEVANT TOI</a:t>
            </a:r>
          </a:p>
          <a:p>
            <a:pPr>
              <a:defRPr/>
            </a:pPr>
            <a:r>
              <a:rPr lang="fr-FR" smtClean="0"/>
              <a:t>35-  INEXPLICABLE QUI PEUT TE DÉCRIRE OU TE CONTENIR ? </a:t>
            </a:r>
          </a:p>
          <a:p>
            <a:pPr>
              <a:defRPr/>
            </a:pPr>
            <a:r>
              <a:rPr lang="fr-FR" smtClean="0"/>
              <a:t>36-  INCOMMENSURABLE DIEU TOUT-PUISSANT, IMPRESSIONNANT</a:t>
            </a:r>
          </a:p>
          <a:p>
            <a:pPr>
              <a:defRPr/>
            </a:pPr>
            <a:r>
              <a:rPr lang="fr-FR" smtClean="0"/>
              <a:t>37-  TU ES INDESCRIPTIBLE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**************************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FROM THE HIGHEST OF HEIGHTS TO THE DEPTHS OF THE SEA</a:t>
            </a:r>
          </a:p>
          <a:p>
            <a:pPr>
              <a:defRPr/>
            </a:pPr>
            <a:r>
              <a:rPr lang="fr-FR" smtClean="0"/>
              <a:t>39-  CREATION'S REVEALING YOUR MAJESTY</a:t>
            </a:r>
          </a:p>
          <a:p>
            <a:pPr>
              <a:defRPr/>
            </a:pPr>
            <a:r>
              <a:rPr lang="fr-FR" smtClean="0"/>
              <a:t>40-  FROM THE COLORS OF FALL TO THE FRAGRANCE OF SPRING</a:t>
            </a:r>
          </a:p>
          <a:p>
            <a:pPr>
              <a:defRPr/>
            </a:pPr>
            <a:r>
              <a:rPr lang="fr-FR" smtClean="0"/>
              <a:t>41-  EVERY CREATURE UNIQUE IN THE SONG THAT IT SINGS</a:t>
            </a:r>
          </a:p>
          <a:p>
            <a:pPr>
              <a:defRPr/>
            </a:pPr>
            <a:r>
              <a:rPr lang="fr-FR" smtClean="0"/>
              <a:t>42-  ALL EXCLAIMING INDESCRIBABLE, UNCONTAINABLE</a:t>
            </a:r>
          </a:p>
          <a:p>
            <a:pPr>
              <a:defRPr/>
            </a:pPr>
            <a:r>
              <a:rPr lang="fr-FR" smtClean="0"/>
              <a:t>43-  YOU PLACED THE STARS IN THE SKY AND YOU KNOW THEM BY NAME</a:t>
            </a:r>
          </a:p>
          <a:p>
            <a:pPr>
              <a:defRPr/>
            </a:pPr>
            <a:r>
              <a:rPr lang="fr-FR" smtClean="0"/>
              <a:t>44-  YOU ARE AMAZING GOD ALL POWERFUL, UNTAMABLE</a:t>
            </a:r>
          </a:p>
          <a:p>
            <a:pPr>
              <a:defRPr/>
            </a:pPr>
            <a:r>
              <a:rPr lang="fr-FR" smtClean="0"/>
              <a:t>45-  AWESTRUCK WE FALL TO OUR KNEES AS WE HUMBLY PROCLAIM</a:t>
            </a:r>
          </a:p>
          <a:p>
            <a:pPr>
              <a:defRPr/>
            </a:pPr>
            <a:r>
              <a:rPr lang="fr-FR" smtClean="0"/>
              <a:t>46-  YOU ARE AMAZING GOD</a:t>
            </a:r>
          </a:p>
          <a:p>
            <a:pPr>
              <a:defRPr/>
            </a:pPr>
            <a:r>
              <a:rPr lang="fr-FR" smtClean="0"/>
              <a:t>47-  WHO HAS TOLD EVERY LIGHTNING BOLT WHERE IT SHOULD GO</a:t>
            </a:r>
          </a:p>
          <a:p>
            <a:pPr>
              <a:defRPr/>
            </a:pPr>
            <a:r>
              <a:rPr lang="fr-FR" smtClean="0"/>
              <a:t>48-  OR SEEN HEAVENLY STOREHOUSES LADEN WITH SNOW</a:t>
            </a:r>
          </a:p>
          <a:p>
            <a:pPr>
              <a:defRPr/>
            </a:pPr>
            <a:r>
              <a:rPr lang="fr-FR" smtClean="0"/>
              <a:t>49-  WHO IMAGINED THE SUN AND GIVES SOURCE TO ITS LIGHT</a:t>
            </a:r>
          </a:p>
          <a:p>
            <a:pPr>
              <a:defRPr/>
            </a:pPr>
            <a:r>
              <a:rPr lang="fr-FR" smtClean="0"/>
              <a:t>50-  YET CONCEALS IT TO BRING US THE COOLNESS OF NIGHT</a:t>
            </a:r>
          </a:p>
          <a:p>
            <a:pPr>
              <a:defRPr/>
            </a:pPr>
            <a:r>
              <a:rPr lang="fr-FR" smtClean="0"/>
              <a:t>51-  NONE CAN FATHOM  INDESCRIBABLE, UNCONTAINABLE</a:t>
            </a:r>
          </a:p>
          <a:p>
            <a:pPr>
              <a:defRPr/>
            </a:pPr>
            <a:r>
              <a:rPr lang="fr-FR" smtClean="0"/>
              <a:t>52-  YOU PLACED THE STARS IN THE SKY AND YOU KNOW THEM BY NAME</a:t>
            </a:r>
          </a:p>
          <a:p>
            <a:pPr>
              <a:defRPr/>
            </a:pPr>
            <a:r>
              <a:rPr lang="fr-FR" smtClean="0"/>
              <a:t>53-  YOU ARE AMAZING GOD ALL POWERFUL, UNTAMABLE</a:t>
            </a:r>
          </a:p>
          <a:p>
            <a:pPr>
              <a:defRPr/>
            </a:pPr>
            <a:r>
              <a:rPr lang="fr-FR" smtClean="0"/>
              <a:t>54-  AWESTRUCK WE FALL TO OUR KNEES AS WE HUMBLY PROCLAIM</a:t>
            </a:r>
          </a:p>
          <a:p>
            <a:pPr>
              <a:defRPr/>
            </a:pPr>
            <a:r>
              <a:rPr lang="fr-FR" smtClean="0"/>
              <a:t>55-  YOU ARE AMAZING GOD</a:t>
            </a:r>
          </a:p>
          <a:p>
            <a:pPr>
              <a:defRPr/>
            </a:pPr>
            <a:r>
              <a:rPr lang="fr-FR" smtClean="0"/>
              <a:t>56-  CAN'T EXPLAIN INDESCRIBABLE, UNCONTAINABLE</a:t>
            </a:r>
          </a:p>
          <a:p>
            <a:pPr>
              <a:defRPr/>
            </a:pPr>
            <a:r>
              <a:rPr lang="fr-FR" smtClean="0"/>
              <a:t>57-  YOU PLACES THE STARS IN THE SKY</a:t>
            </a:r>
          </a:p>
          <a:p>
            <a:pPr>
              <a:defRPr/>
            </a:pPr>
            <a:r>
              <a:rPr lang="fr-FR" smtClean="0"/>
              <a:t>58-  CAN'T CONTAIN  YOU'RE ALL POWERFUL YOU'RE UNTAMABLE</a:t>
            </a:r>
          </a:p>
          <a:p>
            <a:pPr>
              <a:defRPr/>
            </a:pPr>
            <a:r>
              <a:rPr lang="fr-FR" smtClean="0"/>
              <a:t>59-  CAN'T EXPLAIN INDESCRIBABLE, UNCONTAINABLE</a:t>
            </a:r>
          </a:p>
          <a:p>
            <a:pPr>
              <a:defRPr/>
            </a:pPr>
            <a:r>
              <a:rPr lang="fr-FR" smtClean="0"/>
              <a:t>60-  YOU PLACES THE STARS IN THE SKY</a:t>
            </a:r>
          </a:p>
          <a:p>
            <a:pPr>
              <a:defRPr/>
            </a:pPr>
            <a:r>
              <a:rPr lang="fr-FR" smtClean="0"/>
              <a:t>61-  CAN'T CONTAIN  YOU'RE ALL POWERFUL, YOU'RE UNTAMABLE</a:t>
            </a:r>
          </a:p>
          <a:p>
            <a:pPr>
              <a:defRPr/>
            </a:pPr>
            <a:r>
              <a:rPr lang="fr-FR" smtClean="0"/>
              <a:t>62-  AWESTRUCK WE FALL TO OUR KNEES</a:t>
            </a:r>
          </a:p>
          <a:p>
            <a:pPr>
              <a:defRPr/>
            </a:pPr>
            <a:r>
              <a:rPr lang="fr-FR" smtClean="0"/>
              <a:t>63-  INDESCRIBABLE, UNCONTAINABLE</a:t>
            </a:r>
          </a:p>
          <a:p>
            <a:pPr>
              <a:defRPr/>
            </a:pPr>
            <a:r>
              <a:rPr lang="fr-FR" smtClean="0"/>
              <a:t>64-  YOU PLACED THE STARS IN THE SKY  YOU KNOW THEM BY NAME</a:t>
            </a:r>
          </a:p>
          <a:p>
            <a:pPr>
              <a:defRPr/>
            </a:pPr>
            <a:r>
              <a:rPr lang="fr-FR" smtClean="0"/>
              <a:t>65-  YOU ARE AMAZING GOD</a:t>
            </a:r>
          </a:p>
          <a:p>
            <a:pPr>
              <a:defRPr/>
            </a:pPr>
            <a:r>
              <a:rPr lang="fr-FR" smtClean="0"/>
              <a:t>66-  ALL POWERFUL, UNTAMABLE</a:t>
            </a:r>
          </a:p>
          <a:p>
            <a:pPr>
              <a:defRPr/>
            </a:pPr>
            <a:r>
              <a:rPr lang="fr-FR" smtClean="0"/>
              <a:t>67-  AWESTRUCK WE FALL TO OUR KNEES  AS WE HUMBLY PROCLAIM</a:t>
            </a:r>
          </a:p>
          <a:p>
            <a:pPr>
              <a:defRPr/>
            </a:pPr>
            <a:r>
              <a:rPr lang="fr-FR" smtClean="0"/>
              <a:t>68-  YOU ARE AMAZING GOD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DES PROFONDEURS DES MERS AUX MONTAGNES ÉLEVÉES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highest of heights to the depths of the sea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LA CRÉATION RÉVÈLE TA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Creation's revealing Your majesty 
3-  DES COULEURS DE L’AUTOMNE  AUX PARFUMS DU PRINTEMPS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colors of fall to the fragrance of spring 
4-  CHAQUE CRÉATURE UNIQUE TE CHANTE UN NOUVEAU CHANT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creature unique in the song that it sings
5-  TOUTES S’EXCLAMANT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exclaiming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	6-  QUI PEUT TE DÉCRIRE OU TE CONTENIR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Indescribable, uncontainable,
	7-  TU PLACES LES ÉTOILES AU CIEL ET TU CONNAIS LEUR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amazing God 
	9-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All powerful, untamable, 
	10-  NOUS TOMBONS À GENOUX DEVANT TOI EN PROCLAMANT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12-  QUI COMMANDE AUX ÉCLAIRS DU TONNERRE OÙ ALLER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has told every lightning bolt where it should go 
13-  QUI ORDONNE À LA NEIGE EN QUEL LIEU SE POSER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Or seen heavenly storehouses laden with snow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QUI CRÉA LE SOLEIL SA LUMIÈRE INFINIE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imagined the sun and gives source to its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ET LE CACHE POUR OFFRIR LA FRAÎCHEUR DE LA NUIT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Yet conceals it to bring us the coolness of night 
16-  QUI TE SONDERA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None can fathom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PLACES LES ÉTOILES AU CIEL INCOMMENSURABLE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TU PLACES LES ÉTOILES AU CIEL INCOMMENSURABLE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TU PLACES LES ÉTOILES AU CIEL ET TU CONNAIS LEUR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NOUS TOMBONS À GENOUX DEVANT TOI EN PROCLAMANT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TU PLACES LES ÉTOILES AU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INCOMMENSURABLE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INEXPLICABLE QUI PEUT TE DÉCRIRE OU TE CONTENIR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INCOMMENSURABLE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TU ES INDESCRIPTIBLE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FROM THE HIGHEST OF HEIGHTS TO THE DEPTHS OF THE SEA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CREATION'S REVEALING YOUR MAJESTY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FROM THE COLORS OF FALL TO THE FRAGRANCE OF SPRING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EVERY CREATURE UNIQUE IN THE SONG THAT IT SINGS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ALL EXCLAIMING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YOU ARE AMAZING GOD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WHO HAS TOLD EVERY LIGHTNING BOLT WHERE IT SHOULD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OR SEEN HEAVENLY STOREHOUSES LADEN WITH SNOW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WHO IMAGINED THE SUN AND GIVES SOURCE TO ITS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YET CONCEALS IT TO BRING US THE COOLNESS OF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NONE CAN FATHOM  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YOU ARE AMAZING GOD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CAN'T EXPLAIN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YOU PLACES THE STARS IN THE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CAN'T CONTAIN  YOU'RE ALL POWERFUL YOU'RE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CAN'T EXPLAIN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YOU PLACES THE STARS IN THE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61-  CAN'T CONTAIN  YOU'RE ALL POWERFUL, YOU'RE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62-  AWESTRUCK WE FALL TO OUR KNEES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64-  YOU PLACED THE STARS IN THE SKY 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65-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66- 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67-  AWESTRUCK WE FALL TO OUR KNEES 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68-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b="1" i="1" dirty="0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DES PROFONDEURS DES MERS AUX MONTAGNES ÉLEVÉES</a:t>
            </a:r>
          </a:p>
          <a:p>
            <a:pPr>
              <a:defRPr/>
            </a:pPr>
            <a:r>
              <a:rPr lang="fr-FR" smtClean="0"/>
              <a:t>From the highest of heights to the depths of the sea</a:t>
            </a:r>
          </a:p>
          <a:p>
            <a:pPr>
              <a:defRPr/>
            </a:pPr>
            <a:r>
              <a:rPr lang="fr-FR" smtClean="0"/>
              <a:t>2-  LA CRÉATION RÉVÈLE TA MAJESTÉ</a:t>
            </a:r>
          </a:p>
          <a:p>
            <a:pPr>
              <a:defRPr/>
            </a:pPr>
            <a:r>
              <a:rPr lang="fr-FR" smtClean="0"/>
              <a:t>Creation's revealing Your majesty 
3-  DES COULEURS DE L’AUTOMNE  AUX PARFUMS DU PRINTEMPS</a:t>
            </a:r>
          </a:p>
          <a:p>
            <a:pPr>
              <a:defRPr/>
            </a:pPr>
            <a:r>
              <a:rPr lang="fr-FR" smtClean="0"/>
              <a:t>From the colors of fall to the fragrance of spring 
4-  CHAQUE CRÉATURE UNIQUE TE CHANTE UN NOUVEAU CHANT </a:t>
            </a:r>
          </a:p>
          <a:p>
            <a:pPr>
              <a:defRPr/>
            </a:pPr>
            <a:r>
              <a:rPr lang="fr-FR" smtClean="0"/>
              <a:t>Every creature unique in the song that it sings
5-  TOUTES S’EXCLAMANT</a:t>
            </a:r>
          </a:p>
          <a:p>
            <a:pPr>
              <a:defRPr/>
            </a:pPr>
            <a:r>
              <a:rPr lang="fr-FR" smtClean="0"/>
              <a:t>All exclaiming</a:t>
            </a:r>
          </a:p>
          <a:p>
            <a:pPr>
              <a:defRPr/>
            </a:pPr>
            <a:r>
              <a:rPr lang="fr-FR" smtClean="0"/>
              <a:t> 
	6-  QUI PEUT TE DÉCRIRE OU TE CONTENIR ? </a:t>
            </a:r>
          </a:p>
          <a:p>
            <a:pPr>
              <a:defRPr/>
            </a:pPr>
            <a:r>
              <a:rPr lang="fr-FR" smtClean="0"/>
              <a:t>	Indescribable, uncontainable,
	7-  TU PLACES LES ÉTOILES AU CIEL ET TU CONNAIS LEUR NOM </a:t>
            </a:r>
          </a:p>
          <a:p>
            <a:pPr>
              <a:defRPr/>
            </a:pPr>
            <a:r>
              <a:rPr lang="fr-FR" smtClean="0"/>
              <a:t>	You placed the stars in the sky and You know them by name</a:t>
            </a:r>
          </a:p>
          <a:p>
            <a:pPr>
              <a:defRPr/>
            </a:pPr>
            <a:r>
              <a:rPr lang="fr-FR" smtClean="0"/>
              <a:t>	8-  TU ES UN DIEU SI GRAND</a:t>
            </a:r>
          </a:p>
          <a:p>
            <a:pPr>
              <a:defRPr/>
            </a:pPr>
            <a:r>
              <a:rPr lang="fr-FR" smtClean="0"/>
              <a:t>	You are amazing God 
	9-  DIEU TOUT-PUISSANT, IMPRESSIONNANT</a:t>
            </a:r>
          </a:p>
          <a:p>
            <a:pPr>
              <a:defRPr/>
            </a:pPr>
            <a:r>
              <a:rPr lang="fr-FR" smtClean="0"/>
              <a:t>	All powerful, untamable, 
	10-  NOUS TOMBONS À GENOUX DEVANT TOI EN PROCLAMANT</a:t>
            </a:r>
          </a:p>
          <a:p>
            <a:pPr>
              <a:defRPr/>
            </a:pPr>
            <a:r>
              <a:rPr lang="fr-FR" smtClean="0"/>
              <a:t>	Awestruck we fall to our knees as we humbly proclaim</a:t>
            </a:r>
          </a:p>
          <a:p>
            <a:pPr>
              <a:defRPr/>
            </a:pPr>
            <a:r>
              <a:rPr lang="fr-FR" smtClean="0"/>
              <a:t>	11- TU ES UN DIEU SI GRAND</a:t>
            </a:r>
          </a:p>
          <a:p>
            <a:pPr>
              <a:defRPr/>
            </a:pPr>
            <a:r>
              <a:rPr lang="fr-FR" smtClean="0"/>
              <a:t>	You are amazing God</a:t>
            </a:r>
          </a:p>
          <a:p>
            <a:pPr>
              <a:defRPr/>
            </a:pPr>
            <a:r>
              <a:rPr lang="fr-FR" smtClean="0"/>
              <a:t> 
12-  QUI COMMANDE AUX ÉCLAIRS DU TONNERRE OÙ ALLER ?</a:t>
            </a:r>
          </a:p>
          <a:p>
            <a:pPr>
              <a:defRPr/>
            </a:pPr>
            <a:r>
              <a:rPr lang="fr-FR" smtClean="0"/>
              <a:t>Who has told every lightning bolt where it should go 
13-  QUI ORDONNE À LA NEIGE EN QUEL LIEU SE POSER ? </a:t>
            </a:r>
          </a:p>
          <a:p>
            <a:pPr>
              <a:defRPr/>
            </a:pPr>
            <a:r>
              <a:rPr lang="fr-FR" smtClean="0"/>
              <a:t>Or seen heavenly storehouses laden with snow</a:t>
            </a:r>
          </a:p>
          <a:p>
            <a:pPr>
              <a:defRPr/>
            </a:pPr>
            <a:r>
              <a:rPr lang="fr-FR" smtClean="0"/>
              <a:t>14-  QUI CRÉA LE SOLEIL SA LUMIÈRE INFINIE ? </a:t>
            </a:r>
          </a:p>
          <a:p>
            <a:pPr>
              <a:defRPr/>
            </a:pPr>
            <a:r>
              <a:rPr lang="fr-FR" smtClean="0"/>
              <a:t>Who imagined the sun and gives source to its light</a:t>
            </a:r>
          </a:p>
          <a:p>
            <a:pPr>
              <a:defRPr/>
            </a:pPr>
            <a:r>
              <a:rPr lang="fr-FR" smtClean="0"/>
              <a:t>15-  ET LE CACHE POUR OFFRIR LA FRAÎCHEUR DE LA NUIT</a:t>
            </a:r>
          </a:p>
          <a:p>
            <a:pPr>
              <a:defRPr/>
            </a:pPr>
            <a:r>
              <a:rPr lang="fr-FR" smtClean="0"/>
              <a:t>Yet conceals it to bring us the coolness of night 
16-  QUI TE SONDERA ? </a:t>
            </a:r>
          </a:p>
          <a:p>
            <a:pPr>
              <a:defRPr/>
            </a:pPr>
            <a:r>
              <a:rPr lang="fr-FR" smtClean="0"/>
              <a:t>None can fathom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INEXPLICABLE QUI PEUT TE DÉCRIRE OU TE CONTENIR ?</a:t>
            </a:r>
          </a:p>
          <a:p>
            <a:pPr>
              <a:defRPr/>
            </a:pPr>
            <a:r>
              <a:rPr lang="fr-FR" smtClean="0"/>
              <a:t>18-  TU PLACES LES ÉTOILES AU CIEL INCOMMENSURABLE</a:t>
            </a:r>
          </a:p>
          <a:p>
            <a:pPr>
              <a:defRPr/>
            </a:pPr>
            <a:r>
              <a:rPr lang="fr-FR" smtClean="0"/>
              <a:t>19-  DIEU TOUT-PUISSANT, IMPRESSIONNANT</a:t>
            </a:r>
          </a:p>
          <a:p>
            <a:pPr>
              <a:defRPr/>
            </a:pPr>
            <a:r>
              <a:rPr lang="fr-FR" smtClean="0"/>
              <a:t>20-  FORMIDABLE NOUS TOMBONS À GENOUX DEVANT TOI</a:t>
            </a:r>
          </a:p>
          <a:p>
            <a:pPr>
              <a:defRPr/>
            </a:pPr>
            <a:r>
              <a:rPr lang="fr-FR" smtClean="0"/>
              <a:t>21-  INEXPLICABLE QUI PEUT TE DÉCRIRE OU TE CONTENIR ?</a:t>
            </a:r>
          </a:p>
          <a:p>
            <a:pPr>
              <a:defRPr/>
            </a:pPr>
            <a:r>
              <a:rPr lang="fr-FR" smtClean="0"/>
              <a:t>22-  TU PLACES LES ÉTOILES AU CIEL INCOMMENSURABLE</a:t>
            </a:r>
          </a:p>
          <a:p>
            <a:pPr>
              <a:defRPr/>
            </a:pPr>
            <a:r>
              <a:rPr lang="fr-FR" smtClean="0"/>
              <a:t>23-  DIEU TOUT-PUISSANT, IMPRESSIONNANT</a:t>
            </a:r>
          </a:p>
          <a:p>
            <a:pPr>
              <a:defRPr/>
            </a:pPr>
            <a:r>
              <a:rPr lang="fr-FR" smtClean="0"/>
              <a:t>24-  FORMIDABLE NOUS TOMBONS À GENOUX DEVANT TOI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QUI PEUT TE DÉCRIRE OU TE CONTENIR ?</a:t>
            </a:r>
          </a:p>
          <a:p>
            <a:pPr>
              <a:defRPr/>
            </a:pPr>
            <a:r>
              <a:rPr lang="fr-FR" smtClean="0"/>
              <a:t>26-  TU PLACES LES ÉTOILES AU CIEL ET TU CONNAIS LEUR NOM</a:t>
            </a:r>
          </a:p>
          <a:p>
            <a:pPr>
              <a:defRPr/>
            </a:pPr>
            <a:r>
              <a:rPr lang="fr-FR" smtClean="0"/>
              <a:t>27-  TU ES UN DIEU SI GRAND</a:t>
            </a:r>
          </a:p>
          <a:p>
            <a:pPr>
              <a:defRPr/>
            </a:pPr>
            <a:r>
              <a:rPr lang="fr-FR" smtClean="0"/>
              <a:t>28-  DIEU TOUT-PUISSANT, IMPRESSIONNANT</a:t>
            </a:r>
          </a:p>
          <a:p>
            <a:pPr>
              <a:defRPr/>
            </a:pPr>
            <a:r>
              <a:rPr lang="fr-FR" smtClean="0"/>
              <a:t>29-  NOUS TOMBONS À GENOUX DEVANT TOI EN PROCLAMANT</a:t>
            </a:r>
          </a:p>
          <a:p>
            <a:pPr>
              <a:defRPr/>
            </a:pPr>
            <a:r>
              <a:rPr lang="fr-FR" smtClean="0"/>
              <a:t>30-  TU ES UN DIEU SI GRAND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INEXPLICABLE QUI PEUT TE DÉCRIRE OU TE CONTENIR ?</a:t>
            </a:r>
          </a:p>
          <a:p>
            <a:pPr>
              <a:defRPr/>
            </a:pPr>
            <a:r>
              <a:rPr lang="fr-FR" smtClean="0"/>
              <a:t>32-  TU PLACES LES ÉTOILES AU CIEL</a:t>
            </a:r>
          </a:p>
          <a:p>
            <a:pPr>
              <a:defRPr/>
            </a:pPr>
            <a:r>
              <a:rPr lang="fr-FR" smtClean="0"/>
              <a:t>33-  INCOMMENSURABLE DIEU TOUT-PUISSANT, IMPRESSIONNANT</a:t>
            </a:r>
          </a:p>
          <a:p>
            <a:pPr>
              <a:defRPr/>
            </a:pPr>
            <a:r>
              <a:rPr lang="fr-FR" smtClean="0"/>
              <a:t>34-  FORMIDABLE NOUS TOMBONS À GENOUX DEVANT TOI</a:t>
            </a:r>
          </a:p>
          <a:p>
            <a:pPr>
              <a:defRPr/>
            </a:pPr>
            <a:r>
              <a:rPr lang="fr-FR" smtClean="0"/>
              <a:t>35-  INEXPLICABLE QUI PEUT TE DÉCRIRE OU TE CONTENIR ? </a:t>
            </a:r>
          </a:p>
          <a:p>
            <a:pPr>
              <a:defRPr/>
            </a:pPr>
            <a:r>
              <a:rPr lang="fr-FR" smtClean="0"/>
              <a:t>36-  INCOMMENSURABLE DIEU TOUT-PUISSANT, IMPRESSIONNANT</a:t>
            </a:r>
          </a:p>
          <a:p>
            <a:pPr>
              <a:defRPr/>
            </a:pPr>
            <a:r>
              <a:rPr lang="fr-FR" smtClean="0"/>
              <a:t>37-  TU ES INDESCRIPTIBLE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**************************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FROM THE HIGHEST OF HEIGHTS TO THE DEPTHS OF THE SEA</a:t>
            </a:r>
          </a:p>
          <a:p>
            <a:pPr>
              <a:defRPr/>
            </a:pPr>
            <a:r>
              <a:rPr lang="fr-FR" smtClean="0"/>
              <a:t>39-  CREATION'S REVEALING YOUR MAJESTY</a:t>
            </a:r>
          </a:p>
          <a:p>
            <a:pPr>
              <a:defRPr/>
            </a:pPr>
            <a:r>
              <a:rPr lang="fr-FR" smtClean="0"/>
              <a:t>40-  FROM THE COLORS OF FALL TO THE FRAGRANCE OF SPRING</a:t>
            </a:r>
          </a:p>
          <a:p>
            <a:pPr>
              <a:defRPr/>
            </a:pPr>
            <a:r>
              <a:rPr lang="fr-FR" smtClean="0"/>
              <a:t>41-  EVERY CREATURE UNIQUE IN THE SONG THAT IT SINGS</a:t>
            </a:r>
          </a:p>
          <a:p>
            <a:pPr>
              <a:defRPr/>
            </a:pPr>
            <a:r>
              <a:rPr lang="fr-FR" smtClean="0"/>
              <a:t>42-  ALL EXCLAIMING INDESCRIBABLE, UNCONTAINABLE</a:t>
            </a:r>
          </a:p>
          <a:p>
            <a:pPr>
              <a:defRPr/>
            </a:pPr>
            <a:r>
              <a:rPr lang="fr-FR" smtClean="0"/>
              <a:t>43-  YOU PLACED THE STARS IN THE SKY AND YOU KNOW THEM BY NAME</a:t>
            </a:r>
          </a:p>
          <a:p>
            <a:pPr>
              <a:defRPr/>
            </a:pPr>
            <a:r>
              <a:rPr lang="fr-FR" smtClean="0"/>
              <a:t>44-  YOU ARE AMAZING GOD ALL POWERFUL, UNTAMABLE</a:t>
            </a:r>
          </a:p>
          <a:p>
            <a:pPr>
              <a:defRPr/>
            </a:pPr>
            <a:r>
              <a:rPr lang="fr-FR" smtClean="0"/>
              <a:t>45-  AWESTRUCK WE FALL TO OUR KNEES AS WE HUMBLY PROCLAIM</a:t>
            </a:r>
          </a:p>
          <a:p>
            <a:pPr>
              <a:defRPr/>
            </a:pPr>
            <a:r>
              <a:rPr lang="fr-FR" smtClean="0"/>
              <a:t>46-  YOU ARE AMAZING GOD</a:t>
            </a:r>
          </a:p>
          <a:p>
            <a:pPr>
              <a:defRPr/>
            </a:pPr>
            <a:r>
              <a:rPr lang="fr-FR" smtClean="0"/>
              <a:t>47-  WHO HAS TOLD EVERY LIGHTNING BOLT WHERE IT SHOULD GO</a:t>
            </a:r>
          </a:p>
          <a:p>
            <a:pPr>
              <a:defRPr/>
            </a:pPr>
            <a:r>
              <a:rPr lang="fr-FR" smtClean="0"/>
              <a:t>48-  OR SEEN HEAVENLY STOREHOUSES LADEN WITH SNOW</a:t>
            </a:r>
          </a:p>
          <a:p>
            <a:pPr>
              <a:defRPr/>
            </a:pPr>
            <a:r>
              <a:rPr lang="fr-FR" smtClean="0"/>
              <a:t>49-  WHO IMAGINED THE SUN AND GIVES SOURCE TO ITS LIGHT</a:t>
            </a:r>
          </a:p>
          <a:p>
            <a:pPr>
              <a:defRPr/>
            </a:pPr>
            <a:r>
              <a:rPr lang="fr-FR" smtClean="0"/>
              <a:t>50-  YET CONCEALS IT TO BRING US THE COOLNESS OF NIGHT</a:t>
            </a:r>
          </a:p>
          <a:p>
            <a:pPr>
              <a:defRPr/>
            </a:pPr>
            <a:r>
              <a:rPr lang="fr-FR" smtClean="0"/>
              <a:t>51-  NONE CAN FATHOM  INDESCRIBABLE, UNCONTAINABLE</a:t>
            </a:r>
          </a:p>
          <a:p>
            <a:pPr>
              <a:defRPr/>
            </a:pPr>
            <a:r>
              <a:rPr lang="fr-FR" smtClean="0"/>
              <a:t>52-  YOU PLACED THE STARS IN THE SKY AND YOU KNOW THEM BY NAME</a:t>
            </a:r>
          </a:p>
          <a:p>
            <a:pPr>
              <a:defRPr/>
            </a:pPr>
            <a:r>
              <a:rPr lang="fr-FR" smtClean="0"/>
              <a:t>53-  YOU ARE AMAZING GOD ALL POWERFUL, UNTAMABLE</a:t>
            </a:r>
          </a:p>
          <a:p>
            <a:pPr>
              <a:defRPr/>
            </a:pPr>
            <a:r>
              <a:rPr lang="fr-FR" smtClean="0"/>
              <a:t>54-  AWESTRUCK WE FALL TO OUR KNEES AS WE HUMBLY PROCLAIM</a:t>
            </a:r>
          </a:p>
          <a:p>
            <a:pPr>
              <a:defRPr/>
            </a:pPr>
            <a:r>
              <a:rPr lang="fr-FR" smtClean="0"/>
              <a:t>55-  YOU ARE AMAZING GOD</a:t>
            </a:r>
          </a:p>
          <a:p>
            <a:pPr>
              <a:defRPr/>
            </a:pPr>
            <a:r>
              <a:rPr lang="fr-FR" smtClean="0"/>
              <a:t>56-  CAN'T EXPLAIN INDESCRIBABLE, UNCONTAINABLE</a:t>
            </a:r>
          </a:p>
          <a:p>
            <a:pPr>
              <a:defRPr/>
            </a:pPr>
            <a:r>
              <a:rPr lang="fr-FR" smtClean="0"/>
              <a:t>57-  YOU PLACES THE STARS IN THE SKY</a:t>
            </a:r>
          </a:p>
          <a:p>
            <a:pPr>
              <a:defRPr/>
            </a:pPr>
            <a:r>
              <a:rPr lang="fr-FR" smtClean="0"/>
              <a:t>58-  CAN'T CONTAIN  YOU'RE ALL POWERFUL YOU'RE UNTAMABLE</a:t>
            </a:r>
          </a:p>
          <a:p>
            <a:pPr>
              <a:defRPr/>
            </a:pPr>
            <a:r>
              <a:rPr lang="fr-FR" smtClean="0"/>
              <a:t>59-  CAN'T EXPLAIN INDESCRIBABLE, UNCONTAINABLE</a:t>
            </a:r>
          </a:p>
          <a:p>
            <a:pPr>
              <a:defRPr/>
            </a:pPr>
            <a:r>
              <a:rPr lang="fr-FR" smtClean="0"/>
              <a:t>60-  YOU PLACES THE STARS IN THE SKY</a:t>
            </a:r>
          </a:p>
          <a:p>
            <a:pPr>
              <a:defRPr/>
            </a:pPr>
            <a:r>
              <a:rPr lang="fr-FR" smtClean="0"/>
              <a:t>61-  CAN'T CONTAIN  YOU'RE ALL POWERFUL, YOU'RE UNTAMABLE</a:t>
            </a:r>
          </a:p>
          <a:p>
            <a:pPr>
              <a:defRPr/>
            </a:pPr>
            <a:r>
              <a:rPr lang="fr-FR" smtClean="0"/>
              <a:t>62-  AWESTRUCK WE FALL TO OUR KNEES</a:t>
            </a:r>
          </a:p>
          <a:p>
            <a:pPr>
              <a:defRPr/>
            </a:pPr>
            <a:r>
              <a:rPr lang="fr-FR" smtClean="0"/>
              <a:t>63-  INDESCRIBABLE, UNCONTAINABLE</a:t>
            </a:r>
          </a:p>
          <a:p>
            <a:pPr>
              <a:defRPr/>
            </a:pPr>
            <a:r>
              <a:rPr lang="fr-FR" smtClean="0"/>
              <a:t>64-  YOU PLACED THE STARS IN THE SKY  YOU KNOW THEM BY NAME</a:t>
            </a:r>
          </a:p>
          <a:p>
            <a:pPr>
              <a:defRPr/>
            </a:pPr>
            <a:r>
              <a:rPr lang="fr-FR" smtClean="0"/>
              <a:t>65-  YOU ARE AMAZING GOD</a:t>
            </a:r>
          </a:p>
          <a:p>
            <a:pPr>
              <a:defRPr/>
            </a:pPr>
            <a:r>
              <a:rPr lang="fr-FR" smtClean="0"/>
              <a:t>66-  ALL POWERFUL, UNTAMABLE</a:t>
            </a:r>
          </a:p>
          <a:p>
            <a:pPr>
              <a:defRPr/>
            </a:pPr>
            <a:r>
              <a:rPr lang="fr-FR" smtClean="0"/>
              <a:t>67-  AWESTRUCK WE FALL TO OUR KNEES  AS WE HUMBLY PROCLAIM</a:t>
            </a:r>
          </a:p>
          <a:p>
            <a:pPr>
              <a:defRPr/>
            </a:pPr>
            <a:r>
              <a:rPr lang="fr-FR" smtClean="0"/>
              <a:t>68-  YOU ARE AMAZING GOD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DES PROFONDEURS DES MERS AUX MONTAGNES ÉLEVÉES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highest of heights to the depths of the sea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LA CRÉATION RÉVÈLE TA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Creation's revealing Your majesty 
3-  DES COULEURS DE L’AUTOMNE  AUX PARFUMS DU PRINTEMPS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colors of fall to the fragrance of spring 
4-  CHAQUE CRÉATURE UNIQUE TE CHANTE UN NOUVEAU CHANT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creature unique in the song that it sings
5-  TOUTES S’EXCLAMANT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exclaiming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	6-  QUI PEUT TE DÉCRIRE OU TE CONTENIR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Indescribable, uncontainable,
	7-  TU PLACES LES ÉTOILES AU CIEL ET TU CONNAIS LEUR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amazing God 
	9-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All powerful, untamable, 
	10-  NOUS TOMBONS À GENOUX DEVANT TOI EN PROCLAMANT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12-  QUI COMMANDE AUX ÉCLAIRS DU TONNERRE OÙ ALLER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has told every lightning bolt where it should go 
13-  QUI ORDONNE À LA NEIGE EN QUEL LIEU SE POSER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Or seen heavenly storehouses laden with snow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QUI CRÉA LE SOLEIL SA LUMIÈRE INFINIE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imagined the sun and gives source to its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ET LE CACHE POUR OFFRIR LA FRAÎCHEUR DE LA NUIT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Yet conceals it to bring us the coolness of night 
16-  QUI TE SONDERA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None can fathom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PLACES LES ÉTOILES AU CIEL INCOMMENSURABLE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TU PLACES LES ÉTOILES AU CIEL INCOMMENSURABLE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TU PLACES LES ÉTOILES AU CIEL ET TU CONNAIS LEUR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NOUS TOMBONS À GENOUX DEVANT TOI EN PROCLAMANT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TU PLACES LES ÉTOILES AU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INCOMMENSURABLE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INEXPLICABLE QUI PEUT TE DÉCRIRE OU TE CONTENIR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INCOMMENSURABLE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TU ES INDESCRIPTIBLE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FROM THE HIGHEST OF HEIGHTS TO THE DEPTHS OF THE SEA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CREATION'S REVEALING YOUR MAJESTY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FROM THE COLORS OF FALL TO THE FRAGRANCE OF SPRING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EVERY CREATURE UNIQUE IN THE SONG THAT IT SINGS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ALL EXCLAIMING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YOU ARE AMAZING GOD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WHO HAS TOLD EVERY LIGHTNING BOLT WHERE IT SHOULD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OR SEEN HEAVENLY STOREHOUSES LADEN WITH SNOW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WHO IMAGINED THE SUN AND GIVES SOURCE TO ITS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YET CONCEALS IT TO BRING US THE COOLNESS OF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NONE CAN FATHOM  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YOU ARE AMAZING GOD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CAN'T EXPLAIN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YOU PLACES THE STARS IN THE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CAN'T CONTAIN  YOU'RE ALL POWERFUL YOU'RE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CAN'T EXPLAIN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YOU PLACES THE STARS IN THE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61-  CAN'T CONTAIN  YOU'RE ALL POWERFUL, YOU'RE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62-  AWESTRUCK WE FALL TO OUR KNEES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64-  YOU PLACED THE STARS IN THE SKY 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65-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66- 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67-  AWESTRUCK WE FALL TO OUR KNEES 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68-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b="1" i="1" dirty="0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DES PROFONDEURS DES MERS AUX MONTAGNES ÉLEVÉES</a:t>
            </a:r>
          </a:p>
          <a:p>
            <a:pPr>
              <a:defRPr/>
            </a:pPr>
            <a:r>
              <a:rPr lang="fr-FR" smtClean="0"/>
              <a:t>From the highest of heights to the depths of the sea</a:t>
            </a:r>
          </a:p>
          <a:p>
            <a:pPr>
              <a:defRPr/>
            </a:pPr>
            <a:r>
              <a:rPr lang="fr-FR" smtClean="0"/>
              <a:t>2-  LA CRÉATION RÉVÈLE TA MAJESTÉ</a:t>
            </a:r>
          </a:p>
          <a:p>
            <a:pPr>
              <a:defRPr/>
            </a:pPr>
            <a:r>
              <a:rPr lang="fr-FR" smtClean="0"/>
              <a:t>Creation's revealing Your majesty 
3-  DES COULEURS DE L’AUTOMNE  AUX PARFUMS DU PRINTEMPS</a:t>
            </a:r>
          </a:p>
          <a:p>
            <a:pPr>
              <a:defRPr/>
            </a:pPr>
            <a:r>
              <a:rPr lang="fr-FR" smtClean="0"/>
              <a:t>From the colors of fall to the fragrance of spring 
4-  CHAQUE CRÉATURE UNIQUE TE CHANTE UN NOUVEAU CHANT </a:t>
            </a:r>
          </a:p>
          <a:p>
            <a:pPr>
              <a:defRPr/>
            </a:pPr>
            <a:r>
              <a:rPr lang="fr-FR" smtClean="0"/>
              <a:t>Every creature unique in the song that it sings
5-  TOUTES S’EXCLAMANT</a:t>
            </a:r>
          </a:p>
          <a:p>
            <a:pPr>
              <a:defRPr/>
            </a:pPr>
            <a:r>
              <a:rPr lang="fr-FR" smtClean="0"/>
              <a:t>All exclaiming</a:t>
            </a:r>
          </a:p>
          <a:p>
            <a:pPr>
              <a:defRPr/>
            </a:pPr>
            <a:r>
              <a:rPr lang="fr-FR" smtClean="0"/>
              <a:t> 
	6-  QUI PEUT TE DÉCRIRE OU TE CONTENIR ? </a:t>
            </a:r>
          </a:p>
          <a:p>
            <a:pPr>
              <a:defRPr/>
            </a:pPr>
            <a:r>
              <a:rPr lang="fr-FR" smtClean="0"/>
              <a:t>	Indescribable, uncontainable,
	7-  TU PLACES LES ÉTOILES AU CIEL ET TU CONNAIS LEUR NOM </a:t>
            </a:r>
          </a:p>
          <a:p>
            <a:pPr>
              <a:defRPr/>
            </a:pPr>
            <a:r>
              <a:rPr lang="fr-FR" smtClean="0"/>
              <a:t>	You placed the stars in the sky and You know them by name</a:t>
            </a:r>
          </a:p>
          <a:p>
            <a:pPr>
              <a:defRPr/>
            </a:pPr>
            <a:r>
              <a:rPr lang="fr-FR" smtClean="0"/>
              <a:t>	8-  TU ES UN DIEU SI GRAND</a:t>
            </a:r>
          </a:p>
          <a:p>
            <a:pPr>
              <a:defRPr/>
            </a:pPr>
            <a:r>
              <a:rPr lang="fr-FR" smtClean="0"/>
              <a:t>	You are amazing God 
	9-  DIEU TOUT-PUISSANT, IMPRESSIONNANT</a:t>
            </a:r>
          </a:p>
          <a:p>
            <a:pPr>
              <a:defRPr/>
            </a:pPr>
            <a:r>
              <a:rPr lang="fr-FR" smtClean="0"/>
              <a:t>	All powerful, untamable, 
	10-  NOUS TOMBONS À GENOUX DEVANT TOI EN PROCLAMANT</a:t>
            </a:r>
          </a:p>
          <a:p>
            <a:pPr>
              <a:defRPr/>
            </a:pPr>
            <a:r>
              <a:rPr lang="fr-FR" smtClean="0"/>
              <a:t>	Awestruck we fall to our knees as we humbly proclaim</a:t>
            </a:r>
          </a:p>
          <a:p>
            <a:pPr>
              <a:defRPr/>
            </a:pPr>
            <a:r>
              <a:rPr lang="fr-FR" smtClean="0"/>
              <a:t>	11- TU ES UN DIEU SI GRAND</a:t>
            </a:r>
          </a:p>
          <a:p>
            <a:pPr>
              <a:defRPr/>
            </a:pPr>
            <a:r>
              <a:rPr lang="fr-FR" smtClean="0"/>
              <a:t>	You are amazing God</a:t>
            </a:r>
          </a:p>
          <a:p>
            <a:pPr>
              <a:defRPr/>
            </a:pPr>
            <a:r>
              <a:rPr lang="fr-FR" smtClean="0"/>
              <a:t> 
12-  QUI COMMANDE AUX ÉCLAIRS DU TONNERRE OÙ ALLER ?</a:t>
            </a:r>
          </a:p>
          <a:p>
            <a:pPr>
              <a:defRPr/>
            </a:pPr>
            <a:r>
              <a:rPr lang="fr-FR" smtClean="0"/>
              <a:t>Who has told every lightning bolt where it should go 
13-  QUI ORDONNE À LA NEIGE EN QUEL LIEU SE POSER ? </a:t>
            </a:r>
          </a:p>
          <a:p>
            <a:pPr>
              <a:defRPr/>
            </a:pPr>
            <a:r>
              <a:rPr lang="fr-FR" smtClean="0"/>
              <a:t>Or seen heavenly storehouses laden with snow</a:t>
            </a:r>
          </a:p>
          <a:p>
            <a:pPr>
              <a:defRPr/>
            </a:pPr>
            <a:r>
              <a:rPr lang="fr-FR" smtClean="0"/>
              <a:t>14-  QUI CRÉA LE SOLEIL SA LUMIÈRE INFINIE ? </a:t>
            </a:r>
          </a:p>
          <a:p>
            <a:pPr>
              <a:defRPr/>
            </a:pPr>
            <a:r>
              <a:rPr lang="fr-FR" smtClean="0"/>
              <a:t>Who imagined the sun and gives source to its light</a:t>
            </a:r>
          </a:p>
          <a:p>
            <a:pPr>
              <a:defRPr/>
            </a:pPr>
            <a:r>
              <a:rPr lang="fr-FR" smtClean="0"/>
              <a:t>15-  ET LE CACHE POUR OFFRIR LA FRAÎCHEUR DE LA NUIT</a:t>
            </a:r>
          </a:p>
          <a:p>
            <a:pPr>
              <a:defRPr/>
            </a:pPr>
            <a:r>
              <a:rPr lang="fr-FR" smtClean="0"/>
              <a:t>Yet conceals it to bring us the coolness of night 
16-  QUI TE SONDERA ? </a:t>
            </a:r>
          </a:p>
          <a:p>
            <a:pPr>
              <a:defRPr/>
            </a:pPr>
            <a:r>
              <a:rPr lang="fr-FR" smtClean="0"/>
              <a:t>None can fathom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INEXPLICABLE QUI PEUT TE DÉCRIRE OU TE CONTENIR ?</a:t>
            </a:r>
          </a:p>
          <a:p>
            <a:pPr>
              <a:defRPr/>
            </a:pPr>
            <a:r>
              <a:rPr lang="fr-FR" smtClean="0"/>
              <a:t>18-  TU PLACES LES ÉTOILES AU CIEL INCOMMENSURABLE</a:t>
            </a:r>
          </a:p>
          <a:p>
            <a:pPr>
              <a:defRPr/>
            </a:pPr>
            <a:r>
              <a:rPr lang="fr-FR" smtClean="0"/>
              <a:t>19-  DIEU TOUT-PUISSANT, IMPRESSIONNANT</a:t>
            </a:r>
          </a:p>
          <a:p>
            <a:pPr>
              <a:defRPr/>
            </a:pPr>
            <a:r>
              <a:rPr lang="fr-FR" smtClean="0"/>
              <a:t>20-  FORMIDABLE NOUS TOMBONS À GENOUX DEVANT TOI</a:t>
            </a:r>
          </a:p>
          <a:p>
            <a:pPr>
              <a:defRPr/>
            </a:pPr>
            <a:r>
              <a:rPr lang="fr-FR" smtClean="0"/>
              <a:t>21-  INEXPLICABLE QUI PEUT TE DÉCRIRE OU TE CONTENIR ?</a:t>
            </a:r>
          </a:p>
          <a:p>
            <a:pPr>
              <a:defRPr/>
            </a:pPr>
            <a:r>
              <a:rPr lang="fr-FR" smtClean="0"/>
              <a:t>22-  TU PLACES LES ÉTOILES AU CIEL INCOMMENSURABLE</a:t>
            </a:r>
          </a:p>
          <a:p>
            <a:pPr>
              <a:defRPr/>
            </a:pPr>
            <a:r>
              <a:rPr lang="fr-FR" smtClean="0"/>
              <a:t>23-  DIEU TOUT-PUISSANT, IMPRESSIONNANT</a:t>
            </a:r>
          </a:p>
          <a:p>
            <a:pPr>
              <a:defRPr/>
            </a:pPr>
            <a:r>
              <a:rPr lang="fr-FR" smtClean="0"/>
              <a:t>24-  FORMIDABLE NOUS TOMBONS À GENOUX DEVANT TOI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QUI PEUT TE DÉCRIRE OU TE CONTENIR ?</a:t>
            </a:r>
          </a:p>
          <a:p>
            <a:pPr>
              <a:defRPr/>
            </a:pPr>
            <a:r>
              <a:rPr lang="fr-FR" smtClean="0"/>
              <a:t>26-  TU PLACES LES ÉTOILES AU CIEL ET TU CONNAIS LEUR NOM</a:t>
            </a:r>
          </a:p>
          <a:p>
            <a:pPr>
              <a:defRPr/>
            </a:pPr>
            <a:r>
              <a:rPr lang="fr-FR" smtClean="0"/>
              <a:t>27-  TU ES UN DIEU SI GRAND</a:t>
            </a:r>
          </a:p>
          <a:p>
            <a:pPr>
              <a:defRPr/>
            </a:pPr>
            <a:r>
              <a:rPr lang="fr-FR" smtClean="0"/>
              <a:t>28-  DIEU TOUT-PUISSANT, IMPRESSIONNANT</a:t>
            </a:r>
          </a:p>
          <a:p>
            <a:pPr>
              <a:defRPr/>
            </a:pPr>
            <a:r>
              <a:rPr lang="fr-FR" smtClean="0"/>
              <a:t>29-  NOUS TOMBONS À GENOUX DEVANT TOI EN PROCLAMANT</a:t>
            </a:r>
          </a:p>
          <a:p>
            <a:pPr>
              <a:defRPr/>
            </a:pPr>
            <a:r>
              <a:rPr lang="fr-FR" smtClean="0"/>
              <a:t>30-  TU ES UN DIEU SI GRAND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INEXPLICABLE QUI PEUT TE DÉCRIRE OU TE CONTENIR ?</a:t>
            </a:r>
          </a:p>
          <a:p>
            <a:pPr>
              <a:defRPr/>
            </a:pPr>
            <a:r>
              <a:rPr lang="fr-FR" smtClean="0"/>
              <a:t>32-  TU PLACES LES ÉTOILES AU CIEL</a:t>
            </a:r>
          </a:p>
          <a:p>
            <a:pPr>
              <a:defRPr/>
            </a:pPr>
            <a:r>
              <a:rPr lang="fr-FR" smtClean="0"/>
              <a:t>33-  INCOMMENSURABLE DIEU TOUT-PUISSANT, IMPRESSIONNANT</a:t>
            </a:r>
          </a:p>
          <a:p>
            <a:pPr>
              <a:defRPr/>
            </a:pPr>
            <a:r>
              <a:rPr lang="fr-FR" smtClean="0"/>
              <a:t>34-  FORMIDABLE NOUS TOMBONS À GENOUX DEVANT TOI</a:t>
            </a:r>
          </a:p>
          <a:p>
            <a:pPr>
              <a:defRPr/>
            </a:pPr>
            <a:r>
              <a:rPr lang="fr-FR" smtClean="0"/>
              <a:t>35-  INEXPLICABLE QUI PEUT TE DÉCRIRE OU TE CONTENIR ? </a:t>
            </a:r>
          </a:p>
          <a:p>
            <a:pPr>
              <a:defRPr/>
            </a:pPr>
            <a:r>
              <a:rPr lang="fr-FR" smtClean="0"/>
              <a:t>36-  INCOMMENSURABLE DIEU TOUT-PUISSANT, IMPRESSIONNANT</a:t>
            </a:r>
          </a:p>
          <a:p>
            <a:pPr>
              <a:defRPr/>
            </a:pPr>
            <a:r>
              <a:rPr lang="fr-FR" smtClean="0"/>
              <a:t>37-  TU ES INDESCRIPTIBLE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**************************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FROM THE HIGHEST OF HEIGHTS TO THE DEPTHS OF THE SEA</a:t>
            </a:r>
          </a:p>
          <a:p>
            <a:pPr>
              <a:defRPr/>
            </a:pPr>
            <a:r>
              <a:rPr lang="fr-FR" smtClean="0"/>
              <a:t>39-  CREATION'S REVEALING YOUR MAJESTY</a:t>
            </a:r>
          </a:p>
          <a:p>
            <a:pPr>
              <a:defRPr/>
            </a:pPr>
            <a:r>
              <a:rPr lang="fr-FR" smtClean="0"/>
              <a:t>40-  FROM THE COLORS OF FALL TO THE FRAGRANCE OF SPRING</a:t>
            </a:r>
          </a:p>
          <a:p>
            <a:pPr>
              <a:defRPr/>
            </a:pPr>
            <a:r>
              <a:rPr lang="fr-FR" smtClean="0"/>
              <a:t>41-  EVERY CREATURE UNIQUE IN THE SONG THAT IT SINGS</a:t>
            </a:r>
          </a:p>
          <a:p>
            <a:pPr>
              <a:defRPr/>
            </a:pPr>
            <a:r>
              <a:rPr lang="fr-FR" smtClean="0"/>
              <a:t>42-  ALL EXCLAIMING INDESCRIBABLE, UNCONTAINABLE</a:t>
            </a:r>
          </a:p>
          <a:p>
            <a:pPr>
              <a:defRPr/>
            </a:pPr>
            <a:r>
              <a:rPr lang="fr-FR" smtClean="0"/>
              <a:t>43-  YOU PLACED THE STARS IN THE SKY AND YOU KNOW THEM BY NAME</a:t>
            </a:r>
          </a:p>
          <a:p>
            <a:pPr>
              <a:defRPr/>
            </a:pPr>
            <a:r>
              <a:rPr lang="fr-FR" smtClean="0"/>
              <a:t>44-  YOU ARE AMAZING GOD ALL POWERFUL, UNTAMABLE</a:t>
            </a:r>
          </a:p>
          <a:p>
            <a:pPr>
              <a:defRPr/>
            </a:pPr>
            <a:r>
              <a:rPr lang="fr-FR" smtClean="0"/>
              <a:t>45-  AWESTRUCK WE FALL TO OUR KNEES AS WE HUMBLY PROCLAIM</a:t>
            </a:r>
          </a:p>
          <a:p>
            <a:pPr>
              <a:defRPr/>
            </a:pPr>
            <a:r>
              <a:rPr lang="fr-FR" smtClean="0"/>
              <a:t>46-  YOU ARE AMAZING GOD</a:t>
            </a:r>
          </a:p>
          <a:p>
            <a:pPr>
              <a:defRPr/>
            </a:pPr>
            <a:r>
              <a:rPr lang="fr-FR" smtClean="0"/>
              <a:t>47-  WHO HAS TOLD EVERY LIGHTNING BOLT WHERE IT SHOULD GO</a:t>
            </a:r>
          </a:p>
          <a:p>
            <a:pPr>
              <a:defRPr/>
            </a:pPr>
            <a:r>
              <a:rPr lang="fr-FR" smtClean="0"/>
              <a:t>48-  OR SEEN HEAVENLY STOREHOUSES LADEN WITH SNOW</a:t>
            </a:r>
          </a:p>
          <a:p>
            <a:pPr>
              <a:defRPr/>
            </a:pPr>
            <a:r>
              <a:rPr lang="fr-FR" smtClean="0"/>
              <a:t>49-  WHO IMAGINED THE SUN AND GIVES SOURCE TO ITS LIGHT</a:t>
            </a:r>
          </a:p>
          <a:p>
            <a:pPr>
              <a:defRPr/>
            </a:pPr>
            <a:r>
              <a:rPr lang="fr-FR" smtClean="0"/>
              <a:t>50-  YET CONCEALS IT TO BRING US THE COOLNESS OF NIGHT</a:t>
            </a:r>
          </a:p>
          <a:p>
            <a:pPr>
              <a:defRPr/>
            </a:pPr>
            <a:r>
              <a:rPr lang="fr-FR" smtClean="0"/>
              <a:t>51-  NONE CAN FATHOM  INDESCRIBABLE, UNCONTAINABLE</a:t>
            </a:r>
          </a:p>
          <a:p>
            <a:pPr>
              <a:defRPr/>
            </a:pPr>
            <a:r>
              <a:rPr lang="fr-FR" smtClean="0"/>
              <a:t>52-  YOU PLACED THE STARS IN THE SKY AND YOU KNOW THEM BY NAME</a:t>
            </a:r>
          </a:p>
          <a:p>
            <a:pPr>
              <a:defRPr/>
            </a:pPr>
            <a:r>
              <a:rPr lang="fr-FR" smtClean="0"/>
              <a:t>53-  YOU ARE AMAZING GOD ALL POWERFUL, UNTAMABLE</a:t>
            </a:r>
          </a:p>
          <a:p>
            <a:pPr>
              <a:defRPr/>
            </a:pPr>
            <a:r>
              <a:rPr lang="fr-FR" smtClean="0"/>
              <a:t>54-  AWESTRUCK WE FALL TO OUR KNEES AS WE HUMBLY PROCLAIM</a:t>
            </a:r>
          </a:p>
          <a:p>
            <a:pPr>
              <a:defRPr/>
            </a:pPr>
            <a:r>
              <a:rPr lang="fr-FR" smtClean="0"/>
              <a:t>55-  YOU ARE AMAZING GOD</a:t>
            </a:r>
          </a:p>
          <a:p>
            <a:pPr>
              <a:defRPr/>
            </a:pPr>
            <a:r>
              <a:rPr lang="fr-FR" smtClean="0"/>
              <a:t>56-  CAN'T EXPLAIN INDESCRIBABLE, UNCONTAINABLE</a:t>
            </a:r>
          </a:p>
          <a:p>
            <a:pPr>
              <a:defRPr/>
            </a:pPr>
            <a:r>
              <a:rPr lang="fr-FR" smtClean="0"/>
              <a:t>57-  YOU PLACES THE STARS IN THE SKY</a:t>
            </a:r>
          </a:p>
          <a:p>
            <a:pPr>
              <a:defRPr/>
            </a:pPr>
            <a:r>
              <a:rPr lang="fr-FR" smtClean="0"/>
              <a:t>58-  CAN'T CONTAIN  YOU'RE ALL POWERFUL YOU'RE UNTAMABLE</a:t>
            </a:r>
          </a:p>
          <a:p>
            <a:pPr>
              <a:defRPr/>
            </a:pPr>
            <a:r>
              <a:rPr lang="fr-FR" smtClean="0"/>
              <a:t>59-  CAN'T EXPLAIN INDESCRIBABLE, UNCONTAINABLE</a:t>
            </a:r>
          </a:p>
          <a:p>
            <a:pPr>
              <a:defRPr/>
            </a:pPr>
            <a:r>
              <a:rPr lang="fr-FR" smtClean="0"/>
              <a:t>60-  YOU PLACES THE STARS IN THE SKY</a:t>
            </a:r>
          </a:p>
          <a:p>
            <a:pPr>
              <a:defRPr/>
            </a:pPr>
            <a:r>
              <a:rPr lang="fr-FR" smtClean="0"/>
              <a:t>61-  CAN'T CONTAIN  YOU'RE ALL POWERFUL, YOU'RE UNTAMABLE</a:t>
            </a:r>
          </a:p>
          <a:p>
            <a:pPr>
              <a:defRPr/>
            </a:pPr>
            <a:r>
              <a:rPr lang="fr-FR" smtClean="0"/>
              <a:t>62-  AWESTRUCK WE FALL TO OUR KNEES</a:t>
            </a:r>
          </a:p>
          <a:p>
            <a:pPr>
              <a:defRPr/>
            </a:pPr>
            <a:r>
              <a:rPr lang="fr-FR" smtClean="0"/>
              <a:t>63-  INDESCRIBABLE, UNCONTAINABLE</a:t>
            </a:r>
          </a:p>
          <a:p>
            <a:pPr>
              <a:defRPr/>
            </a:pPr>
            <a:r>
              <a:rPr lang="fr-FR" smtClean="0"/>
              <a:t>64-  YOU PLACED THE STARS IN THE SKY  YOU KNOW THEM BY NAME</a:t>
            </a:r>
          </a:p>
          <a:p>
            <a:pPr>
              <a:defRPr/>
            </a:pPr>
            <a:r>
              <a:rPr lang="fr-FR" smtClean="0"/>
              <a:t>65-  YOU ARE AMAZING GOD</a:t>
            </a:r>
          </a:p>
          <a:p>
            <a:pPr>
              <a:defRPr/>
            </a:pPr>
            <a:r>
              <a:rPr lang="fr-FR" smtClean="0"/>
              <a:t>66-  ALL POWERFUL, UNTAMABLE</a:t>
            </a:r>
          </a:p>
          <a:p>
            <a:pPr>
              <a:defRPr/>
            </a:pPr>
            <a:r>
              <a:rPr lang="fr-FR" smtClean="0"/>
              <a:t>67-  AWESTRUCK WE FALL TO OUR KNEES  AS WE HUMBLY PROCLAIM</a:t>
            </a:r>
          </a:p>
          <a:p>
            <a:pPr>
              <a:defRPr/>
            </a:pPr>
            <a:r>
              <a:rPr lang="fr-FR" smtClean="0"/>
              <a:t>68-  YOU ARE AMAZING GOD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DES PROFONDEURS DES MERS AUX MONTAGNES ÉLEVÉES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highest of heights to the depths of the sea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LA CRÉATION RÉVÈLE TA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Creation's revealing Your majesty 
3-  DES COULEURS DE L’AUTOMNE  AUX PARFUMS DU PRINTEMPS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colors of fall to the fragrance of spring 
4-  CHAQUE CRÉATURE UNIQUE TE CHANTE UN NOUVEAU CHANT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creature unique in the song that it sings
5-  TOUTES S’EXCLAMANT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exclaiming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	6-  QUI PEUT TE DÉCRIRE OU TE CONTENIR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Indescribable, uncontainable,
	7-  TU PLACES LES ÉTOILES AU CIEL ET TU CONNAIS LEUR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amazing God 
	9-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All powerful, untamable, 
	10-  NOUS TOMBONS À GENOUX DEVANT TOI EN PROCLAMANT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12-  QUI COMMANDE AUX ÉCLAIRS DU TONNERRE OÙ ALLER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has told every lightning bolt where it should go 
13-  QUI ORDONNE À LA NEIGE EN QUEL LIEU SE POSER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Or seen heavenly storehouses laden with snow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QUI CRÉA LE SOLEIL SA LUMIÈRE INFINIE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imagined the sun and gives source to its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ET LE CACHE POUR OFFRIR LA FRAÎCHEUR DE LA NUIT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Yet conceals it to bring us the coolness of night 
16-  QUI TE SONDERA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None can fathom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PLACES LES ÉTOILES AU CIEL INCOMMENSURABLE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TU PLACES LES ÉTOILES AU CIEL INCOMMENSURABLE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TU PLACES LES ÉTOILES AU CIEL ET TU CONNAIS LEUR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NOUS TOMBONS À GENOUX DEVANT TOI EN PROCLAMANT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TU PLACES LES ÉTOILES AU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INCOMMENSURABLE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INEXPLICABLE QUI PEUT TE DÉCRIRE OU TE CONTENIR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INCOMMENSURABLE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TU ES INDESCRIPTIBLE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FROM THE HIGHEST OF HEIGHTS TO THE DEPTHS OF THE SEA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CREATION'S REVEALING YOUR MAJESTY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FROM THE COLORS OF FALL TO THE FRAGRANCE OF SPRING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EVERY CREATURE UNIQUE IN THE SONG THAT IT SINGS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ALL EXCLAIMING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YOU ARE AMAZING GOD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WHO HAS TOLD EVERY LIGHTNING BOLT WHERE IT SHOULD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OR SEEN HEAVENLY STOREHOUSES LADEN WITH SNOW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WHO IMAGINED THE SUN AND GIVES SOURCE TO ITS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YET CONCEALS IT TO BRING US THE COOLNESS OF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NONE CAN FATHOM  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YOU ARE AMAZING GOD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CAN'T EXPLAIN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YOU PLACES THE STARS IN THE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CAN'T CONTAIN  YOU'RE ALL POWERFUL YOU'RE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CAN'T EXPLAIN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YOU PLACES THE STARS IN THE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61-  CAN'T CONTAIN  YOU'RE ALL POWERFUL, YOU'RE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62-  AWESTRUCK WE FALL TO OUR KNEES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64-  YOU PLACED THE STARS IN THE SKY 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65-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66- 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67-  AWESTRUCK WE FALL TO OUR KNEES 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68-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b="1" i="1" dirty="0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DES PROFONDEURS DES MERS AUX MONTAGNES ÉLEVÉES</a:t>
            </a:r>
          </a:p>
          <a:p>
            <a:pPr>
              <a:defRPr/>
            </a:pPr>
            <a:r>
              <a:rPr lang="fr-FR" smtClean="0"/>
              <a:t>From the highest of heights to the depths of the sea</a:t>
            </a:r>
          </a:p>
          <a:p>
            <a:pPr>
              <a:defRPr/>
            </a:pPr>
            <a:r>
              <a:rPr lang="fr-FR" smtClean="0"/>
              <a:t>2-  LA CRÉATION RÉVÈLE TA MAJESTÉ</a:t>
            </a:r>
          </a:p>
          <a:p>
            <a:pPr>
              <a:defRPr/>
            </a:pPr>
            <a:r>
              <a:rPr lang="fr-FR" smtClean="0"/>
              <a:t>Creation's revealing Your majesty 
3-  DES COULEURS DE L’AUTOMNE  AUX PARFUMS DU PRINTEMPS</a:t>
            </a:r>
          </a:p>
          <a:p>
            <a:pPr>
              <a:defRPr/>
            </a:pPr>
            <a:r>
              <a:rPr lang="fr-FR" smtClean="0"/>
              <a:t>From the colors of fall to the fragrance of spring 
4-  CHAQUE CRÉATURE UNIQUE TE CHANTE UN NOUVEAU CHANT </a:t>
            </a:r>
          </a:p>
          <a:p>
            <a:pPr>
              <a:defRPr/>
            </a:pPr>
            <a:r>
              <a:rPr lang="fr-FR" smtClean="0"/>
              <a:t>Every creature unique in the song that it sings
5-  TOUTES S’EXCLAMANT</a:t>
            </a:r>
          </a:p>
          <a:p>
            <a:pPr>
              <a:defRPr/>
            </a:pPr>
            <a:r>
              <a:rPr lang="fr-FR" smtClean="0"/>
              <a:t>All exclaiming</a:t>
            </a:r>
          </a:p>
          <a:p>
            <a:pPr>
              <a:defRPr/>
            </a:pPr>
            <a:r>
              <a:rPr lang="fr-FR" smtClean="0"/>
              <a:t> 
	6-  QUI PEUT TE DÉCRIRE OU TE CONTENIR ? </a:t>
            </a:r>
          </a:p>
          <a:p>
            <a:pPr>
              <a:defRPr/>
            </a:pPr>
            <a:r>
              <a:rPr lang="fr-FR" smtClean="0"/>
              <a:t>	Indescribable, uncontainable,
	7-  TU PLACES LES ÉTOILES AU CIEL ET TU CONNAIS LEUR NOM </a:t>
            </a:r>
          </a:p>
          <a:p>
            <a:pPr>
              <a:defRPr/>
            </a:pPr>
            <a:r>
              <a:rPr lang="fr-FR" smtClean="0"/>
              <a:t>	You placed the stars in the sky and You know them by name</a:t>
            </a:r>
          </a:p>
          <a:p>
            <a:pPr>
              <a:defRPr/>
            </a:pPr>
            <a:r>
              <a:rPr lang="fr-FR" smtClean="0"/>
              <a:t>	8-  TU ES UN DIEU SI GRAND</a:t>
            </a:r>
          </a:p>
          <a:p>
            <a:pPr>
              <a:defRPr/>
            </a:pPr>
            <a:r>
              <a:rPr lang="fr-FR" smtClean="0"/>
              <a:t>	You are amazing God 
	9-  DIEU TOUT-PUISSANT, IMPRESSIONNANT</a:t>
            </a:r>
          </a:p>
          <a:p>
            <a:pPr>
              <a:defRPr/>
            </a:pPr>
            <a:r>
              <a:rPr lang="fr-FR" smtClean="0"/>
              <a:t>	All powerful, untamable, 
	10-  NOUS TOMBONS À GENOUX DEVANT TOI EN PROCLAMANT</a:t>
            </a:r>
          </a:p>
          <a:p>
            <a:pPr>
              <a:defRPr/>
            </a:pPr>
            <a:r>
              <a:rPr lang="fr-FR" smtClean="0"/>
              <a:t>	Awestruck we fall to our knees as we humbly proclaim</a:t>
            </a:r>
          </a:p>
          <a:p>
            <a:pPr>
              <a:defRPr/>
            </a:pPr>
            <a:r>
              <a:rPr lang="fr-FR" smtClean="0"/>
              <a:t>	11- TU ES UN DIEU SI GRAND</a:t>
            </a:r>
          </a:p>
          <a:p>
            <a:pPr>
              <a:defRPr/>
            </a:pPr>
            <a:r>
              <a:rPr lang="fr-FR" smtClean="0"/>
              <a:t>	You are amazing God</a:t>
            </a:r>
          </a:p>
          <a:p>
            <a:pPr>
              <a:defRPr/>
            </a:pPr>
            <a:r>
              <a:rPr lang="fr-FR" smtClean="0"/>
              <a:t> 
12-  QUI COMMANDE AUX ÉCLAIRS DU TONNERRE OÙ ALLER ?</a:t>
            </a:r>
          </a:p>
          <a:p>
            <a:pPr>
              <a:defRPr/>
            </a:pPr>
            <a:r>
              <a:rPr lang="fr-FR" smtClean="0"/>
              <a:t>Who has told every lightning bolt where it should go 
13-  QUI ORDONNE À LA NEIGE EN QUEL LIEU SE POSER ? </a:t>
            </a:r>
          </a:p>
          <a:p>
            <a:pPr>
              <a:defRPr/>
            </a:pPr>
            <a:r>
              <a:rPr lang="fr-FR" smtClean="0"/>
              <a:t>Or seen heavenly storehouses laden with snow</a:t>
            </a:r>
          </a:p>
          <a:p>
            <a:pPr>
              <a:defRPr/>
            </a:pPr>
            <a:r>
              <a:rPr lang="fr-FR" smtClean="0"/>
              <a:t>14-  QUI CRÉA LE SOLEIL SA LUMIÈRE INFINIE ? </a:t>
            </a:r>
          </a:p>
          <a:p>
            <a:pPr>
              <a:defRPr/>
            </a:pPr>
            <a:r>
              <a:rPr lang="fr-FR" smtClean="0"/>
              <a:t>Who imagined the sun and gives source to its light</a:t>
            </a:r>
          </a:p>
          <a:p>
            <a:pPr>
              <a:defRPr/>
            </a:pPr>
            <a:r>
              <a:rPr lang="fr-FR" smtClean="0"/>
              <a:t>15-  ET LE CACHE POUR OFFRIR LA FRAÎCHEUR DE LA NUIT</a:t>
            </a:r>
          </a:p>
          <a:p>
            <a:pPr>
              <a:defRPr/>
            </a:pPr>
            <a:r>
              <a:rPr lang="fr-FR" smtClean="0"/>
              <a:t>Yet conceals it to bring us the coolness of night 
16-  QUI TE SONDERA ? </a:t>
            </a:r>
          </a:p>
          <a:p>
            <a:pPr>
              <a:defRPr/>
            </a:pPr>
            <a:r>
              <a:rPr lang="fr-FR" smtClean="0"/>
              <a:t>None can fathom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INEXPLICABLE QUI PEUT TE DÉCRIRE OU TE CONTENIR ?</a:t>
            </a:r>
          </a:p>
          <a:p>
            <a:pPr>
              <a:defRPr/>
            </a:pPr>
            <a:r>
              <a:rPr lang="fr-FR" smtClean="0"/>
              <a:t>18-  TU PLACES LES ÉTOILES AU CIEL INCOMMENSURABLE</a:t>
            </a:r>
          </a:p>
          <a:p>
            <a:pPr>
              <a:defRPr/>
            </a:pPr>
            <a:r>
              <a:rPr lang="fr-FR" smtClean="0"/>
              <a:t>19-  DIEU TOUT-PUISSANT, IMPRESSIONNANT</a:t>
            </a:r>
          </a:p>
          <a:p>
            <a:pPr>
              <a:defRPr/>
            </a:pPr>
            <a:r>
              <a:rPr lang="fr-FR" smtClean="0"/>
              <a:t>20-  FORMIDABLE NOUS TOMBONS À GENOUX DEVANT TOI</a:t>
            </a:r>
          </a:p>
          <a:p>
            <a:pPr>
              <a:defRPr/>
            </a:pPr>
            <a:r>
              <a:rPr lang="fr-FR" smtClean="0"/>
              <a:t>21-  INEXPLICABLE QUI PEUT TE DÉCRIRE OU TE CONTENIR ?</a:t>
            </a:r>
          </a:p>
          <a:p>
            <a:pPr>
              <a:defRPr/>
            </a:pPr>
            <a:r>
              <a:rPr lang="fr-FR" smtClean="0"/>
              <a:t>22-  TU PLACES LES ÉTOILES AU CIEL INCOMMENSURABLE</a:t>
            </a:r>
          </a:p>
          <a:p>
            <a:pPr>
              <a:defRPr/>
            </a:pPr>
            <a:r>
              <a:rPr lang="fr-FR" smtClean="0"/>
              <a:t>23-  DIEU TOUT-PUISSANT, IMPRESSIONNANT</a:t>
            </a:r>
          </a:p>
          <a:p>
            <a:pPr>
              <a:defRPr/>
            </a:pPr>
            <a:r>
              <a:rPr lang="fr-FR" smtClean="0"/>
              <a:t>24-  FORMIDABLE NOUS TOMBONS À GENOUX DEVANT TOI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QUI PEUT TE DÉCRIRE OU TE CONTENIR ?</a:t>
            </a:r>
          </a:p>
          <a:p>
            <a:pPr>
              <a:defRPr/>
            </a:pPr>
            <a:r>
              <a:rPr lang="fr-FR" smtClean="0"/>
              <a:t>26-  TU PLACES LES ÉTOILES AU CIEL ET TU CONNAIS LEUR NOM</a:t>
            </a:r>
          </a:p>
          <a:p>
            <a:pPr>
              <a:defRPr/>
            </a:pPr>
            <a:r>
              <a:rPr lang="fr-FR" smtClean="0"/>
              <a:t>27-  TU ES UN DIEU SI GRAND</a:t>
            </a:r>
          </a:p>
          <a:p>
            <a:pPr>
              <a:defRPr/>
            </a:pPr>
            <a:r>
              <a:rPr lang="fr-FR" smtClean="0"/>
              <a:t>28-  DIEU TOUT-PUISSANT, IMPRESSIONNANT</a:t>
            </a:r>
          </a:p>
          <a:p>
            <a:pPr>
              <a:defRPr/>
            </a:pPr>
            <a:r>
              <a:rPr lang="fr-FR" smtClean="0"/>
              <a:t>29-  NOUS TOMBONS À GENOUX DEVANT TOI EN PROCLAMANT</a:t>
            </a:r>
          </a:p>
          <a:p>
            <a:pPr>
              <a:defRPr/>
            </a:pPr>
            <a:r>
              <a:rPr lang="fr-FR" smtClean="0"/>
              <a:t>30-  TU ES UN DIEU SI GRAND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INEXPLICABLE QUI PEUT TE DÉCRIRE OU TE CONTENIR ?</a:t>
            </a:r>
          </a:p>
          <a:p>
            <a:pPr>
              <a:defRPr/>
            </a:pPr>
            <a:r>
              <a:rPr lang="fr-FR" smtClean="0"/>
              <a:t>32-  TU PLACES LES ÉTOILES AU CIEL</a:t>
            </a:r>
          </a:p>
          <a:p>
            <a:pPr>
              <a:defRPr/>
            </a:pPr>
            <a:r>
              <a:rPr lang="fr-FR" smtClean="0"/>
              <a:t>33-  INCOMMENSURABLE DIEU TOUT-PUISSANT, IMPRESSIONNANT</a:t>
            </a:r>
          </a:p>
          <a:p>
            <a:pPr>
              <a:defRPr/>
            </a:pPr>
            <a:r>
              <a:rPr lang="fr-FR" smtClean="0"/>
              <a:t>34-  FORMIDABLE NOUS TOMBONS À GENOUX DEVANT TOI</a:t>
            </a:r>
          </a:p>
          <a:p>
            <a:pPr>
              <a:defRPr/>
            </a:pPr>
            <a:r>
              <a:rPr lang="fr-FR" smtClean="0"/>
              <a:t>35-  INEXPLICABLE QUI PEUT TE DÉCRIRE OU TE CONTENIR ? </a:t>
            </a:r>
          </a:p>
          <a:p>
            <a:pPr>
              <a:defRPr/>
            </a:pPr>
            <a:r>
              <a:rPr lang="fr-FR" smtClean="0"/>
              <a:t>36-  INCOMMENSURABLE DIEU TOUT-PUISSANT, IMPRESSIONNANT</a:t>
            </a:r>
          </a:p>
          <a:p>
            <a:pPr>
              <a:defRPr/>
            </a:pPr>
            <a:r>
              <a:rPr lang="fr-FR" smtClean="0"/>
              <a:t>37-  TU ES INDESCRIPTIBLE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**************************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FROM THE HIGHEST OF HEIGHTS TO THE DEPTHS OF THE SEA</a:t>
            </a:r>
          </a:p>
          <a:p>
            <a:pPr>
              <a:defRPr/>
            </a:pPr>
            <a:r>
              <a:rPr lang="fr-FR" smtClean="0"/>
              <a:t>39-  CREATION'S REVEALING YOUR MAJESTY</a:t>
            </a:r>
          </a:p>
          <a:p>
            <a:pPr>
              <a:defRPr/>
            </a:pPr>
            <a:r>
              <a:rPr lang="fr-FR" smtClean="0"/>
              <a:t>40-  FROM THE COLORS OF FALL TO THE FRAGRANCE OF SPRING</a:t>
            </a:r>
          </a:p>
          <a:p>
            <a:pPr>
              <a:defRPr/>
            </a:pPr>
            <a:r>
              <a:rPr lang="fr-FR" smtClean="0"/>
              <a:t>41-  EVERY CREATURE UNIQUE IN THE SONG THAT IT SINGS</a:t>
            </a:r>
          </a:p>
          <a:p>
            <a:pPr>
              <a:defRPr/>
            </a:pPr>
            <a:r>
              <a:rPr lang="fr-FR" smtClean="0"/>
              <a:t>42-  ALL EXCLAIMING INDESCRIBABLE, UNCONTAINABLE</a:t>
            </a:r>
          </a:p>
          <a:p>
            <a:pPr>
              <a:defRPr/>
            </a:pPr>
            <a:r>
              <a:rPr lang="fr-FR" smtClean="0"/>
              <a:t>43-  YOU PLACED THE STARS IN THE SKY AND YOU KNOW THEM BY NAME</a:t>
            </a:r>
          </a:p>
          <a:p>
            <a:pPr>
              <a:defRPr/>
            </a:pPr>
            <a:r>
              <a:rPr lang="fr-FR" smtClean="0"/>
              <a:t>44-  YOU ARE AMAZING GOD ALL POWERFUL, UNTAMABLE</a:t>
            </a:r>
          </a:p>
          <a:p>
            <a:pPr>
              <a:defRPr/>
            </a:pPr>
            <a:r>
              <a:rPr lang="fr-FR" smtClean="0"/>
              <a:t>45-  AWESTRUCK WE FALL TO OUR KNEES AS WE HUMBLY PROCLAIM</a:t>
            </a:r>
          </a:p>
          <a:p>
            <a:pPr>
              <a:defRPr/>
            </a:pPr>
            <a:r>
              <a:rPr lang="fr-FR" smtClean="0"/>
              <a:t>46-  YOU ARE AMAZING GOD</a:t>
            </a:r>
          </a:p>
          <a:p>
            <a:pPr>
              <a:defRPr/>
            </a:pPr>
            <a:r>
              <a:rPr lang="fr-FR" smtClean="0"/>
              <a:t>47-  WHO HAS TOLD EVERY LIGHTNING BOLT WHERE IT SHOULD GO</a:t>
            </a:r>
          </a:p>
          <a:p>
            <a:pPr>
              <a:defRPr/>
            </a:pPr>
            <a:r>
              <a:rPr lang="fr-FR" smtClean="0"/>
              <a:t>48-  OR SEEN HEAVENLY STOREHOUSES LADEN WITH SNOW</a:t>
            </a:r>
          </a:p>
          <a:p>
            <a:pPr>
              <a:defRPr/>
            </a:pPr>
            <a:r>
              <a:rPr lang="fr-FR" smtClean="0"/>
              <a:t>49-  WHO IMAGINED THE SUN AND GIVES SOURCE TO ITS LIGHT</a:t>
            </a:r>
          </a:p>
          <a:p>
            <a:pPr>
              <a:defRPr/>
            </a:pPr>
            <a:r>
              <a:rPr lang="fr-FR" smtClean="0"/>
              <a:t>50-  YET CONCEALS IT TO BRING US THE COOLNESS OF NIGHT</a:t>
            </a:r>
          </a:p>
          <a:p>
            <a:pPr>
              <a:defRPr/>
            </a:pPr>
            <a:r>
              <a:rPr lang="fr-FR" smtClean="0"/>
              <a:t>51-  NONE CAN FATHOM  INDESCRIBABLE, UNCONTAINABLE</a:t>
            </a:r>
          </a:p>
          <a:p>
            <a:pPr>
              <a:defRPr/>
            </a:pPr>
            <a:r>
              <a:rPr lang="fr-FR" smtClean="0"/>
              <a:t>52-  YOU PLACED THE STARS IN THE SKY AND YOU KNOW THEM BY NAME</a:t>
            </a:r>
          </a:p>
          <a:p>
            <a:pPr>
              <a:defRPr/>
            </a:pPr>
            <a:r>
              <a:rPr lang="fr-FR" smtClean="0"/>
              <a:t>53-  YOU ARE AMAZING GOD ALL POWERFUL, UNTAMABLE</a:t>
            </a:r>
          </a:p>
          <a:p>
            <a:pPr>
              <a:defRPr/>
            </a:pPr>
            <a:r>
              <a:rPr lang="fr-FR" smtClean="0"/>
              <a:t>54-  AWESTRUCK WE FALL TO OUR KNEES AS WE HUMBLY PROCLAIM</a:t>
            </a:r>
          </a:p>
          <a:p>
            <a:pPr>
              <a:defRPr/>
            </a:pPr>
            <a:r>
              <a:rPr lang="fr-FR" smtClean="0"/>
              <a:t>55-  YOU ARE AMAZING GOD</a:t>
            </a:r>
          </a:p>
          <a:p>
            <a:pPr>
              <a:defRPr/>
            </a:pPr>
            <a:r>
              <a:rPr lang="fr-FR" smtClean="0"/>
              <a:t>56-  CAN'T EXPLAIN INDESCRIBABLE, UNCONTAINABLE</a:t>
            </a:r>
          </a:p>
          <a:p>
            <a:pPr>
              <a:defRPr/>
            </a:pPr>
            <a:r>
              <a:rPr lang="fr-FR" smtClean="0"/>
              <a:t>57-  YOU PLACES THE STARS IN THE SKY</a:t>
            </a:r>
          </a:p>
          <a:p>
            <a:pPr>
              <a:defRPr/>
            </a:pPr>
            <a:r>
              <a:rPr lang="fr-FR" smtClean="0"/>
              <a:t>58-  CAN'T CONTAIN  YOU'RE ALL POWERFUL YOU'RE UNTAMABLE</a:t>
            </a:r>
          </a:p>
          <a:p>
            <a:pPr>
              <a:defRPr/>
            </a:pPr>
            <a:r>
              <a:rPr lang="fr-FR" smtClean="0"/>
              <a:t>59-  CAN'T EXPLAIN INDESCRIBABLE, UNCONTAINABLE</a:t>
            </a:r>
          </a:p>
          <a:p>
            <a:pPr>
              <a:defRPr/>
            </a:pPr>
            <a:r>
              <a:rPr lang="fr-FR" smtClean="0"/>
              <a:t>60-  YOU PLACES THE STARS IN THE SKY</a:t>
            </a:r>
          </a:p>
          <a:p>
            <a:pPr>
              <a:defRPr/>
            </a:pPr>
            <a:r>
              <a:rPr lang="fr-FR" smtClean="0"/>
              <a:t>61-  CAN'T CONTAIN  YOU'RE ALL POWERFUL, YOU'RE UNTAMABLE</a:t>
            </a:r>
          </a:p>
          <a:p>
            <a:pPr>
              <a:defRPr/>
            </a:pPr>
            <a:r>
              <a:rPr lang="fr-FR" smtClean="0"/>
              <a:t>62-  AWESTRUCK WE FALL TO OUR KNEES</a:t>
            </a:r>
          </a:p>
          <a:p>
            <a:pPr>
              <a:defRPr/>
            </a:pPr>
            <a:r>
              <a:rPr lang="fr-FR" smtClean="0"/>
              <a:t>63-  INDESCRIBABLE, UNCONTAINABLE</a:t>
            </a:r>
          </a:p>
          <a:p>
            <a:pPr>
              <a:defRPr/>
            </a:pPr>
            <a:r>
              <a:rPr lang="fr-FR" smtClean="0"/>
              <a:t>64-  YOU PLACED THE STARS IN THE SKY  YOU KNOW THEM BY NAME</a:t>
            </a:r>
          </a:p>
          <a:p>
            <a:pPr>
              <a:defRPr/>
            </a:pPr>
            <a:r>
              <a:rPr lang="fr-FR" smtClean="0"/>
              <a:t>65-  YOU ARE AMAZING GOD</a:t>
            </a:r>
          </a:p>
          <a:p>
            <a:pPr>
              <a:defRPr/>
            </a:pPr>
            <a:r>
              <a:rPr lang="fr-FR" smtClean="0"/>
              <a:t>66-  ALL POWERFUL, UNTAMABLE</a:t>
            </a:r>
          </a:p>
          <a:p>
            <a:pPr>
              <a:defRPr/>
            </a:pPr>
            <a:r>
              <a:rPr lang="fr-FR" smtClean="0"/>
              <a:t>67-  AWESTRUCK WE FALL TO OUR KNEES  AS WE HUMBLY PROCLAIM</a:t>
            </a:r>
          </a:p>
          <a:p>
            <a:pPr>
              <a:defRPr/>
            </a:pPr>
            <a:r>
              <a:rPr lang="fr-FR" smtClean="0"/>
              <a:t>68-  YOU ARE AMAZING GOD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DES PROFONDEURS DES MERS AUX MONTAGNES ÉLEVÉES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highest of heights to the depths of the sea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LA CRÉATION RÉVÈLE TA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Creation's revealing Your majesty 
3-  DES COULEURS DE L’AUTOMNE  AUX PARFUMS DU PRINTEMPS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colors of fall to the fragrance of spring 
4-  CHAQUE CRÉATURE UNIQUE TE CHANTE UN NOUVEAU CHANT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creature unique in the song that it sings
5-  TOUTES S’EXCLAMANT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exclaiming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	6-  QUI PEUT TE DÉCRIRE OU TE CONTENIR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Indescribable, uncontainable,
	7-  TU PLACES LES ÉTOILES AU CIEL ET TU CONNAIS LEUR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amazing God 
	9-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All powerful, untamable, 
	10-  NOUS TOMBONS À GENOUX DEVANT TOI EN PROCLAMANT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12-  QUI COMMANDE AUX ÉCLAIRS DU TONNERRE OÙ ALLER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has told every lightning bolt where it should go 
13-  QUI ORDONNE À LA NEIGE EN QUEL LIEU SE POSER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Or seen heavenly storehouses laden with snow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QUI CRÉA LE SOLEIL SA LUMIÈRE INFINIE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imagined the sun and gives source to its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ET LE CACHE POUR OFFRIR LA FRAÎCHEUR DE LA NUIT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Yet conceals it to bring us the coolness of night 
16-  QUI TE SONDERA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None can fathom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PLACES LES ÉTOILES AU CIEL INCOMMENSURABLE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TU PLACES LES ÉTOILES AU CIEL INCOMMENSURABLE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TU PLACES LES ÉTOILES AU CIEL ET TU CONNAIS LEUR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NOUS TOMBONS À GENOUX DEVANT TOI EN PROCLAMANT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TU PLACES LES ÉTOILES AU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INCOMMENSURABLE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INEXPLICABLE QUI PEUT TE DÉCRIRE OU TE CONTENIR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INCOMMENSURABLE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TU ES INDESCRIPTIBLE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FROM THE HIGHEST OF HEIGHTS TO THE DEPTHS OF THE SEA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CREATION'S REVEALING YOUR MAJESTY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FROM THE COLORS OF FALL TO THE FRAGRANCE OF SPRING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EVERY CREATURE UNIQUE IN THE SONG THAT IT SINGS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ALL EXCLAIMING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YOU ARE AMAZING GOD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WHO HAS TOLD EVERY LIGHTNING BOLT WHERE IT SHOULD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OR SEEN HEAVENLY STOREHOUSES LADEN WITH SNOW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WHO IMAGINED THE SUN AND GIVES SOURCE TO ITS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YET CONCEALS IT TO BRING US THE COOLNESS OF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NONE CAN FATHOM  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YOU ARE AMAZING GOD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CAN'T EXPLAIN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YOU PLACES THE STARS IN THE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CAN'T CONTAIN  YOU'RE ALL POWERFUL YOU'RE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CAN'T EXPLAIN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YOU PLACES THE STARS IN THE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61-  CAN'T CONTAIN  YOU'RE ALL POWERFUL, YOU'RE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62-  AWESTRUCK WE FALL TO OUR KNEES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64-  YOU PLACED THE STARS IN THE SKY 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65-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66- 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67-  AWESTRUCK WE FALL TO OUR KNEES 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68-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b="1" i="1" dirty="0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DES PROFONDEURS DES MERS AUX MONTAGNES ÉLEVÉES</a:t>
            </a:r>
          </a:p>
          <a:p>
            <a:pPr>
              <a:defRPr/>
            </a:pPr>
            <a:r>
              <a:rPr lang="fr-FR" smtClean="0"/>
              <a:t>From the highest of heights to the depths of the sea</a:t>
            </a:r>
          </a:p>
          <a:p>
            <a:pPr>
              <a:defRPr/>
            </a:pPr>
            <a:r>
              <a:rPr lang="fr-FR" smtClean="0"/>
              <a:t>2-  LA CRÉATION RÉVÈLE TA MAJESTÉ</a:t>
            </a:r>
          </a:p>
          <a:p>
            <a:pPr>
              <a:defRPr/>
            </a:pPr>
            <a:r>
              <a:rPr lang="fr-FR" smtClean="0"/>
              <a:t>Creation's revealing Your majesty 
3-  DES COULEURS DE L’AUTOMNE  AUX PARFUMS DU PRINTEMPS</a:t>
            </a:r>
          </a:p>
          <a:p>
            <a:pPr>
              <a:defRPr/>
            </a:pPr>
            <a:r>
              <a:rPr lang="fr-FR" smtClean="0"/>
              <a:t>From the colors of fall to the fragrance of spring 
4-  CHAQUE CRÉATURE UNIQUE TE CHANTE UN NOUVEAU CHANT </a:t>
            </a:r>
          </a:p>
          <a:p>
            <a:pPr>
              <a:defRPr/>
            </a:pPr>
            <a:r>
              <a:rPr lang="fr-FR" smtClean="0"/>
              <a:t>Every creature unique in the song that it sings
5-  TOUTES S’EXCLAMANT</a:t>
            </a:r>
          </a:p>
          <a:p>
            <a:pPr>
              <a:defRPr/>
            </a:pPr>
            <a:r>
              <a:rPr lang="fr-FR" smtClean="0"/>
              <a:t>All exclaiming</a:t>
            </a:r>
          </a:p>
          <a:p>
            <a:pPr>
              <a:defRPr/>
            </a:pPr>
            <a:r>
              <a:rPr lang="fr-FR" smtClean="0"/>
              <a:t> 
	6-  QUI PEUT TE DÉCRIRE OU TE CONTENIR ? </a:t>
            </a:r>
          </a:p>
          <a:p>
            <a:pPr>
              <a:defRPr/>
            </a:pPr>
            <a:r>
              <a:rPr lang="fr-FR" smtClean="0"/>
              <a:t>	Indescribable, uncontainable,
	7-  TU PLACES LES ÉTOILES AU CIEL ET TU CONNAIS LEUR NOM </a:t>
            </a:r>
          </a:p>
          <a:p>
            <a:pPr>
              <a:defRPr/>
            </a:pPr>
            <a:r>
              <a:rPr lang="fr-FR" smtClean="0"/>
              <a:t>	You placed the stars in the sky and You know them by name</a:t>
            </a:r>
          </a:p>
          <a:p>
            <a:pPr>
              <a:defRPr/>
            </a:pPr>
            <a:r>
              <a:rPr lang="fr-FR" smtClean="0"/>
              <a:t>	8-  TU ES UN DIEU SI GRAND</a:t>
            </a:r>
          </a:p>
          <a:p>
            <a:pPr>
              <a:defRPr/>
            </a:pPr>
            <a:r>
              <a:rPr lang="fr-FR" smtClean="0"/>
              <a:t>	You are amazing God 
	9-  DIEU TOUT-PUISSANT, IMPRESSIONNANT</a:t>
            </a:r>
          </a:p>
          <a:p>
            <a:pPr>
              <a:defRPr/>
            </a:pPr>
            <a:r>
              <a:rPr lang="fr-FR" smtClean="0"/>
              <a:t>	All powerful, untamable, 
	10-  NOUS TOMBONS À GENOUX DEVANT TOI EN PROCLAMANT</a:t>
            </a:r>
          </a:p>
          <a:p>
            <a:pPr>
              <a:defRPr/>
            </a:pPr>
            <a:r>
              <a:rPr lang="fr-FR" smtClean="0"/>
              <a:t>	Awestruck we fall to our knees as we humbly proclaim</a:t>
            </a:r>
          </a:p>
          <a:p>
            <a:pPr>
              <a:defRPr/>
            </a:pPr>
            <a:r>
              <a:rPr lang="fr-FR" smtClean="0"/>
              <a:t>	11- TU ES UN DIEU SI GRAND</a:t>
            </a:r>
          </a:p>
          <a:p>
            <a:pPr>
              <a:defRPr/>
            </a:pPr>
            <a:r>
              <a:rPr lang="fr-FR" smtClean="0"/>
              <a:t>	You are amazing God</a:t>
            </a:r>
          </a:p>
          <a:p>
            <a:pPr>
              <a:defRPr/>
            </a:pPr>
            <a:r>
              <a:rPr lang="fr-FR" smtClean="0"/>
              <a:t> 
12-  QUI COMMANDE AUX ÉCLAIRS DU TONNERRE OÙ ALLER ?</a:t>
            </a:r>
          </a:p>
          <a:p>
            <a:pPr>
              <a:defRPr/>
            </a:pPr>
            <a:r>
              <a:rPr lang="fr-FR" smtClean="0"/>
              <a:t>Who has told every lightning bolt where it should go 
13-  QUI ORDONNE À LA NEIGE EN QUEL LIEU SE POSER ? </a:t>
            </a:r>
          </a:p>
          <a:p>
            <a:pPr>
              <a:defRPr/>
            </a:pPr>
            <a:r>
              <a:rPr lang="fr-FR" smtClean="0"/>
              <a:t>Or seen heavenly storehouses laden with snow</a:t>
            </a:r>
          </a:p>
          <a:p>
            <a:pPr>
              <a:defRPr/>
            </a:pPr>
            <a:r>
              <a:rPr lang="fr-FR" smtClean="0"/>
              <a:t>14-  QUI CRÉA LE SOLEIL SA LUMIÈRE INFINIE ? </a:t>
            </a:r>
          </a:p>
          <a:p>
            <a:pPr>
              <a:defRPr/>
            </a:pPr>
            <a:r>
              <a:rPr lang="fr-FR" smtClean="0"/>
              <a:t>Who imagined the sun and gives source to its light</a:t>
            </a:r>
          </a:p>
          <a:p>
            <a:pPr>
              <a:defRPr/>
            </a:pPr>
            <a:r>
              <a:rPr lang="fr-FR" smtClean="0"/>
              <a:t>15-  ET LE CACHE POUR OFFRIR LA FRAÎCHEUR DE LA NUIT</a:t>
            </a:r>
          </a:p>
          <a:p>
            <a:pPr>
              <a:defRPr/>
            </a:pPr>
            <a:r>
              <a:rPr lang="fr-FR" smtClean="0"/>
              <a:t>Yet conceals it to bring us the coolness of night 
16-  QUI TE SONDERA ? </a:t>
            </a:r>
          </a:p>
          <a:p>
            <a:pPr>
              <a:defRPr/>
            </a:pPr>
            <a:r>
              <a:rPr lang="fr-FR" smtClean="0"/>
              <a:t>None can fathom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INEXPLICABLE QUI PEUT TE DÉCRIRE OU TE CONTENIR ?</a:t>
            </a:r>
          </a:p>
          <a:p>
            <a:pPr>
              <a:defRPr/>
            </a:pPr>
            <a:r>
              <a:rPr lang="fr-FR" smtClean="0"/>
              <a:t>18-  TU PLACES LES ÉTOILES AU CIEL INCOMMENSURABLE</a:t>
            </a:r>
          </a:p>
          <a:p>
            <a:pPr>
              <a:defRPr/>
            </a:pPr>
            <a:r>
              <a:rPr lang="fr-FR" smtClean="0"/>
              <a:t>19-  DIEU TOUT-PUISSANT, IMPRESSIONNANT</a:t>
            </a:r>
          </a:p>
          <a:p>
            <a:pPr>
              <a:defRPr/>
            </a:pPr>
            <a:r>
              <a:rPr lang="fr-FR" smtClean="0"/>
              <a:t>20-  FORMIDABLE NOUS TOMBONS À GENOUX DEVANT TOI</a:t>
            </a:r>
          </a:p>
          <a:p>
            <a:pPr>
              <a:defRPr/>
            </a:pPr>
            <a:r>
              <a:rPr lang="fr-FR" smtClean="0"/>
              <a:t>21-  INEXPLICABLE QUI PEUT TE DÉCRIRE OU TE CONTENIR ?</a:t>
            </a:r>
          </a:p>
          <a:p>
            <a:pPr>
              <a:defRPr/>
            </a:pPr>
            <a:r>
              <a:rPr lang="fr-FR" smtClean="0"/>
              <a:t>22-  TU PLACES LES ÉTOILES AU CIEL INCOMMENSURABLE</a:t>
            </a:r>
          </a:p>
          <a:p>
            <a:pPr>
              <a:defRPr/>
            </a:pPr>
            <a:r>
              <a:rPr lang="fr-FR" smtClean="0"/>
              <a:t>23-  DIEU TOUT-PUISSANT, IMPRESSIONNANT</a:t>
            </a:r>
          </a:p>
          <a:p>
            <a:pPr>
              <a:defRPr/>
            </a:pPr>
            <a:r>
              <a:rPr lang="fr-FR" smtClean="0"/>
              <a:t>24-  FORMIDABLE NOUS TOMBONS À GENOUX DEVANT TOI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QUI PEUT TE DÉCRIRE OU TE CONTENIR ?</a:t>
            </a:r>
          </a:p>
          <a:p>
            <a:pPr>
              <a:defRPr/>
            </a:pPr>
            <a:r>
              <a:rPr lang="fr-FR" smtClean="0"/>
              <a:t>26-  TU PLACES LES ÉTOILES AU CIEL ET TU CONNAIS LEUR NOM</a:t>
            </a:r>
          </a:p>
          <a:p>
            <a:pPr>
              <a:defRPr/>
            </a:pPr>
            <a:r>
              <a:rPr lang="fr-FR" smtClean="0"/>
              <a:t>27-  TU ES UN DIEU SI GRAND</a:t>
            </a:r>
          </a:p>
          <a:p>
            <a:pPr>
              <a:defRPr/>
            </a:pPr>
            <a:r>
              <a:rPr lang="fr-FR" smtClean="0"/>
              <a:t>28-  DIEU TOUT-PUISSANT, IMPRESSIONNANT</a:t>
            </a:r>
          </a:p>
          <a:p>
            <a:pPr>
              <a:defRPr/>
            </a:pPr>
            <a:r>
              <a:rPr lang="fr-FR" smtClean="0"/>
              <a:t>29-  NOUS TOMBONS À GENOUX DEVANT TOI EN PROCLAMANT</a:t>
            </a:r>
          </a:p>
          <a:p>
            <a:pPr>
              <a:defRPr/>
            </a:pPr>
            <a:r>
              <a:rPr lang="fr-FR" smtClean="0"/>
              <a:t>30-  TU ES UN DIEU SI GRAND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INEXPLICABLE QUI PEUT TE DÉCRIRE OU TE CONTENIR ?</a:t>
            </a:r>
          </a:p>
          <a:p>
            <a:pPr>
              <a:defRPr/>
            </a:pPr>
            <a:r>
              <a:rPr lang="fr-FR" smtClean="0"/>
              <a:t>32-  TU PLACES LES ÉTOILES AU CIEL</a:t>
            </a:r>
          </a:p>
          <a:p>
            <a:pPr>
              <a:defRPr/>
            </a:pPr>
            <a:r>
              <a:rPr lang="fr-FR" smtClean="0"/>
              <a:t>33-  INCOMMENSURABLE DIEU TOUT-PUISSANT, IMPRESSIONNANT</a:t>
            </a:r>
          </a:p>
          <a:p>
            <a:pPr>
              <a:defRPr/>
            </a:pPr>
            <a:r>
              <a:rPr lang="fr-FR" smtClean="0"/>
              <a:t>34-  FORMIDABLE NOUS TOMBONS À GENOUX DEVANT TOI</a:t>
            </a:r>
          </a:p>
          <a:p>
            <a:pPr>
              <a:defRPr/>
            </a:pPr>
            <a:r>
              <a:rPr lang="fr-FR" smtClean="0"/>
              <a:t>35-  INEXPLICABLE QUI PEUT TE DÉCRIRE OU TE CONTENIR ? </a:t>
            </a:r>
          </a:p>
          <a:p>
            <a:pPr>
              <a:defRPr/>
            </a:pPr>
            <a:r>
              <a:rPr lang="fr-FR" smtClean="0"/>
              <a:t>36-  INCOMMENSURABLE DIEU TOUT-PUISSANT, IMPRESSIONNANT</a:t>
            </a:r>
          </a:p>
          <a:p>
            <a:pPr>
              <a:defRPr/>
            </a:pPr>
            <a:r>
              <a:rPr lang="fr-FR" smtClean="0"/>
              <a:t>37-  TU ES INDESCRIPTIBLE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**************************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FROM THE HIGHEST OF HEIGHTS TO THE DEPTHS OF THE SEA</a:t>
            </a:r>
          </a:p>
          <a:p>
            <a:pPr>
              <a:defRPr/>
            </a:pPr>
            <a:r>
              <a:rPr lang="fr-FR" smtClean="0"/>
              <a:t>39-  CREATION'S REVEALING YOUR MAJESTY</a:t>
            </a:r>
          </a:p>
          <a:p>
            <a:pPr>
              <a:defRPr/>
            </a:pPr>
            <a:r>
              <a:rPr lang="fr-FR" smtClean="0"/>
              <a:t>40-  FROM THE COLORS OF FALL TO THE FRAGRANCE OF SPRING</a:t>
            </a:r>
          </a:p>
          <a:p>
            <a:pPr>
              <a:defRPr/>
            </a:pPr>
            <a:r>
              <a:rPr lang="fr-FR" smtClean="0"/>
              <a:t>41-  EVERY CREATURE UNIQUE IN THE SONG THAT IT SINGS</a:t>
            </a:r>
          </a:p>
          <a:p>
            <a:pPr>
              <a:defRPr/>
            </a:pPr>
            <a:r>
              <a:rPr lang="fr-FR" smtClean="0"/>
              <a:t>42-  ALL EXCLAIMING INDESCRIBABLE, UNCONTAINABLE</a:t>
            </a:r>
          </a:p>
          <a:p>
            <a:pPr>
              <a:defRPr/>
            </a:pPr>
            <a:r>
              <a:rPr lang="fr-FR" smtClean="0"/>
              <a:t>43-  YOU PLACED THE STARS IN THE SKY AND YOU KNOW THEM BY NAME</a:t>
            </a:r>
          </a:p>
          <a:p>
            <a:pPr>
              <a:defRPr/>
            </a:pPr>
            <a:r>
              <a:rPr lang="fr-FR" smtClean="0"/>
              <a:t>44-  YOU ARE AMAZING GOD ALL POWERFUL, UNTAMABLE</a:t>
            </a:r>
          </a:p>
          <a:p>
            <a:pPr>
              <a:defRPr/>
            </a:pPr>
            <a:r>
              <a:rPr lang="fr-FR" smtClean="0"/>
              <a:t>45-  AWESTRUCK WE FALL TO OUR KNEES AS WE HUMBLY PROCLAIM</a:t>
            </a:r>
          </a:p>
          <a:p>
            <a:pPr>
              <a:defRPr/>
            </a:pPr>
            <a:r>
              <a:rPr lang="fr-FR" smtClean="0"/>
              <a:t>46-  YOU ARE AMAZING GOD</a:t>
            </a:r>
          </a:p>
          <a:p>
            <a:pPr>
              <a:defRPr/>
            </a:pPr>
            <a:r>
              <a:rPr lang="fr-FR" smtClean="0"/>
              <a:t>47-  WHO HAS TOLD EVERY LIGHTNING BOLT WHERE IT SHOULD GO</a:t>
            </a:r>
          </a:p>
          <a:p>
            <a:pPr>
              <a:defRPr/>
            </a:pPr>
            <a:r>
              <a:rPr lang="fr-FR" smtClean="0"/>
              <a:t>48-  OR SEEN HEAVENLY STOREHOUSES LADEN WITH SNOW</a:t>
            </a:r>
          </a:p>
          <a:p>
            <a:pPr>
              <a:defRPr/>
            </a:pPr>
            <a:r>
              <a:rPr lang="fr-FR" smtClean="0"/>
              <a:t>49-  WHO IMAGINED THE SUN AND GIVES SOURCE TO ITS LIGHT</a:t>
            </a:r>
          </a:p>
          <a:p>
            <a:pPr>
              <a:defRPr/>
            </a:pPr>
            <a:r>
              <a:rPr lang="fr-FR" smtClean="0"/>
              <a:t>50-  YET CONCEALS IT TO BRING US THE COOLNESS OF NIGHT</a:t>
            </a:r>
          </a:p>
          <a:p>
            <a:pPr>
              <a:defRPr/>
            </a:pPr>
            <a:r>
              <a:rPr lang="fr-FR" smtClean="0"/>
              <a:t>51-  NONE CAN FATHOM  INDESCRIBABLE, UNCONTAINABLE</a:t>
            </a:r>
          </a:p>
          <a:p>
            <a:pPr>
              <a:defRPr/>
            </a:pPr>
            <a:r>
              <a:rPr lang="fr-FR" smtClean="0"/>
              <a:t>52-  YOU PLACED THE STARS IN THE SKY AND YOU KNOW THEM BY NAME</a:t>
            </a:r>
          </a:p>
          <a:p>
            <a:pPr>
              <a:defRPr/>
            </a:pPr>
            <a:r>
              <a:rPr lang="fr-FR" smtClean="0"/>
              <a:t>53-  YOU ARE AMAZING GOD ALL POWERFUL, UNTAMABLE</a:t>
            </a:r>
          </a:p>
          <a:p>
            <a:pPr>
              <a:defRPr/>
            </a:pPr>
            <a:r>
              <a:rPr lang="fr-FR" smtClean="0"/>
              <a:t>54-  AWESTRUCK WE FALL TO OUR KNEES AS WE HUMBLY PROCLAIM</a:t>
            </a:r>
          </a:p>
          <a:p>
            <a:pPr>
              <a:defRPr/>
            </a:pPr>
            <a:r>
              <a:rPr lang="fr-FR" smtClean="0"/>
              <a:t>55-  YOU ARE AMAZING GOD</a:t>
            </a:r>
          </a:p>
          <a:p>
            <a:pPr>
              <a:defRPr/>
            </a:pPr>
            <a:r>
              <a:rPr lang="fr-FR" smtClean="0"/>
              <a:t>56-  CAN'T EXPLAIN INDESCRIBABLE, UNCONTAINABLE</a:t>
            </a:r>
          </a:p>
          <a:p>
            <a:pPr>
              <a:defRPr/>
            </a:pPr>
            <a:r>
              <a:rPr lang="fr-FR" smtClean="0"/>
              <a:t>57-  YOU PLACES THE STARS IN THE SKY</a:t>
            </a:r>
          </a:p>
          <a:p>
            <a:pPr>
              <a:defRPr/>
            </a:pPr>
            <a:r>
              <a:rPr lang="fr-FR" smtClean="0"/>
              <a:t>58-  CAN'T CONTAIN  YOU'RE ALL POWERFUL YOU'RE UNTAMABLE</a:t>
            </a:r>
          </a:p>
          <a:p>
            <a:pPr>
              <a:defRPr/>
            </a:pPr>
            <a:r>
              <a:rPr lang="fr-FR" smtClean="0"/>
              <a:t>59-  CAN'T EXPLAIN INDESCRIBABLE, UNCONTAINABLE</a:t>
            </a:r>
          </a:p>
          <a:p>
            <a:pPr>
              <a:defRPr/>
            </a:pPr>
            <a:r>
              <a:rPr lang="fr-FR" smtClean="0"/>
              <a:t>60-  YOU PLACES THE STARS IN THE SKY</a:t>
            </a:r>
          </a:p>
          <a:p>
            <a:pPr>
              <a:defRPr/>
            </a:pPr>
            <a:r>
              <a:rPr lang="fr-FR" smtClean="0"/>
              <a:t>61-  CAN'T CONTAIN  YOU'RE ALL POWERFUL, YOU'RE UNTAMABLE</a:t>
            </a:r>
          </a:p>
          <a:p>
            <a:pPr>
              <a:defRPr/>
            </a:pPr>
            <a:r>
              <a:rPr lang="fr-FR" smtClean="0"/>
              <a:t>62-  AWESTRUCK WE FALL TO OUR KNEES</a:t>
            </a:r>
          </a:p>
          <a:p>
            <a:pPr>
              <a:defRPr/>
            </a:pPr>
            <a:r>
              <a:rPr lang="fr-FR" smtClean="0"/>
              <a:t>63-  INDESCRIBABLE, UNCONTAINABLE</a:t>
            </a:r>
          </a:p>
          <a:p>
            <a:pPr>
              <a:defRPr/>
            </a:pPr>
            <a:r>
              <a:rPr lang="fr-FR" smtClean="0"/>
              <a:t>64-  YOU PLACED THE STARS IN THE SKY  YOU KNOW THEM BY NAME</a:t>
            </a:r>
          </a:p>
          <a:p>
            <a:pPr>
              <a:defRPr/>
            </a:pPr>
            <a:r>
              <a:rPr lang="fr-FR" smtClean="0"/>
              <a:t>65-  YOU ARE AMAZING GOD</a:t>
            </a:r>
          </a:p>
          <a:p>
            <a:pPr>
              <a:defRPr/>
            </a:pPr>
            <a:r>
              <a:rPr lang="fr-FR" smtClean="0"/>
              <a:t>66-  ALL POWERFUL, UNTAMABLE</a:t>
            </a:r>
          </a:p>
          <a:p>
            <a:pPr>
              <a:defRPr/>
            </a:pPr>
            <a:r>
              <a:rPr lang="fr-FR" smtClean="0"/>
              <a:t>67-  AWESTRUCK WE FALL TO OUR KNEES  AS WE HUMBLY PROCLAIM</a:t>
            </a:r>
          </a:p>
          <a:p>
            <a:pPr>
              <a:defRPr/>
            </a:pPr>
            <a:r>
              <a:rPr lang="fr-FR" smtClean="0"/>
              <a:t>68-  YOU ARE AMAZING GOD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DES PROFONDEURS DES MERS AUX MONTAGNES ÉLEVÉES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highest of heights to the depths of the sea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LA CRÉATION RÉVÈLE TA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Creation's revealing Your majesty 
3-  DES COULEURS DE L’AUTOMNE  AUX PARFUMS DU PRINTEMPS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colors of fall to the fragrance of spring 
4-  CHAQUE CRÉATURE UNIQUE TE CHANTE UN NOUVEAU CHANT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creature unique in the song that it sings
5-  TOUTES S’EXCLAMANT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exclaiming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	6-  QUI PEUT TE DÉCRIRE OU TE CONTENIR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Indescribable, uncontainable,
	7-  TU PLACES LES ÉTOILES AU CIEL ET TU CONNAIS LEUR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amazing God 
	9-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All powerful, untamable, 
	10-  NOUS TOMBONS À GENOUX DEVANT TOI EN PROCLAMANT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12-  QUI COMMANDE AUX ÉCLAIRS DU TONNERRE OÙ ALLER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has told every lightning bolt where it should go 
13-  QUI ORDONNE À LA NEIGE EN QUEL LIEU SE POSER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Or seen heavenly storehouses laden with snow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QUI CRÉA LE SOLEIL SA LUMIÈRE INFINIE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imagined the sun and gives source to its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ET LE CACHE POUR OFFRIR LA FRAÎCHEUR DE LA NUIT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Yet conceals it to bring us the coolness of night 
16-  QUI TE SONDERA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None can fathom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PLACES LES ÉTOILES AU CIEL INCOMMENSURABLE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TU PLACES LES ÉTOILES AU CIEL INCOMMENSURABLE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TU PLACES LES ÉTOILES AU CIEL ET TU CONNAIS LEUR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NOUS TOMBONS À GENOUX DEVANT TOI EN PROCLAMANT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TU PLACES LES ÉTOILES AU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INCOMMENSURABLE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INEXPLICABLE QUI PEUT TE DÉCRIRE OU TE CONTENIR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INCOMMENSURABLE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TU ES INDESCRIPTIBLE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FROM THE HIGHEST OF HEIGHTS TO THE DEPTHS OF THE SEA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CREATION'S REVEALING YOUR MAJESTY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FROM THE COLORS OF FALL TO THE FRAGRANCE OF SPRING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EVERY CREATURE UNIQUE IN THE SONG THAT IT SINGS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ALL EXCLAIMING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YOU ARE AMAZING GOD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WHO HAS TOLD EVERY LIGHTNING BOLT WHERE IT SHOULD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OR SEEN HEAVENLY STOREHOUSES LADEN WITH SNOW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WHO IMAGINED THE SUN AND GIVES SOURCE TO ITS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YET CONCEALS IT TO BRING US THE COOLNESS OF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NONE CAN FATHOM  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YOU ARE AMAZING GOD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CAN'T EXPLAIN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YOU PLACES THE STARS IN THE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CAN'T CONTAIN  YOU'RE ALL POWERFUL YOU'RE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CAN'T EXPLAIN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YOU PLACES THE STARS IN THE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61-  CAN'T CONTAIN  YOU'RE ALL POWERFUL, YOU'RE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62-  AWESTRUCK WE FALL TO OUR KNEES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64-  YOU PLACED THE STARS IN THE SKY 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65-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66- 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67-  AWESTRUCK WE FALL TO OUR KNEES 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68-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b="1" i="1" dirty="0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DES PROFONDEURS DES MERS AUX MONTAGNES ÉLEVÉES</a:t>
            </a:r>
          </a:p>
          <a:p>
            <a:pPr>
              <a:defRPr/>
            </a:pPr>
            <a:r>
              <a:rPr lang="fr-FR" smtClean="0"/>
              <a:t>From the highest of heights to the depths of the sea</a:t>
            </a:r>
          </a:p>
          <a:p>
            <a:pPr>
              <a:defRPr/>
            </a:pPr>
            <a:r>
              <a:rPr lang="fr-FR" smtClean="0"/>
              <a:t>2-  LA CRÉATION RÉVÈLE TA MAJESTÉ</a:t>
            </a:r>
          </a:p>
          <a:p>
            <a:pPr>
              <a:defRPr/>
            </a:pPr>
            <a:r>
              <a:rPr lang="fr-FR" smtClean="0"/>
              <a:t>Creation's revealing Your majesty 
3-  DES COULEURS DE L’AUTOMNE  AUX PARFUMS DU PRINTEMPS</a:t>
            </a:r>
          </a:p>
          <a:p>
            <a:pPr>
              <a:defRPr/>
            </a:pPr>
            <a:r>
              <a:rPr lang="fr-FR" smtClean="0"/>
              <a:t>From the colors of fall to the fragrance of spring 
4-  CHAQUE CRÉATURE UNIQUE TE CHANTE UN NOUVEAU CHANT </a:t>
            </a:r>
          </a:p>
          <a:p>
            <a:pPr>
              <a:defRPr/>
            </a:pPr>
            <a:r>
              <a:rPr lang="fr-FR" smtClean="0"/>
              <a:t>Every creature unique in the song that it sings
5-  TOUTES S’EXCLAMANT</a:t>
            </a:r>
          </a:p>
          <a:p>
            <a:pPr>
              <a:defRPr/>
            </a:pPr>
            <a:r>
              <a:rPr lang="fr-FR" smtClean="0"/>
              <a:t>All exclaiming</a:t>
            </a:r>
          </a:p>
          <a:p>
            <a:pPr>
              <a:defRPr/>
            </a:pPr>
            <a:r>
              <a:rPr lang="fr-FR" smtClean="0"/>
              <a:t> 
	6-  QUI PEUT TE DÉCRIRE OU TE CONTENIR ? </a:t>
            </a:r>
          </a:p>
          <a:p>
            <a:pPr>
              <a:defRPr/>
            </a:pPr>
            <a:r>
              <a:rPr lang="fr-FR" smtClean="0"/>
              <a:t>	Indescribable, uncontainable,
	7-  TU PLACES LES ÉTOILES AU CIEL ET TU CONNAIS LEUR NOM </a:t>
            </a:r>
          </a:p>
          <a:p>
            <a:pPr>
              <a:defRPr/>
            </a:pPr>
            <a:r>
              <a:rPr lang="fr-FR" smtClean="0"/>
              <a:t>	You placed the stars in the sky and You know them by name</a:t>
            </a:r>
          </a:p>
          <a:p>
            <a:pPr>
              <a:defRPr/>
            </a:pPr>
            <a:r>
              <a:rPr lang="fr-FR" smtClean="0"/>
              <a:t>	8-  TU ES UN DIEU SI GRAND</a:t>
            </a:r>
          </a:p>
          <a:p>
            <a:pPr>
              <a:defRPr/>
            </a:pPr>
            <a:r>
              <a:rPr lang="fr-FR" smtClean="0"/>
              <a:t>	You are amazing God 
	9-  DIEU TOUT-PUISSANT, IMPRESSIONNANT</a:t>
            </a:r>
          </a:p>
          <a:p>
            <a:pPr>
              <a:defRPr/>
            </a:pPr>
            <a:r>
              <a:rPr lang="fr-FR" smtClean="0"/>
              <a:t>	All powerful, untamable, 
	10-  NOUS TOMBONS À GENOUX DEVANT TOI EN PROCLAMANT</a:t>
            </a:r>
          </a:p>
          <a:p>
            <a:pPr>
              <a:defRPr/>
            </a:pPr>
            <a:r>
              <a:rPr lang="fr-FR" smtClean="0"/>
              <a:t>	Awestruck we fall to our knees as we humbly proclaim</a:t>
            </a:r>
          </a:p>
          <a:p>
            <a:pPr>
              <a:defRPr/>
            </a:pPr>
            <a:r>
              <a:rPr lang="fr-FR" smtClean="0"/>
              <a:t>	11- TU ES UN DIEU SI GRAND</a:t>
            </a:r>
          </a:p>
          <a:p>
            <a:pPr>
              <a:defRPr/>
            </a:pPr>
            <a:r>
              <a:rPr lang="fr-FR" smtClean="0"/>
              <a:t>	You are amazing God</a:t>
            </a:r>
          </a:p>
          <a:p>
            <a:pPr>
              <a:defRPr/>
            </a:pPr>
            <a:r>
              <a:rPr lang="fr-FR" smtClean="0"/>
              <a:t> 
12-  QUI COMMANDE AUX ÉCLAIRS DU TONNERRE OÙ ALLER ?</a:t>
            </a:r>
          </a:p>
          <a:p>
            <a:pPr>
              <a:defRPr/>
            </a:pPr>
            <a:r>
              <a:rPr lang="fr-FR" smtClean="0"/>
              <a:t>Who has told every lightning bolt where it should go 
13-  QUI ORDONNE À LA NEIGE EN QUEL LIEU SE POSER ? </a:t>
            </a:r>
          </a:p>
          <a:p>
            <a:pPr>
              <a:defRPr/>
            </a:pPr>
            <a:r>
              <a:rPr lang="fr-FR" smtClean="0"/>
              <a:t>Or seen heavenly storehouses laden with snow</a:t>
            </a:r>
          </a:p>
          <a:p>
            <a:pPr>
              <a:defRPr/>
            </a:pPr>
            <a:r>
              <a:rPr lang="fr-FR" smtClean="0"/>
              <a:t>14-  QUI CRÉA LE SOLEIL SA LUMIÈRE INFINIE ? </a:t>
            </a:r>
          </a:p>
          <a:p>
            <a:pPr>
              <a:defRPr/>
            </a:pPr>
            <a:r>
              <a:rPr lang="fr-FR" smtClean="0"/>
              <a:t>Who imagined the sun and gives source to its light</a:t>
            </a:r>
          </a:p>
          <a:p>
            <a:pPr>
              <a:defRPr/>
            </a:pPr>
            <a:r>
              <a:rPr lang="fr-FR" smtClean="0"/>
              <a:t>15-  ET LE CACHE POUR OFFRIR LA FRAÎCHEUR DE LA NUIT</a:t>
            </a:r>
          </a:p>
          <a:p>
            <a:pPr>
              <a:defRPr/>
            </a:pPr>
            <a:r>
              <a:rPr lang="fr-FR" smtClean="0"/>
              <a:t>Yet conceals it to bring us the coolness of night 
16-  QUI TE SONDERA ? </a:t>
            </a:r>
          </a:p>
          <a:p>
            <a:pPr>
              <a:defRPr/>
            </a:pPr>
            <a:r>
              <a:rPr lang="fr-FR" smtClean="0"/>
              <a:t>None can fathom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INEXPLICABLE QUI PEUT TE DÉCRIRE OU TE CONTENIR ?</a:t>
            </a:r>
          </a:p>
          <a:p>
            <a:pPr>
              <a:defRPr/>
            </a:pPr>
            <a:r>
              <a:rPr lang="fr-FR" smtClean="0"/>
              <a:t>18-  TU PLACES LES ÉTOILES AU CIEL INCOMMENSURABLE</a:t>
            </a:r>
          </a:p>
          <a:p>
            <a:pPr>
              <a:defRPr/>
            </a:pPr>
            <a:r>
              <a:rPr lang="fr-FR" smtClean="0"/>
              <a:t>19-  DIEU TOUT-PUISSANT, IMPRESSIONNANT</a:t>
            </a:r>
          </a:p>
          <a:p>
            <a:pPr>
              <a:defRPr/>
            </a:pPr>
            <a:r>
              <a:rPr lang="fr-FR" smtClean="0"/>
              <a:t>20-  FORMIDABLE NOUS TOMBONS À GENOUX DEVANT TOI</a:t>
            </a:r>
          </a:p>
          <a:p>
            <a:pPr>
              <a:defRPr/>
            </a:pPr>
            <a:r>
              <a:rPr lang="fr-FR" smtClean="0"/>
              <a:t>21-  INEXPLICABLE QUI PEUT TE DÉCRIRE OU TE CONTENIR ?</a:t>
            </a:r>
          </a:p>
          <a:p>
            <a:pPr>
              <a:defRPr/>
            </a:pPr>
            <a:r>
              <a:rPr lang="fr-FR" smtClean="0"/>
              <a:t>22-  TU PLACES LES ÉTOILES AU CIEL INCOMMENSURABLE</a:t>
            </a:r>
          </a:p>
          <a:p>
            <a:pPr>
              <a:defRPr/>
            </a:pPr>
            <a:r>
              <a:rPr lang="fr-FR" smtClean="0"/>
              <a:t>23-  DIEU TOUT-PUISSANT, IMPRESSIONNANT</a:t>
            </a:r>
          </a:p>
          <a:p>
            <a:pPr>
              <a:defRPr/>
            </a:pPr>
            <a:r>
              <a:rPr lang="fr-FR" smtClean="0"/>
              <a:t>24-  FORMIDABLE NOUS TOMBONS À GENOUX DEVANT TOI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QUI PEUT TE DÉCRIRE OU TE CONTENIR ?</a:t>
            </a:r>
          </a:p>
          <a:p>
            <a:pPr>
              <a:defRPr/>
            </a:pPr>
            <a:r>
              <a:rPr lang="fr-FR" smtClean="0"/>
              <a:t>26-  TU PLACES LES ÉTOILES AU CIEL ET TU CONNAIS LEUR NOM</a:t>
            </a:r>
          </a:p>
          <a:p>
            <a:pPr>
              <a:defRPr/>
            </a:pPr>
            <a:r>
              <a:rPr lang="fr-FR" smtClean="0"/>
              <a:t>27-  TU ES UN DIEU SI GRAND</a:t>
            </a:r>
          </a:p>
          <a:p>
            <a:pPr>
              <a:defRPr/>
            </a:pPr>
            <a:r>
              <a:rPr lang="fr-FR" smtClean="0"/>
              <a:t>28-  DIEU TOUT-PUISSANT, IMPRESSIONNANT</a:t>
            </a:r>
          </a:p>
          <a:p>
            <a:pPr>
              <a:defRPr/>
            </a:pPr>
            <a:r>
              <a:rPr lang="fr-FR" smtClean="0"/>
              <a:t>29-  NOUS TOMBONS À GENOUX DEVANT TOI EN PROCLAMANT</a:t>
            </a:r>
          </a:p>
          <a:p>
            <a:pPr>
              <a:defRPr/>
            </a:pPr>
            <a:r>
              <a:rPr lang="fr-FR" smtClean="0"/>
              <a:t>30-  TU ES UN DIEU SI GRAND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INEXPLICABLE QUI PEUT TE DÉCRIRE OU TE CONTENIR ?</a:t>
            </a:r>
          </a:p>
          <a:p>
            <a:pPr>
              <a:defRPr/>
            </a:pPr>
            <a:r>
              <a:rPr lang="fr-FR" smtClean="0"/>
              <a:t>32-  TU PLACES LES ÉTOILES AU CIEL</a:t>
            </a:r>
          </a:p>
          <a:p>
            <a:pPr>
              <a:defRPr/>
            </a:pPr>
            <a:r>
              <a:rPr lang="fr-FR" smtClean="0"/>
              <a:t>33-  INCOMMENSURABLE DIEU TOUT-PUISSANT, IMPRESSIONNANT</a:t>
            </a:r>
          </a:p>
          <a:p>
            <a:pPr>
              <a:defRPr/>
            </a:pPr>
            <a:r>
              <a:rPr lang="fr-FR" smtClean="0"/>
              <a:t>34-  FORMIDABLE NOUS TOMBONS À GENOUX DEVANT TOI</a:t>
            </a:r>
          </a:p>
          <a:p>
            <a:pPr>
              <a:defRPr/>
            </a:pPr>
            <a:r>
              <a:rPr lang="fr-FR" smtClean="0"/>
              <a:t>35-  INEXPLICABLE QUI PEUT TE DÉCRIRE OU TE CONTENIR ? </a:t>
            </a:r>
          </a:p>
          <a:p>
            <a:pPr>
              <a:defRPr/>
            </a:pPr>
            <a:r>
              <a:rPr lang="fr-FR" smtClean="0"/>
              <a:t>36-  INCOMMENSURABLE DIEU TOUT-PUISSANT, IMPRESSIONNANT</a:t>
            </a:r>
          </a:p>
          <a:p>
            <a:pPr>
              <a:defRPr/>
            </a:pPr>
            <a:r>
              <a:rPr lang="fr-FR" smtClean="0"/>
              <a:t>37-  TU ES INDESCRIPTIBLE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**************************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FROM THE HIGHEST OF HEIGHTS TO THE DEPTHS OF THE SEA</a:t>
            </a:r>
          </a:p>
          <a:p>
            <a:pPr>
              <a:defRPr/>
            </a:pPr>
            <a:r>
              <a:rPr lang="fr-FR" smtClean="0"/>
              <a:t>39-  CREATION'S REVEALING YOUR MAJESTY</a:t>
            </a:r>
          </a:p>
          <a:p>
            <a:pPr>
              <a:defRPr/>
            </a:pPr>
            <a:r>
              <a:rPr lang="fr-FR" smtClean="0"/>
              <a:t>40-  FROM THE COLORS OF FALL TO THE FRAGRANCE OF SPRING</a:t>
            </a:r>
          </a:p>
          <a:p>
            <a:pPr>
              <a:defRPr/>
            </a:pPr>
            <a:r>
              <a:rPr lang="fr-FR" smtClean="0"/>
              <a:t>41-  EVERY CREATURE UNIQUE IN THE SONG THAT IT SINGS</a:t>
            </a:r>
          </a:p>
          <a:p>
            <a:pPr>
              <a:defRPr/>
            </a:pPr>
            <a:r>
              <a:rPr lang="fr-FR" smtClean="0"/>
              <a:t>42-  ALL EXCLAIMING INDESCRIBABLE, UNCONTAINABLE</a:t>
            </a:r>
          </a:p>
          <a:p>
            <a:pPr>
              <a:defRPr/>
            </a:pPr>
            <a:r>
              <a:rPr lang="fr-FR" smtClean="0"/>
              <a:t>43-  YOU PLACED THE STARS IN THE SKY AND YOU KNOW THEM BY NAME</a:t>
            </a:r>
          </a:p>
          <a:p>
            <a:pPr>
              <a:defRPr/>
            </a:pPr>
            <a:r>
              <a:rPr lang="fr-FR" smtClean="0"/>
              <a:t>44-  YOU ARE AMAZING GOD ALL POWERFUL, UNTAMABLE</a:t>
            </a:r>
          </a:p>
          <a:p>
            <a:pPr>
              <a:defRPr/>
            </a:pPr>
            <a:r>
              <a:rPr lang="fr-FR" smtClean="0"/>
              <a:t>45-  AWESTRUCK WE FALL TO OUR KNEES AS WE HUMBLY PROCLAIM</a:t>
            </a:r>
          </a:p>
          <a:p>
            <a:pPr>
              <a:defRPr/>
            </a:pPr>
            <a:r>
              <a:rPr lang="fr-FR" smtClean="0"/>
              <a:t>46-  YOU ARE AMAZING GOD</a:t>
            </a:r>
          </a:p>
          <a:p>
            <a:pPr>
              <a:defRPr/>
            </a:pPr>
            <a:r>
              <a:rPr lang="fr-FR" smtClean="0"/>
              <a:t>47-  WHO HAS TOLD EVERY LIGHTNING BOLT WHERE IT SHOULD GO</a:t>
            </a:r>
          </a:p>
          <a:p>
            <a:pPr>
              <a:defRPr/>
            </a:pPr>
            <a:r>
              <a:rPr lang="fr-FR" smtClean="0"/>
              <a:t>48-  OR SEEN HEAVENLY STOREHOUSES LADEN WITH SNOW</a:t>
            </a:r>
          </a:p>
          <a:p>
            <a:pPr>
              <a:defRPr/>
            </a:pPr>
            <a:r>
              <a:rPr lang="fr-FR" smtClean="0"/>
              <a:t>49-  WHO IMAGINED THE SUN AND GIVES SOURCE TO ITS LIGHT</a:t>
            </a:r>
          </a:p>
          <a:p>
            <a:pPr>
              <a:defRPr/>
            </a:pPr>
            <a:r>
              <a:rPr lang="fr-FR" smtClean="0"/>
              <a:t>50-  YET CONCEALS IT TO BRING US THE COOLNESS OF NIGHT</a:t>
            </a:r>
          </a:p>
          <a:p>
            <a:pPr>
              <a:defRPr/>
            </a:pPr>
            <a:r>
              <a:rPr lang="fr-FR" smtClean="0"/>
              <a:t>51-  NONE CAN FATHOM  INDESCRIBABLE, UNCONTAINABLE</a:t>
            </a:r>
          </a:p>
          <a:p>
            <a:pPr>
              <a:defRPr/>
            </a:pPr>
            <a:r>
              <a:rPr lang="fr-FR" smtClean="0"/>
              <a:t>52-  YOU PLACED THE STARS IN THE SKY AND YOU KNOW THEM BY NAME</a:t>
            </a:r>
          </a:p>
          <a:p>
            <a:pPr>
              <a:defRPr/>
            </a:pPr>
            <a:r>
              <a:rPr lang="fr-FR" smtClean="0"/>
              <a:t>53-  YOU ARE AMAZING GOD ALL POWERFUL, UNTAMABLE</a:t>
            </a:r>
          </a:p>
          <a:p>
            <a:pPr>
              <a:defRPr/>
            </a:pPr>
            <a:r>
              <a:rPr lang="fr-FR" smtClean="0"/>
              <a:t>54-  AWESTRUCK WE FALL TO OUR KNEES AS WE HUMBLY PROCLAIM</a:t>
            </a:r>
          </a:p>
          <a:p>
            <a:pPr>
              <a:defRPr/>
            </a:pPr>
            <a:r>
              <a:rPr lang="fr-FR" smtClean="0"/>
              <a:t>55-  YOU ARE AMAZING GOD</a:t>
            </a:r>
          </a:p>
          <a:p>
            <a:pPr>
              <a:defRPr/>
            </a:pPr>
            <a:r>
              <a:rPr lang="fr-FR" smtClean="0"/>
              <a:t>56-  CAN'T EXPLAIN INDESCRIBABLE, UNCONTAINABLE</a:t>
            </a:r>
          </a:p>
          <a:p>
            <a:pPr>
              <a:defRPr/>
            </a:pPr>
            <a:r>
              <a:rPr lang="fr-FR" smtClean="0"/>
              <a:t>57-  YOU PLACES THE STARS IN THE SKY</a:t>
            </a:r>
          </a:p>
          <a:p>
            <a:pPr>
              <a:defRPr/>
            </a:pPr>
            <a:r>
              <a:rPr lang="fr-FR" smtClean="0"/>
              <a:t>58-  CAN'T CONTAIN  YOU'RE ALL POWERFUL YOU'RE UNTAMABLE</a:t>
            </a:r>
          </a:p>
          <a:p>
            <a:pPr>
              <a:defRPr/>
            </a:pPr>
            <a:r>
              <a:rPr lang="fr-FR" smtClean="0"/>
              <a:t>59-  CAN'T EXPLAIN INDESCRIBABLE, UNCONTAINABLE</a:t>
            </a:r>
          </a:p>
          <a:p>
            <a:pPr>
              <a:defRPr/>
            </a:pPr>
            <a:r>
              <a:rPr lang="fr-FR" smtClean="0"/>
              <a:t>60-  YOU PLACES THE STARS IN THE SKY</a:t>
            </a:r>
          </a:p>
          <a:p>
            <a:pPr>
              <a:defRPr/>
            </a:pPr>
            <a:r>
              <a:rPr lang="fr-FR" smtClean="0"/>
              <a:t>61-  CAN'T CONTAIN  YOU'RE ALL POWERFUL, YOU'RE UNTAMABLE</a:t>
            </a:r>
          </a:p>
          <a:p>
            <a:pPr>
              <a:defRPr/>
            </a:pPr>
            <a:r>
              <a:rPr lang="fr-FR" smtClean="0"/>
              <a:t>62-  AWESTRUCK WE FALL TO OUR KNEES</a:t>
            </a:r>
          </a:p>
          <a:p>
            <a:pPr>
              <a:defRPr/>
            </a:pPr>
            <a:r>
              <a:rPr lang="fr-FR" smtClean="0"/>
              <a:t>63-  INDESCRIBABLE, UNCONTAINABLE</a:t>
            </a:r>
          </a:p>
          <a:p>
            <a:pPr>
              <a:defRPr/>
            </a:pPr>
            <a:r>
              <a:rPr lang="fr-FR" smtClean="0"/>
              <a:t>64-  YOU PLACED THE STARS IN THE SKY  YOU KNOW THEM BY NAME</a:t>
            </a:r>
          </a:p>
          <a:p>
            <a:pPr>
              <a:defRPr/>
            </a:pPr>
            <a:r>
              <a:rPr lang="fr-FR" smtClean="0"/>
              <a:t>65-  YOU ARE AMAZING GOD</a:t>
            </a:r>
          </a:p>
          <a:p>
            <a:pPr>
              <a:defRPr/>
            </a:pPr>
            <a:r>
              <a:rPr lang="fr-FR" smtClean="0"/>
              <a:t>66-  ALL POWERFUL, UNTAMABLE</a:t>
            </a:r>
          </a:p>
          <a:p>
            <a:pPr>
              <a:defRPr/>
            </a:pPr>
            <a:r>
              <a:rPr lang="fr-FR" smtClean="0"/>
              <a:t>67-  AWESTRUCK WE FALL TO OUR KNEES  AS WE HUMBLY PROCLAIM</a:t>
            </a:r>
          </a:p>
          <a:p>
            <a:pPr>
              <a:defRPr/>
            </a:pPr>
            <a:r>
              <a:rPr lang="fr-FR" smtClean="0"/>
              <a:t>68-  YOU ARE AMAZING GOD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DES PROFONDEURS DES MERS AUX MONTAGNES ÉLEVÉES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highest of heights to the depths of the sea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LA CRÉATION RÉVÈLE TA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Creation's revealing Your majesty 
3-  DES COULEURS DE L’AUTOMNE  AUX PARFUMS DU PRINTEMPS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colors of fall to the fragrance of spring 
4-  CHAQUE CRÉATURE UNIQUE TE CHANTE UN NOUVEAU CHANT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creature unique in the song that it sings
5-  TOUTES S’EXCLAMANT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exclaiming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	6-  QUI PEUT TE DÉCRIRE OU TE CONTENIR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Indescribable, uncontainable,
	7-  TU PLACES LES ÉTOILES AU CIEL ET TU CONNAIS LEUR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amazing God 
	9-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All powerful, untamable, 
	10-  NOUS TOMBONS À GENOUX DEVANT TOI EN PROCLAMANT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12-  QUI COMMANDE AUX ÉCLAIRS DU TONNERRE OÙ ALLER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has told every lightning bolt where it should go 
13-  QUI ORDONNE À LA NEIGE EN QUEL LIEU SE POSER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Or seen heavenly storehouses laden with snow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QUI CRÉA LE SOLEIL SA LUMIÈRE INFINIE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imagined the sun and gives source to its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ET LE CACHE POUR OFFRIR LA FRAÎCHEUR DE LA NUIT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Yet conceals it to bring us the coolness of night 
16-  QUI TE SONDERA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None can fathom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PLACES LES ÉTOILES AU CIEL INCOMMENSURABLE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TU PLACES LES ÉTOILES AU CIEL INCOMMENSURABLE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TU PLACES LES ÉTOILES AU CIEL ET TU CONNAIS LEUR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NOUS TOMBONS À GENOUX DEVANT TOI EN PROCLAMANT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TU PLACES LES ÉTOILES AU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INCOMMENSURABLE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INEXPLICABLE QUI PEUT TE DÉCRIRE OU TE CONTENIR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INCOMMENSURABLE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TU ES INDESCRIPTIBLE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FROM THE HIGHEST OF HEIGHTS TO THE DEPTHS OF THE SEA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CREATION'S REVEALING YOUR MAJESTY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FROM THE COLORS OF FALL TO THE FRAGRANCE OF SPRING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EVERY CREATURE UNIQUE IN THE SONG THAT IT SINGS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ALL EXCLAIMING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YOU ARE AMAZING GOD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WHO HAS TOLD EVERY LIGHTNING BOLT WHERE IT SHOULD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OR SEEN HEAVENLY STOREHOUSES LADEN WITH SNOW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WHO IMAGINED THE SUN AND GIVES SOURCE TO ITS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YET CONCEALS IT TO BRING US THE COOLNESS OF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NONE CAN FATHOM  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YOU ARE AMAZING GOD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CAN'T EXPLAIN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YOU PLACES THE STARS IN THE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CAN'T CONTAIN  YOU'RE ALL POWERFUL YOU'RE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CAN'T EXPLAIN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YOU PLACES THE STARS IN THE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61-  CAN'T CONTAIN  YOU'RE ALL POWERFUL, YOU'RE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62-  AWESTRUCK WE FALL TO OUR KNEES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64-  YOU PLACED THE STARS IN THE SKY 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65-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66- 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67-  AWESTRUCK WE FALL TO OUR KNEES 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68-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b="1" i="1" dirty="0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DES PROFONDEURS DES MERS AUX MONTAGNES ÉLEVÉES</a:t>
            </a:r>
          </a:p>
          <a:p>
            <a:pPr>
              <a:defRPr/>
            </a:pPr>
            <a:r>
              <a:rPr lang="fr-FR" smtClean="0"/>
              <a:t>From the highest of heights to the depths of the sea</a:t>
            </a:r>
          </a:p>
          <a:p>
            <a:pPr>
              <a:defRPr/>
            </a:pPr>
            <a:r>
              <a:rPr lang="fr-FR" smtClean="0"/>
              <a:t>2-  LA CRÉATION RÉVÈLE TA MAJESTÉ</a:t>
            </a:r>
          </a:p>
          <a:p>
            <a:pPr>
              <a:defRPr/>
            </a:pPr>
            <a:r>
              <a:rPr lang="fr-FR" smtClean="0"/>
              <a:t>Creation's revealing Your majesty 
3-  DES COULEURS DE L’AUTOMNE  AUX PARFUMS DU PRINTEMPS</a:t>
            </a:r>
          </a:p>
          <a:p>
            <a:pPr>
              <a:defRPr/>
            </a:pPr>
            <a:r>
              <a:rPr lang="fr-FR" smtClean="0"/>
              <a:t>From the colors of fall to the fragrance of spring 
4-  CHAQUE CRÉATURE UNIQUE TE CHANTE UN NOUVEAU CHANT </a:t>
            </a:r>
          </a:p>
          <a:p>
            <a:pPr>
              <a:defRPr/>
            </a:pPr>
            <a:r>
              <a:rPr lang="fr-FR" smtClean="0"/>
              <a:t>Every creature unique in the song that it sings
5-  TOUTES S’EXCLAMANT</a:t>
            </a:r>
          </a:p>
          <a:p>
            <a:pPr>
              <a:defRPr/>
            </a:pPr>
            <a:r>
              <a:rPr lang="fr-FR" smtClean="0"/>
              <a:t>All exclaiming</a:t>
            </a:r>
          </a:p>
          <a:p>
            <a:pPr>
              <a:defRPr/>
            </a:pPr>
            <a:r>
              <a:rPr lang="fr-FR" smtClean="0"/>
              <a:t> 
	6-  QUI PEUT TE DÉCRIRE OU TE CONTENIR ? </a:t>
            </a:r>
          </a:p>
          <a:p>
            <a:pPr>
              <a:defRPr/>
            </a:pPr>
            <a:r>
              <a:rPr lang="fr-FR" smtClean="0"/>
              <a:t>	Indescribable, uncontainable,
	7-  TU PLACES LES ÉTOILES AU CIEL ET TU CONNAIS LEUR NOM </a:t>
            </a:r>
          </a:p>
          <a:p>
            <a:pPr>
              <a:defRPr/>
            </a:pPr>
            <a:r>
              <a:rPr lang="fr-FR" smtClean="0"/>
              <a:t>	You placed the stars in the sky and You know them by name</a:t>
            </a:r>
          </a:p>
          <a:p>
            <a:pPr>
              <a:defRPr/>
            </a:pPr>
            <a:r>
              <a:rPr lang="fr-FR" smtClean="0"/>
              <a:t>	8-  TU ES UN DIEU SI GRAND</a:t>
            </a:r>
          </a:p>
          <a:p>
            <a:pPr>
              <a:defRPr/>
            </a:pPr>
            <a:r>
              <a:rPr lang="fr-FR" smtClean="0"/>
              <a:t>	You are amazing God 
	9-  DIEU TOUT-PUISSANT, IMPRESSIONNANT</a:t>
            </a:r>
          </a:p>
          <a:p>
            <a:pPr>
              <a:defRPr/>
            </a:pPr>
            <a:r>
              <a:rPr lang="fr-FR" smtClean="0"/>
              <a:t>	All powerful, untamable, 
	10-  NOUS TOMBONS À GENOUX DEVANT TOI EN PROCLAMANT</a:t>
            </a:r>
          </a:p>
          <a:p>
            <a:pPr>
              <a:defRPr/>
            </a:pPr>
            <a:r>
              <a:rPr lang="fr-FR" smtClean="0"/>
              <a:t>	Awestruck we fall to our knees as we humbly proclaim</a:t>
            </a:r>
          </a:p>
          <a:p>
            <a:pPr>
              <a:defRPr/>
            </a:pPr>
            <a:r>
              <a:rPr lang="fr-FR" smtClean="0"/>
              <a:t>	11- TU ES UN DIEU SI GRAND</a:t>
            </a:r>
          </a:p>
          <a:p>
            <a:pPr>
              <a:defRPr/>
            </a:pPr>
            <a:r>
              <a:rPr lang="fr-FR" smtClean="0"/>
              <a:t>	You are amazing God</a:t>
            </a:r>
          </a:p>
          <a:p>
            <a:pPr>
              <a:defRPr/>
            </a:pPr>
            <a:r>
              <a:rPr lang="fr-FR" smtClean="0"/>
              <a:t> 
12-  QUI COMMANDE AUX ÉCLAIRS DU TONNERRE OÙ ALLER ?</a:t>
            </a:r>
          </a:p>
          <a:p>
            <a:pPr>
              <a:defRPr/>
            </a:pPr>
            <a:r>
              <a:rPr lang="fr-FR" smtClean="0"/>
              <a:t>Who has told every lightning bolt where it should go 
13-  QUI ORDONNE À LA NEIGE EN QUEL LIEU SE POSER ? </a:t>
            </a:r>
          </a:p>
          <a:p>
            <a:pPr>
              <a:defRPr/>
            </a:pPr>
            <a:r>
              <a:rPr lang="fr-FR" smtClean="0"/>
              <a:t>Or seen heavenly storehouses laden with snow</a:t>
            </a:r>
          </a:p>
          <a:p>
            <a:pPr>
              <a:defRPr/>
            </a:pPr>
            <a:r>
              <a:rPr lang="fr-FR" smtClean="0"/>
              <a:t>14-  QUI CRÉA LE SOLEIL SA LUMIÈRE INFINIE ? </a:t>
            </a:r>
          </a:p>
          <a:p>
            <a:pPr>
              <a:defRPr/>
            </a:pPr>
            <a:r>
              <a:rPr lang="fr-FR" smtClean="0"/>
              <a:t>Who imagined the sun and gives source to its light</a:t>
            </a:r>
          </a:p>
          <a:p>
            <a:pPr>
              <a:defRPr/>
            </a:pPr>
            <a:r>
              <a:rPr lang="fr-FR" smtClean="0"/>
              <a:t>15-  ET LE CACHE POUR OFFRIR LA FRAÎCHEUR DE LA NUIT</a:t>
            </a:r>
          </a:p>
          <a:p>
            <a:pPr>
              <a:defRPr/>
            </a:pPr>
            <a:r>
              <a:rPr lang="fr-FR" smtClean="0"/>
              <a:t>Yet conceals it to bring us the coolness of night 
16-  QUI TE SONDERA ? </a:t>
            </a:r>
          </a:p>
          <a:p>
            <a:pPr>
              <a:defRPr/>
            </a:pPr>
            <a:r>
              <a:rPr lang="fr-FR" smtClean="0"/>
              <a:t>None can fathom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INEXPLICABLE QUI PEUT TE DÉCRIRE OU TE CONTENIR ?</a:t>
            </a:r>
          </a:p>
          <a:p>
            <a:pPr>
              <a:defRPr/>
            </a:pPr>
            <a:r>
              <a:rPr lang="fr-FR" smtClean="0"/>
              <a:t>18-  TU PLACES LES ÉTOILES AU CIEL INCOMMENSURABLE</a:t>
            </a:r>
          </a:p>
          <a:p>
            <a:pPr>
              <a:defRPr/>
            </a:pPr>
            <a:r>
              <a:rPr lang="fr-FR" smtClean="0"/>
              <a:t>19-  DIEU TOUT-PUISSANT, IMPRESSIONNANT</a:t>
            </a:r>
          </a:p>
          <a:p>
            <a:pPr>
              <a:defRPr/>
            </a:pPr>
            <a:r>
              <a:rPr lang="fr-FR" smtClean="0"/>
              <a:t>20-  FORMIDABLE NOUS TOMBONS À GENOUX DEVANT TOI</a:t>
            </a:r>
          </a:p>
          <a:p>
            <a:pPr>
              <a:defRPr/>
            </a:pPr>
            <a:r>
              <a:rPr lang="fr-FR" smtClean="0"/>
              <a:t>21-  INEXPLICABLE QUI PEUT TE DÉCRIRE OU TE CONTENIR ?</a:t>
            </a:r>
          </a:p>
          <a:p>
            <a:pPr>
              <a:defRPr/>
            </a:pPr>
            <a:r>
              <a:rPr lang="fr-FR" smtClean="0"/>
              <a:t>22-  TU PLACES LES ÉTOILES AU CIEL INCOMMENSURABLE</a:t>
            </a:r>
          </a:p>
          <a:p>
            <a:pPr>
              <a:defRPr/>
            </a:pPr>
            <a:r>
              <a:rPr lang="fr-FR" smtClean="0"/>
              <a:t>23-  DIEU TOUT-PUISSANT, IMPRESSIONNANT</a:t>
            </a:r>
          </a:p>
          <a:p>
            <a:pPr>
              <a:defRPr/>
            </a:pPr>
            <a:r>
              <a:rPr lang="fr-FR" smtClean="0"/>
              <a:t>24-  FORMIDABLE NOUS TOMBONS À GENOUX DEVANT TOI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QUI PEUT TE DÉCRIRE OU TE CONTENIR ?</a:t>
            </a:r>
          </a:p>
          <a:p>
            <a:pPr>
              <a:defRPr/>
            </a:pPr>
            <a:r>
              <a:rPr lang="fr-FR" smtClean="0"/>
              <a:t>26-  TU PLACES LES ÉTOILES AU CIEL ET TU CONNAIS LEUR NOM</a:t>
            </a:r>
          </a:p>
          <a:p>
            <a:pPr>
              <a:defRPr/>
            </a:pPr>
            <a:r>
              <a:rPr lang="fr-FR" smtClean="0"/>
              <a:t>27-  TU ES UN DIEU SI GRAND</a:t>
            </a:r>
          </a:p>
          <a:p>
            <a:pPr>
              <a:defRPr/>
            </a:pPr>
            <a:r>
              <a:rPr lang="fr-FR" smtClean="0"/>
              <a:t>28-  DIEU TOUT-PUISSANT, IMPRESSIONNANT</a:t>
            </a:r>
          </a:p>
          <a:p>
            <a:pPr>
              <a:defRPr/>
            </a:pPr>
            <a:r>
              <a:rPr lang="fr-FR" smtClean="0"/>
              <a:t>29-  NOUS TOMBONS À GENOUX DEVANT TOI EN PROCLAMANT</a:t>
            </a:r>
          </a:p>
          <a:p>
            <a:pPr>
              <a:defRPr/>
            </a:pPr>
            <a:r>
              <a:rPr lang="fr-FR" smtClean="0"/>
              <a:t>30-  TU ES UN DIEU SI GRAND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INEXPLICABLE QUI PEUT TE DÉCRIRE OU TE CONTENIR ?</a:t>
            </a:r>
          </a:p>
          <a:p>
            <a:pPr>
              <a:defRPr/>
            </a:pPr>
            <a:r>
              <a:rPr lang="fr-FR" smtClean="0"/>
              <a:t>32-  TU PLACES LES ÉTOILES AU CIEL</a:t>
            </a:r>
          </a:p>
          <a:p>
            <a:pPr>
              <a:defRPr/>
            </a:pPr>
            <a:r>
              <a:rPr lang="fr-FR" smtClean="0"/>
              <a:t>33-  INCOMMENSURABLE DIEU TOUT-PUISSANT, IMPRESSIONNANT</a:t>
            </a:r>
          </a:p>
          <a:p>
            <a:pPr>
              <a:defRPr/>
            </a:pPr>
            <a:r>
              <a:rPr lang="fr-FR" smtClean="0"/>
              <a:t>34-  FORMIDABLE NOUS TOMBONS À GENOUX DEVANT TOI</a:t>
            </a:r>
          </a:p>
          <a:p>
            <a:pPr>
              <a:defRPr/>
            </a:pPr>
            <a:r>
              <a:rPr lang="fr-FR" smtClean="0"/>
              <a:t>35-  INEXPLICABLE QUI PEUT TE DÉCRIRE OU TE CONTENIR ? </a:t>
            </a:r>
          </a:p>
          <a:p>
            <a:pPr>
              <a:defRPr/>
            </a:pPr>
            <a:r>
              <a:rPr lang="fr-FR" smtClean="0"/>
              <a:t>36-  INCOMMENSURABLE DIEU TOUT-PUISSANT, IMPRESSIONNANT</a:t>
            </a:r>
          </a:p>
          <a:p>
            <a:pPr>
              <a:defRPr/>
            </a:pPr>
            <a:r>
              <a:rPr lang="fr-FR" smtClean="0"/>
              <a:t>37-  TU ES INDESCRIPTIBLE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**************************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FROM THE HIGHEST OF HEIGHTS TO THE DEPTHS OF THE SEA</a:t>
            </a:r>
          </a:p>
          <a:p>
            <a:pPr>
              <a:defRPr/>
            </a:pPr>
            <a:r>
              <a:rPr lang="fr-FR" smtClean="0"/>
              <a:t>39-  CREATION'S REVEALING YOUR MAJESTY</a:t>
            </a:r>
          </a:p>
          <a:p>
            <a:pPr>
              <a:defRPr/>
            </a:pPr>
            <a:r>
              <a:rPr lang="fr-FR" smtClean="0"/>
              <a:t>40-  FROM THE COLORS OF FALL TO THE FRAGRANCE OF SPRING</a:t>
            </a:r>
          </a:p>
          <a:p>
            <a:pPr>
              <a:defRPr/>
            </a:pPr>
            <a:r>
              <a:rPr lang="fr-FR" smtClean="0"/>
              <a:t>41-  EVERY CREATURE UNIQUE IN THE SONG THAT IT SINGS</a:t>
            </a:r>
          </a:p>
          <a:p>
            <a:pPr>
              <a:defRPr/>
            </a:pPr>
            <a:r>
              <a:rPr lang="fr-FR" smtClean="0"/>
              <a:t>42-  ALL EXCLAIMING INDESCRIBABLE, UNCONTAINABLE</a:t>
            </a:r>
          </a:p>
          <a:p>
            <a:pPr>
              <a:defRPr/>
            </a:pPr>
            <a:r>
              <a:rPr lang="fr-FR" smtClean="0"/>
              <a:t>43-  YOU PLACED THE STARS IN THE SKY AND YOU KNOW THEM BY NAME</a:t>
            </a:r>
          </a:p>
          <a:p>
            <a:pPr>
              <a:defRPr/>
            </a:pPr>
            <a:r>
              <a:rPr lang="fr-FR" smtClean="0"/>
              <a:t>44-  YOU ARE AMAZING GOD ALL POWERFUL, UNTAMABLE</a:t>
            </a:r>
          </a:p>
          <a:p>
            <a:pPr>
              <a:defRPr/>
            </a:pPr>
            <a:r>
              <a:rPr lang="fr-FR" smtClean="0"/>
              <a:t>45-  AWESTRUCK WE FALL TO OUR KNEES AS WE HUMBLY PROCLAIM</a:t>
            </a:r>
          </a:p>
          <a:p>
            <a:pPr>
              <a:defRPr/>
            </a:pPr>
            <a:r>
              <a:rPr lang="fr-FR" smtClean="0"/>
              <a:t>46-  YOU ARE AMAZING GOD</a:t>
            </a:r>
          </a:p>
          <a:p>
            <a:pPr>
              <a:defRPr/>
            </a:pPr>
            <a:r>
              <a:rPr lang="fr-FR" smtClean="0"/>
              <a:t>47-  WHO HAS TOLD EVERY LIGHTNING BOLT WHERE IT SHOULD GO</a:t>
            </a:r>
          </a:p>
          <a:p>
            <a:pPr>
              <a:defRPr/>
            </a:pPr>
            <a:r>
              <a:rPr lang="fr-FR" smtClean="0"/>
              <a:t>48-  OR SEEN HEAVENLY STOREHOUSES LADEN WITH SNOW</a:t>
            </a:r>
          </a:p>
          <a:p>
            <a:pPr>
              <a:defRPr/>
            </a:pPr>
            <a:r>
              <a:rPr lang="fr-FR" smtClean="0"/>
              <a:t>49-  WHO IMAGINED THE SUN AND GIVES SOURCE TO ITS LIGHT</a:t>
            </a:r>
          </a:p>
          <a:p>
            <a:pPr>
              <a:defRPr/>
            </a:pPr>
            <a:r>
              <a:rPr lang="fr-FR" smtClean="0"/>
              <a:t>50-  YET CONCEALS IT TO BRING US THE COOLNESS OF NIGHT</a:t>
            </a:r>
          </a:p>
          <a:p>
            <a:pPr>
              <a:defRPr/>
            </a:pPr>
            <a:r>
              <a:rPr lang="fr-FR" smtClean="0"/>
              <a:t>51-  NONE CAN FATHOM  INDESCRIBABLE, UNCONTAINABLE</a:t>
            </a:r>
          </a:p>
          <a:p>
            <a:pPr>
              <a:defRPr/>
            </a:pPr>
            <a:r>
              <a:rPr lang="fr-FR" smtClean="0"/>
              <a:t>52-  YOU PLACED THE STARS IN THE SKY AND YOU KNOW THEM BY NAME</a:t>
            </a:r>
          </a:p>
          <a:p>
            <a:pPr>
              <a:defRPr/>
            </a:pPr>
            <a:r>
              <a:rPr lang="fr-FR" smtClean="0"/>
              <a:t>53-  YOU ARE AMAZING GOD ALL POWERFUL, UNTAMABLE</a:t>
            </a:r>
          </a:p>
          <a:p>
            <a:pPr>
              <a:defRPr/>
            </a:pPr>
            <a:r>
              <a:rPr lang="fr-FR" smtClean="0"/>
              <a:t>54-  AWESTRUCK WE FALL TO OUR KNEES AS WE HUMBLY PROCLAIM</a:t>
            </a:r>
          </a:p>
          <a:p>
            <a:pPr>
              <a:defRPr/>
            </a:pPr>
            <a:r>
              <a:rPr lang="fr-FR" smtClean="0"/>
              <a:t>55-  YOU ARE AMAZING GOD</a:t>
            </a:r>
          </a:p>
          <a:p>
            <a:pPr>
              <a:defRPr/>
            </a:pPr>
            <a:r>
              <a:rPr lang="fr-FR" smtClean="0"/>
              <a:t>56-  CAN'T EXPLAIN INDESCRIBABLE, UNCONTAINABLE</a:t>
            </a:r>
          </a:p>
          <a:p>
            <a:pPr>
              <a:defRPr/>
            </a:pPr>
            <a:r>
              <a:rPr lang="fr-FR" smtClean="0"/>
              <a:t>57-  YOU PLACES THE STARS IN THE SKY</a:t>
            </a:r>
          </a:p>
          <a:p>
            <a:pPr>
              <a:defRPr/>
            </a:pPr>
            <a:r>
              <a:rPr lang="fr-FR" smtClean="0"/>
              <a:t>58-  CAN'T CONTAIN  YOU'RE ALL POWERFUL YOU'RE UNTAMABLE</a:t>
            </a:r>
          </a:p>
          <a:p>
            <a:pPr>
              <a:defRPr/>
            </a:pPr>
            <a:r>
              <a:rPr lang="fr-FR" smtClean="0"/>
              <a:t>59-  CAN'T EXPLAIN INDESCRIBABLE, UNCONTAINABLE</a:t>
            </a:r>
          </a:p>
          <a:p>
            <a:pPr>
              <a:defRPr/>
            </a:pPr>
            <a:r>
              <a:rPr lang="fr-FR" smtClean="0"/>
              <a:t>60-  YOU PLACES THE STARS IN THE SKY</a:t>
            </a:r>
          </a:p>
          <a:p>
            <a:pPr>
              <a:defRPr/>
            </a:pPr>
            <a:r>
              <a:rPr lang="fr-FR" smtClean="0"/>
              <a:t>61-  CAN'T CONTAIN  YOU'RE ALL POWERFUL, YOU'RE UNTAMABLE</a:t>
            </a:r>
          </a:p>
          <a:p>
            <a:pPr>
              <a:defRPr/>
            </a:pPr>
            <a:r>
              <a:rPr lang="fr-FR" smtClean="0"/>
              <a:t>62-  AWESTRUCK WE FALL TO OUR KNEES</a:t>
            </a:r>
          </a:p>
          <a:p>
            <a:pPr>
              <a:defRPr/>
            </a:pPr>
            <a:r>
              <a:rPr lang="fr-FR" smtClean="0"/>
              <a:t>63-  INDESCRIBABLE, UNCONTAINABLE</a:t>
            </a:r>
          </a:p>
          <a:p>
            <a:pPr>
              <a:defRPr/>
            </a:pPr>
            <a:r>
              <a:rPr lang="fr-FR" smtClean="0"/>
              <a:t>64-  YOU PLACED THE STARS IN THE SKY  YOU KNOW THEM BY NAME</a:t>
            </a:r>
          </a:p>
          <a:p>
            <a:pPr>
              <a:defRPr/>
            </a:pPr>
            <a:r>
              <a:rPr lang="fr-FR" smtClean="0"/>
              <a:t>65-  YOU ARE AMAZING GOD</a:t>
            </a:r>
          </a:p>
          <a:p>
            <a:pPr>
              <a:defRPr/>
            </a:pPr>
            <a:r>
              <a:rPr lang="fr-FR" smtClean="0"/>
              <a:t>66-  ALL POWERFUL, UNTAMABLE</a:t>
            </a:r>
          </a:p>
          <a:p>
            <a:pPr>
              <a:defRPr/>
            </a:pPr>
            <a:r>
              <a:rPr lang="fr-FR" smtClean="0"/>
              <a:t>67-  AWESTRUCK WE FALL TO OUR KNEES  AS WE HUMBLY PROCLAIM</a:t>
            </a:r>
          </a:p>
          <a:p>
            <a:pPr>
              <a:defRPr/>
            </a:pPr>
            <a:r>
              <a:rPr lang="fr-FR" smtClean="0"/>
              <a:t>68-  YOU ARE AMAZING GOD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DES PROFONDEURS DES MERS AUX MONTAGNES ÉLEVÉES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highest of heights to the depths of the sea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LA CRÉATION RÉVÈLE TA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Creation's revealing Your majesty 
3-  DES COULEURS DE L’AUTOMNE  AUX PARFUMS DU PRINTEMPS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colors of fall to the fragrance of spring 
4-  CHAQUE CRÉATURE UNIQUE TE CHANTE UN NOUVEAU CHANT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creature unique in the song that it sings
5-  TOUTES S’EXCLAMANT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exclaiming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	6-  QUI PEUT TE DÉCRIRE OU TE CONTENIR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Indescribable, uncontainable,
	7-  TU PLACES LES ÉTOILES AU CIEL ET TU CONNAIS LEUR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amazing God 
	9-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All powerful, untamable, 
	10-  NOUS TOMBONS À GENOUX DEVANT TOI EN PROCLAMANT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12-  QUI COMMANDE AUX ÉCLAIRS DU TONNERRE OÙ ALLER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has told every lightning bolt where it should go 
13-  QUI ORDONNE À LA NEIGE EN QUEL LIEU SE POSER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Or seen heavenly storehouses laden with snow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QUI CRÉA LE SOLEIL SA LUMIÈRE INFINIE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imagined the sun and gives source to its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ET LE CACHE POUR OFFRIR LA FRAÎCHEUR DE LA NUIT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Yet conceals it to bring us the coolness of night 
16-  QUI TE SONDERA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None can fathom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PLACES LES ÉTOILES AU CIEL INCOMMENSURABLE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TU PLACES LES ÉTOILES AU CIEL INCOMMENSURABLE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TU PLACES LES ÉTOILES AU CIEL ET TU CONNAIS LEUR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NOUS TOMBONS À GENOUX DEVANT TOI EN PROCLAMANT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TU PLACES LES ÉTOILES AU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INCOMMENSURABLE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INEXPLICABLE QUI PEUT TE DÉCRIRE OU TE CONTENIR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INCOMMENSURABLE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TU ES INDESCRIPTIBLE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FROM THE HIGHEST OF HEIGHTS TO THE DEPTHS OF THE SEA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CREATION'S REVEALING YOUR MAJESTY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FROM THE COLORS OF FALL TO THE FRAGRANCE OF SPRING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EVERY CREATURE UNIQUE IN THE SONG THAT IT SINGS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ALL EXCLAIMING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YOU ARE AMAZING GOD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WHO HAS TOLD EVERY LIGHTNING BOLT WHERE IT SHOULD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OR SEEN HEAVENLY STOREHOUSES LADEN WITH SNOW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WHO IMAGINED THE SUN AND GIVES SOURCE TO ITS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YET CONCEALS IT TO BRING US THE COOLNESS OF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NONE CAN FATHOM  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YOU ARE AMAZING GOD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CAN'T EXPLAIN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YOU PLACES THE STARS IN THE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CAN'T CONTAIN  YOU'RE ALL POWERFUL YOU'RE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CAN'T EXPLAIN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YOU PLACES THE STARS IN THE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61-  CAN'T CONTAIN  YOU'RE ALL POWERFUL, YOU'RE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62-  AWESTRUCK WE FALL TO OUR KNEES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64-  YOU PLACED THE STARS IN THE SKY 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65-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66- 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67-  AWESTRUCK WE FALL TO OUR KNEES 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68-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b="1" i="1" dirty="0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DES PROFONDEURS DES MERS AUX MONTAGNES ÉLEVÉES</a:t>
            </a:r>
          </a:p>
          <a:p>
            <a:pPr>
              <a:defRPr/>
            </a:pPr>
            <a:r>
              <a:rPr lang="fr-FR" smtClean="0"/>
              <a:t>From the highest of heights to the depths of the sea</a:t>
            </a:r>
          </a:p>
          <a:p>
            <a:pPr>
              <a:defRPr/>
            </a:pPr>
            <a:r>
              <a:rPr lang="fr-FR" smtClean="0"/>
              <a:t>2-  LA CRÉATION RÉVÈLE TA MAJESTÉ</a:t>
            </a:r>
          </a:p>
          <a:p>
            <a:pPr>
              <a:defRPr/>
            </a:pPr>
            <a:r>
              <a:rPr lang="fr-FR" smtClean="0"/>
              <a:t>Creation's revealing Your majesty 
3-  DES COULEURS DE L’AUTOMNE  AUX PARFUMS DU PRINTEMPS</a:t>
            </a:r>
          </a:p>
          <a:p>
            <a:pPr>
              <a:defRPr/>
            </a:pPr>
            <a:r>
              <a:rPr lang="fr-FR" smtClean="0"/>
              <a:t>From the colors of fall to the fragrance of spring 
4-  CHAQUE CRÉATURE UNIQUE TE CHANTE UN NOUVEAU CHANT </a:t>
            </a:r>
          </a:p>
          <a:p>
            <a:pPr>
              <a:defRPr/>
            </a:pPr>
            <a:r>
              <a:rPr lang="fr-FR" smtClean="0"/>
              <a:t>Every creature unique in the song that it sings
5-  TOUTES S’EXCLAMANT</a:t>
            </a:r>
          </a:p>
          <a:p>
            <a:pPr>
              <a:defRPr/>
            </a:pPr>
            <a:r>
              <a:rPr lang="fr-FR" smtClean="0"/>
              <a:t>All exclaiming</a:t>
            </a:r>
          </a:p>
          <a:p>
            <a:pPr>
              <a:defRPr/>
            </a:pPr>
            <a:r>
              <a:rPr lang="fr-FR" smtClean="0"/>
              <a:t> 
	6-  QUI PEUT TE DÉCRIRE OU TE CONTENIR ? </a:t>
            </a:r>
          </a:p>
          <a:p>
            <a:pPr>
              <a:defRPr/>
            </a:pPr>
            <a:r>
              <a:rPr lang="fr-FR" smtClean="0"/>
              <a:t>	Indescribable, uncontainable,
	7-  TU PLACES LES ÉTOILES AU CIEL ET TU CONNAIS LEUR NOM </a:t>
            </a:r>
          </a:p>
          <a:p>
            <a:pPr>
              <a:defRPr/>
            </a:pPr>
            <a:r>
              <a:rPr lang="fr-FR" smtClean="0"/>
              <a:t>	You placed the stars in the sky and You know them by name</a:t>
            </a:r>
          </a:p>
          <a:p>
            <a:pPr>
              <a:defRPr/>
            </a:pPr>
            <a:r>
              <a:rPr lang="fr-FR" smtClean="0"/>
              <a:t>	8-  TU ES UN DIEU SI GRAND</a:t>
            </a:r>
          </a:p>
          <a:p>
            <a:pPr>
              <a:defRPr/>
            </a:pPr>
            <a:r>
              <a:rPr lang="fr-FR" smtClean="0"/>
              <a:t>	You are amazing God 
	9-  DIEU TOUT-PUISSANT, IMPRESSIONNANT</a:t>
            </a:r>
          </a:p>
          <a:p>
            <a:pPr>
              <a:defRPr/>
            </a:pPr>
            <a:r>
              <a:rPr lang="fr-FR" smtClean="0"/>
              <a:t>	All powerful, untamable, 
	10-  NOUS TOMBONS À GENOUX DEVANT TOI EN PROCLAMANT</a:t>
            </a:r>
          </a:p>
          <a:p>
            <a:pPr>
              <a:defRPr/>
            </a:pPr>
            <a:r>
              <a:rPr lang="fr-FR" smtClean="0"/>
              <a:t>	Awestruck we fall to our knees as we humbly proclaim</a:t>
            </a:r>
          </a:p>
          <a:p>
            <a:pPr>
              <a:defRPr/>
            </a:pPr>
            <a:r>
              <a:rPr lang="fr-FR" smtClean="0"/>
              <a:t>	11- TU ES UN DIEU SI GRAND</a:t>
            </a:r>
          </a:p>
          <a:p>
            <a:pPr>
              <a:defRPr/>
            </a:pPr>
            <a:r>
              <a:rPr lang="fr-FR" smtClean="0"/>
              <a:t>	You are amazing God</a:t>
            </a:r>
          </a:p>
          <a:p>
            <a:pPr>
              <a:defRPr/>
            </a:pPr>
            <a:r>
              <a:rPr lang="fr-FR" smtClean="0"/>
              <a:t> 
12-  QUI COMMANDE AUX ÉCLAIRS DU TONNERRE OÙ ALLER ?</a:t>
            </a:r>
          </a:p>
          <a:p>
            <a:pPr>
              <a:defRPr/>
            </a:pPr>
            <a:r>
              <a:rPr lang="fr-FR" smtClean="0"/>
              <a:t>Who has told every lightning bolt where it should go 
13-  QUI ORDONNE À LA NEIGE EN QUEL LIEU SE POSER ? </a:t>
            </a:r>
          </a:p>
          <a:p>
            <a:pPr>
              <a:defRPr/>
            </a:pPr>
            <a:r>
              <a:rPr lang="fr-FR" smtClean="0"/>
              <a:t>Or seen heavenly storehouses laden with snow</a:t>
            </a:r>
          </a:p>
          <a:p>
            <a:pPr>
              <a:defRPr/>
            </a:pPr>
            <a:r>
              <a:rPr lang="fr-FR" smtClean="0"/>
              <a:t>14-  QUI CRÉA LE SOLEIL SA LUMIÈRE INFINIE ? </a:t>
            </a:r>
          </a:p>
          <a:p>
            <a:pPr>
              <a:defRPr/>
            </a:pPr>
            <a:r>
              <a:rPr lang="fr-FR" smtClean="0"/>
              <a:t>Who imagined the sun and gives source to its light</a:t>
            </a:r>
          </a:p>
          <a:p>
            <a:pPr>
              <a:defRPr/>
            </a:pPr>
            <a:r>
              <a:rPr lang="fr-FR" smtClean="0"/>
              <a:t>15-  ET LE CACHE POUR OFFRIR LA FRAÎCHEUR DE LA NUIT</a:t>
            </a:r>
          </a:p>
          <a:p>
            <a:pPr>
              <a:defRPr/>
            </a:pPr>
            <a:r>
              <a:rPr lang="fr-FR" smtClean="0"/>
              <a:t>Yet conceals it to bring us the coolness of night 
16-  QUI TE SONDERA ? </a:t>
            </a:r>
          </a:p>
          <a:p>
            <a:pPr>
              <a:defRPr/>
            </a:pPr>
            <a:r>
              <a:rPr lang="fr-FR" smtClean="0"/>
              <a:t>None can fathom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INEXPLICABLE QUI PEUT TE DÉCRIRE OU TE CONTENIR ?</a:t>
            </a:r>
          </a:p>
          <a:p>
            <a:pPr>
              <a:defRPr/>
            </a:pPr>
            <a:r>
              <a:rPr lang="fr-FR" smtClean="0"/>
              <a:t>18-  TU PLACES LES ÉTOILES AU CIEL INCOMMENSURABLE</a:t>
            </a:r>
          </a:p>
          <a:p>
            <a:pPr>
              <a:defRPr/>
            </a:pPr>
            <a:r>
              <a:rPr lang="fr-FR" smtClean="0"/>
              <a:t>19-  DIEU TOUT-PUISSANT, IMPRESSIONNANT</a:t>
            </a:r>
          </a:p>
          <a:p>
            <a:pPr>
              <a:defRPr/>
            </a:pPr>
            <a:r>
              <a:rPr lang="fr-FR" smtClean="0"/>
              <a:t>20-  FORMIDABLE NOUS TOMBONS À GENOUX DEVANT TOI</a:t>
            </a:r>
          </a:p>
          <a:p>
            <a:pPr>
              <a:defRPr/>
            </a:pPr>
            <a:r>
              <a:rPr lang="fr-FR" smtClean="0"/>
              <a:t>21-  INEXPLICABLE QUI PEUT TE DÉCRIRE OU TE CONTENIR ?</a:t>
            </a:r>
          </a:p>
          <a:p>
            <a:pPr>
              <a:defRPr/>
            </a:pPr>
            <a:r>
              <a:rPr lang="fr-FR" smtClean="0"/>
              <a:t>22-  TU PLACES LES ÉTOILES AU CIEL INCOMMENSURABLE</a:t>
            </a:r>
          </a:p>
          <a:p>
            <a:pPr>
              <a:defRPr/>
            </a:pPr>
            <a:r>
              <a:rPr lang="fr-FR" smtClean="0"/>
              <a:t>23-  DIEU TOUT-PUISSANT, IMPRESSIONNANT</a:t>
            </a:r>
          </a:p>
          <a:p>
            <a:pPr>
              <a:defRPr/>
            </a:pPr>
            <a:r>
              <a:rPr lang="fr-FR" smtClean="0"/>
              <a:t>24-  FORMIDABLE NOUS TOMBONS À GENOUX DEVANT TOI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QUI PEUT TE DÉCRIRE OU TE CONTENIR ?</a:t>
            </a:r>
          </a:p>
          <a:p>
            <a:pPr>
              <a:defRPr/>
            </a:pPr>
            <a:r>
              <a:rPr lang="fr-FR" smtClean="0"/>
              <a:t>26-  TU PLACES LES ÉTOILES AU CIEL ET TU CONNAIS LEUR NOM</a:t>
            </a:r>
          </a:p>
          <a:p>
            <a:pPr>
              <a:defRPr/>
            </a:pPr>
            <a:r>
              <a:rPr lang="fr-FR" smtClean="0"/>
              <a:t>27-  TU ES UN DIEU SI GRAND</a:t>
            </a:r>
          </a:p>
          <a:p>
            <a:pPr>
              <a:defRPr/>
            </a:pPr>
            <a:r>
              <a:rPr lang="fr-FR" smtClean="0"/>
              <a:t>28-  DIEU TOUT-PUISSANT, IMPRESSIONNANT</a:t>
            </a:r>
          </a:p>
          <a:p>
            <a:pPr>
              <a:defRPr/>
            </a:pPr>
            <a:r>
              <a:rPr lang="fr-FR" smtClean="0"/>
              <a:t>29-  NOUS TOMBONS À GENOUX DEVANT TOI EN PROCLAMANT</a:t>
            </a:r>
          </a:p>
          <a:p>
            <a:pPr>
              <a:defRPr/>
            </a:pPr>
            <a:r>
              <a:rPr lang="fr-FR" smtClean="0"/>
              <a:t>30-  TU ES UN DIEU SI GRAND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INEXPLICABLE QUI PEUT TE DÉCRIRE OU TE CONTENIR ?</a:t>
            </a:r>
          </a:p>
          <a:p>
            <a:pPr>
              <a:defRPr/>
            </a:pPr>
            <a:r>
              <a:rPr lang="fr-FR" smtClean="0"/>
              <a:t>32-  TU PLACES LES ÉTOILES AU CIEL</a:t>
            </a:r>
          </a:p>
          <a:p>
            <a:pPr>
              <a:defRPr/>
            </a:pPr>
            <a:r>
              <a:rPr lang="fr-FR" smtClean="0"/>
              <a:t>33-  INCOMMENSURABLE DIEU TOUT-PUISSANT, IMPRESSIONNANT</a:t>
            </a:r>
          </a:p>
          <a:p>
            <a:pPr>
              <a:defRPr/>
            </a:pPr>
            <a:r>
              <a:rPr lang="fr-FR" smtClean="0"/>
              <a:t>34-  FORMIDABLE NOUS TOMBONS À GENOUX DEVANT TOI</a:t>
            </a:r>
          </a:p>
          <a:p>
            <a:pPr>
              <a:defRPr/>
            </a:pPr>
            <a:r>
              <a:rPr lang="fr-FR" smtClean="0"/>
              <a:t>35-  INEXPLICABLE QUI PEUT TE DÉCRIRE OU TE CONTENIR ? </a:t>
            </a:r>
          </a:p>
          <a:p>
            <a:pPr>
              <a:defRPr/>
            </a:pPr>
            <a:r>
              <a:rPr lang="fr-FR" smtClean="0"/>
              <a:t>36-  INCOMMENSURABLE DIEU TOUT-PUISSANT, IMPRESSIONNANT</a:t>
            </a:r>
          </a:p>
          <a:p>
            <a:pPr>
              <a:defRPr/>
            </a:pPr>
            <a:r>
              <a:rPr lang="fr-FR" smtClean="0"/>
              <a:t>37-  TU ES INDESCRIPTIBLE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**************************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FROM THE HIGHEST OF HEIGHTS TO THE DEPTHS OF THE SEA</a:t>
            </a:r>
          </a:p>
          <a:p>
            <a:pPr>
              <a:defRPr/>
            </a:pPr>
            <a:r>
              <a:rPr lang="fr-FR" smtClean="0"/>
              <a:t>39-  CREATION'S REVEALING YOUR MAJESTY</a:t>
            </a:r>
          </a:p>
          <a:p>
            <a:pPr>
              <a:defRPr/>
            </a:pPr>
            <a:r>
              <a:rPr lang="fr-FR" smtClean="0"/>
              <a:t>40-  FROM THE COLORS OF FALL TO THE FRAGRANCE OF SPRING</a:t>
            </a:r>
          </a:p>
          <a:p>
            <a:pPr>
              <a:defRPr/>
            </a:pPr>
            <a:r>
              <a:rPr lang="fr-FR" smtClean="0"/>
              <a:t>41-  EVERY CREATURE UNIQUE IN THE SONG THAT IT SINGS</a:t>
            </a:r>
          </a:p>
          <a:p>
            <a:pPr>
              <a:defRPr/>
            </a:pPr>
            <a:r>
              <a:rPr lang="fr-FR" smtClean="0"/>
              <a:t>42-  ALL EXCLAIMING INDESCRIBABLE, UNCONTAINABLE</a:t>
            </a:r>
          </a:p>
          <a:p>
            <a:pPr>
              <a:defRPr/>
            </a:pPr>
            <a:r>
              <a:rPr lang="fr-FR" smtClean="0"/>
              <a:t>43-  YOU PLACED THE STARS IN THE SKY AND YOU KNOW THEM BY NAME</a:t>
            </a:r>
          </a:p>
          <a:p>
            <a:pPr>
              <a:defRPr/>
            </a:pPr>
            <a:r>
              <a:rPr lang="fr-FR" smtClean="0"/>
              <a:t>44-  YOU ARE AMAZING GOD ALL POWERFUL, UNTAMABLE</a:t>
            </a:r>
          </a:p>
          <a:p>
            <a:pPr>
              <a:defRPr/>
            </a:pPr>
            <a:r>
              <a:rPr lang="fr-FR" smtClean="0"/>
              <a:t>45-  AWESTRUCK WE FALL TO OUR KNEES AS WE HUMBLY PROCLAIM</a:t>
            </a:r>
          </a:p>
          <a:p>
            <a:pPr>
              <a:defRPr/>
            </a:pPr>
            <a:r>
              <a:rPr lang="fr-FR" smtClean="0"/>
              <a:t>46-  YOU ARE AMAZING GOD</a:t>
            </a:r>
          </a:p>
          <a:p>
            <a:pPr>
              <a:defRPr/>
            </a:pPr>
            <a:r>
              <a:rPr lang="fr-FR" smtClean="0"/>
              <a:t>47-  WHO HAS TOLD EVERY LIGHTNING BOLT WHERE IT SHOULD GO</a:t>
            </a:r>
          </a:p>
          <a:p>
            <a:pPr>
              <a:defRPr/>
            </a:pPr>
            <a:r>
              <a:rPr lang="fr-FR" smtClean="0"/>
              <a:t>48-  OR SEEN HEAVENLY STOREHOUSES LADEN WITH SNOW</a:t>
            </a:r>
          </a:p>
          <a:p>
            <a:pPr>
              <a:defRPr/>
            </a:pPr>
            <a:r>
              <a:rPr lang="fr-FR" smtClean="0"/>
              <a:t>49-  WHO IMAGINED THE SUN AND GIVES SOURCE TO ITS LIGHT</a:t>
            </a:r>
          </a:p>
          <a:p>
            <a:pPr>
              <a:defRPr/>
            </a:pPr>
            <a:r>
              <a:rPr lang="fr-FR" smtClean="0"/>
              <a:t>50-  YET CONCEALS IT TO BRING US THE COOLNESS OF NIGHT</a:t>
            </a:r>
          </a:p>
          <a:p>
            <a:pPr>
              <a:defRPr/>
            </a:pPr>
            <a:r>
              <a:rPr lang="fr-FR" smtClean="0"/>
              <a:t>51-  NONE CAN FATHOM  INDESCRIBABLE, UNCONTAINABLE</a:t>
            </a:r>
          </a:p>
          <a:p>
            <a:pPr>
              <a:defRPr/>
            </a:pPr>
            <a:r>
              <a:rPr lang="fr-FR" smtClean="0"/>
              <a:t>52-  YOU PLACED THE STARS IN THE SKY AND YOU KNOW THEM BY NAME</a:t>
            </a:r>
          </a:p>
          <a:p>
            <a:pPr>
              <a:defRPr/>
            </a:pPr>
            <a:r>
              <a:rPr lang="fr-FR" smtClean="0"/>
              <a:t>53-  YOU ARE AMAZING GOD ALL POWERFUL, UNTAMABLE</a:t>
            </a:r>
          </a:p>
          <a:p>
            <a:pPr>
              <a:defRPr/>
            </a:pPr>
            <a:r>
              <a:rPr lang="fr-FR" smtClean="0"/>
              <a:t>54-  AWESTRUCK WE FALL TO OUR KNEES AS WE HUMBLY PROCLAIM</a:t>
            </a:r>
          </a:p>
          <a:p>
            <a:pPr>
              <a:defRPr/>
            </a:pPr>
            <a:r>
              <a:rPr lang="fr-FR" smtClean="0"/>
              <a:t>55-  YOU ARE AMAZING GOD</a:t>
            </a:r>
          </a:p>
          <a:p>
            <a:pPr>
              <a:defRPr/>
            </a:pPr>
            <a:r>
              <a:rPr lang="fr-FR" smtClean="0"/>
              <a:t>56-  CAN'T EXPLAIN INDESCRIBABLE, UNCONTAINABLE</a:t>
            </a:r>
          </a:p>
          <a:p>
            <a:pPr>
              <a:defRPr/>
            </a:pPr>
            <a:r>
              <a:rPr lang="fr-FR" smtClean="0"/>
              <a:t>57-  YOU PLACES THE STARS IN THE SKY</a:t>
            </a:r>
          </a:p>
          <a:p>
            <a:pPr>
              <a:defRPr/>
            </a:pPr>
            <a:r>
              <a:rPr lang="fr-FR" smtClean="0"/>
              <a:t>58-  CAN'T CONTAIN  YOU'RE ALL POWERFUL YOU'RE UNTAMABLE</a:t>
            </a:r>
          </a:p>
          <a:p>
            <a:pPr>
              <a:defRPr/>
            </a:pPr>
            <a:r>
              <a:rPr lang="fr-FR" smtClean="0"/>
              <a:t>59-  CAN'T EXPLAIN INDESCRIBABLE, UNCONTAINABLE</a:t>
            </a:r>
          </a:p>
          <a:p>
            <a:pPr>
              <a:defRPr/>
            </a:pPr>
            <a:r>
              <a:rPr lang="fr-FR" smtClean="0"/>
              <a:t>60-  YOU PLACES THE STARS IN THE SKY</a:t>
            </a:r>
          </a:p>
          <a:p>
            <a:pPr>
              <a:defRPr/>
            </a:pPr>
            <a:r>
              <a:rPr lang="fr-FR" smtClean="0"/>
              <a:t>61-  CAN'T CONTAIN  YOU'RE ALL POWERFUL, YOU'RE UNTAMABLE</a:t>
            </a:r>
          </a:p>
          <a:p>
            <a:pPr>
              <a:defRPr/>
            </a:pPr>
            <a:r>
              <a:rPr lang="fr-FR" smtClean="0"/>
              <a:t>62-  AWESTRUCK WE FALL TO OUR KNEES</a:t>
            </a:r>
          </a:p>
          <a:p>
            <a:pPr>
              <a:defRPr/>
            </a:pPr>
            <a:r>
              <a:rPr lang="fr-FR" smtClean="0"/>
              <a:t>63-  INDESCRIBABLE, UNCONTAINABLE</a:t>
            </a:r>
          </a:p>
          <a:p>
            <a:pPr>
              <a:defRPr/>
            </a:pPr>
            <a:r>
              <a:rPr lang="fr-FR" smtClean="0"/>
              <a:t>64-  YOU PLACED THE STARS IN THE SKY  YOU KNOW THEM BY NAME</a:t>
            </a:r>
          </a:p>
          <a:p>
            <a:pPr>
              <a:defRPr/>
            </a:pPr>
            <a:r>
              <a:rPr lang="fr-FR" smtClean="0"/>
              <a:t>65-  YOU ARE AMAZING GOD</a:t>
            </a:r>
          </a:p>
          <a:p>
            <a:pPr>
              <a:defRPr/>
            </a:pPr>
            <a:r>
              <a:rPr lang="fr-FR" smtClean="0"/>
              <a:t>66-  ALL POWERFUL, UNTAMABLE</a:t>
            </a:r>
          </a:p>
          <a:p>
            <a:pPr>
              <a:defRPr/>
            </a:pPr>
            <a:r>
              <a:rPr lang="fr-FR" smtClean="0"/>
              <a:t>67-  AWESTRUCK WE FALL TO OUR KNEES  AS WE HUMBLY PROCLAIM</a:t>
            </a:r>
          </a:p>
          <a:p>
            <a:pPr>
              <a:defRPr/>
            </a:pPr>
            <a:r>
              <a:rPr lang="fr-FR" smtClean="0"/>
              <a:t>68-  YOU ARE AMAZING GOD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DES PROFONDEURS DES MERS AUX MONTAGNES ÉLEVÉES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highest of heights to the depths of the sea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LA CRÉATION RÉVÈLE TA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Creation's revealing Your majesty 
3-  DES COULEURS DE L’AUTOMNE  AUX PARFUMS DU PRINTEMPS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colors of fall to the fragrance of spring 
4-  CHAQUE CRÉATURE UNIQUE TE CHANTE UN NOUVEAU CHANT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creature unique in the song that it sings
5-  TOUTES S’EXCLAMANT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exclaiming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	6-  QUI PEUT TE DÉCRIRE OU TE CONTENIR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Indescribable, uncontainable,
	7-  TU PLACES LES ÉTOILES AU CIEL ET TU CONNAIS LEUR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amazing God 
	9-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All powerful, untamable, 
	10-  NOUS TOMBONS À GENOUX DEVANT TOI EN PROCLAMANT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12-  QUI COMMANDE AUX ÉCLAIRS DU TONNERRE OÙ ALLER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has told every lightning bolt where it should go 
13-  QUI ORDONNE À LA NEIGE EN QUEL LIEU SE POSER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Or seen heavenly storehouses laden with snow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QUI CRÉA LE SOLEIL SA LUMIÈRE INFINIE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imagined the sun and gives source to its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ET LE CACHE POUR OFFRIR LA FRAÎCHEUR DE LA NUIT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Yet conceals it to bring us the coolness of night 
16-  QUI TE SONDERA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None can fathom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PLACES LES ÉTOILES AU CIEL INCOMMENSURABLE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TU PLACES LES ÉTOILES AU CIEL INCOMMENSURABLE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TU PLACES LES ÉTOILES AU CIEL ET TU CONNAIS LEUR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NOUS TOMBONS À GENOUX DEVANT TOI EN PROCLAMANT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TU PLACES LES ÉTOILES AU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INCOMMENSURABLE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INEXPLICABLE QUI PEUT TE DÉCRIRE OU TE CONTENIR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INCOMMENSURABLE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TU ES INDESCRIPTIBLE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FROM THE HIGHEST OF HEIGHTS TO THE DEPTHS OF THE SEA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CREATION'S REVEALING YOUR MAJESTY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FROM THE COLORS OF FALL TO THE FRAGRANCE OF SPRING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EVERY CREATURE UNIQUE IN THE SONG THAT IT SINGS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ALL EXCLAIMING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YOU ARE AMAZING GOD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WHO HAS TOLD EVERY LIGHTNING BOLT WHERE IT SHOULD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OR SEEN HEAVENLY STOREHOUSES LADEN WITH SNOW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WHO IMAGINED THE SUN AND GIVES SOURCE TO ITS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YET CONCEALS IT TO BRING US THE COOLNESS OF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NONE CAN FATHOM  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YOU ARE AMAZING GOD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CAN'T EXPLAIN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YOU PLACES THE STARS IN THE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CAN'T CONTAIN  YOU'RE ALL POWERFUL YOU'RE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CAN'T EXPLAIN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YOU PLACES THE STARS IN THE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61-  CAN'T CONTAIN  YOU'RE ALL POWERFUL, YOU'RE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62-  AWESTRUCK WE FALL TO OUR KNEES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64-  YOU PLACED THE STARS IN THE SKY 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65-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66- 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67-  AWESTRUCK WE FALL TO OUR KNEES 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68-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b="1" i="1" dirty="0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DES PROFONDEURS DES MERS AUX MONTAGNES ÉLEVÉES</a:t>
            </a:r>
          </a:p>
          <a:p>
            <a:pPr>
              <a:defRPr/>
            </a:pPr>
            <a:r>
              <a:rPr lang="fr-FR" smtClean="0"/>
              <a:t>From the highest of heights to the depths of the sea</a:t>
            </a:r>
          </a:p>
          <a:p>
            <a:pPr>
              <a:defRPr/>
            </a:pPr>
            <a:r>
              <a:rPr lang="fr-FR" smtClean="0"/>
              <a:t>2-  LA CRÉATION RÉVÈLE TA MAJESTÉ</a:t>
            </a:r>
          </a:p>
          <a:p>
            <a:pPr>
              <a:defRPr/>
            </a:pPr>
            <a:r>
              <a:rPr lang="fr-FR" smtClean="0"/>
              <a:t>Creation's revealing Your majesty 
3-  DES COULEURS DE L’AUTOMNE  AUX PARFUMS DU PRINTEMPS</a:t>
            </a:r>
          </a:p>
          <a:p>
            <a:pPr>
              <a:defRPr/>
            </a:pPr>
            <a:r>
              <a:rPr lang="fr-FR" smtClean="0"/>
              <a:t>From the colors of fall to the fragrance of spring 
4-  CHAQUE CRÉATURE UNIQUE TE CHANTE UN NOUVEAU CHANT </a:t>
            </a:r>
          </a:p>
          <a:p>
            <a:pPr>
              <a:defRPr/>
            </a:pPr>
            <a:r>
              <a:rPr lang="fr-FR" smtClean="0"/>
              <a:t>Every creature unique in the song that it sings
5-  TOUTES S’EXCLAMANT</a:t>
            </a:r>
          </a:p>
          <a:p>
            <a:pPr>
              <a:defRPr/>
            </a:pPr>
            <a:r>
              <a:rPr lang="fr-FR" smtClean="0"/>
              <a:t>All exclaiming</a:t>
            </a:r>
          </a:p>
          <a:p>
            <a:pPr>
              <a:defRPr/>
            </a:pPr>
            <a:r>
              <a:rPr lang="fr-FR" smtClean="0"/>
              <a:t> 
	6-  QUI PEUT TE DÉCRIRE OU TE CONTENIR ? </a:t>
            </a:r>
          </a:p>
          <a:p>
            <a:pPr>
              <a:defRPr/>
            </a:pPr>
            <a:r>
              <a:rPr lang="fr-FR" smtClean="0"/>
              <a:t>	Indescribable, uncontainable,
	7-  TU PLACES LES ÉTOILES AU CIEL ET TU CONNAIS LEUR NOM </a:t>
            </a:r>
          </a:p>
          <a:p>
            <a:pPr>
              <a:defRPr/>
            </a:pPr>
            <a:r>
              <a:rPr lang="fr-FR" smtClean="0"/>
              <a:t>	You placed the stars in the sky and You know them by name</a:t>
            </a:r>
          </a:p>
          <a:p>
            <a:pPr>
              <a:defRPr/>
            </a:pPr>
            <a:r>
              <a:rPr lang="fr-FR" smtClean="0"/>
              <a:t>	8-  TU ES UN DIEU SI GRAND</a:t>
            </a:r>
          </a:p>
          <a:p>
            <a:pPr>
              <a:defRPr/>
            </a:pPr>
            <a:r>
              <a:rPr lang="fr-FR" smtClean="0"/>
              <a:t>	You are amazing God 
	9-  DIEU TOUT-PUISSANT, IMPRESSIONNANT</a:t>
            </a:r>
          </a:p>
          <a:p>
            <a:pPr>
              <a:defRPr/>
            </a:pPr>
            <a:r>
              <a:rPr lang="fr-FR" smtClean="0"/>
              <a:t>	All powerful, untamable, 
	10-  NOUS TOMBONS À GENOUX DEVANT TOI EN PROCLAMANT</a:t>
            </a:r>
          </a:p>
          <a:p>
            <a:pPr>
              <a:defRPr/>
            </a:pPr>
            <a:r>
              <a:rPr lang="fr-FR" smtClean="0"/>
              <a:t>	Awestruck we fall to our knees as we humbly proclaim</a:t>
            </a:r>
          </a:p>
          <a:p>
            <a:pPr>
              <a:defRPr/>
            </a:pPr>
            <a:r>
              <a:rPr lang="fr-FR" smtClean="0"/>
              <a:t>	11- TU ES UN DIEU SI GRAND</a:t>
            </a:r>
          </a:p>
          <a:p>
            <a:pPr>
              <a:defRPr/>
            </a:pPr>
            <a:r>
              <a:rPr lang="fr-FR" smtClean="0"/>
              <a:t>	You are amazing God</a:t>
            </a:r>
          </a:p>
          <a:p>
            <a:pPr>
              <a:defRPr/>
            </a:pPr>
            <a:r>
              <a:rPr lang="fr-FR" smtClean="0"/>
              <a:t> 
12-  QUI COMMANDE AUX ÉCLAIRS DU TONNERRE OÙ ALLER ?</a:t>
            </a:r>
          </a:p>
          <a:p>
            <a:pPr>
              <a:defRPr/>
            </a:pPr>
            <a:r>
              <a:rPr lang="fr-FR" smtClean="0"/>
              <a:t>Who has told every lightning bolt where it should go 
13-  QUI ORDONNE À LA NEIGE EN QUEL LIEU SE POSER ? </a:t>
            </a:r>
          </a:p>
          <a:p>
            <a:pPr>
              <a:defRPr/>
            </a:pPr>
            <a:r>
              <a:rPr lang="fr-FR" smtClean="0"/>
              <a:t>Or seen heavenly storehouses laden with snow</a:t>
            </a:r>
          </a:p>
          <a:p>
            <a:pPr>
              <a:defRPr/>
            </a:pPr>
            <a:r>
              <a:rPr lang="fr-FR" smtClean="0"/>
              <a:t>14-  QUI CRÉA LE SOLEIL SA LUMIÈRE INFINIE ? </a:t>
            </a:r>
          </a:p>
          <a:p>
            <a:pPr>
              <a:defRPr/>
            </a:pPr>
            <a:r>
              <a:rPr lang="fr-FR" smtClean="0"/>
              <a:t>Who imagined the sun and gives source to its light</a:t>
            </a:r>
          </a:p>
          <a:p>
            <a:pPr>
              <a:defRPr/>
            </a:pPr>
            <a:r>
              <a:rPr lang="fr-FR" smtClean="0"/>
              <a:t>15-  ET LE CACHE POUR OFFRIR LA FRAÎCHEUR DE LA NUIT</a:t>
            </a:r>
          </a:p>
          <a:p>
            <a:pPr>
              <a:defRPr/>
            </a:pPr>
            <a:r>
              <a:rPr lang="fr-FR" smtClean="0"/>
              <a:t>Yet conceals it to bring us the coolness of night 
16-  QUI TE SONDERA ? </a:t>
            </a:r>
          </a:p>
          <a:p>
            <a:pPr>
              <a:defRPr/>
            </a:pPr>
            <a:r>
              <a:rPr lang="fr-FR" smtClean="0"/>
              <a:t>None can fathom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INEXPLICABLE QUI PEUT TE DÉCRIRE OU TE CONTENIR ?</a:t>
            </a:r>
          </a:p>
          <a:p>
            <a:pPr>
              <a:defRPr/>
            </a:pPr>
            <a:r>
              <a:rPr lang="fr-FR" smtClean="0"/>
              <a:t>18-  TU PLACES LES ÉTOILES AU CIEL INCOMMENSURABLE</a:t>
            </a:r>
          </a:p>
          <a:p>
            <a:pPr>
              <a:defRPr/>
            </a:pPr>
            <a:r>
              <a:rPr lang="fr-FR" smtClean="0"/>
              <a:t>19-  DIEU TOUT-PUISSANT, IMPRESSIONNANT</a:t>
            </a:r>
          </a:p>
          <a:p>
            <a:pPr>
              <a:defRPr/>
            </a:pPr>
            <a:r>
              <a:rPr lang="fr-FR" smtClean="0"/>
              <a:t>20-  FORMIDABLE NOUS TOMBONS À GENOUX DEVANT TOI</a:t>
            </a:r>
          </a:p>
          <a:p>
            <a:pPr>
              <a:defRPr/>
            </a:pPr>
            <a:r>
              <a:rPr lang="fr-FR" smtClean="0"/>
              <a:t>21-  INEXPLICABLE QUI PEUT TE DÉCRIRE OU TE CONTENIR ?</a:t>
            </a:r>
          </a:p>
          <a:p>
            <a:pPr>
              <a:defRPr/>
            </a:pPr>
            <a:r>
              <a:rPr lang="fr-FR" smtClean="0"/>
              <a:t>22-  TU PLACES LES ÉTOILES AU CIEL INCOMMENSURABLE</a:t>
            </a:r>
          </a:p>
          <a:p>
            <a:pPr>
              <a:defRPr/>
            </a:pPr>
            <a:r>
              <a:rPr lang="fr-FR" smtClean="0"/>
              <a:t>23-  DIEU TOUT-PUISSANT, IMPRESSIONNANT</a:t>
            </a:r>
          </a:p>
          <a:p>
            <a:pPr>
              <a:defRPr/>
            </a:pPr>
            <a:r>
              <a:rPr lang="fr-FR" smtClean="0"/>
              <a:t>24-  FORMIDABLE NOUS TOMBONS À GENOUX DEVANT TOI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QUI PEUT TE DÉCRIRE OU TE CONTENIR ?</a:t>
            </a:r>
          </a:p>
          <a:p>
            <a:pPr>
              <a:defRPr/>
            </a:pPr>
            <a:r>
              <a:rPr lang="fr-FR" smtClean="0"/>
              <a:t>26-  TU PLACES LES ÉTOILES AU CIEL ET TU CONNAIS LEUR NOM</a:t>
            </a:r>
          </a:p>
          <a:p>
            <a:pPr>
              <a:defRPr/>
            </a:pPr>
            <a:r>
              <a:rPr lang="fr-FR" smtClean="0"/>
              <a:t>27-  TU ES UN DIEU SI GRAND</a:t>
            </a:r>
          </a:p>
          <a:p>
            <a:pPr>
              <a:defRPr/>
            </a:pPr>
            <a:r>
              <a:rPr lang="fr-FR" smtClean="0"/>
              <a:t>28-  DIEU TOUT-PUISSANT, IMPRESSIONNANT</a:t>
            </a:r>
          </a:p>
          <a:p>
            <a:pPr>
              <a:defRPr/>
            </a:pPr>
            <a:r>
              <a:rPr lang="fr-FR" smtClean="0"/>
              <a:t>29-  NOUS TOMBONS À GENOUX DEVANT TOI EN PROCLAMANT</a:t>
            </a:r>
          </a:p>
          <a:p>
            <a:pPr>
              <a:defRPr/>
            </a:pPr>
            <a:r>
              <a:rPr lang="fr-FR" smtClean="0"/>
              <a:t>30-  TU ES UN DIEU SI GRAND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INEXPLICABLE QUI PEUT TE DÉCRIRE OU TE CONTENIR ?</a:t>
            </a:r>
          </a:p>
          <a:p>
            <a:pPr>
              <a:defRPr/>
            </a:pPr>
            <a:r>
              <a:rPr lang="fr-FR" smtClean="0"/>
              <a:t>32-  TU PLACES LES ÉTOILES AU CIEL</a:t>
            </a:r>
          </a:p>
          <a:p>
            <a:pPr>
              <a:defRPr/>
            </a:pPr>
            <a:r>
              <a:rPr lang="fr-FR" smtClean="0"/>
              <a:t>33-  INCOMMENSURABLE DIEU TOUT-PUISSANT, IMPRESSIONNANT</a:t>
            </a:r>
          </a:p>
          <a:p>
            <a:pPr>
              <a:defRPr/>
            </a:pPr>
            <a:r>
              <a:rPr lang="fr-FR" smtClean="0"/>
              <a:t>34-  FORMIDABLE NOUS TOMBONS À GENOUX DEVANT TOI</a:t>
            </a:r>
          </a:p>
          <a:p>
            <a:pPr>
              <a:defRPr/>
            </a:pPr>
            <a:r>
              <a:rPr lang="fr-FR" smtClean="0"/>
              <a:t>35-  INEXPLICABLE QUI PEUT TE DÉCRIRE OU TE CONTENIR ? </a:t>
            </a:r>
          </a:p>
          <a:p>
            <a:pPr>
              <a:defRPr/>
            </a:pPr>
            <a:r>
              <a:rPr lang="fr-FR" smtClean="0"/>
              <a:t>36-  INCOMMENSURABLE DIEU TOUT-PUISSANT, IMPRESSIONNANT</a:t>
            </a:r>
          </a:p>
          <a:p>
            <a:pPr>
              <a:defRPr/>
            </a:pPr>
            <a:r>
              <a:rPr lang="fr-FR" smtClean="0"/>
              <a:t>37-  TU ES INDESCRIPTIBLE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**************************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FROM THE HIGHEST OF HEIGHTS TO THE DEPTHS OF THE SEA</a:t>
            </a:r>
          </a:p>
          <a:p>
            <a:pPr>
              <a:defRPr/>
            </a:pPr>
            <a:r>
              <a:rPr lang="fr-FR" smtClean="0"/>
              <a:t>39-  CREATION'S REVEALING YOUR MAJESTY</a:t>
            </a:r>
          </a:p>
          <a:p>
            <a:pPr>
              <a:defRPr/>
            </a:pPr>
            <a:r>
              <a:rPr lang="fr-FR" smtClean="0"/>
              <a:t>40-  FROM THE COLORS OF FALL TO THE FRAGRANCE OF SPRING</a:t>
            </a:r>
          </a:p>
          <a:p>
            <a:pPr>
              <a:defRPr/>
            </a:pPr>
            <a:r>
              <a:rPr lang="fr-FR" smtClean="0"/>
              <a:t>41-  EVERY CREATURE UNIQUE IN THE SONG THAT IT SINGS</a:t>
            </a:r>
          </a:p>
          <a:p>
            <a:pPr>
              <a:defRPr/>
            </a:pPr>
            <a:r>
              <a:rPr lang="fr-FR" smtClean="0"/>
              <a:t>42-  ALL EXCLAIMING INDESCRIBABLE, UNCONTAINABLE</a:t>
            </a:r>
          </a:p>
          <a:p>
            <a:pPr>
              <a:defRPr/>
            </a:pPr>
            <a:r>
              <a:rPr lang="fr-FR" smtClean="0"/>
              <a:t>43-  YOU PLACED THE STARS IN THE SKY AND YOU KNOW THEM BY NAME</a:t>
            </a:r>
          </a:p>
          <a:p>
            <a:pPr>
              <a:defRPr/>
            </a:pPr>
            <a:r>
              <a:rPr lang="fr-FR" smtClean="0"/>
              <a:t>44-  YOU ARE AMAZING GOD ALL POWERFUL, UNTAMABLE</a:t>
            </a:r>
          </a:p>
          <a:p>
            <a:pPr>
              <a:defRPr/>
            </a:pPr>
            <a:r>
              <a:rPr lang="fr-FR" smtClean="0"/>
              <a:t>45-  AWESTRUCK WE FALL TO OUR KNEES AS WE HUMBLY PROCLAIM</a:t>
            </a:r>
          </a:p>
          <a:p>
            <a:pPr>
              <a:defRPr/>
            </a:pPr>
            <a:r>
              <a:rPr lang="fr-FR" smtClean="0"/>
              <a:t>46-  YOU ARE AMAZING GOD</a:t>
            </a:r>
          </a:p>
          <a:p>
            <a:pPr>
              <a:defRPr/>
            </a:pPr>
            <a:r>
              <a:rPr lang="fr-FR" smtClean="0"/>
              <a:t>47-  WHO HAS TOLD EVERY LIGHTNING BOLT WHERE IT SHOULD GO</a:t>
            </a:r>
          </a:p>
          <a:p>
            <a:pPr>
              <a:defRPr/>
            </a:pPr>
            <a:r>
              <a:rPr lang="fr-FR" smtClean="0"/>
              <a:t>48-  OR SEEN HEAVENLY STOREHOUSES LADEN WITH SNOW</a:t>
            </a:r>
          </a:p>
          <a:p>
            <a:pPr>
              <a:defRPr/>
            </a:pPr>
            <a:r>
              <a:rPr lang="fr-FR" smtClean="0"/>
              <a:t>49-  WHO IMAGINED THE SUN AND GIVES SOURCE TO ITS LIGHT</a:t>
            </a:r>
          </a:p>
          <a:p>
            <a:pPr>
              <a:defRPr/>
            </a:pPr>
            <a:r>
              <a:rPr lang="fr-FR" smtClean="0"/>
              <a:t>50-  YET CONCEALS IT TO BRING US THE COOLNESS OF NIGHT</a:t>
            </a:r>
          </a:p>
          <a:p>
            <a:pPr>
              <a:defRPr/>
            </a:pPr>
            <a:r>
              <a:rPr lang="fr-FR" smtClean="0"/>
              <a:t>51-  NONE CAN FATHOM  INDESCRIBABLE, UNCONTAINABLE</a:t>
            </a:r>
          </a:p>
          <a:p>
            <a:pPr>
              <a:defRPr/>
            </a:pPr>
            <a:r>
              <a:rPr lang="fr-FR" smtClean="0"/>
              <a:t>52-  YOU PLACED THE STARS IN THE SKY AND YOU KNOW THEM BY NAME</a:t>
            </a:r>
          </a:p>
          <a:p>
            <a:pPr>
              <a:defRPr/>
            </a:pPr>
            <a:r>
              <a:rPr lang="fr-FR" smtClean="0"/>
              <a:t>53-  YOU ARE AMAZING GOD ALL POWERFUL, UNTAMABLE</a:t>
            </a:r>
          </a:p>
          <a:p>
            <a:pPr>
              <a:defRPr/>
            </a:pPr>
            <a:r>
              <a:rPr lang="fr-FR" smtClean="0"/>
              <a:t>54-  AWESTRUCK WE FALL TO OUR KNEES AS WE HUMBLY PROCLAIM</a:t>
            </a:r>
          </a:p>
          <a:p>
            <a:pPr>
              <a:defRPr/>
            </a:pPr>
            <a:r>
              <a:rPr lang="fr-FR" smtClean="0"/>
              <a:t>55-  YOU ARE AMAZING GOD</a:t>
            </a:r>
          </a:p>
          <a:p>
            <a:pPr>
              <a:defRPr/>
            </a:pPr>
            <a:r>
              <a:rPr lang="fr-FR" smtClean="0"/>
              <a:t>56-  CAN'T EXPLAIN INDESCRIBABLE, UNCONTAINABLE</a:t>
            </a:r>
          </a:p>
          <a:p>
            <a:pPr>
              <a:defRPr/>
            </a:pPr>
            <a:r>
              <a:rPr lang="fr-FR" smtClean="0"/>
              <a:t>57-  YOU PLACES THE STARS IN THE SKY</a:t>
            </a:r>
          </a:p>
          <a:p>
            <a:pPr>
              <a:defRPr/>
            </a:pPr>
            <a:r>
              <a:rPr lang="fr-FR" smtClean="0"/>
              <a:t>58-  CAN'T CONTAIN  YOU'RE ALL POWERFUL YOU'RE UNTAMABLE</a:t>
            </a:r>
          </a:p>
          <a:p>
            <a:pPr>
              <a:defRPr/>
            </a:pPr>
            <a:r>
              <a:rPr lang="fr-FR" smtClean="0"/>
              <a:t>59-  CAN'T EXPLAIN INDESCRIBABLE, UNCONTAINABLE</a:t>
            </a:r>
          </a:p>
          <a:p>
            <a:pPr>
              <a:defRPr/>
            </a:pPr>
            <a:r>
              <a:rPr lang="fr-FR" smtClean="0"/>
              <a:t>60-  YOU PLACES THE STARS IN THE SKY</a:t>
            </a:r>
          </a:p>
          <a:p>
            <a:pPr>
              <a:defRPr/>
            </a:pPr>
            <a:r>
              <a:rPr lang="fr-FR" smtClean="0"/>
              <a:t>61-  CAN'T CONTAIN  YOU'RE ALL POWERFUL, YOU'RE UNTAMABLE</a:t>
            </a:r>
          </a:p>
          <a:p>
            <a:pPr>
              <a:defRPr/>
            </a:pPr>
            <a:r>
              <a:rPr lang="fr-FR" smtClean="0"/>
              <a:t>62-  AWESTRUCK WE FALL TO OUR KNEES</a:t>
            </a:r>
          </a:p>
          <a:p>
            <a:pPr>
              <a:defRPr/>
            </a:pPr>
            <a:r>
              <a:rPr lang="fr-FR" smtClean="0"/>
              <a:t>63-  INDESCRIBABLE, UNCONTAINABLE</a:t>
            </a:r>
          </a:p>
          <a:p>
            <a:pPr>
              <a:defRPr/>
            </a:pPr>
            <a:r>
              <a:rPr lang="fr-FR" smtClean="0"/>
              <a:t>64-  YOU PLACED THE STARS IN THE SKY  YOU KNOW THEM BY NAME</a:t>
            </a:r>
          </a:p>
          <a:p>
            <a:pPr>
              <a:defRPr/>
            </a:pPr>
            <a:r>
              <a:rPr lang="fr-FR" smtClean="0"/>
              <a:t>65-  YOU ARE AMAZING GOD</a:t>
            </a:r>
          </a:p>
          <a:p>
            <a:pPr>
              <a:defRPr/>
            </a:pPr>
            <a:r>
              <a:rPr lang="fr-FR" smtClean="0"/>
              <a:t>66-  ALL POWERFUL, UNTAMABLE</a:t>
            </a:r>
          </a:p>
          <a:p>
            <a:pPr>
              <a:defRPr/>
            </a:pPr>
            <a:r>
              <a:rPr lang="fr-FR" smtClean="0"/>
              <a:t>67-  AWESTRUCK WE FALL TO OUR KNEES  AS WE HUMBLY PROCLAIM</a:t>
            </a:r>
          </a:p>
          <a:p>
            <a:pPr>
              <a:defRPr/>
            </a:pPr>
            <a:r>
              <a:rPr lang="fr-FR" smtClean="0"/>
              <a:t>68-  YOU ARE AMAZING GOD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DES PROFONDEURS DES MERS AUX MONTAGNES ÉLEVÉES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highest of heights to the depths of the sea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LA CRÉATION RÉVÈLE TA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Creation's revealing Your majesty 
3-  DES COULEURS DE L’AUTOMNE  AUX PARFUMS DU PRINTEMPS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colors of fall to the fragrance of spring 
4-  CHAQUE CRÉATURE UNIQUE TE CHANTE UN NOUVEAU CHANT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creature unique in the song that it sings
5-  TOUTES S’EXCLAMANT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exclaiming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	6-  QUI PEUT TE DÉCRIRE OU TE CONTENIR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Indescribable, uncontainable,
	7-  TU PLACES LES ÉTOILES AU CIEL ET TU CONNAIS LEUR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amazing God 
	9-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All powerful, untamable, 
	10-  NOUS TOMBONS À GENOUX DEVANT TOI EN PROCLAMANT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12-  QUI COMMANDE AUX ÉCLAIRS DU TONNERRE OÙ ALLER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has told every lightning bolt where it should go 
13-  QUI ORDONNE À LA NEIGE EN QUEL LIEU SE POSER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Or seen heavenly storehouses laden with snow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QUI CRÉA LE SOLEIL SA LUMIÈRE INFINIE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imagined the sun and gives source to its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ET LE CACHE POUR OFFRIR LA FRAÎCHEUR DE LA NUIT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Yet conceals it to bring us the coolness of night 
16-  QUI TE SONDERA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None can fathom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PLACES LES ÉTOILES AU CIEL INCOMMENSURABLE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TU PLACES LES ÉTOILES AU CIEL INCOMMENSURABLE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TU PLACES LES ÉTOILES AU CIEL ET TU CONNAIS LEUR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NOUS TOMBONS À GENOUX DEVANT TOI EN PROCLAMANT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TU PLACES LES ÉTOILES AU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INCOMMENSURABLE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INEXPLICABLE QUI PEUT TE DÉCRIRE OU TE CONTENIR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INCOMMENSURABLE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TU ES INDESCRIPTIBLE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FROM THE HIGHEST OF HEIGHTS TO THE DEPTHS OF THE SEA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CREATION'S REVEALING YOUR MAJESTY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FROM THE COLORS OF FALL TO THE FRAGRANCE OF SPRING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EVERY CREATURE UNIQUE IN THE SONG THAT IT SINGS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ALL EXCLAIMING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YOU ARE AMAZING GOD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WHO HAS TOLD EVERY LIGHTNING BOLT WHERE IT SHOULD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OR SEEN HEAVENLY STOREHOUSES LADEN WITH SNOW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WHO IMAGINED THE SUN AND GIVES SOURCE TO ITS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YET CONCEALS IT TO BRING US THE COOLNESS OF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NONE CAN FATHOM  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YOU ARE AMAZING GOD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CAN'T EXPLAIN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YOU PLACES THE STARS IN THE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CAN'T CONTAIN  YOU'RE ALL POWERFUL YOU'RE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CAN'T EXPLAIN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YOU PLACES THE STARS IN THE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61-  CAN'T CONTAIN  YOU'RE ALL POWERFUL, YOU'RE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62-  AWESTRUCK WE FALL TO OUR KNEES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64-  YOU PLACED THE STARS IN THE SKY 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65-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66- 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67-  AWESTRUCK WE FALL TO OUR KNEES 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68-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b="1" i="1" dirty="0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DES PROFONDEURS DES MERS AUX MONTAGNES ÉLEVÉES</a:t>
            </a:r>
          </a:p>
          <a:p>
            <a:pPr>
              <a:defRPr/>
            </a:pPr>
            <a:r>
              <a:rPr lang="fr-FR" smtClean="0"/>
              <a:t>From the highest of heights to the depths of the sea</a:t>
            </a:r>
          </a:p>
          <a:p>
            <a:pPr>
              <a:defRPr/>
            </a:pPr>
            <a:r>
              <a:rPr lang="fr-FR" smtClean="0"/>
              <a:t>2-  LA CRÉATION RÉVÈLE TA MAJESTÉ</a:t>
            </a:r>
          </a:p>
          <a:p>
            <a:pPr>
              <a:defRPr/>
            </a:pPr>
            <a:r>
              <a:rPr lang="fr-FR" smtClean="0"/>
              <a:t>Creation's revealing Your majesty 
3-  DES COULEURS DE L’AUTOMNE  AUX PARFUMS DU PRINTEMPS</a:t>
            </a:r>
          </a:p>
          <a:p>
            <a:pPr>
              <a:defRPr/>
            </a:pPr>
            <a:r>
              <a:rPr lang="fr-FR" smtClean="0"/>
              <a:t>From the colors of fall to the fragrance of spring 
4-  CHAQUE CRÉATURE UNIQUE TE CHANTE UN NOUVEAU CHANT </a:t>
            </a:r>
          </a:p>
          <a:p>
            <a:pPr>
              <a:defRPr/>
            </a:pPr>
            <a:r>
              <a:rPr lang="fr-FR" smtClean="0"/>
              <a:t>Every creature unique in the song that it sings
5-  TOUTES S’EXCLAMANT</a:t>
            </a:r>
          </a:p>
          <a:p>
            <a:pPr>
              <a:defRPr/>
            </a:pPr>
            <a:r>
              <a:rPr lang="fr-FR" smtClean="0"/>
              <a:t>All exclaiming</a:t>
            </a:r>
          </a:p>
          <a:p>
            <a:pPr>
              <a:defRPr/>
            </a:pPr>
            <a:r>
              <a:rPr lang="fr-FR" smtClean="0"/>
              <a:t> 
	6-  QUI PEUT TE DÉCRIRE OU TE CONTENIR ? </a:t>
            </a:r>
          </a:p>
          <a:p>
            <a:pPr>
              <a:defRPr/>
            </a:pPr>
            <a:r>
              <a:rPr lang="fr-FR" smtClean="0"/>
              <a:t>	Indescribable, uncontainable,
	7-  TU PLACES LES ÉTOILES AU CIEL ET TU CONNAIS LEUR NOM </a:t>
            </a:r>
          </a:p>
          <a:p>
            <a:pPr>
              <a:defRPr/>
            </a:pPr>
            <a:r>
              <a:rPr lang="fr-FR" smtClean="0"/>
              <a:t>	You placed the stars in the sky and You know them by name</a:t>
            </a:r>
          </a:p>
          <a:p>
            <a:pPr>
              <a:defRPr/>
            </a:pPr>
            <a:r>
              <a:rPr lang="fr-FR" smtClean="0"/>
              <a:t>	8-  TU ES UN DIEU SI GRAND</a:t>
            </a:r>
          </a:p>
          <a:p>
            <a:pPr>
              <a:defRPr/>
            </a:pPr>
            <a:r>
              <a:rPr lang="fr-FR" smtClean="0"/>
              <a:t>	You are amazing God 
	9-  DIEU TOUT-PUISSANT, IMPRESSIONNANT</a:t>
            </a:r>
          </a:p>
          <a:p>
            <a:pPr>
              <a:defRPr/>
            </a:pPr>
            <a:r>
              <a:rPr lang="fr-FR" smtClean="0"/>
              <a:t>	All powerful, untamable, 
	10-  NOUS TOMBONS À GENOUX DEVANT TOI EN PROCLAMANT</a:t>
            </a:r>
          </a:p>
          <a:p>
            <a:pPr>
              <a:defRPr/>
            </a:pPr>
            <a:r>
              <a:rPr lang="fr-FR" smtClean="0"/>
              <a:t>	Awestruck we fall to our knees as we humbly proclaim</a:t>
            </a:r>
          </a:p>
          <a:p>
            <a:pPr>
              <a:defRPr/>
            </a:pPr>
            <a:r>
              <a:rPr lang="fr-FR" smtClean="0"/>
              <a:t>	11- TU ES UN DIEU SI GRAND</a:t>
            </a:r>
          </a:p>
          <a:p>
            <a:pPr>
              <a:defRPr/>
            </a:pPr>
            <a:r>
              <a:rPr lang="fr-FR" smtClean="0"/>
              <a:t>	You are amazing God</a:t>
            </a:r>
          </a:p>
          <a:p>
            <a:pPr>
              <a:defRPr/>
            </a:pPr>
            <a:r>
              <a:rPr lang="fr-FR" smtClean="0"/>
              <a:t> 
12-  QUI COMMANDE AUX ÉCLAIRS DU TONNERRE OÙ ALLER ?</a:t>
            </a:r>
          </a:p>
          <a:p>
            <a:pPr>
              <a:defRPr/>
            </a:pPr>
            <a:r>
              <a:rPr lang="fr-FR" smtClean="0"/>
              <a:t>Who has told every lightning bolt where it should go 
13-  QUI ORDONNE À LA NEIGE EN QUEL LIEU SE POSER ? </a:t>
            </a:r>
          </a:p>
          <a:p>
            <a:pPr>
              <a:defRPr/>
            </a:pPr>
            <a:r>
              <a:rPr lang="fr-FR" smtClean="0"/>
              <a:t>Or seen heavenly storehouses laden with snow</a:t>
            </a:r>
          </a:p>
          <a:p>
            <a:pPr>
              <a:defRPr/>
            </a:pPr>
            <a:r>
              <a:rPr lang="fr-FR" smtClean="0"/>
              <a:t>14-  QUI CRÉA LE SOLEIL SA LUMIÈRE INFINIE ? </a:t>
            </a:r>
          </a:p>
          <a:p>
            <a:pPr>
              <a:defRPr/>
            </a:pPr>
            <a:r>
              <a:rPr lang="fr-FR" smtClean="0"/>
              <a:t>Who imagined the sun and gives source to its light</a:t>
            </a:r>
          </a:p>
          <a:p>
            <a:pPr>
              <a:defRPr/>
            </a:pPr>
            <a:r>
              <a:rPr lang="fr-FR" smtClean="0"/>
              <a:t>15-  ET LE CACHE POUR OFFRIR LA FRAÎCHEUR DE LA NUIT</a:t>
            </a:r>
          </a:p>
          <a:p>
            <a:pPr>
              <a:defRPr/>
            </a:pPr>
            <a:r>
              <a:rPr lang="fr-FR" smtClean="0"/>
              <a:t>Yet conceals it to bring us the coolness of night 
16-  QUI TE SONDERA ? </a:t>
            </a:r>
          </a:p>
          <a:p>
            <a:pPr>
              <a:defRPr/>
            </a:pPr>
            <a:r>
              <a:rPr lang="fr-FR" smtClean="0"/>
              <a:t>None can fathom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INEXPLICABLE QUI PEUT TE DÉCRIRE OU TE CONTENIR ?</a:t>
            </a:r>
          </a:p>
          <a:p>
            <a:pPr>
              <a:defRPr/>
            </a:pPr>
            <a:r>
              <a:rPr lang="fr-FR" smtClean="0"/>
              <a:t>18-  TU PLACES LES ÉTOILES AU CIEL INCOMMENSURABLE</a:t>
            </a:r>
          </a:p>
          <a:p>
            <a:pPr>
              <a:defRPr/>
            </a:pPr>
            <a:r>
              <a:rPr lang="fr-FR" smtClean="0"/>
              <a:t>19-  DIEU TOUT-PUISSANT, IMPRESSIONNANT</a:t>
            </a:r>
          </a:p>
          <a:p>
            <a:pPr>
              <a:defRPr/>
            </a:pPr>
            <a:r>
              <a:rPr lang="fr-FR" smtClean="0"/>
              <a:t>20-  FORMIDABLE NOUS TOMBONS À GENOUX DEVANT TOI</a:t>
            </a:r>
          </a:p>
          <a:p>
            <a:pPr>
              <a:defRPr/>
            </a:pPr>
            <a:r>
              <a:rPr lang="fr-FR" smtClean="0"/>
              <a:t>21-  INEXPLICABLE QUI PEUT TE DÉCRIRE OU TE CONTENIR ?</a:t>
            </a:r>
          </a:p>
          <a:p>
            <a:pPr>
              <a:defRPr/>
            </a:pPr>
            <a:r>
              <a:rPr lang="fr-FR" smtClean="0"/>
              <a:t>22-  TU PLACES LES ÉTOILES AU CIEL INCOMMENSURABLE</a:t>
            </a:r>
          </a:p>
          <a:p>
            <a:pPr>
              <a:defRPr/>
            </a:pPr>
            <a:r>
              <a:rPr lang="fr-FR" smtClean="0"/>
              <a:t>23-  DIEU TOUT-PUISSANT, IMPRESSIONNANT</a:t>
            </a:r>
          </a:p>
          <a:p>
            <a:pPr>
              <a:defRPr/>
            </a:pPr>
            <a:r>
              <a:rPr lang="fr-FR" smtClean="0"/>
              <a:t>24-  FORMIDABLE NOUS TOMBONS À GENOUX DEVANT TOI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QUI PEUT TE DÉCRIRE OU TE CONTENIR ?</a:t>
            </a:r>
          </a:p>
          <a:p>
            <a:pPr>
              <a:defRPr/>
            </a:pPr>
            <a:r>
              <a:rPr lang="fr-FR" smtClean="0"/>
              <a:t>26-  TU PLACES LES ÉTOILES AU CIEL ET TU CONNAIS LEUR NOM</a:t>
            </a:r>
          </a:p>
          <a:p>
            <a:pPr>
              <a:defRPr/>
            </a:pPr>
            <a:r>
              <a:rPr lang="fr-FR" smtClean="0"/>
              <a:t>27-  TU ES UN DIEU SI GRAND</a:t>
            </a:r>
          </a:p>
          <a:p>
            <a:pPr>
              <a:defRPr/>
            </a:pPr>
            <a:r>
              <a:rPr lang="fr-FR" smtClean="0"/>
              <a:t>28-  DIEU TOUT-PUISSANT, IMPRESSIONNANT</a:t>
            </a:r>
          </a:p>
          <a:p>
            <a:pPr>
              <a:defRPr/>
            </a:pPr>
            <a:r>
              <a:rPr lang="fr-FR" smtClean="0"/>
              <a:t>29-  NOUS TOMBONS À GENOUX DEVANT TOI EN PROCLAMANT</a:t>
            </a:r>
          </a:p>
          <a:p>
            <a:pPr>
              <a:defRPr/>
            </a:pPr>
            <a:r>
              <a:rPr lang="fr-FR" smtClean="0"/>
              <a:t>30-  TU ES UN DIEU SI GRAND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INEXPLICABLE QUI PEUT TE DÉCRIRE OU TE CONTENIR ?</a:t>
            </a:r>
          </a:p>
          <a:p>
            <a:pPr>
              <a:defRPr/>
            </a:pPr>
            <a:r>
              <a:rPr lang="fr-FR" smtClean="0"/>
              <a:t>32-  TU PLACES LES ÉTOILES AU CIEL</a:t>
            </a:r>
          </a:p>
          <a:p>
            <a:pPr>
              <a:defRPr/>
            </a:pPr>
            <a:r>
              <a:rPr lang="fr-FR" smtClean="0"/>
              <a:t>33-  INCOMMENSURABLE DIEU TOUT-PUISSANT, IMPRESSIONNANT</a:t>
            </a:r>
          </a:p>
          <a:p>
            <a:pPr>
              <a:defRPr/>
            </a:pPr>
            <a:r>
              <a:rPr lang="fr-FR" smtClean="0"/>
              <a:t>34-  FORMIDABLE NOUS TOMBONS À GENOUX DEVANT TOI</a:t>
            </a:r>
          </a:p>
          <a:p>
            <a:pPr>
              <a:defRPr/>
            </a:pPr>
            <a:r>
              <a:rPr lang="fr-FR" smtClean="0"/>
              <a:t>35-  INEXPLICABLE QUI PEUT TE DÉCRIRE OU TE CONTENIR ? </a:t>
            </a:r>
          </a:p>
          <a:p>
            <a:pPr>
              <a:defRPr/>
            </a:pPr>
            <a:r>
              <a:rPr lang="fr-FR" smtClean="0"/>
              <a:t>36-  INCOMMENSURABLE DIEU TOUT-PUISSANT, IMPRESSIONNANT</a:t>
            </a:r>
          </a:p>
          <a:p>
            <a:pPr>
              <a:defRPr/>
            </a:pPr>
            <a:r>
              <a:rPr lang="fr-FR" smtClean="0"/>
              <a:t>37-  TU ES INDESCRIPTIBLE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**************************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FROM THE HIGHEST OF HEIGHTS TO THE DEPTHS OF THE SEA</a:t>
            </a:r>
          </a:p>
          <a:p>
            <a:pPr>
              <a:defRPr/>
            </a:pPr>
            <a:r>
              <a:rPr lang="fr-FR" smtClean="0"/>
              <a:t>39-  CREATION'S REVEALING YOUR MAJESTY</a:t>
            </a:r>
          </a:p>
          <a:p>
            <a:pPr>
              <a:defRPr/>
            </a:pPr>
            <a:r>
              <a:rPr lang="fr-FR" smtClean="0"/>
              <a:t>40-  FROM THE COLORS OF FALL TO THE FRAGRANCE OF SPRING</a:t>
            </a:r>
          </a:p>
          <a:p>
            <a:pPr>
              <a:defRPr/>
            </a:pPr>
            <a:r>
              <a:rPr lang="fr-FR" smtClean="0"/>
              <a:t>41-  EVERY CREATURE UNIQUE IN THE SONG THAT IT SINGS</a:t>
            </a:r>
          </a:p>
          <a:p>
            <a:pPr>
              <a:defRPr/>
            </a:pPr>
            <a:r>
              <a:rPr lang="fr-FR" smtClean="0"/>
              <a:t>42-  ALL EXCLAIMING INDESCRIBABLE, UNCONTAINABLE</a:t>
            </a:r>
          </a:p>
          <a:p>
            <a:pPr>
              <a:defRPr/>
            </a:pPr>
            <a:r>
              <a:rPr lang="fr-FR" smtClean="0"/>
              <a:t>43-  YOU PLACED THE STARS IN THE SKY AND YOU KNOW THEM BY NAME</a:t>
            </a:r>
          </a:p>
          <a:p>
            <a:pPr>
              <a:defRPr/>
            </a:pPr>
            <a:r>
              <a:rPr lang="fr-FR" smtClean="0"/>
              <a:t>44-  YOU ARE AMAZING GOD ALL POWERFUL, UNTAMABLE</a:t>
            </a:r>
          </a:p>
          <a:p>
            <a:pPr>
              <a:defRPr/>
            </a:pPr>
            <a:r>
              <a:rPr lang="fr-FR" smtClean="0"/>
              <a:t>45-  AWESTRUCK WE FALL TO OUR KNEES AS WE HUMBLY PROCLAIM</a:t>
            </a:r>
          </a:p>
          <a:p>
            <a:pPr>
              <a:defRPr/>
            </a:pPr>
            <a:r>
              <a:rPr lang="fr-FR" smtClean="0"/>
              <a:t>46-  YOU ARE AMAZING GOD</a:t>
            </a:r>
          </a:p>
          <a:p>
            <a:pPr>
              <a:defRPr/>
            </a:pPr>
            <a:r>
              <a:rPr lang="fr-FR" smtClean="0"/>
              <a:t>47-  WHO HAS TOLD EVERY LIGHTNING BOLT WHERE IT SHOULD GO</a:t>
            </a:r>
          </a:p>
          <a:p>
            <a:pPr>
              <a:defRPr/>
            </a:pPr>
            <a:r>
              <a:rPr lang="fr-FR" smtClean="0"/>
              <a:t>48-  OR SEEN HEAVENLY STOREHOUSES LADEN WITH SNOW</a:t>
            </a:r>
          </a:p>
          <a:p>
            <a:pPr>
              <a:defRPr/>
            </a:pPr>
            <a:r>
              <a:rPr lang="fr-FR" smtClean="0"/>
              <a:t>49-  WHO IMAGINED THE SUN AND GIVES SOURCE TO ITS LIGHT</a:t>
            </a:r>
          </a:p>
          <a:p>
            <a:pPr>
              <a:defRPr/>
            </a:pPr>
            <a:r>
              <a:rPr lang="fr-FR" smtClean="0"/>
              <a:t>50-  YET CONCEALS IT TO BRING US THE COOLNESS OF NIGHT</a:t>
            </a:r>
          </a:p>
          <a:p>
            <a:pPr>
              <a:defRPr/>
            </a:pPr>
            <a:r>
              <a:rPr lang="fr-FR" smtClean="0"/>
              <a:t>51-  NONE CAN FATHOM  INDESCRIBABLE, UNCONTAINABLE</a:t>
            </a:r>
          </a:p>
          <a:p>
            <a:pPr>
              <a:defRPr/>
            </a:pPr>
            <a:r>
              <a:rPr lang="fr-FR" smtClean="0"/>
              <a:t>52-  YOU PLACED THE STARS IN THE SKY AND YOU KNOW THEM BY NAME</a:t>
            </a:r>
          </a:p>
          <a:p>
            <a:pPr>
              <a:defRPr/>
            </a:pPr>
            <a:r>
              <a:rPr lang="fr-FR" smtClean="0"/>
              <a:t>53-  YOU ARE AMAZING GOD ALL POWERFUL, UNTAMABLE</a:t>
            </a:r>
          </a:p>
          <a:p>
            <a:pPr>
              <a:defRPr/>
            </a:pPr>
            <a:r>
              <a:rPr lang="fr-FR" smtClean="0"/>
              <a:t>54-  AWESTRUCK WE FALL TO OUR KNEES AS WE HUMBLY PROCLAIM</a:t>
            </a:r>
          </a:p>
          <a:p>
            <a:pPr>
              <a:defRPr/>
            </a:pPr>
            <a:r>
              <a:rPr lang="fr-FR" smtClean="0"/>
              <a:t>55-  YOU ARE AMAZING GOD</a:t>
            </a:r>
          </a:p>
          <a:p>
            <a:pPr>
              <a:defRPr/>
            </a:pPr>
            <a:r>
              <a:rPr lang="fr-FR" smtClean="0"/>
              <a:t>56-  CAN'T EXPLAIN INDESCRIBABLE, UNCONTAINABLE</a:t>
            </a:r>
          </a:p>
          <a:p>
            <a:pPr>
              <a:defRPr/>
            </a:pPr>
            <a:r>
              <a:rPr lang="fr-FR" smtClean="0"/>
              <a:t>57-  YOU PLACES THE STARS IN THE SKY</a:t>
            </a:r>
          </a:p>
          <a:p>
            <a:pPr>
              <a:defRPr/>
            </a:pPr>
            <a:r>
              <a:rPr lang="fr-FR" smtClean="0"/>
              <a:t>58-  CAN'T CONTAIN  YOU'RE ALL POWERFUL YOU'RE UNTAMABLE</a:t>
            </a:r>
          </a:p>
          <a:p>
            <a:pPr>
              <a:defRPr/>
            </a:pPr>
            <a:r>
              <a:rPr lang="fr-FR" smtClean="0"/>
              <a:t>59-  CAN'T EXPLAIN INDESCRIBABLE, UNCONTAINABLE</a:t>
            </a:r>
          </a:p>
          <a:p>
            <a:pPr>
              <a:defRPr/>
            </a:pPr>
            <a:r>
              <a:rPr lang="fr-FR" smtClean="0"/>
              <a:t>60-  YOU PLACES THE STARS IN THE SKY</a:t>
            </a:r>
          </a:p>
          <a:p>
            <a:pPr>
              <a:defRPr/>
            </a:pPr>
            <a:r>
              <a:rPr lang="fr-FR" smtClean="0"/>
              <a:t>61-  CAN'T CONTAIN  YOU'RE ALL POWERFUL, YOU'RE UNTAMABLE</a:t>
            </a:r>
          </a:p>
          <a:p>
            <a:pPr>
              <a:defRPr/>
            </a:pPr>
            <a:r>
              <a:rPr lang="fr-FR" smtClean="0"/>
              <a:t>62-  AWESTRUCK WE FALL TO OUR KNEES</a:t>
            </a:r>
          </a:p>
          <a:p>
            <a:pPr>
              <a:defRPr/>
            </a:pPr>
            <a:r>
              <a:rPr lang="fr-FR" smtClean="0"/>
              <a:t>63-  INDESCRIBABLE, UNCONTAINABLE</a:t>
            </a:r>
          </a:p>
          <a:p>
            <a:pPr>
              <a:defRPr/>
            </a:pPr>
            <a:r>
              <a:rPr lang="fr-FR" smtClean="0"/>
              <a:t>64-  YOU PLACED THE STARS IN THE SKY  YOU KNOW THEM BY NAME</a:t>
            </a:r>
          </a:p>
          <a:p>
            <a:pPr>
              <a:defRPr/>
            </a:pPr>
            <a:r>
              <a:rPr lang="fr-FR" smtClean="0"/>
              <a:t>65-  YOU ARE AMAZING GOD</a:t>
            </a:r>
          </a:p>
          <a:p>
            <a:pPr>
              <a:defRPr/>
            </a:pPr>
            <a:r>
              <a:rPr lang="fr-FR" smtClean="0"/>
              <a:t>66-  ALL POWERFUL, UNTAMABLE</a:t>
            </a:r>
          </a:p>
          <a:p>
            <a:pPr>
              <a:defRPr/>
            </a:pPr>
            <a:r>
              <a:rPr lang="fr-FR" smtClean="0"/>
              <a:t>67-  AWESTRUCK WE FALL TO OUR KNEES  AS WE HUMBLY PROCLAIM</a:t>
            </a:r>
          </a:p>
          <a:p>
            <a:pPr>
              <a:defRPr/>
            </a:pPr>
            <a:r>
              <a:rPr lang="fr-FR" smtClean="0"/>
              <a:t>68-  YOU ARE AMAZING GOD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DES PROFONDEURS DES MERS AUX MONTAGNES ÉLEVÉES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highest of heights to the depths of the sea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LA CRÉATION RÉVÈLE TA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Creation's revealing Your majesty 
3-  DES COULEURS DE L’AUTOMNE  AUX PARFUMS DU PRINTEMPS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colors of fall to the fragrance of spring 
4-  CHAQUE CRÉATURE UNIQUE TE CHANTE UN NOUVEAU CHANT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creature unique in the song that it sings
5-  TOUTES S’EXCLAMANT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exclaiming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	6-  QUI PEUT TE DÉCRIRE OU TE CONTENIR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Indescribable, uncontainable,
	7-  TU PLACES LES ÉTOILES AU CIEL ET TU CONNAIS LEUR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amazing God 
	9-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All powerful, untamable, 
	10-  NOUS TOMBONS À GENOUX DEVANT TOI EN PROCLAMANT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12-  QUI COMMANDE AUX ÉCLAIRS DU TONNERRE OÙ ALLER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has told every lightning bolt where it should go 
13-  QUI ORDONNE À LA NEIGE EN QUEL LIEU SE POSER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Or seen heavenly storehouses laden with snow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QUI CRÉA LE SOLEIL SA LUMIÈRE INFINIE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imagined the sun and gives source to its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ET LE CACHE POUR OFFRIR LA FRAÎCHEUR DE LA NUIT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Yet conceals it to bring us the coolness of night 
16-  QUI TE SONDERA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None can fathom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PLACES LES ÉTOILES AU CIEL INCOMMENSURABLE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TU PLACES LES ÉTOILES AU CIEL INCOMMENSURABLE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TU PLACES LES ÉTOILES AU CIEL ET TU CONNAIS LEUR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NOUS TOMBONS À GENOUX DEVANT TOI EN PROCLAMANT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TU PLACES LES ÉTOILES AU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INCOMMENSURABLE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INEXPLICABLE QUI PEUT TE DÉCRIRE OU TE CONTENIR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INCOMMENSURABLE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TU ES INDESCRIPTIBLE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FROM THE HIGHEST OF HEIGHTS TO THE DEPTHS OF THE SEA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CREATION'S REVEALING YOUR MAJESTY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FROM THE COLORS OF FALL TO THE FRAGRANCE OF SPRING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EVERY CREATURE UNIQUE IN THE SONG THAT IT SINGS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ALL EXCLAIMING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YOU ARE AMAZING GOD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WHO HAS TOLD EVERY LIGHTNING BOLT WHERE IT SHOULD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OR SEEN HEAVENLY STOREHOUSES LADEN WITH SNOW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WHO IMAGINED THE SUN AND GIVES SOURCE TO ITS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YET CONCEALS IT TO BRING US THE COOLNESS OF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NONE CAN FATHOM  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YOU ARE AMAZING GOD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CAN'T EXPLAIN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YOU PLACES THE STARS IN THE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CAN'T CONTAIN  YOU'RE ALL POWERFUL YOU'RE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CAN'T EXPLAIN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YOU PLACES THE STARS IN THE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61-  CAN'T CONTAIN  YOU'RE ALL POWERFUL, YOU'RE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62-  AWESTRUCK WE FALL TO OUR KNEES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64-  YOU PLACED THE STARS IN THE SKY 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65-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66- 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67-  AWESTRUCK WE FALL TO OUR KNEES 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68-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b="1" i="1" dirty="0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DES PROFONDEURS DES MERS AUX MONTAGNES ÉLEVÉES</a:t>
            </a:r>
          </a:p>
          <a:p>
            <a:pPr>
              <a:defRPr/>
            </a:pPr>
            <a:r>
              <a:rPr lang="fr-FR" smtClean="0"/>
              <a:t>From the highest of heights to the depths of the sea</a:t>
            </a:r>
          </a:p>
          <a:p>
            <a:pPr>
              <a:defRPr/>
            </a:pPr>
            <a:r>
              <a:rPr lang="fr-FR" smtClean="0"/>
              <a:t>2-  LA CRÉATION RÉVÈLE TA MAJESTÉ</a:t>
            </a:r>
          </a:p>
          <a:p>
            <a:pPr>
              <a:defRPr/>
            </a:pPr>
            <a:r>
              <a:rPr lang="fr-FR" smtClean="0"/>
              <a:t>Creation's revealing Your majesty 
3-  DES COULEURS DE L’AUTOMNE  AUX PARFUMS DU PRINTEMPS</a:t>
            </a:r>
          </a:p>
          <a:p>
            <a:pPr>
              <a:defRPr/>
            </a:pPr>
            <a:r>
              <a:rPr lang="fr-FR" smtClean="0"/>
              <a:t>From the colors of fall to the fragrance of spring 
4-  CHAQUE CRÉATURE UNIQUE TE CHANTE UN NOUVEAU CHANT </a:t>
            </a:r>
          </a:p>
          <a:p>
            <a:pPr>
              <a:defRPr/>
            </a:pPr>
            <a:r>
              <a:rPr lang="fr-FR" smtClean="0"/>
              <a:t>Every creature unique in the song that it sings
5-  TOUTES S’EXCLAMANT</a:t>
            </a:r>
          </a:p>
          <a:p>
            <a:pPr>
              <a:defRPr/>
            </a:pPr>
            <a:r>
              <a:rPr lang="fr-FR" smtClean="0"/>
              <a:t>All exclaiming</a:t>
            </a:r>
          </a:p>
          <a:p>
            <a:pPr>
              <a:defRPr/>
            </a:pPr>
            <a:r>
              <a:rPr lang="fr-FR" smtClean="0"/>
              <a:t> 
	6-  QUI PEUT TE DÉCRIRE OU TE CONTENIR ? </a:t>
            </a:r>
          </a:p>
          <a:p>
            <a:pPr>
              <a:defRPr/>
            </a:pPr>
            <a:r>
              <a:rPr lang="fr-FR" smtClean="0"/>
              <a:t>	Indescribable, uncontainable,
	7-  TU PLACES LES ÉTOILES AU CIEL ET TU CONNAIS LEUR NOM </a:t>
            </a:r>
          </a:p>
          <a:p>
            <a:pPr>
              <a:defRPr/>
            </a:pPr>
            <a:r>
              <a:rPr lang="fr-FR" smtClean="0"/>
              <a:t>	You placed the stars in the sky and You know them by name</a:t>
            </a:r>
          </a:p>
          <a:p>
            <a:pPr>
              <a:defRPr/>
            </a:pPr>
            <a:r>
              <a:rPr lang="fr-FR" smtClean="0"/>
              <a:t>	8-  TU ES UN DIEU SI GRAND</a:t>
            </a:r>
          </a:p>
          <a:p>
            <a:pPr>
              <a:defRPr/>
            </a:pPr>
            <a:r>
              <a:rPr lang="fr-FR" smtClean="0"/>
              <a:t>	You are amazing God 
	9-  DIEU TOUT-PUISSANT, IMPRESSIONNANT</a:t>
            </a:r>
          </a:p>
          <a:p>
            <a:pPr>
              <a:defRPr/>
            </a:pPr>
            <a:r>
              <a:rPr lang="fr-FR" smtClean="0"/>
              <a:t>	All powerful, untamable, 
	10-  NOUS TOMBONS À GENOUX DEVANT TOI EN PROCLAMANT</a:t>
            </a:r>
          </a:p>
          <a:p>
            <a:pPr>
              <a:defRPr/>
            </a:pPr>
            <a:r>
              <a:rPr lang="fr-FR" smtClean="0"/>
              <a:t>	Awestruck we fall to our knees as we humbly proclaim</a:t>
            </a:r>
          </a:p>
          <a:p>
            <a:pPr>
              <a:defRPr/>
            </a:pPr>
            <a:r>
              <a:rPr lang="fr-FR" smtClean="0"/>
              <a:t>	11- TU ES UN DIEU SI GRAND</a:t>
            </a:r>
          </a:p>
          <a:p>
            <a:pPr>
              <a:defRPr/>
            </a:pPr>
            <a:r>
              <a:rPr lang="fr-FR" smtClean="0"/>
              <a:t>	You are amazing God</a:t>
            </a:r>
          </a:p>
          <a:p>
            <a:pPr>
              <a:defRPr/>
            </a:pPr>
            <a:r>
              <a:rPr lang="fr-FR" smtClean="0"/>
              <a:t> 
12-  QUI COMMANDE AUX ÉCLAIRS DU TONNERRE OÙ ALLER ?</a:t>
            </a:r>
          </a:p>
          <a:p>
            <a:pPr>
              <a:defRPr/>
            </a:pPr>
            <a:r>
              <a:rPr lang="fr-FR" smtClean="0"/>
              <a:t>Who has told every lightning bolt where it should go 
13-  QUI ORDONNE À LA NEIGE EN QUEL LIEU SE POSER ? </a:t>
            </a:r>
          </a:p>
          <a:p>
            <a:pPr>
              <a:defRPr/>
            </a:pPr>
            <a:r>
              <a:rPr lang="fr-FR" smtClean="0"/>
              <a:t>Or seen heavenly storehouses laden with snow</a:t>
            </a:r>
          </a:p>
          <a:p>
            <a:pPr>
              <a:defRPr/>
            </a:pPr>
            <a:r>
              <a:rPr lang="fr-FR" smtClean="0"/>
              <a:t>14-  QUI CRÉA LE SOLEIL SA LUMIÈRE INFINIE ? </a:t>
            </a:r>
          </a:p>
          <a:p>
            <a:pPr>
              <a:defRPr/>
            </a:pPr>
            <a:r>
              <a:rPr lang="fr-FR" smtClean="0"/>
              <a:t>Who imagined the sun and gives source to its light</a:t>
            </a:r>
          </a:p>
          <a:p>
            <a:pPr>
              <a:defRPr/>
            </a:pPr>
            <a:r>
              <a:rPr lang="fr-FR" smtClean="0"/>
              <a:t>15-  ET LE CACHE POUR OFFRIR LA FRAÎCHEUR DE LA NUIT</a:t>
            </a:r>
          </a:p>
          <a:p>
            <a:pPr>
              <a:defRPr/>
            </a:pPr>
            <a:r>
              <a:rPr lang="fr-FR" smtClean="0"/>
              <a:t>Yet conceals it to bring us the coolness of night 
16-  QUI TE SONDERA ? </a:t>
            </a:r>
          </a:p>
          <a:p>
            <a:pPr>
              <a:defRPr/>
            </a:pPr>
            <a:r>
              <a:rPr lang="fr-FR" smtClean="0"/>
              <a:t>None can fathom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INEXPLICABLE QUI PEUT TE DÉCRIRE OU TE CONTENIR ?</a:t>
            </a:r>
          </a:p>
          <a:p>
            <a:pPr>
              <a:defRPr/>
            </a:pPr>
            <a:r>
              <a:rPr lang="fr-FR" smtClean="0"/>
              <a:t>18-  TU PLACES LES ÉTOILES AU CIEL INCOMMENSURABLE</a:t>
            </a:r>
          </a:p>
          <a:p>
            <a:pPr>
              <a:defRPr/>
            </a:pPr>
            <a:r>
              <a:rPr lang="fr-FR" smtClean="0"/>
              <a:t>19-  DIEU TOUT-PUISSANT, IMPRESSIONNANT</a:t>
            </a:r>
          </a:p>
          <a:p>
            <a:pPr>
              <a:defRPr/>
            </a:pPr>
            <a:r>
              <a:rPr lang="fr-FR" smtClean="0"/>
              <a:t>20-  FORMIDABLE NOUS TOMBONS À GENOUX DEVANT TOI</a:t>
            </a:r>
          </a:p>
          <a:p>
            <a:pPr>
              <a:defRPr/>
            </a:pPr>
            <a:r>
              <a:rPr lang="fr-FR" smtClean="0"/>
              <a:t>21-  INEXPLICABLE QUI PEUT TE DÉCRIRE OU TE CONTENIR ?</a:t>
            </a:r>
          </a:p>
          <a:p>
            <a:pPr>
              <a:defRPr/>
            </a:pPr>
            <a:r>
              <a:rPr lang="fr-FR" smtClean="0"/>
              <a:t>22-  TU PLACES LES ÉTOILES AU CIEL INCOMMENSURABLE</a:t>
            </a:r>
          </a:p>
          <a:p>
            <a:pPr>
              <a:defRPr/>
            </a:pPr>
            <a:r>
              <a:rPr lang="fr-FR" smtClean="0"/>
              <a:t>23-  DIEU TOUT-PUISSANT, IMPRESSIONNANT</a:t>
            </a:r>
          </a:p>
          <a:p>
            <a:pPr>
              <a:defRPr/>
            </a:pPr>
            <a:r>
              <a:rPr lang="fr-FR" smtClean="0"/>
              <a:t>24-  FORMIDABLE NOUS TOMBONS À GENOUX DEVANT TOI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QUI PEUT TE DÉCRIRE OU TE CONTENIR ?</a:t>
            </a:r>
          </a:p>
          <a:p>
            <a:pPr>
              <a:defRPr/>
            </a:pPr>
            <a:r>
              <a:rPr lang="fr-FR" smtClean="0"/>
              <a:t>26-  TU PLACES LES ÉTOILES AU CIEL ET TU CONNAIS LEUR NOM</a:t>
            </a:r>
          </a:p>
          <a:p>
            <a:pPr>
              <a:defRPr/>
            </a:pPr>
            <a:r>
              <a:rPr lang="fr-FR" smtClean="0"/>
              <a:t>27-  TU ES UN DIEU SI GRAND</a:t>
            </a:r>
          </a:p>
          <a:p>
            <a:pPr>
              <a:defRPr/>
            </a:pPr>
            <a:r>
              <a:rPr lang="fr-FR" smtClean="0"/>
              <a:t>28-  DIEU TOUT-PUISSANT, IMPRESSIONNANT</a:t>
            </a:r>
          </a:p>
          <a:p>
            <a:pPr>
              <a:defRPr/>
            </a:pPr>
            <a:r>
              <a:rPr lang="fr-FR" smtClean="0"/>
              <a:t>29-  NOUS TOMBONS À GENOUX DEVANT TOI EN PROCLAMANT</a:t>
            </a:r>
          </a:p>
          <a:p>
            <a:pPr>
              <a:defRPr/>
            </a:pPr>
            <a:r>
              <a:rPr lang="fr-FR" smtClean="0"/>
              <a:t>30-  TU ES UN DIEU SI GRAND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INEXPLICABLE QUI PEUT TE DÉCRIRE OU TE CONTENIR ?</a:t>
            </a:r>
          </a:p>
          <a:p>
            <a:pPr>
              <a:defRPr/>
            </a:pPr>
            <a:r>
              <a:rPr lang="fr-FR" smtClean="0"/>
              <a:t>32-  TU PLACES LES ÉTOILES AU CIEL</a:t>
            </a:r>
          </a:p>
          <a:p>
            <a:pPr>
              <a:defRPr/>
            </a:pPr>
            <a:r>
              <a:rPr lang="fr-FR" smtClean="0"/>
              <a:t>33-  INCOMMENSURABLE DIEU TOUT-PUISSANT, IMPRESSIONNANT</a:t>
            </a:r>
          </a:p>
          <a:p>
            <a:pPr>
              <a:defRPr/>
            </a:pPr>
            <a:r>
              <a:rPr lang="fr-FR" smtClean="0"/>
              <a:t>34-  FORMIDABLE NOUS TOMBONS À GENOUX DEVANT TOI</a:t>
            </a:r>
          </a:p>
          <a:p>
            <a:pPr>
              <a:defRPr/>
            </a:pPr>
            <a:r>
              <a:rPr lang="fr-FR" smtClean="0"/>
              <a:t>35-  INEXPLICABLE QUI PEUT TE DÉCRIRE OU TE CONTENIR ? </a:t>
            </a:r>
          </a:p>
          <a:p>
            <a:pPr>
              <a:defRPr/>
            </a:pPr>
            <a:r>
              <a:rPr lang="fr-FR" smtClean="0"/>
              <a:t>36-  INCOMMENSURABLE DIEU TOUT-PUISSANT, IMPRESSIONNANT</a:t>
            </a:r>
          </a:p>
          <a:p>
            <a:pPr>
              <a:defRPr/>
            </a:pPr>
            <a:r>
              <a:rPr lang="fr-FR" smtClean="0"/>
              <a:t>37-  TU ES INDESCRIPTIBLE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**************************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FROM THE HIGHEST OF HEIGHTS TO THE DEPTHS OF THE SEA</a:t>
            </a:r>
          </a:p>
          <a:p>
            <a:pPr>
              <a:defRPr/>
            </a:pPr>
            <a:r>
              <a:rPr lang="fr-FR" smtClean="0"/>
              <a:t>39-  CREATION'S REVEALING YOUR MAJESTY</a:t>
            </a:r>
          </a:p>
          <a:p>
            <a:pPr>
              <a:defRPr/>
            </a:pPr>
            <a:r>
              <a:rPr lang="fr-FR" smtClean="0"/>
              <a:t>40-  FROM THE COLORS OF FALL TO THE FRAGRANCE OF SPRING</a:t>
            </a:r>
          </a:p>
          <a:p>
            <a:pPr>
              <a:defRPr/>
            </a:pPr>
            <a:r>
              <a:rPr lang="fr-FR" smtClean="0"/>
              <a:t>41-  EVERY CREATURE UNIQUE IN THE SONG THAT IT SINGS</a:t>
            </a:r>
          </a:p>
          <a:p>
            <a:pPr>
              <a:defRPr/>
            </a:pPr>
            <a:r>
              <a:rPr lang="fr-FR" smtClean="0"/>
              <a:t>42-  ALL EXCLAIMING INDESCRIBABLE, UNCONTAINABLE</a:t>
            </a:r>
          </a:p>
          <a:p>
            <a:pPr>
              <a:defRPr/>
            </a:pPr>
            <a:r>
              <a:rPr lang="fr-FR" smtClean="0"/>
              <a:t>43-  YOU PLACED THE STARS IN THE SKY AND YOU KNOW THEM BY NAME</a:t>
            </a:r>
          </a:p>
          <a:p>
            <a:pPr>
              <a:defRPr/>
            </a:pPr>
            <a:r>
              <a:rPr lang="fr-FR" smtClean="0"/>
              <a:t>44-  YOU ARE AMAZING GOD ALL POWERFUL, UNTAMABLE</a:t>
            </a:r>
          </a:p>
          <a:p>
            <a:pPr>
              <a:defRPr/>
            </a:pPr>
            <a:r>
              <a:rPr lang="fr-FR" smtClean="0"/>
              <a:t>45-  AWESTRUCK WE FALL TO OUR KNEES AS WE HUMBLY PROCLAIM</a:t>
            </a:r>
          </a:p>
          <a:p>
            <a:pPr>
              <a:defRPr/>
            </a:pPr>
            <a:r>
              <a:rPr lang="fr-FR" smtClean="0"/>
              <a:t>46-  YOU ARE AMAZING GOD</a:t>
            </a:r>
          </a:p>
          <a:p>
            <a:pPr>
              <a:defRPr/>
            </a:pPr>
            <a:r>
              <a:rPr lang="fr-FR" smtClean="0"/>
              <a:t>47-  WHO HAS TOLD EVERY LIGHTNING BOLT WHERE IT SHOULD GO</a:t>
            </a:r>
          </a:p>
          <a:p>
            <a:pPr>
              <a:defRPr/>
            </a:pPr>
            <a:r>
              <a:rPr lang="fr-FR" smtClean="0"/>
              <a:t>48-  OR SEEN HEAVENLY STOREHOUSES LADEN WITH SNOW</a:t>
            </a:r>
          </a:p>
          <a:p>
            <a:pPr>
              <a:defRPr/>
            </a:pPr>
            <a:r>
              <a:rPr lang="fr-FR" smtClean="0"/>
              <a:t>49-  WHO IMAGINED THE SUN AND GIVES SOURCE TO ITS LIGHT</a:t>
            </a:r>
          </a:p>
          <a:p>
            <a:pPr>
              <a:defRPr/>
            </a:pPr>
            <a:r>
              <a:rPr lang="fr-FR" smtClean="0"/>
              <a:t>50-  YET CONCEALS IT TO BRING US THE COOLNESS OF NIGHT</a:t>
            </a:r>
          </a:p>
          <a:p>
            <a:pPr>
              <a:defRPr/>
            </a:pPr>
            <a:r>
              <a:rPr lang="fr-FR" smtClean="0"/>
              <a:t>51-  NONE CAN FATHOM  INDESCRIBABLE, UNCONTAINABLE</a:t>
            </a:r>
          </a:p>
          <a:p>
            <a:pPr>
              <a:defRPr/>
            </a:pPr>
            <a:r>
              <a:rPr lang="fr-FR" smtClean="0"/>
              <a:t>52-  YOU PLACED THE STARS IN THE SKY AND YOU KNOW THEM BY NAME</a:t>
            </a:r>
          </a:p>
          <a:p>
            <a:pPr>
              <a:defRPr/>
            </a:pPr>
            <a:r>
              <a:rPr lang="fr-FR" smtClean="0"/>
              <a:t>53-  YOU ARE AMAZING GOD ALL POWERFUL, UNTAMABLE</a:t>
            </a:r>
          </a:p>
          <a:p>
            <a:pPr>
              <a:defRPr/>
            </a:pPr>
            <a:r>
              <a:rPr lang="fr-FR" smtClean="0"/>
              <a:t>54-  AWESTRUCK WE FALL TO OUR KNEES AS WE HUMBLY PROCLAIM</a:t>
            </a:r>
          </a:p>
          <a:p>
            <a:pPr>
              <a:defRPr/>
            </a:pPr>
            <a:r>
              <a:rPr lang="fr-FR" smtClean="0"/>
              <a:t>55-  YOU ARE AMAZING GOD</a:t>
            </a:r>
          </a:p>
          <a:p>
            <a:pPr>
              <a:defRPr/>
            </a:pPr>
            <a:r>
              <a:rPr lang="fr-FR" smtClean="0"/>
              <a:t>56-  CAN'T EXPLAIN INDESCRIBABLE, UNCONTAINABLE</a:t>
            </a:r>
          </a:p>
          <a:p>
            <a:pPr>
              <a:defRPr/>
            </a:pPr>
            <a:r>
              <a:rPr lang="fr-FR" smtClean="0"/>
              <a:t>57-  YOU PLACES THE STARS IN THE SKY</a:t>
            </a:r>
          </a:p>
          <a:p>
            <a:pPr>
              <a:defRPr/>
            </a:pPr>
            <a:r>
              <a:rPr lang="fr-FR" smtClean="0"/>
              <a:t>58-  CAN'T CONTAIN  YOU'RE ALL POWERFUL YOU'RE UNTAMABLE</a:t>
            </a:r>
          </a:p>
          <a:p>
            <a:pPr>
              <a:defRPr/>
            </a:pPr>
            <a:r>
              <a:rPr lang="fr-FR" smtClean="0"/>
              <a:t>59-  CAN'T EXPLAIN INDESCRIBABLE, UNCONTAINABLE</a:t>
            </a:r>
          </a:p>
          <a:p>
            <a:pPr>
              <a:defRPr/>
            </a:pPr>
            <a:r>
              <a:rPr lang="fr-FR" smtClean="0"/>
              <a:t>60-  YOU PLACES THE STARS IN THE SKY</a:t>
            </a:r>
          </a:p>
          <a:p>
            <a:pPr>
              <a:defRPr/>
            </a:pPr>
            <a:r>
              <a:rPr lang="fr-FR" smtClean="0"/>
              <a:t>61-  CAN'T CONTAIN  YOU'RE ALL POWERFUL, YOU'RE UNTAMABLE</a:t>
            </a:r>
          </a:p>
          <a:p>
            <a:pPr>
              <a:defRPr/>
            </a:pPr>
            <a:r>
              <a:rPr lang="fr-FR" smtClean="0"/>
              <a:t>62-  AWESTRUCK WE FALL TO OUR KNEES</a:t>
            </a:r>
          </a:p>
          <a:p>
            <a:pPr>
              <a:defRPr/>
            </a:pPr>
            <a:r>
              <a:rPr lang="fr-FR" smtClean="0"/>
              <a:t>63-  INDESCRIBABLE, UNCONTAINABLE</a:t>
            </a:r>
          </a:p>
          <a:p>
            <a:pPr>
              <a:defRPr/>
            </a:pPr>
            <a:r>
              <a:rPr lang="fr-FR" smtClean="0"/>
              <a:t>64-  YOU PLACED THE STARS IN THE SKY  YOU KNOW THEM BY NAME</a:t>
            </a:r>
          </a:p>
          <a:p>
            <a:pPr>
              <a:defRPr/>
            </a:pPr>
            <a:r>
              <a:rPr lang="fr-FR" smtClean="0"/>
              <a:t>65-  YOU ARE AMAZING GOD</a:t>
            </a:r>
          </a:p>
          <a:p>
            <a:pPr>
              <a:defRPr/>
            </a:pPr>
            <a:r>
              <a:rPr lang="fr-FR" smtClean="0"/>
              <a:t>66-  ALL POWERFUL, UNTAMABLE</a:t>
            </a:r>
          </a:p>
          <a:p>
            <a:pPr>
              <a:defRPr/>
            </a:pPr>
            <a:r>
              <a:rPr lang="fr-FR" smtClean="0"/>
              <a:t>67-  AWESTRUCK WE FALL TO OUR KNEES  AS WE HUMBLY PROCLAIM</a:t>
            </a:r>
          </a:p>
          <a:p>
            <a:pPr>
              <a:defRPr/>
            </a:pPr>
            <a:r>
              <a:rPr lang="fr-FR" smtClean="0"/>
              <a:t>68-  YOU ARE AMAZING GOD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DES PROFONDEURS DES MERS AUX MONTAGNES ÉLEVÉES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highest of heights to the depths of the sea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LA CRÉATION RÉVÈLE TA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Creation's revealing Your majesty 
3-  DES COULEURS DE L’AUTOMNE  AUX PARFUMS DU PRINTEMPS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colors of fall to the fragrance of spring 
4-  CHAQUE CRÉATURE UNIQUE TE CHANTE UN NOUVEAU CHANT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creature unique in the song that it sings
5-  TOUTES S’EXCLAMANT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exclaiming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	6-  QUI PEUT TE DÉCRIRE OU TE CONTENIR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Indescribable, uncontainable,
	7-  TU PLACES LES ÉTOILES AU CIEL ET TU CONNAIS LEUR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amazing God 
	9-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All powerful, untamable, 
	10-  NOUS TOMBONS À GENOUX DEVANT TOI EN PROCLAMANT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12-  QUI COMMANDE AUX ÉCLAIRS DU TONNERRE OÙ ALLER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has told every lightning bolt where it should go 
13-  QUI ORDONNE À LA NEIGE EN QUEL LIEU SE POSER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Or seen heavenly storehouses laden with snow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QUI CRÉA LE SOLEIL SA LUMIÈRE INFINIE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imagined the sun and gives source to its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ET LE CACHE POUR OFFRIR LA FRAÎCHEUR DE LA NUIT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Yet conceals it to bring us the coolness of night 
16-  QUI TE SONDERA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None can fathom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PLACES LES ÉTOILES AU CIEL INCOMMENSURABLE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TU PLACES LES ÉTOILES AU CIEL INCOMMENSURABLE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TU PLACES LES ÉTOILES AU CIEL ET TU CONNAIS LEUR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NOUS TOMBONS À GENOUX DEVANT TOI EN PROCLAMANT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TU PLACES LES ÉTOILES AU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INCOMMENSURABLE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INEXPLICABLE QUI PEUT TE DÉCRIRE OU TE CONTENIR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INCOMMENSURABLE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TU ES INDESCRIPTIBLE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FROM THE HIGHEST OF HEIGHTS TO THE DEPTHS OF THE SEA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CREATION'S REVEALING YOUR MAJESTY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FROM THE COLORS OF FALL TO THE FRAGRANCE OF SPRING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EVERY CREATURE UNIQUE IN THE SONG THAT IT SINGS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ALL EXCLAIMING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YOU ARE AMAZING GOD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WHO HAS TOLD EVERY LIGHTNING BOLT WHERE IT SHOULD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OR SEEN HEAVENLY STOREHOUSES LADEN WITH SNOW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WHO IMAGINED THE SUN AND GIVES SOURCE TO ITS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YET CONCEALS IT TO BRING US THE COOLNESS OF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NONE CAN FATHOM  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YOU ARE AMAZING GOD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CAN'T EXPLAIN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YOU PLACES THE STARS IN THE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CAN'T CONTAIN  YOU'RE ALL POWERFUL YOU'RE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CAN'T EXPLAIN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YOU PLACES THE STARS IN THE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61-  CAN'T CONTAIN  YOU'RE ALL POWERFUL, YOU'RE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62-  AWESTRUCK WE FALL TO OUR KNEES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64-  YOU PLACED THE STARS IN THE SKY 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65-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66- 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67-  AWESTRUCK WE FALL TO OUR KNEES 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68-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b="1" i="1" dirty="0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DES PROFONDEURS DES MERS AUX MONTAGNES ÉLEVÉES</a:t>
            </a:r>
          </a:p>
          <a:p>
            <a:pPr>
              <a:defRPr/>
            </a:pPr>
            <a:r>
              <a:rPr lang="fr-FR" smtClean="0"/>
              <a:t>From the highest of heights to the depths of the sea</a:t>
            </a:r>
          </a:p>
          <a:p>
            <a:pPr>
              <a:defRPr/>
            </a:pPr>
            <a:r>
              <a:rPr lang="fr-FR" smtClean="0"/>
              <a:t>2-  LA CRÉATION RÉVÈLE TA MAJESTÉ</a:t>
            </a:r>
          </a:p>
          <a:p>
            <a:pPr>
              <a:defRPr/>
            </a:pPr>
            <a:r>
              <a:rPr lang="fr-FR" smtClean="0"/>
              <a:t>Creation's revealing Your majesty 
3-  DES COULEURS DE L’AUTOMNE  AUX PARFUMS DU PRINTEMPS</a:t>
            </a:r>
          </a:p>
          <a:p>
            <a:pPr>
              <a:defRPr/>
            </a:pPr>
            <a:r>
              <a:rPr lang="fr-FR" smtClean="0"/>
              <a:t>From the colors of fall to the fragrance of spring 
4-  CHAQUE CRÉATURE UNIQUE TE CHANTE UN NOUVEAU CHANT </a:t>
            </a:r>
          </a:p>
          <a:p>
            <a:pPr>
              <a:defRPr/>
            </a:pPr>
            <a:r>
              <a:rPr lang="fr-FR" smtClean="0"/>
              <a:t>Every creature unique in the song that it sings
5-  TOUTES S’EXCLAMANT</a:t>
            </a:r>
          </a:p>
          <a:p>
            <a:pPr>
              <a:defRPr/>
            </a:pPr>
            <a:r>
              <a:rPr lang="fr-FR" smtClean="0"/>
              <a:t>All exclaiming</a:t>
            </a:r>
          </a:p>
          <a:p>
            <a:pPr>
              <a:defRPr/>
            </a:pPr>
            <a:r>
              <a:rPr lang="fr-FR" smtClean="0"/>
              <a:t> 
	6-  QUI PEUT TE DÉCRIRE OU TE CONTENIR ? </a:t>
            </a:r>
          </a:p>
          <a:p>
            <a:pPr>
              <a:defRPr/>
            </a:pPr>
            <a:r>
              <a:rPr lang="fr-FR" smtClean="0"/>
              <a:t>	Indescribable, uncontainable,
	7-  TU PLACES LES ÉTOILES AU CIEL ET TU CONNAIS LEUR NOM </a:t>
            </a:r>
          </a:p>
          <a:p>
            <a:pPr>
              <a:defRPr/>
            </a:pPr>
            <a:r>
              <a:rPr lang="fr-FR" smtClean="0"/>
              <a:t>	You placed the stars in the sky and You know them by name</a:t>
            </a:r>
          </a:p>
          <a:p>
            <a:pPr>
              <a:defRPr/>
            </a:pPr>
            <a:r>
              <a:rPr lang="fr-FR" smtClean="0"/>
              <a:t>	8-  TU ES UN DIEU SI GRAND</a:t>
            </a:r>
          </a:p>
          <a:p>
            <a:pPr>
              <a:defRPr/>
            </a:pPr>
            <a:r>
              <a:rPr lang="fr-FR" smtClean="0"/>
              <a:t>	You are amazing God 
	9-  DIEU TOUT-PUISSANT, IMPRESSIONNANT</a:t>
            </a:r>
          </a:p>
          <a:p>
            <a:pPr>
              <a:defRPr/>
            </a:pPr>
            <a:r>
              <a:rPr lang="fr-FR" smtClean="0"/>
              <a:t>	All powerful, untamable, 
	10-  NOUS TOMBONS À GENOUX DEVANT TOI EN PROCLAMANT</a:t>
            </a:r>
          </a:p>
          <a:p>
            <a:pPr>
              <a:defRPr/>
            </a:pPr>
            <a:r>
              <a:rPr lang="fr-FR" smtClean="0"/>
              <a:t>	Awestruck we fall to our knees as we humbly proclaim</a:t>
            </a:r>
          </a:p>
          <a:p>
            <a:pPr>
              <a:defRPr/>
            </a:pPr>
            <a:r>
              <a:rPr lang="fr-FR" smtClean="0"/>
              <a:t>	11- TU ES UN DIEU SI GRAND</a:t>
            </a:r>
          </a:p>
          <a:p>
            <a:pPr>
              <a:defRPr/>
            </a:pPr>
            <a:r>
              <a:rPr lang="fr-FR" smtClean="0"/>
              <a:t>	You are amazing God</a:t>
            </a:r>
          </a:p>
          <a:p>
            <a:pPr>
              <a:defRPr/>
            </a:pPr>
            <a:r>
              <a:rPr lang="fr-FR" smtClean="0"/>
              <a:t> 
12-  QUI COMMANDE AUX ÉCLAIRS DU TONNERRE OÙ ALLER ?</a:t>
            </a:r>
          </a:p>
          <a:p>
            <a:pPr>
              <a:defRPr/>
            </a:pPr>
            <a:r>
              <a:rPr lang="fr-FR" smtClean="0"/>
              <a:t>Who has told every lightning bolt where it should go 
13-  QUI ORDONNE À LA NEIGE EN QUEL LIEU SE POSER ? </a:t>
            </a:r>
          </a:p>
          <a:p>
            <a:pPr>
              <a:defRPr/>
            </a:pPr>
            <a:r>
              <a:rPr lang="fr-FR" smtClean="0"/>
              <a:t>Or seen heavenly storehouses laden with snow</a:t>
            </a:r>
          </a:p>
          <a:p>
            <a:pPr>
              <a:defRPr/>
            </a:pPr>
            <a:r>
              <a:rPr lang="fr-FR" smtClean="0"/>
              <a:t>14-  QUI CRÉA LE SOLEIL SA LUMIÈRE INFINIE ? </a:t>
            </a:r>
          </a:p>
          <a:p>
            <a:pPr>
              <a:defRPr/>
            </a:pPr>
            <a:r>
              <a:rPr lang="fr-FR" smtClean="0"/>
              <a:t>Who imagined the sun and gives source to its light</a:t>
            </a:r>
          </a:p>
          <a:p>
            <a:pPr>
              <a:defRPr/>
            </a:pPr>
            <a:r>
              <a:rPr lang="fr-FR" smtClean="0"/>
              <a:t>15-  ET LE CACHE POUR OFFRIR LA FRAÎCHEUR DE LA NUIT</a:t>
            </a:r>
          </a:p>
          <a:p>
            <a:pPr>
              <a:defRPr/>
            </a:pPr>
            <a:r>
              <a:rPr lang="fr-FR" smtClean="0"/>
              <a:t>Yet conceals it to bring us the coolness of night 
16-  QUI TE SONDERA ? </a:t>
            </a:r>
          </a:p>
          <a:p>
            <a:pPr>
              <a:defRPr/>
            </a:pPr>
            <a:r>
              <a:rPr lang="fr-FR" smtClean="0"/>
              <a:t>None can fathom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INEXPLICABLE QUI PEUT TE DÉCRIRE OU TE CONTENIR ?</a:t>
            </a:r>
          </a:p>
          <a:p>
            <a:pPr>
              <a:defRPr/>
            </a:pPr>
            <a:r>
              <a:rPr lang="fr-FR" smtClean="0"/>
              <a:t>18-  TU PLACES LES ÉTOILES AU CIEL INCOMMENSURABLE</a:t>
            </a:r>
          </a:p>
          <a:p>
            <a:pPr>
              <a:defRPr/>
            </a:pPr>
            <a:r>
              <a:rPr lang="fr-FR" smtClean="0"/>
              <a:t>19-  DIEU TOUT-PUISSANT, IMPRESSIONNANT</a:t>
            </a:r>
          </a:p>
          <a:p>
            <a:pPr>
              <a:defRPr/>
            </a:pPr>
            <a:r>
              <a:rPr lang="fr-FR" smtClean="0"/>
              <a:t>20-  FORMIDABLE NOUS TOMBONS À GENOUX DEVANT TOI</a:t>
            </a:r>
          </a:p>
          <a:p>
            <a:pPr>
              <a:defRPr/>
            </a:pPr>
            <a:r>
              <a:rPr lang="fr-FR" smtClean="0"/>
              <a:t>21-  INEXPLICABLE QUI PEUT TE DÉCRIRE OU TE CONTENIR ?</a:t>
            </a:r>
          </a:p>
          <a:p>
            <a:pPr>
              <a:defRPr/>
            </a:pPr>
            <a:r>
              <a:rPr lang="fr-FR" smtClean="0"/>
              <a:t>22-  TU PLACES LES ÉTOILES AU CIEL INCOMMENSURABLE</a:t>
            </a:r>
          </a:p>
          <a:p>
            <a:pPr>
              <a:defRPr/>
            </a:pPr>
            <a:r>
              <a:rPr lang="fr-FR" smtClean="0"/>
              <a:t>23-  DIEU TOUT-PUISSANT, IMPRESSIONNANT</a:t>
            </a:r>
          </a:p>
          <a:p>
            <a:pPr>
              <a:defRPr/>
            </a:pPr>
            <a:r>
              <a:rPr lang="fr-FR" smtClean="0"/>
              <a:t>24-  FORMIDABLE NOUS TOMBONS À GENOUX DEVANT TOI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QUI PEUT TE DÉCRIRE OU TE CONTENIR ?</a:t>
            </a:r>
          </a:p>
          <a:p>
            <a:pPr>
              <a:defRPr/>
            </a:pPr>
            <a:r>
              <a:rPr lang="fr-FR" smtClean="0"/>
              <a:t>26-  TU PLACES LES ÉTOILES AU CIEL ET TU CONNAIS LEUR NOM</a:t>
            </a:r>
          </a:p>
          <a:p>
            <a:pPr>
              <a:defRPr/>
            </a:pPr>
            <a:r>
              <a:rPr lang="fr-FR" smtClean="0"/>
              <a:t>27-  TU ES UN DIEU SI GRAND</a:t>
            </a:r>
          </a:p>
          <a:p>
            <a:pPr>
              <a:defRPr/>
            </a:pPr>
            <a:r>
              <a:rPr lang="fr-FR" smtClean="0"/>
              <a:t>28-  DIEU TOUT-PUISSANT, IMPRESSIONNANT</a:t>
            </a:r>
          </a:p>
          <a:p>
            <a:pPr>
              <a:defRPr/>
            </a:pPr>
            <a:r>
              <a:rPr lang="fr-FR" smtClean="0"/>
              <a:t>29-  NOUS TOMBONS À GENOUX DEVANT TOI EN PROCLAMANT</a:t>
            </a:r>
          </a:p>
          <a:p>
            <a:pPr>
              <a:defRPr/>
            </a:pPr>
            <a:r>
              <a:rPr lang="fr-FR" smtClean="0"/>
              <a:t>30-  TU ES UN DIEU SI GRAND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INEXPLICABLE QUI PEUT TE DÉCRIRE OU TE CONTENIR ?</a:t>
            </a:r>
          </a:p>
          <a:p>
            <a:pPr>
              <a:defRPr/>
            </a:pPr>
            <a:r>
              <a:rPr lang="fr-FR" smtClean="0"/>
              <a:t>32-  TU PLACES LES ÉTOILES AU CIEL</a:t>
            </a:r>
          </a:p>
          <a:p>
            <a:pPr>
              <a:defRPr/>
            </a:pPr>
            <a:r>
              <a:rPr lang="fr-FR" smtClean="0"/>
              <a:t>33-  INCOMMENSURABLE DIEU TOUT-PUISSANT, IMPRESSIONNANT</a:t>
            </a:r>
          </a:p>
          <a:p>
            <a:pPr>
              <a:defRPr/>
            </a:pPr>
            <a:r>
              <a:rPr lang="fr-FR" smtClean="0"/>
              <a:t>34-  FORMIDABLE NOUS TOMBONS À GENOUX DEVANT TOI</a:t>
            </a:r>
          </a:p>
          <a:p>
            <a:pPr>
              <a:defRPr/>
            </a:pPr>
            <a:r>
              <a:rPr lang="fr-FR" smtClean="0"/>
              <a:t>35-  INEXPLICABLE QUI PEUT TE DÉCRIRE OU TE CONTENIR ? </a:t>
            </a:r>
          </a:p>
          <a:p>
            <a:pPr>
              <a:defRPr/>
            </a:pPr>
            <a:r>
              <a:rPr lang="fr-FR" smtClean="0"/>
              <a:t>36-  INCOMMENSURABLE DIEU TOUT-PUISSANT, IMPRESSIONNANT</a:t>
            </a:r>
          </a:p>
          <a:p>
            <a:pPr>
              <a:defRPr/>
            </a:pPr>
            <a:r>
              <a:rPr lang="fr-FR" smtClean="0"/>
              <a:t>37-  TU ES INDESCRIPTIBLE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**************************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FROM THE HIGHEST OF HEIGHTS TO THE DEPTHS OF THE SEA</a:t>
            </a:r>
          </a:p>
          <a:p>
            <a:pPr>
              <a:defRPr/>
            </a:pPr>
            <a:r>
              <a:rPr lang="fr-FR" smtClean="0"/>
              <a:t>39-  CREATION'S REVEALING YOUR MAJESTY</a:t>
            </a:r>
          </a:p>
          <a:p>
            <a:pPr>
              <a:defRPr/>
            </a:pPr>
            <a:r>
              <a:rPr lang="fr-FR" smtClean="0"/>
              <a:t>40-  FROM THE COLORS OF FALL TO THE FRAGRANCE OF SPRING</a:t>
            </a:r>
          </a:p>
          <a:p>
            <a:pPr>
              <a:defRPr/>
            </a:pPr>
            <a:r>
              <a:rPr lang="fr-FR" smtClean="0"/>
              <a:t>41-  EVERY CREATURE UNIQUE IN THE SONG THAT IT SINGS</a:t>
            </a:r>
          </a:p>
          <a:p>
            <a:pPr>
              <a:defRPr/>
            </a:pPr>
            <a:r>
              <a:rPr lang="fr-FR" smtClean="0"/>
              <a:t>42-  ALL EXCLAIMING INDESCRIBABLE, UNCONTAINABLE</a:t>
            </a:r>
          </a:p>
          <a:p>
            <a:pPr>
              <a:defRPr/>
            </a:pPr>
            <a:r>
              <a:rPr lang="fr-FR" smtClean="0"/>
              <a:t>43-  YOU PLACED THE STARS IN THE SKY AND YOU KNOW THEM BY NAME</a:t>
            </a:r>
          </a:p>
          <a:p>
            <a:pPr>
              <a:defRPr/>
            </a:pPr>
            <a:r>
              <a:rPr lang="fr-FR" smtClean="0"/>
              <a:t>44-  YOU ARE AMAZING GOD ALL POWERFUL, UNTAMABLE</a:t>
            </a:r>
          </a:p>
          <a:p>
            <a:pPr>
              <a:defRPr/>
            </a:pPr>
            <a:r>
              <a:rPr lang="fr-FR" smtClean="0"/>
              <a:t>45-  AWESTRUCK WE FALL TO OUR KNEES AS WE HUMBLY PROCLAIM</a:t>
            </a:r>
          </a:p>
          <a:p>
            <a:pPr>
              <a:defRPr/>
            </a:pPr>
            <a:r>
              <a:rPr lang="fr-FR" smtClean="0"/>
              <a:t>46-  YOU ARE AMAZING GOD</a:t>
            </a:r>
          </a:p>
          <a:p>
            <a:pPr>
              <a:defRPr/>
            </a:pPr>
            <a:r>
              <a:rPr lang="fr-FR" smtClean="0"/>
              <a:t>47-  WHO HAS TOLD EVERY LIGHTNING BOLT WHERE IT SHOULD GO</a:t>
            </a:r>
          </a:p>
          <a:p>
            <a:pPr>
              <a:defRPr/>
            </a:pPr>
            <a:r>
              <a:rPr lang="fr-FR" smtClean="0"/>
              <a:t>48-  OR SEEN HEAVENLY STOREHOUSES LADEN WITH SNOW</a:t>
            </a:r>
          </a:p>
          <a:p>
            <a:pPr>
              <a:defRPr/>
            </a:pPr>
            <a:r>
              <a:rPr lang="fr-FR" smtClean="0"/>
              <a:t>49-  WHO IMAGINED THE SUN AND GIVES SOURCE TO ITS LIGHT</a:t>
            </a:r>
          </a:p>
          <a:p>
            <a:pPr>
              <a:defRPr/>
            </a:pPr>
            <a:r>
              <a:rPr lang="fr-FR" smtClean="0"/>
              <a:t>50-  YET CONCEALS IT TO BRING US THE COOLNESS OF NIGHT</a:t>
            </a:r>
          </a:p>
          <a:p>
            <a:pPr>
              <a:defRPr/>
            </a:pPr>
            <a:r>
              <a:rPr lang="fr-FR" smtClean="0"/>
              <a:t>51-  NONE CAN FATHOM  INDESCRIBABLE, UNCONTAINABLE</a:t>
            </a:r>
          </a:p>
          <a:p>
            <a:pPr>
              <a:defRPr/>
            </a:pPr>
            <a:r>
              <a:rPr lang="fr-FR" smtClean="0"/>
              <a:t>52-  YOU PLACED THE STARS IN THE SKY AND YOU KNOW THEM BY NAME</a:t>
            </a:r>
          </a:p>
          <a:p>
            <a:pPr>
              <a:defRPr/>
            </a:pPr>
            <a:r>
              <a:rPr lang="fr-FR" smtClean="0"/>
              <a:t>53-  YOU ARE AMAZING GOD ALL POWERFUL, UNTAMABLE</a:t>
            </a:r>
          </a:p>
          <a:p>
            <a:pPr>
              <a:defRPr/>
            </a:pPr>
            <a:r>
              <a:rPr lang="fr-FR" smtClean="0"/>
              <a:t>54-  AWESTRUCK WE FALL TO OUR KNEES AS WE HUMBLY PROCLAIM</a:t>
            </a:r>
          </a:p>
          <a:p>
            <a:pPr>
              <a:defRPr/>
            </a:pPr>
            <a:r>
              <a:rPr lang="fr-FR" smtClean="0"/>
              <a:t>55-  YOU ARE AMAZING GOD</a:t>
            </a:r>
          </a:p>
          <a:p>
            <a:pPr>
              <a:defRPr/>
            </a:pPr>
            <a:r>
              <a:rPr lang="fr-FR" smtClean="0"/>
              <a:t>56-  CAN'T EXPLAIN INDESCRIBABLE, UNCONTAINABLE</a:t>
            </a:r>
          </a:p>
          <a:p>
            <a:pPr>
              <a:defRPr/>
            </a:pPr>
            <a:r>
              <a:rPr lang="fr-FR" smtClean="0"/>
              <a:t>57-  YOU PLACES THE STARS IN THE SKY</a:t>
            </a:r>
          </a:p>
          <a:p>
            <a:pPr>
              <a:defRPr/>
            </a:pPr>
            <a:r>
              <a:rPr lang="fr-FR" smtClean="0"/>
              <a:t>58-  CAN'T CONTAIN  YOU'RE ALL POWERFUL YOU'RE UNTAMABLE</a:t>
            </a:r>
          </a:p>
          <a:p>
            <a:pPr>
              <a:defRPr/>
            </a:pPr>
            <a:r>
              <a:rPr lang="fr-FR" smtClean="0"/>
              <a:t>59-  CAN'T EXPLAIN INDESCRIBABLE, UNCONTAINABLE</a:t>
            </a:r>
          </a:p>
          <a:p>
            <a:pPr>
              <a:defRPr/>
            </a:pPr>
            <a:r>
              <a:rPr lang="fr-FR" smtClean="0"/>
              <a:t>60-  YOU PLACES THE STARS IN THE SKY</a:t>
            </a:r>
          </a:p>
          <a:p>
            <a:pPr>
              <a:defRPr/>
            </a:pPr>
            <a:r>
              <a:rPr lang="fr-FR" smtClean="0"/>
              <a:t>61-  CAN'T CONTAIN  YOU'RE ALL POWERFUL, YOU'RE UNTAMABLE</a:t>
            </a:r>
          </a:p>
          <a:p>
            <a:pPr>
              <a:defRPr/>
            </a:pPr>
            <a:r>
              <a:rPr lang="fr-FR" smtClean="0"/>
              <a:t>62-  AWESTRUCK WE FALL TO OUR KNEES</a:t>
            </a:r>
          </a:p>
          <a:p>
            <a:pPr>
              <a:defRPr/>
            </a:pPr>
            <a:r>
              <a:rPr lang="fr-FR" smtClean="0"/>
              <a:t>63-  INDESCRIBABLE, UNCONTAINABLE</a:t>
            </a:r>
          </a:p>
          <a:p>
            <a:pPr>
              <a:defRPr/>
            </a:pPr>
            <a:r>
              <a:rPr lang="fr-FR" smtClean="0"/>
              <a:t>64-  YOU PLACED THE STARS IN THE SKY  YOU KNOW THEM BY NAME</a:t>
            </a:r>
          </a:p>
          <a:p>
            <a:pPr>
              <a:defRPr/>
            </a:pPr>
            <a:r>
              <a:rPr lang="fr-FR" smtClean="0"/>
              <a:t>65-  YOU ARE AMAZING GOD</a:t>
            </a:r>
          </a:p>
          <a:p>
            <a:pPr>
              <a:defRPr/>
            </a:pPr>
            <a:r>
              <a:rPr lang="fr-FR" smtClean="0"/>
              <a:t>66-  ALL POWERFUL, UNTAMABLE</a:t>
            </a:r>
          </a:p>
          <a:p>
            <a:pPr>
              <a:defRPr/>
            </a:pPr>
            <a:r>
              <a:rPr lang="fr-FR" smtClean="0"/>
              <a:t>67-  AWESTRUCK WE FALL TO OUR KNEES  AS WE HUMBLY PROCLAIM</a:t>
            </a:r>
          </a:p>
          <a:p>
            <a:pPr>
              <a:defRPr/>
            </a:pPr>
            <a:r>
              <a:rPr lang="fr-FR" smtClean="0"/>
              <a:t>68-  YOU ARE AMAZING GOD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DES PROFONDEURS DES MERS AUX MONTAGNES ÉLEVÉES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highest of heights to the depths of the sea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LA CRÉATION RÉVÈLE TA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Creation's revealing Your majesty 
3-  DES COULEURS DE L’AUTOMNE  AUX PARFUMS DU PRINTEMPS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colors of fall to the fragrance of spring 
4-  CHAQUE CRÉATURE UNIQUE TE CHANTE UN NOUVEAU CHANT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creature unique in the song that it sings
5-  TOUTES S’EXCLAMANT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exclaiming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	6-  QUI PEUT TE DÉCRIRE OU TE CONTENIR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Indescribable, uncontainable,
	7-  TU PLACES LES ÉTOILES AU CIEL ET TU CONNAIS LEUR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amazing God 
	9-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All powerful, untamable, 
	10-  NOUS TOMBONS À GENOUX DEVANT TOI EN PROCLAMANT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12-  QUI COMMANDE AUX ÉCLAIRS DU TONNERRE OÙ ALLER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has told every lightning bolt where it should go 
13-  QUI ORDONNE À LA NEIGE EN QUEL LIEU SE POSER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Or seen heavenly storehouses laden with snow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QUI CRÉA LE SOLEIL SA LUMIÈRE INFINIE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imagined the sun and gives source to its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ET LE CACHE POUR OFFRIR LA FRAÎCHEUR DE LA NUIT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Yet conceals it to bring us the coolness of night 
16-  QUI TE SONDERA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None can fathom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PLACES LES ÉTOILES AU CIEL INCOMMENSURABLE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TU PLACES LES ÉTOILES AU CIEL INCOMMENSURABLE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TU PLACES LES ÉTOILES AU CIEL ET TU CONNAIS LEUR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NOUS TOMBONS À GENOUX DEVANT TOI EN PROCLAMANT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TU PLACES LES ÉTOILES AU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INCOMMENSURABLE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INEXPLICABLE QUI PEUT TE DÉCRIRE OU TE CONTENIR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INCOMMENSURABLE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TU ES INDESCRIPTIBLE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FROM THE HIGHEST OF HEIGHTS TO THE DEPTHS OF THE SEA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CREATION'S REVEALING YOUR MAJESTY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FROM THE COLORS OF FALL TO THE FRAGRANCE OF SPRING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EVERY CREATURE UNIQUE IN THE SONG THAT IT SINGS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ALL EXCLAIMING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YOU ARE AMAZING GOD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WHO HAS TOLD EVERY LIGHTNING BOLT WHERE IT SHOULD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OR SEEN HEAVENLY STOREHOUSES LADEN WITH SNOW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WHO IMAGINED THE SUN AND GIVES SOURCE TO ITS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YET CONCEALS IT TO BRING US THE COOLNESS OF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NONE CAN FATHOM  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YOU ARE AMAZING GOD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CAN'T EXPLAIN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YOU PLACES THE STARS IN THE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CAN'T CONTAIN  YOU'RE ALL POWERFUL YOU'RE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CAN'T EXPLAIN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YOU PLACES THE STARS IN THE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61-  CAN'T CONTAIN  YOU'RE ALL POWERFUL, YOU'RE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62-  AWESTRUCK WE FALL TO OUR KNEES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64-  YOU PLACED THE STARS IN THE SKY 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65-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66- 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67-  AWESTRUCK WE FALL TO OUR KNEES 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68-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b="1" i="1" dirty="0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DES PROFONDEURS DES MERS AUX MONTAGNES ÉLEVÉES</a:t>
            </a:r>
          </a:p>
          <a:p>
            <a:pPr>
              <a:defRPr/>
            </a:pPr>
            <a:r>
              <a:rPr lang="fr-FR" smtClean="0"/>
              <a:t>From the highest of heights to the depths of the sea</a:t>
            </a:r>
          </a:p>
          <a:p>
            <a:pPr>
              <a:defRPr/>
            </a:pPr>
            <a:r>
              <a:rPr lang="fr-FR" smtClean="0"/>
              <a:t>2-  LA CRÉATION RÉVÈLE TA MAJESTÉ</a:t>
            </a:r>
          </a:p>
          <a:p>
            <a:pPr>
              <a:defRPr/>
            </a:pPr>
            <a:r>
              <a:rPr lang="fr-FR" smtClean="0"/>
              <a:t>Creation's revealing Your majesty 
3-  DES COULEURS DE L’AUTOMNE  AUX PARFUMS DU PRINTEMPS</a:t>
            </a:r>
          </a:p>
          <a:p>
            <a:pPr>
              <a:defRPr/>
            </a:pPr>
            <a:r>
              <a:rPr lang="fr-FR" smtClean="0"/>
              <a:t>From the colors of fall to the fragrance of spring 
4-  CHAQUE CRÉATURE UNIQUE TE CHANTE UN NOUVEAU CHANT </a:t>
            </a:r>
          </a:p>
          <a:p>
            <a:pPr>
              <a:defRPr/>
            </a:pPr>
            <a:r>
              <a:rPr lang="fr-FR" smtClean="0"/>
              <a:t>Every creature unique in the song that it sings
5-  TOUTES S’EXCLAMANT</a:t>
            </a:r>
          </a:p>
          <a:p>
            <a:pPr>
              <a:defRPr/>
            </a:pPr>
            <a:r>
              <a:rPr lang="fr-FR" smtClean="0"/>
              <a:t>All exclaiming</a:t>
            </a:r>
          </a:p>
          <a:p>
            <a:pPr>
              <a:defRPr/>
            </a:pPr>
            <a:r>
              <a:rPr lang="fr-FR" smtClean="0"/>
              <a:t> 
	6-  QUI PEUT TE DÉCRIRE OU TE CONTENIR ? </a:t>
            </a:r>
          </a:p>
          <a:p>
            <a:pPr>
              <a:defRPr/>
            </a:pPr>
            <a:r>
              <a:rPr lang="fr-FR" smtClean="0"/>
              <a:t>	Indescribable, uncontainable,
	7-  TU PLACES LES ÉTOILES AU CIEL ET TU CONNAIS LEUR NOM </a:t>
            </a:r>
          </a:p>
          <a:p>
            <a:pPr>
              <a:defRPr/>
            </a:pPr>
            <a:r>
              <a:rPr lang="fr-FR" smtClean="0"/>
              <a:t>	You placed the stars in the sky and You know them by name</a:t>
            </a:r>
          </a:p>
          <a:p>
            <a:pPr>
              <a:defRPr/>
            </a:pPr>
            <a:r>
              <a:rPr lang="fr-FR" smtClean="0"/>
              <a:t>	8-  TU ES UN DIEU SI GRAND</a:t>
            </a:r>
          </a:p>
          <a:p>
            <a:pPr>
              <a:defRPr/>
            </a:pPr>
            <a:r>
              <a:rPr lang="fr-FR" smtClean="0"/>
              <a:t>	You are amazing God 
	9-  DIEU TOUT-PUISSANT, IMPRESSIONNANT</a:t>
            </a:r>
          </a:p>
          <a:p>
            <a:pPr>
              <a:defRPr/>
            </a:pPr>
            <a:r>
              <a:rPr lang="fr-FR" smtClean="0"/>
              <a:t>	All powerful, untamable, 
	10-  NOUS TOMBONS À GENOUX DEVANT TOI EN PROCLAMANT</a:t>
            </a:r>
          </a:p>
          <a:p>
            <a:pPr>
              <a:defRPr/>
            </a:pPr>
            <a:r>
              <a:rPr lang="fr-FR" smtClean="0"/>
              <a:t>	Awestruck we fall to our knees as we humbly proclaim</a:t>
            </a:r>
          </a:p>
          <a:p>
            <a:pPr>
              <a:defRPr/>
            </a:pPr>
            <a:r>
              <a:rPr lang="fr-FR" smtClean="0"/>
              <a:t>	11- TU ES UN DIEU SI GRAND</a:t>
            </a:r>
          </a:p>
          <a:p>
            <a:pPr>
              <a:defRPr/>
            </a:pPr>
            <a:r>
              <a:rPr lang="fr-FR" smtClean="0"/>
              <a:t>	You are amazing God</a:t>
            </a:r>
          </a:p>
          <a:p>
            <a:pPr>
              <a:defRPr/>
            </a:pPr>
            <a:r>
              <a:rPr lang="fr-FR" smtClean="0"/>
              <a:t> 
12-  QUI COMMANDE AUX ÉCLAIRS DU TONNERRE OÙ ALLER ?</a:t>
            </a:r>
          </a:p>
          <a:p>
            <a:pPr>
              <a:defRPr/>
            </a:pPr>
            <a:r>
              <a:rPr lang="fr-FR" smtClean="0"/>
              <a:t>Who has told every lightning bolt where it should go 
13-  QUI ORDONNE À LA NEIGE EN QUEL LIEU SE POSER ? </a:t>
            </a:r>
          </a:p>
          <a:p>
            <a:pPr>
              <a:defRPr/>
            </a:pPr>
            <a:r>
              <a:rPr lang="fr-FR" smtClean="0"/>
              <a:t>Or seen heavenly storehouses laden with snow</a:t>
            </a:r>
          </a:p>
          <a:p>
            <a:pPr>
              <a:defRPr/>
            </a:pPr>
            <a:r>
              <a:rPr lang="fr-FR" smtClean="0"/>
              <a:t>14-  QUI CRÉA LE SOLEIL SA LUMIÈRE INFINIE ? </a:t>
            </a:r>
          </a:p>
          <a:p>
            <a:pPr>
              <a:defRPr/>
            </a:pPr>
            <a:r>
              <a:rPr lang="fr-FR" smtClean="0"/>
              <a:t>Who imagined the sun and gives source to its light</a:t>
            </a:r>
          </a:p>
          <a:p>
            <a:pPr>
              <a:defRPr/>
            </a:pPr>
            <a:r>
              <a:rPr lang="fr-FR" smtClean="0"/>
              <a:t>15-  ET LE CACHE POUR OFFRIR LA FRAÎCHEUR DE LA NUIT</a:t>
            </a:r>
          </a:p>
          <a:p>
            <a:pPr>
              <a:defRPr/>
            </a:pPr>
            <a:r>
              <a:rPr lang="fr-FR" smtClean="0"/>
              <a:t>Yet conceals it to bring us the coolness of night 
16-  QUI TE SONDERA ? </a:t>
            </a:r>
          </a:p>
          <a:p>
            <a:pPr>
              <a:defRPr/>
            </a:pPr>
            <a:r>
              <a:rPr lang="fr-FR" smtClean="0"/>
              <a:t>None can fathom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INEXPLICABLE QUI PEUT TE DÉCRIRE OU TE CONTENIR ?</a:t>
            </a:r>
          </a:p>
          <a:p>
            <a:pPr>
              <a:defRPr/>
            </a:pPr>
            <a:r>
              <a:rPr lang="fr-FR" smtClean="0"/>
              <a:t>18-  TU PLACES LES ÉTOILES AU CIEL INCOMMENSURABLE</a:t>
            </a:r>
          </a:p>
          <a:p>
            <a:pPr>
              <a:defRPr/>
            </a:pPr>
            <a:r>
              <a:rPr lang="fr-FR" smtClean="0"/>
              <a:t>19-  DIEU TOUT-PUISSANT, IMPRESSIONNANT</a:t>
            </a:r>
          </a:p>
          <a:p>
            <a:pPr>
              <a:defRPr/>
            </a:pPr>
            <a:r>
              <a:rPr lang="fr-FR" smtClean="0"/>
              <a:t>20-  FORMIDABLE NOUS TOMBONS À GENOUX DEVANT TOI</a:t>
            </a:r>
          </a:p>
          <a:p>
            <a:pPr>
              <a:defRPr/>
            </a:pPr>
            <a:r>
              <a:rPr lang="fr-FR" smtClean="0"/>
              <a:t>21-  INEXPLICABLE QUI PEUT TE DÉCRIRE OU TE CONTENIR ?</a:t>
            </a:r>
          </a:p>
          <a:p>
            <a:pPr>
              <a:defRPr/>
            </a:pPr>
            <a:r>
              <a:rPr lang="fr-FR" smtClean="0"/>
              <a:t>22-  TU PLACES LES ÉTOILES AU CIEL INCOMMENSURABLE</a:t>
            </a:r>
          </a:p>
          <a:p>
            <a:pPr>
              <a:defRPr/>
            </a:pPr>
            <a:r>
              <a:rPr lang="fr-FR" smtClean="0"/>
              <a:t>23-  DIEU TOUT-PUISSANT, IMPRESSIONNANT</a:t>
            </a:r>
          </a:p>
          <a:p>
            <a:pPr>
              <a:defRPr/>
            </a:pPr>
            <a:r>
              <a:rPr lang="fr-FR" smtClean="0"/>
              <a:t>24-  FORMIDABLE NOUS TOMBONS À GENOUX DEVANT TOI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QUI PEUT TE DÉCRIRE OU TE CONTENIR ?</a:t>
            </a:r>
          </a:p>
          <a:p>
            <a:pPr>
              <a:defRPr/>
            </a:pPr>
            <a:r>
              <a:rPr lang="fr-FR" smtClean="0"/>
              <a:t>26-  TU PLACES LES ÉTOILES AU CIEL ET TU CONNAIS LEUR NOM</a:t>
            </a:r>
          </a:p>
          <a:p>
            <a:pPr>
              <a:defRPr/>
            </a:pPr>
            <a:r>
              <a:rPr lang="fr-FR" smtClean="0"/>
              <a:t>27-  TU ES UN DIEU SI GRAND</a:t>
            </a:r>
          </a:p>
          <a:p>
            <a:pPr>
              <a:defRPr/>
            </a:pPr>
            <a:r>
              <a:rPr lang="fr-FR" smtClean="0"/>
              <a:t>28-  DIEU TOUT-PUISSANT, IMPRESSIONNANT</a:t>
            </a:r>
          </a:p>
          <a:p>
            <a:pPr>
              <a:defRPr/>
            </a:pPr>
            <a:r>
              <a:rPr lang="fr-FR" smtClean="0"/>
              <a:t>29-  NOUS TOMBONS À GENOUX DEVANT TOI EN PROCLAMANT</a:t>
            </a:r>
          </a:p>
          <a:p>
            <a:pPr>
              <a:defRPr/>
            </a:pPr>
            <a:r>
              <a:rPr lang="fr-FR" smtClean="0"/>
              <a:t>30-  TU ES UN DIEU SI GRAND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INEXPLICABLE QUI PEUT TE DÉCRIRE OU TE CONTENIR ?</a:t>
            </a:r>
          </a:p>
          <a:p>
            <a:pPr>
              <a:defRPr/>
            </a:pPr>
            <a:r>
              <a:rPr lang="fr-FR" smtClean="0"/>
              <a:t>32-  TU PLACES LES ÉTOILES AU CIEL</a:t>
            </a:r>
          </a:p>
          <a:p>
            <a:pPr>
              <a:defRPr/>
            </a:pPr>
            <a:r>
              <a:rPr lang="fr-FR" smtClean="0"/>
              <a:t>33-  INCOMMENSURABLE DIEU TOUT-PUISSANT, IMPRESSIONNANT</a:t>
            </a:r>
          </a:p>
          <a:p>
            <a:pPr>
              <a:defRPr/>
            </a:pPr>
            <a:r>
              <a:rPr lang="fr-FR" smtClean="0"/>
              <a:t>34-  FORMIDABLE NOUS TOMBONS À GENOUX DEVANT TOI</a:t>
            </a:r>
          </a:p>
          <a:p>
            <a:pPr>
              <a:defRPr/>
            </a:pPr>
            <a:r>
              <a:rPr lang="fr-FR" smtClean="0"/>
              <a:t>35-  INEXPLICABLE QUI PEUT TE DÉCRIRE OU TE CONTENIR ? </a:t>
            </a:r>
          </a:p>
          <a:p>
            <a:pPr>
              <a:defRPr/>
            </a:pPr>
            <a:r>
              <a:rPr lang="fr-FR" smtClean="0"/>
              <a:t>36-  INCOMMENSURABLE DIEU TOUT-PUISSANT, IMPRESSIONNANT</a:t>
            </a:r>
          </a:p>
          <a:p>
            <a:pPr>
              <a:defRPr/>
            </a:pPr>
            <a:r>
              <a:rPr lang="fr-FR" smtClean="0"/>
              <a:t>37-  TU ES INDESCRIPTIBLE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**************************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FROM THE HIGHEST OF HEIGHTS TO THE DEPTHS OF THE SEA</a:t>
            </a:r>
          </a:p>
          <a:p>
            <a:pPr>
              <a:defRPr/>
            </a:pPr>
            <a:r>
              <a:rPr lang="fr-FR" smtClean="0"/>
              <a:t>39-  CREATION'S REVEALING YOUR MAJESTY</a:t>
            </a:r>
          </a:p>
          <a:p>
            <a:pPr>
              <a:defRPr/>
            </a:pPr>
            <a:r>
              <a:rPr lang="fr-FR" smtClean="0"/>
              <a:t>40-  FROM THE COLORS OF FALL TO THE FRAGRANCE OF SPRING</a:t>
            </a:r>
          </a:p>
          <a:p>
            <a:pPr>
              <a:defRPr/>
            </a:pPr>
            <a:r>
              <a:rPr lang="fr-FR" smtClean="0"/>
              <a:t>41-  EVERY CREATURE UNIQUE IN THE SONG THAT IT SINGS</a:t>
            </a:r>
          </a:p>
          <a:p>
            <a:pPr>
              <a:defRPr/>
            </a:pPr>
            <a:r>
              <a:rPr lang="fr-FR" smtClean="0"/>
              <a:t>42-  ALL EXCLAIMING INDESCRIBABLE, UNCONTAINABLE</a:t>
            </a:r>
          </a:p>
          <a:p>
            <a:pPr>
              <a:defRPr/>
            </a:pPr>
            <a:r>
              <a:rPr lang="fr-FR" smtClean="0"/>
              <a:t>43-  YOU PLACED THE STARS IN THE SKY AND YOU KNOW THEM BY NAME</a:t>
            </a:r>
          </a:p>
          <a:p>
            <a:pPr>
              <a:defRPr/>
            </a:pPr>
            <a:r>
              <a:rPr lang="fr-FR" smtClean="0"/>
              <a:t>44-  YOU ARE AMAZING GOD ALL POWERFUL, UNTAMABLE</a:t>
            </a:r>
          </a:p>
          <a:p>
            <a:pPr>
              <a:defRPr/>
            </a:pPr>
            <a:r>
              <a:rPr lang="fr-FR" smtClean="0"/>
              <a:t>45-  AWESTRUCK WE FALL TO OUR KNEES AS WE HUMBLY PROCLAIM</a:t>
            </a:r>
          </a:p>
          <a:p>
            <a:pPr>
              <a:defRPr/>
            </a:pPr>
            <a:r>
              <a:rPr lang="fr-FR" smtClean="0"/>
              <a:t>46-  YOU ARE AMAZING GOD</a:t>
            </a:r>
          </a:p>
          <a:p>
            <a:pPr>
              <a:defRPr/>
            </a:pPr>
            <a:r>
              <a:rPr lang="fr-FR" smtClean="0"/>
              <a:t>47-  WHO HAS TOLD EVERY LIGHTNING BOLT WHERE IT SHOULD GO</a:t>
            </a:r>
          </a:p>
          <a:p>
            <a:pPr>
              <a:defRPr/>
            </a:pPr>
            <a:r>
              <a:rPr lang="fr-FR" smtClean="0"/>
              <a:t>48-  OR SEEN HEAVENLY STOREHOUSES LADEN WITH SNOW</a:t>
            </a:r>
          </a:p>
          <a:p>
            <a:pPr>
              <a:defRPr/>
            </a:pPr>
            <a:r>
              <a:rPr lang="fr-FR" smtClean="0"/>
              <a:t>49-  WHO IMAGINED THE SUN AND GIVES SOURCE TO ITS LIGHT</a:t>
            </a:r>
          </a:p>
          <a:p>
            <a:pPr>
              <a:defRPr/>
            </a:pPr>
            <a:r>
              <a:rPr lang="fr-FR" smtClean="0"/>
              <a:t>50-  YET CONCEALS IT TO BRING US THE COOLNESS OF NIGHT</a:t>
            </a:r>
          </a:p>
          <a:p>
            <a:pPr>
              <a:defRPr/>
            </a:pPr>
            <a:r>
              <a:rPr lang="fr-FR" smtClean="0"/>
              <a:t>51-  NONE CAN FATHOM  INDESCRIBABLE, UNCONTAINABLE</a:t>
            </a:r>
          </a:p>
          <a:p>
            <a:pPr>
              <a:defRPr/>
            </a:pPr>
            <a:r>
              <a:rPr lang="fr-FR" smtClean="0"/>
              <a:t>52-  YOU PLACED THE STARS IN THE SKY AND YOU KNOW THEM BY NAME</a:t>
            </a:r>
          </a:p>
          <a:p>
            <a:pPr>
              <a:defRPr/>
            </a:pPr>
            <a:r>
              <a:rPr lang="fr-FR" smtClean="0"/>
              <a:t>53-  YOU ARE AMAZING GOD ALL POWERFUL, UNTAMABLE</a:t>
            </a:r>
          </a:p>
          <a:p>
            <a:pPr>
              <a:defRPr/>
            </a:pPr>
            <a:r>
              <a:rPr lang="fr-FR" smtClean="0"/>
              <a:t>54-  AWESTRUCK WE FALL TO OUR KNEES AS WE HUMBLY PROCLAIM</a:t>
            </a:r>
          </a:p>
          <a:p>
            <a:pPr>
              <a:defRPr/>
            </a:pPr>
            <a:r>
              <a:rPr lang="fr-FR" smtClean="0"/>
              <a:t>55-  YOU ARE AMAZING GOD</a:t>
            </a:r>
          </a:p>
          <a:p>
            <a:pPr>
              <a:defRPr/>
            </a:pPr>
            <a:r>
              <a:rPr lang="fr-FR" smtClean="0"/>
              <a:t>56-  CAN'T EXPLAIN INDESCRIBABLE, UNCONTAINABLE</a:t>
            </a:r>
          </a:p>
          <a:p>
            <a:pPr>
              <a:defRPr/>
            </a:pPr>
            <a:r>
              <a:rPr lang="fr-FR" smtClean="0"/>
              <a:t>57-  YOU PLACES THE STARS IN THE SKY</a:t>
            </a:r>
          </a:p>
          <a:p>
            <a:pPr>
              <a:defRPr/>
            </a:pPr>
            <a:r>
              <a:rPr lang="fr-FR" smtClean="0"/>
              <a:t>58-  CAN'T CONTAIN  YOU'RE ALL POWERFUL YOU'RE UNTAMABLE</a:t>
            </a:r>
          </a:p>
          <a:p>
            <a:pPr>
              <a:defRPr/>
            </a:pPr>
            <a:r>
              <a:rPr lang="fr-FR" smtClean="0"/>
              <a:t>59-  CAN'T EXPLAIN INDESCRIBABLE, UNCONTAINABLE</a:t>
            </a:r>
          </a:p>
          <a:p>
            <a:pPr>
              <a:defRPr/>
            </a:pPr>
            <a:r>
              <a:rPr lang="fr-FR" smtClean="0"/>
              <a:t>60-  YOU PLACES THE STARS IN THE SKY</a:t>
            </a:r>
          </a:p>
          <a:p>
            <a:pPr>
              <a:defRPr/>
            </a:pPr>
            <a:r>
              <a:rPr lang="fr-FR" smtClean="0"/>
              <a:t>61-  CAN'T CONTAIN  YOU'RE ALL POWERFUL, YOU'RE UNTAMABLE</a:t>
            </a:r>
          </a:p>
          <a:p>
            <a:pPr>
              <a:defRPr/>
            </a:pPr>
            <a:r>
              <a:rPr lang="fr-FR" smtClean="0"/>
              <a:t>62-  AWESTRUCK WE FALL TO OUR KNEES</a:t>
            </a:r>
          </a:p>
          <a:p>
            <a:pPr>
              <a:defRPr/>
            </a:pPr>
            <a:r>
              <a:rPr lang="fr-FR" smtClean="0"/>
              <a:t>63-  INDESCRIBABLE, UNCONTAINABLE</a:t>
            </a:r>
          </a:p>
          <a:p>
            <a:pPr>
              <a:defRPr/>
            </a:pPr>
            <a:r>
              <a:rPr lang="fr-FR" smtClean="0"/>
              <a:t>64-  YOU PLACED THE STARS IN THE SKY  YOU KNOW THEM BY NAME</a:t>
            </a:r>
          </a:p>
          <a:p>
            <a:pPr>
              <a:defRPr/>
            </a:pPr>
            <a:r>
              <a:rPr lang="fr-FR" smtClean="0"/>
              <a:t>65-  YOU ARE AMAZING GOD</a:t>
            </a:r>
          </a:p>
          <a:p>
            <a:pPr>
              <a:defRPr/>
            </a:pPr>
            <a:r>
              <a:rPr lang="fr-FR" smtClean="0"/>
              <a:t>66-  ALL POWERFUL, UNTAMABLE</a:t>
            </a:r>
          </a:p>
          <a:p>
            <a:pPr>
              <a:defRPr/>
            </a:pPr>
            <a:r>
              <a:rPr lang="fr-FR" smtClean="0"/>
              <a:t>67-  AWESTRUCK WE FALL TO OUR KNEES  AS WE HUMBLY PROCLAIM</a:t>
            </a:r>
          </a:p>
          <a:p>
            <a:pPr>
              <a:defRPr/>
            </a:pPr>
            <a:r>
              <a:rPr lang="fr-FR" smtClean="0"/>
              <a:t>68-  YOU ARE AMAZING GOD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DES PROFONDEURS DES MERS AUX MONTAGNES ÉLEVÉES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highest of heights to the depths of the sea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LA CRÉATION RÉVÈLE TA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Creation's revealing Your majesty 
3-  DES COULEURS DE L’AUTOMNE  AUX PARFUMS DU PRINTEMPS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colors of fall to the fragrance of spring 
4-  CHAQUE CRÉATURE UNIQUE TE CHANTE UN NOUVEAU CHANT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creature unique in the song that it sings
5-  TOUTES S’EXCLAMANT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exclaiming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	6-  QUI PEUT TE DÉCRIRE OU TE CONTENIR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Indescribable, uncontainable,
	7-  TU PLACES LES ÉTOILES AU CIEL ET TU CONNAIS LEUR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amazing God 
	9-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All powerful, untamable, 
	10-  NOUS TOMBONS À GENOUX DEVANT TOI EN PROCLAMANT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12-  QUI COMMANDE AUX ÉCLAIRS DU TONNERRE OÙ ALLER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has told every lightning bolt where it should go 
13-  QUI ORDONNE À LA NEIGE EN QUEL LIEU SE POSER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Or seen heavenly storehouses laden with snow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QUI CRÉA LE SOLEIL SA LUMIÈRE INFINIE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imagined the sun and gives source to its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ET LE CACHE POUR OFFRIR LA FRAÎCHEUR DE LA NUIT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Yet conceals it to bring us the coolness of night 
16-  QUI TE SONDERA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None can fathom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PLACES LES ÉTOILES AU CIEL INCOMMENSURABLE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TU PLACES LES ÉTOILES AU CIEL INCOMMENSURABLE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TU PLACES LES ÉTOILES AU CIEL ET TU CONNAIS LEUR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NOUS TOMBONS À GENOUX DEVANT TOI EN PROCLAMANT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TU PLACES LES ÉTOILES AU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INCOMMENSURABLE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INEXPLICABLE QUI PEUT TE DÉCRIRE OU TE CONTENIR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INCOMMENSURABLE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TU ES INDESCRIPTIBLE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FROM THE HIGHEST OF HEIGHTS TO THE DEPTHS OF THE SEA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CREATION'S REVEALING YOUR MAJESTY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FROM THE COLORS OF FALL TO THE FRAGRANCE OF SPRING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EVERY CREATURE UNIQUE IN THE SONG THAT IT SINGS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ALL EXCLAIMING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YOU ARE AMAZING GOD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WHO HAS TOLD EVERY LIGHTNING BOLT WHERE IT SHOULD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OR SEEN HEAVENLY STOREHOUSES LADEN WITH SNOW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WHO IMAGINED THE SUN AND GIVES SOURCE TO ITS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YET CONCEALS IT TO BRING US THE COOLNESS OF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NONE CAN FATHOM  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YOU ARE AMAZING GOD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CAN'T EXPLAIN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YOU PLACES THE STARS IN THE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CAN'T CONTAIN  YOU'RE ALL POWERFUL YOU'RE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CAN'T EXPLAIN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YOU PLACES THE STARS IN THE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61-  CAN'T CONTAIN  YOU'RE ALL POWERFUL, YOU'RE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62-  AWESTRUCK WE FALL TO OUR KNEES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64-  YOU PLACED THE STARS IN THE SKY 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65-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66- 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67-  AWESTRUCK WE FALL TO OUR KNEES 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68-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b="1" i="1" dirty="0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DES PROFONDEURS DES MERS AUX MONTAGNES ÉLEVÉES</a:t>
            </a:r>
          </a:p>
          <a:p>
            <a:pPr>
              <a:defRPr/>
            </a:pPr>
            <a:r>
              <a:rPr lang="fr-FR" smtClean="0"/>
              <a:t>From the highest of heights to the depths of the sea</a:t>
            </a:r>
          </a:p>
          <a:p>
            <a:pPr>
              <a:defRPr/>
            </a:pPr>
            <a:r>
              <a:rPr lang="fr-FR" smtClean="0"/>
              <a:t>2-  LA CRÉATION RÉVÈLE TA MAJESTÉ</a:t>
            </a:r>
          </a:p>
          <a:p>
            <a:pPr>
              <a:defRPr/>
            </a:pPr>
            <a:r>
              <a:rPr lang="fr-FR" smtClean="0"/>
              <a:t>Creation's revealing Your majesty 
3-  DES COULEURS DE L’AUTOMNE  AUX PARFUMS DU PRINTEMPS</a:t>
            </a:r>
          </a:p>
          <a:p>
            <a:pPr>
              <a:defRPr/>
            </a:pPr>
            <a:r>
              <a:rPr lang="fr-FR" smtClean="0"/>
              <a:t>From the colors of fall to the fragrance of spring 
4-  CHAQUE CRÉATURE UNIQUE TE CHANTE UN NOUVEAU CHANT </a:t>
            </a:r>
          </a:p>
          <a:p>
            <a:pPr>
              <a:defRPr/>
            </a:pPr>
            <a:r>
              <a:rPr lang="fr-FR" smtClean="0"/>
              <a:t>Every creature unique in the song that it sings
5-  TOUTES S’EXCLAMANT</a:t>
            </a:r>
          </a:p>
          <a:p>
            <a:pPr>
              <a:defRPr/>
            </a:pPr>
            <a:r>
              <a:rPr lang="fr-FR" smtClean="0"/>
              <a:t>All exclaiming</a:t>
            </a:r>
          </a:p>
          <a:p>
            <a:pPr>
              <a:defRPr/>
            </a:pPr>
            <a:r>
              <a:rPr lang="fr-FR" smtClean="0"/>
              <a:t> 
	6-  QUI PEUT TE DÉCRIRE OU TE CONTENIR ? </a:t>
            </a:r>
          </a:p>
          <a:p>
            <a:pPr>
              <a:defRPr/>
            </a:pPr>
            <a:r>
              <a:rPr lang="fr-FR" smtClean="0"/>
              <a:t>	Indescribable, uncontainable,
	7-  TU PLACES LES ÉTOILES AU CIEL ET TU CONNAIS LEUR NOM </a:t>
            </a:r>
          </a:p>
          <a:p>
            <a:pPr>
              <a:defRPr/>
            </a:pPr>
            <a:r>
              <a:rPr lang="fr-FR" smtClean="0"/>
              <a:t>	You placed the stars in the sky and You know them by name</a:t>
            </a:r>
          </a:p>
          <a:p>
            <a:pPr>
              <a:defRPr/>
            </a:pPr>
            <a:r>
              <a:rPr lang="fr-FR" smtClean="0"/>
              <a:t>	8-  TU ES UN DIEU SI GRAND</a:t>
            </a:r>
          </a:p>
          <a:p>
            <a:pPr>
              <a:defRPr/>
            </a:pPr>
            <a:r>
              <a:rPr lang="fr-FR" smtClean="0"/>
              <a:t>	You are amazing God 
	9-  DIEU TOUT-PUISSANT, IMPRESSIONNANT</a:t>
            </a:r>
          </a:p>
          <a:p>
            <a:pPr>
              <a:defRPr/>
            </a:pPr>
            <a:r>
              <a:rPr lang="fr-FR" smtClean="0"/>
              <a:t>	All powerful, untamable, 
	10-  NOUS TOMBONS À GENOUX DEVANT TOI EN PROCLAMANT</a:t>
            </a:r>
          </a:p>
          <a:p>
            <a:pPr>
              <a:defRPr/>
            </a:pPr>
            <a:r>
              <a:rPr lang="fr-FR" smtClean="0"/>
              <a:t>	Awestruck we fall to our knees as we humbly proclaim</a:t>
            </a:r>
          </a:p>
          <a:p>
            <a:pPr>
              <a:defRPr/>
            </a:pPr>
            <a:r>
              <a:rPr lang="fr-FR" smtClean="0"/>
              <a:t>	11- TU ES UN DIEU SI GRAND</a:t>
            </a:r>
          </a:p>
          <a:p>
            <a:pPr>
              <a:defRPr/>
            </a:pPr>
            <a:r>
              <a:rPr lang="fr-FR" smtClean="0"/>
              <a:t>	You are amazing God</a:t>
            </a:r>
          </a:p>
          <a:p>
            <a:pPr>
              <a:defRPr/>
            </a:pPr>
            <a:r>
              <a:rPr lang="fr-FR" smtClean="0"/>
              <a:t> 
12-  QUI COMMANDE AUX ÉCLAIRS DU TONNERRE OÙ ALLER ?</a:t>
            </a:r>
          </a:p>
          <a:p>
            <a:pPr>
              <a:defRPr/>
            </a:pPr>
            <a:r>
              <a:rPr lang="fr-FR" smtClean="0"/>
              <a:t>Who has told every lightning bolt where it should go 
13-  QUI ORDONNE À LA NEIGE EN QUEL LIEU SE POSER ? </a:t>
            </a:r>
          </a:p>
          <a:p>
            <a:pPr>
              <a:defRPr/>
            </a:pPr>
            <a:r>
              <a:rPr lang="fr-FR" smtClean="0"/>
              <a:t>Or seen heavenly storehouses laden with snow</a:t>
            </a:r>
          </a:p>
          <a:p>
            <a:pPr>
              <a:defRPr/>
            </a:pPr>
            <a:r>
              <a:rPr lang="fr-FR" smtClean="0"/>
              <a:t>14-  QUI CRÉA LE SOLEIL SA LUMIÈRE INFINIE ? </a:t>
            </a:r>
          </a:p>
          <a:p>
            <a:pPr>
              <a:defRPr/>
            </a:pPr>
            <a:r>
              <a:rPr lang="fr-FR" smtClean="0"/>
              <a:t>Who imagined the sun and gives source to its light</a:t>
            </a:r>
          </a:p>
          <a:p>
            <a:pPr>
              <a:defRPr/>
            </a:pPr>
            <a:r>
              <a:rPr lang="fr-FR" smtClean="0"/>
              <a:t>15-  ET LE CACHE POUR OFFRIR LA FRAÎCHEUR DE LA NUIT</a:t>
            </a:r>
          </a:p>
          <a:p>
            <a:pPr>
              <a:defRPr/>
            </a:pPr>
            <a:r>
              <a:rPr lang="fr-FR" smtClean="0"/>
              <a:t>Yet conceals it to bring us the coolness of night 
16-  QUI TE SONDERA ? </a:t>
            </a:r>
          </a:p>
          <a:p>
            <a:pPr>
              <a:defRPr/>
            </a:pPr>
            <a:r>
              <a:rPr lang="fr-FR" smtClean="0"/>
              <a:t>None can fathom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INEXPLICABLE QUI PEUT TE DÉCRIRE OU TE CONTENIR ?</a:t>
            </a:r>
          </a:p>
          <a:p>
            <a:pPr>
              <a:defRPr/>
            </a:pPr>
            <a:r>
              <a:rPr lang="fr-FR" smtClean="0"/>
              <a:t>18-  TU PLACES LES ÉTOILES AU CIEL INCOMMENSURABLE</a:t>
            </a:r>
          </a:p>
          <a:p>
            <a:pPr>
              <a:defRPr/>
            </a:pPr>
            <a:r>
              <a:rPr lang="fr-FR" smtClean="0"/>
              <a:t>19-  DIEU TOUT-PUISSANT, IMPRESSIONNANT</a:t>
            </a:r>
          </a:p>
          <a:p>
            <a:pPr>
              <a:defRPr/>
            </a:pPr>
            <a:r>
              <a:rPr lang="fr-FR" smtClean="0"/>
              <a:t>20-  FORMIDABLE NOUS TOMBONS À GENOUX DEVANT TOI</a:t>
            </a:r>
          </a:p>
          <a:p>
            <a:pPr>
              <a:defRPr/>
            </a:pPr>
            <a:r>
              <a:rPr lang="fr-FR" smtClean="0"/>
              <a:t>21-  INEXPLICABLE QUI PEUT TE DÉCRIRE OU TE CONTENIR ?</a:t>
            </a:r>
          </a:p>
          <a:p>
            <a:pPr>
              <a:defRPr/>
            </a:pPr>
            <a:r>
              <a:rPr lang="fr-FR" smtClean="0"/>
              <a:t>22-  TU PLACES LES ÉTOILES AU CIEL INCOMMENSURABLE</a:t>
            </a:r>
          </a:p>
          <a:p>
            <a:pPr>
              <a:defRPr/>
            </a:pPr>
            <a:r>
              <a:rPr lang="fr-FR" smtClean="0"/>
              <a:t>23-  DIEU TOUT-PUISSANT, IMPRESSIONNANT</a:t>
            </a:r>
          </a:p>
          <a:p>
            <a:pPr>
              <a:defRPr/>
            </a:pPr>
            <a:r>
              <a:rPr lang="fr-FR" smtClean="0"/>
              <a:t>24-  FORMIDABLE NOUS TOMBONS À GENOUX DEVANT TOI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QUI PEUT TE DÉCRIRE OU TE CONTENIR ?</a:t>
            </a:r>
          </a:p>
          <a:p>
            <a:pPr>
              <a:defRPr/>
            </a:pPr>
            <a:r>
              <a:rPr lang="fr-FR" smtClean="0"/>
              <a:t>26-  TU PLACES LES ÉTOILES AU CIEL ET TU CONNAIS LEUR NOM</a:t>
            </a:r>
          </a:p>
          <a:p>
            <a:pPr>
              <a:defRPr/>
            </a:pPr>
            <a:r>
              <a:rPr lang="fr-FR" smtClean="0"/>
              <a:t>27-  TU ES UN DIEU SI GRAND</a:t>
            </a:r>
          </a:p>
          <a:p>
            <a:pPr>
              <a:defRPr/>
            </a:pPr>
            <a:r>
              <a:rPr lang="fr-FR" smtClean="0"/>
              <a:t>28-  DIEU TOUT-PUISSANT, IMPRESSIONNANT</a:t>
            </a:r>
          </a:p>
          <a:p>
            <a:pPr>
              <a:defRPr/>
            </a:pPr>
            <a:r>
              <a:rPr lang="fr-FR" smtClean="0"/>
              <a:t>29-  NOUS TOMBONS À GENOUX DEVANT TOI EN PROCLAMANT</a:t>
            </a:r>
          </a:p>
          <a:p>
            <a:pPr>
              <a:defRPr/>
            </a:pPr>
            <a:r>
              <a:rPr lang="fr-FR" smtClean="0"/>
              <a:t>30-  TU ES UN DIEU SI GRAND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INEXPLICABLE QUI PEUT TE DÉCRIRE OU TE CONTENIR ?</a:t>
            </a:r>
          </a:p>
          <a:p>
            <a:pPr>
              <a:defRPr/>
            </a:pPr>
            <a:r>
              <a:rPr lang="fr-FR" smtClean="0"/>
              <a:t>32-  TU PLACES LES ÉTOILES AU CIEL</a:t>
            </a:r>
          </a:p>
          <a:p>
            <a:pPr>
              <a:defRPr/>
            </a:pPr>
            <a:r>
              <a:rPr lang="fr-FR" smtClean="0"/>
              <a:t>33-  INCOMMENSURABLE DIEU TOUT-PUISSANT, IMPRESSIONNANT</a:t>
            </a:r>
          </a:p>
          <a:p>
            <a:pPr>
              <a:defRPr/>
            </a:pPr>
            <a:r>
              <a:rPr lang="fr-FR" smtClean="0"/>
              <a:t>34-  FORMIDABLE NOUS TOMBONS À GENOUX DEVANT TOI</a:t>
            </a:r>
          </a:p>
          <a:p>
            <a:pPr>
              <a:defRPr/>
            </a:pPr>
            <a:r>
              <a:rPr lang="fr-FR" smtClean="0"/>
              <a:t>35-  INEXPLICABLE QUI PEUT TE DÉCRIRE OU TE CONTENIR ? </a:t>
            </a:r>
          </a:p>
          <a:p>
            <a:pPr>
              <a:defRPr/>
            </a:pPr>
            <a:r>
              <a:rPr lang="fr-FR" smtClean="0"/>
              <a:t>36-  INCOMMENSURABLE DIEU TOUT-PUISSANT, IMPRESSIONNANT</a:t>
            </a:r>
          </a:p>
          <a:p>
            <a:pPr>
              <a:defRPr/>
            </a:pPr>
            <a:r>
              <a:rPr lang="fr-FR" smtClean="0"/>
              <a:t>37-  TU ES INDESCRIPTIBLE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**************************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FROM THE HIGHEST OF HEIGHTS TO THE DEPTHS OF THE SEA</a:t>
            </a:r>
          </a:p>
          <a:p>
            <a:pPr>
              <a:defRPr/>
            </a:pPr>
            <a:r>
              <a:rPr lang="fr-FR" smtClean="0"/>
              <a:t>39-  CREATION'S REVEALING YOUR MAJESTY</a:t>
            </a:r>
          </a:p>
          <a:p>
            <a:pPr>
              <a:defRPr/>
            </a:pPr>
            <a:r>
              <a:rPr lang="fr-FR" smtClean="0"/>
              <a:t>40-  FROM THE COLORS OF FALL TO THE FRAGRANCE OF SPRING</a:t>
            </a:r>
          </a:p>
          <a:p>
            <a:pPr>
              <a:defRPr/>
            </a:pPr>
            <a:r>
              <a:rPr lang="fr-FR" smtClean="0"/>
              <a:t>41-  EVERY CREATURE UNIQUE IN THE SONG THAT IT SINGS</a:t>
            </a:r>
          </a:p>
          <a:p>
            <a:pPr>
              <a:defRPr/>
            </a:pPr>
            <a:r>
              <a:rPr lang="fr-FR" smtClean="0"/>
              <a:t>42-  ALL EXCLAIMING INDESCRIBABLE, UNCONTAINABLE</a:t>
            </a:r>
          </a:p>
          <a:p>
            <a:pPr>
              <a:defRPr/>
            </a:pPr>
            <a:r>
              <a:rPr lang="fr-FR" smtClean="0"/>
              <a:t>43-  YOU PLACED THE STARS IN THE SKY AND YOU KNOW THEM BY NAME</a:t>
            </a:r>
          </a:p>
          <a:p>
            <a:pPr>
              <a:defRPr/>
            </a:pPr>
            <a:r>
              <a:rPr lang="fr-FR" smtClean="0"/>
              <a:t>44-  YOU ARE AMAZING GOD ALL POWERFUL, UNTAMABLE</a:t>
            </a:r>
          </a:p>
          <a:p>
            <a:pPr>
              <a:defRPr/>
            </a:pPr>
            <a:r>
              <a:rPr lang="fr-FR" smtClean="0"/>
              <a:t>45-  AWESTRUCK WE FALL TO OUR KNEES AS WE HUMBLY PROCLAIM</a:t>
            </a:r>
          </a:p>
          <a:p>
            <a:pPr>
              <a:defRPr/>
            </a:pPr>
            <a:r>
              <a:rPr lang="fr-FR" smtClean="0"/>
              <a:t>46-  YOU ARE AMAZING GOD</a:t>
            </a:r>
          </a:p>
          <a:p>
            <a:pPr>
              <a:defRPr/>
            </a:pPr>
            <a:r>
              <a:rPr lang="fr-FR" smtClean="0"/>
              <a:t>47-  WHO HAS TOLD EVERY LIGHTNING BOLT WHERE IT SHOULD GO</a:t>
            </a:r>
          </a:p>
          <a:p>
            <a:pPr>
              <a:defRPr/>
            </a:pPr>
            <a:r>
              <a:rPr lang="fr-FR" smtClean="0"/>
              <a:t>48-  OR SEEN HEAVENLY STOREHOUSES LADEN WITH SNOW</a:t>
            </a:r>
          </a:p>
          <a:p>
            <a:pPr>
              <a:defRPr/>
            </a:pPr>
            <a:r>
              <a:rPr lang="fr-FR" smtClean="0"/>
              <a:t>49-  WHO IMAGINED THE SUN AND GIVES SOURCE TO ITS LIGHT</a:t>
            </a:r>
          </a:p>
          <a:p>
            <a:pPr>
              <a:defRPr/>
            </a:pPr>
            <a:r>
              <a:rPr lang="fr-FR" smtClean="0"/>
              <a:t>50-  YET CONCEALS IT TO BRING US THE COOLNESS OF NIGHT</a:t>
            </a:r>
          </a:p>
          <a:p>
            <a:pPr>
              <a:defRPr/>
            </a:pPr>
            <a:r>
              <a:rPr lang="fr-FR" smtClean="0"/>
              <a:t>51-  NONE CAN FATHOM  INDESCRIBABLE, UNCONTAINABLE</a:t>
            </a:r>
          </a:p>
          <a:p>
            <a:pPr>
              <a:defRPr/>
            </a:pPr>
            <a:r>
              <a:rPr lang="fr-FR" smtClean="0"/>
              <a:t>52-  YOU PLACED THE STARS IN THE SKY AND YOU KNOW THEM BY NAME</a:t>
            </a:r>
          </a:p>
          <a:p>
            <a:pPr>
              <a:defRPr/>
            </a:pPr>
            <a:r>
              <a:rPr lang="fr-FR" smtClean="0"/>
              <a:t>53-  YOU ARE AMAZING GOD ALL POWERFUL, UNTAMABLE</a:t>
            </a:r>
          </a:p>
          <a:p>
            <a:pPr>
              <a:defRPr/>
            </a:pPr>
            <a:r>
              <a:rPr lang="fr-FR" smtClean="0"/>
              <a:t>54-  AWESTRUCK WE FALL TO OUR KNEES AS WE HUMBLY PROCLAIM</a:t>
            </a:r>
          </a:p>
          <a:p>
            <a:pPr>
              <a:defRPr/>
            </a:pPr>
            <a:r>
              <a:rPr lang="fr-FR" smtClean="0"/>
              <a:t>55-  YOU ARE AMAZING GOD</a:t>
            </a:r>
          </a:p>
          <a:p>
            <a:pPr>
              <a:defRPr/>
            </a:pPr>
            <a:r>
              <a:rPr lang="fr-FR" smtClean="0"/>
              <a:t>56-  CAN'T EXPLAIN INDESCRIBABLE, UNCONTAINABLE</a:t>
            </a:r>
          </a:p>
          <a:p>
            <a:pPr>
              <a:defRPr/>
            </a:pPr>
            <a:r>
              <a:rPr lang="fr-FR" smtClean="0"/>
              <a:t>57-  YOU PLACES THE STARS IN THE SKY</a:t>
            </a:r>
          </a:p>
          <a:p>
            <a:pPr>
              <a:defRPr/>
            </a:pPr>
            <a:r>
              <a:rPr lang="fr-FR" smtClean="0"/>
              <a:t>58-  CAN'T CONTAIN  YOU'RE ALL POWERFUL YOU'RE UNTAMABLE</a:t>
            </a:r>
          </a:p>
          <a:p>
            <a:pPr>
              <a:defRPr/>
            </a:pPr>
            <a:r>
              <a:rPr lang="fr-FR" smtClean="0"/>
              <a:t>59-  CAN'T EXPLAIN INDESCRIBABLE, UNCONTAINABLE</a:t>
            </a:r>
          </a:p>
          <a:p>
            <a:pPr>
              <a:defRPr/>
            </a:pPr>
            <a:r>
              <a:rPr lang="fr-FR" smtClean="0"/>
              <a:t>60-  YOU PLACES THE STARS IN THE SKY</a:t>
            </a:r>
          </a:p>
          <a:p>
            <a:pPr>
              <a:defRPr/>
            </a:pPr>
            <a:r>
              <a:rPr lang="fr-FR" smtClean="0"/>
              <a:t>61-  CAN'T CONTAIN  YOU'RE ALL POWERFUL, YOU'RE UNTAMABLE</a:t>
            </a:r>
          </a:p>
          <a:p>
            <a:pPr>
              <a:defRPr/>
            </a:pPr>
            <a:r>
              <a:rPr lang="fr-FR" smtClean="0"/>
              <a:t>62-  AWESTRUCK WE FALL TO OUR KNEES</a:t>
            </a:r>
          </a:p>
          <a:p>
            <a:pPr>
              <a:defRPr/>
            </a:pPr>
            <a:r>
              <a:rPr lang="fr-FR" smtClean="0"/>
              <a:t>63-  INDESCRIBABLE, UNCONTAINABLE</a:t>
            </a:r>
          </a:p>
          <a:p>
            <a:pPr>
              <a:defRPr/>
            </a:pPr>
            <a:r>
              <a:rPr lang="fr-FR" smtClean="0"/>
              <a:t>64-  YOU PLACED THE STARS IN THE SKY  YOU KNOW THEM BY NAME</a:t>
            </a:r>
          </a:p>
          <a:p>
            <a:pPr>
              <a:defRPr/>
            </a:pPr>
            <a:r>
              <a:rPr lang="fr-FR" smtClean="0"/>
              <a:t>65-  YOU ARE AMAZING GOD</a:t>
            </a:r>
          </a:p>
          <a:p>
            <a:pPr>
              <a:defRPr/>
            </a:pPr>
            <a:r>
              <a:rPr lang="fr-FR" smtClean="0"/>
              <a:t>66-  ALL POWERFUL, UNTAMABLE</a:t>
            </a:r>
          </a:p>
          <a:p>
            <a:pPr>
              <a:defRPr/>
            </a:pPr>
            <a:r>
              <a:rPr lang="fr-FR" smtClean="0"/>
              <a:t>67-  AWESTRUCK WE FALL TO OUR KNEES  AS WE HUMBLY PROCLAIM</a:t>
            </a:r>
          </a:p>
          <a:p>
            <a:pPr>
              <a:defRPr/>
            </a:pPr>
            <a:r>
              <a:rPr lang="fr-FR" smtClean="0"/>
              <a:t>68-  YOU ARE AMAZING GOD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DES PROFONDEURS DES MERS AUX MONTAGNES ÉLEVÉES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highest of heights to the depths of the sea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LA CRÉATION RÉVÈLE TA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Creation's revealing Your majesty 
3-  DES COULEURS DE L’AUTOMNE  AUX PARFUMS DU PRINTEMPS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colors of fall to the fragrance of spring 
4-  CHAQUE CRÉATURE UNIQUE TE CHANTE UN NOUVEAU CHANT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creature unique in the song that it sings
5-  TOUTES S’EXCLAMANT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exclaiming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	6-  QUI PEUT TE DÉCRIRE OU TE CONTENIR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Indescribable, uncontainable,
	7-  TU PLACES LES ÉTOILES AU CIEL ET TU CONNAIS LEUR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amazing God 
	9-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All powerful, untamable, 
	10-  NOUS TOMBONS À GENOUX DEVANT TOI EN PROCLAMANT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12-  QUI COMMANDE AUX ÉCLAIRS DU TONNERRE OÙ ALLER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has told every lightning bolt where it should go 
13-  QUI ORDONNE À LA NEIGE EN QUEL LIEU SE POSER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Or seen heavenly storehouses laden with snow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QUI CRÉA LE SOLEIL SA LUMIÈRE INFINIE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imagined the sun and gives source to its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ET LE CACHE POUR OFFRIR LA FRAÎCHEUR DE LA NUIT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Yet conceals it to bring us the coolness of night 
16-  QUI TE SONDERA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None can fathom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PLACES LES ÉTOILES AU CIEL INCOMMENSURABLE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TU PLACES LES ÉTOILES AU CIEL INCOMMENSURABLE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TU PLACES LES ÉTOILES AU CIEL ET TU CONNAIS LEUR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NOUS TOMBONS À GENOUX DEVANT TOI EN PROCLAMANT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TU PLACES LES ÉTOILES AU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INCOMMENSURABLE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INEXPLICABLE QUI PEUT TE DÉCRIRE OU TE CONTENIR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INCOMMENSURABLE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TU ES INDESCRIPTIBLE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FROM THE HIGHEST OF HEIGHTS TO THE DEPTHS OF THE SEA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CREATION'S REVEALING YOUR MAJESTY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FROM THE COLORS OF FALL TO THE FRAGRANCE OF SPRING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EVERY CREATURE UNIQUE IN THE SONG THAT IT SINGS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ALL EXCLAIMING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YOU ARE AMAZING GOD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WHO HAS TOLD EVERY LIGHTNING BOLT WHERE IT SHOULD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OR SEEN HEAVENLY STOREHOUSES LADEN WITH SNOW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WHO IMAGINED THE SUN AND GIVES SOURCE TO ITS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YET CONCEALS IT TO BRING US THE COOLNESS OF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NONE CAN FATHOM  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YOU ARE AMAZING GOD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CAN'T EXPLAIN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YOU PLACES THE STARS IN THE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CAN'T CONTAIN  YOU'RE ALL POWERFUL YOU'RE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CAN'T EXPLAIN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YOU PLACES THE STARS IN THE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61-  CAN'T CONTAIN  YOU'RE ALL POWERFUL, YOU'RE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62-  AWESTRUCK WE FALL TO OUR KNEES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64-  YOU PLACED THE STARS IN THE SKY 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65-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66- 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67-  AWESTRUCK WE FALL TO OUR KNEES 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68-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b="1" i="1" dirty="0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DES PROFONDEURS DES MERS AUX MONTAGNES ÉLEVÉES</a:t>
            </a:r>
          </a:p>
          <a:p>
            <a:pPr>
              <a:defRPr/>
            </a:pPr>
            <a:r>
              <a:rPr lang="fr-FR" smtClean="0"/>
              <a:t>From the highest of heights to the depths of the sea</a:t>
            </a:r>
          </a:p>
          <a:p>
            <a:pPr>
              <a:defRPr/>
            </a:pPr>
            <a:r>
              <a:rPr lang="fr-FR" smtClean="0"/>
              <a:t>2-  LA CRÉATION RÉVÈLE TA MAJESTÉ</a:t>
            </a:r>
          </a:p>
          <a:p>
            <a:pPr>
              <a:defRPr/>
            </a:pPr>
            <a:r>
              <a:rPr lang="fr-FR" smtClean="0"/>
              <a:t>Creation's revealing Your majesty 
3-  DES COULEURS DE L’AUTOMNE  AUX PARFUMS DU PRINTEMPS</a:t>
            </a:r>
          </a:p>
          <a:p>
            <a:pPr>
              <a:defRPr/>
            </a:pPr>
            <a:r>
              <a:rPr lang="fr-FR" smtClean="0"/>
              <a:t>From the colors of fall to the fragrance of spring 
4-  CHAQUE CRÉATURE UNIQUE TE CHANTE UN NOUVEAU CHANT </a:t>
            </a:r>
          </a:p>
          <a:p>
            <a:pPr>
              <a:defRPr/>
            </a:pPr>
            <a:r>
              <a:rPr lang="fr-FR" smtClean="0"/>
              <a:t>Every creature unique in the song that it sings
5-  TOUTES S’EXCLAMANT</a:t>
            </a:r>
          </a:p>
          <a:p>
            <a:pPr>
              <a:defRPr/>
            </a:pPr>
            <a:r>
              <a:rPr lang="fr-FR" smtClean="0"/>
              <a:t>All exclaiming</a:t>
            </a:r>
          </a:p>
          <a:p>
            <a:pPr>
              <a:defRPr/>
            </a:pPr>
            <a:r>
              <a:rPr lang="fr-FR" smtClean="0"/>
              <a:t> 
	6-  QUI PEUT TE DÉCRIRE OU TE CONTENIR ? </a:t>
            </a:r>
          </a:p>
          <a:p>
            <a:pPr>
              <a:defRPr/>
            </a:pPr>
            <a:r>
              <a:rPr lang="fr-FR" smtClean="0"/>
              <a:t>	Indescribable, uncontainable,
	7-  TU PLACES LES ÉTOILES AU CIEL ET TU CONNAIS LEUR NOM </a:t>
            </a:r>
          </a:p>
          <a:p>
            <a:pPr>
              <a:defRPr/>
            </a:pPr>
            <a:r>
              <a:rPr lang="fr-FR" smtClean="0"/>
              <a:t>	You placed the stars in the sky and You know them by name</a:t>
            </a:r>
          </a:p>
          <a:p>
            <a:pPr>
              <a:defRPr/>
            </a:pPr>
            <a:r>
              <a:rPr lang="fr-FR" smtClean="0"/>
              <a:t>	8-  TU ES UN DIEU SI GRAND</a:t>
            </a:r>
          </a:p>
          <a:p>
            <a:pPr>
              <a:defRPr/>
            </a:pPr>
            <a:r>
              <a:rPr lang="fr-FR" smtClean="0"/>
              <a:t>	You are amazing God 
	9-  DIEU TOUT-PUISSANT, IMPRESSIONNANT</a:t>
            </a:r>
          </a:p>
          <a:p>
            <a:pPr>
              <a:defRPr/>
            </a:pPr>
            <a:r>
              <a:rPr lang="fr-FR" smtClean="0"/>
              <a:t>	All powerful, untamable, 
	10-  NOUS TOMBONS À GENOUX DEVANT TOI EN PROCLAMANT</a:t>
            </a:r>
          </a:p>
          <a:p>
            <a:pPr>
              <a:defRPr/>
            </a:pPr>
            <a:r>
              <a:rPr lang="fr-FR" smtClean="0"/>
              <a:t>	Awestruck we fall to our knees as we humbly proclaim</a:t>
            </a:r>
          </a:p>
          <a:p>
            <a:pPr>
              <a:defRPr/>
            </a:pPr>
            <a:r>
              <a:rPr lang="fr-FR" smtClean="0"/>
              <a:t>	11- TU ES UN DIEU SI GRAND</a:t>
            </a:r>
          </a:p>
          <a:p>
            <a:pPr>
              <a:defRPr/>
            </a:pPr>
            <a:r>
              <a:rPr lang="fr-FR" smtClean="0"/>
              <a:t>	You are amazing God</a:t>
            </a:r>
          </a:p>
          <a:p>
            <a:pPr>
              <a:defRPr/>
            </a:pPr>
            <a:r>
              <a:rPr lang="fr-FR" smtClean="0"/>
              <a:t> 
12-  QUI COMMANDE AUX ÉCLAIRS DU TONNERRE OÙ ALLER ?</a:t>
            </a:r>
          </a:p>
          <a:p>
            <a:pPr>
              <a:defRPr/>
            </a:pPr>
            <a:r>
              <a:rPr lang="fr-FR" smtClean="0"/>
              <a:t>Who has told every lightning bolt where it should go 
13-  QUI ORDONNE À LA NEIGE EN QUEL LIEU SE POSER ? </a:t>
            </a:r>
          </a:p>
          <a:p>
            <a:pPr>
              <a:defRPr/>
            </a:pPr>
            <a:r>
              <a:rPr lang="fr-FR" smtClean="0"/>
              <a:t>Or seen heavenly storehouses laden with snow</a:t>
            </a:r>
          </a:p>
          <a:p>
            <a:pPr>
              <a:defRPr/>
            </a:pPr>
            <a:r>
              <a:rPr lang="fr-FR" smtClean="0"/>
              <a:t>14-  QUI CRÉA LE SOLEIL SA LUMIÈRE INFINIE ? </a:t>
            </a:r>
          </a:p>
          <a:p>
            <a:pPr>
              <a:defRPr/>
            </a:pPr>
            <a:r>
              <a:rPr lang="fr-FR" smtClean="0"/>
              <a:t>Who imagined the sun and gives source to its light</a:t>
            </a:r>
          </a:p>
          <a:p>
            <a:pPr>
              <a:defRPr/>
            </a:pPr>
            <a:r>
              <a:rPr lang="fr-FR" smtClean="0"/>
              <a:t>15-  ET LE CACHE POUR OFFRIR LA FRAÎCHEUR DE LA NUIT</a:t>
            </a:r>
          </a:p>
          <a:p>
            <a:pPr>
              <a:defRPr/>
            </a:pPr>
            <a:r>
              <a:rPr lang="fr-FR" smtClean="0"/>
              <a:t>Yet conceals it to bring us the coolness of night 
16-  QUI TE SONDERA ? </a:t>
            </a:r>
          </a:p>
          <a:p>
            <a:pPr>
              <a:defRPr/>
            </a:pPr>
            <a:r>
              <a:rPr lang="fr-FR" smtClean="0"/>
              <a:t>None can fathom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INEXPLICABLE QUI PEUT TE DÉCRIRE OU TE CONTENIR ?</a:t>
            </a:r>
          </a:p>
          <a:p>
            <a:pPr>
              <a:defRPr/>
            </a:pPr>
            <a:r>
              <a:rPr lang="fr-FR" smtClean="0"/>
              <a:t>18-  TU PLACES LES ÉTOILES AU CIEL INCOMMENSURABLE</a:t>
            </a:r>
          </a:p>
          <a:p>
            <a:pPr>
              <a:defRPr/>
            </a:pPr>
            <a:r>
              <a:rPr lang="fr-FR" smtClean="0"/>
              <a:t>19-  DIEU TOUT-PUISSANT, IMPRESSIONNANT</a:t>
            </a:r>
          </a:p>
          <a:p>
            <a:pPr>
              <a:defRPr/>
            </a:pPr>
            <a:r>
              <a:rPr lang="fr-FR" smtClean="0"/>
              <a:t>20-  FORMIDABLE NOUS TOMBONS À GENOUX DEVANT TOI</a:t>
            </a:r>
          </a:p>
          <a:p>
            <a:pPr>
              <a:defRPr/>
            </a:pPr>
            <a:r>
              <a:rPr lang="fr-FR" smtClean="0"/>
              <a:t>21-  INEXPLICABLE QUI PEUT TE DÉCRIRE OU TE CONTENIR ?</a:t>
            </a:r>
          </a:p>
          <a:p>
            <a:pPr>
              <a:defRPr/>
            </a:pPr>
            <a:r>
              <a:rPr lang="fr-FR" smtClean="0"/>
              <a:t>22-  TU PLACES LES ÉTOILES AU CIEL INCOMMENSURABLE</a:t>
            </a:r>
          </a:p>
          <a:p>
            <a:pPr>
              <a:defRPr/>
            </a:pPr>
            <a:r>
              <a:rPr lang="fr-FR" smtClean="0"/>
              <a:t>23-  DIEU TOUT-PUISSANT, IMPRESSIONNANT</a:t>
            </a:r>
          </a:p>
          <a:p>
            <a:pPr>
              <a:defRPr/>
            </a:pPr>
            <a:r>
              <a:rPr lang="fr-FR" smtClean="0"/>
              <a:t>24-  FORMIDABLE NOUS TOMBONS À GENOUX DEVANT TOI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QUI PEUT TE DÉCRIRE OU TE CONTENIR ?</a:t>
            </a:r>
          </a:p>
          <a:p>
            <a:pPr>
              <a:defRPr/>
            </a:pPr>
            <a:r>
              <a:rPr lang="fr-FR" smtClean="0"/>
              <a:t>26-  TU PLACES LES ÉTOILES AU CIEL ET TU CONNAIS LEUR NOM</a:t>
            </a:r>
          </a:p>
          <a:p>
            <a:pPr>
              <a:defRPr/>
            </a:pPr>
            <a:r>
              <a:rPr lang="fr-FR" smtClean="0"/>
              <a:t>27-  TU ES UN DIEU SI GRAND</a:t>
            </a:r>
          </a:p>
          <a:p>
            <a:pPr>
              <a:defRPr/>
            </a:pPr>
            <a:r>
              <a:rPr lang="fr-FR" smtClean="0"/>
              <a:t>28-  DIEU TOUT-PUISSANT, IMPRESSIONNANT</a:t>
            </a:r>
          </a:p>
          <a:p>
            <a:pPr>
              <a:defRPr/>
            </a:pPr>
            <a:r>
              <a:rPr lang="fr-FR" smtClean="0"/>
              <a:t>29-  NOUS TOMBONS À GENOUX DEVANT TOI EN PROCLAMANT</a:t>
            </a:r>
          </a:p>
          <a:p>
            <a:pPr>
              <a:defRPr/>
            </a:pPr>
            <a:r>
              <a:rPr lang="fr-FR" smtClean="0"/>
              <a:t>30-  TU ES UN DIEU SI GRAND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INEXPLICABLE QUI PEUT TE DÉCRIRE OU TE CONTENIR ?</a:t>
            </a:r>
          </a:p>
          <a:p>
            <a:pPr>
              <a:defRPr/>
            </a:pPr>
            <a:r>
              <a:rPr lang="fr-FR" smtClean="0"/>
              <a:t>32-  TU PLACES LES ÉTOILES AU CIEL</a:t>
            </a:r>
          </a:p>
          <a:p>
            <a:pPr>
              <a:defRPr/>
            </a:pPr>
            <a:r>
              <a:rPr lang="fr-FR" smtClean="0"/>
              <a:t>33-  INCOMMENSURABLE DIEU TOUT-PUISSANT, IMPRESSIONNANT</a:t>
            </a:r>
          </a:p>
          <a:p>
            <a:pPr>
              <a:defRPr/>
            </a:pPr>
            <a:r>
              <a:rPr lang="fr-FR" smtClean="0"/>
              <a:t>34-  FORMIDABLE NOUS TOMBONS À GENOUX DEVANT TOI</a:t>
            </a:r>
          </a:p>
          <a:p>
            <a:pPr>
              <a:defRPr/>
            </a:pPr>
            <a:r>
              <a:rPr lang="fr-FR" smtClean="0"/>
              <a:t>35-  INEXPLICABLE QUI PEUT TE DÉCRIRE OU TE CONTENIR ? </a:t>
            </a:r>
          </a:p>
          <a:p>
            <a:pPr>
              <a:defRPr/>
            </a:pPr>
            <a:r>
              <a:rPr lang="fr-FR" smtClean="0"/>
              <a:t>36-  INCOMMENSURABLE DIEU TOUT-PUISSANT, IMPRESSIONNANT</a:t>
            </a:r>
          </a:p>
          <a:p>
            <a:pPr>
              <a:defRPr/>
            </a:pPr>
            <a:r>
              <a:rPr lang="fr-FR" smtClean="0"/>
              <a:t>37-  TU ES INDESCRIPTIBLE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**************************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FROM THE HIGHEST OF HEIGHTS TO THE DEPTHS OF THE SEA</a:t>
            </a:r>
          </a:p>
          <a:p>
            <a:pPr>
              <a:defRPr/>
            </a:pPr>
            <a:r>
              <a:rPr lang="fr-FR" smtClean="0"/>
              <a:t>39-  CREATION'S REVEALING YOUR MAJESTY</a:t>
            </a:r>
          </a:p>
          <a:p>
            <a:pPr>
              <a:defRPr/>
            </a:pPr>
            <a:r>
              <a:rPr lang="fr-FR" smtClean="0"/>
              <a:t>40-  FROM THE COLORS OF FALL TO THE FRAGRANCE OF SPRING</a:t>
            </a:r>
          </a:p>
          <a:p>
            <a:pPr>
              <a:defRPr/>
            </a:pPr>
            <a:r>
              <a:rPr lang="fr-FR" smtClean="0"/>
              <a:t>41-  EVERY CREATURE UNIQUE IN THE SONG THAT IT SINGS</a:t>
            </a:r>
          </a:p>
          <a:p>
            <a:pPr>
              <a:defRPr/>
            </a:pPr>
            <a:r>
              <a:rPr lang="fr-FR" smtClean="0"/>
              <a:t>42-  ALL EXCLAIMING INDESCRIBABLE, UNCONTAINABLE</a:t>
            </a:r>
          </a:p>
          <a:p>
            <a:pPr>
              <a:defRPr/>
            </a:pPr>
            <a:r>
              <a:rPr lang="fr-FR" smtClean="0"/>
              <a:t>43-  YOU PLACED THE STARS IN THE SKY AND YOU KNOW THEM BY NAME</a:t>
            </a:r>
          </a:p>
          <a:p>
            <a:pPr>
              <a:defRPr/>
            </a:pPr>
            <a:r>
              <a:rPr lang="fr-FR" smtClean="0"/>
              <a:t>44-  YOU ARE AMAZING GOD ALL POWERFUL, UNTAMABLE</a:t>
            </a:r>
          </a:p>
          <a:p>
            <a:pPr>
              <a:defRPr/>
            </a:pPr>
            <a:r>
              <a:rPr lang="fr-FR" smtClean="0"/>
              <a:t>45-  AWESTRUCK WE FALL TO OUR KNEES AS WE HUMBLY PROCLAIM</a:t>
            </a:r>
          </a:p>
          <a:p>
            <a:pPr>
              <a:defRPr/>
            </a:pPr>
            <a:r>
              <a:rPr lang="fr-FR" smtClean="0"/>
              <a:t>46-  YOU ARE AMAZING GOD</a:t>
            </a:r>
          </a:p>
          <a:p>
            <a:pPr>
              <a:defRPr/>
            </a:pPr>
            <a:r>
              <a:rPr lang="fr-FR" smtClean="0"/>
              <a:t>47-  WHO HAS TOLD EVERY LIGHTNING BOLT WHERE IT SHOULD GO</a:t>
            </a:r>
          </a:p>
          <a:p>
            <a:pPr>
              <a:defRPr/>
            </a:pPr>
            <a:r>
              <a:rPr lang="fr-FR" smtClean="0"/>
              <a:t>48-  OR SEEN HEAVENLY STOREHOUSES LADEN WITH SNOW</a:t>
            </a:r>
          </a:p>
          <a:p>
            <a:pPr>
              <a:defRPr/>
            </a:pPr>
            <a:r>
              <a:rPr lang="fr-FR" smtClean="0"/>
              <a:t>49-  WHO IMAGINED THE SUN AND GIVES SOURCE TO ITS LIGHT</a:t>
            </a:r>
          </a:p>
          <a:p>
            <a:pPr>
              <a:defRPr/>
            </a:pPr>
            <a:r>
              <a:rPr lang="fr-FR" smtClean="0"/>
              <a:t>50-  YET CONCEALS IT TO BRING US THE COOLNESS OF NIGHT</a:t>
            </a:r>
          </a:p>
          <a:p>
            <a:pPr>
              <a:defRPr/>
            </a:pPr>
            <a:r>
              <a:rPr lang="fr-FR" smtClean="0"/>
              <a:t>51-  NONE CAN FATHOM  INDESCRIBABLE, UNCONTAINABLE</a:t>
            </a:r>
          </a:p>
          <a:p>
            <a:pPr>
              <a:defRPr/>
            </a:pPr>
            <a:r>
              <a:rPr lang="fr-FR" smtClean="0"/>
              <a:t>52-  YOU PLACED THE STARS IN THE SKY AND YOU KNOW THEM BY NAME</a:t>
            </a:r>
          </a:p>
          <a:p>
            <a:pPr>
              <a:defRPr/>
            </a:pPr>
            <a:r>
              <a:rPr lang="fr-FR" smtClean="0"/>
              <a:t>53-  YOU ARE AMAZING GOD ALL POWERFUL, UNTAMABLE</a:t>
            </a:r>
          </a:p>
          <a:p>
            <a:pPr>
              <a:defRPr/>
            </a:pPr>
            <a:r>
              <a:rPr lang="fr-FR" smtClean="0"/>
              <a:t>54-  AWESTRUCK WE FALL TO OUR KNEES AS WE HUMBLY PROCLAIM</a:t>
            </a:r>
          </a:p>
          <a:p>
            <a:pPr>
              <a:defRPr/>
            </a:pPr>
            <a:r>
              <a:rPr lang="fr-FR" smtClean="0"/>
              <a:t>55-  YOU ARE AMAZING GOD</a:t>
            </a:r>
          </a:p>
          <a:p>
            <a:pPr>
              <a:defRPr/>
            </a:pPr>
            <a:r>
              <a:rPr lang="fr-FR" smtClean="0"/>
              <a:t>56-  CAN'T EXPLAIN INDESCRIBABLE, UNCONTAINABLE</a:t>
            </a:r>
          </a:p>
          <a:p>
            <a:pPr>
              <a:defRPr/>
            </a:pPr>
            <a:r>
              <a:rPr lang="fr-FR" smtClean="0"/>
              <a:t>57-  YOU PLACES THE STARS IN THE SKY</a:t>
            </a:r>
          </a:p>
          <a:p>
            <a:pPr>
              <a:defRPr/>
            </a:pPr>
            <a:r>
              <a:rPr lang="fr-FR" smtClean="0"/>
              <a:t>58-  CAN'T CONTAIN  YOU'RE ALL POWERFUL YOU'RE UNTAMABLE</a:t>
            </a:r>
          </a:p>
          <a:p>
            <a:pPr>
              <a:defRPr/>
            </a:pPr>
            <a:r>
              <a:rPr lang="fr-FR" smtClean="0"/>
              <a:t>59-  CAN'T EXPLAIN INDESCRIBABLE, UNCONTAINABLE</a:t>
            </a:r>
          </a:p>
          <a:p>
            <a:pPr>
              <a:defRPr/>
            </a:pPr>
            <a:r>
              <a:rPr lang="fr-FR" smtClean="0"/>
              <a:t>60-  YOU PLACES THE STARS IN THE SKY</a:t>
            </a:r>
          </a:p>
          <a:p>
            <a:pPr>
              <a:defRPr/>
            </a:pPr>
            <a:r>
              <a:rPr lang="fr-FR" smtClean="0"/>
              <a:t>61-  CAN'T CONTAIN  YOU'RE ALL POWERFUL, YOU'RE UNTAMABLE</a:t>
            </a:r>
          </a:p>
          <a:p>
            <a:pPr>
              <a:defRPr/>
            </a:pPr>
            <a:r>
              <a:rPr lang="fr-FR" smtClean="0"/>
              <a:t>62-  AWESTRUCK WE FALL TO OUR KNEES</a:t>
            </a:r>
          </a:p>
          <a:p>
            <a:pPr>
              <a:defRPr/>
            </a:pPr>
            <a:r>
              <a:rPr lang="fr-FR" smtClean="0"/>
              <a:t>63-  INDESCRIBABLE, UNCONTAINABLE</a:t>
            </a:r>
          </a:p>
          <a:p>
            <a:pPr>
              <a:defRPr/>
            </a:pPr>
            <a:r>
              <a:rPr lang="fr-FR" smtClean="0"/>
              <a:t>64-  YOU PLACED THE STARS IN THE SKY  YOU KNOW THEM BY NAME</a:t>
            </a:r>
          </a:p>
          <a:p>
            <a:pPr>
              <a:defRPr/>
            </a:pPr>
            <a:r>
              <a:rPr lang="fr-FR" smtClean="0"/>
              <a:t>65-  YOU ARE AMAZING GOD</a:t>
            </a:r>
          </a:p>
          <a:p>
            <a:pPr>
              <a:defRPr/>
            </a:pPr>
            <a:r>
              <a:rPr lang="fr-FR" smtClean="0"/>
              <a:t>66-  ALL POWERFUL, UNTAMABLE</a:t>
            </a:r>
          </a:p>
          <a:p>
            <a:pPr>
              <a:defRPr/>
            </a:pPr>
            <a:r>
              <a:rPr lang="fr-FR" smtClean="0"/>
              <a:t>67-  AWESTRUCK WE FALL TO OUR KNEES  AS WE HUMBLY PROCLAIM</a:t>
            </a:r>
          </a:p>
          <a:p>
            <a:pPr>
              <a:defRPr/>
            </a:pPr>
            <a:r>
              <a:rPr lang="fr-FR" smtClean="0"/>
              <a:t>68-  YOU ARE AMAZING GOD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DES PROFONDEURS DES MERS AUX MONTAGNES ÉLEVÉES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highest of heights to the depths of the sea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LA CRÉATION RÉVÈLE TA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Creation's revealing Your majesty 
3-  DES COULEURS DE L’AUTOMNE  AUX PARFUMS DU PRINTEMPS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colors of fall to the fragrance of spring 
4-  CHAQUE CRÉATURE UNIQUE TE CHANTE UN NOUVEAU CHANT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creature unique in the song that it sings
5-  TOUTES S’EXCLAMANT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exclaiming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	6-  QUI PEUT TE DÉCRIRE OU TE CONTENIR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Indescribable, uncontainable,
	7-  TU PLACES LES ÉTOILES AU CIEL ET TU CONNAIS LEUR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amazing God 
	9-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All powerful, untamable, 
	10-  NOUS TOMBONS À GENOUX DEVANT TOI EN PROCLAMANT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12-  QUI COMMANDE AUX ÉCLAIRS DU TONNERRE OÙ ALLER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has told every lightning bolt where it should go 
13-  QUI ORDONNE À LA NEIGE EN QUEL LIEU SE POSER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Or seen heavenly storehouses laden with snow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QUI CRÉA LE SOLEIL SA LUMIÈRE INFINIE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imagined the sun and gives source to its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ET LE CACHE POUR OFFRIR LA FRAÎCHEUR DE LA NUIT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Yet conceals it to bring us the coolness of night 
16-  QUI TE SONDERA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None can fathom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PLACES LES ÉTOILES AU CIEL INCOMMENSURABLE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TU PLACES LES ÉTOILES AU CIEL INCOMMENSURABLE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TU PLACES LES ÉTOILES AU CIEL ET TU CONNAIS LEUR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NOUS TOMBONS À GENOUX DEVANT TOI EN PROCLAMANT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TU PLACES LES ÉTOILES AU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INCOMMENSURABLE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INEXPLICABLE QUI PEUT TE DÉCRIRE OU TE CONTENIR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INCOMMENSURABLE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TU ES INDESCRIPTIBLE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FROM THE HIGHEST OF HEIGHTS TO THE DEPTHS OF THE SEA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CREATION'S REVEALING YOUR MAJESTY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FROM THE COLORS OF FALL TO THE FRAGRANCE OF SPRING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EVERY CREATURE UNIQUE IN THE SONG THAT IT SINGS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ALL EXCLAIMING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YOU ARE AMAZING GOD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WHO HAS TOLD EVERY LIGHTNING BOLT WHERE IT SHOULD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OR SEEN HEAVENLY STOREHOUSES LADEN WITH SNOW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WHO IMAGINED THE SUN AND GIVES SOURCE TO ITS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YET CONCEALS IT TO BRING US THE COOLNESS OF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NONE CAN FATHOM  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YOU ARE AMAZING GOD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CAN'T EXPLAIN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YOU PLACES THE STARS IN THE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CAN'T CONTAIN  YOU'RE ALL POWERFUL YOU'RE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CAN'T EXPLAIN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YOU PLACES THE STARS IN THE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61-  CAN'T CONTAIN  YOU'RE ALL POWERFUL, YOU'RE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62-  AWESTRUCK WE FALL TO OUR KNEES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64-  YOU PLACED THE STARS IN THE SKY 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65-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66- 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67-  AWESTRUCK WE FALL TO OUR KNEES 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68-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b="1" i="1" dirty="0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DES PROFONDEURS DES MERS AUX MONTAGNES ÉLEVÉES</a:t>
            </a:r>
          </a:p>
          <a:p>
            <a:pPr>
              <a:defRPr/>
            </a:pPr>
            <a:r>
              <a:rPr lang="fr-FR" smtClean="0"/>
              <a:t>From the highest of heights to the depths of the sea</a:t>
            </a:r>
          </a:p>
          <a:p>
            <a:pPr>
              <a:defRPr/>
            </a:pPr>
            <a:r>
              <a:rPr lang="fr-FR" smtClean="0"/>
              <a:t>2-  LA CRÉATION RÉVÈLE TA MAJESTÉ</a:t>
            </a:r>
          </a:p>
          <a:p>
            <a:pPr>
              <a:defRPr/>
            </a:pPr>
            <a:r>
              <a:rPr lang="fr-FR" smtClean="0"/>
              <a:t>Creation's revealing Your majesty 
3-  DES COULEURS DE L’AUTOMNE  AUX PARFUMS DU PRINTEMPS</a:t>
            </a:r>
          </a:p>
          <a:p>
            <a:pPr>
              <a:defRPr/>
            </a:pPr>
            <a:r>
              <a:rPr lang="fr-FR" smtClean="0"/>
              <a:t>From the colors of fall to the fragrance of spring 
4-  CHAQUE CRÉATURE UNIQUE TE CHANTE UN NOUVEAU CHANT </a:t>
            </a:r>
          </a:p>
          <a:p>
            <a:pPr>
              <a:defRPr/>
            </a:pPr>
            <a:r>
              <a:rPr lang="fr-FR" smtClean="0"/>
              <a:t>Every creature unique in the song that it sings
5-  TOUTES S’EXCLAMANT</a:t>
            </a:r>
          </a:p>
          <a:p>
            <a:pPr>
              <a:defRPr/>
            </a:pPr>
            <a:r>
              <a:rPr lang="fr-FR" smtClean="0"/>
              <a:t>All exclaiming</a:t>
            </a:r>
          </a:p>
          <a:p>
            <a:pPr>
              <a:defRPr/>
            </a:pPr>
            <a:r>
              <a:rPr lang="fr-FR" smtClean="0"/>
              <a:t> 
	6-  QUI PEUT TE DÉCRIRE OU TE CONTENIR ? </a:t>
            </a:r>
          </a:p>
          <a:p>
            <a:pPr>
              <a:defRPr/>
            </a:pPr>
            <a:r>
              <a:rPr lang="fr-FR" smtClean="0"/>
              <a:t>	Indescribable, uncontainable,
	7-  TU PLACES LES ÉTOILES AU CIEL ET TU CONNAIS LEUR NOM </a:t>
            </a:r>
          </a:p>
          <a:p>
            <a:pPr>
              <a:defRPr/>
            </a:pPr>
            <a:r>
              <a:rPr lang="fr-FR" smtClean="0"/>
              <a:t>	You placed the stars in the sky and You know them by name</a:t>
            </a:r>
          </a:p>
          <a:p>
            <a:pPr>
              <a:defRPr/>
            </a:pPr>
            <a:r>
              <a:rPr lang="fr-FR" smtClean="0"/>
              <a:t>	8-  TU ES UN DIEU SI GRAND</a:t>
            </a:r>
          </a:p>
          <a:p>
            <a:pPr>
              <a:defRPr/>
            </a:pPr>
            <a:r>
              <a:rPr lang="fr-FR" smtClean="0"/>
              <a:t>	You are amazing God 
	9-  DIEU TOUT-PUISSANT, IMPRESSIONNANT</a:t>
            </a:r>
          </a:p>
          <a:p>
            <a:pPr>
              <a:defRPr/>
            </a:pPr>
            <a:r>
              <a:rPr lang="fr-FR" smtClean="0"/>
              <a:t>	All powerful, untamable, 
	10-  NOUS TOMBONS À GENOUX DEVANT TOI EN PROCLAMANT</a:t>
            </a:r>
          </a:p>
          <a:p>
            <a:pPr>
              <a:defRPr/>
            </a:pPr>
            <a:r>
              <a:rPr lang="fr-FR" smtClean="0"/>
              <a:t>	Awestruck we fall to our knees as we humbly proclaim</a:t>
            </a:r>
          </a:p>
          <a:p>
            <a:pPr>
              <a:defRPr/>
            </a:pPr>
            <a:r>
              <a:rPr lang="fr-FR" smtClean="0"/>
              <a:t>	11- TU ES UN DIEU SI GRAND</a:t>
            </a:r>
          </a:p>
          <a:p>
            <a:pPr>
              <a:defRPr/>
            </a:pPr>
            <a:r>
              <a:rPr lang="fr-FR" smtClean="0"/>
              <a:t>	You are amazing God</a:t>
            </a:r>
          </a:p>
          <a:p>
            <a:pPr>
              <a:defRPr/>
            </a:pPr>
            <a:r>
              <a:rPr lang="fr-FR" smtClean="0"/>
              <a:t> 
12-  QUI COMMANDE AUX ÉCLAIRS DU TONNERRE OÙ ALLER ?</a:t>
            </a:r>
          </a:p>
          <a:p>
            <a:pPr>
              <a:defRPr/>
            </a:pPr>
            <a:r>
              <a:rPr lang="fr-FR" smtClean="0"/>
              <a:t>Who has told every lightning bolt where it should go 
13-  QUI ORDONNE À LA NEIGE EN QUEL LIEU SE POSER ? </a:t>
            </a:r>
          </a:p>
          <a:p>
            <a:pPr>
              <a:defRPr/>
            </a:pPr>
            <a:r>
              <a:rPr lang="fr-FR" smtClean="0"/>
              <a:t>Or seen heavenly storehouses laden with snow</a:t>
            </a:r>
          </a:p>
          <a:p>
            <a:pPr>
              <a:defRPr/>
            </a:pPr>
            <a:r>
              <a:rPr lang="fr-FR" smtClean="0"/>
              <a:t>14-  QUI CRÉA LE SOLEIL SA LUMIÈRE INFINIE ? </a:t>
            </a:r>
          </a:p>
          <a:p>
            <a:pPr>
              <a:defRPr/>
            </a:pPr>
            <a:r>
              <a:rPr lang="fr-FR" smtClean="0"/>
              <a:t>Who imagined the sun and gives source to its light</a:t>
            </a:r>
          </a:p>
          <a:p>
            <a:pPr>
              <a:defRPr/>
            </a:pPr>
            <a:r>
              <a:rPr lang="fr-FR" smtClean="0"/>
              <a:t>15-  ET LE CACHE POUR OFFRIR LA FRAÎCHEUR DE LA NUIT</a:t>
            </a:r>
          </a:p>
          <a:p>
            <a:pPr>
              <a:defRPr/>
            </a:pPr>
            <a:r>
              <a:rPr lang="fr-FR" smtClean="0"/>
              <a:t>Yet conceals it to bring us the coolness of night 
16-  QUI TE SONDERA ? </a:t>
            </a:r>
          </a:p>
          <a:p>
            <a:pPr>
              <a:defRPr/>
            </a:pPr>
            <a:r>
              <a:rPr lang="fr-FR" smtClean="0"/>
              <a:t>None can fathom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INEXPLICABLE QUI PEUT TE DÉCRIRE OU TE CONTENIR ?</a:t>
            </a:r>
          </a:p>
          <a:p>
            <a:pPr>
              <a:defRPr/>
            </a:pPr>
            <a:r>
              <a:rPr lang="fr-FR" smtClean="0"/>
              <a:t>18-  TU PLACES LES ÉTOILES AU CIEL INCOMMENSURABLE</a:t>
            </a:r>
          </a:p>
          <a:p>
            <a:pPr>
              <a:defRPr/>
            </a:pPr>
            <a:r>
              <a:rPr lang="fr-FR" smtClean="0"/>
              <a:t>19-  DIEU TOUT-PUISSANT, IMPRESSIONNANT</a:t>
            </a:r>
          </a:p>
          <a:p>
            <a:pPr>
              <a:defRPr/>
            </a:pPr>
            <a:r>
              <a:rPr lang="fr-FR" smtClean="0"/>
              <a:t>20-  FORMIDABLE NOUS TOMBONS À GENOUX DEVANT TOI</a:t>
            </a:r>
          </a:p>
          <a:p>
            <a:pPr>
              <a:defRPr/>
            </a:pPr>
            <a:r>
              <a:rPr lang="fr-FR" smtClean="0"/>
              <a:t>21-  INEXPLICABLE QUI PEUT TE DÉCRIRE OU TE CONTENIR ?</a:t>
            </a:r>
          </a:p>
          <a:p>
            <a:pPr>
              <a:defRPr/>
            </a:pPr>
            <a:r>
              <a:rPr lang="fr-FR" smtClean="0"/>
              <a:t>22-  TU PLACES LES ÉTOILES AU CIEL INCOMMENSURABLE</a:t>
            </a:r>
          </a:p>
          <a:p>
            <a:pPr>
              <a:defRPr/>
            </a:pPr>
            <a:r>
              <a:rPr lang="fr-FR" smtClean="0"/>
              <a:t>23-  DIEU TOUT-PUISSANT, IMPRESSIONNANT</a:t>
            </a:r>
          </a:p>
          <a:p>
            <a:pPr>
              <a:defRPr/>
            </a:pPr>
            <a:r>
              <a:rPr lang="fr-FR" smtClean="0"/>
              <a:t>24-  FORMIDABLE NOUS TOMBONS À GENOUX DEVANT TOI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QUI PEUT TE DÉCRIRE OU TE CONTENIR ?</a:t>
            </a:r>
          </a:p>
          <a:p>
            <a:pPr>
              <a:defRPr/>
            </a:pPr>
            <a:r>
              <a:rPr lang="fr-FR" smtClean="0"/>
              <a:t>26-  TU PLACES LES ÉTOILES AU CIEL ET TU CONNAIS LEUR NOM</a:t>
            </a:r>
          </a:p>
          <a:p>
            <a:pPr>
              <a:defRPr/>
            </a:pPr>
            <a:r>
              <a:rPr lang="fr-FR" smtClean="0"/>
              <a:t>27-  TU ES UN DIEU SI GRAND</a:t>
            </a:r>
          </a:p>
          <a:p>
            <a:pPr>
              <a:defRPr/>
            </a:pPr>
            <a:r>
              <a:rPr lang="fr-FR" smtClean="0"/>
              <a:t>28-  DIEU TOUT-PUISSANT, IMPRESSIONNANT</a:t>
            </a:r>
          </a:p>
          <a:p>
            <a:pPr>
              <a:defRPr/>
            </a:pPr>
            <a:r>
              <a:rPr lang="fr-FR" smtClean="0"/>
              <a:t>29-  NOUS TOMBONS À GENOUX DEVANT TOI EN PROCLAMANT</a:t>
            </a:r>
          </a:p>
          <a:p>
            <a:pPr>
              <a:defRPr/>
            </a:pPr>
            <a:r>
              <a:rPr lang="fr-FR" smtClean="0"/>
              <a:t>30-  TU ES UN DIEU SI GRAND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INEXPLICABLE QUI PEUT TE DÉCRIRE OU TE CONTENIR ?</a:t>
            </a:r>
          </a:p>
          <a:p>
            <a:pPr>
              <a:defRPr/>
            </a:pPr>
            <a:r>
              <a:rPr lang="fr-FR" smtClean="0"/>
              <a:t>32-  TU PLACES LES ÉTOILES AU CIEL</a:t>
            </a:r>
          </a:p>
          <a:p>
            <a:pPr>
              <a:defRPr/>
            </a:pPr>
            <a:r>
              <a:rPr lang="fr-FR" smtClean="0"/>
              <a:t>33-  INCOMMENSURABLE DIEU TOUT-PUISSANT, IMPRESSIONNANT</a:t>
            </a:r>
          </a:p>
          <a:p>
            <a:pPr>
              <a:defRPr/>
            </a:pPr>
            <a:r>
              <a:rPr lang="fr-FR" smtClean="0"/>
              <a:t>34-  FORMIDABLE NOUS TOMBONS À GENOUX DEVANT TOI</a:t>
            </a:r>
          </a:p>
          <a:p>
            <a:pPr>
              <a:defRPr/>
            </a:pPr>
            <a:r>
              <a:rPr lang="fr-FR" smtClean="0"/>
              <a:t>35-  INEXPLICABLE QUI PEUT TE DÉCRIRE OU TE CONTENIR ? </a:t>
            </a:r>
          </a:p>
          <a:p>
            <a:pPr>
              <a:defRPr/>
            </a:pPr>
            <a:r>
              <a:rPr lang="fr-FR" smtClean="0"/>
              <a:t>36-  INCOMMENSURABLE DIEU TOUT-PUISSANT, IMPRESSIONNANT</a:t>
            </a:r>
          </a:p>
          <a:p>
            <a:pPr>
              <a:defRPr/>
            </a:pPr>
            <a:r>
              <a:rPr lang="fr-FR" smtClean="0"/>
              <a:t>37-  TU ES INDESCRIPTIBLE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**************************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FROM THE HIGHEST OF HEIGHTS TO THE DEPTHS OF THE SEA</a:t>
            </a:r>
          </a:p>
          <a:p>
            <a:pPr>
              <a:defRPr/>
            </a:pPr>
            <a:r>
              <a:rPr lang="fr-FR" smtClean="0"/>
              <a:t>39-  CREATION'S REVEALING YOUR MAJESTY</a:t>
            </a:r>
          </a:p>
          <a:p>
            <a:pPr>
              <a:defRPr/>
            </a:pPr>
            <a:r>
              <a:rPr lang="fr-FR" smtClean="0"/>
              <a:t>40-  FROM THE COLORS OF FALL TO THE FRAGRANCE OF SPRING</a:t>
            </a:r>
          </a:p>
          <a:p>
            <a:pPr>
              <a:defRPr/>
            </a:pPr>
            <a:r>
              <a:rPr lang="fr-FR" smtClean="0"/>
              <a:t>41-  EVERY CREATURE UNIQUE IN THE SONG THAT IT SINGS</a:t>
            </a:r>
          </a:p>
          <a:p>
            <a:pPr>
              <a:defRPr/>
            </a:pPr>
            <a:r>
              <a:rPr lang="fr-FR" smtClean="0"/>
              <a:t>42-  ALL EXCLAIMING INDESCRIBABLE, UNCONTAINABLE</a:t>
            </a:r>
          </a:p>
          <a:p>
            <a:pPr>
              <a:defRPr/>
            </a:pPr>
            <a:r>
              <a:rPr lang="fr-FR" smtClean="0"/>
              <a:t>43-  YOU PLACED THE STARS IN THE SKY AND YOU KNOW THEM BY NAME</a:t>
            </a:r>
          </a:p>
          <a:p>
            <a:pPr>
              <a:defRPr/>
            </a:pPr>
            <a:r>
              <a:rPr lang="fr-FR" smtClean="0"/>
              <a:t>44-  YOU ARE AMAZING GOD ALL POWERFUL, UNTAMABLE</a:t>
            </a:r>
          </a:p>
          <a:p>
            <a:pPr>
              <a:defRPr/>
            </a:pPr>
            <a:r>
              <a:rPr lang="fr-FR" smtClean="0"/>
              <a:t>45-  AWESTRUCK WE FALL TO OUR KNEES AS WE HUMBLY PROCLAIM</a:t>
            </a:r>
          </a:p>
          <a:p>
            <a:pPr>
              <a:defRPr/>
            </a:pPr>
            <a:r>
              <a:rPr lang="fr-FR" smtClean="0"/>
              <a:t>46-  YOU ARE AMAZING GOD</a:t>
            </a:r>
          </a:p>
          <a:p>
            <a:pPr>
              <a:defRPr/>
            </a:pPr>
            <a:r>
              <a:rPr lang="fr-FR" smtClean="0"/>
              <a:t>47-  WHO HAS TOLD EVERY LIGHTNING BOLT WHERE IT SHOULD GO</a:t>
            </a:r>
          </a:p>
          <a:p>
            <a:pPr>
              <a:defRPr/>
            </a:pPr>
            <a:r>
              <a:rPr lang="fr-FR" smtClean="0"/>
              <a:t>48-  OR SEEN HEAVENLY STOREHOUSES LADEN WITH SNOW</a:t>
            </a:r>
          </a:p>
          <a:p>
            <a:pPr>
              <a:defRPr/>
            </a:pPr>
            <a:r>
              <a:rPr lang="fr-FR" smtClean="0"/>
              <a:t>49-  WHO IMAGINED THE SUN AND GIVES SOURCE TO ITS LIGHT</a:t>
            </a:r>
          </a:p>
          <a:p>
            <a:pPr>
              <a:defRPr/>
            </a:pPr>
            <a:r>
              <a:rPr lang="fr-FR" smtClean="0"/>
              <a:t>50-  YET CONCEALS IT TO BRING US THE COOLNESS OF NIGHT</a:t>
            </a:r>
          </a:p>
          <a:p>
            <a:pPr>
              <a:defRPr/>
            </a:pPr>
            <a:r>
              <a:rPr lang="fr-FR" smtClean="0"/>
              <a:t>51-  NONE CAN FATHOM  INDESCRIBABLE, UNCONTAINABLE</a:t>
            </a:r>
          </a:p>
          <a:p>
            <a:pPr>
              <a:defRPr/>
            </a:pPr>
            <a:r>
              <a:rPr lang="fr-FR" smtClean="0"/>
              <a:t>52-  YOU PLACED THE STARS IN THE SKY AND YOU KNOW THEM BY NAME</a:t>
            </a:r>
          </a:p>
          <a:p>
            <a:pPr>
              <a:defRPr/>
            </a:pPr>
            <a:r>
              <a:rPr lang="fr-FR" smtClean="0"/>
              <a:t>53-  YOU ARE AMAZING GOD ALL POWERFUL, UNTAMABLE</a:t>
            </a:r>
          </a:p>
          <a:p>
            <a:pPr>
              <a:defRPr/>
            </a:pPr>
            <a:r>
              <a:rPr lang="fr-FR" smtClean="0"/>
              <a:t>54-  AWESTRUCK WE FALL TO OUR KNEES AS WE HUMBLY PROCLAIM</a:t>
            </a:r>
          </a:p>
          <a:p>
            <a:pPr>
              <a:defRPr/>
            </a:pPr>
            <a:r>
              <a:rPr lang="fr-FR" smtClean="0"/>
              <a:t>55-  YOU ARE AMAZING GOD</a:t>
            </a:r>
          </a:p>
          <a:p>
            <a:pPr>
              <a:defRPr/>
            </a:pPr>
            <a:r>
              <a:rPr lang="fr-FR" smtClean="0"/>
              <a:t>56-  CAN'T EXPLAIN INDESCRIBABLE, UNCONTAINABLE</a:t>
            </a:r>
          </a:p>
          <a:p>
            <a:pPr>
              <a:defRPr/>
            </a:pPr>
            <a:r>
              <a:rPr lang="fr-FR" smtClean="0"/>
              <a:t>57-  YOU PLACES THE STARS IN THE SKY</a:t>
            </a:r>
          </a:p>
          <a:p>
            <a:pPr>
              <a:defRPr/>
            </a:pPr>
            <a:r>
              <a:rPr lang="fr-FR" smtClean="0"/>
              <a:t>58-  CAN'T CONTAIN  YOU'RE ALL POWERFUL YOU'RE UNTAMABLE</a:t>
            </a:r>
          </a:p>
          <a:p>
            <a:pPr>
              <a:defRPr/>
            </a:pPr>
            <a:r>
              <a:rPr lang="fr-FR" smtClean="0"/>
              <a:t>59-  CAN'T EXPLAIN INDESCRIBABLE, UNCONTAINABLE</a:t>
            </a:r>
          </a:p>
          <a:p>
            <a:pPr>
              <a:defRPr/>
            </a:pPr>
            <a:r>
              <a:rPr lang="fr-FR" smtClean="0"/>
              <a:t>60-  YOU PLACES THE STARS IN THE SKY</a:t>
            </a:r>
          </a:p>
          <a:p>
            <a:pPr>
              <a:defRPr/>
            </a:pPr>
            <a:r>
              <a:rPr lang="fr-FR" smtClean="0"/>
              <a:t>61-  CAN'T CONTAIN  YOU'RE ALL POWERFUL, YOU'RE UNTAMABLE</a:t>
            </a:r>
          </a:p>
          <a:p>
            <a:pPr>
              <a:defRPr/>
            </a:pPr>
            <a:r>
              <a:rPr lang="fr-FR" smtClean="0"/>
              <a:t>62-  AWESTRUCK WE FALL TO OUR KNEES</a:t>
            </a:r>
          </a:p>
          <a:p>
            <a:pPr>
              <a:defRPr/>
            </a:pPr>
            <a:r>
              <a:rPr lang="fr-FR" smtClean="0"/>
              <a:t>63-  INDESCRIBABLE, UNCONTAINABLE</a:t>
            </a:r>
          </a:p>
          <a:p>
            <a:pPr>
              <a:defRPr/>
            </a:pPr>
            <a:r>
              <a:rPr lang="fr-FR" smtClean="0"/>
              <a:t>64-  YOU PLACED THE STARS IN THE SKY  YOU KNOW THEM BY NAME</a:t>
            </a:r>
          </a:p>
          <a:p>
            <a:pPr>
              <a:defRPr/>
            </a:pPr>
            <a:r>
              <a:rPr lang="fr-FR" smtClean="0"/>
              <a:t>65-  YOU ARE AMAZING GOD</a:t>
            </a:r>
          </a:p>
          <a:p>
            <a:pPr>
              <a:defRPr/>
            </a:pPr>
            <a:r>
              <a:rPr lang="fr-FR" smtClean="0"/>
              <a:t>66-  ALL POWERFUL, UNTAMABLE</a:t>
            </a:r>
          </a:p>
          <a:p>
            <a:pPr>
              <a:defRPr/>
            </a:pPr>
            <a:r>
              <a:rPr lang="fr-FR" smtClean="0"/>
              <a:t>67-  AWESTRUCK WE FALL TO OUR KNEES  AS WE HUMBLY PROCLAIM</a:t>
            </a:r>
          </a:p>
          <a:p>
            <a:pPr>
              <a:defRPr/>
            </a:pPr>
            <a:r>
              <a:rPr lang="fr-FR" smtClean="0"/>
              <a:t>68-  YOU ARE AMAZING GOD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DES PROFONDEURS DES MERS AUX MONTAGNES ÉLEVÉES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highest of heights to the depths of the sea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LA CRÉATION RÉVÈLE TA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Creation's revealing Your majesty 
3-  DES COULEURS DE L’AUTOMNE  AUX PARFUMS DU PRINTEMPS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colors of fall to the fragrance of spring 
4-  CHAQUE CRÉATURE UNIQUE TE CHANTE UN NOUVEAU CHANT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creature unique in the song that it sings
5-  TOUTES S’EXCLAMANT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exclaiming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	6-  QUI PEUT TE DÉCRIRE OU TE CONTENIR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Indescribable, uncontainable,
	7-  TU PLACES LES ÉTOILES AU CIEL ET TU CONNAIS LEUR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amazing God 
	9-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All powerful, untamable, 
	10-  NOUS TOMBONS À GENOUX DEVANT TOI EN PROCLAMANT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12-  QUI COMMANDE AUX ÉCLAIRS DU TONNERRE OÙ ALLER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has told every lightning bolt where it should go 
13-  QUI ORDONNE À LA NEIGE EN QUEL LIEU SE POSER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Or seen heavenly storehouses laden with snow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QUI CRÉA LE SOLEIL SA LUMIÈRE INFINIE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imagined the sun and gives source to its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ET LE CACHE POUR OFFRIR LA FRAÎCHEUR DE LA NUIT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Yet conceals it to bring us the coolness of night 
16-  QUI TE SONDERA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None can fathom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PLACES LES ÉTOILES AU CIEL INCOMMENSURABLE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TU PLACES LES ÉTOILES AU CIEL INCOMMENSURABLE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TU PLACES LES ÉTOILES AU CIEL ET TU CONNAIS LEUR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NOUS TOMBONS À GENOUX DEVANT TOI EN PROCLAMANT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TU PLACES LES ÉTOILES AU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INCOMMENSURABLE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INEXPLICABLE QUI PEUT TE DÉCRIRE OU TE CONTENIR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INCOMMENSURABLE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TU ES INDESCRIPTIBLE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FROM THE HIGHEST OF HEIGHTS TO THE DEPTHS OF THE SEA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CREATION'S REVEALING YOUR MAJESTY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FROM THE COLORS OF FALL TO THE FRAGRANCE OF SPRING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EVERY CREATURE UNIQUE IN THE SONG THAT IT SINGS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ALL EXCLAIMING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YOU ARE AMAZING GOD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WHO HAS TOLD EVERY LIGHTNING BOLT WHERE IT SHOULD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OR SEEN HEAVENLY STOREHOUSES LADEN WITH SNOW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WHO IMAGINED THE SUN AND GIVES SOURCE TO ITS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YET CONCEALS IT TO BRING US THE COOLNESS OF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NONE CAN FATHOM  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YOU ARE AMAZING GOD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CAN'T EXPLAIN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YOU PLACES THE STARS IN THE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CAN'T CONTAIN  YOU'RE ALL POWERFUL YOU'RE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CAN'T EXPLAIN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YOU PLACES THE STARS IN THE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61-  CAN'T CONTAIN  YOU'RE ALL POWERFUL, YOU'RE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62-  AWESTRUCK WE FALL TO OUR KNEES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64-  YOU PLACED THE STARS IN THE SKY 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65-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66- 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67-  AWESTRUCK WE FALL TO OUR KNEES 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68-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b="1" i="1" dirty="0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DES PROFONDEURS DES MERS AUX MONTAGNES ÉLEVÉES</a:t>
            </a:r>
          </a:p>
          <a:p>
            <a:pPr>
              <a:defRPr/>
            </a:pPr>
            <a:r>
              <a:rPr lang="fr-FR" smtClean="0"/>
              <a:t>From the highest of heights to the depths of the sea</a:t>
            </a:r>
          </a:p>
          <a:p>
            <a:pPr>
              <a:defRPr/>
            </a:pPr>
            <a:r>
              <a:rPr lang="fr-FR" smtClean="0"/>
              <a:t>2-  LA CRÉATION RÉVÈLE TA MAJESTÉ</a:t>
            </a:r>
          </a:p>
          <a:p>
            <a:pPr>
              <a:defRPr/>
            </a:pPr>
            <a:r>
              <a:rPr lang="fr-FR" smtClean="0"/>
              <a:t>Creation's revealing Your majesty 
3-  DES COULEURS DE L’AUTOMNE  AUX PARFUMS DU PRINTEMPS</a:t>
            </a:r>
          </a:p>
          <a:p>
            <a:pPr>
              <a:defRPr/>
            </a:pPr>
            <a:r>
              <a:rPr lang="fr-FR" smtClean="0"/>
              <a:t>From the colors of fall to the fragrance of spring 
4-  CHAQUE CRÉATURE UNIQUE TE CHANTE UN NOUVEAU CHANT </a:t>
            </a:r>
          </a:p>
          <a:p>
            <a:pPr>
              <a:defRPr/>
            </a:pPr>
            <a:r>
              <a:rPr lang="fr-FR" smtClean="0"/>
              <a:t>Every creature unique in the song that it sings
5-  TOUTES S’EXCLAMANT</a:t>
            </a:r>
          </a:p>
          <a:p>
            <a:pPr>
              <a:defRPr/>
            </a:pPr>
            <a:r>
              <a:rPr lang="fr-FR" smtClean="0"/>
              <a:t>All exclaiming</a:t>
            </a:r>
          </a:p>
          <a:p>
            <a:pPr>
              <a:defRPr/>
            </a:pPr>
            <a:r>
              <a:rPr lang="fr-FR" smtClean="0"/>
              <a:t> 
	6-  QUI PEUT TE DÉCRIRE OU TE CONTENIR ? </a:t>
            </a:r>
          </a:p>
          <a:p>
            <a:pPr>
              <a:defRPr/>
            </a:pPr>
            <a:r>
              <a:rPr lang="fr-FR" smtClean="0"/>
              <a:t>	Indescribable, uncontainable,
	7-  TU PLACES LES ÉTOILES AU CIEL ET TU CONNAIS LEUR NOM </a:t>
            </a:r>
          </a:p>
          <a:p>
            <a:pPr>
              <a:defRPr/>
            </a:pPr>
            <a:r>
              <a:rPr lang="fr-FR" smtClean="0"/>
              <a:t>	You placed the stars in the sky and You know them by name</a:t>
            </a:r>
          </a:p>
          <a:p>
            <a:pPr>
              <a:defRPr/>
            </a:pPr>
            <a:r>
              <a:rPr lang="fr-FR" smtClean="0"/>
              <a:t>	8-  TU ES UN DIEU SI GRAND</a:t>
            </a:r>
          </a:p>
          <a:p>
            <a:pPr>
              <a:defRPr/>
            </a:pPr>
            <a:r>
              <a:rPr lang="fr-FR" smtClean="0"/>
              <a:t>	You are amazing God 
	9-  DIEU TOUT-PUISSANT, IMPRESSIONNANT</a:t>
            </a:r>
          </a:p>
          <a:p>
            <a:pPr>
              <a:defRPr/>
            </a:pPr>
            <a:r>
              <a:rPr lang="fr-FR" smtClean="0"/>
              <a:t>	All powerful, untamable, 
	10-  NOUS TOMBONS À GENOUX DEVANT TOI EN PROCLAMANT</a:t>
            </a:r>
          </a:p>
          <a:p>
            <a:pPr>
              <a:defRPr/>
            </a:pPr>
            <a:r>
              <a:rPr lang="fr-FR" smtClean="0"/>
              <a:t>	Awestruck we fall to our knees as we humbly proclaim</a:t>
            </a:r>
          </a:p>
          <a:p>
            <a:pPr>
              <a:defRPr/>
            </a:pPr>
            <a:r>
              <a:rPr lang="fr-FR" smtClean="0"/>
              <a:t>	11- TU ES UN DIEU SI GRAND</a:t>
            </a:r>
          </a:p>
          <a:p>
            <a:pPr>
              <a:defRPr/>
            </a:pPr>
            <a:r>
              <a:rPr lang="fr-FR" smtClean="0"/>
              <a:t>	You are amazing God</a:t>
            </a:r>
          </a:p>
          <a:p>
            <a:pPr>
              <a:defRPr/>
            </a:pPr>
            <a:r>
              <a:rPr lang="fr-FR" smtClean="0"/>
              <a:t> 
12-  QUI COMMANDE AUX ÉCLAIRS DU TONNERRE OÙ ALLER ?</a:t>
            </a:r>
          </a:p>
          <a:p>
            <a:pPr>
              <a:defRPr/>
            </a:pPr>
            <a:r>
              <a:rPr lang="fr-FR" smtClean="0"/>
              <a:t>Who has told every lightning bolt where it should go 
13-  QUI ORDONNE À LA NEIGE EN QUEL LIEU SE POSER ? </a:t>
            </a:r>
          </a:p>
          <a:p>
            <a:pPr>
              <a:defRPr/>
            </a:pPr>
            <a:r>
              <a:rPr lang="fr-FR" smtClean="0"/>
              <a:t>Or seen heavenly storehouses laden with snow</a:t>
            </a:r>
          </a:p>
          <a:p>
            <a:pPr>
              <a:defRPr/>
            </a:pPr>
            <a:r>
              <a:rPr lang="fr-FR" smtClean="0"/>
              <a:t>14-  QUI CRÉA LE SOLEIL SA LUMIÈRE INFINIE ? </a:t>
            </a:r>
          </a:p>
          <a:p>
            <a:pPr>
              <a:defRPr/>
            </a:pPr>
            <a:r>
              <a:rPr lang="fr-FR" smtClean="0"/>
              <a:t>Who imagined the sun and gives source to its light</a:t>
            </a:r>
          </a:p>
          <a:p>
            <a:pPr>
              <a:defRPr/>
            </a:pPr>
            <a:r>
              <a:rPr lang="fr-FR" smtClean="0"/>
              <a:t>15-  ET LE CACHE POUR OFFRIR LA FRAÎCHEUR DE LA NUIT</a:t>
            </a:r>
          </a:p>
          <a:p>
            <a:pPr>
              <a:defRPr/>
            </a:pPr>
            <a:r>
              <a:rPr lang="fr-FR" smtClean="0"/>
              <a:t>Yet conceals it to bring us the coolness of night 
16-  QUI TE SONDERA ? </a:t>
            </a:r>
          </a:p>
          <a:p>
            <a:pPr>
              <a:defRPr/>
            </a:pPr>
            <a:r>
              <a:rPr lang="fr-FR" smtClean="0"/>
              <a:t>None can fathom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INEXPLICABLE QUI PEUT TE DÉCRIRE OU TE CONTENIR ?</a:t>
            </a:r>
          </a:p>
          <a:p>
            <a:pPr>
              <a:defRPr/>
            </a:pPr>
            <a:r>
              <a:rPr lang="fr-FR" smtClean="0"/>
              <a:t>18-  TU PLACES LES ÉTOILES AU CIEL INCOMMENSURABLE</a:t>
            </a:r>
          </a:p>
          <a:p>
            <a:pPr>
              <a:defRPr/>
            </a:pPr>
            <a:r>
              <a:rPr lang="fr-FR" smtClean="0"/>
              <a:t>19-  DIEU TOUT-PUISSANT, IMPRESSIONNANT</a:t>
            </a:r>
          </a:p>
          <a:p>
            <a:pPr>
              <a:defRPr/>
            </a:pPr>
            <a:r>
              <a:rPr lang="fr-FR" smtClean="0"/>
              <a:t>20-  FORMIDABLE NOUS TOMBONS À GENOUX DEVANT TOI</a:t>
            </a:r>
          </a:p>
          <a:p>
            <a:pPr>
              <a:defRPr/>
            </a:pPr>
            <a:r>
              <a:rPr lang="fr-FR" smtClean="0"/>
              <a:t>21-  INEXPLICABLE QUI PEUT TE DÉCRIRE OU TE CONTENIR ?</a:t>
            </a:r>
          </a:p>
          <a:p>
            <a:pPr>
              <a:defRPr/>
            </a:pPr>
            <a:r>
              <a:rPr lang="fr-FR" smtClean="0"/>
              <a:t>22-  TU PLACES LES ÉTOILES AU CIEL INCOMMENSURABLE</a:t>
            </a:r>
          </a:p>
          <a:p>
            <a:pPr>
              <a:defRPr/>
            </a:pPr>
            <a:r>
              <a:rPr lang="fr-FR" smtClean="0"/>
              <a:t>23-  DIEU TOUT-PUISSANT, IMPRESSIONNANT</a:t>
            </a:r>
          </a:p>
          <a:p>
            <a:pPr>
              <a:defRPr/>
            </a:pPr>
            <a:r>
              <a:rPr lang="fr-FR" smtClean="0"/>
              <a:t>24-  FORMIDABLE NOUS TOMBONS À GENOUX DEVANT TOI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QUI PEUT TE DÉCRIRE OU TE CONTENIR ?</a:t>
            </a:r>
          </a:p>
          <a:p>
            <a:pPr>
              <a:defRPr/>
            </a:pPr>
            <a:r>
              <a:rPr lang="fr-FR" smtClean="0"/>
              <a:t>26-  TU PLACES LES ÉTOILES AU CIEL ET TU CONNAIS LEUR NOM</a:t>
            </a:r>
          </a:p>
          <a:p>
            <a:pPr>
              <a:defRPr/>
            </a:pPr>
            <a:r>
              <a:rPr lang="fr-FR" smtClean="0"/>
              <a:t>27-  TU ES UN DIEU SI GRAND</a:t>
            </a:r>
          </a:p>
          <a:p>
            <a:pPr>
              <a:defRPr/>
            </a:pPr>
            <a:r>
              <a:rPr lang="fr-FR" smtClean="0"/>
              <a:t>28-  DIEU TOUT-PUISSANT, IMPRESSIONNANT</a:t>
            </a:r>
          </a:p>
          <a:p>
            <a:pPr>
              <a:defRPr/>
            </a:pPr>
            <a:r>
              <a:rPr lang="fr-FR" smtClean="0"/>
              <a:t>29-  NOUS TOMBONS À GENOUX DEVANT TOI EN PROCLAMANT</a:t>
            </a:r>
          </a:p>
          <a:p>
            <a:pPr>
              <a:defRPr/>
            </a:pPr>
            <a:r>
              <a:rPr lang="fr-FR" smtClean="0"/>
              <a:t>30-  TU ES UN DIEU SI GRAND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INEXPLICABLE QUI PEUT TE DÉCRIRE OU TE CONTENIR ?</a:t>
            </a:r>
          </a:p>
          <a:p>
            <a:pPr>
              <a:defRPr/>
            </a:pPr>
            <a:r>
              <a:rPr lang="fr-FR" smtClean="0"/>
              <a:t>32-  TU PLACES LES ÉTOILES AU CIEL</a:t>
            </a:r>
          </a:p>
          <a:p>
            <a:pPr>
              <a:defRPr/>
            </a:pPr>
            <a:r>
              <a:rPr lang="fr-FR" smtClean="0"/>
              <a:t>33-  INCOMMENSURABLE DIEU TOUT-PUISSANT, IMPRESSIONNANT</a:t>
            </a:r>
          </a:p>
          <a:p>
            <a:pPr>
              <a:defRPr/>
            </a:pPr>
            <a:r>
              <a:rPr lang="fr-FR" smtClean="0"/>
              <a:t>34-  FORMIDABLE NOUS TOMBONS À GENOUX DEVANT TOI</a:t>
            </a:r>
          </a:p>
          <a:p>
            <a:pPr>
              <a:defRPr/>
            </a:pPr>
            <a:r>
              <a:rPr lang="fr-FR" smtClean="0"/>
              <a:t>35-  INEXPLICABLE QUI PEUT TE DÉCRIRE OU TE CONTENIR ? </a:t>
            </a:r>
          </a:p>
          <a:p>
            <a:pPr>
              <a:defRPr/>
            </a:pPr>
            <a:r>
              <a:rPr lang="fr-FR" smtClean="0"/>
              <a:t>36-  INCOMMENSURABLE DIEU TOUT-PUISSANT, IMPRESSIONNANT</a:t>
            </a:r>
          </a:p>
          <a:p>
            <a:pPr>
              <a:defRPr/>
            </a:pPr>
            <a:r>
              <a:rPr lang="fr-FR" smtClean="0"/>
              <a:t>37-  TU ES INDESCRIPTIBLE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**************************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FROM THE HIGHEST OF HEIGHTS TO THE DEPTHS OF THE SEA</a:t>
            </a:r>
          </a:p>
          <a:p>
            <a:pPr>
              <a:defRPr/>
            </a:pPr>
            <a:r>
              <a:rPr lang="fr-FR" smtClean="0"/>
              <a:t>39-  CREATION'S REVEALING YOUR MAJESTY</a:t>
            </a:r>
          </a:p>
          <a:p>
            <a:pPr>
              <a:defRPr/>
            </a:pPr>
            <a:r>
              <a:rPr lang="fr-FR" smtClean="0"/>
              <a:t>40-  FROM THE COLORS OF FALL TO THE FRAGRANCE OF SPRING</a:t>
            </a:r>
          </a:p>
          <a:p>
            <a:pPr>
              <a:defRPr/>
            </a:pPr>
            <a:r>
              <a:rPr lang="fr-FR" smtClean="0"/>
              <a:t>41-  EVERY CREATURE UNIQUE IN THE SONG THAT IT SINGS</a:t>
            </a:r>
          </a:p>
          <a:p>
            <a:pPr>
              <a:defRPr/>
            </a:pPr>
            <a:r>
              <a:rPr lang="fr-FR" smtClean="0"/>
              <a:t>42-  ALL EXCLAIMING INDESCRIBABLE, UNCONTAINABLE</a:t>
            </a:r>
          </a:p>
          <a:p>
            <a:pPr>
              <a:defRPr/>
            </a:pPr>
            <a:r>
              <a:rPr lang="fr-FR" smtClean="0"/>
              <a:t>43-  YOU PLACED THE STARS IN THE SKY AND YOU KNOW THEM BY NAME</a:t>
            </a:r>
          </a:p>
          <a:p>
            <a:pPr>
              <a:defRPr/>
            </a:pPr>
            <a:r>
              <a:rPr lang="fr-FR" smtClean="0"/>
              <a:t>44-  YOU ARE AMAZING GOD ALL POWERFUL, UNTAMABLE</a:t>
            </a:r>
          </a:p>
          <a:p>
            <a:pPr>
              <a:defRPr/>
            </a:pPr>
            <a:r>
              <a:rPr lang="fr-FR" smtClean="0"/>
              <a:t>45-  AWESTRUCK WE FALL TO OUR KNEES AS WE HUMBLY PROCLAIM</a:t>
            </a:r>
          </a:p>
          <a:p>
            <a:pPr>
              <a:defRPr/>
            </a:pPr>
            <a:r>
              <a:rPr lang="fr-FR" smtClean="0"/>
              <a:t>46-  YOU ARE AMAZING GOD</a:t>
            </a:r>
          </a:p>
          <a:p>
            <a:pPr>
              <a:defRPr/>
            </a:pPr>
            <a:r>
              <a:rPr lang="fr-FR" smtClean="0"/>
              <a:t>47-  WHO HAS TOLD EVERY LIGHTNING BOLT WHERE IT SHOULD GO</a:t>
            </a:r>
          </a:p>
          <a:p>
            <a:pPr>
              <a:defRPr/>
            </a:pPr>
            <a:r>
              <a:rPr lang="fr-FR" smtClean="0"/>
              <a:t>48-  OR SEEN HEAVENLY STOREHOUSES LADEN WITH SNOW</a:t>
            </a:r>
          </a:p>
          <a:p>
            <a:pPr>
              <a:defRPr/>
            </a:pPr>
            <a:r>
              <a:rPr lang="fr-FR" smtClean="0"/>
              <a:t>49-  WHO IMAGINED THE SUN AND GIVES SOURCE TO ITS LIGHT</a:t>
            </a:r>
          </a:p>
          <a:p>
            <a:pPr>
              <a:defRPr/>
            </a:pPr>
            <a:r>
              <a:rPr lang="fr-FR" smtClean="0"/>
              <a:t>50-  YET CONCEALS IT TO BRING US THE COOLNESS OF NIGHT</a:t>
            </a:r>
          </a:p>
          <a:p>
            <a:pPr>
              <a:defRPr/>
            </a:pPr>
            <a:r>
              <a:rPr lang="fr-FR" smtClean="0"/>
              <a:t>51-  NONE CAN FATHOM  INDESCRIBABLE, UNCONTAINABLE</a:t>
            </a:r>
          </a:p>
          <a:p>
            <a:pPr>
              <a:defRPr/>
            </a:pPr>
            <a:r>
              <a:rPr lang="fr-FR" smtClean="0"/>
              <a:t>52-  YOU PLACED THE STARS IN THE SKY AND YOU KNOW THEM BY NAME</a:t>
            </a:r>
          </a:p>
          <a:p>
            <a:pPr>
              <a:defRPr/>
            </a:pPr>
            <a:r>
              <a:rPr lang="fr-FR" smtClean="0"/>
              <a:t>53-  YOU ARE AMAZING GOD ALL POWERFUL, UNTAMABLE</a:t>
            </a:r>
          </a:p>
          <a:p>
            <a:pPr>
              <a:defRPr/>
            </a:pPr>
            <a:r>
              <a:rPr lang="fr-FR" smtClean="0"/>
              <a:t>54-  AWESTRUCK WE FALL TO OUR KNEES AS WE HUMBLY PROCLAIM</a:t>
            </a:r>
          </a:p>
          <a:p>
            <a:pPr>
              <a:defRPr/>
            </a:pPr>
            <a:r>
              <a:rPr lang="fr-FR" smtClean="0"/>
              <a:t>55-  YOU ARE AMAZING GOD</a:t>
            </a:r>
          </a:p>
          <a:p>
            <a:pPr>
              <a:defRPr/>
            </a:pPr>
            <a:r>
              <a:rPr lang="fr-FR" smtClean="0"/>
              <a:t>56-  CAN'T EXPLAIN INDESCRIBABLE, UNCONTAINABLE</a:t>
            </a:r>
          </a:p>
          <a:p>
            <a:pPr>
              <a:defRPr/>
            </a:pPr>
            <a:r>
              <a:rPr lang="fr-FR" smtClean="0"/>
              <a:t>57-  YOU PLACES THE STARS IN THE SKY</a:t>
            </a:r>
          </a:p>
          <a:p>
            <a:pPr>
              <a:defRPr/>
            </a:pPr>
            <a:r>
              <a:rPr lang="fr-FR" smtClean="0"/>
              <a:t>58-  CAN'T CONTAIN  YOU'RE ALL POWERFUL YOU'RE UNTAMABLE</a:t>
            </a:r>
          </a:p>
          <a:p>
            <a:pPr>
              <a:defRPr/>
            </a:pPr>
            <a:r>
              <a:rPr lang="fr-FR" smtClean="0"/>
              <a:t>59-  CAN'T EXPLAIN INDESCRIBABLE, UNCONTAINABLE</a:t>
            </a:r>
          </a:p>
          <a:p>
            <a:pPr>
              <a:defRPr/>
            </a:pPr>
            <a:r>
              <a:rPr lang="fr-FR" smtClean="0"/>
              <a:t>60-  YOU PLACES THE STARS IN THE SKY</a:t>
            </a:r>
          </a:p>
          <a:p>
            <a:pPr>
              <a:defRPr/>
            </a:pPr>
            <a:r>
              <a:rPr lang="fr-FR" smtClean="0"/>
              <a:t>61-  CAN'T CONTAIN  YOU'RE ALL POWERFUL, YOU'RE UNTAMABLE</a:t>
            </a:r>
          </a:p>
          <a:p>
            <a:pPr>
              <a:defRPr/>
            </a:pPr>
            <a:r>
              <a:rPr lang="fr-FR" smtClean="0"/>
              <a:t>62-  AWESTRUCK WE FALL TO OUR KNEES</a:t>
            </a:r>
          </a:p>
          <a:p>
            <a:pPr>
              <a:defRPr/>
            </a:pPr>
            <a:r>
              <a:rPr lang="fr-FR" smtClean="0"/>
              <a:t>63-  INDESCRIBABLE, UNCONTAINABLE</a:t>
            </a:r>
          </a:p>
          <a:p>
            <a:pPr>
              <a:defRPr/>
            </a:pPr>
            <a:r>
              <a:rPr lang="fr-FR" smtClean="0"/>
              <a:t>64-  YOU PLACED THE STARS IN THE SKY  YOU KNOW THEM BY NAME</a:t>
            </a:r>
          </a:p>
          <a:p>
            <a:pPr>
              <a:defRPr/>
            </a:pPr>
            <a:r>
              <a:rPr lang="fr-FR" smtClean="0"/>
              <a:t>65-  YOU ARE AMAZING GOD</a:t>
            </a:r>
          </a:p>
          <a:p>
            <a:pPr>
              <a:defRPr/>
            </a:pPr>
            <a:r>
              <a:rPr lang="fr-FR" smtClean="0"/>
              <a:t>66-  ALL POWERFUL, UNTAMABLE</a:t>
            </a:r>
          </a:p>
          <a:p>
            <a:pPr>
              <a:defRPr/>
            </a:pPr>
            <a:r>
              <a:rPr lang="fr-FR" smtClean="0"/>
              <a:t>67-  AWESTRUCK WE FALL TO OUR KNEES  AS WE HUMBLY PROCLAIM</a:t>
            </a:r>
          </a:p>
          <a:p>
            <a:pPr>
              <a:defRPr/>
            </a:pPr>
            <a:r>
              <a:rPr lang="fr-FR" smtClean="0"/>
              <a:t>68-  YOU ARE AMAZING GOD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DES PROFONDEURS DES MERS AUX MONTAGNES ÉLEVÉES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highest of heights to the depths of the sea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LA CRÉATION RÉVÈLE TA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Creation's revealing Your majesty 
3-  DES COULEURS DE L’AUTOMNE  AUX PARFUMS DU PRINTEMPS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colors of fall to the fragrance of spring 
4-  CHAQUE CRÉATURE UNIQUE TE CHANTE UN NOUVEAU CHANT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creature unique in the song that it sings
5-  TOUTES S’EXCLAMANT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exclaiming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	6-  QUI PEUT TE DÉCRIRE OU TE CONTENIR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Indescribable, uncontainable,
	7-  TU PLACES LES ÉTOILES AU CIEL ET TU CONNAIS LEUR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amazing God 
	9-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All powerful, untamable, 
	10-  NOUS TOMBONS À GENOUX DEVANT TOI EN PROCLAMANT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12-  QUI COMMANDE AUX ÉCLAIRS DU TONNERRE OÙ ALLER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has told every lightning bolt where it should go 
13-  QUI ORDONNE À LA NEIGE EN QUEL LIEU SE POSER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Or seen heavenly storehouses laden with snow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QUI CRÉA LE SOLEIL SA LUMIÈRE INFINIE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imagined the sun and gives source to its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ET LE CACHE POUR OFFRIR LA FRAÎCHEUR DE LA NUIT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Yet conceals it to bring us the coolness of night 
16-  QUI TE SONDERA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None can fathom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PLACES LES ÉTOILES AU CIEL INCOMMENSURABLE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TU PLACES LES ÉTOILES AU CIEL INCOMMENSURABLE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TU PLACES LES ÉTOILES AU CIEL ET TU CONNAIS LEUR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NOUS TOMBONS À GENOUX DEVANT TOI EN PROCLAMANT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TU PLACES LES ÉTOILES AU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INCOMMENSURABLE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INEXPLICABLE QUI PEUT TE DÉCRIRE OU TE CONTENIR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INCOMMENSURABLE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TU ES INDESCRIPTIBLE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FROM THE HIGHEST OF HEIGHTS TO THE DEPTHS OF THE SEA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CREATION'S REVEALING YOUR MAJESTY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FROM THE COLORS OF FALL TO THE FRAGRANCE OF SPRING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EVERY CREATURE UNIQUE IN THE SONG THAT IT SINGS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ALL EXCLAIMING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YOU ARE AMAZING GOD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WHO HAS TOLD EVERY LIGHTNING BOLT WHERE IT SHOULD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OR SEEN HEAVENLY STOREHOUSES LADEN WITH SNOW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WHO IMAGINED THE SUN AND GIVES SOURCE TO ITS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YET CONCEALS IT TO BRING US THE COOLNESS OF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NONE CAN FATHOM  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YOU ARE AMAZING GOD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CAN'T EXPLAIN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YOU PLACES THE STARS IN THE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CAN'T CONTAIN  YOU'RE ALL POWERFUL YOU'RE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CAN'T EXPLAIN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YOU PLACES THE STARS IN THE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61-  CAN'T CONTAIN  YOU'RE ALL POWERFUL, YOU'RE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62-  AWESTRUCK WE FALL TO OUR KNEES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64-  YOU PLACED THE STARS IN THE SKY 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65-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66- 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67-  AWESTRUCK WE FALL TO OUR KNEES 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68-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b="1" i="1" dirty="0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DES PROFONDEURS DES MERS AUX MONTAGNES ÉLEVÉES</a:t>
            </a:r>
          </a:p>
          <a:p>
            <a:pPr>
              <a:defRPr/>
            </a:pPr>
            <a:r>
              <a:rPr lang="fr-FR" smtClean="0"/>
              <a:t>From the highest of heights to the depths of the sea</a:t>
            </a:r>
          </a:p>
          <a:p>
            <a:pPr>
              <a:defRPr/>
            </a:pPr>
            <a:r>
              <a:rPr lang="fr-FR" smtClean="0"/>
              <a:t>2-  LA CRÉATION RÉVÈLE TA MAJESTÉ</a:t>
            </a:r>
          </a:p>
          <a:p>
            <a:pPr>
              <a:defRPr/>
            </a:pPr>
            <a:r>
              <a:rPr lang="fr-FR" smtClean="0"/>
              <a:t>Creation's revealing Your majesty 
3-  DES COULEURS DE L’AUTOMNE  AUX PARFUMS DU PRINTEMPS</a:t>
            </a:r>
          </a:p>
          <a:p>
            <a:pPr>
              <a:defRPr/>
            </a:pPr>
            <a:r>
              <a:rPr lang="fr-FR" smtClean="0"/>
              <a:t>From the colors of fall to the fragrance of spring 
4-  CHAQUE CRÉATURE UNIQUE TE CHANTE UN NOUVEAU CHANT </a:t>
            </a:r>
          </a:p>
          <a:p>
            <a:pPr>
              <a:defRPr/>
            </a:pPr>
            <a:r>
              <a:rPr lang="fr-FR" smtClean="0"/>
              <a:t>Every creature unique in the song that it sings
5-  TOUTES S’EXCLAMANT</a:t>
            </a:r>
          </a:p>
          <a:p>
            <a:pPr>
              <a:defRPr/>
            </a:pPr>
            <a:r>
              <a:rPr lang="fr-FR" smtClean="0"/>
              <a:t>All exclaiming</a:t>
            </a:r>
          </a:p>
          <a:p>
            <a:pPr>
              <a:defRPr/>
            </a:pPr>
            <a:r>
              <a:rPr lang="fr-FR" smtClean="0"/>
              <a:t> 
	6-  QUI PEUT TE DÉCRIRE OU TE CONTENIR ? </a:t>
            </a:r>
          </a:p>
          <a:p>
            <a:pPr>
              <a:defRPr/>
            </a:pPr>
            <a:r>
              <a:rPr lang="fr-FR" smtClean="0"/>
              <a:t>	Indescribable, uncontainable,
	7-  TU PLACES LES ÉTOILES AU CIEL ET TU CONNAIS LEUR NOM </a:t>
            </a:r>
          </a:p>
          <a:p>
            <a:pPr>
              <a:defRPr/>
            </a:pPr>
            <a:r>
              <a:rPr lang="fr-FR" smtClean="0"/>
              <a:t>	You placed the stars in the sky and You know them by name</a:t>
            </a:r>
          </a:p>
          <a:p>
            <a:pPr>
              <a:defRPr/>
            </a:pPr>
            <a:r>
              <a:rPr lang="fr-FR" smtClean="0"/>
              <a:t>	8-  TU ES UN DIEU SI GRAND</a:t>
            </a:r>
          </a:p>
          <a:p>
            <a:pPr>
              <a:defRPr/>
            </a:pPr>
            <a:r>
              <a:rPr lang="fr-FR" smtClean="0"/>
              <a:t>	You are amazing God 
	9-  DIEU TOUT-PUISSANT, IMPRESSIONNANT</a:t>
            </a:r>
          </a:p>
          <a:p>
            <a:pPr>
              <a:defRPr/>
            </a:pPr>
            <a:r>
              <a:rPr lang="fr-FR" smtClean="0"/>
              <a:t>	All powerful, untamable, 
	10-  NOUS TOMBONS À GENOUX DEVANT TOI EN PROCLAMANT</a:t>
            </a:r>
          </a:p>
          <a:p>
            <a:pPr>
              <a:defRPr/>
            </a:pPr>
            <a:r>
              <a:rPr lang="fr-FR" smtClean="0"/>
              <a:t>	Awestruck we fall to our knees as we humbly proclaim</a:t>
            </a:r>
          </a:p>
          <a:p>
            <a:pPr>
              <a:defRPr/>
            </a:pPr>
            <a:r>
              <a:rPr lang="fr-FR" smtClean="0"/>
              <a:t>	11- TU ES UN DIEU SI GRAND</a:t>
            </a:r>
          </a:p>
          <a:p>
            <a:pPr>
              <a:defRPr/>
            </a:pPr>
            <a:r>
              <a:rPr lang="fr-FR" smtClean="0"/>
              <a:t>	You are amazing God</a:t>
            </a:r>
          </a:p>
          <a:p>
            <a:pPr>
              <a:defRPr/>
            </a:pPr>
            <a:r>
              <a:rPr lang="fr-FR" smtClean="0"/>
              <a:t> 
12-  QUI COMMANDE AUX ÉCLAIRS DU TONNERRE OÙ ALLER ?</a:t>
            </a:r>
          </a:p>
          <a:p>
            <a:pPr>
              <a:defRPr/>
            </a:pPr>
            <a:r>
              <a:rPr lang="fr-FR" smtClean="0"/>
              <a:t>Who has told every lightning bolt where it should go 
13-  QUI ORDONNE À LA NEIGE EN QUEL LIEU SE POSER ? </a:t>
            </a:r>
          </a:p>
          <a:p>
            <a:pPr>
              <a:defRPr/>
            </a:pPr>
            <a:r>
              <a:rPr lang="fr-FR" smtClean="0"/>
              <a:t>Or seen heavenly storehouses laden with snow</a:t>
            </a:r>
          </a:p>
          <a:p>
            <a:pPr>
              <a:defRPr/>
            </a:pPr>
            <a:r>
              <a:rPr lang="fr-FR" smtClean="0"/>
              <a:t>14-  QUI CRÉA LE SOLEIL SA LUMIÈRE INFINIE ? </a:t>
            </a:r>
          </a:p>
          <a:p>
            <a:pPr>
              <a:defRPr/>
            </a:pPr>
            <a:r>
              <a:rPr lang="fr-FR" smtClean="0"/>
              <a:t>Who imagined the sun and gives source to its light</a:t>
            </a:r>
          </a:p>
          <a:p>
            <a:pPr>
              <a:defRPr/>
            </a:pPr>
            <a:r>
              <a:rPr lang="fr-FR" smtClean="0"/>
              <a:t>15-  ET LE CACHE POUR OFFRIR LA FRAÎCHEUR DE LA NUIT</a:t>
            </a:r>
          </a:p>
          <a:p>
            <a:pPr>
              <a:defRPr/>
            </a:pPr>
            <a:r>
              <a:rPr lang="fr-FR" smtClean="0"/>
              <a:t>Yet conceals it to bring us the coolness of night 
16-  QUI TE SONDERA ? </a:t>
            </a:r>
          </a:p>
          <a:p>
            <a:pPr>
              <a:defRPr/>
            </a:pPr>
            <a:r>
              <a:rPr lang="fr-FR" smtClean="0"/>
              <a:t>None can fathom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INEXPLICABLE QUI PEUT TE DÉCRIRE OU TE CONTENIR ?</a:t>
            </a:r>
          </a:p>
          <a:p>
            <a:pPr>
              <a:defRPr/>
            </a:pPr>
            <a:r>
              <a:rPr lang="fr-FR" smtClean="0"/>
              <a:t>18-  TU PLACES LES ÉTOILES AU CIEL INCOMMENSURABLE</a:t>
            </a:r>
          </a:p>
          <a:p>
            <a:pPr>
              <a:defRPr/>
            </a:pPr>
            <a:r>
              <a:rPr lang="fr-FR" smtClean="0"/>
              <a:t>19-  DIEU TOUT-PUISSANT, IMPRESSIONNANT</a:t>
            </a:r>
          </a:p>
          <a:p>
            <a:pPr>
              <a:defRPr/>
            </a:pPr>
            <a:r>
              <a:rPr lang="fr-FR" smtClean="0"/>
              <a:t>20-  FORMIDABLE NOUS TOMBONS À GENOUX DEVANT TOI</a:t>
            </a:r>
          </a:p>
          <a:p>
            <a:pPr>
              <a:defRPr/>
            </a:pPr>
            <a:r>
              <a:rPr lang="fr-FR" smtClean="0"/>
              <a:t>21-  INEXPLICABLE QUI PEUT TE DÉCRIRE OU TE CONTENIR ?</a:t>
            </a:r>
          </a:p>
          <a:p>
            <a:pPr>
              <a:defRPr/>
            </a:pPr>
            <a:r>
              <a:rPr lang="fr-FR" smtClean="0"/>
              <a:t>22-  TU PLACES LES ÉTOILES AU CIEL INCOMMENSURABLE</a:t>
            </a:r>
          </a:p>
          <a:p>
            <a:pPr>
              <a:defRPr/>
            </a:pPr>
            <a:r>
              <a:rPr lang="fr-FR" smtClean="0"/>
              <a:t>23-  DIEU TOUT-PUISSANT, IMPRESSIONNANT</a:t>
            </a:r>
          </a:p>
          <a:p>
            <a:pPr>
              <a:defRPr/>
            </a:pPr>
            <a:r>
              <a:rPr lang="fr-FR" smtClean="0"/>
              <a:t>24-  FORMIDABLE NOUS TOMBONS À GENOUX DEVANT TOI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QUI PEUT TE DÉCRIRE OU TE CONTENIR ?</a:t>
            </a:r>
          </a:p>
          <a:p>
            <a:pPr>
              <a:defRPr/>
            </a:pPr>
            <a:r>
              <a:rPr lang="fr-FR" smtClean="0"/>
              <a:t>26-  TU PLACES LES ÉTOILES AU CIEL ET TU CONNAIS LEUR NOM</a:t>
            </a:r>
          </a:p>
          <a:p>
            <a:pPr>
              <a:defRPr/>
            </a:pPr>
            <a:r>
              <a:rPr lang="fr-FR" smtClean="0"/>
              <a:t>27-  TU ES UN DIEU SI GRAND</a:t>
            </a:r>
          </a:p>
          <a:p>
            <a:pPr>
              <a:defRPr/>
            </a:pPr>
            <a:r>
              <a:rPr lang="fr-FR" smtClean="0"/>
              <a:t>28-  DIEU TOUT-PUISSANT, IMPRESSIONNANT</a:t>
            </a:r>
          </a:p>
          <a:p>
            <a:pPr>
              <a:defRPr/>
            </a:pPr>
            <a:r>
              <a:rPr lang="fr-FR" smtClean="0"/>
              <a:t>29-  NOUS TOMBONS À GENOUX DEVANT TOI EN PROCLAMANT</a:t>
            </a:r>
          </a:p>
          <a:p>
            <a:pPr>
              <a:defRPr/>
            </a:pPr>
            <a:r>
              <a:rPr lang="fr-FR" smtClean="0"/>
              <a:t>30-  TU ES UN DIEU SI GRAND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INEXPLICABLE QUI PEUT TE DÉCRIRE OU TE CONTENIR ?</a:t>
            </a:r>
          </a:p>
          <a:p>
            <a:pPr>
              <a:defRPr/>
            </a:pPr>
            <a:r>
              <a:rPr lang="fr-FR" smtClean="0"/>
              <a:t>32-  TU PLACES LES ÉTOILES AU CIEL</a:t>
            </a:r>
          </a:p>
          <a:p>
            <a:pPr>
              <a:defRPr/>
            </a:pPr>
            <a:r>
              <a:rPr lang="fr-FR" smtClean="0"/>
              <a:t>33-  INCOMMENSURABLE DIEU TOUT-PUISSANT, IMPRESSIONNANT</a:t>
            </a:r>
          </a:p>
          <a:p>
            <a:pPr>
              <a:defRPr/>
            </a:pPr>
            <a:r>
              <a:rPr lang="fr-FR" smtClean="0"/>
              <a:t>34-  FORMIDABLE NOUS TOMBONS À GENOUX DEVANT TOI</a:t>
            </a:r>
          </a:p>
          <a:p>
            <a:pPr>
              <a:defRPr/>
            </a:pPr>
            <a:r>
              <a:rPr lang="fr-FR" smtClean="0"/>
              <a:t>35-  INEXPLICABLE QUI PEUT TE DÉCRIRE OU TE CONTENIR ? </a:t>
            </a:r>
          </a:p>
          <a:p>
            <a:pPr>
              <a:defRPr/>
            </a:pPr>
            <a:r>
              <a:rPr lang="fr-FR" smtClean="0"/>
              <a:t>36-  INCOMMENSURABLE DIEU TOUT-PUISSANT, IMPRESSIONNANT</a:t>
            </a:r>
          </a:p>
          <a:p>
            <a:pPr>
              <a:defRPr/>
            </a:pPr>
            <a:r>
              <a:rPr lang="fr-FR" smtClean="0"/>
              <a:t>37-  TU ES INDESCRIPTIBLE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**************************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FROM THE HIGHEST OF HEIGHTS TO THE DEPTHS OF THE SEA</a:t>
            </a:r>
          </a:p>
          <a:p>
            <a:pPr>
              <a:defRPr/>
            </a:pPr>
            <a:r>
              <a:rPr lang="fr-FR" smtClean="0"/>
              <a:t>39-  CREATION'S REVEALING YOUR MAJESTY</a:t>
            </a:r>
          </a:p>
          <a:p>
            <a:pPr>
              <a:defRPr/>
            </a:pPr>
            <a:r>
              <a:rPr lang="fr-FR" smtClean="0"/>
              <a:t>40-  FROM THE COLORS OF FALL TO THE FRAGRANCE OF SPRING</a:t>
            </a:r>
          </a:p>
          <a:p>
            <a:pPr>
              <a:defRPr/>
            </a:pPr>
            <a:r>
              <a:rPr lang="fr-FR" smtClean="0"/>
              <a:t>41-  EVERY CREATURE UNIQUE IN THE SONG THAT IT SINGS</a:t>
            </a:r>
          </a:p>
          <a:p>
            <a:pPr>
              <a:defRPr/>
            </a:pPr>
            <a:r>
              <a:rPr lang="fr-FR" smtClean="0"/>
              <a:t>42-  ALL EXCLAIMING INDESCRIBABLE, UNCONTAINABLE</a:t>
            </a:r>
          </a:p>
          <a:p>
            <a:pPr>
              <a:defRPr/>
            </a:pPr>
            <a:r>
              <a:rPr lang="fr-FR" smtClean="0"/>
              <a:t>43-  YOU PLACED THE STARS IN THE SKY AND YOU KNOW THEM BY NAME</a:t>
            </a:r>
          </a:p>
          <a:p>
            <a:pPr>
              <a:defRPr/>
            </a:pPr>
            <a:r>
              <a:rPr lang="fr-FR" smtClean="0"/>
              <a:t>44-  YOU ARE AMAZING GOD ALL POWERFUL, UNTAMABLE</a:t>
            </a:r>
          </a:p>
          <a:p>
            <a:pPr>
              <a:defRPr/>
            </a:pPr>
            <a:r>
              <a:rPr lang="fr-FR" smtClean="0"/>
              <a:t>45-  AWESTRUCK WE FALL TO OUR KNEES AS WE HUMBLY PROCLAIM</a:t>
            </a:r>
          </a:p>
          <a:p>
            <a:pPr>
              <a:defRPr/>
            </a:pPr>
            <a:r>
              <a:rPr lang="fr-FR" smtClean="0"/>
              <a:t>46-  YOU ARE AMAZING GOD</a:t>
            </a:r>
          </a:p>
          <a:p>
            <a:pPr>
              <a:defRPr/>
            </a:pPr>
            <a:r>
              <a:rPr lang="fr-FR" smtClean="0"/>
              <a:t>47-  WHO HAS TOLD EVERY LIGHTNING BOLT WHERE IT SHOULD GO</a:t>
            </a:r>
          </a:p>
          <a:p>
            <a:pPr>
              <a:defRPr/>
            </a:pPr>
            <a:r>
              <a:rPr lang="fr-FR" smtClean="0"/>
              <a:t>48-  OR SEEN HEAVENLY STOREHOUSES LADEN WITH SNOW</a:t>
            </a:r>
          </a:p>
          <a:p>
            <a:pPr>
              <a:defRPr/>
            </a:pPr>
            <a:r>
              <a:rPr lang="fr-FR" smtClean="0"/>
              <a:t>49-  WHO IMAGINED THE SUN AND GIVES SOURCE TO ITS LIGHT</a:t>
            </a:r>
          </a:p>
          <a:p>
            <a:pPr>
              <a:defRPr/>
            </a:pPr>
            <a:r>
              <a:rPr lang="fr-FR" smtClean="0"/>
              <a:t>50-  YET CONCEALS IT TO BRING US THE COOLNESS OF NIGHT</a:t>
            </a:r>
          </a:p>
          <a:p>
            <a:pPr>
              <a:defRPr/>
            </a:pPr>
            <a:r>
              <a:rPr lang="fr-FR" smtClean="0"/>
              <a:t>51-  NONE CAN FATHOM  INDESCRIBABLE, UNCONTAINABLE</a:t>
            </a:r>
          </a:p>
          <a:p>
            <a:pPr>
              <a:defRPr/>
            </a:pPr>
            <a:r>
              <a:rPr lang="fr-FR" smtClean="0"/>
              <a:t>52-  YOU PLACED THE STARS IN THE SKY AND YOU KNOW THEM BY NAME</a:t>
            </a:r>
          </a:p>
          <a:p>
            <a:pPr>
              <a:defRPr/>
            </a:pPr>
            <a:r>
              <a:rPr lang="fr-FR" smtClean="0"/>
              <a:t>53-  YOU ARE AMAZING GOD ALL POWERFUL, UNTAMABLE</a:t>
            </a:r>
          </a:p>
          <a:p>
            <a:pPr>
              <a:defRPr/>
            </a:pPr>
            <a:r>
              <a:rPr lang="fr-FR" smtClean="0"/>
              <a:t>54-  AWESTRUCK WE FALL TO OUR KNEES AS WE HUMBLY PROCLAIM</a:t>
            </a:r>
          </a:p>
          <a:p>
            <a:pPr>
              <a:defRPr/>
            </a:pPr>
            <a:r>
              <a:rPr lang="fr-FR" smtClean="0"/>
              <a:t>55-  YOU ARE AMAZING GOD</a:t>
            </a:r>
          </a:p>
          <a:p>
            <a:pPr>
              <a:defRPr/>
            </a:pPr>
            <a:r>
              <a:rPr lang="fr-FR" smtClean="0"/>
              <a:t>56-  CAN'T EXPLAIN INDESCRIBABLE, UNCONTAINABLE</a:t>
            </a:r>
          </a:p>
          <a:p>
            <a:pPr>
              <a:defRPr/>
            </a:pPr>
            <a:r>
              <a:rPr lang="fr-FR" smtClean="0"/>
              <a:t>57-  YOU PLACES THE STARS IN THE SKY</a:t>
            </a:r>
          </a:p>
          <a:p>
            <a:pPr>
              <a:defRPr/>
            </a:pPr>
            <a:r>
              <a:rPr lang="fr-FR" smtClean="0"/>
              <a:t>58-  CAN'T CONTAIN  YOU'RE ALL POWERFUL YOU'RE UNTAMABLE</a:t>
            </a:r>
          </a:p>
          <a:p>
            <a:pPr>
              <a:defRPr/>
            </a:pPr>
            <a:r>
              <a:rPr lang="fr-FR" smtClean="0"/>
              <a:t>59-  CAN'T EXPLAIN INDESCRIBABLE, UNCONTAINABLE</a:t>
            </a:r>
          </a:p>
          <a:p>
            <a:pPr>
              <a:defRPr/>
            </a:pPr>
            <a:r>
              <a:rPr lang="fr-FR" smtClean="0"/>
              <a:t>60-  YOU PLACES THE STARS IN THE SKY</a:t>
            </a:r>
          </a:p>
          <a:p>
            <a:pPr>
              <a:defRPr/>
            </a:pPr>
            <a:r>
              <a:rPr lang="fr-FR" smtClean="0"/>
              <a:t>61-  CAN'T CONTAIN  YOU'RE ALL POWERFUL, YOU'RE UNTAMABLE</a:t>
            </a:r>
          </a:p>
          <a:p>
            <a:pPr>
              <a:defRPr/>
            </a:pPr>
            <a:r>
              <a:rPr lang="fr-FR" smtClean="0"/>
              <a:t>62-  AWESTRUCK WE FALL TO OUR KNEES</a:t>
            </a:r>
          </a:p>
          <a:p>
            <a:pPr>
              <a:defRPr/>
            </a:pPr>
            <a:r>
              <a:rPr lang="fr-FR" smtClean="0"/>
              <a:t>63-  INDESCRIBABLE, UNCONTAINABLE</a:t>
            </a:r>
          </a:p>
          <a:p>
            <a:pPr>
              <a:defRPr/>
            </a:pPr>
            <a:r>
              <a:rPr lang="fr-FR" smtClean="0"/>
              <a:t>64-  YOU PLACED THE STARS IN THE SKY  YOU KNOW THEM BY NAME</a:t>
            </a:r>
          </a:p>
          <a:p>
            <a:pPr>
              <a:defRPr/>
            </a:pPr>
            <a:r>
              <a:rPr lang="fr-FR" smtClean="0"/>
              <a:t>65-  YOU ARE AMAZING GOD</a:t>
            </a:r>
          </a:p>
          <a:p>
            <a:pPr>
              <a:defRPr/>
            </a:pPr>
            <a:r>
              <a:rPr lang="fr-FR" smtClean="0"/>
              <a:t>66-  ALL POWERFUL, UNTAMABLE</a:t>
            </a:r>
          </a:p>
          <a:p>
            <a:pPr>
              <a:defRPr/>
            </a:pPr>
            <a:r>
              <a:rPr lang="fr-FR" smtClean="0"/>
              <a:t>67-  AWESTRUCK WE FALL TO OUR KNEES  AS WE HUMBLY PROCLAIM</a:t>
            </a:r>
          </a:p>
          <a:p>
            <a:pPr>
              <a:defRPr/>
            </a:pPr>
            <a:r>
              <a:rPr lang="fr-FR" smtClean="0"/>
              <a:t>68-  YOU ARE AMAZING GOD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DES PROFONDEURS DES MERS AUX MONTAGNES ÉLEVÉES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highest of heights to the depths of the sea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LA CRÉATION RÉVÈLE TA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Creation's revealing Your majesty 
3-  DES COULEURS DE L’AUTOMNE  AUX PARFUMS DU PRINTEMPS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colors of fall to the fragrance of spring 
4-  CHAQUE CRÉATURE UNIQUE TE CHANTE UN NOUVEAU CHANT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creature unique in the song that it sings
5-  TOUTES S’EXCLAMANT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exclaiming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	6-  QUI PEUT TE DÉCRIRE OU TE CONTENIR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Indescribable, uncontainable,
	7-  TU PLACES LES ÉTOILES AU CIEL ET TU CONNAIS LEUR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amazing God 
	9-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All powerful, untamable, 
	10-  NOUS TOMBONS À GENOUX DEVANT TOI EN PROCLAMANT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12-  QUI COMMANDE AUX ÉCLAIRS DU TONNERRE OÙ ALLER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has told every lightning bolt where it should go 
13-  QUI ORDONNE À LA NEIGE EN QUEL LIEU SE POSER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Or seen heavenly storehouses laden with snow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QUI CRÉA LE SOLEIL SA LUMIÈRE INFINIE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imagined the sun and gives source to its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ET LE CACHE POUR OFFRIR LA FRAÎCHEUR DE LA NUIT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Yet conceals it to bring us the coolness of night 
16-  QUI TE SONDERA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None can fathom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PLACES LES ÉTOILES AU CIEL INCOMMENSURABLE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TU PLACES LES ÉTOILES AU CIEL INCOMMENSURABLE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TU PLACES LES ÉTOILES AU CIEL ET TU CONNAIS LEUR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NOUS TOMBONS À GENOUX DEVANT TOI EN PROCLAMANT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TU PLACES LES ÉTOILES AU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INCOMMENSURABLE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INEXPLICABLE QUI PEUT TE DÉCRIRE OU TE CONTENIR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INCOMMENSURABLE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TU ES INDESCRIPTIBLE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FROM THE HIGHEST OF HEIGHTS TO THE DEPTHS OF THE SEA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CREATION'S REVEALING YOUR MAJESTY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FROM THE COLORS OF FALL TO THE FRAGRANCE OF SPRING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EVERY CREATURE UNIQUE IN THE SONG THAT IT SINGS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ALL EXCLAIMING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YOU ARE AMAZING GOD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WHO HAS TOLD EVERY LIGHTNING BOLT WHERE IT SHOULD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OR SEEN HEAVENLY STOREHOUSES LADEN WITH SNOW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WHO IMAGINED THE SUN AND GIVES SOURCE TO ITS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YET CONCEALS IT TO BRING US THE COOLNESS OF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NONE CAN FATHOM  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YOU ARE AMAZING GOD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CAN'T EXPLAIN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YOU PLACES THE STARS IN THE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CAN'T CONTAIN  YOU'RE ALL POWERFUL YOU'RE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CAN'T EXPLAIN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YOU PLACES THE STARS IN THE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61-  CAN'T CONTAIN  YOU'RE ALL POWERFUL, YOU'RE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62-  AWESTRUCK WE FALL TO OUR KNEES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64-  YOU PLACED THE STARS IN THE SKY 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65-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66- 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67-  AWESTRUCK WE FALL TO OUR KNEES 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68-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b="1" i="1" dirty="0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DES PROFONDEURS DES MERS AUX MONTAGNES ÉLEVÉES</a:t>
            </a:r>
          </a:p>
          <a:p>
            <a:pPr>
              <a:defRPr/>
            </a:pPr>
            <a:r>
              <a:rPr lang="fr-FR" smtClean="0"/>
              <a:t>From the highest of heights to the depths of the sea</a:t>
            </a:r>
          </a:p>
          <a:p>
            <a:pPr>
              <a:defRPr/>
            </a:pPr>
            <a:r>
              <a:rPr lang="fr-FR" smtClean="0"/>
              <a:t>2-  LA CRÉATION RÉVÈLE TA MAJESTÉ</a:t>
            </a:r>
          </a:p>
          <a:p>
            <a:pPr>
              <a:defRPr/>
            </a:pPr>
            <a:r>
              <a:rPr lang="fr-FR" smtClean="0"/>
              <a:t>Creation's revealing Your majesty 
3-  DES COULEURS DE L’AUTOMNE  AUX PARFUMS DU PRINTEMPS</a:t>
            </a:r>
          </a:p>
          <a:p>
            <a:pPr>
              <a:defRPr/>
            </a:pPr>
            <a:r>
              <a:rPr lang="fr-FR" smtClean="0"/>
              <a:t>From the colors of fall to the fragrance of spring 
4-  CHAQUE CRÉATURE UNIQUE TE CHANTE UN NOUVEAU CHANT </a:t>
            </a:r>
          </a:p>
          <a:p>
            <a:pPr>
              <a:defRPr/>
            </a:pPr>
            <a:r>
              <a:rPr lang="fr-FR" smtClean="0"/>
              <a:t>Every creature unique in the song that it sings
5-  TOUTES S’EXCLAMANT</a:t>
            </a:r>
          </a:p>
          <a:p>
            <a:pPr>
              <a:defRPr/>
            </a:pPr>
            <a:r>
              <a:rPr lang="fr-FR" smtClean="0"/>
              <a:t>All exclaiming</a:t>
            </a:r>
          </a:p>
          <a:p>
            <a:pPr>
              <a:defRPr/>
            </a:pPr>
            <a:r>
              <a:rPr lang="fr-FR" smtClean="0"/>
              <a:t> 
	6-  QUI PEUT TE DÉCRIRE OU TE CONTENIR ? </a:t>
            </a:r>
          </a:p>
          <a:p>
            <a:pPr>
              <a:defRPr/>
            </a:pPr>
            <a:r>
              <a:rPr lang="fr-FR" smtClean="0"/>
              <a:t>	Indescribable, uncontainable,
	7-  TU PLACES LES ÉTOILES AU CIEL ET TU CONNAIS LEUR NOM </a:t>
            </a:r>
          </a:p>
          <a:p>
            <a:pPr>
              <a:defRPr/>
            </a:pPr>
            <a:r>
              <a:rPr lang="fr-FR" smtClean="0"/>
              <a:t>	You placed the stars in the sky and You know them by name</a:t>
            </a:r>
          </a:p>
          <a:p>
            <a:pPr>
              <a:defRPr/>
            </a:pPr>
            <a:r>
              <a:rPr lang="fr-FR" smtClean="0"/>
              <a:t>	8-  TU ES UN DIEU SI GRAND</a:t>
            </a:r>
          </a:p>
          <a:p>
            <a:pPr>
              <a:defRPr/>
            </a:pPr>
            <a:r>
              <a:rPr lang="fr-FR" smtClean="0"/>
              <a:t>	You are amazing God 
	9-  DIEU TOUT-PUISSANT, IMPRESSIONNANT</a:t>
            </a:r>
          </a:p>
          <a:p>
            <a:pPr>
              <a:defRPr/>
            </a:pPr>
            <a:r>
              <a:rPr lang="fr-FR" smtClean="0"/>
              <a:t>	All powerful, untamable, 
	10-  NOUS TOMBONS À GENOUX DEVANT TOI EN PROCLAMANT</a:t>
            </a:r>
          </a:p>
          <a:p>
            <a:pPr>
              <a:defRPr/>
            </a:pPr>
            <a:r>
              <a:rPr lang="fr-FR" smtClean="0"/>
              <a:t>	Awestruck we fall to our knees as we humbly proclaim</a:t>
            </a:r>
          </a:p>
          <a:p>
            <a:pPr>
              <a:defRPr/>
            </a:pPr>
            <a:r>
              <a:rPr lang="fr-FR" smtClean="0"/>
              <a:t>	11- TU ES UN DIEU SI GRAND</a:t>
            </a:r>
          </a:p>
          <a:p>
            <a:pPr>
              <a:defRPr/>
            </a:pPr>
            <a:r>
              <a:rPr lang="fr-FR" smtClean="0"/>
              <a:t>	You are amazing God</a:t>
            </a:r>
          </a:p>
          <a:p>
            <a:pPr>
              <a:defRPr/>
            </a:pPr>
            <a:r>
              <a:rPr lang="fr-FR" smtClean="0"/>
              <a:t> 
12-  QUI COMMANDE AUX ÉCLAIRS DU TONNERRE OÙ ALLER ?</a:t>
            </a:r>
          </a:p>
          <a:p>
            <a:pPr>
              <a:defRPr/>
            </a:pPr>
            <a:r>
              <a:rPr lang="fr-FR" smtClean="0"/>
              <a:t>Who has told every lightning bolt where it should go 
13-  QUI ORDONNE À LA NEIGE EN QUEL LIEU SE POSER ? </a:t>
            </a:r>
          </a:p>
          <a:p>
            <a:pPr>
              <a:defRPr/>
            </a:pPr>
            <a:r>
              <a:rPr lang="fr-FR" smtClean="0"/>
              <a:t>Or seen heavenly storehouses laden with snow</a:t>
            </a:r>
          </a:p>
          <a:p>
            <a:pPr>
              <a:defRPr/>
            </a:pPr>
            <a:r>
              <a:rPr lang="fr-FR" smtClean="0"/>
              <a:t>14-  QUI CRÉA LE SOLEIL SA LUMIÈRE INFINIE ? </a:t>
            </a:r>
          </a:p>
          <a:p>
            <a:pPr>
              <a:defRPr/>
            </a:pPr>
            <a:r>
              <a:rPr lang="fr-FR" smtClean="0"/>
              <a:t>Who imagined the sun and gives source to its light</a:t>
            </a:r>
          </a:p>
          <a:p>
            <a:pPr>
              <a:defRPr/>
            </a:pPr>
            <a:r>
              <a:rPr lang="fr-FR" smtClean="0"/>
              <a:t>15-  ET LE CACHE POUR OFFRIR LA FRAÎCHEUR DE LA NUIT</a:t>
            </a:r>
          </a:p>
          <a:p>
            <a:pPr>
              <a:defRPr/>
            </a:pPr>
            <a:r>
              <a:rPr lang="fr-FR" smtClean="0"/>
              <a:t>Yet conceals it to bring us the coolness of night 
16-  QUI TE SONDERA ? </a:t>
            </a:r>
          </a:p>
          <a:p>
            <a:pPr>
              <a:defRPr/>
            </a:pPr>
            <a:r>
              <a:rPr lang="fr-FR" smtClean="0"/>
              <a:t>None can fathom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INEXPLICABLE QUI PEUT TE DÉCRIRE OU TE CONTENIR ?</a:t>
            </a:r>
          </a:p>
          <a:p>
            <a:pPr>
              <a:defRPr/>
            </a:pPr>
            <a:r>
              <a:rPr lang="fr-FR" smtClean="0"/>
              <a:t>18-  TU PLACES LES ÉTOILES AU CIEL INCOMMENSURABLE</a:t>
            </a:r>
          </a:p>
          <a:p>
            <a:pPr>
              <a:defRPr/>
            </a:pPr>
            <a:r>
              <a:rPr lang="fr-FR" smtClean="0"/>
              <a:t>19-  DIEU TOUT-PUISSANT, IMPRESSIONNANT</a:t>
            </a:r>
          </a:p>
          <a:p>
            <a:pPr>
              <a:defRPr/>
            </a:pPr>
            <a:r>
              <a:rPr lang="fr-FR" smtClean="0"/>
              <a:t>20-  FORMIDABLE NOUS TOMBONS À GENOUX DEVANT TOI</a:t>
            </a:r>
          </a:p>
          <a:p>
            <a:pPr>
              <a:defRPr/>
            </a:pPr>
            <a:r>
              <a:rPr lang="fr-FR" smtClean="0"/>
              <a:t>21-  INEXPLICABLE QUI PEUT TE DÉCRIRE OU TE CONTENIR ?</a:t>
            </a:r>
          </a:p>
          <a:p>
            <a:pPr>
              <a:defRPr/>
            </a:pPr>
            <a:r>
              <a:rPr lang="fr-FR" smtClean="0"/>
              <a:t>22-  TU PLACES LES ÉTOILES AU CIEL INCOMMENSURABLE</a:t>
            </a:r>
          </a:p>
          <a:p>
            <a:pPr>
              <a:defRPr/>
            </a:pPr>
            <a:r>
              <a:rPr lang="fr-FR" smtClean="0"/>
              <a:t>23-  DIEU TOUT-PUISSANT, IMPRESSIONNANT</a:t>
            </a:r>
          </a:p>
          <a:p>
            <a:pPr>
              <a:defRPr/>
            </a:pPr>
            <a:r>
              <a:rPr lang="fr-FR" smtClean="0"/>
              <a:t>24-  FORMIDABLE NOUS TOMBONS À GENOUX DEVANT TOI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QUI PEUT TE DÉCRIRE OU TE CONTENIR ?</a:t>
            </a:r>
          </a:p>
          <a:p>
            <a:pPr>
              <a:defRPr/>
            </a:pPr>
            <a:r>
              <a:rPr lang="fr-FR" smtClean="0"/>
              <a:t>26-  TU PLACES LES ÉTOILES AU CIEL ET TU CONNAIS LEUR NOM</a:t>
            </a:r>
          </a:p>
          <a:p>
            <a:pPr>
              <a:defRPr/>
            </a:pPr>
            <a:r>
              <a:rPr lang="fr-FR" smtClean="0"/>
              <a:t>27-  TU ES UN DIEU SI GRAND</a:t>
            </a:r>
          </a:p>
          <a:p>
            <a:pPr>
              <a:defRPr/>
            </a:pPr>
            <a:r>
              <a:rPr lang="fr-FR" smtClean="0"/>
              <a:t>28-  DIEU TOUT-PUISSANT, IMPRESSIONNANT</a:t>
            </a:r>
          </a:p>
          <a:p>
            <a:pPr>
              <a:defRPr/>
            </a:pPr>
            <a:r>
              <a:rPr lang="fr-FR" smtClean="0"/>
              <a:t>29-  NOUS TOMBONS À GENOUX DEVANT TOI EN PROCLAMANT</a:t>
            </a:r>
          </a:p>
          <a:p>
            <a:pPr>
              <a:defRPr/>
            </a:pPr>
            <a:r>
              <a:rPr lang="fr-FR" smtClean="0"/>
              <a:t>30-  TU ES UN DIEU SI GRAND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INEXPLICABLE QUI PEUT TE DÉCRIRE OU TE CONTENIR ?</a:t>
            </a:r>
          </a:p>
          <a:p>
            <a:pPr>
              <a:defRPr/>
            </a:pPr>
            <a:r>
              <a:rPr lang="fr-FR" smtClean="0"/>
              <a:t>32-  TU PLACES LES ÉTOILES AU CIEL</a:t>
            </a:r>
          </a:p>
          <a:p>
            <a:pPr>
              <a:defRPr/>
            </a:pPr>
            <a:r>
              <a:rPr lang="fr-FR" smtClean="0"/>
              <a:t>33-  INCOMMENSURABLE DIEU TOUT-PUISSANT, IMPRESSIONNANT</a:t>
            </a:r>
          </a:p>
          <a:p>
            <a:pPr>
              <a:defRPr/>
            </a:pPr>
            <a:r>
              <a:rPr lang="fr-FR" smtClean="0"/>
              <a:t>34-  FORMIDABLE NOUS TOMBONS À GENOUX DEVANT TOI</a:t>
            </a:r>
          </a:p>
          <a:p>
            <a:pPr>
              <a:defRPr/>
            </a:pPr>
            <a:r>
              <a:rPr lang="fr-FR" smtClean="0"/>
              <a:t>35-  INEXPLICABLE QUI PEUT TE DÉCRIRE OU TE CONTENIR ? </a:t>
            </a:r>
          </a:p>
          <a:p>
            <a:pPr>
              <a:defRPr/>
            </a:pPr>
            <a:r>
              <a:rPr lang="fr-FR" smtClean="0"/>
              <a:t>36-  INCOMMENSURABLE DIEU TOUT-PUISSANT, IMPRESSIONNANT</a:t>
            </a:r>
          </a:p>
          <a:p>
            <a:pPr>
              <a:defRPr/>
            </a:pPr>
            <a:r>
              <a:rPr lang="fr-FR" smtClean="0"/>
              <a:t>37-  TU ES INDESCRIPTIBLE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**************************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FROM THE HIGHEST OF HEIGHTS TO THE DEPTHS OF THE SEA</a:t>
            </a:r>
          </a:p>
          <a:p>
            <a:pPr>
              <a:defRPr/>
            </a:pPr>
            <a:r>
              <a:rPr lang="fr-FR" smtClean="0"/>
              <a:t>39-  CREATION'S REVEALING YOUR MAJESTY</a:t>
            </a:r>
          </a:p>
          <a:p>
            <a:pPr>
              <a:defRPr/>
            </a:pPr>
            <a:r>
              <a:rPr lang="fr-FR" smtClean="0"/>
              <a:t>40-  FROM THE COLORS OF FALL TO THE FRAGRANCE OF SPRING</a:t>
            </a:r>
          </a:p>
          <a:p>
            <a:pPr>
              <a:defRPr/>
            </a:pPr>
            <a:r>
              <a:rPr lang="fr-FR" smtClean="0"/>
              <a:t>41-  EVERY CREATURE UNIQUE IN THE SONG THAT IT SINGS</a:t>
            </a:r>
          </a:p>
          <a:p>
            <a:pPr>
              <a:defRPr/>
            </a:pPr>
            <a:r>
              <a:rPr lang="fr-FR" smtClean="0"/>
              <a:t>42-  ALL EXCLAIMING INDESCRIBABLE, UNCONTAINABLE</a:t>
            </a:r>
          </a:p>
          <a:p>
            <a:pPr>
              <a:defRPr/>
            </a:pPr>
            <a:r>
              <a:rPr lang="fr-FR" smtClean="0"/>
              <a:t>43-  YOU PLACED THE STARS IN THE SKY AND YOU KNOW THEM BY NAME</a:t>
            </a:r>
          </a:p>
          <a:p>
            <a:pPr>
              <a:defRPr/>
            </a:pPr>
            <a:r>
              <a:rPr lang="fr-FR" smtClean="0"/>
              <a:t>44-  YOU ARE AMAZING GOD ALL POWERFUL, UNTAMABLE</a:t>
            </a:r>
          </a:p>
          <a:p>
            <a:pPr>
              <a:defRPr/>
            </a:pPr>
            <a:r>
              <a:rPr lang="fr-FR" smtClean="0"/>
              <a:t>45-  AWESTRUCK WE FALL TO OUR KNEES AS WE HUMBLY PROCLAIM</a:t>
            </a:r>
          </a:p>
          <a:p>
            <a:pPr>
              <a:defRPr/>
            </a:pPr>
            <a:r>
              <a:rPr lang="fr-FR" smtClean="0"/>
              <a:t>46-  YOU ARE AMAZING GOD</a:t>
            </a:r>
          </a:p>
          <a:p>
            <a:pPr>
              <a:defRPr/>
            </a:pPr>
            <a:r>
              <a:rPr lang="fr-FR" smtClean="0"/>
              <a:t>47-  WHO HAS TOLD EVERY LIGHTNING BOLT WHERE IT SHOULD GO</a:t>
            </a:r>
          </a:p>
          <a:p>
            <a:pPr>
              <a:defRPr/>
            </a:pPr>
            <a:r>
              <a:rPr lang="fr-FR" smtClean="0"/>
              <a:t>48-  OR SEEN HEAVENLY STOREHOUSES LADEN WITH SNOW</a:t>
            </a:r>
          </a:p>
          <a:p>
            <a:pPr>
              <a:defRPr/>
            </a:pPr>
            <a:r>
              <a:rPr lang="fr-FR" smtClean="0"/>
              <a:t>49-  WHO IMAGINED THE SUN AND GIVES SOURCE TO ITS LIGHT</a:t>
            </a:r>
          </a:p>
          <a:p>
            <a:pPr>
              <a:defRPr/>
            </a:pPr>
            <a:r>
              <a:rPr lang="fr-FR" smtClean="0"/>
              <a:t>50-  YET CONCEALS IT TO BRING US THE COOLNESS OF NIGHT</a:t>
            </a:r>
          </a:p>
          <a:p>
            <a:pPr>
              <a:defRPr/>
            </a:pPr>
            <a:r>
              <a:rPr lang="fr-FR" smtClean="0"/>
              <a:t>51-  NONE CAN FATHOM  INDESCRIBABLE, UNCONTAINABLE</a:t>
            </a:r>
          </a:p>
          <a:p>
            <a:pPr>
              <a:defRPr/>
            </a:pPr>
            <a:r>
              <a:rPr lang="fr-FR" smtClean="0"/>
              <a:t>52-  YOU PLACED THE STARS IN THE SKY AND YOU KNOW THEM BY NAME</a:t>
            </a:r>
          </a:p>
          <a:p>
            <a:pPr>
              <a:defRPr/>
            </a:pPr>
            <a:r>
              <a:rPr lang="fr-FR" smtClean="0"/>
              <a:t>53-  YOU ARE AMAZING GOD ALL POWERFUL, UNTAMABLE</a:t>
            </a:r>
          </a:p>
          <a:p>
            <a:pPr>
              <a:defRPr/>
            </a:pPr>
            <a:r>
              <a:rPr lang="fr-FR" smtClean="0"/>
              <a:t>54-  AWESTRUCK WE FALL TO OUR KNEES AS WE HUMBLY PROCLAIM</a:t>
            </a:r>
          </a:p>
          <a:p>
            <a:pPr>
              <a:defRPr/>
            </a:pPr>
            <a:r>
              <a:rPr lang="fr-FR" smtClean="0"/>
              <a:t>55-  YOU ARE AMAZING GOD</a:t>
            </a:r>
          </a:p>
          <a:p>
            <a:pPr>
              <a:defRPr/>
            </a:pPr>
            <a:r>
              <a:rPr lang="fr-FR" smtClean="0"/>
              <a:t>56-  CAN'T EXPLAIN INDESCRIBABLE, UNCONTAINABLE</a:t>
            </a:r>
          </a:p>
          <a:p>
            <a:pPr>
              <a:defRPr/>
            </a:pPr>
            <a:r>
              <a:rPr lang="fr-FR" smtClean="0"/>
              <a:t>57-  YOU PLACES THE STARS IN THE SKY</a:t>
            </a:r>
          </a:p>
          <a:p>
            <a:pPr>
              <a:defRPr/>
            </a:pPr>
            <a:r>
              <a:rPr lang="fr-FR" smtClean="0"/>
              <a:t>58-  CAN'T CONTAIN  YOU'RE ALL POWERFUL YOU'RE UNTAMABLE</a:t>
            </a:r>
          </a:p>
          <a:p>
            <a:pPr>
              <a:defRPr/>
            </a:pPr>
            <a:r>
              <a:rPr lang="fr-FR" smtClean="0"/>
              <a:t>59-  CAN'T EXPLAIN INDESCRIBABLE, UNCONTAINABLE</a:t>
            </a:r>
          </a:p>
          <a:p>
            <a:pPr>
              <a:defRPr/>
            </a:pPr>
            <a:r>
              <a:rPr lang="fr-FR" smtClean="0"/>
              <a:t>60-  YOU PLACES THE STARS IN THE SKY</a:t>
            </a:r>
          </a:p>
          <a:p>
            <a:pPr>
              <a:defRPr/>
            </a:pPr>
            <a:r>
              <a:rPr lang="fr-FR" smtClean="0"/>
              <a:t>61-  CAN'T CONTAIN  YOU'RE ALL POWERFUL, YOU'RE UNTAMABLE</a:t>
            </a:r>
          </a:p>
          <a:p>
            <a:pPr>
              <a:defRPr/>
            </a:pPr>
            <a:r>
              <a:rPr lang="fr-FR" smtClean="0"/>
              <a:t>62-  AWESTRUCK WE FALL TO OUR KNEES</a:t>
            </a:r>
          </a:p>
          <a:p>
            <a:pPr>
              <a:defRPr/>
            </a:pPr>
            <a:r>
              <a:rPr lang="fr-FR" smtClean="0"/>
              <a:t>63-  INDESCRIBABLE, UNCONTAINABLE</a:t>
            </a:r>
          </a:p>
          <a:p>
            <a:pPr>
              <a:defRPr/>
            </a:pPr>
            <a:r>
              <a:rPr lang="fr-FR" smtClean="0"/>
              <a:t>64-  YOU PLACED THE STARS IN THE SKY  YOU KNOW THEM BY NAME</a:t>
            </a:r>
          </a:p>
          <a:p>
            <a:pPr>
              <a:defRPr/>
            </a:pPr>
            <a:r>
              <a:rPr lang="fr-FR" smtClean="0"/>
              <a:t>65-  YOU ARE AMAZING GOD</a:t>
            </a:r>
          </a:p>
          <a:p>
            <a:pPr>
              <a:defRPr/>
            </a:pPr>
            <a:r>
              <a:rPr lang="fr-FR" smtClean="0"/>
              <a:t>66-  ALL POWERFUL, UNTAMABLE</a:t>
            </a:r>
          </a:p>
          <a:p>
            <a:pPr>
              <a:defRPr/>
            </a:pPr>
            <a:r>
              <a:rPr lang="fr-FR" smtClean="0"/>
              <a:t>67-  AWESTRUCK WE FALL TO OUR KNEES  AS WE HUMBLY PROCLAIM</a:t>
            </a:r>
          </a:p>
          <a:p>
            <a:pPr>
              <a:defRPr/>
            </a:pPr>
            <a:r>
              <a:rPr lang="fr-FR" smtClean="0"/>
              <a:t>68-  YOU ARE AMAZING GOD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DES PROFONDEURS DES MERS AUX MONTAGNES ÉLEVÉES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highest of heights to the depths of the sea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LA CRÉATION RÉVÈLE TA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Creation's revealing Your majesty 
3-  DES COULEURS DE L’AUTOMNE  AUX PARFUMS DU PRINTEMPS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colors of fall to the fragrance of spring 
4-  CHAQUE CRÉATURE UNIQUE TE CHANTE UN NOUVEAU CHANT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creature unique in the song that it sings
5-  TOUTES S’EXCLAMANT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exclaiming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	6-  QUI PEUT TE DÉCRIRE OU TE CONTENIR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Indescribable, uncontainable,
	7-  TU PLACES LES ÉTOILES AU CIEL ET TU CONNAIS LEUR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amazing God 
	9-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All powerful, untamable, 
	10-  NOUS TOMBONS À GENOUX DEVANT TOI EN PROCLAMANT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12-  QUI COMMANDE AUX ÉCLAIRS DU TONNERRE OÙ ALLER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has told every lightning bolt where it should go 
13-  QUI ORDONNE À LA NEIGE EN QUEL LIEU SE POSER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Or seen heavenly storehouses laden with snow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QUI CRÉA LE SOLEIL SA LUMIÈRE INFINIE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imagined the sun and gives source to its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ET LE CACHE POUR OFFRIR LA FRAÎCHEUR DE LA NUIT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Yet conceals it to bring us the coolness of night 
16-  QUI TE SONDERA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None can fathom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PLACES LES ÉTOILES AU CIEL INCOMMENSURABLE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TU PLACES LES ÉTOILES AU CIEL INCOMMENSURABLE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TU PLACES LES ÉTOILES AU CIEL ET TU CONNAIS LEUR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NOUS TOMBONS À GENOUX DEVANT TOI EN PROCLAMANT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TU PLACES LES ÉTOILES AU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INCOMMENSURABLE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INEXPLICABLE QUI PEUT TE DÉCRIRE OU TE CONTENIR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INCOMMENSURABLE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TU ES INDESCRIPTIBLE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FROM THE HIGHEST OF HEIGHTS TO THE DEPTHS OF THE SEA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CREATION'S REVEALING YOUR MAJESTY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FROM THE COLORS OF FALL TO THE FRAGRANCE OF SPRING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EVERY CREATURE UNIQUE IN THE SONG THAT IT SINGS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ALL EXCLAIMING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YOU ARE AMAZING GOD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WHO HAS TOLD EVERY LIGHTNING BOLT WHERE IT SHOULD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OR SEEN HEAVENLY STOREHOUSES LADEN WITH SNOW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WHO IMAGINED THE SUN AND GIVES SOURCE TO ITS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YET CONCEALS IT TO BRING US THE COOLNESS OF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NONE CAN FATHOM  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YOU ARE AMAZING GOD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CAN'T EXPLAIN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YOU PLACES THE STARS IN THE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CAN'T CONTAIN  YOU'RE ALL POWERFUL YOU'RE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CAN'T EXPLAIN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YOU PLACES THE STARS IN THE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61-  CAN'T CONTAIN  YOU'RE ALL POWERFUL, YOU'RE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62-  AWESTRUCK WE FALL TO OUR KNEES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64-  YOU PLACED THE STARS IN THE SKY 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65-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66- 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67-  AWESTRUCK WE FALL TO OUR KNEES 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68-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b="1" i="1" dirty="0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DES PROFONDEURS DES MERS AUX MONTAGNES ÉLEVÉES</a:t>
            </a:r>
          </a:p>
          <a:p>
            <a:pPr>
              <a:defRPr/>
            </a:pPr>
            <a:r>
              <a:rPr lang="fr-FR" smtClean="0"/>
              <a:t>From the highest of heights to the depths of the sea</a:t>
            </a:r>
          </a:p>
          <a:p>
            <a:pPr>
              <a:defRPr/>
            </a:pPr>
            <a:r>
              <a:rPr lang="fr-FR" smtClean="0"/>
              <a:t>2-  LA CRÉATION RÉVÈLE TA MAJESTÉ</a:t>
            </a:r>
          </a:p>
          <a:p>
            <a:pPr>
              <a:defRPr/>
            </a:pPr>
            <a:r>
              <a:rPr lang="fr-FR" smtClean="0"/>
              <a:t>Creation's revealing Your majesty 
3-  DES COULEURS DE L’AUTOMNE  AUX PARFUMS DU PRINTEMPS</a:t>
            </a:r>
          </a:p>
          <a:p>
            <a:pPr>
              <a:defRPr/>
            </a:pPr>
            <a:r>
              <a:rPr lang="fr-FR" smtClean="0"/>
              <a:t>From the colors of fall to the fragrance of spring 
4-  CHAQUE CRÉATURE UNIQUE TE CHANTE UN NOUVEAU CHANT </a:t>
            </a:r>
          </a:p>
          <a:p>
            <a:pPr>
              <a:defRPr/>
            </a:pPr>
            <a:r>
              <a:rPr lang="fr-FR" smtClean="0"/>
              <a:t>Every creature unique in the song that it sings
5-  TOUTES S’EXCLAMANT</a:t>
            </a:r>
          </a:p>
          <a:p>
            <a:pPr>
              <a:defRPr/>
            </a:pPr>
            <a:r>
              <a:rPr lang="fr-FR" smtClean="0"/>
              <a:t>All exclaiming</a:t>
            </a:r>
          </a:p>
          <a:p>
            <a:pPr>
              <a:defRPr/>
            </a:pPr>
            <a:r>
              <a:rPr lang="fr-FR" smtClean="0"/>
              <a:t> 
	6-  QUI PEUT TE DÉCRIRE OU TE CONTENIR ? </a:t>
            </a:r>
          </a:p>
          <a:p>
            <a:pPr>
              <a:defRPr/>
            </a:pPr>
            <a:r>
              <a:rPr lang="fr-FR" smtClean="0"/>
              <a:t>	Indescribable, uncontainable,
	7-  TU PLACES LES ÉTOILES AU CIEL ET TU CONNAIS LEUR NOM </a:t>
            </a:r>
          </a:p>
          <a:p>
            <a:pPr>
              <a:defRPr/>
            </a:pPr>
            <a:r>
              <a:rPr lang="fr-FR" smtClean="0"/>
              <a:t>	You placed the stars in the sky and You know them by name</a:t>
            </a:r>
          </a:p>
          <a:p>
            <a:pPr>
              <a:defRPr/>
            </a:pPr>
            <a:r>
              <a:rPr lang="fr-FR" smtClean="0"/>
              <a:t>	8-  TU ES UN DIEU SI GRAND</a:t>
            </a:r>
          </a:p>
          <a:p>
            <a:pPr>
              <a:defRPr/>
            </a:pPr>
            <a:r>
              <a:rPr lang="fr-FR" smtClean="0"/>
              <a:t>	You are amazing God 
	9-  DIEU TOUT-PUISSANT, IMPRESSIONNANT</a:t>
            </a:r>
          </a:p>
          <a:p>
            <a:pPr>
              <a:defRPr/>
            </a:pPr>
            <a:r>
              <a:rPr lang="fr-FR" smtClean="0"/>
              <a:t>	All powerful, untamable, 
	10-  NOUS TOMBONS À GENOUX DEVANT TOI EN PROCLAMANT</a:t>
            </a:r>
          </a:p>
          <a:p>
            <a:pPr>
              <a:defRPr/>
            </a:pPr>
            <a:r>
              <a:rPr lang="fr-FR" smtClean="0"/>
              <a:t>	Awestruck we fall to our knees as we humbly proclaim</a:t>
            </a:r>
          </a:p>
          <a:p>
            <a:pPr>
              <a:defRPr/>
            </a:pPr>
            <a:r>
              <a:rPr lang="fr-FR" smtClean="0"/>
              <a:t>	11- TU ES UN DIEU SI GRAND</a:t>
            </a:r>
          </a:p>
          <a:p>
            <a:pPr>
              <a:defRPr/>
            </a:pPr>
            <a:r>
              <a:rPr lang="fr-FR" smtClean="0"/>
              <a:t>	You are amazing God</a:t>
            </a:r>
          </a:p>
          <a:p>
            <a:pPr>
              <a:defRPr/>
            </a:pPr>
            <a:r>
              <a:rPr lang="fr-FR" smtClean="0"/>
              <a:t> 
12-  QUI COMMANDE AUX ÉCLAIRS DU TONNERRE OÙ ALLER ?</a:t>
            </a:r>
          </a:p>
          <a:p>
            <a:pPr>
              <a:defRPr/>
            </a:pPr>
            <a:r>
              <a:rPr lang="fr-FR" smtClean="0"/>
              <a:t>Who has told every lightning bolt where it should go 
13-  QUI ORDONNE À LA NEIGE EN QUEL LIEU SE POSER ? </a:t>
            </a:r>
          </a:p>
          <a:p>
            <a:pPr>
              <a:defRPr/>
            </a:pPr>
            <a:r>
              <a:rPr lang="fr-FR" smtClean="0"/>
              <a:t>Or seen heavenly storehouses laden with snow</a:t>
            </a:r>
          </a:p>
          <a:p>
            <a:pPr>
              <a:defRPr/>
            </a:pPr>
            <a:r>
              <a:rPr lang="fr-FR" smtClean="0"/>
              <a:t>14-  QUI CRÉA LE SOLEIL SA LUMIÈRE INFINIE ? </a:t>
            </a:r>
          </a:p>
          <a:p>
            <a:pPr>
              <a:defRPr/>
            </a:pPr>
            <a:r>
              <a:rPr lang="fr-FR" smtClean="0"/>
              <a:t>Who imagined the sun and gives source to its light</a:t>
            </a:r>
          </a:p>
          <a:p>
            <a:pPr>
              <a:defRPr/>
            </a:pPr>
            <a:r>
              <a:rPr lang="fr-FR" smtClean="0"/>
              <a:t>15-  ET LE CACHE POUR OFFRIR LA FRAÎCHEUR DE LA NUIT</a:t>
            </a:r>
          </a:p>
          <a:p>
            <a:pPr>
              <a:defRPr/>
            </a:pPr>
            <a:r>
              <a:rPr lang="fr-FR" smtClean="0"/>
              <a:t>Yet conceals it to bring us the coolness of night 
16-  QUI TE SONDERA ? </a:t>
            </a:r>
          </a:p>
          <a:p>
            <a:pPr>
              <a:defRPr/>
            </a:pPr>
            <a:r>
              <a:rPr lang="fr-FR" smtClean="0"/>
              <a:t>None can fathom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INEXPLICABLE QUI PEUT TE DÉCRIRE OU TE CONTENIR ?</a:t>
            </a:r>
          </a:p>
          <a:p>
            <a:pPr>
              <a:defRPr/>
            </a:pPr>
            <a:r>
              <a:rPr lang="fr-FR" smtClean="0"/>
              <a:t>18-  TU PLACES LES ÉTOILES AU CIEL INCOMMENSURABLE</a:t>
            </a:r>
          </a:p>
          <a:p>
            <a:pPr>
              <a:defRPr/>
            </a:pPr>
            <a:r>
              <a:rPr lang="fr-FR" smtClean="0"/>
              <a:t>19-  DIEU TOUT-PUISSANT, IMPRESSIONNANT</a:t>
            </a:r>
          </a:p>
          <a:p>
            <a:pPr>
              <a:defRPr/>
            </a:pPr>
            <a:r>
              <a:rPr lang="fr-FR" smtClean="0"/>
              <a:t>20-  FORMIDABLE NOUS TOMBONS À GENOUX DEVANT TOI</a:t>
            </a:r>
          </a:p>
          <a:p>
            <a:pPr>
              <a:defRPr/>
            </a:pPr>
            <a:r>
              <a:rPr lang="fr-FR" smtClean="0"/>
              <a:t>21-  INEXPLICABLE QUI PEUT TE DÉCRIRE OU TE CONTENIR ?</a:t>
            </a:r>
          </a:p>
          <a:p>
            <a:pPr>
              <a:defRPr/>
            </a:pPr>
            <a:r>
              <a:rPr lang="fr-FR" smtClean="0"/>
              <a:t>22-  TU PLACES LES ÉTOILES AU CIEL INCOMMENSURABLE</a:t>
            </a:r>
          </a:p>
          <a:p>
            <a:pPr>
              <a:defRPr/>
            </a:pPr>
            <a:r>
              <a:rPr lang="fr-FR" smtClean="0"/>
              <a:t>23-  DIEU TOUT-PUISSANT, IMPRESSIONNANT</a:t>
            </a:r>
          </a:p>
          <a:p>
            <a:pPr>
              <a:defRPr/>
            </a:pPr>
            <a:r>
              <a:rPr lang="fr-FR" smtClean="0"/>
              <a:t>24-  FORMIDABLE NOUS TOMBONS À GENOUX DEVANT TOI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QUI PEUT TE DÉCRIRE OU TE CONTENIR ?</a:t>
            </a:r>
          </a:p>
          <a:p>
            <a:pPr>
              <a:defRPr/>
            </a:pPr>
            <a:r>
              <a:rPr lang="fr-FR" smtClean="0"/>
              <a:t>26-  TU PLACES LES ÉTOILES AU CIEL ET TU CONNAIS LEUR NOM</a:t>
            </a:r>
          </a:p>
          <a:p>
            <a:pPr>
              <a:defRPr/>
            </a:pPr>
            <a:r>
              <a:rPr lang="fr-FR" smtClean="0"/>
              <a:t>27-  TU ES UN DIEU SI GRAND</a:t>
            </a:r>
          </a:p>
          <a:p>
            <a:pPr>
              <a:defRPr/>
            </a:pPr>
            <a:r>
              <a:rPr lang="fr-FR" smtClean="0"/>
              <a:t>28-  DIEU TOUT-PUISSANT, IMPRESSIONNANT</a:t>
            </a:r>
          </a:p>
          <a:p>
            <a:pPr>
              <a:defRPr/>
            </a:pPr>
            <a:r>
              <a:rPr lang="fr-FR" smtClean="0"/>
              <a:t>29-  NOUS TOMBONS À GENOUX DEVANT TOI EN PROCLAMANT</a:t>
            </a:r>
          </a:p>
          <a:p>
            <a:pPr>
              <a:defRPr/>
            </a:pPr>
            <a:r>
              <a:rPr lang="fr-FR" smtClean="0"/>
              <a:t>30-  TU ES UN DIEU SI GRAND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INEXPLICABLE QUI PEUT TE DÉCRIRE OU TE CONTENIR ?</a:t>
            </a:r>
          </a:p>
          <a:p>
            <a:pPr>
              <a:defRPr/>
            </a:pPr>
            <a:r>
              <a:rPr lang="fr-FR" smtClean="0"/>
              <a:t>32-  TU PLACES LES ÉTOILES AU CIEL</a:t>
            </a:r>
          </a:p>
          <a:p>
            <a:pPr>
              <a:defRPr/>
            </a:pPr>
            <a:r>
              <a:rPr lang="fr-FR" smtClean="0"/>
              <a:t>33-  INCOMMENSURABLE DIEU TOUT-PUISSANT, IMPRESSIONNANT</a:t>
            </a:r>
          </a:p>
          <a:p>
            <a:pPr>
              <a:defRPr/>
            </a:pPr>
            <a:r>
              <a:rPr lang="fr-FR" smtClean="0"/>
              <a:t>34-  FORMIDABLE NOUS TOMBONS À GENOUX DEVANT TOI</a:t>
            </a:r>
          </a:p>
          <a:p>
            <a:pPr>
              <a:defRPr/>
            </a:pPr>
            <a:r>
              <a:rPr lang="fr-FR" smtClean="0"/>
              <a:t>35-  INEXPLICABLE QUI PEUT TE DÉCRIRE OU TE CONTENIR ? </a:t>
            </a:r>
          </a:p>
          <a:p>
            <a:pPr>
              <a:defRPr/>
            </a:pPr>
            <a:r>
              <a:rPr lang="fr-FR" smtClean="0"/>
              <a:t>36-  INCOMMENSURABLE DIEU TOUT-PUISSANT, IMPRESSIONNANT</a:t>
            </a:r>
          </a:p>
          <a:p>
            <a:pPr>
              <a:defRPr/>
            </a:pPr>
            <a:r>
              <a:rPr lang="fr-FR" smtClean="0"/>
              <a:t>37-  TU ES INDESCRIPTIBLE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**************************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FROM THE HIGHEST OF HEIGHTS TO THE DEPTHS OF THE SEA</a:t>
            </a:r>
          </a:p>
          <a:p>
            <a:pPr>
              <a:defRPr/>
            </a:pPr>
            <a:r>
              <a:rPr lang="fr-FR" smtClean="0"/>
              <a:t>39-  CREATION'S REVEALING YOUR MAJESTY</a:t>
            </a:r>
          </a:p>
          <a:p>
            <a:pPr>
              <a:defRPr/>
            </a:pPr>
            <a:r>
              <a:rPr lang="fr-FR" smtClean="0"/>
              <a:t>40-  FROM THE COLORS OF FALL TO THE FRAGRANCE OF SPRING</a:t>
            </a:r>
          </a:p>
          <a:p>
            <a:pPr>
              <a:defRPr/>
            </a:pPr>
            <a:r>
              <a:rPr lang="fr-FR" smtClean="0"/>
              <a:t>41-  EVERY CREATURE UNIQUE IN THE SONG THAT IT SINGS</a:t>
            </a:r>
          </a:p>
          <a:p>
            <a:pPr>
              <a:defRPr/>
            </a:pPr>
            <a:r>
              <a:rPr lang="fr-FR" smtClean="0"/>
              <a:t>42-  ALL EXCLAIMING INDESCRIBABLE, UNCONTAINABLE</a:t>
            </a:r>
          </a:p>
          <a:p>
            <a:pPr>
              <a:defRPr/>
            </a:pPr>
            <a:r>
              <a:rPr lang="fr-FR" smtClean="0"/>
              <a:t>43-  YOU PLACED THE STARS IN THE SKY AND YOU KNOW THEM BY NAME</a:t>
            </a:r>
          </a:p>
          <a:p>
            <a:pPr>
              <a:defRPr/>
            </a:pPr>
            <a:r>
              <a:rPr lang="fr-FR" smtClean="0"/>
              <a:t>44-  YOU ARE AMAZING GOD ALL POWERFUL, UNTAMABLE</a:t>
            </a:r>
          </a:p>
          <a:p>
            <a:pPr>
              <a:defRPr/>
            </a:pPr>
            <a:r>
              <a:rPr lang="fr-FR" smtClean="0"/>
              <a:t>45-  AWESTRUCK WE FALL TO OUR KNEES AS WE HUMBLY PROCLAIM</a:t>
            </a:r>
          </a:p>
          <a:p>
            <a:pPr>
              <a:defRPr/>
            </a:pPr>
            <a:r>
              <a:rPr lang="fr-FR" smtClean="0"/>
              <a:t>46-  YOU ARE AMAZING GOD</a:t>
            </a:r>
          </a:p>
          <a:p>
            <a:pPr>
              <a:defRPr/>
            </a:pPr>
            <a:r>
              <a:rPr lang="fr-FR" smtClean="0"/>
              <a:t>47-  WHO HAS TOLD EVERY LIGHTNING BOLT WHERE IT SHOULD GO</a:t>
            </a:r>
          </a:p>
          <a:p>
            <a:pPr>
              <a:defRPr/>
            </a:pPr>
            <a:r>
              <a:rPr lang="fr-FR" smtClean="0"/>
              <a:t>48-  OR SEEN HEAVENLY STOREHOUSES LADEN WITH SNOW</a:t>
            </a:r>
          </a:p>
          <a:p>
            <a:pPr>
              <a:defRPr/>
            </a:pPr>
            <a:r>
              <a:rPr lang="fr-FR" smtClean="0"/>
              <a:t>49-  WHO IMAGINED THE SUN AND GIVES SOURCE TO ITS LIGHT</a:t>
            </a:r>
          </a:p>
          <a:p>
            <a:pPr>
              <a:defRPr/>
            </a:pPr>
            <a:r>
              <a:rPr lang="fr-FR" smtClean="0"/>
              <a:t>50-  YET CONCEALS IT TO BRING US THE COOLNESS OF NIGHT</a:t>
            </a:r>
          </a:p>
          <a:p>
            <a:pPr>
              <a:defRPr/>
            </a:pPr>
            <a:r>
              <a:rPr lang="fr-FR" smtClean="0"/>
              <a:t>51-  NONE CAN FATHOM  INDESCRIBABLE, UNCONTAINABLE</a:t>
            </a:r>
          </a:p>
          <a:p>
            <a:pPr>
              <a:defRPr/>
            </a:pPr>
            <a:r>
              <a:rPr lang="fr-FR" smtClean="0"/>
              <a:t>52-  YOU PLACED THE STARS IN THE SKY AND YOU KNOW THEM BY NAME</a:t>
            </a:r>
          </a:p>
          <a:p>
            <a:pPr>
              <a:defRPr/>
            </a:pPr>
            <a:r>
              <a:rPr lang="fr-FR" smtClean="0"/>
              <a:t>53-  YOU ARE AMAZING GOD ALL POWERFUL, UNTAMABLE</a:t>
            </a:r>
          </a:p>
          <a:p>
            <a:pPr>
              <a:defRPr/>
            </a:pPr>
            <a:r>
              <a:rPr lang="fr-FR" smtClean="0"/>
              <a:t>54-  AWESTRUCK WE FALL TO OUR KNEES AS WE HUMBLY PROCLAIM</a:t>
            </a:r>
          </a:p>
          <a:p>
            <a:pPr>
              <a:defRPr/>
            </a:pPr>
            <a:r>
              <a:rPr lang="fr-FR" smtClean="0"/>
              <a:t>55-  YOU ARE AMAZING GOD</a:t>
            </a:r>
          </a:p>
          <a:p>
            <a:pPr>
              <a:defRPr/>
            </a:pPr>
            <a:r>
              <a:rPr lang="fr-FR" smtClean="0"/>
              <a:t>56-  CAN'T EXPLAIN INDESCRIBABLE, UNCONTAINABLE</a:t>
            </a:r>
          </a:p>
          <a:p>
            <a:pPr>
              <a:defRPr/>
            </a:pPr>
            <a:r>
              <a:rPr lang="fr-FR" smtClean="0"/>
              <a:t>57-  YOU PLACES THE STARS IN THE SKY</a:t>
            </a:r>
          </a:p>
          <a:p>
            <a:pPr>
              <a:defRPr/>
            </a:pPr>
            <a:r>
              <a:rPr lang="fr-FR" smtClean="0"/>
              <a:t>58-  CAN'T CONTAIN  YOU'RE ALL POWERFUL YOU'RE UNTAMABLE</a:t>
            </a:r>
          </a:p>
          <a:p>
            <a:pPr>
              <a:defRPr/>
            </a:pPr>
            <a:r>
              <a:rPr lang="fr-FR" smtClean="0"/>
              <a:t>59-  CAN'T EXPLAIN INDESCRIBABLE, UNCONTAINABLE</a:t>
            </a:r>
          </a:p>
          <a:p>
            <a:pPr>
              <a:defRPr/>
            </a:pPr>
            <a:r>
              <a:rPr lang="fr-FR" smtClean="0"/>
              <a:t>60-  YOU PLACES THE STARS IN THE SKY</a:t>
            </a:r>
          </a:p>
          <a:p>
            <a:pPr>
              <a:defRPr/>
            </a:pPr>
            <a:r>
              <a:rPr lang="fr-FR" smtClean="0"/>
              <a:t>61-  CAN'T CONTAIN  YOU'RE ALL POWERFUL, YOU'RE UNTAMABLE</a:t>
            </a:r>
          </a:p>
          <a:p>
            <a:pPr>
              <a:defRPr/>
            </a:pPr>
            <a:r>
              <a:rPr lang="fr-FR" smtClean="0"/>
              <a:t>62-  AWESTRUCK WE FALL TO OUR KNEES</a:t>
            </a:r>
          </a:p>
          <a:p>
            <a:pPr>
              <a:defRPr/>
            </a:pPr>
            <a:r>
              <a:rPr lang="fr-FR" smtClean="0"/>
              <a:t>63-  INDESCRIBABLE, UNCONTAINABLE</a:t>
            </a:r>
          </a:p>
          <a:p>
            <a:pPr>
              <a:defRPr/>
            </a:pPr>
            <a:r>
              <a:rPr lang="fr-FR" smtClean="0"/>
              <a:t>64-  YOU PLACED THE STARS IN THE SKY  YOU KNOW THEM BY NAME</a:t>
            </a:r>
          </a:p>
          <a:p>
            <a:pPr>
              <a:defRPr/>
            </a:pPr>
            <a:r>
              <a:rPr lang="fr-FR" smtClean="0"/>
              <a:t>65-  YOU ARE AMAZING GOD</a:t>
            </a:r>
          </a:p>
          <a:p>
            <a:pPr>
              <a:defRPr/>
            </a:pPr>
            <a:r>
              <a:rPr lang="fr-FR" smtClean="0"/>
              <a:t>66-  ALL POWERFUL, UNTAMABLE</a:t>
            </a:r>
          </a:p>
          <a:p>
            <a:pPr>
              <a:defRPr/>
            </a:pPr>
            <a:r>
              <a:rPr lang="fr-FR" smtClean="0"/>
              <a:t>67-  AWESTRUCK WE FALL TO OUR KNEES  AS WE HUMBLY PROCLAIM</a:t>
            </a:r>
          </a:p>
          <a:p>
            <a:pPr>
              <a:defRPr/>
            </a:pPr>
            <a:r>
              <a:rPr lang="fr-FR" smtClean="0"/>
              <a:t>68-  YOU ARE AMAZING GOD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DES PROFONDEURS DES MERS AUX MONTAGNES ÉLEVÉES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highest of heights to the depths of the sea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LA CRÉATION RÉVÈLE TA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Creation's revealing Your majesty 
3-  DES COULEURS DE L’AUTOMNE  AUX PARFUMS DU PRINTEMPS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colors of fall to the fragrance of spring 
4-  CHAQUE CRÉATURE UNIQUE TE CHANTE UN NOUVEAU CHANT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creature unique in the song that it sings
5-  TOUTES S’EXCLAMANT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exclaiming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	6-  QUI PEUT TE DÉCRIRE OU TE CONTENIR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Indescribable, uncontainable,
	7-  TU PLACES LES ÉTOILES AU CIEL ET TU CONNAIS LEUR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amazing God 
	9-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All powerful, untamable, 
	10-  NOUS TOMBONS À GENOUX DEVANT TOI EN PROCLAMANT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12-  QUI COMMANDE AUX ÉCLAIRS DU TONNERRE OÙ ALLER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has told every lightning bolt where it should go 
13-  QUI ORDONNE À LA NEIGE EN QUEL LIEU SE POSER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Or seen heavenly storehouses laden with snow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QUI CRÉA LE SOLEIL SA LUMIÈRE INFINIE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imagined the sun and gives source to its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ET LE CACHE POUR OFFRIR LA FRAÎCHEUR DE LA NUIT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Yet conceals it to bring us the coolness of night 
16-  QUI TE SONDERA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None can fathom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PLACES LES ÉTOILES AU CIEL INCOMMENSURABLE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TU PLACES LES ÉTOILES AU CIEL INCOMMENSURABLE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TU PLACES LES ÉTOILES AU CIEL ET TU CONNAIS LEUR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NOUS TOMBONS À GENOUX DEVANT TOI EN PROCLAMANT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TU PLACES LES ÉTOILES AU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INCOMMENSURABLE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INEXPLICABLE QUI PEUT TE DÉCRIRE OU TE CONTENIR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INCOMMENSURABLE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TU ES INDESCRIPTIBLE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FROM THE HIGHEST OF HEIGHTS TO THE DEPTHS OF THE SEA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CREATION'S REVEALING YOUR MAJESTY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FROM THE COLORS OF FALL TO THE FRAGRANCE OF SPRING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EVERY CREATURE UNIQUE IN THE SONG THAT IT SINGS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ALL EXCLAIMING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YOU ARE AMAZING GOD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WHO HAS TOLD EVERY LIGHTNING BOLT WHERE IT SHOULD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OR SEEN HEAVENLY STOREHOUSES LADEN WITH SNOW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WHO IMAGINED THE SUN AND GIVES SOURCE TO ITS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YET CONCEALS IT TO BRING US THE COOLNESS OF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NONE CAN FATHOM  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YOU ARE AMAZING GOD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CAN'T EXPLAIN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YOU PLACES THE STARS IN THE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CAN'T CONTAIN  YOU'RE ALL POWERFUL YOU'RE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CAN'T EXPLAIN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YOU PLACES THE STARS IN THE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61-  CAN'T CONTAIN  YOU'RE ALL POWERFUL, YOU'RE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62-  AWESTRUCK WE FALL TO OUR KNEES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64-  YOU PLACED THE STARS IN THE SKY 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65-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66- 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67-  AWESTRUCK WE FALL TO OUR KNEES 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68-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b="1" i="1" dirty="0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DES PROFONDEURS DES MERS AUX MONTAGNES ÉLEVÉES</a:t>
            </a:r>
          </a:p>
          <a:p>
            <a:pPr>
              <a:defRPr/>
            </a:pPr>
            <a:r>
              <a:rPr lang="fr-FR" smtClean="0"/>
              <a:t>From the highest of heights to the depths of the sea</a:t>
            </a:r>
          </a:p>
          <a:p>
            <a:pPr>
              <a:defRPr/>
            </a:pPr>
            <a:r>
              <a:rPr lang="fr-FR" smtClean="0"/>
              <a:t>2-  LA CRÉATION RÉVÈLE TA MAJESTÉ</a:t>
            </a:r>
          </a:p>
          <a:p>
            <a:pPr>
              <a:defRPr/>
            </a:pPr>
            <a:r>
              <a:rPr lang="fr-FR" smtClean="0"/>
              <a:t>Creation's revealing Your majesty 
3-  DES COULEURS DE L’AUTOMNE  AUX PARFUMS DU PRINTEMPS</a:t>
            </a:r>
          </a:p>
          <a:p>
            <a:pPr>
              <a:defRPr/>
            </a:pPr>
            <a:r>
              <a:rPr lang="fr-FR" smtClean="0"/>
              <a:t>From the colors of fall to the fragrance of spring 
4-  CHAQUE CRÉATURE UNIQUE TE CHANTE UN NOUVEAU CHANT </a:t>
            </a:r>
          </a:p>
          <a:p>
            <a:pPr>
              <a:defRPr/>
            </a:pPr>
            <a:r>
              <a:rPr lang="fr-FR" smtClean="0"/>
              <a:t>Every creature unique in the song that it sings
5-  TOUTES S’EXCLAMANT</a:t>
            </a:r>
          </a:p>
          <a:p>
            <a:pPr>
              <a:defRPr/>
            </a:pPr>
            <a:r>
              <a:rPr lang="fr-FR" smtClean="0"/>
              <a:t>All exclaiming</a:t>
            </a:r>
          </a:p>
          <a:p>
            <a:pPr>
              <a:defRPr/>
            </a:pPr>
            <a:r>
              <a:rPr lang="fr-FR" smtClean="0"/>
              <a:t> 
	6-  QUI PEUT TE DÉCRIRE OU TE CONTENIR ? </a:t>
            </a:r>
          </a:p>
          <a:p>
            <a:pPr>
              <a:defRPr/>
            </a:pPr>
            <a:r>
              <a:rPr lang="fr-FR" smtClean="0"/>
              <a:t>	Indescribable, uncontainable,
	7-  TU PLACES LES ÉTOILES AU CIEL ET TU CONNAIS LEUR NOM </a:t>
            </a:r>
          </a:p>
          <a:p>
            <a:pPr>
              <a:defRPr/>
            </a:pPr>
            <a:r>
              <a:rPr lang="fr-FR" smtClean="0"/>
              <a:t>	You placed the stars in the sky and You know them by name</a:t>
            </a:r>
          </a:p>
          <a:p>
            <a:pPr>
              <a:defRPr/>
            </a:pPr>
            <a:r>
              <a:rPr lang="fr-FR" smtClean="0"/>
              <a:t>	8-  TU ES UN DIEU SI GRAND</a:t>
            </a:r>
          </a:p>
          <a:p>
            <a:pPr>
              <a:defRPr/>
            </a:pPr>
            <a:r>
              <a:rPr lang="fr-FR" smtClean="0"/>
              <a:t>	You are amazing God 
	9-  DIEU TOUT-PUISSANT, IMPRESSIONNANT</a:t>
            </a:r>
          </a:p>
          <a:p>
            <a:pPr>
              <a:defRPr/>
            </a:pPr>
            <a:r>
              <a:rPr lang="fr-FR" smtClean="0"/>
              <a:t>	All powerful, untamable, 
	10-  NOUS TOMBONS À GENOUX DEVANT TOI EN PROCLAMANT</a:t>
            </a:r>
          </a:p>
          <a:p>
            <a:pPr>
              <a:defRPr/>
            </a:pPr>
            <a:r>
              <a:rPr lang="fr-FR" smtClean="0"/>
              <a:t>	Awestruck we fall to our knees as we humbly proclaim</a:t>
            </a:r>
          </a:p>
          <a:p>
            <a:pPr>
              <a:defRPr/>
            </a:pPr>
            <a:r>
              <a:rPr lang="fr-FR" smtClean="0"/>
              <a:t>	11- TU ES UN DIEU SI GRAND</a:t>
            </a:r>
          </a:p>
          <a:p>
            <a:pPr>
              <a:defRPr/>
            </a:pPr>
            <a:r>
              <a:rPr lang="fr-FR" smtClean="0"/>
              <a:t>	You are amazing God</a:t>
            </a:r>
          </a:p>
          <a:p>
            <a:pPr>
              <a:defRPr/>
            </a:pPr>
            <a:r>
              <a:rPr lang="fr-FR" smtClean="0"/>
              <a:t> 
12-  QUI COMMANDE AUX ÉCLAIRS DU TONNERRE OÙ ALLER ?</a:t>
            </a:r>
          </a:p>
          <a:p>
            <a:pPr>
              <a:defRPr/>
            </a:pPr>
            <a:r>
              <a:rPr lang="fr-FR" smtClean="0"/>
              <a:t>Who has told every lightning bolt where it should go 
13-  QUI ORDONNE À LA NEIGE EN QUEL LIEU SE POSER ? </a:t>
            </a:r>
          </a:p>
          <a:p>
            <a:pPr>
              <a:defRPr/>
            </a:pPr>
            <a:r>
              <a:rPr lang="fr-FR" smtClean="0"/>
              <a:t>Or seen heavenly storehouses laden with snow</a:t>
            </a:r>
          </a:p>
          <a:p>
            <a:pPr>
              <a:defRPr/>
            </a:pPr>
            <a:r>
              <a:rPr lang="fr-FR" smtClean="0"/>
              <a:t>14-  QUI CRÉA LE SOLEIL SA LUMIÈRE INFINIE ? </a:t>
            </a:r>
          </a:p>
          <a:p>
            <a:pPr>
              <a:defRPr/>
            </a:pPr>
            <a:r>
              <a:rPr lang="fr-FR" smtClean="0"/>
              <a:t>Who imagined the sun and gives source to its light</a:t>
            </a:r>
          </a:p>
          <a:p>
            <a:pPr>
              <a:defRPr/>
            </a:pPr>
            <a:r>
              <a:rPr lang="fr-FR" smtClean="0"/>
              <a:t>15-  ET LE CACHE POUR OFFRIR LA FRAÎCHEUR DE LA NUIT</a:t>
            </a:r>
          </a:p>
          <a:p>
            <a:pPr>
              <a:defRPr/>
            </a:pPr>
            <a:r>
              <a:rPr lang="fr-FR" smtClean="0"/>
              <a:t>Yet conceals it to bring us the coolness of night 
16-  QUI TE SONDERA ? </a:t>
            </a:r>
          </a:p>
          <a:p>
            <a:pPr>
              <a:defRPr/>
            </a:pPr>
            <a:r>
              <a:rPr lang="fr-FR" smtClean="0"/>
              <a:t>None can fathom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INEXPLICABLE QUI PEUT TE DÉCRIRE OU TE CONTENIR ?</a:t>
            </a:r>
          </a:p>
          <a:p>
            <a:pPr>
              <a:defRPr/>
            </a:pPr>
            <a:r>
              <a:rPr lang="fr-FR" smtClean="0"/>
              <a:t>18-  TU PLACES LES ÉTOILES AU CIEL INCOMMENSURABLE</a:t>
            </a:r>
          </a:p>
          <a:p>
            <a:pPr>
              <a:defRPr/>
            </a:pPr>
            <a:r>
              <a:rPr lang="fr-FR" smtClean="0"/>
              <a:t>19-  DIEU TOUT-PUISSANT, IMPRESSIONNANT</a:t>
            </a:r>
          </a:p>
          <a:p>
            <a:pPr>
              <a:defRPr/>
            </a:pPr>
            <a:r>
              <a:rPr lang="fr-FR" smtClean="0"/>
              <a:t>20-  FORMIDABLE NOUS TOMBONS À GENOUX DEVANT TOI</a:t>
            </a:r>
          </a:p>
          <a:p>
            <a:pPr>
              <a:defRPr/>
            </a:pPr>
            <a:r>
              <a:rPr lang="fr-FR" smtClean="0"/>
              <a:t>21-  INEXPLICABLE QUI PEUT TE DÉCRIRE OU TE CONTENIR ?</a:t>
            </a:r>
          </a:p>
          <a:p>
            <a:pPr>
              <a:defRPr/>
            </a:pPr>
            <a:r>
              <a:rPr lang="fr-FR" smtClean="0"/>
              <a:t>22-  TU PLACES LES ÉTOILES AU CIEL INCOMMENSURABLE</a:t>
            </a:r>
          </a:p>
          <a:p>
            <a:pPr>
              <a:defRPr/>
            </a:pPr>
            <a:r>
              <a:rPr lang="fr-FR" smtClean="0"/>
              <a:t>23-  DIEU TOUT-PUISSANT, IMPRESSIONNANT</a:t>
            </a:r>
          </a:p>
          <a:p>
            <a:pPr>
              <a:defRPr/>
            </a:pPr>
            <a:r>
              <a:rPr lang="fr-FR" smtClean="0"/>
              <a:t>24-  FORMIDABLE NOUS TOMBONS À GENOUX DEVANT TOI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QUI PEUT TE DÉCRIRE OU TE CONTENIR ?</a:t>
            </a:r>
          </a:p>
          <a:p>
            <a:pPr>
              <a:defRPr/>
            </a:pPr>
            <a:r>
              <a:rPr lang="fr-FR" smtClean="0"/>
              <a:t>26-  TU PLACES LES ÉTOILES AU CIEL ET TU CONNAIS LEUR NOM</a:t>
            </a:r>
          </a:p>
          <a:p>
            <a:pPr>
              <a:defRPr/>
            </a:pPr>
            <a:r>
              <a:rPr lang="fr-FR" smtClean="0"/>
              <a:t>27-  TU ES UN DIEU SI GRAND</a:t>
            </a:r>
          </a:p>
          <a:p>
            <a:pPr>
              <a:defRPr/>
            </a:pPr>
            <a:r>
              <a:rPr lang="fr-FR" smtClean="0"/>
              <a:t>28-  DIEU TOUT-PUISSANT, IMPRESSIONNANT</a:t>
            </a:r>
          </a:p>
          <a:p>
            <a:pPr>
              <a:defRPr/>
            </a:pPr>
            <a:r>
              <a:rPr lang="fr-FR" smtClean="0"/>
              <a:t>29-  NOUS TOMBONS À GENOUX DEVANT TOI EN PROCLAMANT</a:t>
            </a:r>
          </a:p>
          <a:p>
            <a:pPr>
              <a:defRPr/>
            </a:pPr>
            <a:r>
              <a:rPr lang="fr-FR" smtClean="0"/>
              <a:t>30-  TU ES UN DIEU SI GRAND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INEXPLICABLE QUI PEUT TE DÉCRIRE OU TE CONTENIR ?</a:t>
            </a:r>
          </a:p>
          <a:p>
            <a:pPr>
              <a:defRPr/>
            </a:pPr>
            <a:r>
              <a:rPr lang="fr-FR" smtClean="0"/>
              <a:t>32-  TU PLACES LES ÉTOILES AU CIEL</a:t>
            </a:r>
          </a:p>
          <a:p>
            <a:pPr>
              <a:defRPr/>
            </a:pPr>
            <a:r>
              <a:rPr lang="fr-FR" smtClean="0"/>
              <a:t>33-  INCOMMENSURABLE DIEU TOUT-PUISSANT, IMPRESSIONNANT</a:t>
            </a:r>
          </a:p>
          <a:p>
            <a:pPr>
              <a:defRPr/>
            </a:pPr>
            <a:r>
              <a:rPr lang="fr-FR" smtClean="0"/>
              <a:t>34-  FORMIDABLE NOUS TOMBONS À GENOUX DEVANT TOI</a:t>
            </a:r>
          </a:p>
          <a:p>
            <a:pPr>
              <a:defRPr/>
            </a:pPr>
            <a:r>
              <a:rPr lang="fr-FR" smtClean="0"/>
              <a:t>35-  INEXPLICABLE QUI PEUT TE DÉCRIRE OU TE CONTENIR ? </a:t>
            </a:r>
          </a:p>
          <a:p>
            <a:pPr>
              <a:defRPr/>
            </a:pPr>
            <a:r>
              <a:rPr lang="fr-FR" smtClean="0"/>
              <a:t>36-  INCOMMENSURABLE DIEU TOUT-PUISSANT, IMPRESSIONNANT</a:t>
            </a:r>
          </a:p>
          <a:p>
            <a:pPr>
              <a:defRPr/>
            </a:pPr>
            <a:r>
              <a:rPr lang="fr-FR" smtClean="0"/>
              <a:t>37-  TU ES INDESCRIPTIBLE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**************************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FROM THE HIGHEST OF HEIGHTS TO THE DEPTHS OF THE SEA</a:t>
            </a:r>
          </a:p>
          <a:p>
            <a:pPr>
              <a:defRPr/>
            </a:pPr>
            <a:r>
              <a:rPr lang="fr-FR" smtClean="0"/>
              <a:t>39-  CREATION'S REVEALING YOUR MAJESTY</a:t>
            </a:r>
          </a:p>
          <a:p>
            <a:pPr>
              <a:defRPr/>
            </a:pPr>
            <a:r>
              <a:rPr lang="fr-FR" smtClean="0"/>
              <a:t>40-  FROM THE COLORS OF FALL TO THE FRAGRANCE OF SPRING</a:t>
            </a:r>
          </a:p>
          <a:p>
            <a:pPr>
              <a:defRPr/>
            </a:pPr>
            <a:r>
              <a:rPr lang="fr-FR" smtClean="0"/>
              <a:t>41-  EVERY CREATURE UNIQUE IN THE SONG THAT IT SINGS</a:t>
            </a:r>
          </a:p>
          <a:p>
            <a:pPr>
              <a:defRPr/>
            </a:pPr>
            <a:r>
              <a:rPr lang="fr-FR" smtClean="0"/>
              <a:t>42-  ALL EXCLAIMING INDESCRIBABLE, UNCONTAINABLE</a:t>
            </a:r>
          </a:p>
          <a:p>
            <a:pPr>
              <a:defRPr/>
            </a:pPr>
            <a:r>
              <a:rPr lang="fr-FR" smtClean="0"/>
              <a:t>43-  YOU PLACED THE STARS IN THE SKY AND YOU KNOW THEM BY NAME</a:t>
            </a:r>
          </a:p>
          <a:p>
            <a:pPr>
              <a:defRPr/>
            </a:pPr>
            <a:r>
              <a:rPr lang="fr-FR" smtClean="0"/>
              <a:t>44-  YOU ARE AMAZING GOD ALL POWERFUL, UNTAMABLE</a:t>
            </a:r>
          </a:p>
          <a:p>
            <a:pPr>
              <a:defRPr/>
            </a:pPr>
            <a:r>
              <a:rPr lang="fr-FR" smtClean="0"/>
              <a:t>45-  AWESTRUCK WE FALL TO OUR KNEES AS WE HUMBLY PROCLAIM</a:t>
            </a:r>
          </a:p>
          <a:p>
            <a:pPr>
              <a:defRPr/>
            </a:pPr>
            <a:r>
              <a:rPr lang="fr-FR" smtClean="0"/>
              <a:t>46-  YOU ARE AMAZING GOD</a:t>
            </a:r>
          </a:p>
          <a:p>
            <a:pPr>
              <a:defRPr/>
            </a:pPr>
            <a:r>
              <a:rPr lang="fr-FR" smtClean="0"/>
              <a:t>47-  WHO HAS TOLD EVERY LIGHTNING BOLT WHERE IT SHOULD GO</a:t>
            </a:r>
          </a:p>
          <a:p>
            <a:pPr>
              <a:defRPr/>
            </a:pPr>
            <a:r>
              <a:rPr lang="fr-FR" smtClean="0"/>
              <a:t>48-  OR SEEN HEAVENLY STOREHOUSES LADEN WITH SNOW</a:t>
            </a:r>
          </a:p>
          <a:p>
            <a:pPr>
              <a:defRPr/>
            </a:pPr>
            <a:r>
              <a:rPr lang="fr-FR" smtClean="0"/>
              <a:t>49-  WHO IMAGINED THE SUN AND GIVES SOURCE TO ITS LIGHT</a:t>
            </a:r>
          </a:p>
          <a:p>
            <a:pPr>
              <a:defRPr/>
            </a:pPr>
            <a:r>
              <a:rPr lang="fr-FR" smtClean="0"/>
              <a:t>50-  YET CONCEALS IT TO BRING US THE COOLNESS OF NIGHT</a:t>
            </a:r>
          </a:p>
          <a:p>
            <a:pPr>
              <a:defRPr/>
            </a:pPr>
            <a:r>
              <a:rPr lang="fr-FR" smtClean="0"/>
              <a:t>51-  NONE CAN FATHOM  INDESCRIBABLE, UNCONTAINABLE</a:t>
            </a:r>
          </a:p>
          <a:p>
            <a:pPr>
              <a:defRPr/>
            </a:pPr>
            <a:r>
              <a:rPr lang="fr-FR" smtClean="0"/>
              <a:t>52-  YOU PLACED THE STARS IN THE SKY AND YOU KNOW THEM BY NAME</a:t>
            </a:r>
          </a:p>
          <a:p>
            <a:pPr>
              <a:defRPr/>
            </a:pPr>
            <a:r>
              <a:rPr lang="fr-FR" smtClean="0"/>
              <a:t>53-  YOU ARE AMAZING GOD ALL POWERFUL, UNTAMABLE</a:t>
            </a:r>
          </a:p>
          <a:p>
            <a:pPr>
              <a:defRPr/>
            </a:pPr>
            <a:r>
              <a:rPr lang="fr-FR" smtClean="0"/>
              <a:t>54-  AWESTRUCK WE FALL TO OUR KNEES AS WE HUMBLY PROCLAIM</a:t>
            </a:r>
          </a:p>
          <a:p>
            <a:pPr>
              <a:defRPr/>
            </a:pPr>
            <a:r>
              <a:rPr lang="fr-FR" smtClean="0"/>
              <a:t>55-  YOU ARE AMAZING GOD</a:t>
            </a:r>
          </a:p>
          <a:p>
            <a:pPr>
              <a:defRPr/>
            </a:pPr>
            <a:r>
              <a:rPr lang="fr-FR" smtClean="0"/>
              <a:t>56-  CAN'T EXPLAIN INDESCRIBABLE, UNCONTAINABLE</a:t>
            </a:r>
          </a:p>
          <a:p>
            <a:pPr>
              <a:defRPr/>
            </a:pPr>
            <a:r>
              <a:rPr lang="fr-FR" smtClean="0"/>
              <a:t>57-  YOU PLACES THE STARS IN THE SKY</a:t>
            </a:r>
          </a:p>
          <a:p>
            <a:pPr>
              <a:defRPr/>
            </a:pPr>
            <a:r>
              <a:rPr lang="fr-FR" smtClean="0"/>
              <a:t>58-  CAN'T CONTAIN  YOU'RE ALL POWERFUL YOU'RE UNTAMABLE</a:t>
            </a:r>
          </a:p>
          <a:p>
            <a:pPr>
              <a:defRPr/>
            </a:pPr>
            <a:r>
              <a:rPr lang="fr-FR" smtClean="0"/>
              <a:t>59-  CAN'T EXPLAIN INDESCRIBABLE, UNCONTAINABLE</a:t>
            </a:r>
          </a:p>
          <a:p>
            <a:pPr>
              <a:defRPr/>
            </a:pPr>
            <a:r>
              <a:rPr lang="fr-FR" smtClean="0"/>
              <a:t>60-  YOU PLACES THE STARS IN THE SKY</a:t>
            </a:r>
          </a:p>
          <a:p>
            <a:pPr>
              <a:defRPr/>
            </a:pPr>
            <a:r>
              <a:rPr lang="fr-FR" smtClean="0"/>
              <a:t>61-  CAN'T CONTAIN  YOU'RE ALL POWERFUL, YOU'RE UNTAMABLE</a:t>
            </a:r>
          </a:p>
          <a:p>
            <a:pPr>
              <a:defRPr/>
            </a:pPr>
            <a:r>
              <a:rPr lang="fr-FR" smtClean="0"/>
              <a:t>62-  AWESTRUCK WE FALL TO OUR KNEES</a:t>
            </a:r>
          </a:p>
          <a:p>
            <a:pPr>
              <a:defRPr/>
            </a:pPr>
            <a:r>
              <a:rPr lang="fr-FR" smtClean="0"/>
              <a:t>63-  INDESCRIBABLE, UNCONTAINABLE</a:t>
            </a:r>
          </a:p>
          <a:p>
            <a:pPr>
              <a:defRPr/>
            </a:pPr>
            <a:r>
              <a:rPr lang="fr-FR" smtClean="0"/>
              <a:t>64-  YOU PLACED THE STARS IN THE SKY  YOU KNOW THEM BY NAME</a:t>
            </a:r>
          </a:p>
          <a:p>
            <a:pPr>
              <a:defRPr/>
            </a:pPr>
            <a:r>
              <a:rPr lang="fr-FR" smtClean="0"/>
              <a:t>65-  YOU ARE AMAZING GOD</a:t>
            </a:r>
          </a:p>
          <a:p>
            <a:pPr>
              <a:defRPr/>
            </a:pPr>
            <a:r>
              <a:rPr lang="fr-FR" smtClean="0"/>
              <a:t>66-  ALL POWERFUL, UNTAMABLE</a:t>
            </a:r>
          </a:p>
          <a:p>
            <a:pPr>
              <a:defRPr/>
            </a:pPr>
            <a:r>
              <a:rPr lang="fr-FR" smtClean="0"/>
              <a:t>67-  AWESTRUCK WE FALL TO OUR KNEES  AS WE HUMBLY PROCLAIM</a:t>
            </a:r>
          </a:p>
          <a:p>
            <a:pPr>
              <a:defRPr/>
            </a:pPr>
            <a:r>
              <a:rPr lang="fr-FR" smtClean="0"/>
              <a:t>68-  YOU ARE AMAZING GOD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DES PROFONDEURS DES MERS AUX MONTAGNES ÉLEVÉES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highest of heights to the depths of the sea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LA CRÉATION RÉVÈLE TA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Creation's revealing Your majesty 
3-  DES COULEURS DE L’AUTOMNE  AUX PARFUMS DU PRINTEMPS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colors of fall to the fragrance of spring 
4-  CHAQUE CRÉATURE UNIQUE TE CHANTE UN NOUVEAU CHANT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creature unique in the song that it sings
5-  TOUTES S’EXCLAMANT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exclaiming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	6-  QUI PEUT TE DÉCRIRE OU TE CONTENIR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Indescribable, uncontainable,
	7-  TU PLACES LES ÉTOILES AU CIEL ET TU CONNAIS LEUR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amazing God 
	9-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All powerful, untamable, 
	10-  NOUS TOMBONS À GENOUX DEVANT TOI EN PROCLAMANT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12-  QUI COMMANDE AUX ÉCLAIRS DU TONNERRE OÙ ALLER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has told every lightning bolt where it should go 
13-  QUI ORDONNE À LA NEIGE EN QUEL LIEU SE POSER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Or seen heavenly storehouses laden with snow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QUI CRÉA LE SOLEIL SA LUMIÈRE INFINIE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imagined the sun and gives source to its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ET LE CACHE POUR OFFRIR LA FRAÎCHEUR DE LA NUIT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Yet conceals it to bring us the coolness of night 
16-  QUI TE SONDERA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None can fathom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PLACES LES ÉTOILES AU CIEL INCOMMENSURABLE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TU PLACES LES ÉTOILES AU CIEL INCOMMENSURABLE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TU PLACES LES ÉTOILES AU CIEL ET TU CONNAIS LEUR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NOUS TOMBONS À GENOUX DEVANT TOI EN PROCLAMANT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TU PLACES LES ÉTOILES AU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INCOMMENSURABLE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INEXPLICABLE QUI PEUT TE DÉCRIRE OU TE CONTENIR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INCOMMENSURABLE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TU ES INDESCRIPTIBLE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FROM THE HIGHEST OF HEIGHTS TO THE DEPTHS OF THE SEA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CREATION'S REVEALING YOUR MAJESTY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FROM THE COLORS OF FALL TO THE FRAGRANCE OF SPRING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EVERY CREATURE UNIQUE IN THE SONG THAT IT SINGS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ALL EXCLAIMING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YOU ARE AMAZING GOD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WHO HAS TOLD EVERY LIGHTNING BOLT WHERE IT SHOULD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OR SEEN HEAVENLY STOREHOUSES LADEN WITH SNOW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WHO IMAGINED THE SUN AND GIVES SOURCE TO ITS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YET CONCEALS IT TO BRING US THE COOLNESS OF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NONE CAN FATHOM  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YOU ARE AMAZING GOD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CAN'T EXPLAIN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YOU PLACES THE STARS IN THE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CAN'T CONTAIN  YOU'RE ALL POWERFUL YOU'RE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CAN'T EXPLAIN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YOU PLACES THE STARS IN THE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61-  CAN'T CONTAIN  YOU'RE ALL POWERFUL, YOU'RE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62-  AWESTRUCK WE FALL TO OUR KNEES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64-  YOU PLACED THE STARS IN THE SKY 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65-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66- 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67-  AWESTRUCK WE FALL TO OUR KNEES 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68-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b="1" i="1" dirty="0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DES PROFONDEURS DES MERS AUX MONTAGNES ÉLEVÉES</a:t>
            </a:r>
          </a:p>
          <a:p>
            <a:pPr>
              <a:defRPr/>
            </a:pPr>
            <a:r>
              <a:rPr lang="fr-FR" smtClean="0"/>
              <a:t>From the highest of heights to the depths of the sea</a:t>
            </a:r>
          </a:p>
          <a:p>
            <a:pPr>
              <a:defRPr/>
            </a:pPr>
            <a:r>
              <a:rPr lang="fr-FR" smtClean="0"/>
              <a:t>2-  LA CRÉATION RÉVÈLE TA MAJESTÉ</a:t>
            </a:r>
          </a:p>
          <a:p>
            <a:pPr>
              <a:defRPr/>
            </a:pPr>
            <a:r>
              <a:rPr lang="fr-FR" smtClean="0"/>
              <a:t>Creation's revealing Your majesty 
3-  DES COULEURS DE L’AUTOMNE  AUX PARFUMS DU PRINTEMPS</a:t>
            </a:r>
          </a:p>
          <a:p>
            <a:pPr>
              <a:defRPr/>
            </a:pPr>
            <a:r>
              <a:rPr lang="fr-FR" smtClean="0"/>
              <a:t>From the colors of fall to the fragrance of spring 
4-  CHAQUE CRÉATURE UNIQUE TE CHANTE UN NOUVEAU CHANT </a:t>
            </a:r>
          </a:p>
          <a:p>
            <a:pPr>
              <a:defRPr/>
            </a:pPr>
            <a:r>
              <a:rPr lang="fr-FR" smtClean="0"/>
              <a:t>Every creature unique in the song that it sings
5-  TOUTES S’EXCLAMANT</a:t>
            </a:r>
          </a:p>
          <a:p>
            <a:pPr>
              <a:defRPr/>
            </a:pPr>
            <a:r>
              <a:rPr lang="fr-FR" smtClean="0"/>
              <a:t>All exclaiming</a:t>
            </a:r>
          </a:p>
          <a:p>
            <a:pPr>
              <a:defRPr/>
            </a:pPr>
            <a:r>
              <a:rPr lang="fr-FR" smtClean="0"/>
              <a:t> 
	6-  QUI PEUT TE DÉCRIRE OU TE CONTENIR ? </a:t>
            </a:r>
          </a:p>
          <a:p>
            <a:pPr>
              <a:defRPr/>
            </a:pPr>
            <a:r>
              <a:rPr lang="fr-FR" smtClean="0"/>
              <a:t>	Indescribable, uncontainable,
	7-  TU PLACES LES ÉTOILES AU CIEL ET TU CONNAIS LEUR NOM </a:t>
            </a:r>
          </a:p>
          <a:p>
            <a:pPr>
              <a:defRPr/>
            </a:pPr>
            <a:r>
              <a:rPr lang="fr-FR" smtClean="0"/>
              <a:t>	You placed the stars in the sky and You know them by name</a:t>
            </a:r>
          </a:p>
          <a:p>
            <a:pPr>
              <a:defRPr/>
            </a:pPr>
            <a:r>
              <a:rPr lang="fr-FR" smtClean="0"/>
              <a:t>	8-  TU ES UN DIEU SI GRAND</a:t>
            </a:r>
          </a:p>
          <a:p>
            <a:pPr>
              <a:defRPr/>
            </a:pPr>
            <a:r>
              <a:rPr lang="fr-FR" smtClean="0"/>
              <a:t>	You are amazing God 
	9-  DIEU TOUT-PUISSANT, IMPRESSIONNANT</a:t>
            </a:r>
          </a:p>
          <a:p>
            <a:pPr>
              <a:defRPr/>
            </a:pPr>
            <a:r>
              <a:rPr lang="fr-FR" smtClean="0"/>
              <a:t>	All powerful, untamable, 
	10-  NOUS TOMBONS À GENOUX DEVANT TOI EN PROCLAMANT</a:t>
            </a:r>
          </a:p>
          <a:p>
            <a:pPr>
              <a:defRPr/>
            </a:pPr>
            <a:r>
              <a:rPr lang="fr-FR" smtClean="0"/>
              <a:t>	Awestruck we fall to our knees as we humbly proclaim</a:t>
            </a:r>
          </a:p>
          <a:p>
            <a:pPr>
              <a:defRPr/>
            </a:pPr>
            <a:r>
              <a:rPr lang="fr-FR" smtClean="0"/>
              <a:t>	11- TU ES UN DIEU SI GRAND</a:t>
            </a:r>
          </a:p>
          <a:p>
            <a:pPr>
              <a:defRPr/>
            </a:pPr>
            <a:r>
              <a:rPr lang="fr-FR" smtClean="0"/>
              <a:t>	You are amazing God</a:t>
            </a:r>
          </a:p>
          <a:p>
            <a:pPr>
              <a:defRPr/>
            </a:pPr>
            <a:r>
              <a:rPr lang="fr-FR" smtClean="0"/>
              <a:t> 
12-  QUI COMMANDE AUX ÉCLAIRS DU TONNERRE OÙ ALLER ?</a:t>
            </a:r>
          </a:p>
          <a:p>
            <a:pPr>
              <a:defRPr/>
            </a:pPr>
            <a:r>
              <a:rPr lang="fr-FR" smtClean="0"/>
              <a:t>Who has told every lightning bolt where it should go 
13-  QUI ORDONNE À LA NEIGE EN QUEL LIEU SE POSER ? </a:t>
            </a:r>
          </a:p>
          <a:p>
            <a:pPr>
              <a:defRPr/>
            </a:pPr>
            <a:r>
              <a:rPr lang="fr-FR" smtClean="0"/>
              <a:t>Or seen heavenly storehouses laden with snow</a:t>
            </a:r>
          </a:p>
          <a:p>
            <a:pPr>
              <a:defRPr/>
            </a:pPr>
            <a:r>
              <a:rPr lang="fr-FR" smtClean="0"/>
              <a:t>14-  QUI CRÉA LE SOLEIL SA LUMIÈRE INFINIE ? </a:t>
            </a:r>
          </a:p>
          <a:p>
            <a:pPr>
              <a:defRPr/>
            </a:pPr>
            <a:r>
              <a:rPr lang="fr-FR" smtClean="0"/>
              <a:t>Who imagined the sun and gives source to its light</a:t>
            </a:r>
          </a:p>
          <a:p>
            <a:pPr>
              <a:defRPr/>
            </a:pPr>
            <a:r>
              <a:rPr lang="fr-FR" smtClean="0"/>
              <a:t>15-  ET LE CACHE POUR OFFRIR LA FRAÎCHEUR DE LA NUIT</a:t>
            </a:r>
          </a:p>
          <a:p>
            <a:pPr>
              <a:defRPr/>
            </a:pPr>
            <a:r>
              <a:rPr lang="fr-FR" smtClean="0"/>
              <a:t>Yet conceals it to bring us the coolness of night 
16-  QUI TE SONDERA ? </a:t>
            </a:r>
          </a:p>
          <a:p>
            <a:pPr>
              <a:defRPr/>
            </a:pPr>
            <a:r>
              <a:rPr lang="fr-FR" smtClean="0"/>
              <a:t>None can fathom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INEXPLICABLE QUI PEUT TE DÉCRIRE OU TE CONTENIR ?</a:t>
            </a:r>
          </a:p>
          <a:p>
            <a:pPr>
              <a:defRPr/>
            </a:pPr>
            <a:r>
              <a:rPr lang="fr-FR" smtClean="0"/>
              <a:t>18-  TU PLACES LES ÉTOILES AU CIEL INCOMMENSURABLE</a:t>
            </a:r>
          </a:p>
          <a:p>
            <a:pPr>
              <a:defRPr/>
            </a:pPr>
            <a:r>
              <a:rPr lang="fr-FR" smtClean="0"/>
              <a:t>19-  DIEU TOUT-PUISSANT, IMPRESSIONNANT</a:t>
            </a:r>
          </a:p>
          <a:p>
            <a:pPr>
              <a:defRPr/>
            </a:pPr>
            <a:r>
              <a:rPr lang="fr-FR" smtClean="0"/>
              <a:t>20-  FORMIDABLE NOUS TOMBONS À GENOUX DEVANT TOI</a:t>
            </a:r>
          </a:p>
          <a:p>
            <a:pPr>
              <a:defRPr/>
            </a:pPr>
            <a:r>
              <a:rPr lang="fr-FR" smtClean="0"/>
              <a:t>21-  INEXPLICABLE QUI PEUT TE DÉCRIRE OU TE CONTENIR ?</a:t>
            </a:r>
          </a:p>
          <a:p>
            <a:pPr>
              <a:defRPr/>
            </a:pPr>
            <a:r>
              <a:rPr lang="fr-FR" smtClean="0"/>
              <a:t>22-  TU PLACES LES ÉTOILES AU CIEL INCOMMENSURABLE</a:t>
            </a:r>
          </a:p>
          <a:p>
            <a:pPr>
              <a:defRPr/>
            </a:pPr>
            <a:r>
              <a:rPr lang="fr-FR" smtClean="0"/>
              <a:t>23-  DIEU TOUT-PUISSANT, IMPRESSIONNANT</a:t>
            </a:r>
          </a:p>
          <a:p>
            <a:pPr>
              <a:defRPr/>
            </a:pPr>
            <a:r>
              <a:rPr lang="fr-FR" smtClean="0"/>
              <a:t>24-  FORMIDABLE NOUS TOMBONS À GENOUX DEVANT TOI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QUI PEUT TE DÉCRIRE OU TE CONTENIR ?</a:t>
            </a:r>
          </a:p>
          <a:p>
            <a:pPr>
              <a:defRPr/>
            </a:pPr>
            <a:r>
              <a:rPr lang="fr-FR" smtClean="0"/>
              <a:t>26-  TU PLACES LES ÉTOILES AU CIEL ET TU CONNAIS LEUR NOM</a:t>
            </a:r>
          </a:p>
          <a:p>
            <a:pPr>
              <a:defRPr/>
            </a:pPr>
            <a:r>
              <a:rPr lang="fr-FR" smtClean="0"/>
              <a:t>27-  TU ES UN DIEU SI GRAND</a:t>
            </a:r>
          </a:p>
          <a:p>
            <a:pPr>
              <a:defRPr/>
            </a:pPr>
            <a:r>
              <a:rPr lang="fr-FR" smtClean="0"/>
              <a:t>28-  DIEU TOUT-PUISSANT, IMPRESSIONNANT</a:t>
            </a:r>
          </a:p>
          <a:p>
            <a:pPr>
              <a:defRPr/>
            </a:pPr>
            <a:r>
              <a:rPr lang="fr-FR" smtClean="0"/>
              <a:t>29-  NOUS TOMBONS À GENOUX DEVANT TOI EN PROCLAMANT</a:t>
            </a:r>
          </a:p>
          <a:p>
            <a:pPr>
              <a:defRPr/>
            </a:pPr>
            <a:r>
              <a:rPr lang="fr-FR" smtClean="0"/>
              <a:t>30-  TU ES UN DIEU SI GRAND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INEXPLICABLE QUI PEUT TE DÉCRIRE OU TE CONTENIR ?</a:t>
            </a:r>
          </a:p>
          <a:p>
            <a:pPr>
              <a:defRPr/>
            </a:pPr>
            <a:r>
              <a:rPr lang="fr-FR" smtClean="0"/>
              <a:t>32-  TU PLACES LES ÉTOILES AU CIEL</a:t>
            </a:r>
          </a:p>
          <a:p>
            <a:pPr>
              <a:defRPr/>
            </a:pPr>
            <a:r>
              <a:rPr lang="fr-FR" smtClean="0"/>
              <a:t>33-  INCOMMENSURABLE DIEU TOUT-PUISSANT, IMPRESSIONNANT</a:t>
            </a:r>
          </a:p>
          <a:p>
            <a:pPr>
              <a:defRPr/>
            </a:pPr>
            <a:r>
              <a:rPr lang="fr-FR" smtClean="0"/>
              <a:t>34-  FORMIDABLE NOUS TOMBONS À GENOUX DEVANT TOI</a:t>
            </a:r>
          </a:p>
          <a:p>
            <a:pPr>
              <a:defRPr/>
            </a:pPr>
            <a:r>
              <a:rPr lang="fr-FR" smtClean="0"/>
              <a:t>35-  INEXPLICABLE QUI PEUT TE DÉCRIRE OU TE CONTENIR ? </a:t>
            </a:r>
          </a:p>
          <a:p>
            <a:pPr>
              <a:defRPr/>
            </a:pPr>
            <a:r>
              <a:rPr lang="fr-FR" smtClean="0"/>
              <a:t>36-  INCOMMENSURABLE DIEU TOUT-PUISSANT, IMPRESSIONNANT</a:t>
            </a:r>
          </a:p>
          <a:p>
            <a:pPr>
              <a:defRPr/>
            </a:pPr>
            <a:r>
              <a:rPr lang="fr-FR" smtClean="0"/>
              <a:t>37-  TU ES INDESCRIPTIBLE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**************************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FROM THE HIGHEST OF HEIGHTS TO THE DEPTHS OF THE SEA</a:t>
            </a:r>
          </a:p>
          <a:p>
            <a:pPr>
              <a:defRPr/>
            </a:pPr>
            <a:r>
              <a:rPr lang="fr-FR" smtClean="0"/>
              <a:t>39-  CREATION'S REVEALING YOUR MAJESTY</a:t>
            </a:r>
          </a:p>
          <a:p>
            <a:pPr>
              <a:defRPr/>
            </a:pPr>
            <a:r>
              <a:rPr lang="fr-FR" smtClean="0"/>
              <a:t>40-  FROM THE COLORS OF FALL TO THE FRAGRANCE OF SPRING</a:t>
            </a:r>
          </a:p>
          <a:p>
            <a:pPr>
              <a:defRPr/>
            </a:pPr>
            <a:r>
              <a:rPr lang="fr-FR" smtClean="0"/>
              <a:t>41-  EVERY CREATURE UNIQUE IN THE SONG THAT IT SINGS</a:t>
            </a:r>
          </a:p>
          <a:p>
            <a:pPr>
              <a:defRPr/>
            </a:pPr>
            <a:r>
              <a:rPr lang="fr-FR" smtClean="0"/>
              <a:t>42-  ALL EXCLAIMING INDESCRIBABLE, UNCONTAINABLE</a:t>
            </a:r>
          </a:p>
          <a:p>
            <a:pPr>
              <a:defRPr/>
            </a:pPr>
            <a:r>
              <a:rPr lang="fr-FR" smtClean="0"/>
              <a:t>43-  YOU PLACED THE STARS IN THE SKY AND YOU KNOW THEM BY NAME</a:t>
            </a:r>
          </a:p>
          <a:p>
            <a:pPr>
              <a:defRPr/>
            </a:pPr>
            <a:r>
              <a:rPr lang="fr-FR" smtClean="0"/>
              <a:t>44-  YOU ARE AMAZING GOD ALL POWERFUL, UNTAMABLE</a:t>
            </a:r>
          </a:p>
          <a:p>
            <a:pPr>
              <a:defRPr/>
            </a:pPr>
            <a:r>
              <a:rPr lang="fr-FR" smtClean="0"/>
              <a:t>45-  AWESTRUCK WE FALL TO OUR KNEES AS WE HUMBLY PROCLAIM</a:t>
            </a:r>
          </a:p>
          <a:p>
            <a:pPr>
              <a:defRPr/>
            </a:pPr>
            <a:r>
              <a:rPr lang="fr-FR" smtClean="0"/>
              <a:t>46-  YOU ARE AMAZING GOD</a:t>
            </a:r>
          </a:p>
          <a:p>
            <a:pPr>
              <a:defRPr/>
            </a:pPr>
            <a:r>
              <a:rPr lang="fr-FR" smtClean="0"/>
              <a:t>47-  WHO HAS TOLD EVERY LIGHTNING BOLT WHERE IT SHOULD GO</a:t>
            </a:r>
          </a:p>
          <a:p>
            <a:pPr>
              <a:defRPr/>
            </a:pPr>
            <a:r>
              <a:rPr lang="fr-FR" smtClean="0"/>
              <a:t>48-  OR SEEN HEAVENLY STOREHOUSES LADEN WITH SNOW</a:t>
            </a:r>
          </a:p>
          <a:p>
            <a:pPr>
              <a:defRPr/>
            </a:pPr>
            <a:r>
              <a:rPr lang="fr-FR" smtClean="0"/>
              <a:t>49-  WHO IMAGINED THE SUN AND GIVES SOURCE TO ITS LIGHT</a:t>
            </a:r>
          </a:p>
          <a:p>
            <a:pPr>
              <a:defRPr/>
            </a:pPr>
            <a:r>
              <a:rPr lang="fr-FR" smtClean="0"/>
              <a:t>50-  YET CONCEALS IT TO BRING US THE COOLNESS OF NIGHT</a:t>
            </a:r>
          </a:p>
          <a:p>
            <a:pPr>
              <a:defRPr/>
            </a:pPr>
            <a:r>
              <a:rPr lang="fr-FR" smtClean="0"/>
              <a:t>51-  NONE CAN FATHOM  INDESCRIBABLE, UNCONTAINABLE</a:t>
            </a:r>
          </a:p>
          <a:p>
            <a:pPr>
              <a:defRPr/>
            </a:pPr>
            <a:r>
              <a:rPr lang="fr-FR" smtClean="0"/>
              <a:t>52-  YOU PLACED THE STARS IN THE SKY AND YOU KNOW THEM BY NAME</a:t>
            </a:r>
          </a:p>
          <a:p>
            <a:pPr>
              <a:defRPr/>
            </a:pPr>
            <a:r>
              <a:rPr lang="fr-FR" smtClean="0"/>
              <a:t>53-  YOU ARE AMAZING GOD ALL POWERFUL, UNTAMABLE</a:t>
            </a:r>
          </a:p>
          <a:p>
            <a:pPr>
              <a:defRPr/>
            </a:pPr>
            <a:r>
              <a:rPr lang="fr-FR" smtClean="0"/>
              <a:t>54-  AWESTRUCK WE FALL TO OUR KNEES AS WE HUMBLY PROCLAIM</a:t>
            </a:r>
          </a:p>
          <a:p>
            <a:pPr>
              <a:defRPr/>
            </a:pPr>
            <a:r>
              <a:rPr lang="fr-FR" smtClean="0"/>
              <a:t>55-  YOU ARE AMAZING GOD</a:t>
            </a:r>
          </a:p>
          <a:p>
            <a:pPr>
              <a:defRPr/>
            </a:pPr>
            <a:r>
              <a:rPr lang="fr-FR" smtClean="0"/>
              <a:t>56-  CAN'T EXPLAIN INDESCRIBABLE, UNCONTAINABLE</a:t>
            </a:r>
          </a:p>
          <a:p>
            <a:pPr>
              <a:defRPr/>
            </a:pPr>
            <a:r>
              <a:rPr lang="fr-FR" smtClean="0"/>
              <a:t>57-  YOU PLACES THE STARS IN THE SKY</a:t>
            </a:r>
          </a:p>
          <a:p>
            <a:pPr>
              <a:defRPr/>
            </a:pPr>
            <a:r>
              <a:rPr lang="fr-FR" smtClean="0"/>
              <a:t>58-  CAN'T CONTAIN  YOU'RE ALL POWERFUL YOU'RE UNTAMABLE</a:t>
            </a:r>
          </a:p>
          <a:p>
            <a:pPr>
              <a:defRPr/>
            </a:pPr>
            <a:r>
              <a:rPr lang="fr-FR" smtClean="0"/>
              <a:t>59-  CAN'T EXPLAIN INDESCRIBABLE, UNCONTAINABLE</a:t>
            </a:r>
          </a:p>
          <a:p>
            <a:pPr>
              <a:defRPr/>
            </a:pPr>
            <a:r>
              <a:rPr lang="fr-FR" smtClean="0"/>
              <a:t>60-  YOU PLACES THE STARS IN THE SKY</a:t>
            </a:r>
          </a:p>
          <a:p>
            <a:pPr>
              <a:defRPr/>
            </a:pPr>
            <a:r>
              <a:rPr lang="fr-FR" smtClean="0"/>
              <a:t>61-  CAN'T CONTAIN  YOU'RE ALL POWERFUL, YOU'RE UNTAMABLE</a:t>
            </a:r>
          </a:p>
          <a:p>
            <a:pPr>
              <a:defRPr/>
            </a:pPr>
            <a:r>
              <a:rPr lang="fr-FR" smtClean="0"/>
              <a:t>62-  AWESTRUCK WE FALL TO OUR KNEES</a:t>
            </a:r>
          </a:p>
          <a:p>
            <a:pPr>
              <a:defRPr/>
            </a:pPr>
            <a:r>
              <a:rPr lang="fr-FR" smtClean="0"/>
              <a:t>63-  INDESCRIBABLE, UNCONTAINABLE</a:t>
            </a:r>
          </a:p>
          <a:p>
            <a:pPr>
              <a:defRPr/>
            </a:pPr>
            <a:r>
              <a:rPr lang="fr-FR" smtClean="0"/>
              <a:t>64-  YOU PLACED THE STARS IN THE SKY  YOU KNOW THEM BY NAME</a:t>
            </a:r>
          </a:p>
          <a:p>
            <a:pPr>
              <a:defRPr/>
            </a:pPr>
            <a:r>
              <a:rPr lang="fr-FR" smtClean="0"/>
              <a:t>65-  YOU ARE AMAZING GOD</a:t>
            </a:r>
          </a:p>
          <a:p>
            <a:pPr>
              <a:defRPr/>
            </a:pPr>
            <a:r>
              <a:rPr lang="fr-FR" smtClean="0"/>
              <a:t>66-  ALL POWERFUL, UNTAMABLE</a:t>
            </a:r>
          </a:p>
          <a:p>
            <a:pPr>
              <a:defRPr/>
            </a:pPr>
            <a:r>
              <a:rPr lang="fr-FR" smtClean="0"/>
              <a:t>67-  AWESTRUCK WE FALL TO OUR KNEES  AS WE HUMBLY PROCLAIM</a:t>
            </a:r>
          </a:p>
          <a:p>
            <a:pPr>
              <a:defRPr/>
            </a:pPr>
            <a:r>
              <a:rPr lang="fr-FR" smtClean="0"/>
              <a:t>68-  YOU ARE AMAZING GOD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DES PROFONDEURS DES MERS AUX MONTAGNES ÉLEVÉES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highest of heights to the depths of the sea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LA CRÉATION RÉVÈLE TA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Creation's revealing Your majesty 
3-  DES COULEURS DE L’AUTOMNE  AUX PARFUMS DU PRINTEMPS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colors of fall to the fragrance of spring 
4-  CHAQUE CRÉATURE UNIQUE TE CHANTE UN NOUVEAU CHANT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creature unique in the song that it sings
5-  TOUTES S’EXCLAMANT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exclaiming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	6-  QUI PEUT TE DÉCRIRE OU TE CONTENIR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Indescribable, uncontainable,
	7-  TU PLACES LES ÉTOILES AU CIEL ET TU CONNAIS LEUR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amazing God 
	9-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All powerful, untamable, 
	10-  NOUS TOMBONS À GENOUX DEVANT TOI EN PROCLAMANT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12-  QUI COMMANDE AUX ÉCLAIRS DU TONNERRE OÙ ALLER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has told every lightning bolt where it should go 
13-  QUI ORDONNE À LA NEIGE EN QUEL LIEU SE POSER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Or seen heavenly storehouses laden with snow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QUI CRÉA LE SOLEIL SA LUMIÈRE INFINIE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imagined the sun and gives source to its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ET LE CACHE POUR OFFRIR LA FRAÎCHEUR DE LA NUIT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Yet conceals it to bring us the coolness of night 
16-  QUI TE SONDERA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None can fathom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PLACES LES ÉTOILES AU CIEL INCOMMENSURABLE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TU PLACES LES ÉTOILES AU CIEL INCOMMENSURABLE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TU PLACES LES ÉTOILES AU CIEL ET TU CONNAIS LEUR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NOUS TOMBONS À GENOUX DEVANT TOI EN PROCLAMANT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TU PLACES LES ÉTOILES AU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INCOMMENSURABLE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INEXPLICABLE QUI PEUT TE DÉCRIRE OU TE CONTENIR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INCOMMENSURABLE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TU ES INDESCRIPTIBLE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FROM THE HIGHEST OF HEIGHTS TO THE DEPTHS OF THE SEA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CREATION'S REVEALING YOUR MAJESTY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FROM THE COLORS OF FALL TO THE FRAGRANCE OF SPRING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EVERY CREATURE UNIQUE IN THE SONG THAT IT SINGS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ALL EXCLAIMING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YOU ARE AMAZING GOD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WHO HAS TOLD EVERY LIGHTNING BOLT WHERE IT SHOULD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OR SEEN HEAVENLY STOREHOUSES LADEN WITH SNOW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WHO IMAGINED THE SUN AND GIVES SOURCE TO ITS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YET CONCEALS IT TO BRING US THE COOLNESS OF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NONE CAN FATHOM  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YOU ARE AMAZING GOD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CAN'T EXPLAIN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YOU PLACES THE STARS IN THE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CAN'T CONTAIN  YOU'RE ALL POWERFUL YOU'RE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CAN'T EXPLAIN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YOU PLACES THE STARS IN THE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61-  CAN'T CONTAIN  YOU'RE ALL POWERFUL, YOU'RE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62-  AWESTRUCK WE FALL TO OUR KNEES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64-  YOU PLACED THE STARS IN THE SKY 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65-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66- 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67-  AWESTRUCK WE FALL TO OUR KNEES 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68-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b="1" i="1" dirty="0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DES PROFONDEURS DES MERS AUX MONTAGNES ÉLEVÉES</a:t>
            </a:r>
          </a:p>
          <a:p>
            <a:pPr>
              <a:defRPr/>
            </a:pPr>
            <a:r>
              <a:rPr lang="fr-FR" smtClean="0"/>
              <a:t>From the highest of heights to the depths of the sea</a:t>
            </a:r>
          </a:p>
          <a:p>
            <a:pPr>
              <a:defRPr/>
            </a:pPr>
            <a:r>
              <a:rPr lang="fr-FR" smtClean="0"/>
              <a:t>2-  LA CRÉATION RÉVÈLE TA MAJESTÉ</a:t>
            </a:r>
          </a:p>
          <a:p>
            <a:pPr>
              <a:defRPr/>
            </a:pPr>
            <a:r>
              <a:rPr lang="fr-FR" smtClean="0"/>
              <a:t>Creation's revealing Your majesty 
3-  DES COULEURS DE L’AUTOMNE  AUX PARFUMS DU PRINTEMPS</a:t>
            </a:r>
          </a:p>
          <a:p>
            <a:pPr>
              <a:defRPr/>
            </a:pPr>
            <a:r>
              <a:rPr lang="fr-FR" smtClean="0"/>
              <a:t>From the colors of fall to the fragrance of spring 
4-  CHAQUE CRÉATURE UNIQUE TE CHANTE UN NOUVEAU CHANT </a:t>
            </a:r>
          </a:p>
          <a:p>
            <a:pPr>
              <a:defRPr/>
            </a:pPr>
            <a:r>
              <a:rPr lang="fr-FR" smtClean="0"/>
              <a:t>Every creature unique in the song that it sings
5-  TOUTES S’EXCLAMANT</a:t>
            </a:r>
          </a:p>
          <a:p>
            <a:pPr>
              <a:defRPr/>
            </a:pPr>
            <a:r>
              <a:rPr lang="fr-FR" smtClean="0"/>
              <a:t>All exclaiming</a:t>
            </a:r>
          </a:p>
          <a:p>
            <a:pPr>
              <a:defRPr/>
            </a:pPr>
            <a:r>
              <a:rPr lang="fr-FR" smtClean="0"/>
              <a:t> 
	6-  QUI PEUT TE DÉCRIRE OU TE CONTENIR ? </a:t>
            </a:r>
          </a:p>
          <a:p>
            <a:pPr>
              <a:defRPr/>
            </a:pPr>
            <a:r>
              <a:rPr lang="fr-FR" smtClean="0"/>
              <a:t>	Indescribable, uncontainable,
	7-  TU PLACES LES ÉTOILES AU CIEL ET TU CONNAIS LEUR NOM </a:t>
            </a:r>
          </a:p>
          <a:p>
            <a:pPr>
              <a:defRPr/>
            </a:pPr>
            <a:r>
              <a:rPr lang="fr-FR" smtClean="0"/>
              <a:t>	You placed the stars in the sky and You know them by name</a:t>
            </a:r>
          </a:p>
          <a:p>
            <a:pPr>
              <a:defRPr/>
            </a:pPr>
            <a:r>
              <a:rPr lang="fr-FR" smtClean="0"/>
              <a:t>	8-  TU ES UN DIEU SI GRAND</a:t>
            </a:r>
          </a:p>
          <a:p>
            <a:pPr>
              <a:defRPr/>
            </a:pPr>
            <a:r>
              <a:rPr lang="fr-FR" smtClean="0"/>
              <a:t>	You are amazing God 
	9-  DIEU TOUT-PUISSANT, IMPRESSIONNANT</a:t>
            </a:r>
          </a:p>
          <a:p>
            <a:pPr>
              <a:defRPr/>
            </a:pPr>
            <a:r>
              <a:rPr lang="fr-FR" smtClean="0"/>
              <a:t>	All powerful, untamable, 
	10-  NOUS TOMBONS À GENOUX DEVANT TOI EN PROCLAMANT</a:t>
            </a:r>
          </a:p>
          <a:p>
            <a:pPr>
              <a:defRPr/>
            </a:pPr>
            <a:r>
              <a:rPr lang="fr-FR" smtClean="0"/>
              <a:t>	Awestruck we fall to our knees as we humbly proclaim</a:t>
            </a:r>
          </a:p>
          <a:p>
            <a:pPr>
              <a:defRPr/>
            </a:pPr>
            <a:r>
              <a:rPr lang="fr-FR" smtClean="0"/>
              <a:t>	11- TU ES UN DIEU SI GRAND</a:t>
            </a:r>
          </a:p>
          <a:p>
            <a:pPr>
              <a:defRPr/>
            </a:pPr>
            <a:r>
              <a:rPr lang="fr-FR" smtClean="0"/>
              <a:t>	You are amazing God</a:t>
            </a:r>
          </a:p>
          <a:p>
            <a:pPr>
              <a:defRPr/>
            </a:pPr>
            <a:r>
              <a:rPr lang="fr-FR" smtClean="0"/>
              <a:t> 
12-  QUI COMMANDE AUX ÉCLAIRS DU TONNERRE OÙ ALLER ?</a:t>
            </a:r>
          </a:p>
          <a:p>
            <a:pPr>
              <a:defRPr/>
            </a:pPr>
            <a:r>
              <a:rPr lang="fr-FR" smtClean="0"/>
              <a:t>Who has told every lightning bolt where it should go 
13-  QUI ORDONNE À LA NEIGE EN QUEL LIEU SE POSER ? </a:t>
            </a:r>
          </a:p>
          <a:p>
            <a:pPr>
              <a:defRPr/>
            </a:pPr>
            <a:r>
              <a:rPr lang="fr-FR" smtClean="0"/>
              <a:t>Or seen heavenly storehouses laden with snow</a:t>
            </a:r>
          </a:p>
          <a:p>
            <a:pPr>
              <a:defRPr/>
            </a:pPr>
            <a:r>
              <a:rPr lang="fr-FR" smtClean="0"/>
              <a:t>14-  QUI CRÉA LE SOLEIL SA LUMIÈRE INFINIE ? </a:t>
            </a:r>
          </a:p>
          <a:p>
            <a:pPr>
              <a:defRPr/>
            </a:pPr>
            <a:r>
              <a:rPr lang="fr-FR" smtClean="0"/>
              <a:t>Who imagined the sun and gives source to its light</a:t>
            </a:r>
          </a:p>
          <a:p>
            <a:pPr>
              <a:defRPr/>
            </a:pPr>
            <a:r>
              <a:rPr lang="fr-FR" smtClean="0"/>
              <a:t>15-  ET LE CACHE POUR OFFRIR LA FRAÎCHEUR DE LA NUIT</a:t>
            </a:r>
          </a:p>
          <a:p>
            <a:pPr>
              <a:defRPr/>
            </a:pPr>
            <a:r>
              <a:rPr lang="fr-FR" smtClean="0"/>
              <a:t>Yet conceals it to bring us the coolness of night 
16-  QUI TE SONDERA ? </a:t>
            </a:r>
          </a:p>
          <a:p>
            <a:pPr>
              <a:defRPr/>
            </a:pPr>
            <a:r>
              <a:rPr lang="fr-FR" smtClean="0"/>
              <a:t>None can fathom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INEXPLICABLE QUI PEUT TE DÉCRIRE OU TE CONTENIR ?</a:t>
            </a:r>
          </a:p>
          <a:p>
            <a:pPr>
              <a:defRPr/>
            </a:pPr>
            <a:r>
              <a:rPr lang="fr-FR" smtClean="0"/>
              <a:t>18-  TU PLACES LES ÉTOILES AU CIEL INCOMMENSURABLE</a:t>
            </a:r>
          </a:p>
          <a:p>
            <a:pPr>
              <a:defRPr/>
            </a:pPr>
            <a:r>
              <a:rPr lang="fr-FR" smtClean="0"/>
              <a:t>19-  DIEU TOUT-PUISSANT, IMPRESSIONNANT</a:t>
            </a:r>
          </a:p>
          <a:p>
            <a:pPr>
              <a:defRPr/>
            </a:pPr>
            <a:r>
              <a:rPr lang="fr-FR" smtClean="0"/>
              <a:t>20-  FORMIDABLE NOUS TOMBONS À GENOUX DEVANT TOI</a:t>
            </a:r>
          </a:p>
          <a:p>
            <a:pPr>
              <a:defRPr/>
            </a:pPr>
            <a:r>
              <a:rPr lang="fr-FR" smtClean="0"/>
              <a:t>21-  INEXPLICABLE QUI PEUT TE DÉCRIRE OU TE CONTENIR ?</a:t>
            </a:r>
          </a:p>
          <a:p>
            <a:pPr>
              <a:defRPr/>
            </a:pPr>
            <a:r>
              <a:rPr lang="fr-FR" smtClean="0"/>
              <a:t>22-  TU PLACES LES ÉTOILES AU CIEL INCOMMENSURABLE</a:t>
            </a:r>
          </a:p>
          <a:p>
            <a:pPr>
              <a:defRPr/>
            </a:pPr>
            <a:r>
              <a:rPr lang="fr-FR" smtClean="0"/>
              <a:t>23-  DIEU TOUT-PUISSANT, IMPRESSIONNANT</a:t>
            </a:r>
          </a:p>
          <a:p>
            <a:pPr>
              <a:defRPr/>
            </a:pPr>
            <a:r>
              <a:rPr lang="fr-FR" smtClean="0"/>
              <a:t>24-  FORMIDABLE NOUS TOMBONS À GENOUX DEVANT TOI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QUI PEUT TE DÉCRIRE OU TE CONTENIR ?</a:t>
            </a:r>
          </a:p>
          <a:p>
            <a:pPr>
              <a:defRPr/>
            </a:pPr>
            <a:r>
              <a:rPr lang="fr-FR" smtClean="0"/>
              <a:t>26-  TU PLACES LES ÉTOILES AU CIEL ET TU CONNAIS LEUR NOM</a:t>
            </a:r>
          </a:p>
          <a:p>
            <a:pPr>
              <a:defRPr/>
            </a:pPr>
            <a:r>
              <a:rPr lang="fr-FR" smtClean="0"/>
              <a:t>27-  TU ES UN DIEU SI GRAND</a:t>
            </a:r>
          </a:p>
          <a:p>
            <a:pPr>
              <a:defRPr/>
            </a:pPr>
            <a:r>
              <a:rPr lang="fr-FR" smtClean="0"/>
              <a:t>28-  DIEU TOUT-PUISSANT, IMPRESSIONNANT</a:t>
            </a:r>
          </a:p>
          <a:p>
            <a:pPr>
              <a:defRPr/>
            </a:pPr>
            <a:r>
              <a:rPr lang="fr-FR" smtClean="0"/>
              <a:t>29-  NOUS TOMBONS À GENOUX DEVANT TOI EN PROCLAMANT</a:t>
            </a:r>
          </a:p>
          <a:p>
            <a:pPr>
              <a:defRPr/>
            </a:pPr>
            <a:r>
              <a:rPr lang="fr-FR" smtClean="0"/>
              <a:t>30-  TU ES UN DIEU SI GRAND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INEXPLICABLE QUI PEUT TE DÉCRIRE OU TE CONTENIR ?</a:t>
            </a:r>
          </a:p>
          <a:p>
            <a:pPr>
              <a:defRPr/>
            </a:pPr>
            <a:r>
              <a:rPr lang="fr-FR" smtClean="0"/>
              <a:t>32-  TU PLACES LES ÉTOILES AU CIEL</a:t>
            </a:r>
          </a:p>
          <a:p>
            <a:pPr>
              <a:defRPr/>
            </a:pPr>
            <a:r>
              <a:rPr lang="fr-FR" smtClean="0"/>
              <a:t>33-  INCOMMENSURABLE DIEU TOUT-PUISSANT, IMPRESSIONNANT</a:t>
            </a:r>
          </a:p>
          <a:p>
            <a:pPr>
              <a:defRPr/>
            </a:pPr>
            <a:r>
              <a:rPr lang="fr-FR" smtClean="0"/>
              <a:t>34-  FORMIDABLE NOUS TOMBONS À GENOUX DEVANT TOI</a:t>
            </a:r>
          </a:p>
          <a:p>
            <a:pPr>
              <a:defRPr/>
            </a:pPr>
            <a:r>
              <a:rPr lang="fr-FR" smtClean="0"/>
              <a:t>35-  INEXPLICABLE QUI PEUT TE DÉCRIRE OU TE CONTENIR ? </a:t>
            </a:r>
          </a:p>
          <a:p>
            <a:pPr>
              <a:defRPr/>
            </a:pPr>
            <a:r>
              <a:rPr lang="fr-FR" smtClean="0"/>
              <a:t>36-  INCOMMENSURABLE DIEU TOUT-PUISSANT, IMPRESSIONNANT</a:t>
            </a:r>
          </a:p>
          <a:p>
            <a:pPr>
              <a:defRPr/>
            </a:pPr>
            <a:r>
              <a:rPr lang="fr-FR" smtClean="0"/>
              <a:t>37-  TU ES INDESCRIPTIBLE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**************************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FROM THE HIGHEST OF HEIGHTS TO THE DEPTHS OF THE SEA</a:t>
            </a:r>
          </a:p>
          <a:p>
            <a:pPr>
              <a:defRPr/>
            </a:pPr>
            <a:r>
              <a:rPr lang="fr-FR" smtClean="0"/>
              <a:t>39-  CREATION'S REVEALING YOUR MAJESTY</a:t>
            </a:r>
          </a:p>
          <a:p>
            <a:pPr>
              <a:defRPr/>
            </a:pPr>
            <a:r>
              <a:rPr lang="fr-FR" smtClean="0"/>
              <a:t>40-  FROM THE COLORS OF FALL TO THE FRAGRANCE OF SPRING</a:t>
            </a:r>
          </a:p>
          <a:p>
            <a:pPr>
              <a:defRPr/>
            </a:pPr>
            <a:r>
              <a:rPr lang="fr-FR" smtClean="0"/>
              <a:t>41-  EVERY CREATURE UNIQUE IN THE SONG THAT IT SINGS</a:t>
            </a:r>
          </a:p>
          <a:p>
            <a:pPr>
              <a:defRPr/>
            </a:pPr>
            <a:r>
              <a:rPr lang="fr-FR" smtClean="0"/>
              <a:t>42-  ALL EXCLAIMING INDESCRIBABLE, UNCONTAINABLE</a:t>
            </a:r>
          </a:p>
          <a:p>
            <a:pPr>
              <a:defRPr/>
            </a:pPr>
            <a:r>
              <a:rPr lang="fr-FR" smtClean="0"/>
              <a:t>43-  YOU PLACED THE STARS IN THE SKY AND YOU KNOW THEM BY NAME</a:t>
            </a:r>
          </a:p>
          <a:p>
            <a:pPr>
              <a:defRPr/>
            </a:pPr>
            <a:r>
              <a:rPr lang="fr-FR" smtClean="0"/>
              <a:t>44-  YOU ARE AMAZING GOD ALL POWERFUL, UNTAMABLE</a:t>
            </a:r>
          </a:p>
          <a:p>
            <a:pPr>
              <a:defRPr/>
            </a:pPr>
            <a:r>
              <a:rPr lang="fr-FR" smtClean="0"/>
              <a:t>45-  AWESTRUCK WE FALL TO OUR KNEES AS WE HUMBLY PROCLAIM</a:t>
            </a:r>
          </a:p>
          <a:p>
            <a:pPr>
              <a:defRPr/>
            </a:pPr>
            <a:r>
              <a:rPr lang="fr-FR" smtClean="0"/>
              <a:t>46-  YOU ARE AMAZING GOD</a:t>
            </a:r>
          </a:p>
          <a:p>
            <a:pPr>
              <a:defRPr/>
            </a:pPr>
            <a:r>
              <a:rPr lang="fr-FR" smtClean="0"/>
              <a:t>47-  WHO HAS TOLD EVERY LIGHTNING BOLT WHERE IT SHOULD GO</a:t>
            </a:r>
          </a:p>
          <a:p>
            <a:pPr>
              <a:defRPr/>
            </a:pPr>
            <a:r>
              <a:rPr lang="fr-FR" smtClean="0"/>
              <a:t>48-  OR SEEN HEAVENLY STOREHOUSES LADEN WITH SNOW</a:t>
            </a:r>
          </a:p>
          <a:p>
            <a:pPr>
              <a:defRPr/>
            </a:pPr>
            <a:r>
              <a:rPr lang="fr-FR" smtClean="0"/>
              <a:t>49-  WHO IMAGINED THE SUN AND GIVES SOURCE TO ITS LIGHT</a:t>
            </a:r>
          </a:p>
          <a:p>
            <a:pPr>
              <a:defRPr/>
            </a:pPr>
            <a:r>
              <a:rPr lang="fr-FR" smtClean="0"/>
              <a:t>50-  YET CONCEALS IT TO BRING US THE COOLNESS OF NIGHT</a:t>
            </a:r>
          </a:p>
          <a:p>
            <a:pPr>
              <a:defRPr/>
            </a:pPr>
            <a:r>
              <a:rPr lang="fr-FR" smtClean="0"/>
              <a:t>51-  NONE CAN FATHOM  INDESCRIBABLE, UNCONTAINABLE</a:t>
            </a:r>
          </a:p>
          <a:p>
            <a:pPr>
              <a:defRPr/>
            </a:pPr>
            <a:r>
              <a:rPr lang="fr-FR" smtClean="0"/>
              <a:t>52-  YOU PLACED THE STARS IN THE SKY AND YOU KNOW THEM BY NAME</a:t>
            </a:r>
          </a:p>
          <a:p>
            <a:pPr>
              <a:defRPr/>
            </a:pPr>
            <a:r>
              <a:rPr lang="fr-FR" smtClean="0"/>
              <a:t>53-  YOU ARE AMAZING GOD ALL POWERFUL, UNTAMABLE</a:t>
            </a:r>
          </a:p>
          <a:p>
            <a:pPr>
              <a:defRPr/>
            </a:pPr>
            <a:r>
              <a:rPr lang="fr-FR" smtClean="0"/>
              <a:t>54-  AWESTRUCK WE FALL TO OUR KNEES AS WE HUMBLY PROCLAIM</a:t>
            </a:r>
          </a:p>
          <a:p>
            <a:pPr>
              <a:defRPr/>
            </a:pPr>
            <a:r>
              <a:rPr lang="fr-FR" smtClean="0"/>
              <a:t>55-  YOU ARE AMAZING GOD</a:t>
            </a:r>
          </a:p>
          <a:p>
            <a:pPr>
              <a:defRPr/>
            </a:pPr>
            <a:r>
              <a:rPr lang="fr-FR" smtClean="0"/>
              <a:t>56-  CAN'T EXPLAIN INDESCRIBABLE, UNCONTAINABLE</a:t>
            </a:r>
          </a:p>
          <a:p>
            <a:pPr>
              <a:defRPr/>
            </a:pPr>
            <a:r>
              <a:rPr lang="fr-FR" smtClean="0"/>
              <a:t>57-  YOU PLACES THE STARS IN THE SKY</a:t>
            </a:r>
          </a:p>
          <a:p>
            <a:pPr>
              <a:defRPr/>
            </a:pPr>
            <a:r>
              <a:rPr lang="fr-FR" smtClean="0"/>
              <a:t>58-  CAN'T CONTAIN  YOU'RE ALL POWERFUL YOU'RE UNTAMABLE</a:t>
            </a:r>
          </a:p>
          <a:p>
            <a:pPr>
              <a:defRPr/>
            </a:pPr>
            <a:r>
              <a:rPr lang="fr-FR" smtClean="0"/>
              <a:t>59-  CAN'T EXPLAIN INDESCRIBABLE, UNCONTAINABLE</a:t>
            </a:r>
          </a:p>
          <a:p>
            <a:pPr>
              <a:defRPr/>
            </a:pPr>
            <a:r>
              <a:rPr lang="fr-FR" smtClean="0"/>
              <a:t>60-  YOU PLACES THE STARS IN THE SKY</a:t>
            </a:r>
          </a:p>
          <a:p>
            <a:pPr>
              <a:defRPr/>
            </a:pPr>
            <a:r>
              <a:rPr lang="fr-FR" smtClean="0"/>
              <a:t>61-  CAN'T CONTAIN  YOU'RE ALL POWERFUL, YOU'RE UNTAMABLE</a:t>
            </a:r>
          </a:p>
          <a:p>
            <a:pPr>
              <a:defRPr/>
            </a:pPr>
            <a:r>
              <a:rPr lang="fr-FR" smtClean="0"/>
              <a:t>62-  AWESTRUCK WE FALL TO OUR KNEES</a:t>
            </a:r>
          </a:p>
          <a:p>
            <a:pPr>
              <a:defRPr/>
            </a:pPr>
            <a:r>
              <a:rPr lang="fr-FR" smtClean="0"/>
              <a:t>63-  INDESCRIBABLE, UNCONTAINABLE</a:t>
            </a:r>
          </a:p>
          <a:p>
            <a:pPr>
              <a:defRPr/>
            </a:pPr>
            <a:r>
              <a:rPr lang="fr-FR" smtClean="0"/>
              <a:t>64-  YOU PLACED THE STARS IN THE SKY  YOU KNOW THEM BY NAME</a:t>
            </a:r>
          </a:p>
          <a:p>
            <a:pPr>
              <a:defRPr/>
            </a:pPr>
            <a:r>
              <a:rPr lang="fr-FR" smtClean="0"/>
              <a:t>65-  YOU ARE AMAZING GOD</a:t>
            </a:r>
          </a:p>
          <a:p>
            <a:pPr>
              <a:defRPr/>
            </a:pPr>
            <a:r>
              <a:rPr lang="fr-FR" smtClean="0"/>
              <a:t>66-  ALL POWERFUL, UNTAMABLE</a:t>
            </a:r>
          </a:p>
          <a:p>
            <a:pPr>
              <a:defRPr/>
            </a:pPr>
            <a:r>
              <a:rPr lang="fr-FR" smtClean="0"/>
              <a:t>67-  AWESTRUCK WE FALL TO OUR KNEES  AS WE HUMBLY PROCLAIM</a:t>
            </a:r>
          </a:p>
          <a:p>
            <a:pPr>
              <a:defRPr/>
            </a:pPr>
            <a:r>
              <a:rPr lang="fr-FR" smtClean="0"/>
              <a:t>68-  YOU ARE AMAZING GOD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DES PROFONDEURS DES MERS AUX MONTAGNES ÉLEVÉES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highest of heights to the depths of the sea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LA CRÉATION RÉVÈLE TA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Creation's revealing Your majesty 
3-  DES COULEURS DE L’AUTOMNE  AUX PARFUMS DU PRINTEMPS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colors of fall to the fragrance of spring 
4-  CHAQUE CRÉATURE UNIQUE TE CHANTE UN NOUVEAU CHANT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creature unique in the song that it sings
5-  TOUTES S’EXCLAMANT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exclaiming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	6-  QUI PEUT TE DÉCRIRE OU TE CONTENIR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Indescribable, uncontainable,
	7-  TU PLACES LES ÉTOILES AU CIEL ET TU CONNAIS LEUR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amazing God 
	9-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All powerful, untamable, 
	10-  NOUS TOMBONS À GENOUX DEVANT TOI EN PROCLAMANT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12-  QUI COMMANDE AUX ÉCLAIRS DU TONNERRE OÙ ALLER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has told every lightning bolt where it should go 
13-  QUI ORDONNE À LA NEIGE EN QUEL LIEU SE POSER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Or seen heavenly storehouses laden with snow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QUI CRÉA LE SOLEIL SA LUMIÈRE INFINIE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imagined the sun and gives source to its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ET LE CACHE POUR OFFRIR LA FRAÎCHEUR DE LA NUIT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Yet conceals it to bring us the coolness of night 
16-  QUI TE SONDERA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None can fathom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PLACES LES ÉTOILES AU CIEL INCOMMENSURABLE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TU PLACES LES ÉTOILES AU CIEL INCOMMENSURABLE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TU PLACES LES ÉTOILES AU CIEL ET TU CONNAIS LEUR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NOUS TOMBONS À GENOUX DEVANT TOI EN PROCLAMANT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TU PLACES LES ÉTOILES AU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INCOMMENSURABLE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INEXPLICABLE QUI PEUT TE DÉCRIRE OU TE CONTENIR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INCOMMENSURABLE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TU ES INDESCRIPTIBLE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FROM THE HIGHEST OF HEIGHTS TO THE DEPTHS OF THE SEA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CREATION'S REVEALING YOUR MAJESTY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FROM THE COLORS OF FALL TO THE FRAGRANCE OF SPRING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EVERY CREATURE UNIQUE IN THE SONG THAT IT SINGS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ALL EXCLAIMING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YOU ARE AMAZING GOD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WHO HAS TOLD EVERY LIGHTNING BOLT WHERE IT SHOULD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OR SEEN HEAVENLY STOREHOUSES LADEN WITH SNOW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WHO IMAGINED THE SUN AND GIVES SOURCE TO ITS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YET CONCEALS IT TO BRING US THE COOLNESS OF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NONE CAN FATHOM  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YOU ARE AMAZING GOD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CAN'T EXPLAIN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YOU PLACES THE STARS IN THE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CAN'T CONTAIN  YOU'RE ALL POWERFUL YOU'RE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CAN'T EXPLAIN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YOU PLACES THE STARS IN THE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61-  CAN'T CONTAIN  YOU'RE ALL POWERFUL, YOU'RE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62-  AWESTRUCK WE FALL TO OUR KNEES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64-  YOU PLACED THE STARS IN THE SKY 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65-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66- 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67-  AWESTRUCK WE FALL TO OUR KNEES 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68-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b="1" i="1" dirty="0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DES PROFONDEURS DES MERS AUX MONTAGNES ÉLEVÉES</a:t>
            </a:r>
          </a:p>
          <a:p>
            <a:pPr>
              <a:defRPr/>
            </a:pPr>
            <a:r>
              <a:rPr lang="fr-FR" smtClean="0"/>
              <a:t>From the highest of heights to the depths of the sea</a:t>
            </a:r>
          </a:p>
          <a:p>
            <a:pPr>
              <a:defRPr/>
            </a:pPr>
            <a:r>
              <a:rPr lang="fr-FR" smtClean="0"/>
              <a:t>2-  LA CRÉATION RÉVÈLE TA MAJESTÉ</a:t>
            </a:r>
          </a:p>
          <a:p>
            <a:pPr>
              <a:defRPr/>
            </a:pPr>
            <a:r>
              <a:rPr lang="fr-FR" smtClean="0"/>
              <a:t>Creation's revealing Your majesty 
3-  DES COULEURS DE L’AUTOMNE  AUX PARFUMS DU PRINTEMPS</a:t>
            </a:r>
          </a:p>
          <a:p>
            <a:pPr>
              <a:defRPr/>
            </a:pPr>
            <a:r>
              <a:rPr lang="fr-FR" smtClean="0"/>
              <a:t>From the colors of fall to the fragrance of spring 
4-  CHAQUE CRÉATURE UNIQUE TE CHANTE UN NOUVEAU CHANT </a:t>
            </a:r>
          </a:p>
          <a:p>
            <a:pPr>
              <a:defRPr/>
            </a:pPr>
            <a:r>
              <a:rPr lang="fr-FR" smtClean="0"/>
              <a:t>Every creature unique in the song that it sings
5-  TOUTES S’EXCLAMANT</a:t>
            </a:r>
          </a:p>
          <a:p>
            <a:pPr>
              <a:defRPr/>
            </a:pPr>
            <a:r>
              <a:rPr lang="fr-FR" smtClean="0"/>
              <a:t>All exclaiming</a:t>
            </a:r>
          </a:p>
          <a:p>
            <a:pPr>
              <a:defRPr/>
            </a:pPr>
            <a:r>
              <a:rPr lang="fr-FR" smtClean="0"/>
              <a:t> 
	6-  QUI PEUT TE DÉCRIRE OU TE CONTENIR ? </a:t>
            </a:r>
          </a:p>
          <a:p>
            <a:pPr>
              <a:defRPr/>
            </a:pPr>
            <a:r>
              <a:rPr lang="fr-FR" smtClean="0"/>
              <a:t>	Indescribable, uncontainable,
	7-  TU PLACES LES ÉTOILES AU CIEL ET TU CONNAIS LEUR NOM </a:t>
            </a:r>
          </a:p>
          <a:p>
            <a:pPr>
              <a:defRPr/>
            </a:pPr>
            <a:r>
              <a:rPr lang="fr-FR" smtClean="0"/>
              <a:t>	You placed the stars in the sky and You know them by name</a:t>
            </a:r>
          </a:p>
          <a:p>
            <a:pPr>
              <a:defRPr/>
            </a:pPr>
            <a:r>
              <a:rPr lang="fr-FR" smtClean="0"/>
              <a:t>	8-  TU ES UN DIEU SI GRAND</a:t>
            </a:r>
          </a:p>
          <a:p>
            <a:pPr>
              <a:defRPr/>
            </a:pPr>
            <a:r>
              <a:rPr lang="fr-FR" smtClean="0"/>
              <a:t>	You are amazing God 
	9-  DIEU TOUT-PUISSANT, IMPRESSIONNANT</a:t>
            </a:r>
          </a:p>
          <a:p>
            <a:pPr>
              <a:defRPr/>
            </a:pPr>
            <a:r>
              <a:rPr lang="fr-FR" smtClean="0"/>
              <a:t>	All powerful, untamable, 
	10-  NOUS TOMBONS À GENOUX DEVANT TOI EN PROCLAMANT</a:t>
            </a:r>
          </a:p>
          <a:p>
            <a:pPr>
              <a:defRPr/>
            </a:pPr>
            <a:r>
              <a:rPr lang="fr-FR" smtClean="0"/>
              <a:t>	Awestruck we fall to our knees as we humbly proclaim</a:t>
            </a:r>
          </a:p>
          <a:p>
            <a:pPr>
              <a:defRPr/>
            </a:pPr>
            <a:r>
              <a:rPr lang="fr-FR" smtClean="0"/>
              <a:t>	11- TU ES UN DIEU SI GRAND</a:t>
            </a:r>
          </a:p>
          <a:p>
            <a:pPr>
              <a:defRPr/>
            </a:pPr>
            <a:r>
              <a:rPr lang="fr-FR" smtClean="0"/>
              <a:t>	You are amazing God</a:t>
            </a:r>
          </a:p>
          <a:p>
            <a:pPr>
              <a:defRPr/>
            </a:pPr>
            <a:r>
              <a:rPr lang="fr-FR" smtClean="0"/>
              <a:t> 
12-  QUI COMMANDE AUX ÉCLAIRS DU TONNERRE OÙ ALLER ?</a:t>
            </a:r>
          </a:p>
          <a:p>
            <a:pPr>
              <a:defRPr/>
            </a:pPr>
            <a:r>
              <a:rPr lang="fr-FR" smtClean="0"/>
              <a:t>Who has told every lightning bolt where it should go 
13-  QUI ORDONNE À LA NEIGE EN QUEL LIEU SE POSER ? </a:t>
            </a:r>
          </a:p>
          <a:p>
            <a:pPr>
              <a:defRPr/>
            </a:pPr>
            <a:r>
              <a:rPr lang="fr-FR" smtClean="0"/>
              <a:t>Or seen heavenly storehouses laden with snow</a:t>
            </a:r>
          </a:p>
          <a:p>
            <a:pPr>
              <a:defRPr/>
            </a:pPr>
            <a:r>
              <a:rPr lang="fr-FR" smtClean="0"/>
              <a:t>14-  QUI CRÉA LE SOLEIL SA LUMIÈRE INFINIE ? </a:t>
            </a:r>
          </a:p>
          <a:p>
            <a:pPr>
              <a:defRPr/>
            </a:pPr>
            <a:r>
              <a:rPr lang="fr-FR" smtClean="0"/>
              <a:t>Who imagined the sun and gives source to its light</a:t>
            </a:r>
          </a:p>
          <a:p>
            <a:pPr>
              <a:defRPr/>
            </a:pPr>
            <a:r>
              <a:rPr lang="fr-FR" smtClean="0"/>
              <a:t>15-  ET LE CACHE POUR OFFRIR LA FRAÎCHEUR DE LA NUIT</a:t>
            </a:r>
          </a:p>
          <a:p>
            <a:pPr>
              <a:defRPr/>
            </a:pPr>
            <a:r>
              <a:rPr lang="fr-FR" smtClean="0"/>
              <a:t>Yet conceals it to bring us the coolness of night 
16-  QUI TE SONDERA ? </a:t>
            </a:r>
          </a:p>
          <a:p>
            <a:pPr>
              <a:defRPr/>
            </a:pPr>
            <a:r>
              <a:rPr lang="fr-FR" smtClean="0"/>
              <a:t>None can fathom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INEXPLICABLE QUI PEUT TE DÉCRIRE OU TE CONTENIR ?</a:t>
            </a:r>
          </a:p>
          <a:p>
            <a:pPr>
              <a:defRPr/>
            </a:pPr>
            <a:r>
              <a:rPr lang="fr-FR" smtClean="0"/>
              <a:t>18-  TU PLACES LES ÉTOILES AU CIEL INCOMMENSURABLE</a:t>
            </a:r>
          </a:p>
          <a:p>
            <a:pPr>
              <a:defRPr/>
            </a:pPr>
            <a:r>
              <a:rPr lang="fr-FR" smtClean="0"/>
              <a:t>19-  DIEU TOUT-PUISSANT, IMPRESSIONNANT</a:t>
            </a:r>
          </a:p>
          <a:p>
            <a:pPr>
              <a:defRPr/>
            </a:pPr>
            <a:r>
              <a:rPr lang="fr-FR" smtClean="0"/>
              <a:t>20-  FORMIDABLE NOUS TOMBONS À GENOUX DEVANT TOI</a:t>
            </a:r>
          </a:p>
          <a:p>
            <a:pPr>
              <a:defRPr/>
            </a:pPr>
            <a:r>
              <a:rPr lang="fr-FR" smtClean="0"/>
              <a:t>21-  INEXPLICABLE QUI PEUT TE DÉCRIRE OU TE CONTENIR ?</a:t>
            </a:r>
          </a:p>
          <a:p>
            <a:pPr>
              <a:defRPr/>
            </a:pPr>
            <a:r>
              <a:rPr lang="fr-FR" smtClean="0"/>
              <a:t>22-  TU PLACES LES ÉTOILES AU CIEL INCOMMENSURABLE</a:t>
            </a:r>
          </a:p>
          <a:p>
            <a:pPr>
              <a:defRPr/>
            </a:pPr>
            <a:r>
              <a:rPr lang="fr-FR" smtClean="0"/>
              <a:t>23-  DIEU TOUT-PUISSANT, IMPRESSIONNANT</a:t>
            </a:r>
          </a:p>
          <a:p>
            <a:pPr>
              <a:defRPr/>
            </a:pPr>
            <a:r>
              <a:rPr lang="fr-FR" smtClean="0"/>
              <a:t>24-  FORMIDABLE NOUS TOMBONS À GENOUX DEVANT TOI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QUI PEUT TE DÉCRIRE OU TE CONTENIR ?</a:t>
            </a:r>
          </a:p>
          <a:p>
            <a:pPr>
              <a:defRPr/>
            </a:pPr>
            <a:r>
              <a:rPr lang="fr-FR" smtClean="0"/>
              <a:t>26-  TU PLACES LES ÉTOILES AU CIEL ET TU CONNAIS LEUR NOM</a:t>
            </a:r>
          </a:p>
          <a:p>
            <a:pPr>
              <a:defRPr/>
            </a:pPr>
            <a:r>
              <a:rPr lang="fr-FR" smtClean="0"/>
              <a:t>27-  TU ES UN DIEU SI GRAND</a:t>
            </a:r>
          </a:p>
          <a:p>
            <a:pPr>
              <a:defRPr/>
            </a:pPr>
            <a:r>
              <a:rPr lang="fr-FR" smtClean="0"/>
              <a:t>28-  DIEU TOUT-PUISSANT, IMPRESSIONNANT</a:t>
            </a:r>
          </a:p>
          <a:p>
            <a:pPr>
              <a:defRPr/>
            </a:pPr>
            <a:r>
              <a:rPr lang="fr-FR" smtClean="0"/>
              <a:t>29-  NOUS TOMBONS À GENOUX DEVANT TOI EN PROCLAMANT</a:t>
            </a:r>
          </a:p>
          <a:p>
            <a:pPr>
              <a:defRPr/>
            </a:pPr>
            <a:r>
              <a:rPr lang="fr-FR" smtClean="0"/>
              <a:t>30-  TU ES UN DIEU SI GRAND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INEXPLICABLE QUI PEUT TE DÉCRIRE OU TE CONTENIR ?</a:t>
            </a:r>
          </a:p>
          <a:p>
            <a:pPr>
              <a:defRPr/>
            </a:pPr>
            <a:r>
              <a:rPr lang="fr-FR" smtClean="0"/>
              <a:t>32-  TU PLACES LES ÉTOILES AU CIEL</a:t>
            </a:r>
          </a:p>
          <a:p>
            <a:pPr>
              <a:defRPr/>
            </a:pPr>
            <a:r>
              <a:rPr lang="fr-FR" smtClean="0"/>
              <a:t>33-  INCOMMENSURABLE DIEU TOUT-PUISSANT, IMPRESSIONNANT</a:t>
            </a:r>
          </a:p>
          <a:p>
            <a:pPr>
              <a:defRPr/>
            </a:pPr>
            <a:r>
              <a:rPr lang="fr-FR" smtClean="0"/>
              <a:t>34-  FORMIDABLE NOUS TOMBONS À GENOUX DEVANT TOI</a:t>
            </a:r>
          </a:p>
          <a:p>
            <a:pPr>
              <a:defRPr/>
            </a:pPr>
            <a:r>
              <a:rPr lang="fr-FR" smtClean="0"/>
              <a:t>35-  INEXPLICABLE QUI PEUT TE DÉCRIRE OU TE CONTENIR ? </a:t>
            </a:r>
          </a:p>
          <a:p>
            <a:pPr>
              <a:defRPr/>
            </a:pPr>
            <a:r>
              <a:rPr lang="fr-FR" smtClean="0"/>
              <a:t>36-  INCOMMENSURABLE DIEU TOUT-PUISSANT, IMPRESSIONNANT</a:t>
            </a:r>
          </a:p>
          <a:p>
            <a:pPr>
              <a:defRPr/>
            </a:pPr>
            <a:r>
              <a:rPr lang="fr-FR" smtClean="0"/>
              <a:t>37-  TU ES INDESCRIPTIBLE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**************************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FROM THE HIGHEST OF HEIGHTS TO THE DEPTHS OF THE SEA</a:t>
            </a:r>
          </a:p>
          <a:p>
            <a:pPr>
              <a:defRPr/>
            </a:pPr>
            <a:r>
              <a:rPr lang="fr-FR" smtClean="0"/>
              <a:t>39-  CREATION'S REVEALING YOUR MAJESTY</a:t>
            </a:r>
          </a:p>
          <a:p>
            <a:pPr>
              <a:defRPr/>
            </a:pPr>
            <a:r>
              <a:rPr lang="fr-FR" smtClean="0"/>
              <a:t>40-  FROM THE COLORS OF FALL TO THE FRAGRANCE OF SPRING</a:t>
            </a:r>
          </a:p>
          <a:p>
            <a:pPr>
              <a:defRPr/>
            </a:pPr>
            <a:r>
              <a:rPr lang="fr-FR" smtClean="0"/>
              <a:t>41-  EVERY CREATURE UNIQUE IN THE SONG THAT IT SINGS</a:t>
            </a:r>
          </a:p>
          <a:p>
            <a:pPr>
              <a:defRPr/>
            </a:pPr>
            <a:r>
              <a:rPr lang="fr-FR" smtClean="0"/>
              <a:t>42-  ALL EXCLAIMING INDESCRIBABLE, UNCONTAINABLE</a:t>
            </a:r>
          </a:p>
          <a:p>
            <a:pPr>
              <a:defRPr/>
            </a:pPr>
            <a:r>
              <a:rPr lang="fr-FR" smtClean="0"/>
              <a:t>43-  YOU PLACED THE STARS IN THE SKY AND YOU KNOW THEM BY NAME</a:t>
            </a:r>
          </a:p>
          <a:p>
            <a:pPr>
              <a:defRPr/>
            </a:pPr>
            <a:r>
              <a:rPr lang="fr-FR" smtClean="0"/>
              <a:t>44-  YOU ARE AMAZING GOD ALL POWERFUL, UNTAMABLE</a:t>
            </a:r>
          </a:p>
          <a:p>
            <a:pPr>
              <a:defRPr/>
            </a:pPr>
            <a:r>
              <a:rPr lang="fr-FR" smtClean="0"/>
              <a:t>45-  AWESTRUCK WE FALL TO OUR KNEES AS WE HUMBLY PROCLAIM</a:t>
            </a:r>
          </a:p>
          <a:p>
            <a:pPr>
              <a:defRPr/>
            </a:pPr>
            <a:r>
              <a:rPr lang="fr-FR" smtClean="0"/>
              <a:t>46-  YOU ARE AMAZING GOD</a:t>
            </a:r>
          </a:p>
          <a:p>
            <a:pPr>
              <a:defRPr/>
            </a:pPr>
            <a:r>
              <a:rPr lang="fr-FR" smtClean="0"/>
              <a:t>47-  WHO HAS TOLD EVERY LIGHTNING BOLT WHERE IT SHOULD GO</a:t>
            </a:r>
          </a:p>
          <a:p>
            <a:pPr>
              <a:defRPr/>
            </a:pPr>
            <a:r>
              <a:rPr lang="fr-FR" smtClean="0"/>
              <a:t>48-  OR SEEN HEAVENLY STOREHOUSES LADEN WITH SNOW</a:t>
            </a:r>
          </a:p>
          <a:p>
            <a:pPr>
              <a:defRPr/>
            </a:pPr>
            <a:r>
              <a:rPr lang="fr-FR" smtClean="0"/>
              <a:t>49-  WHO IMAGINED THE SUN AND GIVES SOURCE TO ITS LIGHT</a:t>
            </a:r>
          </a:p>
          <a:p>
            <a:pPr>
              <a:defRPr/>
            </a:pPr>
            <a:r>
              <a:rPr lang="fr-FR" smtClean="0"/>
              <a:t>50-  YET CONCEALS IT TO BRING US THE COOLNESS OF NIGHT</a:t>
            </a:r>
          </a:p>
          <a:p>
            <a:pPr>
              <a:defRPr/>
            </a:pPr>
            <a:r>
              <a:rPr lang="fr-FR" smtClean="0"/>
              <a:t>51-  NONE CAN FATHOM  INDESCRIBABLE, UNCONTAINABLE</a:t>
            </a:r>
          </a:p>
          <a:p>
            <a:pPr>
              <a:defRPr/>
            </a:pPr>
            <a:r>
              <a:rPr lang="fr-FR" smtClean="0"/>
              <a:t>52-  YOU PLACED THE STARS IN THE SKY AND YOU KNOW THEM BY NAME</a:t>
            </a:r>
          </a:p>
          <a:p>
            <a:pPr>
              <a:defRPr/>
            </a:pPr>
            <a:r>
              <a:rPr lang="fr-FR" smtClean="0"/>
              <a:t>53-  YOU ARE AMAZING GOD ALL POWERFUL, UNTAMABLE</a:t>
            </a:r>
          </a:p>
          <a:p>
            <a:pPr>
              <a:defRPr/>
            </a:pPr>
            <a:r>
              <a:rPr lang="fr-FR" smtClean="0"/>
              <a:t>54-  AWESTRUCK WE FALL TO OUR KNEES AS WE HUMBLY PROCLAIM</a:t>
            </a:r>
          </a:p>
          <a:p>
            <a:pPr>
              <a:defRPr/>
            </a:pPr>
            <a:r>
              <a:rPr lang="fr-FR" smtClean="0"/>
              <a:t>55-  YOU ARE AMAZING GOD</a:t>
            </a:r>
          </a:p>
          <a:p>
            <a:pPr>
              <a:defRPr/>
            </a:pPr>
            <a:r>
              <a:rPr lang="fr-FR" smtClean="0"/>
              <a:t>56-  CAN'T EXPLAIN INDESCRIBABLE, UNCONTAINABLE</a:t>
            </a:r>
          </a:p>
          <a:p>
            <a:pPr>
              <a:defRPr/>
            </a:pPr>
            <a:r>
              <a:rPr lang="fr-FR" smtClean="0"/>
              <a:t>57-  YOU PLACES THE STARS IN THE SKY</a:t>
            </a:r>
          </a:p>
          <a:p>
            <a:pPr>
              <a:defRPr/>
            </a:pPr>
            <a:r>
              <a:rPr lang="fr-FR" smtClean="0"/>
              <a:t>58-  CAN'T CONTAIN  YOU'RE ALL POWERFUL YOU'RE UNTAMABLE</a:t>
            </a:r>
          </a:p>
          <a:p>
            <a:pPr>
              <a:defRPr/>
            </a:pPr>
            <a:r>
              <a:rPr lang="fr-FR" smtClean="0"/>
              <a:t>59-  CAN'T EXPLAIN INDESCRIBABLE, UNCONTAINABLE</a:t>
            </a:r>
          </a:p>
          <a:p>
            <a:pPr>
              <a:defRPr/>
            </a:pPr>
            <a:r>
              <a:rPr lang="fr-FR" smtClean="0"/>
              <a:t>60-  YOU PLACES THE STARS IN THE SKY</a:t>
            </a:r>
          </a:p>
          <a:p>
            <a:pPr>
              <a:defRPr/>
            </a:pPr>
            <a:r>
              <a:rPr lang="fr-FR" smtClean="0"/>
              <a:t>61-  CAN'T CONTAIN  YOU'RE ALL POWERFUL, YOU'RE UNTAMABLE</a:t>
            </a:r>
          </a:p>
          <a:p>
            <a:pPr>
              <a:defRPr/>
            </a:pPr>
            <a:r>
              <a:rPr lang="fr-FR" smtClean="0"/>
              <a:t>62-  AWESTRUCK WE FALL TO OUR KNEES</a:t>
            </a:r>
          </a:p>
          <a:p>
            <a:pPr>
              <a:defRPr/>
            </a:pPr>
            <a:r>
              <a:rPr lang="fr-FR" smtClean="0"/>
              <a:t>63-  INDESCRIBABLE, UNCONTAINABLE</a:t>
            </a:r>
          </a:p>
          <a:p>
            <a:pPr>
              <a:defRPr/>
            </a:pPr>
            <a:r>
              <a:rPr lang="fr-FR" smtClean="0"/>
              <a:t>64-  YOU PLACED THE STARS IN THE SKY  YOU KNOW THEM BY NAME</a:t>
            </a:r>
          </a:p>
          <a:p>
            <a:pPr>
              <a:defRPr/>
            </a:pPr>
            <a:r>
              <a:rPr lang="fr-FR" smtClean="0"/>
              <a:t>65-  YOU ARE AMAZING GOD</a:t>
            </a:r>
          </a:p>
          <a:p>
            <a:pPr>
              <a:defRPr/>
            </a:pPr>
            <a:r>
              <a:rPr lang="fr-FR" smtClean="0"/>
              <a:t>66-  ALL POWERFUL, UNTAMABLE</a:t>
            </a:r>
          </a:p>
          <a:p>
            <a:pPr>
              <a:defRPr/>
            </a:pPr>
            <a:r>
              <a:rPr lang="fr-FR" smtClean="0"/>
              <a:t>67-  AWESTRUCK WE FALL TO OUR KNEES  AS WE HUMBLY PROCLAIM</a:t>
            </a:r>
          </a:p>
          <a:p>
            <a:pPr>
              <a:defRPr/>
            </a:pPr>
            <a:r>
              <a:rPr lang="fr-FR" smtClean="0"/>
              <a:t>68-  YOU ARE AMAZING GOD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DES PROFONDEURS DES MERS AUX MONTAGNES ÉLEVÉES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highest of heights to the depths of the sea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LA CRÉATION RÉVÈLE TA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Creation's revealing Your majesty 
3-  DES COULEURS DE L’AUTOMNE  AUX PARFUMS DU PRINTEMPS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colors of fall to the fragrance of spring 
4-  CHAQUE CRÉATURE UNIQUE TE CHANTE UN NOUVEAU CHANT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creature unique in the song that it sings
5-  TOUTES S’EXCLAMANT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exclaiming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	6-  QUI PEUT TE DÉCRIRE OU TE CONTENIR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Indescribable, uncontainable,
	7-  TU PLACES LES ÉTOILES AU CIEL ET TU CONNAIS LEUR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amazing God 
	9-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All powerful, untamable, 
	10-  NOUS TOMBONS À GENOUX DEVANT TOI EN PROCLAMANT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12-  QUI COMMANDE AUX ÉCLAIRS DU TONNERRE OÙ ALLER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has told every lightning bolt where it should go 
13-  QUI ORDONNE À LA NEIGE EN QUEL LIEU SE POSER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Or seen heavenly storehouses laden with snow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QUI CRÉA LE SOLEIL SA LUMIÈRE INFINIE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imagined the sun and gives source to its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ET LE CACHE POUR OFFRIR LA FRAÎCHEUR DE LA NUIT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Yet conceals it to bring us the coolness of night 
16-  QUI TE SONDERA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None can fathom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PLACES LES ÉTOILES AU CIEL INCOMMENSURABLE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TU PLACES LES ÉTOILES AU CIEL INCOMMENSURABLE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TU PLACES LES ÉTOILES AU CIEL ET TU CONNAIS LEUR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NOUS TOMBONS À GENOUX DEVANT TOI EN PROCLAMANT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TU ES UN DIEU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INEXPLICABLE QUI PEUT TE DÉCRIRE OU TE CONTENIR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TU PLACES LES ÉTOILES AU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INCOMMENSURABLE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FORMIDABLE NOUS TOMBONS À GENOUX DEVANT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INEXPLICABLE QUI PEUT TE DÉCRIRE OU TE CONTENIR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INCOMMENSURABLE DIEU TOUT-PUISSANT, IMPRESSIONNANT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TU ES INDESCRIPTIBLE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FROM THE HIGHEST OF HEIGHTS TO THE DEPTHS OF THE SEA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CREATION'S REVEALING YOUR MAJESTY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FROM THE COLORS OF FALL TO THE FRAGRANCE OF SPRING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EVERY CREATURE UNIQUE IN THE SONG THAT IT SINGS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ALL EXCLAIMING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YOU ARE AMAZING GOD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WHO HAS TOLD EVERY LIGHTNING BOLT WHERE IT SHOULD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OR SEEN HEAVENLY STOREHOUSES LADEN WITH SNOW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WHO IMAGINED THE SUN AND GIVES SOURCE TO ITS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YET CONCEALS IT TO BRING US THE COOLNESS OF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NONE CAN FATHOM  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YOU PLACED THE STARS IN THE SKY AND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YOU ARE AMAZING GOD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AWESTRUCK WE FALL TO OUR KNEES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CAN'T EXPLAIN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YOU PLACES THE STARS IN THE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CAN'T CONTAIN  YOU'RE ALL POWERFUL YOU'RE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CAN'T EXPLAIN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YOU PLACES THE STARS IN THE SKY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61-  CAN'T CONTAIN  YOU'RE ALL POWERFUL, YOU'RE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62-  AWESTRUCK WE FALL TO OUR KNEES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63-  INDESCRIBABLE, UNCONTAINABLE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64-  YOU PLACED THE STARS IN THE SKY  YOU KNOW THEM BY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65-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66-  ALL POWERFUL, UNTAMABLE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67-  AWESTRUCK WE FALL TO OUR KNEES  AS WE HUMBLY PROCLAIM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68-  YOU ARE AMAZING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b="1" i="1" dirty="0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DES PROFONDEURS DES MERS AUX MONTAGNES ÉLEVÉES</a:t>
            </a:r>
          </a:p>
          <a:p>
            <a:pPr>
              <a:defRPr/>
            </a:pPr>
            <a:r>
              <a:rPr lang="fr-FR" smtClean="0"/>
              <a:t>From the highest of heights to the depths of the sea</a:t>
            </a:r>
          </a:p>
          <a:p>
            <a:pPr>
              <a:defRPr/>
            </a:pPr>
            <a:r>
              <a:rPr lang="fr-FR" smtClean="0"/>
              <a:t>2-  LA CRÉATION RÉVÈLE TA MAJESTÉ</a:t>
            </a:r>
          </a:p>
          <a:p>
            <a:pPr>
              <a:defRPr/>
            </a:pPr>
            <a:r>
              <a:rPr lang="fr-FR" smtClean="0"/>
              <a:t>Creation's revealing Your majesty 
3-  DES COULEURS DE L’AUTOMNE  AUX PARFUMS DU PRINTEMPS</a:t>
            </a:r>
          </a:p>
          <a:p>
            <a:pPr>
              <a:defRPr/>
            </a:pPr>
            <a:r>
              <a:rPr lang="fr-FR" smtClean="0"/>
              <a:t>From the colors of fall to the fragrance of spring 
4-  CHAQUE CRÉATURE UNIQUE TE CHANTE UN NOUVEAU CHANT </a:t>
            </a:r>
          </a:p>
          <a:p>
            <a:pPr>
              <a:defRPr/>
            </a:pPr>
            <a:r>
              <a:rPr lang="fr-FR" smtClean="0"/>
              <a:t>Every creature unique in the song that it sings
5-  TOUTES S’EXCLAMANT</a:t>
            </a:r>
          </a:p>
          <a:p>
            <a:pPr>
              <a:defRPr/>
            </a:pPr>
            <a:r>
              <a:rPr lang="fr-FR" smtClean="0"/>
              <a:t>All exclaiming</a:t>
            </a:r>
          </a:p>
          <a:p>
            <a:pPr>
              <a:defRPr/>
            </a:pPr>
            <a:r>
              <a:rPr lang="fr-FR" smtClean="0"/>
              <a:t> 
	6-  QUI PEUT TE DÉCRIRE OU TE CONTENIR ? </a:t>
            </a:r>
          </a:p>
          <a:p>
            <a:pPr>
              <a:defRPr/>
            </a:pPr>
            <a:r>
              <a:rPr lang="fr-FR" smtClean="0"/>
              <a:t>	Indescribable, uncontainable,
	7-  TU PLACES LES ÉTOILES AU CIEL ET TU CONNAIS LEUR NOM </a:t>
            </a:r>
          </a:p>
          <a:p>
            <a:pPr>
              <a:defRPr/>
            </a:pPr>
            <a:r>
              <a:rPr lang="fr-FR" smtClean="0"/>
              <a:t>	You placed the stars in the sky and You know them by name</a:t>
            </a:r>
          </a:p>
          <a:p>
            <a:pPr>
              <a:defRPr/>
            </a:pPr>
            <a:r>
              <a:rPr lang="fr-FR" smtClean="0"/>
              <a:t>	8-  TU ES UN DIEU SI GRAND</a:t>
            </a:r>
          </a:p>
          <a:p>
            <a:pPr>
              <a:defRPr/>
            </a:pPr>
            <a:r>
              <a:rPr lang="fr-FR" smtClean="0"/>
              <a:t>	You are amazing God 
	9-  DIEU TOUT-PUISSANT, IMPRESSIONNANT</a:t>
            </a:r>
          </a:p>
          <a:p>
            <a:pPr>
              <a:defRPr/>
            </a:pPr>
            <a:r>
              <a:rPr lang="fr-FR" smtClean="0"/>
              <a:t>	All powerful, untamable, 
	10-  NOUS TOMBONS À GENOUX DEVANT TOI EN PROCLAMANT</a:t>
            </a:r>
          </a:p>
          <a:p>
            <a:pPr>
              <a:defRPr/>
            </a:pPr>
            <a:r>
              <a:rPr lang="fr-FR" smtClean="0"/>
              <a:t>	Awestruck we fall to our knees as we humbly proclaim</a:t>
            </a:r>
          </a:p>
          <a:p>
            <a:pPr>
              <a:defRPr/>
            </a:pPr>
            <a:r>
              <a:rPr lang="fr-FR" smtClean="0"/>
              <a:t>	11- TU ES UN DIEU SI GRAND</a:t>
            </a:r>
          </a:p>
          <a:p>
            <a:pPr>
              <a:defRPr/>
            </a:pPr>
            <a:r>
              <a:rPr lang="fr-FR" smtClean="0"/>
              <a:t>	You are amazing God</a:t>
            </a:r>
          </a:p>
          <a:p>
            <a:pPr>
              <a:defRPr/>
            </a:pPr>
            <a:r>
              <a:rPr lang="fr-FR" smtClean="0"/>
              <a:t> 
12-  QUI COMMANDE AUX ÉCLAIRS DU TONNERRE OÙ ALLER ?</a:t>
            </a:r>
          </a:p>
          <a:p>
            <a:pPr>
              <a:defRPr/>
            </a:pPr>
            <a:r>
              <a:rPr lang="fr-FR" smtClean="0"/>
              <a:t>Who has told every lightning bolt where it should go 
13-  QUI ORDONNE À LA NEIGE EN QUEL LIEU SE POSER ? </a:t>
            </a:r>
          </a:p>
          <a:p>
            <a:pPr>
              <a:defRPr/>
            </a:pPr>
            <a:r>
              <a:rPr lang="fr-FR" smtClean="0"/>
              <a:t>Or seen heavenly storehouses laden with snow</a:t>
            </a:r>
          </a:p>
          <a:p>
            <a:pPr>
              <a:defRPr/>
            </a:pPr>
            <a:r>
              <a:rPr lang="fr-FR" smtClean="0"/>
              <a:t>14-  QUI CRÉA LE SOLEIL SA LUMIÈRE INFINIE ? </a:t>
            </a:r>
          </a:p>
          <a:p>
            <a:pPr>
              <a:defRPr/>
            </a:pPr>
            <a:r>
              <a:rPr lang="fr-FR" smtClean="0"/>
              <a:t>Who imagined the sun and gives source to its light</a:t>
            </a:r>
          </a:p>
          <a:p>
            <a:pPr>
              <a:defRPr/>
            </a:pPr>
            <a:r>
              <a:rPr lang="fr-FR" smtClean="0"/>
              <a:t>15-  ET LE CACHE POUR OFFRIR LA FRAÎCHEUR DE LA NUIT</a:t>
            </a:r>
          </a:p>
          <a:p>
            <a:pPr>
              <a:defRPr/>
            </a:pPr>
            <a:r>
              <a:rPr lang="fr-FR" smtClean="0"/>
              <a:t>Yet conceals it to bring us the coolness of night 
16-  QUI TE SONDERA ? </a:t>
            </a:r>
          </a:p>
          <a:p>
            <a:pPr>
              <a:defRPr/>
            </a:pPr>
            <a:r>
              <a:rPr lang="fr-FR" smtClean="0"/>
              <a:t>None can fathom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INEXPLICABLE QUI PEUT TE DÉCRIRE OU TE CONTENIR ?</a:t>
            </a:r>
          </a:p>
          <a:p>
            <a:pPr>
              <a:defRPr/>
            </a:pPr>
            <a:r>
              <a:rPr lang="fr-FR" smtClean="0"/>
              <a:t>18-  TU PLACES LES ÉTOILES AU CIEL INCOMMENSURABLE</a:t>
            </a:r>
          </a:p>
          <a:p>
            <a:pPr>
              <a:defRPr/>
            </a:pPr>
            <a:r>
              <a:rPr lang="fr-FR" smtClean="0"/>
              <a:t>19-  DIEU TOUT-PUISSANT, IMPRESSIONNANT</a:t>
            </a:r>
          </a:p>
          <a:p>
            <a:pPr>
              <a:defRPr/>
            </a:pPr>
            <a:r>
              <a:rPr lang="fr-FR" smtClean="0"/>
              <a:t>20-  FORMIDABLE NOUS TOMBONS À GENOUX DEVANT TOI</a:t>
            </a:r>
          </a:p>
          <a:p>
            <a:pPr>
              <a:defRPr/>
            </a:pPr>
            <a:r>
              <a:rPr lang="fr-FR" smtClean="0"/>
              <a:t>21-  INEXPLICABLE QUI PEUT TE DÉCRIRE OU TE CONTENIR ?</a:t>
            </a:r>
          </a:p>
          <a:p>
            <a:pPr>
              <a:defRPr/>
            </a:pPr>
            <a:r>
              <a:rPr lang="fr-FR" smtClean="0"/>
              <a:t>22-  TU PLACES LES ÉTOILES AU CIEL INCOMMENSURABLE</a:t>
            </a:r>
          </a:p>
          <a:p>
            <a:pPr>
              <a:defRPr/>
            </a:pPr>
            <a:r>
              <a:rPr lang="fr-FR" smtClean="0"/>
              <a:t>23-  DIEU TOUT-PUISSANT, IMPRESSIONNANT</a:t>
            </a:r>
          </a:p>
          <a:p>
            <a:pPr>
              <a:defRPr/>
            </a:pPr>
            <a:r>
              <a:rPr lang="fr-FR" smtClean="0"/>
              <a:t>24-  FORMIDABLE NOUS TOMBONS À GENOUX DEVANT TOI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QUI PEUT TE DÉCRIRE OU TE CONTENIR ?</a:t>
            </a:r>
          </a:p>
          <a:p>
            <a:pPr>
              <a:defRPr/>
            </a:pPr>
            <a:r>
              <a:rPr lang="fr-FR" smtClean="0"/>
              <a:t>26-  TU PLACES LES ÉTOILES AU CIEL ET TU CONNAIS LEUR NOM</a:t>
            </a:r>
          </a:p>
          <a:p>
            <a:pPr>
              <a:defRPr/>
            </a:pPr>
            <a:r>
              <a:rPr lang="fr-FR" smtClean="0"/>
              <a:t>27-  TU ES UN DIEU SI GRAND</a:t>
            </a:r>
          </a:p>
          <a:p>
            <a:pPr>
              <a:defRPr/>
            </a:pPr>
            <a:r>
              <a:rPr lang="fr-FR" smtClean="0"/>
              <a:t>28-  DIEU TOUT-PUISSANT, IMPRESSIONNANT</a:t>
            </a:r>
          </a:p>
          <a:p>
            <a:pPr>
              <a:defRPr/>
            </a:pPr>
            <a:r>
              <a:rPr lang="fr-FR" smtClean="0"/>
              <a:t>29-  NOUS TOMBONS À GENOUX DEVANT TOI EN PROCLAMANT</a:t>
            </a:r>
          </a:p>
          <a:p>
            <a:pPr>
              <a:defRPr/>
            </a:pPr>
            <a:r>
              <a:rPr lang="fr-FR" smtClean="0"/>
              <a:t>30-  TU ES UN DIEU SI GRAND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INEXPLICABLE QUI PEUT TE DÉCRIRE OU TE CONTENIR ?</a:t>
            </a:r>
          </a:p>
          <a:p>
            <a:pPr>
              <a:defRPr/>
            </a:pPr>
            <a:r>
              <a:rPr lang="fr-FR" smtClean="0"/>
              <a:t>32-  TU PLACES LES ÉTOILES AU CIEL</a:t>
            </a:r>
          </a:p>
          <a:p>
            <a:pPr>
              <a:defRPr/>
            </a:pPr>
            <a:r>
              <a:rPr lang="fr-FR" smtClean="0"/>
              <a:t>33-  INCOMMENSURABLE DIEU TOUT-PUISSANT, IMPRESSIONNANT</a:t>
            </a:r>
          </a:p>
          <a:p>
            <a:pPr>
              <a:defRPr/>
            </a:pPr>
            <a:r>
              <a:rPr lang="fr-FR" smtClean="0"/>
              <a:t>34-  FORMIDABLE NOUS TOMBONS À GENOUX DEVANT TOI</a:t>
            </a:r>
          </a:p>
          <a:p>
            <a:pPr>
              <a:defRPr/>
            </a:pPr>
            <a:r>
              <a:rPr lang="fr-FR" smtClean="0"/>
              <a:t>35-  INEXPLICABLE QUI PEUT TE DÉCRIRE OU TE CONTENIR ? </a:t>
            </a:r>
          </a:p>
          <a:p>
            <a:pPr>
              <a:defRPr/>
            </a:pPr>
            <a:r>
              <a:rPr lang="fr-FR" smtClean="0"/>
              <a:t>36-  INCOMMENSURABLE DIEU TOUT-PUISSANT, IMPRESSIONNANT</a:t>
            </a:r>
          </a:p>
          <a:p>
            <a:pPr>
              <a:defRPr/>
            </a:pPr>
            <a:r>
              <a:rPr lang="fr-FR" smtClean="0"/>
              <a:t>37-  TU ES INDESCRIPTIBLE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**************************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FROM THE HIGHEST OF HEIGHTS TO THE DEPTHS OF THE SEA</a:t>
            </a:r>
          </a:p>
          <a:p>
            <a:pPr>
              <a:defRPr/>
            </a:pPr>
            <a:r>
              <a:rPr lang="fr-FR" smtClean="0"/>
              <a:t>39-  CREATION'S REVEALING YOUR MAJESTY</a:t>
            </a:r>
          </a:p>
          <a:p>
            <a:pPr>
              <a:defRPr/>
            </a:pPr>
            <a:r>
              <a:rPr lang="fr-FR" smtClean="0"/>
              <a:t>40-  FROM THE COLORS OF FALL TO THE FRAGRANCE OF SPRING</a:t>
            </a:r>
          </a:p>
          <a:p>
            <a:pPr>
              <a:defRPr/>
            </a:pPr>
            <a:r>
              <a:rPr lang="fr-FR" smtClean="0"/>
              <a:t>41-  EVERY CREATURE UNIQUE IN THE SONG THAT IT SINGS</a:t>
            </a:r>
          </a:p>
          <a:p>
            <a:pPr>
              <a:defRPr/>
            </a:pPr>
            <a:r>
              <a:rPr lang="fr-FR" smtClean="0"/>
              <a:t>42-  ALL EXCLAIMING INDESCRIBABLE, UNCONTAINABLE</a:t>
            </a:r>
          </a:p>
          <a:p>
            <a:pPr>
              <a:defRPr/>
            </a:pPr>
            <a:r>
              <a:rPr lang="fr-FR" smtClean="0"/>
              <a:t>43-  YOU PLACED THE STARS IN THE SKY AND YOU KNOW THEM BY NAME</a:t>
            </a:r>
          </a:p>
          <a:p>
            <a:pPr>
              <a:defRPr/>
            </a:pPr>
            <a:r>
              <a:rPr lang="fr-FR" smtClean="0"/>
              <a:t>44-  YOU ARE AMAZING GOD ALL POWERFUL, UNTAMABLE</a:t>
            </a:r>
          </a:p>
          <a:p>
            <a:pPr>
              <a:defRPr/>
            </a:pPr>
            <a:r>
              <a:rPr lang="fr-FR" smtClean="0"/>
              <a:t>45-  AWESTRUCK WE FALL TO OUR KNEES AS WE HUMBLY PROCLAIM</a:t>
            </a:r>
          </a:p>
          <a:p>
            <a:pPr>
              <a:defRPr/>
            </a:pPr>
            <a:r>
              <a:rPr lang="fr-FR" smtClean="0"/>
              <a:t>46-  YOU ARE AMAZING GOD</a:t>
            </a:r>
          </a:p>
          <a:p>
            <a:pPr>
              <a:defRPr/>
            </a:pPr>
            <a:r>
              <a:rPr lang="fr-FR" smtClean="0"/>
              <a:t>47-  WHO HAS TOLD EVERY LIGHTNING BOLT WHERE IT SHOULD GO</a:t>
            </a:r>
          </a:p>
          <a:p>
            <a:pPr>
              <a:defRPr/>
            </a:pPr>
            <a:r>
              <a:rPr lang="fr-FR" smtClean="0"/>
              <a:t>48-  OR SEEN HEAVENLY STOREHOUSES LADEN WITH SNOW</a:t>
            </a:r>
          </a:p>
          <a:p>
            <a:pPr>
              <a:defRPr/>
            </a:pPr>
            <a:r>
              <a:rPr lang="fr-FR" smtClean="0"/>
              <a:t>49-  WHO IMAGINED THE SUN AND GIVES SOURCE TO ITS LIGHT</a:t>
            </a:r>
          </a:p>
          <a:p>
            <a:pPr>
              <a:defRPr/>
            </a:pPr>
            <a:r>
              <a:rPr lang="fr-FR" smtClean="0"/>
              <a:t>50-  YET CONCEALS IT TO BRING US THE COOLNESS OF NIGHT</a:t>
            </a:r>
          </a:p>
          <a:p>
            <a:pPr>
              <a:defRPr/>
            </a:pPr>
            <a:r>
              <a:rPr lang="fr-FR" smtClean="0"/>
              <a:t>51-  NONE CAN FATHOM  INDESCRIBABLE, UNCONTAINABLE</a:t>
            </a:r>
          </a:p>
          <a:p>
            <a:pPr>
              <a:defRPr/>
            </a:pPr>
            <a:r>
              <a:rPr lang="fr-FR" smtClean="0"/>
              <a:t>52-  YOU PLACED THE STARS IN THE SKY AND YOU KNOW THEM BY NAME</a:t>
            </a:r>
          </a:p>
          <a:p>
            <a:pPr>
              <a:defRPr/>
            </a:pPr>
            <a:r>
              <a:rPr lang="fr-FR" smtClean="0"/>
              <a:t>53-  YOU ARE AMAZING GOD ALL POWERFUL, UNTAMABLE</a:t>
            </a:r>
          </a:p>
          <a:p>
            <a:pPr>
              <a:defRPr/>
            </a:pPr>
            <a:r>
              <a:rPr lang="fr-FR" smtClean="0"/>
              <a:t>54-  AWESTRUCK WE FALL TO OUR KNEES AS WE HUMBLY PROCLAIM</a:t>
            </a:r>
          </a:p>
          <a:p>
            <a:pPr>
              <a:defRPr/>
            </a:pPr>
            <a:r>
              <a:rPr lang="fr-FR" smtClean="0"/>
              <a:t>55-  YOU ARE AMAZING GOD</a:t>
            </a:r>
          </a:p>
          <a:p>
            <a:pPr>
              <a:defRPr/>
            </a:pPr>
            <a:r>
              <a:rPr lang="fr-FR" smtClean="0"/>
              <a:t>56-  CAN'T EXPLAIN INDESCRIBABLE, UNCONTAINABLE</a:t>
            </a:r>
          </a:p>
          <a:p>
            <a:pPr>
              <a:defRPr/>
            </a:pPr>
            <a:r>
              <a:rPr lang="fr-FR" smtClean="0"/>
              <a:t>57-  YOU PLACES THE STARS IN THE SKY</a:t>
            </a:r>
          </a:p>
          <a:p>
            <a:pPr>
              <a:defRPr/>
            </a:pPr>
            <a:r>
              <a:rPr lang="fr-FR" smtClean="0"/>
              <a:t>58-  CAN'T CONTAIN  YOU'RE ALL POWERFUL YOU'RE UNTAMABLE</a:t>
            </a:r>
          </a:p>
          <a:p>
            <a:pPr>
              <a:defRPr/>
            </a:pPr>
            <a:r>
              <a:rPr lang="fr-FR" smtClean="0"/>
              <a:t>59-  CAN'T EXPLAIN INDESCRIBABLE, UNCONTAINABLE</a:t>
            </a:r>
          </a:p>
          <a:p>
            <a:pPr>
              <a:defRPr/>
            </a:pPr>
            <a:r>
              <a:rPr lang="fr-FR" smtClean="0"/>
              <a:t>60-  YOU PLACES THE STARS IN THE SKY</a:t>
            </a:r>
          </a:p>
          <a:p>
            <a:pPr>
              <a:defRPr/>
            </a:pPr>
            <a:r>
              <a:rPr lang="fr-FR" smtClean="0"/>
              <a:t>61-  CAN'T CONTAIN  YOU'RE ALL POWERFUL, YOU'RE UNTAMABLE</a:t>
            </a:r>
          </a:p>
          <a:p>
            <a:pPr>
              <a:defRPr/>
            </a:pPr>
            <a:r>
              <a:rPr lang="fr-FR" smtClean="0"/>
              <a:t>62-  AWESTRUCK WE FALL TO OUR KNEES</a:t>
            </a:r>
          </a:p>
          <a:p>
            <a:pPr>
              <a:defRPr/>
            </a:pPr>
            <a:r>
              <a:rPr lang="fr-FR" smtClean="0"/>
              <a:t>63-  INDESCRIBABLE, UNCONTAINABLE</a:t>
            </a:r>
          </a:p>
          <a:p>
            <a:pPr>
              <a:defRPr/>
            </a:pPr>
            <a:r>
              <a:rPr lang="fr-FR" smtClean="0"/>
              <a:t>64-  YOU PLACED THE STARS IN THE SKY  YOU KNOW THEM BY NAME</a:t>
            </a:r>
          </a:p>
          <a:p>
            <a:pPr>
              <a:defRPr/>
            </a:pPr>
            <a:r>
              <a:rPr lang="fr-FR" smtClean="0"/>
              <a:t>65-  YOU ARE AMAZING GOD</a:t>
            </a:r>
          </a:p>
          <a:p>
            <a:pPr>
              <a:defRPr/>
            </a:pPr>
            <a:r>
              <a:rPr lang="fr-FR" smtClean="0"/>
              <a:t>66-  ALL POWERFUL, UNTAMABLE</a:t>
            </a:r>
          </a:p>
          <a:p>
            <a:pPr>
              <a:defRPr/>
            </a:pPr>
            <a:r>
              <a:rPr lang="fr-FR" smtClean="0"/>
              <a:t>67-  AWESTRUCK WE FALL TO OUR KNEES  AS WE HUMBLY PROCLAIM</a:t>
            </a:r>
          </a:p>
          <a:p>
            <a:pPr>
              <a:defRPr/>
            </a:pPr>
            <a:r>
              <a:rPr lang="fr-FR" smtClean="0"/>
              <a:t>68-  YOU ARE AMAZING GOD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D9ABD3-2878-44D9-B69D-3D6EE88D624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77134A-B218-4DF7-B24E-97E4FACA542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D5B648-8F9B-4833-9A2E-3C87390E5DD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9B9C3E-3A48-487F-9DFF-E3D4E2474E7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181650-85DC-4C58-9249-2DFF853222B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5CC19D-E863-449B-BBD9-4D314B75BAC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C87F05-551A-4616-9711-43260916321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BB1E07-D627-4AAC-BF72-38272B4031A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BF305D-2B33-449E-9242-54250646E16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3E92FA-FD26-47DF-89B0-82B63C5572B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B7F9F4-A5F6-4798-9342-7CEBEAB357D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cs typeface="+mn-cs"/>
              </a:defRPr>
            </a:lvl1pPr>
          </a:lstStyle>
          <a:p>
            <a:pPr>
              <a:defRPr/>
            </a:pPr>
            <a:fld id="{C7C4A297-FC9F-4812-B304-DB6983A89B1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+mn-cs"/>
              </a:rPr>
              <a:t>DES PROFONDEURS DES MERS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+mn-cs"/>
              </a:rPr>
              <a:t>AUX MONTAGNES ÉLEVÉES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+mn-cs"/>
              </a:rPr>
              <a:t>LA CRÉATION RÉVÈLE TA MAJESTÉ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+mn-cs"/>
              </a:rPr>
              <a:t>DES COULEURS DE L’AUTOMNE 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+mn-cs"/>
              </a:rPr>
              <a:t>AUX PARFUMS DU PRINTEMPS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+mn-cs"/>
              </a:rPr>
              <a:t>CHAQUE CRÉATURE UNIQUE TE CHANTE UN NOUVEAU CHANT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+mn-cs"/>
              </a:rPr>
              <a:t>TOUTES S’EXCLAMANT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+mn-cs"/>
              </a:rPr>
              <a:t>QUI PEUT TE DÉCRIRE OU TE CONTENIR ?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+mn-cs"/>
              </a:rPr>
              <a:t>TU PLACES LES ÉTOILES AU CIEL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+mn-cs"/>
              </a:rPr>
              <a:t>ET TU CONNAIS LEUR NOM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+mn-cs"/>
              </a:rPr>
              <a:t>TU ES UN DIEU SI GRAND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+mn-cs"/>
              </a:rPr>
              <a:t>DIEU TOUT-PUISSANT, IMPRESSIONNANT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+mn-cs"/>
              </a:rPr>
              <a:t>NOUS TOMBONS À GENOUX DEVANT TOI EN PROCLAMANT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+mn-cs"/>
              </a:rPr>
              <a:t>TU ES UN DIEU SI GRAND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+mn-cs"/>
              </a:rPr>
              <a:t>QUI COMMANDE AUX ÉCLAIRS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+mn-cs"/>
              </a:rPr>
              <a:t>DU TONNERRE OÙ ALLER ?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+mn-cs"/>
              </a:rPr>
              <a:t>QUI ORDONNE À LA NEIGE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+mn-cs"/>
              </a:rPr>
              <a:t>EN QUEL LIEU SE POSER ?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+mn-cs"/>
              </a:rPr>
              <a:t>QUI CRÉA LE SOLEIL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+mn-cs"/>
              </a:rPr>
              <a:t>SA LUMIÈRE INFINIE ?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+mn-cs"/>
              </a:rPr>
              <a:t>ET LE CACHE POUR OFFRIR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+mn-cs"/>
              </a:rPr>
              <a:t>LA FRAÎCHEUR DE LA NUIT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+mn-cs"/>
              </a:rPr>
              <a:t>QUI TE SONDERA ?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+mn-cs"/>
              </a:rPr>
              <a:t>INEXPLICABLE QUI PEUT TE DÉCRIRE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+mn-cs"/>
              </a:rPr>
              <a:t>OU TE CONTENIR ?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+mn-cs"/>
              </a:rPr>
              <a:t>TU PLACES LES ÉTOILES AU CIEL INCOMMENSURABLE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+mn-cs"/>
              </a:rPr>
              <a:t>DIEU TOUT-PUISSANT, IMPRESSIONNANT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FORMIDABLE NOUS TOMBONS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GENOUX DEVANT TOI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INEXPLICABLE QUI PEUT TE DÉCRIRE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OU TE CONTENIR ?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PLACES LES ÉTOILES AU CIEL INCOMMENSURABLE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DIEU TOUT-PUISSANT, IMPRESSIONNANT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FORMIDABLE NOUS TOMBONS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GENOUX DEVANT TOI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+mn-cs"/>
              </a:rPr>
              <a:t>QUI PEUT TE DÉCRIRE OU TE CONTENIR ?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+mn-cs"/>
              </a:rPr>
              <a:t>TU PLACES LES ÉTOILES AU CIEL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+mn-cs"/>
              </a:rPr>
              <a:t>ET TU CONNAIS LEUR NOM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+mn-cs"/>
              </a:rPr>
              <a:t>TU ES UN DIEU SI GRAND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+mn-cs"/>
              </a:rPr>
              <a:t>DIEU TOUT-PUISSANT, IMPRESSIONNANT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+mn-cs"/>
              </a:rPr>
              <a:t>NOUS TOMBONS À GENOUX DEVANT TOI EN PROCLAMANT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+mn-cs"/>
              </a:rPr>
              <a:t>TU ES UN DIEU SI GRAND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+mn-cs"/>
              </a:rPr>
              <a:t>INEXPLICABLE QUI PEUT TE DÉCRIRE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+mn-cs"/>
              </a:rPr>
              <a:t>OU TE CONTENIR ?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+mn-cs"/>
              </a:rPr>
              <a:t>TU PLACES LES ÉTOILES AU CIEL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+mn-cs"/>
              </a:rPr>
              <a:t>INCOMMENSURABLE DIEU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+mn-cs"/>
              </a:rPr>
              <a:t>TOUT-PUISSANT, IMPRESSIONNANT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+mn-cs"/>
              </a:rPr>
              <a:t>FORMIDABLE NOUS TOMBONS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+mn-cs"/>
              </a:rPr>
              <a:t>À GENOUX DEVANT TOI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INEXPLICABLE QUI PEUT TE DÉCRIRE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OU TE CONTENIR ?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INCOMMENSURABLE DIEU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TOUT-PUISSANT, IMPRESSIONNANT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INDESCRIPTIBLE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+mn-cs"/>
              </a:rPr>
              <a:t>FROM THE HIGHEST OF HEIGHTS TO THE DEPTHS OF THE SEA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+mn-cs"/>
              </a:rPr>
              <a:t>CREATION'S REVEALING YOUR MAJESTY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+mn-cs"/>
              </a:rPr>
              <a:t>FROM THE COLORS OF FALL TO THE FRAGRANCE OF SPRING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+mn-cs"/>
              </a:rPr>
              <a:t>EVERY CREATURE UNIQUE IN THE SONG THAT IT SINGS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+mn-cs"/>
              </a:rPr>
              <a:t>ALL EXCLAIMING INDESCRIBABLE, UNCONTAINABLE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+mn-cs"/>
              </a:rPr>
              <a:t>YOU PLACED THE STARS IN THE SKY AND YOU KNOW THEM BY NAME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+mn-cs"/>
              </a:rPr>
              <a:t>YOU ARE AMAZING GOD ALL POWERFUL, UNTAMABLE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+mn-cs"/>
              </a:rPr>
              <a:t>AWESTRUCK WE FALL TO OUR KNEES AS WE HUMBLY PROCLAIM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+mn-cs"/>
              </a:rPr>
              <a:t>YOU ARE AMAZING GOD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+mn-cs"/>
              </a:rPr>
              <a:t>WHO HAS TOLD EVERY LIGHTNING BOLT WHERE IT SHOULD GO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+mn-cs"/>
              </a:rPr>
              <a:t>OR SEEN HEAVENLY STOREHOUSES LADEN WITH SNOW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+mn-cs"/>
              </a:rPr>
              <a:t>WHO IMAGINED THE SUN AND GIVES SOURCE TO ITS LIGHT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+mn-cs"/>
              </a:rPr>
              <a:t>YET CONCEALS IT TO BRING US THE COOLNESS OF NIGHT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+mn-cs"/>
              </a:rPr>
              <a:t>NONE CAN FATHOM  INDESCRIBABLE, UNCONTAINABLE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+mn-cs"/>
              </a:rPr>
              <a:t>YOU PLACED THE STARS IN THE SKY AND YOU KNOW THEM BY NAME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+mn-cs"/>
              </a:rPr>
              <a:t>YOU ARE AMAZING GOD ALL POWERFUL, UNTAMABLE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+mn-cs"/>
              </a:rPr>
              <a:t>AWESTRUCK WE FALL TO OUR KNEES AS WE HUMBLY PROCLAIM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+mn-cs"/>
              </a:rPr>
              <a:t>YOU ARE AMAZING GOD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+mn-cs"/>
              </a:rPr>
              <a:t>CAN'T EXPLAIN INDESCRIBABLE, UNCONTAINABLE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+mn-cs"/>
              </a:rPr>
              <a:t>YOU PLACES THE STARS IN THE SKY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+mn-cs"/>
              </a:rPr>
              <a:t>CAN'T CONTAIN  YOU'RE ALL POWERFUL YOU'RE UNTAMABLE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+mn-cs"/>
              </a:rPr>
              <a:t>CAN'T EXPLAIN INDESCRIBABLE, UNCONTAINABLE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+mn-cs"/>
              </a:rPr>
              <a:t>YOU PLACES THE STARS IN THE SKY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+mn-cs"/>
              </a:rPr>
              <a:t>CAN'T CONTAIN  YOU'RE ALL POWERFUL, YOU'RE UNTAMABLE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+mn-cs"/>
              </a:rPr>
              <a:t>AWESTRUCK WE FALL TO OUR KNEES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+mn-cs"/>
              </a:rPr>
              <a:t>INDESCRIBABLE, UNCONTAINABLE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+mn-cs"/>
              </a:rPr>
              <a:t>YOU PLACED THE STARS IN THE SKY  YOU KNOW THEM BY NAME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+mn-cs"/>
              </a:rPr>
              <a:t>YOU ARE AMAZING GOD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+mn-cs"/>
              </a:rPr>
              <a:t>ALL POWERFUL, UNTAMABLE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+mn-cs"/>
              </a:rPr>
              <a:t>AWESTRUCK WE FALL TO OUR KNEES  AS WE HUMBLY PROCLAIM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+mn-cs"/>
              </a:rPr>
              <a:t>YOU ARE AMAZING GOD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395</TotalTime>
  <Words>4421</Words>
  <Application>Microsoft Office PowerPoint</Application>
  <PresentationFormat>On-screen Show (4:3)</PresentationFormat>
  <Paragraphs>11237</Paragraphs>
  <Slides>68</Slides>
  <Notes>68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68</vt:i4>
      </vt:variant>
    </vt:vector>
  </HeadingPairs>
  <TitlesOfParts>
    <vt:vector size="72" baseType="lpstr">
      <vt:lpstr>Times New Roman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Diapositive 19</vt:lpstr>
      <vt:lpstr>Diapositive 20</vt:lpstr>
      <vt:lpstr>Diapositive 21</vt:lpstr>
      <vt:lpstr>Diapositive 22</vt:lpstr>
      <vt:lpstr>Diapositive 23</vt:lpstr>
      <vt:lpstr>Diapositive 24</vt:lpstr>
      <vt:lpstr>Diapositive 25</vt:lpstr>
      <vt:lpstr>Diapositive 26</vt:lpstr>
      <vt:lpstr>Diapositive 27</vt:lpstr>
      <vt:lpstr>Diapositive 28</vt:lpstr>
      <vt:lpstr>Diapositive 29</vt:lpstr>
      <vt:lpstr>Diapositive 30</vt:lpstr>
      <vt:lpstr>Diapositive 31</vt:lpstr>
      <vt:lpstr>Diapositive 32</vt:lpstr>
      <vt:lpstr>Diapositive 33</vt:lpstr>
      <vt:lpstr>Diapositive 34</vt:lpstr>
      <vt:lpstr>Diapositive 35</vt:lpstr>
      <vt:lpstr>Diapositive 36</vt:lpstr>
      <vt:lpstr>Diapositive 37</vt:lpstr>
      <vt:lpstr>Diapositive 38</vt:lpstr>
      <vt:lpstr>Diapositive 39</vt:lpstr>
      <vt:lpstr>Diapositive 40</vt:lpstr>
      <vt:lpstr>Diapositive 41</vt:lpstr>
      <vt:lpstr>Diapositive 42</vt:lpstr>
      <vt:lpstr>Diapositive 43</vt:lpstr>
      <vt:lpstr>Diapositive 44</vt:lpstr>
      <vt:lpstr>Diapositive 45</vt:lpstr>
      <vt:lpstr>Diapositive 46</vt:lpstr>
      <vt:lpstr>Diapositive 47</vt:lpstr>
      <vt:lpstr>Diapositive 48</vt:lpstr>
      <vt:lpstr>Diapositive 49</vt:lpstr>
      <vt:lpstr>Diapositive 50</vt:lpstr>
      <vt:lpstr>Diapositive 51</vt:lpstr>
      <vt:lpstr>Diapositive 52</vt:lpstr>
      <vt:lpstr>Diapositive 53</vt:lpstr>
      <vt:lpstr>Diapositive 54</vt:lpstr>
      <vt:lpstr>Diapositive 55</vt:lpstr>
      <vt:lpstr>Diapositive 56</vt:lpstr>
      <vt:lpstr>Diapositive 57</vt:lpstr>
      <vt:lpstr>Diapositive 58</vt:lpstr>
      <vt:lpstr>Diapositive 59</vt:lpstr>
      <vt:lpstr>Diapositive 60</vt:lpstr>
      <vt:lpstr>Diapositive 61</vt:lpstr>
      <vt:lpstr>Diapositive 62</vt:lpstr>
      <vt:lpstr>Diapositive 63</vt:lpstr>
      <vt:lpstr>Diapositive 64</vt:lpstr>
      <vt:lpstr>Diapositive 65</vt:lpstr>
      <vt:lpstr>Diapositive 66</vt:lpstr>
      <vt:lpstr>Diapositive 67</vt:lpstr>
      <vt:lpstr>Diapositive 68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68</cp:revision>
  <dcterms:created xsi:type="dcterms:W3CDTF">2002-08-17T13:12:10Z</dcterms:created>
  <dcterms:modified xsi:type="dcterms:W3CDTF">2014-11-30T09:32:49Z</dcterms:modified>
</cp:coreProperties>
</file>