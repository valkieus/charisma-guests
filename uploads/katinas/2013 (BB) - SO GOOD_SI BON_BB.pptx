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352" r:id="rId2"/>
    <p:sldId id="353" r:id="rId3"/>
    <p:sldId id="354" r:id="rId4"/>
    <p:sldId id="355" r:id="rId5"/>
    <p:sldId id="356" r:id="rId6"/>
    <p:sldId id="357" r:id="rId7"/>
    <p:sldId id="359" r:id="rId8"/>
    <p:sldId id="360" r:id="rId9"/>
    <p:sldId id="361" r:id="rId10"/>
    <p:sldId id="362" r:id="rId11"/>
    <p:sldId id="363" r:id="rId12"/>
    <p:sldId id="364" r:id="rId13"/>
    <p:sldId id="365" r:id="rId14"/>
    <p:sldId id="366" r:id="rId15"/>
    <p:sldId id="367" r:id="rId16"/>
    <p:sldId id="368" r:id="rId17"/>
    <p:sldId id="369" r:id="rId18"/>
    <p:sldId id="370" r:id="rId19"/>
    <p:sldId id="371" r:id="rId20"/>
    <p:sldId id="372" r:id="rId21"/>
    <p:sldId id="373" r:id="rId22"/>
    <p:sldId id="374" r:id="rId23"/>
    <p:sldId id="375" r:id="rId24"/>
    <p:sldId id="376" r:id="rId2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82" autoAdjust="0"/>
    <p:restoredTop sz="47782" autoAdjust="0"/>
  </p:normalViewPr>
  <p:slideViewPr>
    <p:cSldViewPr>
      <p:cViewPr>
        <p:scale>
          <a:sx n="54" d="100"/>
          <a:sy n="54" d="100"/>
        </p:scale>
        <p:origin x="-264" y="-1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F1478FB-148C-4227-BF2E-F27A66915651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948FE97-D654-434A-8495-3963D2217120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DANS LE GROOVE, DANS LE GROOVE</a:t>
            </a:r>
            <a:br>
              <a:rPr lang="fr-FR" dirty="0" smtClean="0"/>
            </a:br>
            <a:r>
              <a:rPr lang="fr-FR" dirty="0" smtClean="0"/>
              <a:t>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In the </a:t>
            </a:r>
            <a:r>
              <a:rPr lang="fr-FR" dirty="0" err="1" smtClean="0"/>
              <a:t>vibe</a:t>
            </a:r>
            <a:r>
              <a:rPr lang="fr-FR" dirty="0" smtClean="0"/>
              <a:t> in the </a:t>
            </a:r>
            <a:r>
              <a:rPr lang="fr-FR" dirty="0" err="1" smtClean="0"/>
              <a:t>vibe</a:t>
            </a:r>
            <a:r>
              <a:rPr lang="fr-FR" dirty="0" smtClean="0"/>
              <a:t> in the </a:t>
            </a:r>
            <a:r>
              <a:rPr lang="fr-FR" dirty="0" err="1" smtClean="0"/>
              <a:t>mighty</a:t>
            </a:r>
            <a:r>
              <a:rPr lang="fr-FR" dirty="0" smtClean="0"/>
              <a:t> </a:t>
            </a:r>
            <a:r>
              <a:rPr lang="fr-FR" dirty="0" err="1" smtClean="0"/>
              <a:t>vibe</a:t>
            </a:r>
            <a:r>
              <a:rPr lang="fr-FR" dirty="0" smtClean="0"/>
              <a:t> (</a:t>
            </a:r>
            <a:r>
              <a:rPr lang="fr-FR" dirty="0" err="1" smtClean="0"/>
              <a:t>this</a:t>
            </a:r>
            <a:r>
              <a:rPr lang="fr-FR" dirty="0" smtClean="0"/>
              <a:t> </a:t>
            </a:r>
            <a:r>
              <a:rPr lang="fr-FR" dirty="0" err="1" smtClean="0"/>
              <a:t>mighty</a:t>
            </a:r>
            <a:r>
              <a:rPr lang="fr-FR" dirty="0" smtClean="0"/>
              <a:t> </a:t>
            </a:r>
            <a:r>
              <a:rPr lang="fr-FR" dirty="0" err="1" smtClean="0"/>
              <a:t>vibe</a:t>
            </a:r>
            <a:r>
              <a:rPr lang="fr-FR" dirty="0" smtClean="0"/>
              <a:t>)</a:t>
            </a:r>
            <a:br>
              <a:rPr lang="fr-FR" dirty="0" smtClean="0"/>
            </a:br>
            <a:r>
              <a:rPr lang="fr-FR" dirty="0" smtClean="0"/>
              <a:t>2-  DANS LE GROOVE, DANS LE GROOVE </a:t>
            </a:r>
            <a:br>
              <a:rPr lang="fr-FR" dirty="0" smtClean="0"/>
            </a:br>
            <a:r>
              <a:rPr lang="fr-FR" dirty="0" smtClean="0"/>
              <a:t>     DANS UN PUISSANT GROOVE</a:t>
            </a:r>
            <a:br>
              <a:rPr lang="fr-FR" dirty="0" smtClean="0"/>
            </a:br>
            <a:r>
              <a:rPr lang="fr-FR" dirty="0" smtClean="0"/>
              <a:t>     In the </a:t>
            </a:r>
            <a:r>
              <a:rPr lang="fr-FR" dirty="0" err="1" smtClean="0"/>
              <a:t>vibe</a:t>
            </a:r>
            <a:r>
              <a:rPr lang="fr-FR" dirty="0" smtClean="0"/>
              <a:t> in the </a:t>
            </a:r>
            <a:r>
              <a:rPr lang="fr-FR" dirty="0" err="1" smtClean="0"/>
              <a:t>vibe</a:t>
            </a:r>
            <a:r>
              <a:rPr lang="fr-FR" dirty="0" smtClean="0"/>
              <a:t> in the </a:t>
            </a:r>
            <a:r>
              <a:rPr lang="fr-FR" dirty="0" err="1" smtClean="0"/>
              <a:t>mighty</a:t>
            </a:r>
            <a:r>
              <a:rPr lang="fr-FR" dirty="0" smtClean="0"/>
              <a:t> </a:t>
            </a:r>
            <a:r>
              <a:rPr lang="fr-FR" dirty="0" err="1" smtClean="0"/>
              <a:t>vibe</a:t>
            </a:r>
            <a:r>
              <a:rPr lang="fr-FR" dirty="0" smtClean="0"/>
              <a:t> (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feels</a:t>
            </a:r>
            <a:r>
              <a:rPr lang="fr-FR" dirty="0" smtClean="0"/>
              <a:t> </a:t>
            </a:r>
            <a:r>
              <a:rPr lang="fr-FR" dirty="0" err="1" smtClean="0"/>
              <a:t>alright</a:t>
            </a:r>
            <a:r>
              <a:rPr lang="fr-FR" dirty="0" smtClean="0"/>
              <a:t>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LA PLUS HAUTE SCIENCE</a:t>
            </a:r>
            <a:br>
              <a:rPr lang="fr-FR" dirty="0" smtClean="0"/>
            </a:br>
            <a:r>
              <a:rPr lang="fr-FR" dirty="0" smtClean="0"/>
              <a:t>     UNE PHILOSOPHIE ÉLEVÉE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Highest</a:t>
            </a:r>
            <a:r>
              <a:rPr lang="fr-FR" dirty="0" smtClean="0"/>
              <a:t> science, </a:t>
            </a:r>
            <a:r>
              <a:rPr lang="fr-FR" dirty="0" err="1" smtClean="0"/>
              <a:t>lofty</a:t>
            </a:r>
            <a:r>
              <a:rPr lang="fr-FR" dirty="0" smtClean="0"/>
              <a:t> </a:t>
            </a:r>
            <a:r>
              <a:rPr lang="fr-FR" dirty="0" err="1" smtClean="0"/>
              <a:t>philosophy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SI GRANDE INTÉGRITÉ</a:t>
            </a:r>
            <a:br>
              <a:rPr lang="fr-FR" dirty="0" smtClean="0"/>
            </a:br>
            <a:r>
              <a:rPr lang="fr-FR" dirty="0" smtClean="0"/>
              <a:t>     </a:t>
            </a:r>
            <a:r>
              <a:rPr lang="fr-FR" dirty="0" err="1" smtClean="0"/>
              <a:t>Serious</a:t>
            </a:r>
            <a:r>
              <a:rPr lang="fr-FR" dirty="0" smtClean="0"/>
              <a:t> </a:t>
            </a:r>
            <a:r>
              <a:rPr lang="fr-FR" dirty="0" err="1" smtClean="0"/>
              <a:t>integrity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LES PETITS ENFANTS</a:t>
            </a:r>
            <a:br>
              <a:rPr lang="fr-FR" dirty="0" smtClean="0"/>
            </a:br>
            <a:r>
              <a:rPr lang="fr-FR" dirty="0" smtClean="0"/>
              <a:t>     VIENNENT POUR RECEVOIR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Little</a:t>
            </a:r>
            <a:r>
              <a:rPr lang="fr-FR" dirty="0" smtClean="0"/>
              <a:t> </a:t>
            </a:r>
            <a:r>
              <a:rPr lang="fr-FR" dirty="0" err="1" smtClean="0"/>
              <a:t>children</a:t>
            </a:r>
            <a:r>
              <a:rPr lang="fr-FR" dirty="0" smtClean="0"/>
              <a:t>, </a:t>
            </a:r>
            <a:r>
              <a:rPr lang="fr-FR" dirty="0" err="1" smtClean="0"/>
              <a:t>beckon</a:t>
            </a:r>
            <a:r>
              <a:rPr lang="fr-FR" dirty="0" smtClean="0"/>
              <a:t> to come </a:t>
            </a:r>
            <a:r>
              <a:rPr lang="fr-FR" dirty="0" err="1" smtClean="0"/>
              <a:t>receive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6-  UN MYSTÈRE SIMPLE POURTANT</a:t>
            </a:r>
            <a:br>
              <a:rPr lang="fr-FR" dirty="0" smtClean="0"/>
            </a:br>
            <a:r>
              <a:rPr lang="fr-FR" dirty="0" smtClean="0"/>
              <a:t>     A simple </a:t>
            </a:r>
            <a:r>
              <a:rPr lang="fr-FR" dirty="0" err="1" smtClean="0"/>
              <a:t>mystery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C’EST SI BON DE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It’s</a:t>
            </a:r>
            <a:r>
              <a:rPr lang="fr-FR" dirty="0" smtClean="0"/>
              <a:t> </a:t>
            </a:r>
            <a:r>
              <a:rPr lang="fr-FR" dirty="0" err="1" smtClean="0"/>
              <a:t>so</a:t>
            </a:r>
            <a:r>
              <a:rPr lang="fr-FR" dirty="0" smtClean="0"/>
              <a:t> good Just to know</a:t>
            </a:r>
            <a:br>
              <a:rPr lang="fr-FR" dirty="0" smtClean="0"/>
            </a:br>
            <a:r>
              <a:rPr lang="fr-FR" dirty="0" smtClean="0"/>
              <a:t>8-  MON AMOUR EST SI BON ET DISPONIBLE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My</a:t>
            </a:r>
            <a:r>
              <a:rPr lang="fr-FR" dirty="0" smtClean="0"/>
              <a:t> love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soo</a:t>
            </a:r>
            <a:r>
              <a:rPr lang="fr-FR" dirty="0" smtClean="0"/>
              <a:t> good </a:t>
            </a:r>
            <a:r>
              <a:rPr lang="fr-FR" dirty="0" err="1" smtClean="0"/>
              <a:t>It’s</a:t>
            </a:r>
            <a:r>
              <a:rPr lang="fr-FR" dirty="0" smtClean="0"/>
              <a:t> </a:t>
            </a:r>
            <a:r>
              <a:rPr lang="fr-FR" dirty="0" err="1" smtClean="0"/>
              <a:t>available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9-  N’ATTENDS PAS TROP LONGTEMPS POUR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Won’t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take</a:t>
            </a:r>
            <a:r>
              <a:rPr lang="fr-FR" dirty="0" smtClean="0"/>
              <a:t> time To </a:t>
            </a:r>
            <a:r>
              <a:rPr lang="fr-FR" dirty="0" err="1" smtClean="0"/>
              <a:t>get</a:t>
            </a:r>
            <a:r>
              <a:rPr lang="fr-FR" dirty="0" smtClean="0"/>
              <a:t> to know</a:t>
            </a:r>
            <a:br>
              <a:rPr lang="fr-FR" dirty="0" smtClean="0"/>
            </a:br>
            <a:r>
              <a:rPr lang="fr-FR" dirty="0" smtClean="0"/>
              <a:t>10-  MON AMOUR EST SI BON TU PEUX ME PARLER</a:t>
            </a:r>
            <a:br>
              <a:rPr lang="fr-FR" dirty="0" smtClean="0"/>
            </a:br>
            <a:r>
              <a:rPr lang="fr-FR" dirty="0" smtClean="0"/>
              <a:t>       </a:t>
            </a:r>
            <a:r>
              <a:rPr lang="fr-FR" dirty="0" err="1" smtClean="0"/>
              <a:t>My</a:t>
            </a:r>
            <a:r>
              <a:rPr lang="fr-FR" dirty="0" smtClean="0"/>
              <a:t> love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so</a:t>
            </a:r>
            <a:r>
              <a:rPr lang="fr-FR" dirty="0" smtClean="0"/>
              <a:t> fine You </a:t>
            </a:r>
            <a:r>
              <a:rPr lang="fr-FR" dirty="0" err="1" smtClean="0"/>
              <a:t>can</a:t>
            </a:r>
            <a:r>
              <a:rPr lang="fr-FR" dirty="0" smtClean="0"/>
              <a:t> talk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11-  DANS LE GROOVE, DANS LE GROOVE</a:t>
            </a:r>
            <a:br>
              <a:rPr lang="fr-FR" dirty="0" smtClean="0"/>
            </a:br>
            <a:r>
              <a:rPr lang="fr-FR" dirty="0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In the </a:t>
            </a:r>
            <a:r>
              <a:rPr lang="fr-FR" dirty="0" err="1" smtClean="0"/>
              <a:t>vibe</a:t>
            </a:r>
            <a:r>
              <a:rPr lang="fr-FR" dirty="0" smtClean="0"/>
              <a:t> in the </a:t>
            </a:r>
            <a:r>
              <a:rPr lang="fr-FR" dirty="0" err="1" smtClean="0"/>
              <a:t>vibe</a:t>
            </a:r>
            <a:r>
              <a:rPr lang="fr-FR" dirty="0" smtClean="0"/>
              <a:t> in the </a:t>
            </a:r>
            <a:r>
              <a:rPr lang="fr-FR" dirty="0" err="1" smtClean="0"/>
              <a:t>mighty</a:t>
            </a:r>
            <a:r>
              <a:rPr lang="fr-FR" dirty="0" smtClean="0"/>
              <a:t> </a:t>
            </a:r>
            <a:r>
              <a:rPr lang="fr-FR" dirty="0" err="1" smtClean="0"/>
              <a:t>vibe</a:t>
            </a:r>
            <a:r>
              <a:rPr lang="fr-FR" dirty="0" smtClean="0"/>
              <a:t> (</a:t>
            </a:r>
            <a:r>
              <a:rPr lang="fr-FR" dirty="0" err="1" smtClean="0"/>
              <a:t>this</a:t>
            </a:r>
            <a:r>
              <a:rPr lang="fr-FR" dirty="0" smtClean="0"/>
              <a:t> </a:t>
            </a:r>
            <a:r>
              <a:rPr lang="fr-FR" dirty="0" err="1" smtClean="0"/>
              <a:t>mighty</a:t>
            </a:r>
            <a:r>
              <a:rPr lang="fr-FR" dirty="0" smtClean="0"/>
              <a:t> </a:t>
            </a:r>
            <a:r>
              <a:rPr lang="fr-FR" dirty="0" err="1" smtClean="0"/>
              <a:t>vibe</a:t>
            </a:r>
            <a:r>
              <a:rPr lang="fr-FR" dirty="0" smtClean="0"/>
              <a:t>)</a:t>
            </a:r>
            <a:br>
              <a:rPr lang="fr-FR" dirty="0" smtClean="0"/>
            </a:br>
            <a:r>
              <a:rPr lang="fr-FR" dirty="0" smtClean="0"/>
              <a:t>12-  DANS LE GROOVE, DANS LE GROOVE </a:t>
            </a:r>
            <a:br>
              <a:rPr lang="fr-FR" dirty="0" smtClean="0"/>
            </a:br>
            <a:r>
              <a:rPr lang="fr-FR" dirty="0" smtClean="0"/>
              <a:t>       DANS UN PUISSANT GROOVE</a:t>
            </a:r>
            <a:br>
              <a:rPr lang="fr-FR" dirty="0" smtClean="0"/>
            </a:br>
            <a:r>
              <a:rPr lang="fr-FR" dirty="0" smtClean="0"/>
              <a:t>       In the </a:t>
            </a:r>
            <a:r>
              <a:rPr lang="fr-FR" dirty="0" err="1" smtClean="0"/>
              <a:t>vibe</a:t>
            </a:r>
            <a:r>
              <a:rPr lang="fr-FR" dirty="0" smtClean="0"/>
              <a:t> in the </a:t>
            </a:r>
            <a:r>
              <a:rPr lang="fr-FR" dirty="0" err="1" smtClean="0"/>
              <a:t>vibe</a:t>
            </a:r>
            <a:r>
              <a:rPr lang="fr-FR" dirty="0" smtClean="0"/>
              <a:t> in the </a:t>
            </a:r>
            <a:r>
              <a:rPr lang="fr-FR" dirty="0" err="1" smtClean="0"/>
              <a:t>mighty</a:t>
            </a:r>
            <a:r>
              <a:rPr lang="fr-FR" dirty="0" smtClean="0"/>
              <a:t> </a:t>
            </a:r>
            <a:r>
              <a:rPr lang="fr-FR" dirty="0" err="1" smtClean="0"/>
              <a:t>vibe</a:t>
            </a:r>
            <a:r>
              <a:rPr lang="fr-FR" dirty="0" smtClean="0"/>
              <a:t> (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feels</a:t>
            </a:r>
            <a:r>
              <a:rPr lang="fr-FR" dirty="0" smtClean="0"/>
              <a:t> </a:t>
            </a:r>
            <a:r>
              <a:rPr lang="fr-FR" dirty="0" err="1" smtClean="0"/>
              <a:t>alright</a:t>
            </a:r>
            <a:r>
              <a:rPr lang="fr-FR" dirty="0" smtClean="0"/>
              <a:t>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CALCULANT SANS FIN, L’INIQUITÉ LA MISÈRE DES ÊTRE HUMAINS</a:t>
            </a:r>
            <a:br>
              <a:rPr lang="fr-FR" dirty="0" smtClean="0"/>
            </a:br>
            <a:r>
              <a:rPr lang="fr-FR" dirty="0" smtClean="0"/>
              <a:t>       </a:t>
            </a:r>
            <a:r>
              <a:rPr lang="fr-FR" dirty="0" err="1" smtClean="0"/>
              <a:t>Calculating</a:t>
            </a:r>
            <a:r>
              <a:rPr lang="fr-FR" dirty="0" smtClean="0"/>
              <a:t>, </a:t>
            </a:r>
            <a:r>
              <a:rPr lang="fr-FR" dirty="0" err="1" smtClean="0"/>
              <a:t>endless</a:t>
            </a:r>
            <a:r>
              <a:rPr lang="fr-FR" dirty="0" smtClean="0"/>
              <a:t> </a:t>
            </a:r>
            <a:r>
              <a:rPr lang="fr-FR" dirty="0" err="1" smtClean="0"/>
              <a:t>iniquities</a:t>
            </a:r>
            <a:r>
              <a:rPr lang="fr-FR" dirty="0" smtClean="0"/>
              <a:t> Psycho </a:t>
            </a:r>
            <a:r>
              <a:rPr lang="fr-FR" dirty="0" err="1" smtClean="0"/>
              <a:t>misery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C’EST EXTRAORDINAIRE COMME 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Extraordinary</a:t>
            </a:r>
            <a:r>
              <a:rPr lang="fr-FR" dirty="0" smtClean="0"/>
              <a:t>, how in a moments time</a:t>
            </a:r>
            <a:br>
              <a:rPr lang="fr-FR" dirty="0" smtClean="0"/>
            </a:br>
            <a:r>
              <a:rPr lang="fr-FR" dirty="0" smtClean="0"/>
              <a:t>15-  JE CHANGERAI TON DESTIN</a:t>
            </a:r>
            <a:br>
              <a:rPr lang="fr-FR" dirty="0" smtClean="0"/>
            </a:br>
            <a:r>
              <a:rPr lang="fr-FR" dirty="0" smtClean="0"/>
              <a:t>       </a:t>
            </a:r>
            <a:r>
              <a:rPr lang="fr-FR" dirty="0" err="1" smtClean="0"/>
              <a:t>I’ll</a:t>
            </a:r>
            <a:r>
              <a:rPr lang="fr-FR" dirty="0" smtClean="0"/>
              <a:t> change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destiny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16-  DANS LE GROOVE, DANS LE GROOVE</a:t>
            </a:r>
            <a:br>
              <a:rPr lang="fr-FR" dirty="0" smtClean="0"/>
            </a:br>
            <a:r>
              <a:rPr lang="fr-FR" dirty="0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In the </a:t>
            </a:r>
            <a:r>
              <a:rPr lang="fr-FR" dirty="0" err="1" smtClean="0"/>
              <a:t>vibe</a:t>
            </a:r>
            <a:r>
              <a:rPr lang="fr-FR" dirty="0" smtClean="0"/>
              <a:t> in the </a:t>
            </a:r>
            <a:r>
              <a:rPr lang="fr-FR" dirty="0" err="1" smtClean="0"/>
              <a:t>vibe</a:t>
            </a:r>
            <a:r>
              <a:rPr lang="fr-FR" dirty="0" smtClean="0"/>
              <a:t> in the </a:t>
            </a:r>
            <a:r>
              <a:rPr lang="fr-FR" dirty="0" err="1" smtClean="0"/>
              <a:t>mighty</a:t>
            </a:r>
            <a:r>
              <a:rPr lang="fr-FR" dirty="0" smtClean="0"/>
              <a:t> </a:t>
            </a:r>
            <a:r>
              <a:rPr lang="fr-FR" dirty="0" err="1" smtClean="0"/>
              <a:t>vibe</a:t>
            </a:r>
            <a:r>
              <a:rPr lang="fr-FR" dirty="0" smtClean="0"/>
              <a:t> (</a:t>
            </a:r>
            <a:r>
              <a:rPr lang="fr-FR" dirty="0" err="1" smtClean="0"/>
              <a:t>this</a:t>
            </a:r>
            <a:r>
              <a:rPr lang="fr-FR" dirty="0" smtClean="0"/>
              <a:t> </a:t>
            </a:r>
            <a:r>
              <a:rPr lang="fr-FR" dirty="0" err="1" smtClean="0"/>
              <a:t>mighty</a:t>
            </a:r>
            <a:r>
              <a:rPr lang="fr-FR" dirty="0" smtClean="0"/>
              <a:t> </a:t>
            </a:r>
            <a:r>
              <a:rPr lang="fr-FR" dirty="0" err="1" smtClean="0"/>
              <a:t>vibe</a:t>
            </a:r>
            <a:r>
              <a:rPr lang="fr-FR" dirty="0" smtClean="0"/>
              <a:t>)</a:t>
            </a:r>
            <a:br>
              <a:rPr lang="fr-FR" dirty="0" smtClean="0"/>
            </a:br>
            <a:r>
              <a:rPr lang="fr-FR" dirty="0" smtClean="0"/>
              <a:t>17-  DANS LE GROOVE, DANS LE GROOVE </a:t>
            </a:r>
            <a:br>
              <a:rPr lang="fr-FR" dirty="0" smtClean="0"/>
            </a:br>
            <a:r>
              <a:rPr lang="fr-FR" dirty="0" smtClean="0"/>
              <a:t>       DANS UN PUISSANT GROOVE</a:t>
            </a:r>
            <a:br>
              <a:rPr lang="fr-FR" dirty="0" smtClean="0"/>
            </a:br>
            <a:r>
              <a:rPr lang="fr-FR" dirty="0" smtClean="0"/>
              <a:t>       In the </a:t>
            </a:r>
            <a:r>
              <a:rPr lang="fr-FR" dirty="0" err="1" smtClean="0"/>
              <a:t>vibe</a:t>
            </a:r>
            <a:r>
              <a:rPr lang="fr-FR" dirty="0" smtClean="0"/>
              <a:t> in the </a:t>
            </a:r>
            <a:r>
              <a:rPr lang="fr-FR" dirty="0" err="1" smtClean="0"/>
              <a:t>vibe</a:t>
            </a:r>
            <a:r>
              <a:rPr lang="fr-FR" dirty="0" smtClean="0"/>
              <a:t> in the </a:t>
            </a:r>
            <a:r>
              <a:rPr lang="fr-FR" dirty="0" err="1" smtClean="0"/>
              <a:t>mighty</a:t>
            </a:r>
            <a:r>
              <a:rPr lang="fr-FR" dirty="0" smtClean="0"/>
              <a:t> </a:t>
            </a:r>
            <a:r>
              <a:rPr lang="fr-FR" dirty="0" err="1" smtClean="0"/>
              <a:t>vibe</a:t>
            </a:r>
            <a:r>
              <a:rPr lang="fr-FR" dirty="0" smtClean="0"/>
              <a:t> (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feels</a:t>
            </a:r>
            <a:r>
              <a:rPr lang="fr-FR" dirty="0" smtClean="0"/>
              <a:t> </a:t>
            </a:r>
            <a:r>
              <a:rPr lang="fr-FR" dirty="0" err="1" smtClean="0"/>
              <a:t>alright</a:t>
            </a:r>
            <a:r>
              <a:rPr lang="fr-FR" dirty="0" smtClean="0"/>
              <a:t>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18-  JE SUIS HEUREUX JÉSUS EST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I’m</a:t>
            </a:r>
            <a:r>
              <a:rPr lang="fr-FR" dirty="0" smtClean="0"/>
              <a:t> </a:t>
            </a:r>
            <a:r>
              <a:rPr lang="fr-FR" dirty="0" err="1" smtClean="0"/>
              <a:t>glad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Jesus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so</a:t>
            </a:r>
            <a:r>
              <a:rPr lang="fr-FR" dirty="0" smtClean="0"/>
              <a:t> good</a:t>
            </a:r>
            <a:br>
              <a:rPr lang="fr-FR" dirty="0" smtClean="0"/>
            </a:br>
            <a:r>
              <a:rPr lang="fr-FR" dirty="0" smtClean="0"/>
              <a:t>19-  IL EST SI BON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(</a:t>
            </a:r>
            <a:r>
              <a:rPr lang="fr-FR" dirty="0" err="1" smtClean="0"/>
              <a:t>He’s</a:t>
            </a:r>
            <a:r>
              <a:rPr lang="fr-FR" dirty="0" smtClean="0"/>
              <a:t> </a:t>
            </a:r>
            <a:r>
              <a:rPr lang="fr-FR" dirty="0" err="1" smtClean="0"/>
              <a:t>mighty</a:t>
            </a:r>
            <a:r>
              <a:rPr lang="fr-FR" dirty="0" smtClean="0"/>
              <a:t> good to me)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TU DOIS SAVOIR QU’IL EST SI WOUAH</a:t>
            </a:r>
            <a:br>
              <a:rPr lang="fr-FR" dirty="0" smtClean="0"/>
            </a:br>
            <a:r>
              <a:rPr lang="fr-FR" dirty="0" smtClean="0"/>
              <a:t>        You </a:t>
            </a:r>
            <a:r>
              <a:rPr lang="fr-FR" dirty="0" err="1" smtClean="0"/>
              <a:t>need</a:t>
            </a:r>
            <a:r>
              <a:rPr lang="fr-FR" dirty="0" smtClean="0"/>
              <a:t> to know </a:t>
            </a:r>
            <a:r>
              <a:rPr lang="fr-FR" dirty="0" err="1" smtClean="0"/>
              <a:t>that</a:t>
            </a:r>
            <a:r>
              <a:rPr lang="fr-FR" dirty="0" smtClean="0"/>
              <a:t> He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so</a:t>
            </a:r>
            <a:r>
              <a:rPr lang="fr-FR" dirty="0" smtClean="0"/>
              <a:t> (Wh-</a:t>
            </a:r>
            <a:r>
              <a:rPr lang="fr-FR" dirty="0" err="1" smtClean="0"/>
              <a:t>oah</a:t>
            </a:r>
            <a:r>
              <a:rPr lang="fr-FR" dirty="0" smtClean="0"/>
              <a:t>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20-  FRAPPE TES MAINS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Put </a:t>
            </a:r>
            <a:r>
              <a:rPr lang="fr-FR" dirty="0" err="1" smtClean="0"/>
              <a:t>your</a:t>
            </a:r>
            <a:r>
              <a:rPr lang="fr-FR" dirty="0" smtClean="0"/>
              <a:t> hands </a:t>
            </a:r>
            <a:r>
              <a:rPr lang="fr-FR" dirty="0" err="1" smtClean="0"/>
              <a:t>together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21-  BON </a:t>
            </a:r>
            <a:r>
              <a:rPr lang="fr-FR" dirty="0" err="1" smtClean="0"/>
              <a:t>BON</a:t>
            </a:r>
            <a:r>
              <a:rPr lang="fr-FR" dirty="0" smtClean="0"/>
              <a:t> </a:t>
            </a:r>
            <a:r>
              <a:rPr lang="fr-FR" dirty="0" err="1" smtClean="0"/>
              <a:t>BON</a:t>
            </a:r>
            <a:r>
              <a:rPr lang="fr-FR" dirty="0" smtClean="0"/>
              <a:t> </a:t>
            </a:r>
            <a:r>
              <a:rPr lang="fr-FR" dirty="0" err="1" smtClean="0"/>
              <a:t>BON</a:t>
            </a:r>
            <a:r>
              <a:rPr lang="fr-FR" dirty="0" smtClean="0"/>
              <a:t> </a:t>
            </a:r>
            <a:r>
              <a:rPr lang="fr-FR" dirty="0" err="1" smtClean="0"/>
              <a:t>BON</a:t>
            </a:r>
            <a:r>
              <a:rPr lang="fr-FR" dirty="0" smtClean="0"/>
              <a:t> </a:t>
            </a:r>
            <a:r>
              <a:rPr lang="fr-FR" dirty="0" err="1" smtClean="0"/>
              <a:t>BON</a:t>
            </a:r>
            <a:r>
              <a:rPr lang="fr-FR" dirty="0" smtClean="0"/>
              <a:t>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Good </a:t>
            </a:r>
            <a:r>
              <a:rPr lang="fr-FR" dirty="0" err="1" smtClean="0"/>
              <a:t>good</a:t>
            </a:r>
            <a:r>
              <a:rPr lang="fr-FR" dirty="0" smtClean="0"/>
              <a:t> </a:t>
            </a:r>
            <a:r>
              <a:rPr lang="fr-FR" dirty="0" err="1" smtClean="0"/>
              <a:t>good</a:t>
            </a:r>
            <a:r>
              <a:rPr lang="fr-FR" dirty="0" smtClean="0"/>
              <a:t> </a:t>
            </a:r>
            <a:r>
              <a:rPr lang="fr-FR" dirty="0" err="1" smtClean="0"/>
              <a:t>good</a:t>
            </a:r>
            <a:r>
              <a:rPr lang="fr-FR" dirty="0" smtClean="0"/>
              <a:t> </a:t>
            </a:r>
            <a:r>
              <a:rPr lang="fr-FR" dirty="0" err="1" smtClean="0"/>
              <a:t>good</a:t>
            </a:r>
            <a:r>
              <a:rPr lang="fr-FR" dirty="0" smtClean="0"/>
              <a:t> </a:t>
            </a:r>
            <a:r>
              <a:rPr lang="fr-FR" dirty="0" err="1" smtClean="0"/>
              <a:t>good</a:t>
            </a:r>
            <a:r>
              <a:rPr lang="fr-FR" dirty="0" smtClean="0"/>
              <a:t> </a:t>
            </a:r>
            <a:r>
              <a:rPr lang="fr-FR" dirty="0" err="1" smtClean="0"/>
              <a:t>good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22-  DANS LE GROOVE, DANS LE GROOVE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In the </a:t>
            </a:r>
            <a:r>
              <a:rPr lang="fr-FR" dirty="0" err="1" smtClean="0"/>
              <a:t>vibe</a:t>
            </a:r>
            <a:r>
              <a:rPr lang="fr-FR" dirty="0" smtClean="0"/>
              <a:t> in the </a:t>
            </a:r>
            <a:r>
              <a:rPr lang="fr-FR" dirty="0" err="1" smtClean="0"/>
              <a:t>vibe</a:t>
            </a:r>
            <a:r>
              <a:rPr lang="fr-FR" dirty="0" smtClean="0"/>
              <a:t> in the </a:t>
            </a:r>
            <a:r>
              <a:rPr lang="fr-FR" dirty="0" err="1" smtClean="0"/>
              <a:t>mighty</a:t>
            </a:r>
            <a:r>
              <a:rPr lang="fr-FR" dirty="0" smtClean="0"/>
              <a:t> </a:t>
            </a:r>
            <a:r>
              <a:rPr lang="fr-FR" dirty="0" err="1" smtClean="0"/>
              <a:t>vibe</a:t>
            </a:r>
            <a:r>
              <a:rPr lang="fr-FR" dirty="0" smtClean="0"/>
              <a:t> (</a:t>
            </a:r>
            <a:r>
              <a:rPr lang="fr-FR" dirty="0" err="1" smtClean="0"/>
              <a:t>this</a:t>
            </a:r>
            <a:r>
              <a:rPr lang="fr-FR" dirty="0" smtClean="0"/>
              <a:t> </a:t>
            </a:r>
            <a:r>
              <a:rPr lang="fr-FR" dirty="0" err="1" smtClean="0"/>
              <a:t>mighty</a:t>
            </a:r>
            <a:r>
              <a:rPr lang="fr-FR" dirty="0" smtClean="0"/>
              <a:t> </a:t>
            </a:r>
            <a:r>
              <a:rPr lang="fr-FR" dirty="0" err="1" smtClean="0"/>
              <a:t>vibe</a:t>
            </a:r>
            <a:r>
              <a:rPr lang="fr-FR" dirty="0" smtClean="0"/>
              <a:t>)</a:t>
            </a:r>
            <a:br>
              <a:rPr lang="fr-FR" dirty="0" smtClean="0"/>
            </a:br>
            <a:r>
              <a:rPr lang="fr-FR" dirty="0" smtClean="0"/>
              <a:t>23-  DANS LE GROOVE, DANS LE GROOVE </a:t>
            </a:r>
            <a:br>
              <a:rPr lang="fr-FR" dirty="0" smtClean="0"/>
            </a:br>
            <a:r>
              <a:rPr lang="fr-FR" dirty="0" smtClean="0"/>
              <a:t>       DANS UN PUISSANT GROOVE</a:t>
            </a:r>
            <a:br>
              <a:rPr lang="fr-FR" dirty="0" smtClean="0"/>
            </a:br>
            <a:r>
              <a:rPr lang="fr-FR" dirty="0" smtClean="0"/>
              <a:t>       In the </a:t>
            </a:r>
            <a:r>
              <a:rPr lang="fr-FR" dirty="0" err="1" smtClean="0"/>
              <a:t>vibe</a:t>
            </a:r>
            <a:r>
              <a:rPr lang="fr-FR" dirty="0" smtClean="0"/>
              <a:t> in the </a:t>
            </a:r>
            <a:r>
              <a:rPr lang="fr-FR" dirty="0" err="1" smtClean="0"/>
              <a:t>vibe</a:t>
            </a:r>
            <a:r>
              <a:rPr lang="fr-FR" dirty="0" smtClean="0"/>
              <a:t> in the </a:t>
            </a:r>
            <a:r>
              <a:rPr lang="fr-FR" dirty="0" err="1" smtClean="0"/>
              <a:t>mighty</a:t>
            </a:r>
            <a:r>
              <a:rPr lang="fr-FR" dirty="0" smtClean="0"/>
              <a:t> </a:t>
            </a:r>
            <a:r>
              <a:rPr lang="fr-FR" dirty="0" err="1" smtClean="0"/>
              <a:t>vibe</a:t>
            </a:r>
            <a:r>
              <a:rPr lang="fr-FR" dirty="0" smtClean="0"/>
              <a:t> (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feels</a:t>
            </a:r>
            <a:r>
              <a:rPr lang="fr-FR" dirty="0" smtClean="0"/>
              <a:t> </a:t>
            </a:r>
            <a:r>
              <a:rPr lang="fr-FR" dirty="0" err="1" smtClean="0"/>
              <a:t>alright</a:t>
            </a:r>
            <a:r>
              <a:rPr lang="fr-FR" dirty="0" smtClean="0"/>
              <a:t>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24- TRÈS BIEN</a:t>
            </a:r>
            <a:br>
              <a:rPr lang="fr-FR" dirty="0" smtClean="0"/>
            </a:br>
            <a:r>
              <a:rPr lang="fr-FR" dirty="0" smtClean="0"/>
              <a:t>      </a:t>
            </a:r>
            <a:r>
              <a:rPr lang="fr-FR" dirty="0" err="1" smtClean="0"/>
              <a:t>Alright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r>
              <a:rPr lang="fr-FR" smtClean="0"/>
              <a:t>     Highest science, lofty philosophy</a:t>
            </a:r>
          </a:p>
          <a:p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endParaRPr lang="fr-FR" smtClean="0"/>
          </a:p>
          <a:p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r>
              <a:rPr lang="fr-FR" smtClean="0"/>
              <a:t>     Little children, beckon to come receive</a:t>
            </a:r>
          </a:p>
          <a:p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endParaRPr lang="fr-FR" smtClean="0"/>
          </a:p>
          <a:p>
            <a:r>
              <a:rPr lang="fr-FR" smtClean="0"/>
              <a:t>7-  C’EST SI BON DE LE CONNAÎTRE</a:t>
            </a:r>
          </a:p>
          <a:p>
            <a:r>
              <a:rPr lang="fr-FR" smtClean="0"/>
              <a:t>     It’s so good Just to know</a:t>
            </a:r>
            <a:br>
              <a:rPr lang="fr-FR" smtClean="0"/>
            </a:br>
            <a:r>
              <a:rPr lang="fr-FR" smtClean="0"/>
              <a:t>8-  MON AMOUR EST SI BON ET DISPONIBLE</a:t>
            </a:r>
          </a:p>
          <a:p>
            <a:r>
              <a:rPr lang="fr-FR" smtClean="0"/>
              <a:t>     My love is soo good It’s available</a:t>
            </a:r>
            <a:br>
              <a:rPr lang="fr-FR" smtClean="0"/>
            </a:br>
            <a:r>
              <a:rPr lang="fr-FR" smtClean="0"/>
              <a:t>9-  N’ATTENDS PAS TROP LONGTEMPS POUR LE CONNAÎTRE</a:t>
            </a:r>
          </a:p>
          <a:p>
            <a:r>
              <a:rPr lang="fr-FR" smtClean="0"/>
              <a:t>     Won’t you take time To get to know</a:t>
            </a:r>
            <a:br>
              <a:rPr lang="fr-FR" smtClean="0"/>
            </a:br>
            <a:r>
              <a:rPr lang="fr-FR" smtClean="0"/>
              <a:t>10-  MON AMOUR EST SI BON TU PEUX ME PARLER</a:t>
            </a:r>
            <a:br>
              <a:rPr lang="fr-FR" smtClean="0"/>
            </a:br>
            <a:r>
              <a:rPr lang="fr-FR" smtClean="0"/>
              <a:t>       My love is so fine You can talk to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endParaRPr lang="fr-FR" smtClean="0"/>
          </a:p>
          <a:p>
            <a:r>
              <a:rPr lang="fr-FR" smtClean="0"/>
              <a:t>14-  C’EST EXTRAORDINAIRE COMME EN UN INSTANT</a:t>
            </a:r>
          </a:p>
          <a:p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r>
              <a:rPr lang="fr-FR" smtClean="0"/>
              <a:t>       (He’s mighty good to me)</a:t>
            </a:r>
          </a:p>
          <a:p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r>
              <a:rPr lang="fr-FR" smtClean="0"/>
              <a:t>      Put your hands together</a:t>
            </a:r>
          </a:p>
          <a:p>
            <a:endParaRPr lang="fr-FR" smtClean="0"/>
          </a:p>
          <a:p>
            <a:r>
              <a:rPr lang="fr-FR" smtClean="0"/>
              <a:t>21-  BON BON BON BON BON BON….</a:t>
            </a:r>
          </a:p>
          <a:p>
            <a:r>
              <a:rPr lang="fr-FR" smtClean="0"/>
              <a:t>      Good good good good good good good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DANS LE GROOVE, DANS LE GROOVE</a:t>
            </a:r>
            <a:br>
              <a:rPr lang="fr-FR" dirty="0" smtClean="0"/>
            </a:br>
            <a:r>
              <a:rPr lang="fr-FR" dirty="0" smtClean="0"/>
              <a:t>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In the </a:t>
            </a:r>
            <a:r>
              <a:rPr lang="fr-FR" dirty="0" err="1" smtClean="0"/>
              <a:t>vibe</a:t>
            </a:r>
            <a:r>
              <a:rPr lang="fr-FR" dirty="0" smtClean="0"/>
              <a:t> in the </a:t>
            </a:r>
            <a:r>
              <a:rPr lang="fr-FR" dirty="0" err="1" smtClean="0"/>
              <a:t>vibe</a:t>
            </a:r>
            <a:r>
              <a:rPr lang="fr-FR" dirty="0" smtClean="0"/>
              <a:t> in the </a:t>
            </a:r>
            <a:r>
              <a:rPr lang="fr-FR" dirty="0" err="1" smtClean="0"/>
              <a:t>mighty</a:t>
            </a:r>
            <a:r>
              <a:rPr lang="fr-FR" dirty="0" smtClean="0"/>
              <a:t> </a:t>
            </a:r>
            <a:r>
              <a:rPr lang="fr-FR" dirty="0" err="1" smtClean="0"/>
              <a:t>vibe</a:t>
            </a:r>
            <a:r>
              <a:rPr lang="fr-FR" dirty="0" smtClean="0"/>
              <a:t> (</a:t>
            </a:r>
            <a:r>
              <a:rPr lang="fr-FR" dirty="0" err="1" smtClean="0"/>
              <a:t>this</a:t>
            </a:r>
            <a:r>
              <a:rPr lang="fr-FR" dirty="0" smtClean="0"/>
              <a:t> </a:t>
            </a:r>
            <a:r>
              <a:rPr lang="fr-FR" dirty="0" err="1" smtClean="0"/>
              <a:t>mighty</a:t>
            </a:r>
            <a:r>
              <a:rPr lang="fr-FR" dirty="0" smtClean="0"/>
              <a:t> </a:t>
            </a:r>
            <a:r>
              <a:rPr lang="fr-FR" dirty="0" err="1" smtClean="0"/>
              <a:t>vibe</a:t>
            </a:r>
            <a:r>
              <a:rPr lang="fr-FR" dirty="0" smtClean="0"/>
              <a:t>)</a:t>
            </a:r>
            <a:br>
              <a:rPr lang="fr-FR" dirty="0" smtClean="0"/>
            </a:br>
            <a:r>
              <a:rPr lang="fr-FR" dirty="0" smtClean="0"/>
              <a:t>2-  DANS LE GROOVE, DANS LE GROOVE </a:t>
            </a:r>
            <a:br>
              <a:rPr lang="fr-FR" dirty="0" smtClean="0"/>
            </a:br>
            <a:r>
              <a:rPr lang="fr-FR" dirty="0" smtClean="0"/>
              <a:t>     DANS UN PUISSANT GROOVE</a:t>
            </a:r>
            <a:br>
              <a:rPr lang="fr-FR" dirty="0" smtClean="0"/>
            </a:br>
            <a:r>
              <a:rPr lang="fr-FR" dirty="0" smtClean="0"/>
              <a:t>     In the </a:t>
            </a:r>
            <a:r>
              <a:rPr lang="fr-FR" dirty="0" err="1" smtClean="0"/>
              <a:t>vibe</a:t>
            </a:r>
            <a:r>
              <a:rPr lang="fr-FR" dirty="0" smtClean="0"/>
              <a:t> in the </a:t>
            </a:r>
            <a:r>
              <a:rPr lang="fr-FR" dirty="0" err="1" smtClean="0"/>
              <a:t>vibe</a:t>
            </a:r>
            <a:r>
              <a:rPr lang="fr-FR" dirty="0" smtClean="0"/>
              <a:t> in the </a:t>
            </a:r>
            <a:r>
              <a:rPr lang="fr-FR" dirty="0" err="1" smtClean="0"/>
              <a:t>mighty</a:t>
            </a:r>
            <a:r>
              <a:rPr lang="fr-FR" dirty="0" smtClean="0"/>
              <a:t> </a:t>
            </a:r>
            <a:r>
              <a:rPr lang="fr-FR" dirty="0" err="1" smtClean="0"/>
              <a:t>vibe</a:t>
            </a:r>
            <a:r>
              <a:rPr lang="fr-FR" dirty="0" smtClean="0"/>
              <a:t> (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feels</a:t>
            </a:r>
            <a:r>
              <a:rPr lang="fr-FR" dirty="0" smtClean="0"/>
              <a:t> </a:t>
            </a:r>
            <a:r>
              <a:rPr lang="fr-FR" dirty="0" err="1" smtClean="0"/>
              <a:t>alright</a:t>
            </a:r>
            <a:r>
              <a:rPr lang="fr-FR" dirty="0" smtClean="0"/>
              <a:t>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LA PLUS HAUTE SCIENCE</a:t>
            </a:r>
            <a:br>
              <a:rPr lang="fr-FR" dirty="0" smtClean="0"/>
            </a:br>
            <a:r>
              <a:rPr lang="fr-FR" dirty="0" smtClean="0"/>
              <a:t>     UNE PHILOSOPHIE ÉLEVÉE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Highest</a:t>
            </a:r>
            <a:r>
              <a:rPr lang="fr-FR" dirty="0" smtClean="0"/>
              <a:t> science, </a:t>
            </a:r>
            <a:r>
              <a:rPr lang="fr-FR" dirty="0" err="1" smtClean="0"/>
              <a:t>lofty</a:t>
            </a:r>
            <a:r>
              <a:rPr lang="fr-FR" dirty="0" smtClean="0"/>
              <a:t> </a:t>
            </a:r>
            <a:r>
              <a:rPr lang="fr-FR" dirty="0" err="1" smtClean="0"/>
              <a:t>philosophy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SI GRANDE INTÉGRITÉ</a:t>
            </a:r>
            <a:br>
              <a:rPr lang="fr-FR" dirty="0" smtClean="0"/>
            </a:br>
            <a:r>
              <a:rPr lang="fr-FR" dirty="0" smtClean="0"/>
              <a:t>     </a:t>
            </a:r>
            <a:r>
              <a:rPr lang="fr-FR" dirty="0" err="1" smtClean="0"/>
              <a:t>Serious</a:t>
            </a:r>
            <a:r>
              <a:rPr lang="fr-FR" dirty="0" smtClean="0"/>
              <a:t> </a:t>
            </a:r>
            <a:r>
              <a:rPr lang="fr-FR" dirty="0" err="1" smtClean="0"/>
              <a:t>integrity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LES PETITS ENFANTS</a:t>
            </a:r>
            <a:br>
              <a:rPr lang="fr-FR" dirty="0" smtClean="0"/>
            </a:br>
            <a:r>
              <a:rPr lang="fr-FR" dirty="0" smtClean="0"/>
              <a:t>     VIENNENT POUR RECEVOIR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Little</a:t>
            </a:r>
            <a:r>
              <a:rPr lang="fr-FR" dirty="0" smtClean="0"/>
              <a:t> </a:t>
            </a:r>
            <a:r>
              <a:rPr lang="fr-FR" dirty="0" err="1" smtClean="0"/>
              <a:t>children</a:t>
            </a:r>
            <a:r>
              <a:rPr lang="fr-FR" dirty="0" smtClean="0"/>
              <a:t>, </a:t>
            </a:r>
            <a:r>
              <a:rPr lang="fr-FR" dirty="0" err="1" smtClean="0"/>
              <a:t>beckon</a:t>
            </a:r>
            <a:r>
              <a:rPr lang="fr-FR" dirty="0" smtClean="0"/>
              <a:t> to come </a:t>
            </a:r>
            <a:r>
              <a:rPr lang="fr-FR" dirty="0" err="1" smtClean="0"/>
              <a:t>receive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6-  UN MYSTÈRE SIMPLE POURTANT</a:t>
            </a:r>
            <a:br>
              <a:rPr lang="fr-FR" dirty="0" smtClean="0"/>
            </a:br>
            <a:r>
              <a:rPr lang="fr-FR" dirty="0" smtClean="0"/>
              <a:t>     A simple </a:t>
            </a:r>
            <a:r>
              <a:rPr lang="fr-FR" dirty="0" err="1" smtClean="0"/>
              <a:t>mystery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C’EST SI BON DE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It’s</a:t>
            </a:r>
            <a:r>
              <a:rPr lang="fr-FR" dirty="0" smtClean="0"/>
              <a:t> </a:t>
            </a:r>
            <a:r>
              <a:rPr lang="fr-FR" dirty="0" err="1" smtClean="0"/>
              <a:t>so</a:t>
            </a:r>
            <a:r>
              <a:rPr lang="fr-FR" dirty="0" smtClean="0"/>
              <a:t> good Just to know</a:t>
            </a:r>
            <a:br>
              <a:rPr lang="fr-FR" dirty="0" smtClean="0"/>
            </a:br>
            <a:r>
              <a:rPr lang="fr-FR" dirty="0" smtClean="0"/>
              <a:t>8-  MON AMOUR EST SI BON ET DISPONIBLE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My</a:t>
            </a:r>
            <a:r>
              <a:rPr lang="fr-FR" dirty="0" smtClean="0"/>
              <a:t> love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soo</a:t>
            </a:r>
            <a:r>
              <a:rPr lang="fr-FR" dirty="0" smtClean="0"/>
              <a:t> good </a:t>
            </a:r>
            <a:r>
              <a:rPr lang="fr-FR" dirty="0" err="1" smtClean="0"/>
              <a:t>It’s</a:t>
            </a:r>
            <a:r>
              <a:rPr lang="fr-FR" dirty="0" smtClean="0"/>
              <a:t> </a:t>
            </a:r>
            <a:r>
              <a:rPr lang="fr-FR" dirty="0" err="1" smtClean="0"/>
              <a:t>available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9-  N’ATTENDS PAS TROP LONGTEMPS POUR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Won’t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take</a:t>
            </a:r>
            <a:r>
              <a:rPr lang="fr-FR" dirty="0" smtClean="0"/>
              <a:t> time To </a:t>
            </a:r>
            <a:r>
              <a:rPr lang="fr-FR" dirty="0" err="1" smtClean="0"/>
              <a:t>get</a:t>
            </a:r>
            <a:r>
              <a:rPr lang="fr-FR" dirty="0" smtClean="0"/>
              <a:t> to know</a:t>
            </a:r>
            <a:br>
              <a:rPr lang="fr-FR" dirty="0" smtClean="0"/>
            </a:br>
            <a:r>
              <a:rPr lang="fr-FR" dirty="0" smtClean="0"/>
              <a:t>10-  MON AMOUR EST SI BON TU PEUX ME PARLER</a:t>
            </a:r>
            <a:br>
              <a:rPr lang="fr-FR" dirty="0" smtClean="0"/>
            </a:br>
            <a:r>
              <a:rPr lang="fr-FR" dirty="0" smtClean="0"/>
              <a:t>       </a:t>
            </a:r>
            <a:r>
              <a:rPr lang="fr-FR" dirty="0" err="1" smtClean="0"/>
              <a:t>My</a:t>
            </a:r>
            <a:r>
              <a:rPr lang="fr-FR" dirty="0" smtClean="0"/>
              <a:t> love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so</a:t>
            </a:r>
            <a:r>
              <a:rPr lang="fr-FR" dirty="0" smtClean="0"/>
              <a:t> fine You </a:t>
            </a:r>
            <a:r>
              <a:rPr lang="fr-FR" dirty="0" err="1" smtClean="0"/>
              <a:t>can</a:t>
            </a:r>
            <a:r>
              <a:rPr lang="fr-FR" dirty="0" smtClean="0"/>
              <a:t> talk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11-  DANS LE GROOVE, DANS LE GROOVE</a:t>
            </a:r>
            <a:br>
              <a:rPr lang="fr-FR" dirty="0" smtClean="0"/>
            </a:br>
            <a:r>
              <a:rPr lang="fr-FR" dirty="0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In the </a:t>
            </a:r>
            <a:r>
              <a:rPr lang="fr-FR" dirty="0" err="1" smtClean="0"/>
              <a:t>vibe</a:t>
            </a:r>
            <a:r>
              <a:rPr lang="fr-FR" dirty="0" smtClean="0"/>
              <a:t> in the </a:t>
            </a:r>
            <a:r>
              <a:rPr lang="fr-FR" dirty="0" err="1" smtClean="0"/>
              <a:t>vibe</a:t>
            </a:r>
            <a:r>
              <a:rPr lang="fr-FR" dirty="0" smtClean="0"/>
              <a:t> in the </a:t>
            </a:r>
            <a:r>
              <a:rPr lang="fr-FR" dirty="0" err="1" smtClean="0"/>
              <a:t>mighty</a:t>
            </a:r>
            <a:r>
              <a:rPr lang="fr-FR" dirty="0" smtClean="0"/>
              <a:t> </a:t>
            </a:r>
            <a:r>
              <a:rPr lang="fr-FR" dirty="0" err="1" smtClean="0"/>
              <a:t>vibe</a:t>
            </a:r>
            <a:r>
              <a:rPr lang="fr-FR" dirty="0" smtClean="0"/>
              <a:t> (</a:t>
            </a:r>
            <a:r>
              <a:rPr lang="fr-FR" dirty="0" err="1" smtClean="0"/>
              <a:t>this</a:t>
            </a:r>
            <a:r>
              <a:rPr lang="fr-FR" dirty="0" smtClean="0"/>
              <a:t> </a:t>
            </a:r>
            <a:r>
              <a:rPr lang="fr-FR" dirty="0" err="1" smtClean="0"/>
              <a:t>mighty</a:t>
            </a:r>
            <a:r>
              <a:rPr lang="fr-FR" dirty="0" smtClean="0"/>
              <a:t> </a:t>
            </a:r>
            <a:r>
              <a:rPr lang="fr-FR" dirty="0" err="1" smtClean="0"/>
              <a:t>vibe</a:t>
            </a:r>
            <a:r>
              <a:rPr lang="fr-FR" dirty="0" smtClean="0"/>
              <a:t>)</a:t>
            </a:r>
            <a:br>
              <a:rPr lang="fr-FR" dirty="0" smtClean="0"/>
            </a:br>
            <a:r>
              <a:rPr lang="fr-FR" dirty="0" smtClean="0"/>
              <a:t>12-  DANS LE GROOVE, DANS LE GROOVE </a:t>
            </a:r>
            <a:br>
              <a:rPr lang="fr-FR" dirty="0" smtClean="0"/>
            </a:br>
            <a:r>
              <a:rPr lang="fr-FR" dirty="0" smtClean="0"/>
              <a:t>       DANS UN PUISSANT GROOVE</a:t>
            </a:r>
            <a:br>
              <a:rPr lang="fr-FR" dirty="0" smtClean="0"/>
            </a:br>
            <a:r>
              <a:rPr lang="fr-FR" dirty="0" smtClean="0"/>
              <a:t>       In the </a:t>
            </a:r>
            <a:r>
              <a:rPr lang="fr-FR" dirty="0" err="1" smtClean="0"/>
              <a:t>vibe</a:t>
            </a:r>
            <a:r>
              <a:rPr lang="fr-FR" dirty="0" smtClean="0"/>
              <a:t> in the </a:t>
            </a:r>
            <a:r>
              <a:rPr lang="fr-FR" dirty="0" err="1" smtClean="0"/>
              <a:t>vibe</a:t>
            </a:r>
            <a:r>
              <a:rPr lang="fr-FR" dirty="0" smtClean="0"/>
              <a:t> in the </a:t>
            </a:r>
            <a:r>
              <a:rPr lang="fr-FR" dirty="0" err="1" smtClean="0"/>
              <a:t>mighty</a:t>
            </a:r>
            <a:r>
              <a:rPr lang="fr-FR" dirty="0" smtClean="0"/>
              <a:t> </a:t>
            </a:r>
            <a:r>
              <a:rPr lang="fr-FR" dirty="0" err="1" smtClean="0"/>
              <a:t>vibe</a:t>
            </a:r>
            <a:r>
              <a:rPr lang="fr-FR" dirty="0" smtClean="0"/>
              <a:t> (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feels</a:t>
            </a:r>
            <a:r>
              <a:rPr lang="fr-FR" dirty="0" smtClean="0"/>
              <a:t> </a:t>
            </a:r>
            <a:r>
              <a:rPr lang="fr-FR" dirty="0" err="1" smtClean="0"/>
              <a:t>alright</a:t>
            </a:r>
            <a:r>
              <a:rPr lang="fr-FR" dirty="0" smtClean="0"/>
              <a:t>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CALCULANT SANS FIN, L’INIQUITÉ LA MISÈRE DES ÊTRE HUMAINS</a:t>
            </a:r>
            <a:br>
              <a:rPr lang="fr-FR" dirty="0" smtClean="0"/>
            </a:br>
            <a:r>
              <a:rPr lang="fr-FR" dirty="0" smtClean="0"/>
              <a:t>       </a:t>
            </a:r>
            <a:r>
              <a:rPr lang="fr-FR" dirty="0" err="1" smtClean="0"/>
              <a:t>Calculating</a:t>
            </a:r>
            <a:r>
              <a:rPr lang="fr-FR" dirty="0" smtClean="0"/>
              <a:t>, </a:t>
            </a:r>
            <a:r>
              <a:rPr lang="fr-FR" dirty="0" err="1" smtClean="0"/>
              <a:t>endless</a:t>
            </a:r>
            <a:r>
              <a:rPr lang="fr-FR" dirty="0" smtClean="0"/>
              <a:t> </a:t>
            </a:r>
            <a:r>
              <a:rPr lang="fr-FR" dirty="0" err="1" smtClean="0"/>
              <a:t>iniquities</a:t>
            </a:r>
            <a:r>
              <a:rPr lang="fr-FR" dirty="0" smtClean="0"/>
              <a:t> Psycho </a:t>
            </a:r>
            <a:r>
              <a:rPr lang="fr-FR" dirty="0" err="1" smtClean="0"/>
              <a:t>misery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C’EST EXTRAORDINAIRE COMME 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Extraordinary</a:t>
            </a:r>
            <a:r>
              <a:rPr lang="fr-FR" dirty="0" smtClean="0"/>
              <a:t>, how in a moments time</a:t>
            </a:r>
            <a:br>
              <a:rPr lang="fr-FR" dirty="0" smtClean="0"/>
            </a:br>
            <a:r>
              <a:rPr lang="fr-FR" dirty="0" smtClean="0"/>
              <a:t>15-  JE CHANGERAI TON DESTIN</a:t>
            </a:r>
            <a:br>
              <a:rPr lang="fr-FR" dirty="0" smtClean="0"/>
            </a:br>
            <a:r>
              <a:rPr lang="fr-FR" dirty="0" smtClean="0"/>
              <a:t>       </a:t>
            </a:r>
            <a:r>
              <a:rPr lang="fr-FR" dirty="0" err="1" smtClean="0"/>
              <a:t>I’ll</a:t>
            </a:r>
            <a:r>
              <a:rPr lang="fr-FR" dirty="0" smtClean="0"/>
              <a:t> change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destiny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16-  DANS LE GROOVE, DANS LE GROOVE</a:t>
            </a:r>
            <a:br>
              <a:rPr lang="fr-FR" dirty="0" smtClean="0"/>
            </a:br>
            <a:r>
              <a:rPr lang="fr-FR" dirty="0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In the </a:t>
            </a:r>
            <a:r>
              <a:rPr lang="fr-FR" dirty="0" err="1" smtClean="0"/>
              <a:t>vibe</a:t>
            </a:r>
            <a:r>
              <a:rPr lang="fr-FR" dirty="0" smtClean="0"/>
              <a:t> in the </a:t>
            </a:r>
            <a:r>
              <a:rPr lang="fr-FR" dirty="0" err="1" smtClean="0"/>
              <a:t>vibe</a:t>
            </a:r>
            <a:r>
              <a:rPr lang="fr-FR" dirty="0" smtClean="0"/>
              <a:t> in the </a:t>
            </a:r>
            <a:r>
              <a:rPr lang="fr-FR" dirty="0" err="1" smtClean="0"/>
              <a:t>mighty</a:t>
            </a:r>
            <a:r>
              <a:rPr lang="fr-FR" dirty="0" smtClean="0"/>
              <a:t> </a:t>
            </a:r>
            <a:r>
              <a:rPr lang="fr-FR" dirty="0" err="1" smtClean="0"/>
              <a:t>vibe</a:t>
            </a:r>
            <a:r>
              <a:rPr lang="fr-FR" dirty="0" smtClean="0"/>
              <a:t> (</a:t>
            </a:r>
            <a:r>
              <a:rPr lang="fr-FR" dirty="0" err="1" smtClean="0"/>
              <a:t>this</a:t>
            </a:r>
            <a:r>
              <a:rPr lang="fr-FR" dirty="0" smtClean="0"/>
              <a:t> </a:t>
            </a:r>
            <a:r>
              <a:rPr lang="fr-FR" dirty="0" err="1" smtClean="0"/>
              <a:t>mighty</a:t>
            </a:r>
            <a:r>
              <a:rPr lang="fr-FR" dirty="0" smtClean="0"/>
              <a:t> </a:t>
            </a:r>
            <a:r>
              <a:rPr lang="fr-FR" dirty="0" err="1" smtClean="0"/>
              <a:t>vibe</a:t>
            </a:r>
            <a:r>
              <a:rPr lang="fr-FR" dirty="0" smtClean="0"/>
              <a:t>)</a:t>
            </a:r>
            <a:br>
              <a:rPr lang="fr-FR" dirty="0" smtClean="0"/>
            </a:br>
            <a:r>
              <a:rPr lang="fr-FR" dirty="0" smtClean="0"/>
              <a:t>17-  DANS LE GROOVE, DANS LE GROOVE </a:t>
            </a:r>
            <a:br>
              <a:rPr lang="fr-FR" dirty="0" smtClean="0"/>
            </a:br>
            <a:r>
              <a:rPr lang="fr-FR" dirty="0" smtClean="0"/>
              <a:t>       DANS UN PUISSANT GROOVE</a:t>
            </a:r>
            <a:br>
              <a:rPr lang="fr-FR" dirty="0" smtClean="0"/>
            </a:br>
            <a:r>
              <a:rPr lang="fr-FR" dirty="0" smtClean="0"/>
              <a:t>       In the </a:t>
            </a:r>
            <a:r>
              <a:rPr lang="fr-FR" dirty="0" err="1" smtClean="0"/>
              <a:t>vibe</a:t>
            </a:r>
            <a:r>
              <a:rPr lang="fr-FR" dirty="0" smtClean="0"/>
              <a:t> in the </a:t>
            </a:r>
            <a:r>
              <a:rPr lang="fr-FR" dirty="0" err="1" smtClean="0"/>
              <a:t>vibe</a:t>
            </a:r>
            <a:r>
              <a:rPr lang="fr-FR" dirty="0" smtClean="0"/>
              <a:t> in the </a:t>
            </a:r>
            <a:r>
              <a:rPr lang="fr-FR" dirty="0" err="1" smtClean="0"/>
              <a:t>mighty</a:t>
            </a:r>
            <a:r>
              <a:rPr lang="fr-FR" dirty="0" smtClean="0"/>
              <a:t> </a:t>
            </a:r>
            <a:r>
              <a:rPr lang="fr-FR" dirty="0" err="1" smtClean="0"/>
              <a:t>vibe</a:t>
            </a:r>
            <a:r>
              <a:rPr lang="fr-FR" dirty="0" smtClean="0"/>
              <a:t> (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feels</a:t>
            </a:r>
            <a:r>
              <a:rPr lang="fr-FR" dirty="0" smtClean="0"/>
              <a:t> </a:t>
            </a:r>
            <a:r>
              <a:rPr lang="fr-FR" dirty="0" err="1" smtClean="0"/>
              <a:t>alright</a:t>
            </a:r>
            <a:r>
              <a:rPr lang="fr-FR" dirty="0" smtClean="0"/>
              <a:t>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18-  JE SUIS HEUREUX JÉSUS EST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I’m</a:t>
            </a:r>
            <a:r>
              <a:rPr lang="fr-FR" dirty="0" smtClean="0"/>
              <a:t> </a:t>
            </a:r>
            <a:r>
              <a:rPr lang="fr-FR" dirty="0" err="1" smtClean="0"/>
              <a:t>glad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Jesus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so</a:t>
            </a:r>
            <a:r>
              <a:rPr lang="fr-FR" dirty="0" smtClean="0"/>
              <a:t> good</a:t>
            </a:r>
            <a:br>
              <a:rPr lang="fr-FR" dirty="0" smtClean="0"/>
            </a:br>
            <a:r>
              <a:rPr lang="fr-FR" dirty="0" smtClean="0"/>
              <a:t>19-  IL EST SI BON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(</a:t>
            </a:r>
            <a:r>
              <a:rPr lang="fr-FR" dirty="0" err="1" smtClean="0"/>
              <a:t>He’s</a:t>
            </a:r>
            <a:r>
              <a:rPr lang="fr-FR" dirty="0" smtClean="0"/>
              <a:t> </a:t>
            </a:r>
            <a:r>
              <a:rPr lang="fr-FR" dirty="0" err="1" smtClean="0"/>
              <a:t>mighty</a:t>
            </a:r>
            <a:r>
              <a:rPr lang="fr-FR" dirty="0" smtClean="0"/>
              <a:t> good to me)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TU DOIS SAVOIR QU’IL EST SI WOUAH</a:t>
            </a:r>
            <a:br>
              <a:rPr lang="fr-FR" dirty="0" smtClean="0"/>
            </a:br>
            <a:r>
              <a:rPr lang="fr-FR" dirty="0" smtClean="0"/>
              <a:t>        You </a:t>
            </a:r>
            <a:r>
              <a:rPr lang="fr-FR" dirty="0" err="1" smtClean="0"/>
              <a:t>need</a:t>
            </a:r>
            <a:r>
              <a:rPr lang="fr-FR" dirty="0" smtClean="0"/>
              <a:t> to know </a:t>
            </a:r>
            <a:r>
              <a:rPr lang="fr-FR" dirty="0" err="1" smtClean="0"/>
              <a:t>that</a:t>
            </a:r>
            <a:r>
              <a:rPr lang="fr-FR" dirty="0" smtClean="0"/>
              <a:t> He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so</a:t>
            </a:r>
            <a:r>
              <a:rPr lang="fr-FR" dirty="0" smtClean="0"/>
              <a:t> (Wh-</a:t>
            </a:r>
            <a:r>
              <a:rPr lang="fr-FR" dirty="0" err="1" smtClean="0"/>
              <a:t>oah</a:t>
            </a:r>
            <a:r>
              <a:rPr lang="fr-FR" dirty="0" smtClean="0"/>
              <a:t>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20-  FRAPPE TES MAINS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Put </a:t>
            </a:r>
            <a:r>
              <a:rPr lang="fr-FR" dirty="0" err="1" smtClean="0"/>
              <a:t>your</a:t>
            </a:r>
            <a:r>
              <a:rPr lang="fr-FR" dirty="0" smtClean="0"/>
              <a:t> hands </a:t>
            </a:r>
            <a:r>
              <a:rPr lang="fr-FR" dirty="0" err="1" smtClean="0"/>
              <a:t>together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21-  BON </a:t>
            </a:r>
            <a:r>
              <a:rPr lang="fr-FR" dirty="0" err="1" smtClean="0"/>
              <a:t>BON</a:t>
            </a:r>
            <a:r>
              <a:rPr lang="fr-FR" dirty="0" smtClean="0"/>
              <a:t> </a:t>
            </a:r>
            <a:r>
              <a:rPr lang="fr-FR" dirty="0" err="1" smtClean="0"/>
              <a:t>BON</a:t>
            </a:r>
            <a:r>
              <a:rPr lang="fr-FR" dirty="0" smtClean="0"/>
              <a:t> </a:t>
            </a:r>
            <a:r>
              <a:rPr lang="fr-FR" dirty="0" err="1" smtClean="0"/>
              <a:t>BON</a:t>
            </a:r>
            <a:r>
              <a:rPr lang="fr-FR" dirty="0" smtClean="0"/>
              <a:t> </a:t>
            </a:r>
            <a:r>
              <a:rPr lang="fr-FR" dirty="0" err="1" smtClean="0"/>
              <a:t>BON</a:t>
            </a:r>
            <a:r>
              <a:rPr lang="fr-FR" dirty="0" smtClean="0"/>
              <a:t> </a:t>
            </a:r>
            <a:r>
              <a:rPr lang="fr-FR" dirty="0" err="1" smtClean="0"/>
              <a:t>BON</a:t>
            </a:r>
            <a:r>
              <a:rPr lang="fr-FR" dirty="0" smtClean="0"/>
              <a:t>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Good </a:t>
            </a:r>
            <a:r>
              <a:rPr lang="fr-FR" dirty="0" err="1" smtClean="0"/>
              <a:t>good</a:t>
            </a:r>
            <a:r>
              <a:rPr lang="fr-FR" dirty="0" smtClean="0"/>
              <a:t> </a:t>
            </a:r>
            <a:r>
              <a:rPr lang="fr-FR" dirty="0" err="1" smtClean="0"/>
              <a:t>good</a:t>
            </a:r>
            <a:r>
              <a:rPr lang="fr-FR" dirty="0" smtClean="0"/>
              <a:t> </a:t>
            </a:r>
            <a:r>
              <a:rPr lang="fr-FR" dirty="0" err="1" smtClean="0"/>
              <a:t>good</a:t>
            </a:r>
            <a:r>
              <a:rPr lang="fr-FR" dirty="0" smtClean="0"/>
              <a:t> </a:t>
            </a:r>
            <a:r>
              <a:rPr lang="fr-FR" dirty="0" err="1" smtClean="0"/>
              <a:t>good</a:t>
            </a:r>
            <a:r>
              <a:rPr lang="fr-FR" dirty="0" smtClean="0"/>
              <a:t> </a:t>
            </a:r>
            <a:r>
              <a:rPr lang="fr-FR" dirty="0" err="1" smtClean="0"/>
              <a:t>good</a:t>
            </a:r>
            <a:r>
              <a:rPr lang="fr-FR" dirty="0" smtClean="0"/>
              <a:t> </a:t>
            </a:r>
            <a:r>
              <a:rPr lang="fr-FR" dirty="0" err="1" smtClean="0"/>
              <a:t>good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22-  DANS LE GROOVE, DANS LE GROOVE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In the </a:t>
            </a:r>
            <a:r>
              <a:rPr lang="fr-FR" dirty="0" err="1" smtClean="0"/>
              <a:t>vibe</a:t>
            </a:r>
            <a:r>
              <a:rPr lang="fr-FR" dirty="0" smtClean="0"/>
              <a:t> in the </a:t>
            </a:r>
            <a:r>
              <a:rPr lang="fr-FR" dirty="0" err="1" smtClean="0"/>
              <a:t>vibe</a:t>
            </a:r>
            <a:r>
              <a:rPr lang="fr-FR" dirty="0" smtClean="0"/>
              <a:t> in the </a:t>
            </a:r>
            <a:r>
              <a:rPr lang="fr-FR" dirty="0" err="1" smtClean="0"/>
              <a:t>mighty</a:t>
            </a:r>
            <a:r>
              <a:rPr lang="fr-FR" dirty="0" smtClean="0"/>
              <a:t> </a:t>
            </a:r>
            <a:r>
              <a:rPr lang="fr-FR" dirty="0" err="1" smtClean="0"/>
              <a:t>vibe</a:t>
            </a:r>
            <a:r>
              <a:rPr lang="fr-FR" dirty="0" smtClean="0"/>
              <a:t> (</a:t>
            </a:r>
            <a:r>
              <a:rPr lang="fr-FR" dirty="0" err="1" smtClean="0"/>
              <a:t>this</a:t>
            </a:r>
            <a:r>
              <a:rPr lang="fr-FR" dirty="0" smtClean="0"/>
              <a:t> </a:t>
            </a:r>
            <a:r>
              <a:rPr lang="fr-FR" dirty="0" err="1" smtClean="0"/>
              <a:t>mighty</a:t>
            </a:r>
            <a:r>
              <a:rPr lang="fr-FR" dirty="0" smtClean="0"/>
              <a:t> </a:t>
            </a:r>
            <a:r>
              <a:rPr lang="fr-FR" dirty="0" err="1" smtClean="0"/>
              <a:t>vibe</a:t>
            </a:r>
            <a:r>
              <a:rPr lang="fr-FR" dirty="0" smtClean="0"/>
              <a:t>)</a:t>
            </a:r>
            <a:br>
              <a:rPr lang="fr-FR" dirty="0" smtClean="0"/>
            </a:br>
            <a:r>
              <a:rPr lang="fr-FR" dirty="0" smtClean="0"/>
              <a:t>23-  DANS LE GROOVE, DANS LE GROOVE </a:t>
            </a:r>
            <a:br>
              <a:rPr lang="fr-FR" dirty="0" smtClean="0"/>
            </a:br>
            <a:r>
              <a:rPr lang="fr-FR" dirty="0" smtClean="0"/>
              <a:t>       DANS UN PUISSANT GROOVE</a:t>
            </a:r>
            <a:br>
              <a:rPr lang="fr-FR" dirty="0" smtClean="0"/>
            </a:br>
            <a:r>
              <a:rPr lang="fr-FR" dirty="0" smtClean="0"/>
              <a:t>       In the </a:t>
            </a:r>
            <a:r>
              <a:rPr lang="fr-FR" dirty="0" err="1" smtClean="0"/>
              <a:t>vibe</a:t>
            </a:r>
            <a:r>
              <a:rPr lang="fr-FR" dirty="0" smtClean="0"/>
              <a:t> in the </a:t>
            </a:r>
            <a:r>
              <a:rPr lang="fr-FR" dirty="0" err="1" smtClean="0"/>
              <a:t>vibe</a:t>
            </a:r>
            <a:r>
              <a:rPr lang="fr-FR" dirty="0" smtClean="0"/>
              <a:t> in the </a:t>
            </a:r>
            <a:r>
              <a:rPr lang="fr-FR" dirty="0" err="1" smtClean="0"/>
              <a:t>mighty</a:t>
            </a:r>
            <a:r>
              <a:rPr lang="fr-FR" dirty="0" smtClean="0"/>
              <a:t> </a:t>
            </a:r>
            <a:r>
              <a:rPr lang="fr-FR" dirty="0" err="1" smtClean="0"/>
              <a:t>vibe</a:t>
            </a:r>
            <a:r>
              <a:rPr lang="fr-FR" dirty="0" smtClean="0"/>
              <a:t> (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feels</a:t>
            </a:r>
            <a:r>
              <a:rPr lang="fr-FR" dirty="0" smtClean="0"/>
              <a:t> </a:t>
            </a:r>
            <a:r>
              <a:rPr lang="fr-FR" dirty="0" err="1" smtClean="0"/>
              <a:t>alright</a:t>
            </a:r>
            <a:r>
              <a:rPr lang="fr-FR" dirty="0" smtClean="0"/>
              <a:t>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24- TRÈS BIEN</a:t>
            </a:r>
            <a:br>
              <a:rPr lang="fr-FR" dirty="0" smtClean="0"/>
            </a:br>
            <a:r>
              <a:rPr lang="fr-FR" dirty="0" smtClean="0"/>
              <a:t>      </a:t>
            </a:r>
            <a:r>
              <a:rPr lang="fr-FR" dirty="0" err="1" smtClean="0"/>
              <a:t>Alright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r>
              <a:rPr lang="fr-FR" smtClean="0"/>
              <a:t>     Highest science, lofty philosophy</a:t>
            </a:r>
          </a:p>
          <a:p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endParaRPr lang="fr-FR" smtClean="0"/>
          </a:p>
          <a:p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r>
              <a:rPr lang="fr-FR" smtClean="0"/>
              <a:t>     Little children, beckon to come receive</a:t>
            </a:r>
          </a:p>
          <a:p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endParaRPr lang="fr-FR" smtClean="0"/>
          </a:p>
          <a:p>
            <a:r>
              <a:rPr lang="fr-FR" smtClean="0"/>
              <a:t>7-  C’EST SI BON DE LE CONNAÎTRE</a:t>
            </a:r>
          </a:p>
          <a:p>
            <a:r>
              <a:rPr lang="fr-FR" smtClean="0"/>
              <a:t>     It’s so good Just to know</a:t>
            </a:r>
            <a:br>
              <a:rPr lang="fr-FR" smtClean="0"/>
            </a:br>
            <a:r>
              <a:rPr lang="fr-FR" smtClean="0"/>
              <a:t>8-  MON AMOUR EST SI BON ET DISPONIBLE</a:t>
            </a:r>
          </a:p>
          <a:p>
            <a:r>
              <a:rPr lang="fr-FR" smtClean="0"/>
              <a:t>     My love is soo good It’s available</a:t>
            </a:r>
            <a:br>
              <a:rPr lang="fr-FR" smtClean="0"/>
            </a:br>
            <a:r>
              <a:rPr lang="fr-FR" smtClean="0"/>
              <a:t>9-  N’ATTENDS PAS TROP LONGTEMPS POUR LE CONNAÎTRE</a:t>
            </a:r>
          </a:p>
          <a:p>
            <a:r>
              <a:rPr lang="fr-FR" smtClean="0"/>
              <a:t>     Won’t you take time To get to know</a:t>
            </a:r>
            <a:br>
              <a:rPr lang="fr-FR" smtClean="0"/>
            </a:br>
            <a:r>
              <a:rPr lang="fr-FR" smtClean="0"/>
              <a:t>10-  MON AMOUR EST SI BON TU PEUX ME PARLER</a:t>
            </a:r>
            <a:br>
              <a:rPr lang="fr-FR" smtClean="0"/>
            </a:br>
            <a:r>
              <a:rPr lang="fr-FR" smtClean="0"/>
              <a:t>       My love is so fine You can talk to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endParaRPr lang="fr-FR" smtClean="0"/>
          </a:p>
          <a:p>
            <a:r>
              <a:rPr lang="fr-FR" smtClean="0"/>
              <a:t>14-  C’EST EXTRAORDINAIRE COMME EN UN INSTANT</a:t>
            </a:r>
          </a:p>
          <a:p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r>
              <a:rPr lang="fr-FR" smtClean="0"/>
              <a:t>       (He’s mighty good to me)</a:t>
            </a:r>
          </a:p>
          <a:p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r>
              <a:rPr lang="fr-FR" smtClean="0"/>
              <a:t>      Put your hands together</a:t>
            </a:r>
          </a:p>
          <a:p>
            <a:endParaRPr lang="fr-FR" smtClean="0"/>
          </a:p>
          <a:p>
            <a:r>
              <a:rPr lang="fr-FR" smtClean="0"/>
              <a:t>21-  BON BON BON BON BON BON….</a:t>
            </a:r>
          </a:p>
          <a:p>
            <a:r>
              <a:rPr lang="fr-FR" smtClean="0"/>
              <a:t>      Good good good good good good good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Highest science, lofty philosophy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Little children, beckon to come receive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C’EST SI BON DE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It’s so good Just to know</a:t>
            </a:r>
            <a:br>
              <a:rPr lang="fr-FR" smtClean="0"/>
            </a:br>
            <a:r>
              <a:rPr lang="fr-FR" smtClean="0"/>
              <a:t>8-  MON AMOUR EST SI BON ET DISPONIBLE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love is soo good It’s available</a:t>
            </a:r>
            <a:br>
              <a:rPr lang="fr-FR" smtClean="0"/>
            </a:br>
            <a:r>
              <a:rPr lang="fr-FR" smtClean="0"/>
              <a:t>9-  N’ATTENDS PAS TROP LONGTEMPS POUR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Won’t you take time To get to know</a:t>
            </a:r>
            <a:br>
              <a:rPr lang="fr-FR" smtClean="0"/>
            </a:br>
            <a:r>
              <a:rPr lang="fr-FR" smtClean="0"/>
              <a:t>10-  MON AMOUR EST SI BON TU PEUX ME PARLER</a:t>
            </a:r>
            <a:br>
              <a:rPr lang="fr-FR" smtClean="0"/>
            </a:br>
            <a:r>
              <a:rPr lang="fr-FR" smtClean="0"/>
              <a:t>       My love is so fine You can talk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C’EST EXTRAORDINAIRE COMME 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(He’s mighty good to me)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Put your hands together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BON BON BON BON BON BON….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Good good good good good good good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r>
              <a:rPr lang="fr-FR" smtClean="0"/>
              <a:t>     Highest science, lofty philosophy</a:t>
            </a:r>
          </a:p>
          <a:p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endParaRPr lang="fr-FR" smtClean="0"/>
          </a:p>
          <a:p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r>
              <a:rPr lang="fr-FR" smtClean="0"/>
              <a:t>     Little children, beckon to come receive</a:t>
            </a:r>
          </a:p>
          <a:p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endParaRPr lang="fr-FR" smtClean="0"/>
          </a:p>
          <a:p>
            <a:r>
              <a:rPr lang="fr-FR" smtClean="0"/>
              <a:t>7-  C’EST SI BON DE LE CONNAÎTRE</a:t>
            </a:r>
          </a:p>
          <a:p>
            <a:r>
              <a:rPr lang="fr-FR" smtClean="0"/>
              <a:t>     It’s so good Just to know</a:t>
            </a:r>
            <a:br>
              <a:rPr lang="fr-FR" smtClean="0"/>
            </a:br>
            <a:r>
              <a:rPr lang="fr-FR" smtClean="0"/>
              <a:t>8-  MON AMOUR EST SI BON ET DISPONIBLE</a:t>
            </a:r>
          </a:p>
          <a:p>
            <a:r>
              <a:rPr lang="fr-FR" smtClean="0"/>
              <a:t>     My love is soo good It’s available</a:t>
            </a:r>
            <a:br>
              <a:rPr lang="fr-FR" smtClean="0"/>
            </a:br>
            <a:r>
              <a:rPr lang="fr-FR" smtClean="0"/>
              <a:t>9-  N’ATTENDS PAS TROP LONGTEMPS POUR LE CONNAÎTRE</a:t>
            </a:r>
          </a:p>
          <a:p>
            <a:r>
              <a:rPr lang="fr-FR" smtClean="0"/>
              <a:t>     Won’t you take time To get to know</a:t>
            </a:r>
            <a:br>
              <a:rPr lang="fr-FR" smtClean="0"/>
            </a:br>
            <a:r>
              <a:rPr lang="fr-FR" smtClean="0"/>
              <a:t>10-  MON AMOUR EST SI BON TU PEUX ME PARLER</a:t>
            </a:r>
            <a:br>
              <a:rPr lang="fr-FR" smtClean="0"/>
            </a:br>
            <a:r>
              <a:rPr lang="fr-FR" smtClean="0"/>
              <a:t>       My love is so fine You can talk to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endParaRPr lang="fr-FR" smtClean="0"/>
          </a:p>
          <a:p>
            <a:r>
              <a:rPr lang="fr-FR" smtClean="0"/>
              <a:t>14-  C’EST EXTRAORDINAIRE COMME EN UN INSTANT</a:t>
            </a:r>
          </a:p>
          <a:p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r>
              <a:rPr lang="fr-FR" smtClean="0"/>
              <a:t>       (He’s mighty good to me)</a:t>
            </a:r>
          </a:p>
          <a:p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r>
              <a:rPr lang="fr-FR" smtClean="0"/>
              <a:t>      Put your hands together</a:t>
            </a:r>
          </a:p>
          <a:p>
            <a:endParaRPr lang="fr-FR" smtClean="0"/>
          </a:p>
          <a:p>
            <a:r>
              <a:rPr lang="fr-FR" smtClean="0"/>
              <a:t>21-  BON BON BON BON BON BON….</a:t>
            </a:r>
          </a:p>
          <a:p>
            <a:r>
              <a:rPr lang="fr-FR" smtClean="0"/>
              <a:t>      Good good good good good good good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Highest science, lofty philosophy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Little children, beckon to come receive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C’EST SI BON DE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It’s so good Just to know</a:t>
            </a:r>
            <a:br>
              <a:rPr lang="fr-FR" smtClean="0"/>
            </a:br>
            <a:r>
              <a:rPr lang="fr-FR" smtClean="0"/>
              <a:t>8-  MON AMOUR EST SI BON ET DISPONIBLE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love is soo good It’s available</a:t>
            </a:r>
            <a:br>
              <a:rPr lang="fr-FR" smtClean="0"/>
            </a:br>
            <a:r>
              <a:rPr lang="fr-FR" smtClean="0"/>
              <a:t>9-  N’ATTENDS PAS TROP LONGTEMPS POUR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Won’t you take time To get to know</a:t>
            </a:r>
            <a:br>
              <a:rPr lang="fr-FR" smtClean="0"/>
            </a:br>
            <a:r>
              <a:rPr lang="fr-FR" smtClean="0"/>
              <a:t>10-  MON AMOUR EST SI BON TU PEUX ME PARLER</a:t>
            </a:r>
            <a:br>
              <a:rPr lang="fr-FR" smtClean="0"/>
            </a:br>
            <a:r>
              <a:rPr lang="fr-FR" smtClean="0"/>
              <a:t>       My love is so fine You can talk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C’EST EXTRAORDINAIRE COMME 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(He’s mighty good to me)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Put your hands together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BON BON BON BON BON BON….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Good good good good good good good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r>
              <a:rPr lang="fr-FR" smtClean="0"/>
              <a:t>     Highest science, lofty philosophy</a:t>
            </a:r>
          </a:p>
          <a:p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endParaRPr lang="fr-FR" smtClean="0"/>
          </a:p>
          <a:p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r>
              <a:rPr lang="fr-FR" smtClean="0"/>
              <a:t>     Little children, beckon to come receive</a:t>
            </a:r>
          </a:p>
          <a:p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endParaRPr lang="fr-FR" smtClean="0"/>
          </a:p>
          <a:p>
            <a:r>
              <a:rPr lang="fr-FR" smtClean="0"/>
              <a:t>7-  C’EST SI BON DE LE CONNAÎTRE</a:t>
            </a:r>
          </a:p>
          <a:p>
            <a:r>
              <a:rPr lang="fr-FR" smtClean="0"/>
              <a:t>     It’s so good Just to know</a:t>
            </a:r>
            <a:br>
              <a:rPr lang="fr-FR" smtClean="0"/>
            </a:br>
            <a:r>
              <a:rPr lang="fr-FR" smtClean="0"/>
              <a:t>8-  MON AMOUR EST SI BON ET DISPONIBLE</a:t>
            </a:r>
          </a:p>
          <a:p>
            <a:r>
              <a:rPr lang="fr-FR" smtClean="0"/>
              <a:t>     My love is soo good It’s available</a:t>
            </a:r>
            <a:br>
              <a:rPr lang="fr-FR" smtClean="0"/>
            </a:br>
            <a:r>
              <a:rPr lang="fr-FR" smtClean="0"/>
              <a:t>9-  N’ATTENDS PAS TROP LONGTEMPS POUR LE CONNAÎTRE</a:t>
            </a:r>
          </a:p>
          <a:p>
            <a:r>
              <a:rPr lang="fr-FR" smtClean="0"/>
              <a:t>     Won’t you take time To get to know</a:t>
            </a:r>
            <a:br>
              <a:rPr lang="fr-FR" smtClean="0"/>
            </a:br>
            <a:r>
              <a:rPr lang="fr-FR" smtClean="0"/>
              <a:t>10-  MON AMOUR EST SI BON TU PEUX ME PARLER</a:t>
            </a:r>
            <a:br>
              <a:rPr lang="fr-FR" smtClean="0"/>
            </a:br>
            <a:r>
              <a:rPr lang="fr-FR" smtClean="0"/>
              <a:t>       My love is so fine You can talk to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endParaRPr lang="fr-FR" smtClean="0"/>
          </a:p>
          <a:p>
            <a:r>
              <a:rPr lang="fr-FR" smtClean="0"/>
              <a:t>14-  C’EST EXTRAORDINAIRE COMME EN UN INSTANT</a:t>
            </a:r>
          </a:p>
          <a:p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r>
              <a:rPr lang="fr-FR" smtClean="0"/>
              <a:t>       (He’s mighty good to me)</a:t>
            </a:r>
          </a:p>
          <a:p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r>
              <a:rPr lang="fr-FR" smtClean="0"/>
              <a:t>      Put your hands together</a:t>
            </a:r>
          </a:p>
          <a:p>
            <a:endParaRPr lang="fr-FR" smtClean="0"/>
          </a:p>
          <a:p>
            <a:r>
              <a:rPr lang="fr-FR" smtClean="0"/>
              <a:t>21-  BON BON BON BON BON BON….</a:t>
            </a:r>
          </a:p>
          <a:p>
            <a:r>
              <a:rPr lang="fr-FR" smtClean="0"/>
              <a:t>      Good good good good good good good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Highest science, lofty philosophy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Little children, beckon to come receive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C’EST SI BON DE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It’s so good Just to know</a:t>
            </a:r>
            <a:br>
              <a:rPr lang="fr-FR" smtClean="0"/>
            </a:br>
            <a:r>
              <a:rPr lang="fr-FR" smtClean="0"/>
              <a:t>8-  MON AMOUR EST SI BON ET DISPONIBLE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love is soo good It’s available</a:t>
            </a:r>
            <a:br>
              <a:rPr lang="fr-FR" smtClean="0"/>
            </a:br>
            <a:r>
              <a:rPr lang="fr-FR" smtClean="0"/>
              <a:t>9-  N’ATTENDS PAS TROP LONGTEMPS POUR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Won’t you take time To get to know</a:t>
            </a:r>
            <a:br>
              <a:rPr lang="fr-FR" smtClean="0"/>
            </a:br>
            <a:r>
              <a:rPr lang="fr-FR" smtClean="0"/>
              <a:t>10-  MON AMOUR EST SI BON TU PEUX ME PARLER</a:t>
            </a:r>
            <a:br>
              <a:rPr lang="fr-FR" smtClean="0"/>
            </a:br>
            <a:r>
              <a:rPr lang="fr-FR" smtClean="0"/>
              <a:t>       My love is so fine You can talk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C’EST EXTRAORDINAIRE COMME 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(He’s mighty good to me)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Put your hands together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BON BON BON BON BON BON….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Good good good good good good good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r>
              <a:rPr lang="fr-FR" smtClean="0"/>
              <a:t>     Highest science, lofty philosophy</a:t>
            </a:r>
          </a:p>
          <a:p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endParaRPr lang="fr-FR" smtClean="0"/>
          </a:p>
          <a:p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r>
              <a:rPr lang="fr-FR" smtClean="0"/>
              <a:t>     Little children, beckon to come receive</a:t>
            </a:r>
          </a:p>
          <a:p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endParaRPr lang="fr-FR" smtClean="0"/>
          </a:p>
          <a:p>
            <a:r>
              <a:rPr lang="fr-FR" smtClean="0"/>
              <a:t>7-  C’EST SI BON DE LE CONNAÎTRE</a:t>
            </a:r>
          </a:p>
          <a:p>
            <a:r>
              <a:rPr lang="fr-FR" smtClean="0"/>
              <a:t>     It’s so good Just to know</a:t>
            </a:r>
            <a:br>
              <a:rPr lang="fr-FR" smtClean="0"/>
            </a:br>
            <a:r>
              <a:rPr lang="fr-FR" smtClean="0"/>
              <a:t>8-  MON AMOUR EST SI BON ET DISPONIBLE</a:t>
            </a:r>
          </a:p>
          <a:p>
            <a:r>
              <a:rPr lang="fr-FR" smtClean="0"/>
              <a:t>     My love is soo good It’s available</a:t>
            </a:r>
            <a:br>
              <a:rPr lang="fr-FR" smtClean="0"/>
            </a:br>
            <a:r>
              <a:rPr lang="fr-FR" smtClean="0"/>
              <a:t>9-  N’ATTENDS PAS TROP LONGTEMPS POUR LE CONNAÎTRE</a:t>
            </a:r>
          </a:p>
          <a:p>
            <a:r>
              <a:rPr lang="fr-FR" smtClean="0"/>
              <a:t>     Won’t you take time To get to know</a:t>
            </a:r>
            <a:br>
              <a:rPr lang="fr-FR" smtClean="0"/>
            </a:br>
            <a:r>
              <a:rPr lang="fr-FR" smtClean="0"/>
              <a:t>10-  MON AMOUR EST SI BON TU PEUX ME PARLER</a:t>
            </a:r>
            <a:br>
              <a:rPr lang="fr-FR" smtClean="0"/>
            </a:br>
            <a:r>
              <a:rPr lang="fr-FR" smtClean="0"/>
              <a:t>       My love is so fine You can talk to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endParaRPr lang="fr-FR" smtClean="0"/>
          </a:p>
          <a:p>
            <a:r>
              <a:rPr lang="fr-FR" smtClean="0"/>
              <a:t>14-  C’EST EXTRAORDINAIRE COMME EN UN INSTANT</a:t>
            </a:r>
          </a:p>
          <a:p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r>
              <a:rPr lang="fr-FR" smtClean="0"/>
              <a:t>       (He’s mighty good to me)</a:t>
            </a:r>
          </a:p>
          <a:p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r>
              <a:rPr lang="fr-FR" smtClean="0"/>
              <a:t>      Put your hands together</a:t>
            </a:r>
          </a:p>
          <a:p>
            <a:endParaRPr lang="fr-FR" smtClean="0"/>
          </a:p>
          <a:p>
            <a:r>
              <a:rPr lang="fr-FR" smtClean="0"/>
              <a:t>21-  BON BON BON BON BON BON….</a:t>
            </a:r>
          </a:p>
          <a:p>
            <a:r>
              <a:rPr lang="fr-FR" smtClean="0"/>
              <a:t>      Good good good good good good good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Highest science, lofty philosophy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Little children, beckon to come receive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C’EST SI BON DE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It’s so good Just to know</a:t>
            </a:r>
            <a:br>
              <a:rPr lang="fr-FR" smtClean="0"/>
            </a:br>
            <a:r>
              <a:rPr lang="fr-FR" smtClean="0"/>
              <a:t>8-  MON AMOUR EST SI BON ET DISPONIBLE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love is soo good It’s available</a:t>
            </a:r>
            <a:br>
              <a:rPr lang="fr-FR" smtClean="0"/>
            </a:br>
            <a:r>
              <a:rPr lang="fr-FR" smtClean="0"/>
              <a:t>9-  N’ATTENDS PAS TROP LONGTEMPS POUR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Won’t you take time To get to know</a:t>
            </a:r>
            <a:br>
              <a:rPr lang="fr-FR" smtClean="0"/>
            </a:br>
            <a:r>
              <a:rPr lang="fr-FR" smtClean="0"/>
              <a:t>10-  MON AMOUR EST SI BON TU PEUX ME PARLER</a:t>
            </a:r>
            <a:br>
              <a:rPr lang="fr-FR" smtClean="0"/>
            </a:br>
            <a:r>
              <a:rPr lang="fr-FR" smtClean="0"/>
              <a:t>       My love is so fine You can talk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C’EST EXTRAORDINAIRE COMME 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(He’s mighty good to me)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Put your hands together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BON BON BON BON BON BON….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Good good good good good good good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r>
              <a:rPr lang="fr-FR" smtClean="0"/>
              <a:t>     Highest science, lofty philosophy</a:t>
            </a:r>
          </a:p>
          <a:p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endParaRPr lang="fr-FR" smtClean="0"/>
          </a:p>
          <a:p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r>
              <a:rPr lang="fr-FR" smtClean="0"/>
              <a:t>     Little children, beckon to come receive</a:t>
            </a:r>
          </a:p>
          <a:p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endParaRPr lang="fr-FR" smtClean="0"/>
          </a:p>
          <a:p>
            <a:r>
              <a:rPr lang="fr-FR" smtClean="0"/>
              <a:t>7-  C’EST SI BON DE LE CONNAÎTRE</a:t>
            </a:r>
          </a:p>
          <a:p>
            <a:r>
              <a:rPr lang="fr-FR" smtClean="0"/>
              <a:t>     It’s so good Just to know</a:t>
            </a:r>
            <a:br>
              <a:rPr lang="fr-FR" smtClean="0"/>
            </a:br>
            <a:r>
              <a:rPr lang="fr-FR" smtClean="0"/>
              <a:t>8-  MON AMOUR EST SI BON ET DISPONIBLE</a:t>
            </a:r>
          </a:p>
          <a:p>
            <a:r>
              <a:rPr lang="fr-FR" smtClean="0"/>
              <a:t>     My love is soo good It’s available</a:t>
            </a:r>
            <a:br>
              <a:rPr lang="fr-FR" smtClean="0"/>
            </a:br>
            <a:r>
              <a:rPr lang="fr-FR" smtClean="0"/>
              <a:t>9-  N’ATTENDS PAS TROP LONGTEMPS POUR LE CONNAÎTRE</a:t>
            </a:r>
          </a:p>
          <a:p>
            <a:r>
              <a:rPr lang="fr-FR" smtClean="0"/>
              <a:t>     Won’t you take time To get to know</a:t>
            </a:r>
            <a:br>
              <a:rPr lang="fr-FR" smtClean="0"/>
            </a:br>
            <a:r>
              <a:rPr lang="fr-FR" smtClean="0"/>
              <a:t>10-  MON AMOUR EST SI BON TU PEUX ME PARLER</a:t>
            </a:r>
            <a:br>
              <a:rPr lang="fr-FR" smtClean="0"/>
            </a:br>
            <a:r>
              <a:rPr lang="fr-FR" smtClean="0"/>
              <a:t>       My love is so fine You can talk to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endParaRPr lang="fr-FR" smtClean="0"/>
          </a:p>
          <a:p>
            <a:r>
              <a:rPr lang="fr-FR" smtClean="0"/>
              <a:t>14-  C’EST EXTRAORDINAIRE COMME EN UN INSTANT</a:t>
            </a:r>
          </a:p>
          <a:p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r>
              <a:rPr lang="fr-FR" smtClean="0"/>
              <a:t>       (He’s mighty good to me)</a:t>
            </a:r>
          </a:p>
          <a:p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r>
              <a:rPr lang="fr-FR" smtClean="0"/>
              <a:t>      Put your hands together</a:t>
            </a:r>
          </a:p>
          <a:p>
            <a:endParaRPr lang="fr-FR" smtClean="0"/>
          </a:p>
          <a:p>
            <a:r>
              <a:rPr lang="fr-FR" smtClean="0"/>
              <a:t>21-  BON BON BON BON BON BON….</a:t>
            </a:r>
          </a:p>
          <a:p>
            <a:r>
              <a:rPr lang="fr-FR" smtClean="0"/>
              <a:t>      Good good good good good good good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Highest science, lofty philosophy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Little children, beckon to come receive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C’EST SI BON DE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It’s so good Just to know</a:t>
            </a:r>
            <a:br>
              <a:rPr lang="fr-FR" smtClean="0"/>
            </a:br>
            <a:r>
              <a:rPr lang="fr-FR" smtClean="0"/>
              <a:t>8-  MON AMOUR EST SI BON ET DISPONIBLE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love is soo good It’s available</a:t>
            </a:r>
            <a:br>
              <a:rPr lang="fr-FR" smtClean="0"/>
            </a:br>
            <a:r>
              <a:rPr lang="fr-FR" smtClean="0"/>
              <a:t>9-  N’ATTENDS PAS TROP LONGTEMPS POUR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Won’t you take time To get to know</a:t>
            </a:r>
            <a:br>
              <a:rPr lang="fr-FR" smtClean="0"/>
            </a:br>
            <a:r>
              <a:rPr lang="fr-FR" smtClean="0"/>
              <a:t>10-  MON AMOUR EST SI BON TU PEUX ME PARLER</a:t>
            </a:r>
            <a:br>
              <a:rPr lang="fr-FR" smtClean="0"/>
            </a:br>
            <a:r>
              <a:rPr lang="fr-FR" smtClean="0"/>
              <a:t>       My love is so fine You can talk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C’EST EXTRAORDINAIRE COMME 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(He’s mighty good to me)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Put your hands together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BON BON BON BON BON BON….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Good good good good good good good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r>
              <a:rPr lang="fr-FR" smtClean="0"/>
              <a:t>     Highest science, lofty philosophy</a:t>
            </a:r>
          </a:p>
          <a:p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endParaRPr lang="fr-FR" smtClean="0"/>
          </a:p>
          <a:p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r>
              <a:rPr lang="fr-FR" smtClean="0"/>
              <a:t>     Little children, beckon to come receive</a:t>
            </a:r>
          </a:p>
          <a:p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endParaRPr lang="fr-FR" smtClean="0"/>
          </a:p>
          <a:p>
            <a:r>
              <a:rPr lang="fr-FR" smtClean="0"/>
              <a:t>7-  C’EST SI BON DE LE CONNAÎTRE</a:t>
            </a:r>
          </a:p>
          <a:p>
            <a:r>
              <a:rPr lang="fr-FR" smtClean="0"/>
              <a:t>     It’s so good Just to know</a:t>
            </a:r>
            <a:br>
              <a:rPr lang="fr-FR" smtClean="0"/>
            </a:br>
            <a:r>
              <a:rPr lang="fr-FR" smtClean="0"/>
              <a:t>8-  MON AMOUR EST SI BON ET DISPONIBLE</a:t>
            </a:r>
          </a:p>
          <a:p>
            <a:r>
              <a:rPr lang="fr-FR" smtClean="0"/>
              <a:t>     My love is soo good It’s available</a:t>
            </a:r>
            <a:br>
              <a:rPr lang="fr-FR" smtClean="0"/>
            </a:br>
            <a:r>
              <a:rPr lang="fr-FR" smtClean="0"/>
              <a:t>9-  N’ATTENDS PAS TROP LONGTEMPS POUR LE CONNAÎTRE</a:t>
            </a:r>
          </a:p>
          <a:p>
            <a:r>
              <a:rPr lang="fr-FR" smtClean="0"/>
              <a:t>     Won’t you take time To get to know</a:t>
            </a:r>
            <a:br>
              <a:rPr lang="fr-FR" smtClean="0"/>
            </a:br>
            <a:r>
              <a:rPr lang="fr-FR" smtClean="0"/>
              <a:t>10-  MON AMOUR EST SI BON TU PEUX ME PARLER</a:t>
            </a:r>
            <a:br>
              <a:rPr lang="fr-FR" smtClean="0"/>
            </a:br>
            <a:r>
              <a:rPr lang="fr-FR" smtClean="0"/>
              <a:t>       My love is so fine You can talk to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endParaRPr lang="fr-FR" smtClean="0"/>
          </a:p>
          <a:p>
            <a:r>
              <a:rPr lang="fr-FR" smtClean="0"/>
              <a:t>14-  C’EST EXTRAORDINAIRE COMME EN UN INSTANT</a:t>
            </a:r>
          </a:p>
          <a:p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r>
              <a:rPr lang="fr-FR" smtClean="0"/>
              <a:t>       (He’s mighty good to me)</a:t>
            </a:r>
          </a:p>
          <a:p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r>
              <a:rPr lang="fr-FR" smtClean="0"/>
              <a:t>      Put your hands together</a:t>
            </a:r>
          </a:p>
          <a:p>
            <a:endParaRPr lang="fr-FR" smtClean="0"/>
          </a:p>
          <a:p>
            <a:r>
              <a:rPr lang="fr-FR" smtClean="0"/>
              <a:t>21-  BON BON BON BON BON BON….</a:t>
            </a:r>
          </a:p>
          <a:p>
            <a:r>
              <a:rPr lang="fr-FR" smtClean="0"/>
              <a:t>      Good good good good good good good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Highest science, lofty philosophy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Little children, beckon to come receive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C’EST SI BON DE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It’s so good Just to know</a:t>
            </a:r>
            <a:br>
              <a:rPr lang="fr-FR" smtClean="0"/>
            </a:br>
            <a:r>
              <a:rPr lang="fr-FR" smtClean="0"/>
              <a:t>8-  MON AMOUR EST SI BON ET DISPONIBLE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love is soo good It’s available</a:t>
            </a:r>
            <a:br>
              <a:rPr lang="fr-FR" smtClean="0"/>
            </a:br>
            <a:r>
              <a:rPr lang="fr-FR" smtClean="0"/>
              <a:t>9-  N’ATTENDS PAS TROP LONGTEMPS POUR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Won’t you take time To get to know</a:t>
            </a:r>
            <a:br>
              <a:rPr lang="fr-FR" smtClean="0"/>
            </a:br>
            <a:r>
              <a:rPr lang="fr-FR" smtClean="0"/>
              <a:t>10-  MON AMOUR EST SI BON TU PEUX ME PARLER</a:t>
            </a:r>
            <a:br>
              <a:rPr lang="fr-FR" smtClean="0"/>
            </a:br>
            <a:r>
              <a:rPr lang="fr-FR" smtClean="0"/>
              <a:t>       My love is so fine You can talk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C’EST EXTRAORDINAIRE COMME 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(He’s mighty good to me)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Put your hands together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BON BON BON BON BON BON….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Good good good good good good good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r>
              <a:rPr lang="fr-FR" smtClean="0"/>
              <a:t>     Highest science, lofty philosophy</a:t>
            </a:r>
          </a:p>
          <a:p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endParaRPr lang="fr-FR" smtClean="0"/>
          </a:p>
          <a:p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r>
              <a:rPr lang="fr-FR" smtClean="0"/>
              <a:t>     Little children, beckon to come receive</a:t>
            </a:r>
          </a:p>
          <a:p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endParaRPr lang="fr-FR" smtClean="0"/>
          </a:p>
          <a:p>
            <a:r>
              <a:rPr lang="fr-FR" smtClean="0"/>
              <a:t>7-  C’EST SI BON DE LE CONNAÎTRE</a:t>
            </a:r>
          </a:p>
          <a:p>
            <a:r>
              <a:rPr lang="fr-FR" smtClean="0"/>
              <a:t>     It’s so good Just to know</a:t>
            </a:r>
            <a:br>
              <a:rPr lang="fr-FR" smtClean="0"/>
            </a:br>
            <a:r>
              <a:rPr lang="fr-FR" smtClean="0"/>
              <a:t>8-  MON AMOUR EST SI BON ET DISPONIBLE</a:t>
            </a:r>
          </a:p>
          <a:p>
            <a:r>
              <a:rPr lang="fr-FR" smtClean="0"/>
              <a:t>     My love is soo good It’s available</a:t>
            </a:r>
            <a:br>
              <a:rPr lang="fr-FR" smtClean="0"/>
            </a:br>
            <a:r>
              <a:rPr lang="fr-FR" smtClean="0"/>
              <a:t>9-  N’ATTENDS PAS TROP LONGTEMPS POUR LE CONNAÎTRE</a:t>
            </a:r>
          </a:p>
          <a:p>
            <a:r>
              <a:rPr lang="fr-FR" smtClean="0"/>
              <a:t>     Won’t you take time To get to know</a:t>
            </a:r>
            <a:br>
              <a:rPr lang="fr-FR" smtClean="0"/>
            </a:br>
            <a:r>
              <a:rPr lang="fr-FR" smtClean="0"/>
              <a:t>10-  MON AMOUR EST SI BON TU PEUX ME PARLER</a:t>
            </a:r>
            <a:br>
              <a:rPr lang="fr-FR" smtClean="0"/>
            </a:br>
            <a:r>
              <a:rPr lang="fr-FR" smtClean="0"/>
              <a:t>       My love is so fine You can talk to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endParaRPr lang="fr-FR" smtClean="0"/>
          </a:p>
          <a:p>
            <a:r>
              <a:rPr lang="fr-FR" smtClean="0"/>
              <a:t>14-  C’EST EXTRAORDINAIRE COMME EN UN INSTANT</a:t>
            </a:r>
          </a:p>
          <a:p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r>
              <a:rPr lang="fr-FR" smtClean="0"/>
              <a:t>       (He’s mighty good to me)</a:t>
            </a:r>
          </a:p>
          <a:p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r>
              <a:rPr lang="fr-FR" smtClean="0"/>
              <a:t>      Put your hands together</a:t>
            </a:r>
          </a:p>
          <a:p>
            <a:endParaRPr lang="fr-FR" smtClean="0"/>
          </a:p>
          <a:p>
            <a:r>
              <a:rPr lang="fr-FR" smtClean="0"/>
              <a:t>21-  BON BON BON BON BON BON….</a:t>
            </a:r>
          </a:p>
          <a:p>
            <a:r>
              <a:rPr lang="fr-FR" smtClean="0"/>
              <a:t>      Good good good good good good good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Highest science, lofty philosophy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Little children, beckon to come receive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C’EST SI BON DE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It’s so good Just to know</a:t>
            </a:r>
            <a:br>
              <a:rPr lang="fr-FR" smtClean="0"/>
            </a:br>
            <a:r>
              <a:rPr lang="fr-FR" smtClean="0"/>
              <a:t>8-  MON AMOUR EST SI BON ET DISPONIBLE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love is soo good It’s available</a:t>
            </a:r>
            <a:br>
              <a:rPr lang="fr-FR" smtClean="0"/>
            </a:br>
            <a:r>
              <a:rPr lang="fr-FR" smtClean="0"/>
              <a:t>9-  N’ATTENDS PAS TROP LONGTEMPS POUR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Won’t you take time To get to know</a:t>
            </a:r>
            <a:br>
              <a:rPr lang="fr-FR" smtClean="0"/>
            </a:br>
            <a:r>
              <a:rPr lang="fr-FR" smtClean="0"/>
              <a:t>10-  MON AMOUR EST SI BON TU PEUX ME PARLER</a:t>
            </a:r>
            <a:br>
              <a:rPr lang="fr-FR" smtClean="0"/>
            </a:br>
            <a:r>
              <a:rPr lang="fr-FR" smtClean="0"/>
              <a:t>       My love is so fine You can talk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C’EST EXTRAORDINAIRE COMME 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(He’s mighty good to me)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Put your hands together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BON BON BON BON BON BON….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Good good good good good good good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r>
              <a:rPr lang="fr-FR" smtClean="0"/>
              <a:t>     Highest science, lofty philosophy</a:t>
            </a:r>
          </a:p>
          <a:p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endParaRPr lang="fr-FR" smtClean="0"/>
          </a:p>
          <a:p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r>
              <a:rPr lang="fr-FR" smtClean="0"/>
              <a:t>     Little children, beckon to come receive</a:t>
            </a:r>
          </a:p>
          <a:p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endParaRPr lang="fr-FR" smtClean="0"/>
          </a:p>
          <a:p>
            <a:r>
              <a:rPr lang="fr-FR" smtClean="0"/>
              <a:t>7-  C’EST SI BON DE LE CONNAÎTRE</a:t>
            </a:r>
          </a:p>
          <a:p>
            <a:r>
              <a:rPr lang="fr-FR" smtClean="0"/>
              <a:t>     It’s so good Just to know</a:t>
            </a:r>
            <a:br>
              <a:rPr lang="fr-FR" smtClean="0"/>
            </a:br>
            <a:r>
              <a:rPr lang="fr-FR" smtClean="0"/>
              <a:t>8-  MON AMOUR EST SI BON ET DISPONIBLE</a:t>
            </a:r>
          </a:p>
          <a:p>
            <a:r>
              <a:rPr lang="fr-FR" smtClean="0"/>
              <a:t>     My love is soo good It’s available</a:t>
            </a:r>
            <a:br>
              <a:rPr lang="fr-FR" smtClean="0"/>
            </a:br>
            <a:r>
              <a:rPr lang="fr-FR" smtClean="0"/>
              <a:t>9-  N’ATTENDS PAS TROP LONGTEMPS POUR LE CONNAÎTRE</a:t>
            </a:r>
          </a:p>
          <a:p>
            <a:r>
              <a:rPr lang="fr-FR" smtClean="0"/>
              <a:t>     Won’t you take time To get to know</a:t>
            </a:r>
            <a:br>
              <a:rPr lang="fr-FR" smtClean="0"/>
            </a:br>
            <a:r>
              <a:rPr lang="fr-FR" smtClean="0"/>
              <a:t>10-  MON AMOUR EST SI BON TU PEUX ME PARLER</a:t>
            </a:r>
            <a:br>
              <a:rPr lang="fr-FR" smtClean="0"/>
            </a:br>
            <a:r>
              <a:rPr lang="fr-FR" smtClean="0"/>
              <a:t>       My love is so fine You can talk to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endParaRPr lang="fr-FR" smtClean="0"/>
          </a:p>
          <a:p>
            <a:r>
              <a:rPr lang="fr-FR" smtClean="0"/>
              <a:t>14-  C’EST EXTRAORDINAIRE COMME EN UN INSTANT</a:t>
            </a:r>
          </a:p>
          <a:p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r>
              <a:rPr lang="fr-FR" smtClean="0"/>
              <a:t>       (He’s mighty good to me)</a:t>
            </a:r>
          </a:p>
          <a:p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r>
              <a:rPr lang="fr-FR" smtClean="0"/>
              <a:t>      Put your hands together</a:t>
            </a:r>
          </a:p>
          <a:p>
            <a:endParaRPr lang="fr-FR" smtClean="0"/>
          </a:p>
          <a:p>
            <a:r>
              <a:rPr lang="fr-FR" smtClean="0"/>
              <a:t>21-  BON BON BON BON BON BON….</a:t>
            </a:r>
          </a:p>
          <a:p>
            <a:r>
              <a:rPr lang="fr-FR" smtClean="0"/>
              <a:t>      Good good good good good good good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Highest science, lofty philosophy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Little children, beckon to come receive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C’EST SI BON DE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It’s so good Just to know</a:t>
            </a:r>
            <a:br>
              <a:rPr lang="fr-FR" smtClean="0"/>
            </a:br>
            <a:r>
              <a:rPr lang="fr-FR" smtClean="0"/>
              <a:t>8-  MON AMOUR EST SI BON ET DISPONIBLE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love is soo good It’s available</a:t>
            </a:r>
            <a:br>
              <a:rPr lang="fr-FR" smtClean="0"/>
            </a:br>
            <a:r>
              <a:rPr lang="fr-FR" smtClean="0"/>
              <a:t>9-  N’ATTENDS PAS TROP LONGTEMPS POUR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Won’t you take time To get to know</a:t>
            </a:r>
            <a:br>
              <a:rPr lang="fr-FR" smtClean="0"/>
            </a:br>
            <a:r>
              <a:rPr lang="fr-FR" smtClean="0"/>
              <a:t>10-  MON AMOUR EST SI BON TU PEUX ME PARLER</a:t>
            </a:r>
            <a:br>
              <a:rPr lang="fr-FR" smtClean="0"/>
            </a:br>
            <a:r>
              <a:rPr lang="fr-FR" smtClean="0"/>
              <a:t>       My love is so fine You can talk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C’EST EXTRAORDINAIRE COMME 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(He’s mighty good to me)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Put your hands together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BON BON BON BON BON BON….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Good good good good good good good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r>
              <a:rPr lang="fr-FR" smtClean="0"/>
              <a:t>     Highest science, lofty philosophy</a:t>
            </a:r>
          </a:p>
          <a:p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endParaRPr lang="fr-FR" smtClean="0"/>
          </a:p>
          <a:p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r>
              <a:rPr lang="fr-FR" smtClean="0"/>
              <a:t>     Little children, beckon to come receive</a:t>
            </a:r>
          </a:p>
          <a:p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endParaRPr lang="fr-FR" smtClean="0"/>
          </a:p>
          <a:p>
            <a:r>
              <a:rPr lang="fr-FR" smtClean="0"/>
              <a:t>7-  C’EST SI BON DE LE CONNAÎTRE</a:t>
            </a:r>
          </a:p>
          <a:p>
            <a:r>
              <a:rPr lang="fr-FR" smtClean="0"/>
              <a:t>     It’s so good Just to know</a:t>
            </a:r>
            <a:br>
              <a:rPr lang="fr-FR" smtClean="0"/>
            </a:br>
            <a:r>
              <a:rPr lang="fr-FR" smtClean="0"/>
              <a:t>8-  MON AMOUR EST SI BON ET DISPONIBLE</a:t>
            </a:r>
          </a:p>
          <a:p>
            <a:r>
              <a:rPr lang="fr-FR" smtClean="0"/>
              <a:t>     My love is soo good It’s available</a:t>
            </a:r>
            <a:br>
              <a:rPr lang="fr-FR" smtClean="0"/>
            </a:br>
            <a:r>
              <a:rPr lang="fr-FR" smtClean="0"/>
              <a:t>9-  N’ATTENDS PAS TROP LONGTEMPS POUR LE CONNAÎTRE</a:t>
            </a:r>
          </a:p>
          <a:p>
            <a:r>
              <a:rPr lang="fr-FR" smtClean="0"/>
              <a:t>     Won’t you take time To get to know</a:t>
            </a:r>
            <a:br>
              <a:rPr lang="fr-FR" smtClean="0"/>
            </a:br>
            <a:r>
              <a:rPr lang="fr-FR" smtClean="0"/>
              <a:t>10-  MON AMOUR EST SI BON TU PEUX ME PARLER</a:t>
            </a:r>
            <a:br>
              <a:rPr lang="fr-FR" smtClean="0"/>
            </a:br>
            <a:r>
              <a:rPr lang="fr-FR" smtClean="0"/>
              <a:t>       My love is so fine You can talk to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endParaRPr lang="fr-FR" smtClean="0"/>
          </a:p>
          <a:p>
            <a:r>
              <a:rPr lang="fr-FR" smtClean="0"/>
              <a:t>14-  C’EST EXTRAORDINAIRE COMME EN UN INSTANT</a:t>
            </a:r>
          </a:p>
          <a:p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r>
              <a:rPr lang="fr-FR" smtClean="0"/>
              <a:t>       (He’s mighty good to me)</a:t>
            </a:r>
          </a:p>
          <a:p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r>
              <a:rPr lang="fr-FR" smtClean="0"/>
              <a:t>      Put your hands together</a:t>
            </a:r>
          </a:p>
          <a:p>
            <a:endParaRPr lang="fr-FR" smtClean="0"/>
          </a:p>
          <a:p>
            <a:r>
              <a:rPr lang="fr-FR" smtClean="0"/>
              <a:t>21-  BON BON BON BON BON BON….</a:t>
            </a:r>
          </a:p>
          <a:p>
            <a:r>
              <a:rPr lang="fr-FR" smtClean="0"/>
              <a:t>      Good good good good good good good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Highest science, lofty philosophy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Little children, beckon to come receive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C’EST SI BON DE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It’s so good Just to know</a:t>
            </a:r>
            <a:br>
              <a:rPr lang="fr-FR" smtClean="0"/>
            </a:br>
            <a:r>
              <a:rPr lang="fr-FR" smtClean="0"/>
              <a:t>8-  MON AMOUR EST SI BON ET DISPONIBLE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love is soo good It’s available</a:t>
            </a:r>
            <a:br>
              <a:rPr lang="fr-FR" smtClean="0"/>
            </a:br>
            <a:r>
              <a:rPr lang="fr-FR" smtClean="0"/>
              <a:t>9-  N’ATTENDS PAS TROP LONGTEMPS POUR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Won’t you take time To get to know</a:t>
            </a:r>
            <a:br>
              <a:rPr lang="fr-FR" smtClean="0"/>
            </a:br>
            <a:r>
              <a:rPr lang="fr-FR" smtClean="0"/>
              <a:t>10-  MON AMOUR EST SI BON TU PEUX ME PARLER</a:t>
            </a:r>
            <a:br>
              <a:rPr lang="fr-FR" smtClean="0"/>
            </a:br>
            <a:r>
              <a:rPr lang="fr-FR" smtClean="0"/>
              <a:t>       My love is so fine You can talk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C’EST EXTRAORDINAIRE COMME 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(He’s mighty good to me)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Put your hands together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BON BON BON BON BON BON….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Good good good good good good good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r>
              <a:rPr lang="fr-FR" smtClean="0"/>
              <a:t>     Highest science, lofty philosophy</a:t>
            </a:r>
          </a:p>
          <a:p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endParaRPr lang="fr-FR" smtClean="0"/>
          </a:p>
          <a:p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r>
              <a:rPr lang="fr-FR" smtClean="0"/>
              <a:t>     Little children, beckon to come receive</a:t>
            </a:r>
          </a:p>
          <a:p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endParaRPr lang="fr-FR" smtClean="0"/>
          </a:p>
          <a:p>
            <a:r>
              <a:rPr lang="fr-FR" smtClean="0"/>
              <a:t>7-  C’EST SI BON DE LE CONNAÎTRE</a:t>
            </a:r>
          </a:p>
          <a:p>
            <a:r>
              <a:rPr lang="fr-FR" smtClean="0"/>
              <a:t>     It’s so good Just to know</a:t>
            </a:r>
            <a:br>
              <a:rPr lang="fr-FR" smtClean="0"/>
            </a:br>
            <a:r>
              <a:rPr lang="fr-FR" smtClean="0"/>
              <a:t>8-  MON AMOUR EST SI BON ET DISPONIBLE</a:t>
            </a:r>
          </a:p>
          <a:p>
            <a:r>
              <a:rPr lang="fr-FR" smtClean="0"/>
              <a:t>     My love is soo good It’s available</a:t>
            </a:r>
            <a:br>
              <a:rPr lang="fr-FR" smtClean="0"/>
            </a:br>
            <a:r>
              <a:rPr lang="fr-FR" smtClean="0"/>
              <a:t>9-  N’ATTENDS PAS TROP LONGTEMPS POUR LE CONNAÎTRE</a:t>
            </a:r>
          </a:p>
          <a:p>
            <a:r>
              <a:rPr lang="fr-FR" smtClean="0"/>
              <a:t>     Won’t you take time To get to know</a:t>
            </a:r>
            <a:br>
              <a:rPr lang="fr-FR" smtClean="0"/>
            </a:br>
            <a:r>
              <a:rPr lang="fr-FR" smtClean="0"/>
              <a:t>10-  MON AMOUR EST SI BON TU PEUX ME PARLER</a:t>
            </a:r>
            <a:br>
              <a:rPr lang="fr-FR" smtClean="0"/>
            </a:br>
            <a:r>
              <a:rPr lang="fr-FR" smtClean="0"/>
              <a:t>       My love is so fine You can talk to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endParaRPr lang="fr-FR" smtClean="0"/>
          </a:p>
          <a:p>
            <a:r>
              <a:rPr lang="fr-FR" smtClean="0"/>
              <a:t>14-  C’EST EXTRAORDINAIRE COMME EN UN INSTANT</a:t>
            </a:r>
          </a:p>
          <a:p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r>
              <a:rPr lang="fr-FR" smtClean="0"/>
              <a:t>       (He’s mighty good to me)</a:t>
            </a:r>
          </a:p>
          <a:p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r>
              <a:rPr lang="fr-FR" smtClean="0"/>
              <a:t>      Put your hands together</a:t>
            </a:r>
          </a:p>
          <a:p>
            <a:endParaRPr lang="fr-FR" smtClean="0"/>
          </a:p>
          <a:p>
            <a:r>
              <a:rPr lang="fr-FR" smtClean="0"/>
              <a:t>21-  BON BON BON BON BON BON….</a:t>
            </a:r>
          </a:p>
          <a:p>
            <a:r>
              <a:rPr lang="fr-FR" smtClean="0"/>
              <a:t>      Good good good good good good good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Highest science, lofty philosophy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Little children, beckon to come receive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C’EST SI BON DE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It’s so good Just to know</a:t>
            </a:r>
            <a:br>
              <a:rPr lang="fr-FR" smtClean="0"/>
            </a:br>
            <a:r>
              <a:rPr lang="fr-FR" smtClean="0"/>
              <a:t>8-  MON AMOUR EST SI BON ET DISPONIBLE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love is soo good It’s available</a:t>
            </a:r>
            <a:br>
              <a:rPr lang="fr-FR" smtClean="0"/>
            </a:br>
            <a:r>
              <a:rPr lang="fr-FR" smtClean="0"/>
              <a:t>9-  N’ATTENDS PAS TROP LONGTEMPS POUR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Won’t you take time To get to know</a:t>
            </a:r>
            <a:br>
              <a:rPr lang="fr-FR" smtClean="0"/>
            </a:br>
            <a:r>
              <a:rPr lang="fr-FR" smtClean="0"/>
              <a:t>10-  MON AMOUR EST SI BON TU PEUX ME PARLER</a:t>
            </a:r>
            <a:br>
              <a:rPr lang="fr-FR" smtClean="0"/>
            </a:br>
            <a:r>
              <a:rPr lang="fr-FR" smtClean="0"/>
              <a:t>       My love is so fine You can talk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C’EST EXTRAORDINAIRE COMME 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(He’s mighty good to me)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Put your hands together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BON BON BON BON BON BON….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Good good good good good good good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r>
              <a:rPr lang="fr-FR" smtClean="0"/>
              <a:t>     Highest science, lofty philosophy</a:t>
            </a:r>
          </a:p>
          <a:p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endParaRPr lang="fr-FR" smtClean="0"/>
          </a:p>
          <a:p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r>
              <a:rPr lang="fr-FR" smtClean="0"/>
              <a:t>     Little children, beckon to come receive</a:t>
            </a:r>
          </a:p>
          <a:p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endParaRPr lang="fr-FR" smtClean="0"/>
          </a:p>
          <a:p>
            <a:r>
              <a:rPr lang="fr-FR" smtClean="0"/>
              <a:t>7-  C’EST SI BON DE LE CONNAÎTRE</a:t>
            </a:r>
          </a:p>
          <a:p>
            <a:r>
              <a:rPr lang="fr-FR" smtClean="0"/>
              <a:t>     It’s so good Just to know</a:t>
            </a:r>
            <a:br>
              <a:rPr lang="fr-FR" smtClean="0"/>
            </a:br>
            <a:r>
              <a:rPr lang="fr-FR" smtClean="0"/>
              <a:t>8-  MON AMOUR EST SI BON ET DISPONIBLE</a:t>
            </a:r>
          </a:p>
          <a:p>
            <a:r>
              <a:rPr lang="fr-FR" smtClean="0"/>
              <a:t>     My love is soo good It’s available</a:t>
            </a:r>
            <a:br>
              <a:rPr lang="fr-FR" smtClean="0"/>
            </a:br>
            <a:r>
              <a:rPr lang="fr-FR" smtClean="0"/>
              <a:t>9-  N’ATTENDS PAS TROP LONGTEMPS POUR LE CONNAÎTRE</a:t>
            </a:r>
          </a:p>
          <a:p>
            <a:r>
              <a:rPr lang="fr-FR" smtClean="0"/>
              <a:t>     Won’t you take time To get to know</a:t>
            </a:r>
            <a:br>
              <a:rPr lang="fr-FR" smtClean="0"/>
            </a:br>
            <a:r>
              <a:rPr lang="fr-FR" smtClean="0"/>
              <a:t>10-  MON AMOUR EST SI BON TU PEUX ME PARLER</a:t>
            </a:r>
            <a:br>
              <a:rPr lang="fr-FR" smtClean="0"/>
            </a:br>
            <a:r>
              <a:rPr lang="fr-FR" smtClean="0"/>
              <a:t>       My love is so fine You can talk to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endParaRPr lang="fr-FR" smtClean="0"/>
          </a:p>
          <a:p>
            <a:r>
              <a:rPr lang="fr-FR" smtClean="0"/>
              <a:t>14-  C’EST EXTRAORDINAIRE COMME EN UN INSTANT</a:t>
            </a:r>
          </a:p>
          <a:p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r>
              <a:rPr lang="fr-FR" smtClean="0"/>
              <a:t>       (He’s mighty good to me)</a:t>
            </a:r>
          </a:p>
          <a:p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r>
              <a:rPr lang="fr-FR" smtClean="0"/>
              <a:t>      Put your hands together</a:t>
            </a:r>
          </a:p>
          <a:p>
            <a:endParaRPr lang="fr-FR" smtClean="0"/>
          </a:p>
          <a:p>
            <a:r>
              <a:rPr lang="fr-FR" smtClean="0"/>
              <a:t>21-  BON BON BON BON BON BON….</a:t>
            </a:r>
          </a:p>
          <a:p>
            <a:r>
              <a:rPr lang="fr-FR" smtClean="0"/>
              <a:t>      Good good good good good good good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Highest science, lofty philosophy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Little children, beckon to come receive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C’EST SI BON DE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It’s so good Just to know</a:t>
            </a:r>
            <a:br>
              <a:rPr lang="fr-FR" smtClean="0"/>
            </a:br>
            <a:r>
              <a:rPr lang="fr-FR" smtClean="0"/>
              <a:t>8-  MON AMOUR EST SI BON ET DISPONIBLE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love is soo good It’s available</a:t>
            </a:r>
            <a:br>
              <a:rPr lang="fr-FR" smtClean="0"/>
            </a:br>
            <a:r>
              <a:rPr lang="fr-FR" smtClean="0"/>
              <a:t>9-  N’ATTENDS PAS TROP LONGTEMPS POUR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Won’t you take time To get to know</a:t>
            </a:r>
            <a:br>
              <a:rPr lang="fr-FR" smtClean="0"/>
            </a:br>
            <a:r>
              <a:rPr lang="fr-FR" smtClean="0"/>
              <a:t>10-  MON AMOUR EST SI BON TU PEUX ME PARLER</a:t>
            </a:r>
            <a:br>
              <a:rPr lang="fr-FR" smtClean="0"/>
            </a:br>
            <a:r>
              <a:rPr lang="fr-FR" smtClean="0"/>
              <a:t>       My love is so fine You can talk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C’EST EXTRAORDINAIRE COMME 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(He’s mighty good to me)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Put your hands together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BON BON BON BON BON BON….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Good good good good good good good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r>
              <a:rPr lang="fr-FR" smtClean="0"/>
              <a:t>     Highest science, lofty philosophy</a:t>
            </a:r>
          </a:p>
          <a:p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endParaRPr lang="fr-FR" smtClean="0"/>
          </a:p>
          <a:p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r>
              <a:rPr lang="fr-FR" smtClean="0"/>
              <a:t>     Little children, beckon to come receive</a:t>
            </a:r>
          </a:p>
          <a:p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endParaRPr lang="fr-FR" smtClean="0"/>
          </a:p>
          <a:p>
            <a:r>
              <a:rPr lang="fr-FR" smtClean="0"/>
              <a:t>7-  C’EST SI BON DE LE CONNAÎTRE</a:t>
            </a:r>
          </a:p>
          <a:p>
            <a:r>
              <a:rPr lang="fr-FR" smtClean="0"/>
              <a:t>     It’s so good Just to know</a:t>
            </a:r>
            <a:br>
              <a:rPr lang="fr-FR" smtClean="0"/>
            </a:br>
            <a:r>
              <a:rPr lang="fr-FR" smtClean="0"/>
              <a:t>8-  MON AMOUR EST SI BON ET DISPONIBLE</a:t>
            </a:r>
          </a:p>
          <a:p>
            <a:r>
              <a:rPr lang="fr-FR" smtClean="0"/>
              <a:t>     My love is soo good It’s available</a:t>
            </a:r>
            <a:br>
              <a:rPr lang="fr-FR" smtClean="0"/>
            </a:br>
            <a:r>
              <a:rPr lang="fr-FR" smtClean="0"/>
              <a:t>9-  N’ATTENDS PAS TROP LONGTEMPS POUR LE CONNAÎTRE</a:t>
            </a:r>
          </a:p>
          <a:p>
            <a:r>
              <a:rPr lang="fr-FR" smtClean="0"/>
              <a:t>     Won’t you take time To get to know</a:t>
            </a:r>
            <a:br>
              <a:rPr lang="fr-FR" smtClean="0"/>
            </a:br>
            <a:r>
              <a:rPr lang="fr-FR" smtClean="0"/>
              <a:t>10-  MON AMOUR EST SI BON TU PEUX ME PARLER</a:t>
            </a:r>
            <a:br>
              <a:rPr lang="fr-FR" smtClean="0"/>
            </a:br>
            <a:r>
              <a:rPr lang="fr-FR" smtClean="0"/>
              <a:t>       My love is so fine You can talk to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endParaRPr lang="fr-FR" smtClean="0"/>
          </a:p>
          <a:p>
            <a:r>
              <a:rPr lang="fr-FR" smtClean="0"/>
              <a:t>14-  C’EST EXTRAORDINAIRE COMME EN UN INSTANT</a:t>
            </a:r>
          </a:p>
          <a:p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r>
              <a:rPr lang="fr-FR" smtClean="0"/>
              <a:t>       (He’s mighty good to me)</a:t>
            </a:r>
          </a:p>
          <a:p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r>
              <a:rPr lang="fr-FR" smtClean="0"/>
              <a:t>      Put your hands together</a:t>
            </a:r>
          </a:p>
          <a:p>
            <a:endParaRPr lang="fr-FR" smtClean="0"/>
          </a:p>
          <a:p>
            <a:r>
              <a:rPr lang="fr-FR" smtClean="0"/>
              <a:t>21-  BON BON BON BON BON BON….</a:t>
            </a:r>
          </a:p>
          <a:p>
            <a:r>
              <a:rPr lang="fr-FR" smtClean="0"/>
              <a:t>      Good good good good good good good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Highest science, lofty philosophy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Little children, beckon to come receive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C’EST SI BON DE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It’s so good Just to know</a:t>
            </a:r>
            <a:br>
              <a:rPr lang="fr-FR" smtClean="0"/>
            </a:br>
            <a:r>
              <a:rPr lang="fr-FR" smtClean="0"/>
              <a:t>8-  MON AMOUR EST SI BON ET DISPONIBLE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love is soo good It’s available</a:t>
            </a:r>
            <a:br>
              <a:rPr lang="fr-FR" smtClean="0"/>
            </a:br>
            <a:r>
              <a:rPr lang="fr-FR" smtClean="0"/>
              <a:t>9-  N’ATTENDS PAS TROP LONGTEMPS POUR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Won’t you take time To get to know</a:t>
            </a:r>
            <a:br>
              <a:rPr lang="fr-FR" smtClean="0"/>
            </a:br>
            <a:r>
              <a:rPr lang="fr-FR" smtClean="0"/>
              <a:t>10-  MON AMOUR EST SI BON TU PEUX ME PARLER</a:t>
            </a:r>
            <a:br>
              <a:rPr lang="fr-FR" smtClean="0"/>
            </a:br>
            <a:r>
              <a:rPr lang="fr-FR" smtClean="0"/>
              <a:t>       My love is so fine You can talk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C’EST EXTRAORDINAIRE COMME 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(He’s mighty good to me)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Put your hands together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BON BON BON BON BON BON….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Good good good good good good good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r>
              <a:rPr lang="fr-FR" smtClean="0"/>
              <a:t>     Highest science, lofty philosophy</a:t>
            </a:r>
          </a:p>
          <a:p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endParaRPr lang="fr-FR" smtClean="0"/>
          </a:p>
          <a:p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r>
              <a:rPr lang="fr-FR" smtClean="0"/>
              <a:t>     Little children, beckon to come receive</a:t>
            </a:r>
          </a:p>
          <a:p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endParaRPr lang="fr-FR" smtClean="0"/>
          </a:p>
          <a:p>
            <a:r>
              <a:rPr lang="fr-FR" smtClean="0"/>
              <a:t>7-  C’EST SI BON DE LE CONNAÎTRE</a:t>
            </a:r>
          </a:p>
          <a:p>
            <a:r>
              <a:rPr lang="fr-FR" smtClean="0"/>
              <a:t>     It’s so good Just to know</a:t>
            </a:r>
            <a:br>
              <a:rPr lang="fr-FR" smtClean="0"/>
            </a:br>
            <a:r>
              <a:rPr lang="fr-FR" smtClean="0"/>
              <a:t>8-  MON AMOUR EST SI BON ET DISPONIBLE</a:t>
            </a:r>
          </a:p>
          <a:p>
            <a:r>
              <a:rPr lang="fr-FR" smtClean="0"/>
              <a:t>     My love is soo good It’s available</a:t>
            </a:r>
            <a:br>
              <a:rPr lang="fr-FR" smtClean="0"/>
            </a:br>
            <a:r>
              <a:rPr lang="fr-FR" smtClean="0"/>
              <a:t>9-  N’ATTENDS PAS TROP LONGTEMPS POUR LE CONNAÎTRE</a:t>
            </a:r>
          </a:p>
          <a:p>
            <a:r>
              <a:rPr lang="fr-FR" smtClean="0"/>
              <a:t>     Won’t you take time To get to know</a:t>
            </a:r>
            <a:br>
              <a:rPr lang="fr-FR" smtClean="0"/>
            </a:br>
            <a:r>
              <a:rPr lang="fr-FR" smtClean="0"/>
              <a:t>10-  MON AMOUR EST SI BON TU PEUX ME PARLER</a:t>
            </a:r>
            <a:br>
              <a:rPr lang="fr-FR" smtClean="0"/>
            </a:br>
            <a:r>
              <a:rPr lang="fr-FR" smtClean="0"/>
              <a:t>       My love is so fine You can talk to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endParaRPr lang="fr-FR" smtClean="0"/>
          </a:p>
          <a:p>
            <a:r>
              <a:rPr lang="fr-FR" smtClean="0"/>
              <a:t>14-  C’EST EXTRAORDINAIRE COMME EN UN INSTANT</a:t>
            </a:r>
          </a:p>
          <a:p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r>
              <a:rPr lang="fr-FR" smtClean="0"/>
              <a:t>       (He’s mighty good to me)</a:t>
            </a:r>
          </a:p>
          <a:p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r>
              <a:rPr lang="fr-FR" smtClean="0"/>
              <a:t>      Put your hands together</a:t>
            </a:r>
          </a:p>
          <a:p>
            <a:endParaRPr lang="fr-FR" smtClean="0"/>
          </a:p>
          <a:p>
            <a:r>
              <a:rPr lang="fr-FR" smtClean="0"/>
              <a:t>21-  BON BON BON BON BON BON….</a:t>
            </a:r>
          </a:p>
          <a:p>
            <a:r>
              <a:rPr lang="fr-FR" smtClean="0"/>
              <a:t>      Good good good good good good good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Highest science, lofty philosophy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Little children, beckon to come receive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C’EST SI BON DE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It’s so good Just to know</a:t>
            </a:r>
            <a:br>
              <a:rPr lang="fr-FR" smtClean="0"/>
            </a:br>
            <a:r>
              <a:rPr lang="fr-FR" smtClean="0"/>
              <a:t>8-  MON AMOUR EST SI BON ET DISPONIBLE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love is soo good It’s available</a:t>
            </a:r>
            <a:br>
              <a:rPr lang="fr-FR" smtClean="0"/>
            </a:br>
            <a:r>
              <a:rPr lang="fr-FR" smtClean="0"/>
              <a:t>9-  N’ATTENDS PAS TROP LONGTEMPS POUR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Won’t you take time To get to know</a:t>
            </a:r>
            <a:br>
              <a:rPr lang="fr-FR" smtClean="0"/>
            </a:br>
            <a:r>
              <a:rPr lang="fr-FR" smtClean="0"/>
              <a:t>10-  MON AMOUR EST SI BON TU PEUX ME PARLER</a:t>
            </a:r>
            <a:br>
              <a:rPr lang="fr-FR" smtClean="0"/>
            </a:br>
            <a:r>
              <a:rPr lang="fr-FR" smtClean="0"/>
              <a:t>       My love is so fine You can talk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C’EST EXTRAORDINAIRE COMME 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(He’s mighty good to me)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Put your hands together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BON BON BON BON BON BON….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Good good good good good good good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r>
              <a:rPr lang="fr-FR" smtClean="0"/>
              <a:t>     Highest science, lofty philosophy</a:t>
            </a:r>
          </a:p>
          <a:p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endParaRPr lang="fr-FR" smtClean="0"/>
          </a:p>
          <a:p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r>
              <a:rPr lang="fr-FR" smtClean="0"/>
              <a:t>     Little children, beckon to come receive</a:t>
            </a:r>
          </a:p>
          <a:p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endParaRPr lang="fr-FR" smtClean="0"/>
          </a:p>
          <a:p>
            <a:r>
              <a:rPr lang="fr-FR" smtClean="0"/>
              <a:t>7-  C’EST SI BON DE LE CONNAÎTRE</a:t>
            </a:r>
          </a:p>
          <a:p>
            <a:r>
              <a:rPr lang="fr-FR" smtClean="0"/>
              <a:t>     It’s so good Just to know</a:t>
            </a:r>
            <a:br>
              <a:rPr lang="fr-FR" smtClean="0"/>
            </a:br>
            <a:r>
              <a:rPr lang="fr-FR" smtClean="0"/>
              <a:t>8-  MON AMOUR EST SI BON ET DISPONIBLE</a:t>
            </a:r>
          </a:p>
          <a:p>
            <a:r>
              <a:rPr lang="fr-FR" smtClean="0"/>
              <a:t>     My love is soo good It’s available</a:t>
            </a:r>
            <a:br>
              <a:rPr lang="fr-FR" smtClean="0"/>
            </a:br>
            <a:r>
              <a:rPr lang="fr-FR" smtClean="0"/>
              <a:t>9-  N’ATTENDS PAS TROP LONGTEMPS POUR LE CONNAÎTRE</a:t>
            </a:r>
          </a:p>
          <a:p>
            <a:r>
              <a:rPr lang="fr-FR" smtClean="0"/>
              <a:t>     Won’t you take time To get to know</a:t>
            </a:r>
            <a:br>
              <a:rPr lang="fr-FR" smtClean="0"/>
            </a:br>
            <a:r>
              <a:rPr lang="fr-FR" smtClean="0"/>
              <a:t>10-  MON AMOUR EST SI BON TU PEUX ME PARLER</a:t>
            </a:r>
            <a:br>
              <a:rPr lang="fr-FR" smtClean="0"/>
            </a:br>
            <a:r>
              <a:rPr lang="fr-FR" smtClean="0"/>
              <a:t>       My love is so fine You can talk to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endParaRPr lang="fr-FR" smtClean="0"/>
          </a:p>
          <a:p>
            <a:r>
              <a:rPr lang="fr-FR" smtClean="0"/>
              <a:t>14-  C’EST EXTRAORDINAIRE COMME EN UN INSTANT</a:t>
            </a:r>
          </a:p>
          <a:p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r>
              <a:rPr lang="fr-FR" smtClean="0"/>
              <a:t>       (He’s mighty good to me)</a:t>
            </a:r>
          </a:p>
          <a:p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r>
              <a:rPr lang="fr-FR" smtClean="0"/>
              <a:t>      Put your hands together</a:t>
            </a:r>
          </a:p>
          <a:p>
            <a:endParaRPr lang="fr-FR" smtClean="0"/>
          </a:p>
          <a:p>
            <a:r>
              <a:rPr lang="fr-FR" smtClean="0"/>
              <a:t>21-  BON BON BON BON BON BON….</a:t>
            </a:r>
          </a:p>
          <a:p>
            <a:r>
              <a:rPr lang="fr-FR" smtClean="0"/>
              <a:t>      Good good good good good good good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Highest science, lofty philosophy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Little children, beckon to come receive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C’EST SI BON DE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It’s so good Just to know</a:t>
            </a:r>
            <a:br>
              <a:rPr lang="fr-FR" smtClean="0"/>
            </a:br>
            <a:r>
              <a:rPr lang="fr-FR" smtClean="0"/>
              <a:t>8-  MON AMOUR EST SI BON ET DISPONIBLE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love is soo good It’s available</a:t>
            </a:r>
            <a:br>
              <a:rPr lang="fr-FR" smtClean="0"/>
            </a:br>
            <a:r>
              <a:rPr lang="fr-FR" smtClean="0"/>
              <a:t>9-  N’ATTENDS PAS TROP LONGTEMPS POUR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Won’t you take time To get to know</a:t>
            </a:r>
            <a:br>
              <a:rPr lang="fr-FR" smtClean="0"/>
            </a:br>
            <a:r>
              <a:rPr lang="fr-FR" smtClean="0"/>
              <a:t>10-  MON AMOUR EST SI BON TU PEUX ME PARLER</a:t>
            </a:r>
            <a:br>
              <a:rPr lang="fr-FR" smtClean="0"/>
            </a:br>
            <a:r>
              <a:rPr lang="fr-FR" smtClean="0"/>
              <a:t>       My love is so fine You can talk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C’EST EXTRAORDINAIRE COMME 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(He’s mighty good to me)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Put your hands together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BON BON BON BON BON BON….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Good good good good good good good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r>
              <a:rPr lang="fr-FR" smtClean="0"/>
              <a:t>     Highest science, lofty philosophy</a:t>
            </a:r>
          </a:p>
          <a:p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endParaRPr lang="fr-FR" smtClean="0"/>
          </a:p>
          <a:p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r>
              <a:rPr lang="fr-FR" smtClean="0"/>
              <a:t>     Little children, beckon to come receive</a:t>
            </a:r>
          </a:p>
          <a:p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endParaRPr lang="fr-FR" smtClean="0"/>
          </a:p>
          <a:p>
            <a:r>
              <a:rPr lang="fr-FR" smtClean="0"/>
              <a:t>7-  C’EST SI BON DE LE CONNAÎTRE</a:t>
            </a:r>
          </a:p>
          <a:p>
            <a:r>
              <a:rPr lang="fr-FR" smtClean="0"/>
              <a:t>     It’s so good Just to know</a:t>
            </a:r>
            <a:br>
              <a:rPr lang="fr-FR" smtClean="0"/>
            </a:br>
            <a:r>
              <a:rPr lang="fr-FR" smtClean="0"/>
              <a:t>8-  MON AMOUR EST SI BON ET DISPONIBLE</a:t>
            </a:r>
          </a:p>
          <a:p>
            <a:r>
              <a:rPr lang="fr-FR" smtClean="0"/>
              <a:t>     My love is soo good It’s available</a:t>
            </a:r>
            <a:br>
              <a:rPr lang="fr-FR" smtClean="0"/>
            </a:br>
            <a:r>
              <a:rPr lang="fr-FR" smtClean="0"/>
              <a:t>9-  N’ATTENDS PAS TROP LONGTEMPS POUR LE CONNAÎTRE</a:t>
            </a:r>
          </a:p>
          <a:p>
            <a:r>
              <a:rPr lang="fr-FR" smtClean="0"/>
              <a:t>     Won’t you take time To get to know</a:t>
            </a:r>
            <a:br>
              <a:rPr lang="fr-FR" smtClean="0"/>
            </a:br>
            <a:r>
              <a:rPr lang="fr-FR" smtClean="0"/>
              <a:t>10-  MON AMOUR EST SI BON TU PEUX ME PARLER</a:t>
            </a:r>
            <a:br>
              <a:rPr lang="fr-FR" smtClean="0"/>
            </a:br>
            <a:r>
              <a:rPr lang="fr-FR" smtClean="0"/>
              <a:t>       My love is so fine You can talk to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endParaRPr lang="fr-FR" smtClean="0"/>
          </a:p>
          <a:p>
            <a:r>
              <a:rPr lang="fr-FR" smtClean="0"/>
              <a:t>14-  C’EST EXTRAORDINAIRE COMME EN UN INSTANT</a:t>
            </a:r>
          </a:p>
          <a:p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r>
              <a:rPr lang="fr-FR" smtClean="0"/>
              <a:t>       (He’s mighty good to me)</a:t>
            </a:r>
          </a:p>
          <a:p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r>
              <a:rPr lang="fr-FR" smtClean="0"/>
              <a:t>      Put your hands together</a:t>
            </a:r>
          </a:p>
          <a:p>
            <a:endParaRPr lang="fr-FR" smtClean="0"/>
          </a:p>
          <a:p>
            <a:r>
              <a:rPr lang="fr-FR" smtClean="0"/>
              <a:t>21-  BON BON BON BON BON BON….</a:t>
            </a:r>
          </a:p>
          <a:p>
            <a:r>
              <a:rPr lang="fr-FR" smtClean="0"/>
              <a:t>      Good good good good good good good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Highest science, lofty philosophy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Little children, beckon to come receive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C’EST SI BON DE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It’s so good Just to know</a:t>
            </a:r>
            <a:br>
              <a:rPr lang="fr-FR" smtClean="0"/>
            </a:br>
            <a:r>
              <a:rPr lang="fr-FR" smtClean="0"/>
              <a:t>8-  MON AMOUR EST SI BON ET DISPONIBLE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love is soo good It’s available</a:t>
            </a:r>
            <a:br>
              <a:rPr lang="fr-FR" smtClean="0"/>
            </a:br>
            <a:r>
              <a:rPr lang="fr-FR" smtClean="0"/>
              <a:t>9-  N’ATTENDS PAS TROP LONGTEMPS POUR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Won’t you take time To get to know</a:t>
            </a:r>
            <a:br>
              <a:rPr lang="fr-FR" smtClean="0"/>
            </a:br>
            <a:r>
              <a:rPr lang="fr-FR" smtClean="0"/>
              <a:t>10-  MON AMOUR EST SI BON TU PEUX ME PARLER</a:t>
            </a:r>
            <a:br>
              <a:rPr lang="fr-FR" smtClean="0"/>
            </a:br>
            <a:r>
              <a:rPr lang="fr-FR" smtClean="0"/>
              <a:t>       My love is so fine You can talk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C’EST EXTRAORDINAIRE COMME 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(He’s mighty good to me)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Put your hands together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BON BON BON BON BON BON….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Good good good good good good good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r>
              <a:rPr lang="fr-FR" smtClean="0"/>
              <a:t>     Highest science, lofty philosophy</a:t>
            </a:r>
          </a:p>
          <a:p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endParaRPr lang="fr-FR" smtClean="0"/>
          </a:p>
          <a:p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r>
              <a:rPr lang="fr-FR" smtClean="0"/>
              <a:t>     Little children, beckon to come receive</a:t>
            </a:r>
          </a:p>
          <a:p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endParaRPr lang="fr-FR" smtClean="0"/>
          </a:p>
          <a:p>
            <a:r>
              <a:rPr lang="fr-FR" smtClean="0"/>
              <a:t>7-  C’EST SI BON DE LE CONNAÎTRE</a:t>
            </a:r>
          </a:p>
          <a:p>
            <a:r>
              <a:rPr lang="fr-FR" smtClean="0"/>
              <a:t>     It’s so good Just to know</a:t>
            </a:r>
            <a:br>
              <a:rPr lang="fr-FR" smtClean="0"/>
            </a:br>
            <a:r>
              <a:rPr lang="fr-FR" smtClean="0"/>
              <a:t>8-  MON AMOUR EST SI BON ET DISPONIBLE</a:t>
            </a:r>
          </a:p>
          <a:p>
            <a:r>
              <a:rPr lang="fr-FR" smtClean="0"/>
              <a:t>     My love is soo good It’s available</a:t>
            </a:r>
            <a:br>
              <a:rPr lang="fr-FR" smtClean="0"/>
            </a:br>
            <a:r>
              <a:rPr lang="fr-FR" smtClean="0"/>
              <a:t>9-  N’ATTENDS PAS TROP LONGTEMPS POUR LE CONNAÎTRE</a:t>
            </a:r>
          </a:p>
          <a:p>
            <a:r>
              <a:rPr lang="fr-FR" smtClean="0"/>
              <a:t>     Won’t you take time To get to know</a:t>
            </a:r>
            <a:br>
              <a:rPr lang="fr-FR" smtClean="0"/>
            </a:br>
            <a:r>
              <a:rPr lang="fr-FR" smtClean="0"/>
              <a:t>10-  MON AMOUR EST SI BON TU PEUX ME PARLER</a:t>
            </a:r>
            <a:br>
              <a:rPr lang="fr-FR" smtClean="0"/>
            </a:br>
            <a:r>
              <a:rPr lang="fr-FR" smtClean="0"/>
              <a:t>       My love is so fine You can talk to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endParaRPr lang="fr-FR" smtClean="0"/>
          </a:p>
          <a:p>
            <a:r>
              <a:rPr lang="fr-FR" smtClean="0"/>
              <a:t>14-  C’EST EXTRAORDINAIRE COMME EN UN INSTANT</a:t>
            </a:r>
          </a:p>
          <a:p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r>
              <a:rPr lang="fr-FR" smtClean="0"/>
              <a:t>       (He’s mighty good to me)</a:t>
            </a:r>
          </a:p>
          <a:p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r>
              <a:rPr lang="fr-FR" smtClean="0"/>
              <a:t>      Put your hands together</a:t>
            </a:r>
          </a:p>
          <a:p>
            <a:endParaRPr lang="fr-FR" smtClean="0"/>
          </a:p>
          <a:p>
            <a:r>
              <a:rPr lang="fr-FR" smtClean="0"/>
              <a:t>21-  BON BON BON BON BON BON….</a:t>
            </a:r>
          </a:p>
          <a:p>
            <a:r>
              <a:rPr lang="fr-FR" smtClean="0"/>
              <a:t>      Good good good good good good good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Highest science, lofty philosophy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Little children, beckon to come receive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C’EST SI BON DE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It’s so good Just to know</a:t>
            </a:r>
            <a:br>
              <a:rPr lang="fr-FR" smtClean="0"/>
            </a:br>
            <a:r>
              <a:rPr lang="fr-FR" smtClean="0"/>
              <a:t>8-  MON AMOUR EST SI BON ET DISPONIBLE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love is soo good It’s available</a:t>
            </a:r>
            <a:br>
              <a:rPr lang="fr-FR" smtClean="0"/>
            </a:br>
            <a:r>
              <a:rPr lang="fr-FR" smtClean="0"/>
              <a:t>9-  N’ATTENDS PAS TROP LONGTEMPS POUR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Won’t you take time To get to know</a:t>
            </a:r>
            <a:br>
              <a:rPr lang="fr-FR" smtClean="0"/>
            </a:br>
            <a:r>
              <a:rPr lang="fr-FR" smtClean="0"/>
              <a:t>10-  MON AMOUR EST SI BON TU PEUX ME PARLER</a:t>
            </a:r>
            <a:br>
              <a:rPr lang="fr-FR" smtClean="0"/>
            </a:br>
            <a:r>
              <a:rPr lang="fr-FR" smtClean="0"/>
              <a:t>       My love is so fine You can talk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C’EST EXTRAORDINAIRE COMME 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(He’s mighty good to me)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Put your hands together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BON BON BON BON BON BON….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Good good good good good good good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r>
              <a:rPr lang="fr-FR" smtClean="0"/>
              <a:t>     Highest science, lofty philosophy</a:t>
            </a:r>
          </a:p>
          <a:p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endParaRPr lang="fr-FR" smtClean="0"/>
          </a:p>
          <a:p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r>
              <a:rPr lang="fr-FR" smtClean="0"/>
              <a:t>     Little children, beckon to come receive</a:t>
            </a:r>
          </a:p>
          <a:p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endParaRPr lang="fr-FR" smtClean="0"/>
          </a:p>
          <a:p>
            <a:r>
              <a:rPr lang="fr-FR" smtClean="0"/>
              <a:t>7-  C’EST SI BON DE LE CONNAÎTRE</a:t>
            </a:r>
          </a:p>
          <a:p>
            <a:r>
              <a:rPr lang="fr-FR" smtClean="0"/>
              <a:t>     It’s so good Just to know</a:t>
            </a:r>
            <a:br>
              <a:rPr lang="fr-FR" smtClean="0"/>
            </a:br>
            <a:r>
              <a:rPr lang="fr-FR" smtClean="0"/>
              <a:t>8-  MON AMOUR EST SI BON ET DISPONIBLE</a:t>
            </a:r>
          </a:p>
          <a:p>
            <a:r>
              <a:rPr lang="fr-FR" smtClean="0"/>
              <a:t>     My love is soo good It’s available</a:t>
            </a:r>
            <a:br>
              <a:rPr lang="fr-FR" smtClean="0"/>
            </a:br>
            <a:r>
              <a:rPr lang="fr-FR" smtClean="0"/>
              <a:t>9-  N’ATTENDS PAS TROP LONGTEMPS POUR LE CONNAÎTRE</a:t>
            </a:r>
          </a:p>
          <a:p>
            <a:r>
              <a:rPr lang="fr-FR" smtClean="0"/>
              <a:t>     Won’t you take time To get to know</a:t>
            </a:r>
            <a:br>
              <a:rPr lang="fr-FR" smtClean="0"/>
            </a:br>
            <a:r>
              <a:rPr lang="fr-FR" smtClean="0"/>
              <a:t>10-  MON AMOUR EST SI BON TU PEUX ME PARLER</a:t>
            </a:r>
            <a:br>
              <a:rPr lang="fr-FR" smtClean="0"/>
            </a:br>
            <a:r>
              <a:rPr lang="fr-FR" smtClean="0"/>
              <a:t>       My love is so fine You can talk to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endParaRPr lang="fr-FR" smtClean="0"/>
          </a:p>
          <a:p>
            <a:r>
              <a:rPr lang="fr-FR" smtClean="0"/>
              <a:t>14-  C’EST EXTRAORDINAIRE COMME EN UN INSTANT</a:t>
            </a:r>
          </a:p>
          <a:p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r>
              <a:rPr lang="fr-FR" smtClean="0"/>
              <a:t>       (He’s mighty good to me)</a:t>
            </a:r>
          </a:p>
          <a:p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r>
              <a:rPr lang="fr-FR" smtClean="0"/>
              <a:t>      Put your hands together</a:t>
            </a:r>
          </a:p>
          <a:p>
            <a:endParaRPr lang="fr-FR" smtClean="0"/>
          </a:p>
          <a:p>
            <a:r>
              <a:rPr lang="fr-FR" smtClean="0"/>
              <a:t>21-  BON BON BON BON BON BON….</a:t>
            </a:r>
          </a:p>
          <a:p>
            <a:r>
              <a:rPr lang="fr-FR" smtClean="0"/>
              <a:t>      Good good good good good good good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Highest science, lofty philosophy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Little children, beckon to come receive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C’EST SI BON DE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It’s so good Just to know</a:t>
            </a:r>
            <a:br>
              <a:rPr lang="fr-FR" smtClean="0"/>
            </a:br>
            <a:r>
              <a:rPr lang="fr-FR" smtClean="0"/>
              <a:t>8-  MON AMOUR EST SI BON ET DISPONIBLE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love is soo good It’s available</a:t>
            </a:r>
            <a:br>
              <a:rPr lang="fr-FR" smtClean="0"/>
            </a:br>
            <a:r>
              <a:rPr lang="fr-FR" smtClean="0"/>
              <a:t>9-  N’ATTENDS PAS TROP LONGTEMPS POUR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Won’t you take time To get to know</a:t>
            </a:r>
            <a:br>
              <a:rPr lang="fr-FR" smtClean="0"/>
            </a:br>
            <a:r>
              <a:rPr lang="fr-FR" smtClean="0"/>
              <a:t>10-  MON AMOUR EST SI BON TU PEUX ME PARLER</a:t>
            </a:r>
            <a:br>
              <a:rPr lang="fr-FR" smtClean="0"/>
            </a:br>
            <a:r>
              <a:rPr lang="fr-FR" smtClean="0"/>
              <a:t>       My love is so fine You can talk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C’EST EXTRAORDINAIRE COMME 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(He’s mighty good to me)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Put your hands together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BON BON BON BON BON BON….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Good good good good good good good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r>
              <a:rPr lang="fr-FR" smtClean="0"/>
              <a:t>     Highest science, lofty philosophy</a:t>
            </a:r>
          </a:p>
          <a:p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endParaRPr lang="fr-FR" smtClean="0"/>
          </a:p>
          <a:p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r>
              <a:rPr lang="fr-FR" smtClean="0"/>
              <a:t>     Little children, beckon to come receive</a:t>
            </a:r>
          </a:p>
          <a:p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endParaRPr lang="fr-FR" smtClean="0"/>
          </a:p>
          <a:p>
            <a:r>
              <a:rPr lang="fr-FR" smtClean="0"/>
              <a:t>7-  C’EST SI BON DE LE CONNAÎTRE</a:t>
            </a:r>
          </a:p>
          <a:p>
            <a:r>
              <a:rPr lang="fr-FR" smtClean="0"/>
              <a:t>     It’s so good Just to know</a:t>
            </a:r>
            <a:br>
              <a:rPr lang="fr-FR" smtClean="0"/>
            </a:br>
            <a:r>
              <a:rPr lang="fr-FR" smtClean="0"/>
              <a:t>8-  MON AMOUR EST SI BON ET DISPONIBLE</a:t>
            </a:r>
          </a:p>
          <a:p>
            <a:r>
              <a:rPr lang="fr-FR" smtClean="0"/>
              <a:t>     My love is soo good It’s available</a:t>
            </a:r>
            <a:br>
              <a:rPr lang="fr-FR" smtClean="0"/>
            </a:br>
            <a:r>
              <a:rPr lang="fr-FR" smtClean="0"/>
              <a:t>9-  N’ATTENDS PAS TROP LONGTEMPS POUR LE CONNAÎTRE</a:t>
            </a:r>
          </a:p>
          <a:p>
            <a:r>
              <a:rPr lang="fr-FR" smtClean="0"/>
              <a:t>     Won’t you take time To get to know</a:t>
            </a:r>
            <a:br>
              <a:rPr lang="fr-FR" smtClean="0"/>
            </a:br>
            <a:r>
              <a:rPr lang="fr-FR" smtClean="0"/>
              <a:t>10-  MON AMOUR EST SI BON TU PEUX ME PARLER</a:t>
            </a:r>
            <a:br>
              <a:rPr lang="fr-FR" smtClean="0"/>
            </a:br>
            <a:r>
              <a:rPr lang="fr-FR" smtClean="0"/>
              <a:t>       My love is so fine You can talk to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endParaRPr lang="fr-FR" smtClean="0"/>
          </a:p>
          <a:p>
            <a:r>
              <a:rPr lang="fr-FR" smtClean="0"/>
              <a:t>14-  C’EST EXTRAORDINAIRE COMME EN UN INSTANT</a:t>
            </a:r>
          </a:p>
          <a:p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r>
              <a:rPr lang="fr-FR" smtClean="0"/>
              <a:t>       (He’s mighty good to me)</a:t>
            </a:r>
          </a:p>
          <a:p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r>
              <a:rPr lang="fr-FR" smtClean="0"/>
              <a:t>      Put your hands together</a:t>
            </a:r>
          </a:p>
          <a:p>
            <a:endParaRPr lang="fr-FR" smtClean="0"/>
          </a:p>
          <a:p>
            <a:r>
              <a:rPr lang="fr-FR" smtClean="0"/>
              <a:t>21-  BON BON BON BON BON BON….</a:t>
            </a:r>
          </a:p>
          <a:p>
            <a:r>
              <a:rPr lang="fr-FR" smtClean="0"/>
              <a:t>      Good good good good good good good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Highest science, lofty philosophy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Little children, beckon to come receive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C’EST SI BON DE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It’s so good Just to know</a:t>
            </a:r>
            <a:br>
              <a:rPr lang="fr-FR" smtClean="0"/>
            </a:br>
            <a:r>
              <a:rPr lang="fr-FR" smtClean="0"/>
              <a:t>8-  MON AMOUR EST SI BON ET DISPONIBLE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love is soo good It’s available</a:t>
            </a:r>
            <a:br>
              <a:rPr lang="fr-FR" smtClean="0"/>
            </a:br>
            <a:r>
              <a:rPr lang="fr-FR" smtClean="0"/>
              <a:t>9-  N’ATTENDS PAS TROP LONGTEMPS POUR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Won’t you take time To get to know</a:t>
            </a:r>
            <a:br>
              <a:rPr lang="fr-FR" smtClean="0"/>
            </a:br>
            <a:r>
              <a:rPr lang="fr-FR" smtClean="0"/>
              <a:t>10-  MON AMOUR EST SI BON TU PEUX ME PARLER</a:t>
            </a:r>
            <a:br>
              <a:rPr lang="fr-FR" smtClean="0"/>
            </a:br>
            <a:r>
              <a:rPr lang="fr-FR" smtClean="0"/>
              <a:t>       My love is so fine You can talk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C’EST EXTRAORDINAIRE COMME 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(He’s mighty good to me)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Put your hands together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BON BON BON BON BON BON….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Good good good good good good good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r>
              <a:rPr lang="fr-FR" smtClean="0"/>
              <a:t>     Highest science, lofty philosophy</a:t>
            </a:r>
          </a:p>
          <a:p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endParaRPr lang="fr-FR" smtClean="0"/>
          </a:p>
          <a:p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r>
              <a:rPr lang="fr-FR" smtClean="0"/>
              <a:t>     Little children, beckon to come receive</a:t>
            </a:r>
          </a:p>
          <a:p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endParaRPr lang="fr-FR" smtClean="0"/>
          </a:p>
          <a:p>
            <a:r>
              <a:rPr lang="fr-FR" smtClean="0"/>
              <a:t>7-  C’EST SI BON DE LE CONNAÎTRE</a:t>
            </a:r>
          </a:p>
          <a:p>
            <a:r>
              <a:rPr lang="fr-FR" smtClean="0"/>
              <a:t>     It’s so good Just to know</a:t>
            </a:r>
            <a:br>
              <a:rPr lang="fr-FR" smtClean="0"/>
            </a:br>
            <a:r>
              <a:rPr lang="fr-FR" smtClean="0"/>
              <a:t>8-  MON AMOUR EST SI BON ET DISPONIBLE</a:t>
            </a:r>
          </a:p>
          <a:p>
            <a:r>
              <a:rPr lang="fr-FR" smtClean="0"/>
              <a:t>     My love is soo good It’s available</a:t>
            </a:r>
            <a:br>
              <a:rPr lang="fr-FR" smtClean="0"/>
            </a:br>
            <a:r>
              <a:rPr lang="fr-FR" smtClean="0"/>
              <a:t>9-  N’ATTENDS PAS TROP LONGTEMPS POUR LE CONNAÎTRE</a:t>
            </a:r>
          </a:p>
          <a:p>
            <a:r>
              <a:rPr lang="fr-FR" smtClean="0"/>
              <a:t>     Won’t you take time To get to know</a:t>
            </a:r>
            <a:br>
              <a:rPr lang="fr-FR" smtClean="0"/>
            </a:br>
            <a:r>
              <a:rPr lang="fr-FR" smtClean="0"/>
              <a:t>10-  MON AMOUR EST SI BON TU PEUX ME PARLER</a:t>
            </a:r>
            <a:br>
              <a:rPr lang="fr-FR" smtClean="0"/>
            </a:br>
            <a:r>
              <a:rPr lang="fr-FR" smtClean="0"/>
              <a:t>       My love is so fine You can talk to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endParaRPr lang="fr-FR" smtClean="0"/>
          </a:p>
          <a:p>
            <a:r>
              <a:rPr lang="fr-FR" smtClean="0"/>
              <a:t>14-  C’EST EXTRAORDINAIRE COMME EN UN INSTANT</a:t>
            </a:r>
          </a:p>
          <a:p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r>
              <a:rPr lang="fr-FR" smtClean="0"/>
              <a:t>       (He’s mighty good to me)</a:t>
            </a:r>
          </a:p>
          <a:p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r>
              <a:rPr lang="fr-FR" smtClean="0"/>
              <a:t>      Put your hands together</a:t>
            </a:r>
          </a:p>
          <a:p>
            <a:endParaRPr lang="fr-FR" smtClean="0"/>
          </a:p>
          <a:p>
            <a:r>
              <a:rPr lang="fr-FR" smtClean="0"/>
              <a:t>21-  BON BON BON BON BON BON….</a:t>
            </a:r>
          </a:p>
          <a:p>
            <a:r>
              <a:rPr lang="fr-FR" smtClean="0"/>
              <a:t>      Good good good good good good good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Highest science, lofty philosophy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Little children, beckon to come receive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C’EST SI BON DE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It’s so good Just to know</a:t>
            </a:r>
            <a:br>
              <a:rPr lang="fr-FR" smtClean="0"/>
            </a:br>
            <a:r>
              <a:rPr lang="fr-FR" smtClean="0"/>
              <a:t>8-  MON AMOUR EST SI BON ET DISPONIBLE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love is soo good It’s available</a:t>
            </a:r>
            <a:br>
              <a:rPr lang="fr-FR" smtClean="0"/>
            </a:br>
            <a:r>
              <a:rPr lang="fr-FR" smtClean="0"/>
              <a:t>9-  N’ATTENDS PAS TROP LONGTEMPS POUR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Won’t you take time To get to know</a:t>
            </a:r>
            <a:br>
              <a:rPr lang="fr-FR" smtClean="0"/>
            </a:br>
            <a:r>
              <a:rPr lang="fr-FR" smtClean="0"/>
              <a:t>10-  MON AMOUR EST SI BON TU PEUX ME PARLER</a:t>
            </a:r>
            <a:br>
              <a:rPr lang="fr-FR" smtClean="0"/>
            </a:br>
            <a:r>
              <a:rPr lang="fr-FR" smtClean="0"/>
              <a:t>       My love is so fine You can talk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C’EST EXTRAORDINAIRE COMME 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(He’s mighty good to me)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Put your hands together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BON BON BON BON BON BON….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Good good good good good good good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r>
              <a:rPr lang="fr-FR" smtClean="0"/>
              <a:t>     Highest science, lofty philosophy</a:t>
            </a:r>
          </a:p>
          <a:p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endParaRPr lang="fr-FR" smtClean="0"/>
          </a:p>
          <a:p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r>
              <a:rPr lang="fr-FR" smtClean="0"/>
              <a:t>     Little children, beckon to come receive</a:t>
            </a:r>
          </a:p>
          <a:p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endParaRPr lang="fr-FR" smtClean="0"/>
          </a:p>
          <a:p>
            <a:r>
              <a:rPr lang="fr-FR" smtClean="0"/>
              <a:t>7-  C’EST SI BON DE LE CONNAÎTRE</a:t>
            </a:r>
          </a:p>
          <a:p>
            <a:r>
              <a:rPr lang="fr-FR" smtClean="0"/>
              <a:t>     It’s so good Just to know</a:t>
            </a:r>
            <a:br>
              <a:rPr lang="fr-FR" smtClean="0"/>
            </a:br>
            <a:r>
              <a:rPr lang="fr-FR" smtClean="0"/>
              <a:t>8-  MON AMOUR EST SI BON ET DISPONIBLE</a:t>
            </a:r>
          </a:p>
          <a:p>
            <a:r>
              <a:rPr lang="fr-FR" smtClean="0"/>
              <a:t>     My love is soo good It’s available</a:t>
            </a:r>
            <a:br>
              <a:rPr lang="fr-FR" smtClean="0"/>
            </a:br>
            <a:r>
              <a:rPr lang="fr-FR" smtClean="0"/>
              <a:t>9-  N’ATTENDS PAS TROP LONGTEMPS POUR LE CONNAÎTRE</a:t>
            </a:r>
          </a:p>
          <a:p>
            <a:r>
              <a:rPr lang="fr-FR" smtClean="0"/>
              <a:t>     Won’t you take time To get to know</a:t>
            </a:r>
            <a:br>
              <a:rPr lang="fr-FR" smtClean="0"/>
            </a:br>
            <a:r>
              <a:rPr lang="fr-FR" smtClean="0"/>
              <a:t>10-  MON AMOUR EST SI BON TU PEUX ME PARLER</a:t>
            </a:r>
            <a:br>
              <a:rPr lang="fr-FR" smtClean="0"/>
            </a:br>
            <a:r>
              <a:rPr lang="fr-FR" smtClean="0"/>
              <a:t>       My love is so fine You can talk to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endParaRPr lang="fr-FR" smtClean="0"/>
          </a:p>
          <a:p>
            <a:r>
              <a:rPr lang="fr-FR" smtClean="0"/>
              <a:t>14-  C’EST EXTRAORDINAIRE COMME EN UN INSTANT</a:t>
            </a:r>
          </a:p>
          <a:p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r>
              <a:rPr lang="fr-FR" smtClean="0"/>
              <a:t>       (He’s mighty good to me)</a:t>
            </a:r>
          </a:p>
          <a:p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r>
              <a:rPr lang="fr-FR" smtClean="0"/>
              <a:t>      Put your hands together</a:t>
            </a:r>
          </a:p>
          <a:p>
            <a:endParaRPr lang="fr-FR" smtClean="0"/>
          </a:p>
          <a:p>
            <a:r>
              <a:rPr lang="fr-FR" smtClean="0"/>
              <a:t>21-  BON BON BON BON BON BON….</a:t>
            </a:r>
          </a:p>
          <a:p>
            <a:r>
              <a:rPr lang="fr-FR" smtClean="0"/>
              <a:t>      Good good good good good good good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Highest science, lofty philosophy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Little children, beckon to come receive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C’EST SI BON DE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It’s so good Just to know</a:t>
            </a:r>
            <a:br>
              <a:rPr lang="fr-FR" smtClean="0"/>
            </a:br>
            <a:r>
              <a:rPr lang="fr-FR" smtClean="0"/>
              <a:t>8-  MON AMOUR EST SI BON ET DISPONIBLE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love is soo good It’s available</a:t>
            </a:r>
            <a:br>
              <a:rPr lang="fr-FR" smtClean="0"/>
            </a:br>
            <a:r>
              <a:rPr lang="fr-FR" smtClean="0"/>
              <a:t>9-  N’ATTENDS PAS TROP LONGTEMPS POUR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Won’t you take time To get to know</a:t>
            </a:r>
            <a:br>
              <a:rPr lang="fr-FR" smtClean="0"/>
            </a:br>
            <a:r>
              <a:rPr lang="fr-FR" smtClean="0"/>
              <a:t>10-  MON AMOUR EST SI BON TU PEUX ME PARLER</a:t>
            </a:r>
            <a:br>
              <a:rPr lang="fr-FR" smtClean="0"/>
            </a:br>
            <a:r>
              <a:rPr lang="fr-FR" smtClean="0"/>
              <a:t>       My love is so fine You can talk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C’EST EXTRAORDINAIRE COMME 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(He’s mighty good to me)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Put your hands together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BON BON BON BON BON BON….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Good good good good good good good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r>
              <a:rPr lang="fr-FR" smtClean="0"/>
              <a:t>     Highest science, lofty philosophy</a:t>
            </a:r>
          </a:p>
          <a:p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endParaRPr lang="fr-FR" smtClean="0"/>
          </a:p>
          <a:p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r>
              <a:rPr lang="fr-FR" smtClean="0"/>
              <a:t>     Little children, beckon to come receive</a:t>
            </a:r>
          </a:p>
          <a:p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endParaRPr lang="fr-FR" smtClean="0"/>
          </a:p>
          <a:p>
            <a:r>
              <a:rPr lang="fr-FR" smtClean="0"/>
              <a:t>7-  C’EST SI BON DE LE CONNAÎTRE</a:t>
            </a:r>
          </a:p>
          <a:p>
            <a:r>
              <a:rPr lang="fr-FR" smtClean="0"/>
              <a:t>     It’s so good Just to know</a:t>
            </a:r>
            <a:br>
              <a:rPr lang="fr-FR" smtClean="0"/>
            </a:br>
            <a:r>
              <a:rPr lang="fr-FR" smtClean="0"/>
              <a:t>8-  MON AMOUR EST SI BON ET DISPONIBLE</a:t>
            </a:r>
          </a:p>
          <a:p>
            <a:r>
              <a:rPr lang="fr-FR" smtClean="0"/>
              <a:t>     My love is soo good It’s available</a:t>
            </a:r>
            <a:br>
              <a:rPr lang="fr-FR" smtClean="0"/>
            </a:br>
            <a:r>
              <a:rPr lang="fr-FR" smtClean="0"/>
              <a:t>9-  N’ATTENDS PAS TROP LONGTEMPS POUR LE CONNAÎTRE</a:t>
            </a:r>
          </a:p>
          <a:p>
            <a:r>
              <a:rPr lang="fr-FR" smtClean="0"/>
              <a:t>     Won’t you take time To get to know</a:t>
            </a:r>
            <a:br>
              <a:rPr lang="fr-FR" smtClean="0"/>
            </a:br>
            <a:r>
              <a:rPr lang="fr-FR" smtClean="0"/>
              <a:t>10-  MON AMOUR EST SI BON TU PEUX ME PARLER</a:t>
            </a:r>
            <a:br>
              <a:rPr lang="fr-FR" smtClean="0"/>
            </a:br>
            <a:r>
              <a:rPr lang="fr-FR" smtClean="0"/>
              <a:t>       My love is so fine You can talk to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endParaRPr lang="fr-FR" smtClean="0"/>
          </a:p>
          <a:p>
            <a:r>
              <a:rPr lang="fr-FR" smtClean="0"/>
              <a:t>14-  C’EST EXTRAORDINAIRE COMME EN UN INSTANT</a:t>
            </a:r>
          </a:p>
          <a:p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r>
              <a:rPr lang="fr-FR" smtClean="0"/>
              <a:t>       (He’s mighty good to me)</a:t>
            </a:r>
          </a:p>
          <a:p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r>
              <a:rPr lang="fr-FR" smtClean="0"/>
              <a:t>      Put your hands together</a:t>
            </a:r>
          </a:p>
          <a:p>
            <a:endParaRPr lang="fr-FR" smtClean="0"/>
          </a:p>
          <a:p>
            <a:r>
              <a:rPr lang="fr-FR" smtClean="0"/>
              <a:t>21-  BON BON BON BON BON BON….</a:t>
            </a:r>
          </a:p>
          <a:p>
            <a:r>
              <a:rPr lang="fr-FR" smtClean="0"/>
              <a:t>      Good good good good good good good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Highest science, lofty philosophy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Little children, beckon to come receive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C’EST SI BON DE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It’s so good Just to know</a:t>
            </a:r>
            <a:br>
              <a:rPr lang="fr-FR" smtClean="0"/>
            </a:br>
            <a:r>
              <a:rPr lang="fr-FR" smtClean="0"/>
              <a:t>8-  MON AMOUR EST SI BON ET DISPONIBLE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love is soo good It’s available</a:t>
            </a:r>
            <a:br>
              <a:rPr lang="fr-FR" smtClean="0"/>
            </a:br>
            <a:r>
              <a:rPr lang="fr-FR" smtClean="0"/>
              <a:t>9-  N’ATTENDS PAS TROP LONGTEMPS POUR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Won’t you take time To get to know</a:t>
            </a:r>
            <a:br>
              <a:rPr lang="fr-FR" smtClean="0"/>
            </a:br>
            <a:r>
              <a:rPr lang="fr-FR" smtClean="0"/>
              <a:t>10-  MON AMOUR EST SI BON TU PEUX ME PARLER</a:t>
            </a:r>
            <a:br>
              <a:rPr lang="fr-FR" smtClean="0"/>
            </a:br>
            <a:r>
              <a:rPr lang="fr-FR" smtClean="0"/>
              <a:t>       My love is so fine You can talk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C’EST EXTRAORDINAIRE COMME 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(He’s mighty good to me)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Put your hands together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BON BON BON BON BON BON….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Good good good good good good good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r>
              <a:rPr lang="fr-FR" smtClean="0"/>
              <a:t>     Highest science, lofty philosophy</a:t>
            </a:r>
          </a:p>
          <a:p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endParaRPr lang="fr-FR" smtClean="0"/>
          </a:p>
          <a:p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r>
              <a:rPr lang="fr-FR" smtClean="0"/>
              <a:t>     Little children, beckon to come receive</a:t>
            </a:r>
          </a:p>
          <a:p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endParaRPr lang="fr-FR" smtClean="0"/>
          </a:p>
          <a:p>
            <a:r>
              <a:rPr lang="fr-FR" smtClean="0"/>
              <a:t>7-  C’EST SI BON DE LE CONNAÎTRE</a:t>
            </a:r>
          </a:p>
          <a:p>
            <a:r>
              <a:rPr lang="fr-FR" smtClean="0"/>
              <a:t>     It’s so good Just to know</a:t>
            </a:r>
            <a:br>
              <a:rPr lang="fr-FR" smtClean="0"/>
            </a:br>
            <a:r>
              <a:rPr lang="fr-FR" smtClean="0"/>
              <a:t>8-  MON AMOUR EST SI BON ET DISPONIBLE</a:t>
            </a:r>
          </a:p>
          <a:p>
            <a:r>
              <a:rPr lang="fr-FR" smtClean="0"/>
              <a:t>     My love is soo good It’s available</a:t>
            </a:r>
            <a:br>
              <a:rPr lang="fr-FR" smtClean="0"/>
            </a:br>
            <a:r>
              <a:rPr lang="fr-FR" smtClean="0"/>
              <a:t>9-  N’ATTENDS PAS TROP LONGTEMPS POUR LE CONNAÎTRE</a:t>
            </a:r>
          </a:p>
          <a:p>
            <a:r>
              <a:rPr lang="fr-FR" smtClean="0"/>
              <a:t>     Won’t you take time To get to know</a:t>
            </a:r>
            <a:br>
              <a:rPr lang="fr-FR" smtClean="0"/>
            </a:br>
            <a:r>
              <a:rPr lang="fr-FR" smtClean="0"/>
              <a:t>10-  MON AMOUR EST SI BON TU PEUX ME PARLER</a:t>
            </a:r>
            <a:br>
              <a:rPr lang="fr-FR" smtClean="0"/>
            </a:br>
            <a:r>
              <a:rPr lang="fr-FR" smtClean="0"/>
              <a:t>       My love is so fine You can talk to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endParaRPr lang="fr-FR" smtClean="0"/>
          </a:p>
          <a:p>
            <a:r>
              <a:rPr lang="fr-FR" smtClean="0"/>
              <a:t>14-  C’EST EXTRAORDINAIRE COMME EN UN INSTANT</a:t>
            </a:r>
          </a:p>
          <a:p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r>
              <a:rPr lang="fr-FR" smtClean="0"/>
              <a:t>       (He’s mighty good to me)</a:t>
            </a:r>
          </a:p>
          <a:p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r>
              <a:rPr lang="fr-FR" smtClean="0"/>
              <a:t>      Put your hands together</a:t>
            </a:r>
          </a:p>
          <a:p>
            <a:endParaRPr lang="fr-FR" smtClean="0"/>
          </a:p>
          <a:p>
            <a:r>
              <a:rPr lang="fr-FR" smtClean="0"/>
              <a:t>21-  BON BON BON BON BON BON….</a:t>
            </a:r>
          </a:p>
          <a:p>
            <a:r>
              <a:rPr lang="fr-FR" smtClean="0"/>
              <a:t>      Good good good good good good good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Highest science, lofty philosophy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Little children, beckon to come receive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C’EST SI BON DE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It’s so good Just to know</a:t>
            </a:r>
            <a:br>
              <a:rPr lang="fr-FR" smtClean="0"/>
            </a:br>
            <a:r>
              <a:rPr lang="fr-FR" smtClean="0"/>
              <a:t>8-  MON AMOUR EST SI BON ET DISPONIBLE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love is soo good It’s available</a:t>
            </a:r>
            <a:br>
              <a:rPr lang="fr-FR" smtClean="0"/>
            </a:br>
            <a:r>
              <a:rPr lang="fr-FR" smtClean="0"/>
              <a:t>9-  N’ATTENDS PAS TROP LONGTEMPS POUR LE CONNAÎTRE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Won’t you take time To get to know</a:t>
            </a:r>
            <a:br>
              <a:rPr lang="fr-FR" smtClean="0"/>
            </a:br>
            <a:r>
              <a:rPr lang="fr-FR" smtClean="0"/>
              <a:t>10-  MON AMOUR EST SI BON TU PEUX ME PARLER</a:t>
            </a:r>
            <a:br>
              <a:rPr lang="fr-FR" smtClean="0"/>
            </a:br>
            <a:r>
              <a:rPr lang="fr-FR" smtClean="0"/>
              <a:t>       My love is so fine You can talk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C’EST EXTRAORDINAIRE COMME EN UN INSTANT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(He’s mighty good to me)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Put your hands together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BON BON BON BON BON BON….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Good good good good good good good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LE GROOVE, DANS LE GROOVE</a:t>
            </a:r>
            <a:br>
              <a:rPr lang="fr-FR" smtClean="0"/>
            </a:br>
            <a:r>
              <a:rPr lang="fr-FR" smtClean="0"/>
              <a:t>     DANS UN PUISSANT GROOVE</a:t>
            </a:r>
          </a:p>
          <a:p>
            <a:r>
              <a:rPr lang="fr-FR" smtClean="0"/>
              <a:t>     In the vibe in the vibe in the mighty vibe (this mighty vibe)</a:t>
            </a:r>
            <a:br>
              <a:rPr lang="fr-FR" smtClean="0"/>
            </a:br>
            <a:r>
              <a:rPr lang="fr-FR" smtClean="0"/>
              <a:t>2-  DANS LE GROOVE, DANS LE GROOVE </a:t>
            </a:r>
            <a:br>
              <a:rPr lang="fr-FR" smtClean="0"/>
            </a:br>
            <a:r>
              <a:rPr lang="fr-FR" smtClean="0"/>
              <a:t>     DANS UN PUISSANT GROOVE</a:t>
            </a:r>
            <a:br>
              <a:rPr lang="fr-FR" smtClean="0"/>
            </a:br>
            <a:r>
              <a:rPr lang="fr-FR" smtClean="0"/>
              <a:t>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3-  LA PLUS HAUTE SCIENCE</a:t>
            </a:r>
            <a:br>
              <a:rPr lang="fr-FR" smtClean="0"/>
            </a:br>
            <a:r>
              <a:rPr lang="fr-FR" smtClean="0"/>
              <a:t>     UNE PHILOSOPHIE ÉLEVÉE</a:t>
            </a:r>
          </a:p>
          <a:p>
            <a:r>
              <a:rPr lang="fr-FR" smtClean="0"/>
              <a:t>     Highest science, lofty philosophy</a:t>
            </a:r>
          </a:p>
          <a:p>
            <a:r>
              <a:rPr lang="fr-FR" smtClean="0"/>
              <a:t>4-  SI GRANDE INTÉGRITÉ</a:t>
            </a:r>
            <a:br>
              <a:rPr lang="fr-FR" smtClean="0"/>
            </a:br>
            <a:r>
              <a:rPr lang="fr-FR" smtClean="0"/>
              <a:t>     Serious integrity</a:t>
            </a:r>
          </a:p>
          <a:p>
            <a:endParaRPr lang="fr-FR" smtClean="0"/>
          </a:p>
          <a:p>
            <a:r>
              <a:rPr lang="fr-FR" smtClean="0"/>
              <a:t>5-  LES PETITS ENFANTS</a:t>
            </a:r>
            <a:br>
              <a:rPr lang="fr-FR" smtClean="0"/>
            </a:br>
            <a:r>
              <a:rPr lang="fr-FR" smtClean="0"/>
              <a:t>     VIENNENT POUR RECEVOIR</a:t>
            </a:r>
          </a:p>
          <a:p>
            <a:r>
              <a:rPr lang="fr-FR" smtClean="0"/>
              <a:t>     Little children, beckon to come receive</a:t>
            </a:r>
          </a:p>
          <a:p>
            <a:r>
              <a:rPr lang="fr-FR" smtClean="0"/>
              <a:t>6-  UN MYSTÈRE SIMPLE POURTANT</a:t>
            </a:r>
            <a:br>
              <a:rPr lang="fr-FR" smtClean="0"/>
            </a:br>
            <a:r>
              <a:rPr lang="fr-FR" smtClean="0"/>
              <a:t>     A simple mystery</a:t>
            </a:r>
          </a:p>
          <a:p>
            <a:endParaRPr lang="fr-FR" smtClean="0"/>
          </a:p>
          <a:p>
            <a:r>
              <a:rPr lang="fr-FR" smtClean="0"/>
              <a:t>7-  C’EST SI BON DE LE CONNAÎTRE</a:t>
            </a:r>
          </a:p>
          <a:p>
            <a:r>
              <a:rPr lang="fr-FR" smtClean="0"/>
              <a:t>     It’s so good Just to know</a:t>
            </a:r>
            <a:br>
              <a:rPr lang="fr-FR" smtClean="0"/>
            </a:br>
            <a:r>
              <a:rPr lang="fr-FR" smtClean="0"/>
              <a:t>8-  MON AMOUR EST SI BON ET DISPONIBLE</a:t>
            </a:r>
          </a:p>
          <a:p>
            <a:r>
              <a:rPr lang="fr-FR" smtClean="0"/>
              <a:t>     My love is soo good It’s available</a:t>
            </a:r>
            <a:br>
              <a:rPr lang="fr-FR" smtClean="0"/>
            </a:br>
            <a:r>
              <a:rPr lang="fr-FR" smtClean="0"/>
              <a:t>9-  N’ATTENDS PAS TROP LONGTEMPS POUR LE CONNAÎTRE</a:t>
            </a:r>
          </a:p>
          <a:p>
            <a:r>
              <a:rPr lang="fr-FR" smtClean="0"/>
              <a:t>     Won’t you take time To get to know</a:t>
            </a:r>
            <a:br>
              <a:rPr lang="fr-FR" smtClean="0"/>
            </a:br>
            <a:r>
              <a:rPr lang="fr-FR" smtClean="0"/>
              <a:t>10-  MON AMOUR EST SI BON TU PEUX ME PARLER</a:t>
            </a:r>
            <a:br>
              <a:rPr lang="fr-FR" smtClean="0"/>
            </a:br>
            <a:r>
              <a:rPr lang="fr-FR" smtClean="0"/>
              <a:t>       My love is so fine You can talk to Me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12-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endParaRPr lang="fr-FR" smtClean="0"/>
          </a:p>
          <a:p>
            <a:r>
              <a:rPr lang="fr-FR" smtClean="0"/>
              <a:t>13-  CALCULANT SANS FIN, L’INIQUITÉ LA MISÈRE DES ÊTRE HUMAINS</a:t>
            </a:r>
            <a:br>
              <a:rPr lang="fr-FR" smtClean="0"/>
            </a:br>
            <a:r>
              <a:rPr lang="fr-FR" smtClean="0"/>
              <a:t>       Calculating, endless iniquities Psycho misery</a:t>
            </a:r>
          </a:p>
          <a:p>
            <a:endParaRPr lang="fr-FR" smtClean="0"/>
          </a:p>
          <a:p>
            <a:r>
              <a:rPr lang="fr-FR" smtClean="0"/>
              <a:t>14-  C’EST EXTRAORDINAIRE COMME EN UN INSTANT</a:t>
            </a:r>
          </a:p>
          <a:p>
            <a:r>
              <a:rPr lang="fr-FR" smtClean="0"/>
              <a:t>       Extraordinary, how in a moments time</a:t>
            </a:r>
            <a:br>
              <a:rPr lang="fr-FR" smtClean="0"/>
            </a:br>
            <a:r>
              <a:rPr lang="fr-FR" smtClean="0"/>
              <a:t>15-  JE CHANGERAI TON DESTIN</a:t>
            </a:r>
            <a:br>
              <a:rPr lang="fr-FR" smtClean="0"/>
            </a:br>
            <a:r>
              <a:rPr lang="fr-FR" smtClean="0"/>
              <a:t>       I’ll change your destiny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DANS LE GROOVE, DANS LE GROOVE</a:t>
            </a:r>
            <a:br>
              <a:rPr lang="fr-FR" smtClean="0"/>
            </a:br>
            <a:r>
              <a:rPr lang="fr-FR" smtClean="0"/>
              <a:t>      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17-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18-  JE SUIS HEUREUX JÉSUS EST SI BON</a:t>
            </a:r>
          </a:p>
          <a:p>
            <a:r>
              <a:rPr lang="fr-FR" smtClean="0"/>
              <a:t>       I’m glad that Jesus is so good</a:t>
            </a:r>
            <a:br>
              <a:rPr lang="fr-FR" smtClean="0"/>
            </a:br>
            <a:r>
              <a:rPr lang="fr-FR" smtClean="0"/>
              <a:t>19-  IL EST SI BON POUR MOI </a:t>
            </a:r>
          </a:p>
          <a:p>
            <a:r>
              <a:rPr lang="fr-FR" smtClean="0"/>
              <a:t>       (He’s mighty good to me)</a:t>
            </a:r>
          </a:p>
          <a:p>
            <a:r>
              <a:rPr lang="fr-FR" smtClean="0"/>
              <a:t>       TU DOIS SAVOIR QU’IL EST SI WOUAH</a:t>
            </a:r>
            <a:br>
              <a:rPr lang="fr-FR" smtClean="0"/>
            </a:br>
            <a:r>
              <a:rPr lang="fr-FR" smtClean="0"/>
              <a:t>        You need to know that He is so (Wh-oah)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20-  FRAPPE TES MAINS               x4</a:t>
            </a:r>
          </a:p>
          <a:p>
            <a:r>
              <a:rPr lang="fr-FR" smtClean="0"/>
              <a:t>      Put your hands together</a:t>
            </a:r>
          </a:p>
          <a:p>
            <a:endParaRPr lang="fr-FR" smtClean="0"/>
          </a:p>
          <a:p>
            <a:r>
              <a:rPr lang="fr-FR" smtClean="0"/>
              <a:t>21-  BON BON BON BON BON BON….</a:t>
            </a:r>
          </a:p>
          <a:p>
            <a:r>
              <a:rPr lang="fr-FR" smtClean="0"/>
              <a:t>      Good good good good good good good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DANS LE GROOVE, DANS LE GROOVE DANS UN PUISSANT GROOVE</a:t>
            </a:r>
          </a:p>
          <a:p>
            <a:r>
              <a:rPr lang="fr-FR" smtClean="0"/>
              <a:t>       In the vibe in the vibe in the mighty vibe (this mighty vibe)</a:t>
            </a:r>
            <a:br>
              <a:rPr lang="fr-FR" smtClean="0"/>
            </a:br>
            <a:r>
              <a:rPr lang="fr-FR" smtClean="0"/>
              <a:t>23-  DANS LE GROOVE, DANS LE GROOVE </a:t>
            </a:r>
            <a:br>
              <a:rPr lang="fr-FR" smtClean="0"/>
            </a:br>
            <a:r>
              <a:rPr lang="fr-FR" smtClean="0"/>
              <a:t>       DANS UN PUISSANT GROOVE</a:t>
            </a:r>
            <a:br>
              <a:rPr lang="fr-FR" smtClean="0"/>
            </a:br>
            <a:r>
              <a:rPr lang="fr-FR" smtClean="0"/>
              <a:t>       In the vibe in the vibe in the mighty vibe (it feels alright)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24- TRÈS BIEN</a:t>
            </a:r>
            <a:br>
              <a:rPr lang="fr-FR" smtClean="0"/>
            </a:br>
            <a:r>
              <a:rPr lang="fr-FR" smtClean="0"/>
              <a:t>      Alright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61431F-7277-4E85-B46A-59AFEE186AD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E4676C-2E1C-4EC6-A64D-337EC2C85D8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18B25B-9D10-499A-8112-B10869D2C96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5A52C-A2E1-47F1-8B1B-AF735516498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755A5D-DEBF-4075-91C2-F4E0979306D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E33BBE-C185-4709-BF02-88258689DFD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D02FAA-C6BB-4DE9-8885-C5EC79CFFC6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A7002D-C72E-4634-87DF-A06A6976AC9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1CAA11-6DB5-4FB0-94AE-8FDB5AE14F1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EAC789-1F6F-4EAC-B2D5-24F7C384FE2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FF5C04-4FE1-46AE-9A58-53138052002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60F5482F-1867-4510-BFBB-F19919375C3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LE GROOVE, DANS LE GROOVE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UN PUISSANT GROOVE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LE GROOVE, DANS LE GROOVE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UN PUISSANT GROOVE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PLUS HAUTE SCIENCE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UNE PHILOSOPHIE ÉLEVÉE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SI GRANDE INTÉGRITÉ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PETITS ENFANTS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VIENNENT POUR RECEVOIR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MYSTÈRE SIMPLE POURTANT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SI BON DE LE CONNAÎTRE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 AMOUR EST SI BON ET DISPONIBLE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N’ATTENDS PAS TROP LONGTEMPS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LE CONNAÎTRE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 AMOUR EST SI BON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PEUX ME PARLER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LE GROOVE, DANS LE GROOVE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UN PUISSANT GROOVE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LE GROOVE, DANS LE GROOVE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UN PUISSANT GROOVE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CALCULANT SANS FIN L’INIQUITÉ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MISÈRE DES ÊTRES HUMAINS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EXTRAORDINAIRE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COMME EN UN INSTANT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CHANGERAI TON DESTIN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LE GROOVE, DANS LE GROOVE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UN PUISSANT GROOVE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LE GROOVE, DANS LE GROOVE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UN PUISSANT GROOVE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HEUREUX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JÉSUS EST SI BON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EST SI BON POUR MOI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DOIS SAVOIR QU’IL EST SI WOUAH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FRAPPE TES MAINS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BON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BON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BON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BON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BON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BON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….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LE GROOVE, DANS LE GROOVE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UN PUISSANT GROOVE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LE GROOVE, DANS LE GROOVE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UN PUISSANT GROOVE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TRÈS BIEN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3132</TotalTime>
  <Words>507</Words>
  <Application>Microsoft Office PowerPoint</Application>
  <PresentationFormat>On-screen Show (4:3)</PresentationFormat>
  <Paragraphs>1800</Paragraphs>
  <Slides>24</Slides>
  <Notes>24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24</vt:i4>
      </vt:variant>
    </vt:vector>
  </HeadingPairs>
  <TitlesOfParts>
    <vt:vector size="28" baseType="lpstr">
      <vt:lpstr>Franklin Gothic Medium</vt:lpstr>
      <vt:lpstr>Arial</vt:lpstr>
      <vt:lpstr>Calibri</vt:lpstr>
      <vt:lpstr>Default Design</vt:lpstr>
      <vt:lpstr>DANS LE GROOVE, DANS LE GROOVE DANS UN PUISSANT GROOVE   </vt:lpstr>
      <vt:lpstr>DANS LE GROOVE, DANS LE GROOVE  DANS UN PUISSANT GROOVE    </vt:lpstr>
      <vt:lpstr>LA PLUS HAUTE SCIENCE UNE PHILOSOPHIE ÉLEVÉE     </vt:lpstr>
      <vt:lpstr>SI GRANDE INTÉGRITÉ      </vt:lpstr>
      <vt:lpstr>LES PETITS ENFANTS VIENNENT POUR RECEVOIR       </vt:lpstr>
      <vt:lpstr>UN MYSTÈRE SIMPLE POURTANT        </vt:lpstr>
      <vt:lpstr>C’EST SI BON DE LE CONNAÎTRE          </vt:lpstr>
      <vt:lpstr>MON AMOUR EST SI BON ET DISPONIBLE          </vt:lpstr>
      <vt:lpstr>N’ATTENDS PAS TROP LONGTEMPS POUR LE CONNAÎTRE           </vt:lpstr>
      <vt:lpstr>MON AMOUR EST SI BON TU PEUX ME PARLER            </vt:lpstr>
      <vt:lpstr>DANS LE GROOVE, DANS LE GROOVE DANS UN PUISSANT GROOVE             </vt:lpstr>
      <vt:lpstr>DANS LE GROOVE, DANS LE GROOVE  DANS UN PUISSANT GROOVE              </vt:lpstr>
      <vt:lpstr>CALCULANT SANS FIN L’INIQUITÉ LA MISÈRE DES ÊTRES HUMAINS               </vt:lpstr>
      <vt:lpstr>C’EST EXTRAORDINAIRE COMME EN UN INSTANT                </vt:lpstr>
      <vt:lpstr>JE CHANGERAI TON DESTIN                 </vt:lpstr>
      <vt:lpstr>DANS LE GROOVE, DANS LE GROOVE DANS UN PUISSANT GROOVE                  </vt:lpstr>
      <vt:lpstr>DANS LE GROOVE, DANS LE GROOVE  DANS UN PUISSANT GROOVE                   </vt:lpstr>
      <vt:lpstr>JE SUIS HEUREUX JÉSUS EST SI BON                    </vt:lpstr>
      <vt:lpstr>IL EST SI BON POUR MOI TU DOIS SAVOIR QU’IL EST SI WOUAH                     </vt:lpstr>
      <vt:lpstr>FRAPPE TES MAINS                      </vt:lpstr>
      <vt:lpstr>BON BON BON BON BON BON….                      </vt:lpstr>
      <vt:lpstr>DANS LE GROOVE, DANS LE GROOVE DANS UN PUISSANT GROOVE                       </vt:lpstr>
      <vt:lpstr>DANS LE GROOVE, DANS LE GROOVE  DANS UN PUISSANT GROOVE                        </vt:lpstr>
      <vt:lpstr>TRÈS BIEN                         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Admin</cp:lastModifiedBy>
  <cp:revision>152</cp:revision>
  <dcterms:created xsi:type="dcterms:W3CDTF">2002-08-17T10:50:50Z</dcterms:created>
  <dcterms:modified xsi:type="dcterms:W3CDTF">2014-11-28T13:52:47Z</dcterms:modified>
</cp:coreProperties>
</file>