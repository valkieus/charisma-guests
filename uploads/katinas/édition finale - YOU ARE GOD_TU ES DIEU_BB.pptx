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52" r:id="rId2"/>
    <p:sldId id="353" r:id="rId3"/>
    <p:sldId id="354" r:id="rId4"/>
    <p:sldId id="355" r:id="rId5"/>
    <p:sldId id="356" r:id="rId6"/>
    <p:sldId id="370" r:id="rId7"/>
    <p:sldId id="374" r:id="rId8"/>
    <p:sldId id="357" r:id="rId9"/>
    <p:sldId id="358" r:id="rId10"/>
    <p:sldId id="359" r:id="rId11"/>
    <p:sldId id="360" r:id="rId12"/>
    <p:sldId id="361" r:id="rId13"/>
    <p:sldId id="371" r:id="rId14"/>
    <p:sldId id="372" r:id="rId15"/>
    <p:sldId id="375" r:id="rId16"/>
    <p:sldId id="373" r:id="rId17"/>
    <p:sldId id="362" r:id="rId18"/>
    <p:sldId id="363" r:id="rId19"/>
    <p:sldId id="364" r:id="rId20"/>
    <p:sldId id="365" r:id="rId21"/>
    <p:sldId id="366" r:id="rId22"/>
    <p:sldId id="367" r:id="rId23"/>
    <p:sldId id="368" r:id="rId24"/>
    <p:sldId id="369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52137" autoAdjust="0"/>
  </p:normalViewPr>
  <p:slideViewPr>
    <p:cSldViewPr>
      <p:cViewPr>
        <p:scale>
          <a:sx n="54" d="100"/>
          <a:sy n="54" d="100"/>
        </p:scale>
        <p:origin x="-100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A8A99B3-3696-4A65-B980-F07632C6165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E812E30-3D42-4A49-95BE-529FDB657DE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>
              <a:defRPr/>
            </a:pPr>
            <a:r>
              <a:rPr lang="fr-FR" smtClean="0"/>
              <a:t>                        You're the Lover of my heart</a:t>
            </a:r>
          </a:p>
          <a:p>
            <a:pPr>
              <a:defRPr/>
            </a:pPr>
            <a:r>
              <a:rPr lang="fr-FR" smtClean="0"/>
              <a:t>	7-  TU ES DIEU MON GUIDE ET MON BERGER</a:t>
            </a:r>
          </a:p>
          <a:p>
            <a:pPr>
              <a:defRPr/>
            </a:pPr>
            <a:r>
              <a:rPr lang="fr-FR" smtClean="0"/>
              <a:t>	      You are God, Mender of my soul</a:t>
            </a:r>
          </a:p>
          <a:p>
            <a:pPr>
              <a:defRPr/>
            </a:pPr>
            <a:r>
              <a:rPr lang="fr-FR" smtClean="0"/>
              <a:t>	8-  CELUI QUI ME REND COMPLET TU ES DIEU</a:t>
            </a:r>
          </a:p>
          <a:p>
            <a:pPr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9-  MON AIDE CHAQUE JOUR LE SAUVEUR DE MA VIE</a:t>
            </a:r>
          </a:p>
          <a:p>
            <a:pPr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>
              <a:defRPr/>
            </a:pPr>
            <a:r>
              <a:rPr lang="fr-FR" smtClean="0"/>
              <a:t>     so I'II be still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13-  TU ES DIEU MON ÉTOILE MON SAUVEUR</a:t>
            </a:r>
          </a:p>
          <a:p>
            <a:pPr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>
              <a:defRPr/>
            </a:pPr>
            <a:r>
              <a:rPr lang="fr-FR" smtClean="0"/>
              <a:t>	     When I'm down you lift me up</a:t>
            </a:r>
          </a:p>
          <a:p>
            <a:pPr>
              <a:defRPr/>
            </a:pPr>
            <a:r>
              <a:rPr lang="fr-FR" smtClean="0"/>
              <a:t>	     You're the Lover of my heart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17-  TU ES CELUI QUI M’A DÉLIVRÉ NON PAS POUR CE QUE JE SUIS</a:t>
            </a:r>
          </a:p>
          <a:p>
            <a:pPr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>
              <a:defRPr/>
            </a:pPr>
            <a:r>
              <a:rPr lang="fr-FR" smtClean="0"/>
              <a:t>but who You are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>
              <a:defRPr/>
            </a:pPr>
            <a:r>
              <a:rPr lang="fr-FR" smtClean="0"/>
              <a:t>You are God Alpha, Omega</a:t>
            </a:r>
          </a:p>
          <a:p>
            <a:pPr>
              <a:defRPr/>
            </a:pPr>
            <a:r>
              <a:rPr lang="fr-FR" smtClean="0"/>
              <a:t>23-  JE SUIS À TOI OUI TOUT À TOI</a:t>
            </a:r>
          </a:p>
          <a:p>
            <a:pPr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DIVIN CRÉATEUR SEIGNEUR GUÉRISSEUR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Creator</a:t>
            </a:r>
            <a:r>
              <a:rPr lang="fr-FR" dirty="0" smtClean="0"/>
              <a:t> of all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  <a:r>
              <a:rPr lang="fr-FR" dirty="0" err="1" smtClean="0"/>
              <a:t>Healer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being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PAR TA JUSTICE J’AI ÉTÉ RACHETÉ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Through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righteousness</a:t>
            </a:r>
            <a:r>
              <a:rPr lang="fr-FR" dirty="0" smtClean="0"/>
              <a:t> </a:t>
            </a:r>
            <a:r>
              <a:rPr lang="fr-FR" dirty="0" err="1" smtClean="0"/>
              <a:t>I've</a:t>
            </a:r>
            <a:r>
              <a:rPr lang="fr-FR" dirty="0" smtClean="0"/>
              <a:t> been </a:t>
            </a:r>
            <a:r>
              <a:rPr lang="fr-FR" dirty="0" err="1" smtClean="0"/>
              <a:t>redeemed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PARDONNÉ PAR TA GRÂCE TA JOIE EST MA FORCE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Forgiven</a:t>
            </a:r>
            <a:r>
              <a:rPr lang="fr-FR" dirty="0" smtClean="0"/>
              <a:t> by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joy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smtClean="0"/>
              <a:t>strength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MÊME QUAND TOUT EST CHANGÉ TU RESTE LE MÊME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has </a:t>
            </a:r>
            <a:r>
              <a:rPr lang="fr-FR" dirty="0" err="1" smtClean="0"/>
              <a:t>changed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stay</a:t>
            </a:r>
            <a:r>
              <a:rPr lang="fr-FR" dirty="0" smtClean="0"/>
              <a:t> the </a:t>
            </a:r>
            <a:r>
              <a:rPr lang="fr-FR" dirty="0" err="1" smtClean="0"/>
              <a:t>same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TU ES DIEU MON ÉTOILE MON SAUVEUR</a:t>
            </a:r>
            <a:br>
              <a:rPr lang="fr-FR" dirty="0" smtClean="0"/>
            </a:br>
            <a:r>
              <a:rPr lang="fr-FR" dirty="0" smtClean="0"/>
              <a:t>	     You are </a:t>
            </a:r>
            <a:r>
              <a:rPr lang="fr-FR" dirty="0" err="1" smtClean="0"/>
              <a:t>God</a:t>
            </a:r>
            <a:r>
              <a:rPr lang="fr-FR" dirty="0" smtClean="0"/>
              <a:t> Bright and </a:t>
            </a:r>
            <a:r>
              <a:rPr lang="fr-FR" dirty="0" err="1" smtClean="0"/>
              <a:t>Morning</a:t>
            </a:r>
            <a:r>
              <a:rPr lang="fr-FR" dirty="0" smtClean="0"/>
              <a:t>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	6-  EN TOUT TEMPS TU ME RELÈVES</a:t>
            </a:r>
            <a:br>
              <a:rPr lang="fr-FR" dirty="0" smtClean="0"/>
            </a:br>
            <a:r>
              <a:rPr lang="fr-FR" dirty="0" smtClean="0"/>
              <a:t>	     TU ES L’AMOUR DE MON CŒUR</a:t>
            </a:r>
            <a:br>
              <a:rPr lang="fr-FR" dirty="0" smtClean="0"/>
            </a:br>
            <a:r>
              <a:rPr lang="fr-FR" dirty="0" smtClean="0"/>
              <a:t>                       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down </a:t>
            </a:r>
            <a:r>
              <a:rPr lang="fr-FR" dirty="0" err="1" smtClean="0"/>
              <a:t>you</a:t>
            </a:r>
            <a:r>
              <a:rPr lang="fr-FR" dirty="0" smtClean="0"/>
              <a:t>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</a:t>
            </a:r>
            <a:r>
              <a:rPr lang="fr-FR" dirty="0" err="1" smtClean="0"/>
              <a:t>You're</a:t>
            </a:r>
            <a:r>
              <a:rPr lang="fr-FR" dirty="0" smtClean="0"/>
              <a:t> the Lover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 You are </a:t>
            </a:r>
            <a:r>
              <a:rPr lang="fr-FR" dirty="0" err="1" smtClean="0"/>
              <a:t>God</a:t>
            </a:r>
            <a:r>
              <a:rPr lang="fr-FR" dirty="0" smtClean="0"/>
              <a:t>, </a:t>
            </a:r>
            <a:r>
              <a:rPr lang="fr-FR" dirty="0" err="1" smtClean="0"/>
              <a:t>Mender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rain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makes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whole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     You are </a:t>
            </a:r>
            <a:r>
              <a:rPr lang="fr-FR" dirty="0" err="1" smtClean="0"/>
              <a:t>God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Ever</a:t>
            </a:r>
            <a:r>
              <a:rPr lang="fr-FR" dirty="0" smtClean="0"/>
              <a:t>-</a:t>
            </a:r>
            <a:r>
              <a:rPr lang="fr-FR" dirty="0" err="1" smtClean="0"/>
              <a:t>present</a:t>
            </a:r>
            <a:r>
              <a:rPr lang="fr-FR" dirty="0" smtClean="0"/>
              <a:t> help </a:t>
            </a:r>
            <a:r>
              <a:rPr lang="fr-FR" dirty="0" err="1" smtClean="0"/>
              <a:t>Savior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life</a:t>
            </a:r>
            <a:br>
              <a:rPr lang="fr-FR" dirty="0" smtClean="0"/>
            </a:br>
            <a:r>
              <a:rPr lang="fr-FR" dirty="0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Everything</a:t>
            </a:r>
            <a:r>
              <a:rPr lang="fr-FR" dirty="0" smtClean="0"/>
              <a:t> I have </a:t>
            </a:r>
            <a:r>
              <a:rPr lang="fr-FR" dirty="0" err="1" smtClean="0"/>
              <a:t>belongs</a:t>
            </a:r>
            <a:r>
              <a:rPr lang="fr-FR" dirty="0" smtClean="0"/>
              <a:t> to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time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hands</a:t>
            </a:r>
            <a:br>
              <a:rPr lang="fr-FR" dirty="0" smtClean="0"/>
            </a:br>
            <a:r>
              <a:rPr lang="fr-FR" dirty="0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purpose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I know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you'll</a:t>
            </a:r>
            <a:r>
              <a:rPr lang="fr-FR" dirty="0" smtClean="0"/>
              <a:t> </a:t>
            </a:r>
            <a:r>
              <a:rPr lang="fr-FR" dirty="0" err="1" smtClean="0"/>
              <a:t>provide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so</a:t>
            </a:r>
            <a:r>
              <a:rPr lang="fr-FR" dirty="0" smtClean="0"/>
              <a:t> I'II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You are </a:t>
            </a:r>
            <a:r>
              <a:rPr lang="fr-FR" dirty="0" err="1" smtClean="0"/>
              <a:t>God</a:t>
            </a:r>
            <a:r>
              <a:rPr lang="fr-FR" dirty="0" smtClean="0"/>
              <a:t> Bright and </a:t>
            </a:r>
            <a:r>
              <a:rPr lang="fr-FR" dirty="0" err="1" smtClean="0"/>
              <a:t>Morning</a:t>
            </a:r>
            <a:r>
              <a:rPr lang="fr-FR" dirty="0" smtClean="0"/>
              <a:t> Star</a:t>
            </a:r>
            <a:br>
              <a:rPr lang="fr-FR" dirty="0" smtClean="0"/>
            </a:br>
            <a:r>
              <a:rPr lang="fr-FR" dirty="0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down </a:t>
            </a:r>
            <a:r>
              <a:rPr lang="fr-FR" dirty="0" err="1" smtClean="0"/>
              <a:t>you</a:t>
            </a:r>
            <a:r>
              <a:rPr lang="fr-FR" dirty="0" smtClean="0"/>
              <a:t>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You're</a:t>
            </a:r>
            <a:r>
              <a:rPr lang="fr-FR" dirty="0" smtClean="0"/>
              <a:t> the Lover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You are </a:t>
            </a:r>
            <a:r>
              <a:rPr lang="fr-FR" dirty="0" err="1" smtClean="0"/>
              <a:t>God</a:t>
            </a:r>
            <a:r>
              <a:rPr lang="fr-FR" dirty="0" smtClean="0"/>
              <a:t>, </a:t>
            </a:r>
            <a:r>
              <a:rPr lang="fr-FR" dirty="0" err="1" smtClean="0"/>
              <a:t>Mender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soul</a:t>
            </a:r>
            <a:br>
              <a:rPr lang="fr-FR" dirty="0" smtClean="0"/>
            </a:br>
            <a:r>
              <a:rPr lang="fr-FR" dirty="0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rain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makes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whole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     You are </a:t>
            </a:r>
            <a:r>
              <a:rPr lang="fr-FR" dirty="0" err="1" smtClean="0"/>
              <a:t>God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the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delivers</a:t>
            </a:r>
            <a:r>
              <a:rPr lang="fr-FR" dirty="0" smtClean="0"/>
              <a:t> me </a:t>
            </a:r>
            <a:r>
              <a:rPr lang="fr-FR" dirty="0" err="1" smtClean="0"/>
              <a:t>It's</a:t>
            </a:r>
            <a:r>
              <a:rPr lang="fr-FR" dirty="0" smtClean="0"/>
              <a:t> not </a:t>
            </a:r>
            <a:r>
              <a:rPr lang="fr-FR" dirty="0" err="1" smtClean="0"/>
              <a:t>because</a:t>
            </a:r>
            <a:r>
              <a:rPr lang="fr-FR" dirty="0" smtClean="0"/>
              <a:t> of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but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provider</a:t>
            </a:r>
            <a:br>
              <a:rPr lang="fr-FR" dirty="0" smtClean="0"/>
            </a:br>
            <a:r>
              <a:rPr lang="fr-FR" dirty="0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down You lift me </a:t>
            </a:r>
            <a:r>
              <a:rPr lang="fr-FR" dirty="0" err="1" smtClean="0"/>
              <a:t>higher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weak</a:t>
            </a:r>
            <a:r>
              <a:rPr lang="fr-FR" dirty="0" smtClean="0"/>
              <a:t> You are the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turns</a:t>
            </a:r>
            <a:r>
              <a:rPr lang="fr-FR" dirty="0" smtClean="0"/>
              <a:t> me </a:t>
            </a:r>
            <a:r>
              <a:rPr lang="fr-FR" dirty="0" err="1" smtClean="0"/>
              <a:t>into</a:t>
            </a:r>
            <a:r>
              <a:rPr lang="fr-FR" dirty="0" smtClean="0"/>
              <a:t> gold</a:t>
            </a:r>
            <a:br>
              <a:rPr lang="fr-FR" dirty="0" smtClean="0"/>
            </a:br>
            <a:r>
              <a:rPr lang="fr-FR" dirty="0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God</a:t>
            </a:r>
            <a:r>
              <a:rPr lang="fr-FR" dirty="0" smtClean="0"/>
              <a:t>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life Lord I </a:t>
            </a:r>
            <a:r>
              <a:rPr lang="fr-FR" dirty="0" err="1" smtClean="0"/>
              <a:t>surrender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24-  CELUI QUI ME REND COMPLET TU ES DIEU</a:t>
            </a:r>
            <a:br>
              <a:rPr lang="fr-FR" dirty="0" smtClean="0"/>
            </a:b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rain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makes</a:t>
            </a:r>
            <a:r>
              <a:rPr lang="fr-FR" dirty="0" smtClean="0"/>
              <a:t> me </a:t>
            </a:r>
            <a:r>
              <a:rPr lang="fr-FR" dirty="0" err="1" smtClean="0"/>
              <a:t>whole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You are </a:t>
            </a:r>
            <a:r>
              <a:rPr lang="fr-FR" dirty="0" err="1" smtClean="0"/>
              <a:t>God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You are God, Mender of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AIDE CHAQUE JOUR LE SAUVEUR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 I'II be still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TU ES DIEU MON ÉTOILE MON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CELUI QUI M’A DÉLIVRÉ NON PAS POUR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SUIS À TOI OUI TOUT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TU ES DIEU MON GUIDE ET MON BERGER</a:t>
            </a:r>
          </a:p>
          <a:p>
            <a:r>
              <a:rPr lang="fr-FR" smtClean="0"/>
              <a:t>	      You are God, Mender of my soul</a:t>
            </a:r>
          </a:p>
          <a:p>
            <a:r>
              <a:rPr lang="fr-FR" smtClean="0"/>
              <a:t>	8-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MON AIDE CHAQUE JOUR LE SAUVEUR DE MA VIE</a:t>
            </a:r>
          </a:p>
          <a:p>
            <a:r>
              <a:rPr lang="fr-FR" smtClean="0"/>
              <a:t>     Ever-present help Savior of my life</a:t>
            </a:r>
            <a:br>
              <a:rPr lang="fr-FR" smtClean="0"/>
            </a:br>
            <a:r>
              <a:rPr lang="fr-FR" smtClean="0"/>
              <a:t>10-  ET TOUT CE QUE J’AI T’APPARTIENT MON TEMPS EST DANS TES MAINS</a:t>
            </a:r>
          </a:p>
          <a:p>
            <a:r>
              <a:rPr lang="fr-FR" smtClean="0"/>
              <a:t>     Everything I have belongs to you My time is in your hands</a:t>
            </a:r>
            <a:br>
              <a:rPr lang="fr-FR" smtClean="0"/>
            </a:br>
            <a:r>
              <a:rPr lang="fr-FR" smtClean="0"/>
              <a:t>11-  TES DÉSIRS SONT LES MIENS JE SAIS QUE TU POURVOIRAS</a:t>
            </a:r>
          </a:p>
          <a:p>
            <a:r>
              <a:rPr lang="fr-FR" smtClean="0"/>
              <a:t>     My purpose is your will I know that you'll provide </a:t>
            </a:r>
            <a:br>
              <a:rPr lang="fr-FR" smtClean="0"/>
            </a:br>
            <a:r>
              <a:rPr lang="fr-FR" smtClean="0"/>
              <a:t>12-  JE GARDE LA FOI</a:t>
            </a:r>
          </a:p>
          <a:p>
            <a:r>
              <a:rPr lang="fr-FR" smtClean="0"/>
              <a:t>     so I'II be still </a:t>
            </a:r>
          </a:p>
          <a:p>
            <a:endParaRPr lang="fr-FR" smtClean="0"/>
          </a:p>
          <a:p>
            <a:r>
              <a:rPr lang="fr-FR" smtClean="0"/>
              <a:t>	13-  TU ES DIEU MON ÉTOILE MON SAUVEUR</a:t>
            </a:r>
          </a:p>
          <a:p>
            <a:r>
              <a:rPr lang="fr-FR" smtClean="0"/>
              <a:t>	     You are God Bright and Morning Star</a:t>
            </a:r>
            <a:br>
              <a:rPr lang="fr-FR" smtClean="0"/>
            </a:br>
            <a:r>
              <a:rPr lang="fr-FR" smtClean="0"/>
              <a:t>	14-  EN TOUT TEMPS TU ME RELÈVES TU ES L’AMOUR DE MON CŒUR</a:t>
            </a:r>
          </a:p>
          <a:p>
            <a:r>
              <a:rPr lang="fr-FR" smtClean="0"/>
              <a:t>	     When I'm down you lift me up</a:t>
            </a:r>
          </a:p>
          <a:p>
            <a:r>
              <a:rPr lang="fr-FR" smtClean="0"/>
              <a:t>	     You're the Lover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TU ES DIEU MON GUIDE ET MON BERGER</a:t>
            </a:r>
          </a:p>
          <a:p>
            <a:r>
              <a:rPr lang="fr-FR" smtClean="0"/>
              <a:t>	     You are God, Mender of my soul</a:t>
            </a:r>
            <a:br>
              <a:rPr lang="fr-FR" smtClean="0"/>
            </a:br>
            <a:r>
              <a:rPr lang="fr-FR" smtClean="0"/>
              <a:t>	16-  CELUI QUI ME REND COMPLET TU ES DIEU</a:t>
            </a:r>
          </a:p>
          <a:p>
            <a:r>
              <a:rPr lang="fr-FR" smtClean="0"/>
              <a:t>	     You're the rain that makes my whole</a:t>
            </a:r>
            <a:br>
              <a:rPr lang="fr-FR" smtClean="0"/>
            </a:br>
            <a:r>
              <a:rPr lang="fr-FR" smtClean="0"/>
              <a:t>	     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17-  TU ES CELUI QUI M’A DÉLIVRÉ NON PAS POUR CE QUE JE SUIS</a:t>
            </a:r>
          </a:p>
          <a:p>
            <a:r>
              <a:rPr lang="fr-FR" smtClean="0"/>
              <a:t>You are the One that delivers me It's not because of what I am</a:t>
            </a:r>
            <a:br>
              <a:rPr lang="fr-FR" smtClean="0"/>
            </a:br>
            <a:r>
              <a:rPr lang="fr-FR" smtClean="0"/>
              <a:t>18-  MAIS QUI TU ES…</a:t>
            </a:r>
          </a:p>
          <a:p>
            <a:r>
              <a:rPr lang="fr-FR" smtClean="0"/>
              <a:t>but who You are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19-  TU ES DIEU TU POURVOIS POUR MOI</a:t>
            </a:r>
          </a:p>
          <a:p>
            <a:r>
              <a:rPr lang="fr-FR" smtClean="0"/>
              <a:t>You are God You're my provider</a:t>
            </a:r>
            <a:br>
              <a:rPr lang="fr-FR" smtClean="0"/>
            </a:br>
            <a:r>
              <a:rPr lang="fr-FR" smtClean="0"/>
              <a:t>20-  ET MÊME EN BAS TU ME RELÈVERAS QUAND JE SUIS FAIBLE</a:t>
            </a:r>
          </a:p>
          <a:p>
            <a:r>
              <a:rPr lang="fr-FR" smtClean="0"/>
              <a:t>When I'm down You lift me higher</a:t>
            </a:r>
            <a:br>
              <a:rPr lang="fr-FR" smtClean="0"/>
            </a:br>
            <a:r>
              <a:rPr lang="fr-FR" smtClean="0"/>
              <a:t>21-  TU ES LE FEU QUI ME TRANSFORME EN OR</a:t>
            </a:r>
          </a:p>
          <a:p>
            <a:r>
              <a:rPr lang="fr-FR" smtClean="0"/>
              <a:t>When I'm weak You are the fire that turns me into gold</a:t>
            </a:r>
            <a:br>
              <a:rPr lang="fr-FR" smtClean="0"/>
            </a:br>
            <a:r>
              <a:rPr lang="fr-FR" smtClean="0"/>
              <a:t>22-  TU ES DIEU ALPHA, OMEGA</a:t>
            </a:r>
          </a:p>
          <a:p>
            <a:r>
              <a:rPr lang="fr-FR" smtClean="0"/>
              <a:t>You are God Alpha, Omega</a:t>
            </a:r>
          </a:p>
          <a:p>
            <a:r>
              <a:rPr lang="fr-FR" smtClean="0"/>
              <a:t>23-  JE SUIS À TOI OUI TOUT À TOI</a:t>
            </a:r>
          </a:p>
          <a:p>
            <a:r>
              <a:rPr lang="fr-FR" smtClean="0"/>
              <a:t>Take my life Lord I surrender</a:t>
            </a:r>
            <a:br>
              <a:rPr lang="fr-FR" smtClean="0"/>
            </a:br>
            <a:r>
              <a:rPr lang="fr-FR" smtClean="0"/>
              <a:t>24-  CELUI QUI ME REND COMPLET TU ES DIEU</a:t>
            </a:r>
            <a:br>
              <a:rPr lang="fr-FR" smtClean="0"/>
            </a:br>
            <a:r>
              <a:rPr lang="fr-FR" smtClean="0"/>
              <a:t>You're the rain that makes me whole</a:t>
            </a:r>
            <a:br>
              <a:rPr lang="fr-FR" smtClean="0"/>
            </a:br>
            <a:r>
              <a:rPr lang="fr-FR" smtClean="0"/>
              <a:t>You are God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41021-EBFA-4E6B-A0F9-92CC88B18C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1E18A-8EF2-47AB-BC7A-CF6D1AC6BE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5AFE8-DCB2-466C-9197-F799500DCB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D2C3A-93BD-437A-8285-124B0C021A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60B937-6B92-45F5-8290-49464088F5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C9549-4779-476D-A05C-36F7A670C3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F057C-3BF0-40D7-AEFC-6F3F7C9CD1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98EF72-3225-4C94-A5CC-703657470C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6C275-E2BB-4729-B9E8-F0447CC430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ADDDD7-C431-483A-A52E-8A80BCAC12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8BF5F8-6667-4C03-B44A-6C1FC3FCBF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1D0948F-8333-4B1C-8C95-09DB065992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DIVIN CRÉATEUR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GUÉRISSEUR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TA JUSTICE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ÉTÉ RACHETÉ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PARDONNÉ PAR TA GRÂCE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JOIE EST MA FORCE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QUAND TOUT EST CHANGÉ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RESTES LE MÊME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ÉTOILE, MON SAUVEUR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TOUT TEMPS, TU ME RELÈVES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L’AMOUR DE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GUIDE ET MON BERGER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ME REND COMPLET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AIDE CHAQUE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SAUVEUR DE MA VIE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CE QUE J’AI T’APPARTIENT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TEMPS EST DANS TES MAINS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DÉSIRS SONT LES MIENS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TU POURVOIRAS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GARDE LA FOI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ÉTOILE, MON SAUVEUR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TOUT TEMPS, TU ME RELÈVES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L’AMOUR DE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GUIDE ET MON BERGER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ME REND COMPLET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CELUI QUI M’A DÉLIVRÉ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NON PAS POUR CE QUE JE SUIS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QUI TU ES…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POURVOIS 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MÊME EN BAS, TU ME RELÈVERAS QUAND JE SUIS FAIBLE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FEU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ME TRANSFORME EN OR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ALPHA, OMEGA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À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TOUT À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ME REND COMPLET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3175</TotalTime>
  <Words>351</Words>
  <Application>Microsoft Office PowerPoint</Application>
  <PresentationFormat>On-screen Show (4:3)</PresentationFormat>
  <Paragraphs>1896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Franklin Gothic Medium</vt:lpstr>
      <vt:lpstr>Arial</vt:lpstr>
      <vt:lpstr>Calibri</vt:lpstr>
      <vt:lpstr>Default Design</vt:lpstr>
      <vt:lpstr>DIVIN CRÉATEUR SEIGNEUR GUÉRISSEUR   </vt:lpstr>
      <vt:lpstr>PAR TA JUSTICE  J’AI ÉTÉ RACHETÉ    </vt:lpstr>
      <vt:lpstr>PARDONNÉ PAR TA GRÂCE TA JOIE EST MA FORCE     </vt:lpstr>
      <vt:lpstr>MÊME QUAND TOUT EST CHANGÉ TU RESTES LE MÊME      </vt:lpstr>
      <vt:lpstr>TU ES DIEU MON ÉTOILE, MON SAUVEUR         </vt:lpstr>
      <vt:lpstr>EN TOUT TEMPS, TU ME RELÈVES TU ES L’AMOUR DE MON CŒUR          </vt:lpstr>
      <vt:lpstr>TU ES DIEU MON GUIDE ET MON BERGER         </vt:lpstr>
      <vt:lpstr>CELUI QUI ME REND COMPLET TU ES DIEU         </vt:lpstr>
      <vt:lpstr>MON AIDE CHAQUE JOUR LE SAUVEUR DE MA VIE          </vt:lpstr>
      <vt:lpstr>ET TOUT CE QUE J’AI T’APPARTIENT MON TEMPS EST DANS TES MAINS           </vt:lpstr>
      <vt:lpstr>TES DÉSIRS SONT LES MIENS JE SAIS QUE TU POURVOIRAS            </vt:lpstr>
      <vt:lpstr>JE GARDE LA FOI             </vt:lpstr>
      <vt:lpstr>TU ES DIEU MON ÉTOILE, MON SAUVEUR         </vt:lpstr>
      <vt:lpstr>EN TOUT TEMPS, TU ME RELÈVES TU ES L’AMOUR DE MON CŒUR          </vt:lpstr>
      <vt:lpstr>TU ES DIEU MON GUIDE ET MON BERGER         </vt:lpstr>
      <vt:lpstr>CELUI QUI ME REND COMPLET TU ES DIEU         </vt:lpstr>
      <vt:lpstr>TU ES CELUI QUI M’A DÉLIVRÉ NON PAS POUR CE QUE JE SUIS              </vt:lpstr>
      <vt:lpstr>MAIS QUI TU ES…               </vt:lpstr>
      <vt:lpstr>TU ES DIEU TU POURVOIS POUR MOI                </vt:lpstr>
      <vt:lpstr>ET MÊME EN BAS, TU ME RELÈVERAS QUAND JE SUIS FAIBLE                  </vt:lpstr>
      <vt:lpstr>TU ES LE FEU QUI ME TRANSFORME EN OR                  </vt:lpstr>
      <vt:lpstr>TU ES DIEU ALPHA, OMEGA                   </vt:lpstr>
      <vt:lpstr>JE SUIS À TOI OUI TOUT À TOI                   </vt:lpstr>
      <vt:lpstr>CELUI QUI ME REND COMPLET TU ES DIEU                   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158</cp:revision>
  <dcterms:created xsi:type="dcterms:W3CDTF">2002-08-17T10:50:50Z</dcterms:created>
  <dcterms:modified xsi:type="dcterms:W3CDTF">2014-04-13T07:55:29Z</dcterms:modified>
</cp:coreProperties>
</file>