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21" r:id="rId9"/>
    <p:sldId id="322" r:id="rId10"/>
    <p:sldId id="323" r:id="rId11"/>
    <p:sldId id="313" r:id="rId12"/>
    <p:sldId id="314" r:id="rId13"/>
    <p:sldId id="315" r:id="rId14"/>
    <p:sldId id="333" r:id="rId15"/>
    <p:sldId id="316" r:id="rId16"/>
    <p:sldId id="317" r:id="rId17"/>
    <p:sldId id="318" r:id="rId18"/>
    <p:sldId id="319" r:id="rId19"/>
    <p:sldId id="320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4" r:id="rId3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16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300FDB5-EFD6-47A4-8EEA-F0C8743E083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EFB52EB-77A2-4462-84FE-9BC1EF96F79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	5-  QU’IMPORTE QUI TU ES OÙ TU ES PASSÉ</a:t>
            </a:r>
          </a:p>
          <a:p>
            <a:r>
              <a:rPr lang="fr-FR" smtClean="0"/>
              <a:t>	     Whoever you are Wherever you've been</a:t>
            </a:r>
          </a:p>
          <a:p>
            <a:r>
              <a:rPr lang="fr-FR" smtClean="0"/>
              <a:t>	6-  POUR LUI ÇA NE CHANGE RIEN C’EST SON AMOUR, FAIS DEMI-TOUR</a:t>
            </a:r>
          </a:p>
          <a:p>
            <a:r>
              <a:rPr lang="fr-FR" smtClean="0"/>
              <a:t>	     It don't matter to Him This is love turn around</a:t>
            </a:r>
          </a:p>
          <a:p>
            <a:r>
              <a:rPr lang="fr-FR" smtClean="0"/>
              <a:t>	7-  RETOURNE À LUI</a:t>
            </a:r>
          </a:p>
          <a:p>
            <a:r>
              <a:rPr lang="fr-FR" smtClean="0"/>
              <a:t>	     Come on home</a:t>
            </a:r>
          </a:p>
          <a:p>
            <a:endParaRPr lang="fr-FR" smtClean="0"/>
          </a:p>
          <a:p>
            <a:r>
              <a:rPr lang="fr-FR" smtClean="0"/>
              <a:t>	8-  QU’IMPORTE QUI TU ES CE QUE TU AS FAIT</a:t>
            </a:r>
          </a:p>
          <a:p>
            <a:r>
              <a:rPr lang="fr-FR" smtClean="0"/>
              <a:t>	     Whoever you are Whatever you've done</a:t>
            </a:r>
          </a:p>
          <a:p>
            <a:r>
              <a:rPr lang="fr-FR" smtClean="0"/>
              <a:t>	9-  SES BRAS SONT BIEN ASSEZ GRANDS</a:t>
            </a:r>
            <a:br>
              <a:rPr lang="fr-FR" smtClean="0"/>
            </a:br>
            <a:r>
              <a:rPr lang="fr-FR" smtClean="0"/>
              <a:t>	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 This is love the time is now</a:t>
            </a:r>
          </a:p>
          <a:p>
            <a:r>
              <a:rPr lang="fr-FR" smtClean="0"/>
              <a:t>	10-  RETOURNE À LUI </a:t>
            </a:r>
          </a:p>
          <a:p>
            <a:r>
              <a:rPr lang="fr-FR" smtClean="0"/>
              <a:t>	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	16-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17-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 turn around</a:t>
            </a:r>
          </a:p>
          <a:p>
            <a:r>
              <a:rPr lang="fr-FR" smtClean="0"/>
              <a:t>	18-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19-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20-  SES BRAS SONT BIEN ASSEZ GRANDS</a:t>
            </a:r>
            <a:br>
              <a:rPr lang="fr-FR" smtClean="0"/>
            </a:br>
            <a:r>
              <a:rPr lang="fr-FR" smtClean="0"/>
              <a:t>	       TU AS TA PLACE C’EST LE MOMENT</a:t>
            </a:r>
          </a:p>
          <a:p>
            <a:r>
              <a:rPr lang="fr-FR" smtClean="0"/>
              <a:t>	       There is room for everyone</a:t>
            </a:r>
          </a:p>
          <a:p>
            <a:r>
              <a:rPr lang="fr-FR" smtClean="0"/>
              <a:t>	       This is love, the time is now</a:t>
            </a:r>
          </a:p>
          <a:p>
            <a:r>
              <a:rPr lang="fr-FR" smtClean="0"/>
              <a:t>	21-  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	x2</a:t>
            </a:r>
          </a:p>
          <a:p>
            <a:endParaRPr lang="fr-FR" smtClean="0"/>
          </a:p>
          <a:p>
            <a:r>
              <a:rPr lang="fr-FR" smtClean="0"/>
              <a:t>	23-  QU’IMPORTE QUI TU ES OÙ TU ES PASSÉ</a:t>
            </a:r>
          </a:p>
          <a:p>
            <a:r>
              <a:rPr lang="fr-FR" smtClean="0"/>
              <a:t>	       Whoever you are Wherever you've been</a:t>
            </a:r>
          </a:p>
          <a:p>
            <a:r>
              <a:rPr lang="fr-FR" smtClean="0"/>
              <a:t>	24-  POUR LUI ÇA NE CHANGE RIEN</a:t>
            </a:r>
            <a:br>
              <a:rPr lang="fr-FR" smtClean="0"/>
            </a:br>
            <a:r>
              <a:rPr lang="fr-FR" smtClean="0"/>
              <a:t>	      C’EST SON AMOUR, FAIS DEMI-TOUR</a:t>
            </a:r>
          </a:p>
          <a:p>
            <a:r>
              <a:rPr lang="fr-FR" smtClean="0"/>
              <a:t>	      It don't matter to Him</a:t>
            </a:r>
          </a:p>
          <a:p>
            <a:r>
              <a:rPr lang="fr-FR" smtClean="0"/>
              <a:t>	      This is love, turn around</a:t>
            </a:r>
          </a:p>
          <a:p>
            <a:r>
              <a:rPr lang="fr-FR" smtClean="0"/>
              <a:t>	25-  REVIENS À LUI 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r>
              <a:rPr lang="fr-FR" smtClean="0"/>
              <a:t>	26-  QU’IMPORTE QUI TU ES CE QUE TU AS FAIT</a:t>
            </a:r>
          </a:p>
          <a:p>
            <a:r>
              <a:rPr lang="fr-FR" smtClean="0"/>
              <a:t>	       Whoever you are Whatever you've done</a:t>
            </a:r>
          </a:p>
          <a:p>
            <a:r>
              <a:rPr lang="fr-FR" smtClean="0"/>
              <a:t>	27-  SES BRAS SONT BIEN ASSEZ GRANDS</a:t>
            </a:r>
            <a:br>
              <a:rPr lang="fr-FR" smtClean="0"/>
            </a:br>
            <a:r>
              <a:rPr lang="fr-FR" smtClean="0"/>
              <a:t>	      TU AS TA PLACE C’EST LE MOMENT</a:t>
            </a:r>
          </a:p>
          <a:p>
            <a:r>
              <a:rPr lang="fr-FR" smtClean="0"/>
              <a:t>	      There is room for everyone</a:t>
            </a:r>
          </a:p>
          <a:p>
            <a:r>
              <a:rPr lang="fr-FR" smtClean="0"/>
              <a:t>	      This is love, the time is now</a:t>
            </a:r>
          </a:p>
          <a:p>
            <a:r>
              <a:rPr lang="fr-FR" smtClean="0"/>
              <a:t>	28-  REVIENS À LUI</a:t>
            </a:r>
          </a:p>
          <a:p>
            <a:r>
              <a:rPr lang="fr-FR" smtClean="0"/>
              <a:t>	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420E6-8C59-4469-A90D-A3A28CBCDA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63062-4011-4BA1-8C2A-57C1BAAC91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54C50C-AFB3-4CB1-8CB6-71FE19C3C2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252209-199B-4D85-B616-19F467D36E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B0146C-654E-4481-9017-F32D53BFA9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EB8A70-B0E2-405C-8A1B-D17D872B19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29FC74-6376-4348-9003-90C7B92610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E064A8-2DD9-447E-89F1-27E3D1B198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E03F1-C223-4AF6-A386-EE0F79973C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8717C0-CDAC-4A74-AEA8-9D23DF338C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C6B8D5-26EA-4E59-8573-A289F11BE2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098DF55-2777-4987-BBB3-ECF56875BC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CŒUR AGITÉ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J’AI TANT DE QUESTIONS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LIÉ PAR CES CHAÎNES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BLOQUÉ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CHERCHER DES RÉPONSES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PERDU MON CHEMIN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PUIS-JE ALLER ?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EST-CE LA FIN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QU’IMPORTE QUI TU 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TU ES PASSÉ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LUI, ÇA NE CHANGE RIEN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SON AMOUR, FAIS DEMI-TOUR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RETOURNE À LUI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QU’IMPORTE QUI TU 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TU AS FAIT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SES BRAS SONT BIEN ASSEZ GRANDS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TA PLACE, C’EST LE MOMENT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RETOURNE À LUI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LE GRAND JOUR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N’AIE AUCUNE HONTE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TON SAUVEUR T’ATTEND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GRÂCE ADMIRABLE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VIENT BRISER TOUTES LES CHAÎNES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LIBRE AUJOURD’HUI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SUIS LIBRE AUJOURD’HUI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QU’IMPORTE QUI TU 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TU ES PASSÉ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LUI, ÇA NE CHANGE RIEN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SON AMOUR, FAIS DEMI-TOUR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REVIENS À LUI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QU’IMPORTE QUI TU 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TU AS FAIT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SES BRAS SONT BIEN ASSEZ GRANDS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TA PLACE, C’EST LE MOMENT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À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SAUVÉ PAR SA GRÂCE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QU’IMPORTE QUI TU 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TU ES PASSÉ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LUI, ÇA NE CHANGE RIEN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SON AMOUR, FAIS DEMI-TOUR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REVIENS À LUI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QU’IMPORTE QUI TU 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TU AS FAIT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SES BRAS SONT BIEN ASSEZ GRANDS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TA PLACE, C’EST LE MOMENT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REVIENS À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3101</TotalTime>
  <Words>3941</Words>
  <Application>Microsoft Office PowerPoint</Application>
  <PresentationFormat>On-screen Show (4:3)</PresentationFormat>
  <Paragraphs>4142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3" baseType="lpstr">
      <vt:lpstr>Franklin Gothic Medium</vt:lpstr>
      <vt:lpstr>Arial</vt:lpstr>
      <vt:lpstr>Calibri</vt:lpstr>
      <vt:lpstr>Default Design</vt:lpstr>
      <vt:lpstr>MON CŒUR AGITÉ  J’AI TANT DE QUESTIONS</vt:lpstr>
      <vt:lpstr>LIÉ PAR CES CHAÎNES JE SUIS BLOQUÉ</vt:lpstr>
      <vt:lpstr>À CHERCHER DES RÉPONSES J’AI PERDU MON CHEMIN</vt:lpstr>
      <vt:lpstr>OÙ PUIS-JE ALLER ? EST-CE LA FIN ?</vt:lpstr>
      <vt:lpstr>QU’IMPORTE QUI TU ES OÙ TU ES PASSÉ</vt:lpstr>
      <vt:lpstr>POUR LUI, ÇA NE CHANGE RIEN C’EST SON AMOUR, FAIS DEMI-TOUR</vt:lpstr>
      <vt:lpstr>RETOURNE À LUI </vt:lpstr>
      <vt:lpstr>QU’IMPORTE QUI TU ES CE QUE TU AS FAIT</vt:lpstr>
      <vt:lpstr>SES BRAS SONT BIEN ASSEZ GRANDS TU AS TA PLACE, C’EST LE MOMENT</vt:lpstr>
      <vt:lpstr>RETOURNE À LUI </vt:lpstr>
      <vt:lpstr>C’EST LE GRAND JOUR N’AIE AUCUNE HONTE</vt:lpstr>
      <vt:lpstr>L’AMOUR DE TON SAUVEUR T’ATTEND</vt:lpstr>
      <vt:lpstr>SA GRÂCE ADMIRABLE</vt:lpstr>
      <vt:lpstr>VIENT BRISER TOUTES LES CHAÎNES</vt:lpstr>
      <vt:lpstr>JE SUIS LIBRE AUJOURD’HUI  JE SUIS LIBRE AUJOURD’HUI</vt:lpstr>
      <vt:lpstr>QU’IMPORTE QUI TU ES OÙ TU ES PASSÉ</vt:lpstr>
      <vt:lpstr>POUR LUI, ÇA NE CHANGE RIEN C’EST SON AMOUR, FAIS DEMI-TOUR</vt:lpstr>
      <vt:lpstr>REVIENS À LUI </vt:lpstr>
      <vt:lpstr>QU’IMPORTE QUI TU ES CE QUE TU AS FAIT</vt:lpstr>
      <vt:lpstr>SES BRAS SONT BIEN ASSEZ GRANDS TU AS TA PLACE, C’EST LE MOMENT</vt:lpstr>
      <vt:lpstr>VIENS À LUI</vt:lpstr>
      <vt:lpstr>JE SUIS SAUVÉ PAR SA GRÂCE</vt:lpstr>
      <vt:lpstr>QU’IMPORTE QUI TU ES OÙ TU ES PASSÉ</vt:lpstr>
      <vt:lpstr>POUR LUI, ÇA NE CHANGE RIEN C’EST SON AMOUR, FAIS DEMI-TOUR</vt:lpstr>
      <vt:lpstr>REVIENS À LUI </vt:lpstr>
      <vt:lpstr>QU’IMPORTE QUI TU ES CE QUE TU AS FAIT</vt:lpstr>
      <vt:lpstr>SES BRAS SONT BIEN ASSEZ GRANDS TU AS TA PLACE, C’EST LE MOMENT</vt:lpstr>
      <vt:lpstr>REVIENS À LUI</vt:lpstr>
      <vt:lpstr>Diapositive 29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151</cp:revision>
  <dcterms:created xsi:type="dcterms:W3CDTF">2002-08-17T10:50:50Z</dcterms:created>
  <dcterms:modified xsi:type="dcterms:W3CDTF">2014-04-13T08:34:03Z</dcterms:modified>
</cp:coreProperties>
</file>