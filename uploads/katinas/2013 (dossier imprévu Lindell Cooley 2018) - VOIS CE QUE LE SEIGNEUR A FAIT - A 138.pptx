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92" autoAdjust="0"/>
    <p:restoredTop sz="39075" autoAdjust="0"/>
  </p:normalViewPr>
  <p:slideViewPr>
    <p:cSldViewPr>
      <p:cViewPr varScale="1">
        <p:scale>
          <a:sx n="43" d="100"/>
          <a:sy n="43" d="100"/>
        </p:scale>
        <p:origin x="-359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765AD081-602B-4BA5-958C-098C925BAEB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7FF7DC92-38D4-4420-98B5-8471592F100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VOIS CE QUE LE SEIGNEUR A FAIT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GUÉRIT MON CORPS TOUCHA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IL M’A SAUVÉ JUSTE À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LOUER SON NOM CHAQUE JOUR, TOUT LE TEMPS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VAIS LE LOUER VOIS CE QUE LE SEIGNEUR A FAIT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JE L’AI, JE L’AI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IL Y A QUELQUE CHOSE :  LE SAINT-ESPRIT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L’AI DANS MES MAINS JE L’AI DANS MES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L’AI QUAND JE MARCHE JE L’AI QUAND JE PARLE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N’EST PAS MORT IL EST VIVANT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VOIS CE QUE LE SEIGNEUR A FAIT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2-  IL GUÉRIT MON CORPS TOUCHA MON ÂME</a:t>
            </a:r>
          </a:p>
          <a:p>
            <a:r>
              <a:rPr lang="fr-FR" smtClean="0">
                <a:latin typeface="Times New Roman" pitchFamily="18" charset="0"/>
              </a:rPr>
              <a:t>3-  IL M’A SAUVÉ JUSTE À TEMPS</a:t>
            </a:r>
          </a:p>
          <a:p>
            <a:r>
              <a:rPr lang="fr-FR" smtClean="0">
                <a:latin typeface="Times New Roman" pitchFamily="18" charset="0"/>
              </a:rPr>
              <a:t>4-  JE VAIS LOUER SON NOM CHAQUE JOUR, TOUT LE TEMPS </a:t>
            </a:r>
          </a:p>
          <a:p>
            <a:r>
              <a:rPr lang="fr-FR" smtClean="0">
                <a:latin typeface="Times New Roman" pitchFamily="18" charset="0"/>
              </a:rPr>
              <a:t>5-  JE VAIS LE LOUER VOIS CE QUE LE SEIGNEUR A FAIT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6-  JE L’AI, JE L’AI  X2</a:t>
            </a:r>
          </a:p>
          <a:p>
            <a:r>
              <a:rPr lang="fr-FR" smtClean="0">
                <a:latin typeface="Times New Roman" pitchFamily="18" charset="0"/>
              </a:rPr>
              <a:t>7-  IL Y A QUELQUE CHOSE :  LE SAINT-ESPRIT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8-  JE L’AI DANS MES MAINS JE L’AI DANS MES PIEDS</a:t>
            </a:r>
          </a:p>
          <a:p>
            <a:r>
              <a:rPr lang="fr-FR" smtClean="0">
                <a:latin typeface="Times New Roman" pitchFamily="18" charset="0"/>
              </a:rPr>
              <a:t>9-  JE L’AI QUAND JE MARCHE JE L’AI QUAND JE PARLE 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DIEU N’EST PAS MORT IL EST VIVANT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VOIS CE QUE LE SEIGNEUR A FAIT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GUÉRIT MON CORPS TOUCHA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IL M’A SAUVÉ JUSTE À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LOUER SON NOM CHAQUE JOUR, TOUT LE TEMPS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VAIS LE LOUER VOIS CE QUE LE SEIGNEUR A FAIT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JE L’AI, JE L’AI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IL Y A QUELQUE CHOSE :  LE SAINT-ESPRIT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L’AI DANS MES MAINS JE L’AI DANS MES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L’AI QUAND JE MARCHE JE L’AI QUAND JE PARLE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N’EST PAS MORT IL EST VIVANT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VOIS CE QUE LE SEIGNEUR A FAIT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2-  IL GUÉRIT MON CORPS TOUCHA MON ÂME</a:t>
            </a:r>
          </a:p>
          <a:p>
            <a:r>
              <a:rPr lang="fr-FR" smtClean="0">
                <a:latin typeface="Times New Roman" pitchFamily="18" charset="0"/>
              </a:rPr>
              <a:t>3-  IL M’A SAUVÉ JUSTE À TEMPS</a:t>
            </a:r>
          </a:p>
          <a:p>
            <a:r>
              <a:rPr lang="fr-FR" smtClean="0">
                <a:latin typeface="Times New Roman" pitchFamily="18" charset="0"/>
              </a:rPr>
              <a:t>4-  JE VAIS LOUER SON NOM CHAQUE JOUR, TOUT LE TEMPS </a:t>
            </a:r>
          </a:p>
          <a:p>
            <a:r>
              <a:rPr lang="fr-FR" smtClean="0">
                <a:latin typeface="Times New Roman" pitchFamily="18" charset="0"/>
              </a:rPr>
              <a:t>5-  JE VAIS LE LOUER VOIS CE QUE LE SEIGNEUR A FAIT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6-  JE L’AI, JE L’AI  X2</a:t>
            </a:r>
          </a:p>
          <a:p>
            <a:r>
              <a:rPr lang="fr-FR" smtClean="0">
                <a:latin typeface="Times New Roman" pitchFamily="18" charset="0"/>
              </a:rPr>
              <a:t>7-  IL Y A QUELQUE CHOSE :  LE SAINT-ESPRIT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8-  JE L’AI DANS MES MAINS JE L’AI DANS MES PIEDS</a:t>
            </a:r>
          </a:p>
          <a:p>
            <a:r>
              <a:rPr lang="fr-FR" smtClean="0">
                <a:latin typeface="Times New Roman" pitchFamily="18" charset="0"/>
              </a:rPr>
              <a:t>9-  JE L’AI QUAND JE MARCHE JE L’AI QUAND JE PARLE 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DIEU N’EST PAS MORT IL EST VIVANT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VOIS CE QUE LE SEIGNEUR A FAIT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GUÉRIT MON CORPS TOUCHA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IL M’A SAUVÉ JUSTE À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LOUER SON NOM CHAQUE JOUR, TOUT LE TEMPS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VAIS LE LOUER VOIS CE QUE LE SEIGNEUR A FAIT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JE L’AI, JE L’AI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IL Y A QUELQUE CHOSE :  LE SAINT-ESPRIT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L’AI DANS MES MAINS JE L’AI DANS MES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L’AI QUAND JE MARCHE JE L’AI QUAND JE PARLE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N’EST PAS MORT IL EST VIVANT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VOIS CE QUE LE SEIGNEUR A FAIT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2-  IL GUÉRIT MON CORPS TOUCHA MON ÂME</a:t>
            </a:r>
          </a:p>
          <a:p>
            <a:r>
              <a:rPr lang="fr-FR" smtClean="0">
                <a:latin typeface="Times New Roman" pitchFamily="18" charset="0"/>
              </a:rPr>
              <a:t>3-  IL M’A SAUVÉ JUSTE À TEMPS</a:t>
            </a:r>
          </a:p>
          <a:p>
            <a:r>
              <a:rPr lang="fr-FR" smtClean="0">
                <a:latin typeface="Times New Roman" pitchFamily="18" charset="0"/>
              </a:rPr>
              <a:t>4-  JE VAIS LOUER SON NOM CHAQUE JOUR, TOUT LE TEMPS </a:t>
            </a:r>
          </a:p>
          <a:p>
            <a:r>
              <a:rPr lang="fr-FR" smtClean="0">
                <a:latin typeface="Times New Roman" pitchFamily="18" charset="0"/>
              </a:rPr>
              <a:t>5-  JE VAIS LE LOUER VOIS CE QUE LE SEIGNEUR A FAIT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6-  JE L’AI, JE L’AI  X2</a:t>
            </a:r>
          </a:p>
          <a:p>
            <a:r>
              <a:rPr lang="fr-FR" smtClean="0">
                <a:latin typeface="Times New Roman" pitchFamily="18" charset="0"/>
              </a:rPr>
              <a:t>7-  IL Y A QUELQUE CHOSE :  LE SAINT-ESPRIT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8-  JE L’AI DANS MES MAINS JE L’AI DANS MES PIEDS</a:t>
            </a:r>
          </a:p>
          <a:p>
            <a:r>
              <a:rPr lang="fr-FR" smtClean="0">
                <a:latin typeface="Times New Roman" pitchFamily="18" charset="0"/>
              </a:rPr>
              <a:t>9-  JE L’AI QUAND JE MARCHE JE L’AI QUAND JE PARLE 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DIEU N’EST PAS MORT IL EST VIVANT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VOIS CE QUE LE SEIGNEUR A FAIT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GUÉRIT MON CORPS TOUCHA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IL M’A SAUVÉ JUSTE À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LOUER SON NOM CHAQUE JOUR, TOUT LE TEMPS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VAIS LE LOUER VOIS CE QUE LE SEIGNEUR A FAIT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JE L’AI, JE L’AI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IL Y A QUELQUE CHOSE :  LE SAINT-ESPRIT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L’AI DANS MES MAINS JE L’AI DANS MES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L’AI QUAND JE MARCHE JE L’AI QUAND JE PARLE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N’EST PAS MORT IL EST VIVANT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VOIS CE QUE LE SEIGNEUR A FAIT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2-  IL GUÉRIT MON CORPS TOUCHA MON ÂME</a:t>
            </a:r>
          </a:p>
          <a:p>
            <a:r>
              <a:rPr lang="fr-FR" smtClean="0">
                <a:latin typeface="Times New Roman" pitchFamily="18" charset="0"/>
              </a:rPr>
              <a:t>3-  IL M’A SAUVÉ JUSTE À TEMPS</a:t>
            </a:r>
          </a:p>
          <a:p>
            <a:r>
              <a:rPr lang="fr-FR" smtClean="0">
                <a:latin typeface="Times New Roman" pitchFamily="18" charset="0"/>
              </a:rPr>
              <a:t>4-  JE VAIS LOUER SON NOM CHAQUE JOUR, TOUT LE TEMPS </a:t>
            </a:r>
          </a:p>
          <a:p>
            <a:r>
              <a:rPr lang="fr-FR" smtClean="0">
                <a:latin typeface="Times New Roman" pitchFamily="18" charset="0"/>
              </a:rPr>
              <a:t>5-  JE VAIS LE LOUER VOIS CE QUE LE SEIGNEUR A FAIT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6-  JE L’AI, JE L’AI  X2</a:t>
            </a:r>
          </a:p>
          <a:p>
            <a:r>
              <a:rPr lang="fr-FR" smtClean="0">
                <a:latin typeface="Times New Roman" pitchFamily="18" charset="0"/>
              </a:rPr>
              <a:t>7-  IL Y A QUELQUE CHOSE :  LE SAINT-ESPRIT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8-  JE L’AI DANS MES MAINS JE L’AI DANS MES PIEDS</a:t>
            </a:r>
          </a:p>
          <a:p>
            <a:r>
              <a:rPr lang="fr-FR" smtClean="0">
                <a:latin typeface="Times New Roman" pitchFamily="18" charset="0"/>
              </a:rPr>
              <a:t>9-  JE L’AI QUAND JE MARCHE JE L’AI QUAND JE PARLE 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DIEU N’EST PAS MORT IL EST VIVANT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VOIS CE QUE LE SEIGNEUR A FAIT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GUÉRIT MON CORPS TOUCHA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IL M’A SAUVÉ JUSTE À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LOUER SON NOM CHAQUE JOUR, TOUT LE TEMPS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VAIS LE LOUER VOIS CE QUE LE SEIGNEUR A FAIT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JE L’AI, JE L’AI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IL Y A QUELQUE CHOSE :  LE SAINT-ESPRIT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L’AI DANS MES MAINS JE L’AI DANS MES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L’AI QUAND JE MARCHE JE L’AI QUAND JE PARLE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N’EST PAS MORT IL EST VIVANT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VOIS CE QUE LE SEIGNEUR A FAIT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2-  IL GUÉRIT MON CORPS TOUCHA MON ÂME</a:t>
            </a:r>
          </a:p>
          <a:p>
            <a:r>
              <a:rPr lang="fr-FR" smtClean="0">
                <a:latin typeface="Times New Roman" pitchFamily="18" charset="0"/>
              </a:rPr>
              <a:t>3-  IL M’A SAUVÉ JUSTE À TEMPS</a:t>
            </a:r>
          </a:p>
          <a:p>
            <a:r>
              <a:rPr lang="fr-FR" smtClean="0">
                <a:latin typeface="Times New Roman" pitchFamily="18" charset="0"/>
              </a:rPr>
              <a:t>4-  JE VAIS LOUER SON NOM CHAQUE JOUR, TOUT LE TEMPS </a:t>
            </a:r>
          </a:p>
          <a:p>
            <a:r>
              <a:rPr lang="fr-FR" smtClean="0">
                <a:latin typeface="Times New Roman" pitchFamily="18" charset="0"/>
              </a:rPr>
              <a:t>5-  JE VAIS LE LOUER VOIS CE QUE LE SEIGNEUR A FAIT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6-  JE L’AI, JE L’AI  X2</a:t>
            </a:r>
          </a:p>
          <a:p>
            <a:r>
              <a:rPr lang="fr-FR" smtClean="0">
                <a:latin typeface="Times New Roman" pitchFamily="18" charset="0"/>
              </a:rPr>
              <a:t>7-  IL Y A QUELQUE CHOSE :  LE SAINT-ESPRIT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8-  JE L’AI DANS MES MAINS JE L’AI DANS MES PIEDS</a:t>
            </a:r>
          </a:p>
          <a:p>
            <a:r>
              <a:rPr lang="fr-FR" smtClean="0">
                <a:latin typeface="Times New Roman" pitchFamily="18" charset="0"/>
              </a:rPr>
              <a:t>9-  JE L’AI QUAND JE MARCHE JE L’AI QUAND JE PARLE 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DIEU N’EST PAS MORT IL EST VIVANT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VOIS CE QUE LE SEIGNEUR A FAIT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GUÉRIT MON CORPS TOUCHA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IL M’A SAUVÉ JUSTE À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LOUER SON NOM CHAQUE JOUR, TOUT LE TEMPS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VAIS LE LOUER VOIS CE QUE LE SEIGNEUR A FAIT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JE L’AI, JE L’AI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IL Y A QUELQUE CHOSE :  LE SAINT-ESPRIT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L’AI DANS MES MAINS JE L’AI DANS MES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L’AI QUAND JE MARCHE JE L’AI QUAND JE PARLE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N’EST PAS MORT IL EST VIVANT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VOIS CE QUE LE SEIGNEUR A FAIT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2-  IL GUÉRIT MON CORPS TOUCHA MON ÂME</a:t>
            </a:r>
          </a:p>
          <a:p>
            <a:r>
              <a:rPr lang="fr-FR" smtClean="0">
                <a:latin typeface="Times New Roman" pitchFamily="18" charset="0"/>
              </a:rPr>
              <a:t>3-  IL M’A SAUVÉ JUSTE À TEMPS</a:t>
            </a:r>
          </a:p>
          <a:p>
            <a:r>
              <a:rPr lang="fr-FR" smtClean="0">
                <a:latin typeface="Times New Roman" pitchFamily="18" charset="0"/>
              </a:rPr>
              <a:t>4-  JE VAIS LOUER SON NOM CHAQUE JOUR, TOUT LE TEMPS </a:t>
            </a:r>
          </a:p>
          <a:p>
            <a:r>
              <a:rPr lang="fr-FR" smtClean="0">
                <a:latin typeface="Times New Roman" pitchFamily="18" charset="0"/>
              </a:rPr>
              <a:t>5-  JE VAIS LE LOUER VOIS CE QUE LE SEIGNEUR A FAIT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6-  JE L’AI, JE L’AI  X2</a:t>
            </a:r>
          </a:p>
          <a:p>
            <a:r>
              <a:rPr lang="fr-FR" smtClean="0">
                <a:latin typeface="Times New Roman" pitchFamily="18" charset="0"/>
              </a:rPr>
              <a:t>7-  IL Y A QUELQUE CHOSE :  LE SAINT-ESPRIT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8-  JE L’AI DANS MES MAINS JE L’AI DANS MES PIEDS</a:t>
            </a:r>
          </a:p>
          <a:p>
            <a:r>
              <a:rPr lang="fr-FR" smtClean="0">
                <a:latin typeface="Times New Roman" pitchFamily="18" charset="0"/>
              </a:rPr>
              <a:t>9-  JE L’AI QUAND JE MARCHE JE L’AI QUAND JE PARLE 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DIEU N’EST PAS MORT IL EST VIVANT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VOIS CE QUE LE SEIGNEUR A FAIT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GUÉRIT MON CORPS TOUCHA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IL M’A SAUVÉ JUSTE À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LOUER SON NOM CHAQUE JOUR, TOUT LE TEMPS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VAIS LE LOUER VOIS CE QUE LE SEIGNEUR A FAIT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JE L’AI, JE L’AI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IL Y A QUELQUE CHOSE :  LE SAINT-ESPRIT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L’AI DANS MES MAINS JE L’AI DANS MES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L’AI QUAND JE MARCHE JE L’AI QUAND JE PARLE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N’EST PAS MORT IL EST VIVANT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VOIS CE QUE LE SEIGNEUR A FAIT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2-  IL GUÉRIT MON CORPS TOUCHA MON ÂME</a:t>
            </a:r>
          </a:p>
          <a:p>
            <a:r>
              <a:rPr lang="fr-FR" smtClean="0">
                <a:latin typeface="Times New Roman" pitchFamily="18" charset="0"/>
              </a:rPr>
              <a:t>3-  IL M’A SAUVÉ JUSTE À TEMPS</a:t>
            </a:r>
          </a:p>
          <a:p>
            <a:r>
              <a:rPr lang="fr-FR" smtClean="0">
                <a:latin typeface="Times New Roman" pitchFamily="18" charset="0"/>
              </a:rPr>
              <a:t>4-  JE VAIS LOUER SON NOM CHAQUE JOUR, TOUT LE TEMPS </a:t>
            </a:r>
          </a:p>
          <a:p>
            <a:r>
              <a:rPr lang="fr-FR" smtClean="0">
                <a:latin typeface="Times New Roman" pitchFamily="18" charset="0"/>
              </a:rPr>
              <a:t>5-  JE VAIS LE LOUER VOIS CE QUE LE SEIGNEUR A FAIT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6-  JE L’AI, JE L’AI  X2</a:t>
            </a:r>
          </a:p>
          <a:p>
            <a:r>
              <a:rPr lang="fr-FR" smtClean="0">
                <a:latin typeface="Times New Roman" pitchFamily="18" charset="0"/>
              </a:rPr>
              <a:t>7-  IL Y A QUELQUE CHOSE :  LE SAINT-ESPRIT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8-  JE L’AI DANS MES MAINS JE L’AI DANS MES PIEDS</a:t>
            </a:r>
          </a:p>
          <a:p>
            <a:r>
              <a:rPr lang="fr-FR" smtClean="0">
                <a:latin typeface="Times New Roman" pitchFamily="18" charset="0"/>
              </a:rPr>
              <a:t>9-  JE L’AI QUAND JE MARCHE JE L’AI QUAND JE PARLE 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DIEU N’EST PAS MORT IL EST VIVANT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VOIS CE QUE LE SEIGNEUR A FAIT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GUÉRIT MON CORPS TOUCHA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IL M’A SAUVÉ JUSTE À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LOUER SON NOM CHAQUE JOUR, TOUT LE TEMPS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VAIS LE LOUER VOIS CE QUE LE SEIGNEUR A FAIT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JE L’AI, JE L’AI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IL Y A QUELQUE CHOSE :  LE SAINT-ESPRIT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L’AI DANS MES MAINS JE L’AI DANS MES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L’AI QUAND JE MARCHE JE L’AI QUAND JE PARLE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N’EST PAS MORT IL EST VIVANT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VOIS CE QUE LE SEIGNEUR A FAIT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2-  IL GUÉRIT MON CORPS TOUCHA MON ÂME</a:t>
            </a:r>
          </a:p>
          <a:p>
            <a:r>
              <a:rPr lang="fr-FR" smtClean="0">
                <a:latin typeface="Times New Roman" pitchFamily="18" charset="0"/>
              </a:rPr>
              <a:t>3-  IL M’A SAUVÉ JUSTE À TEMPS</a:t>
            </a:r>
          </a:p>
          <a:p>
            <a:r>
              <a:rPr lang="fr-FR" smtClean="0">
                <a:latin typeface="Times New Roman" pitchFamily="18" charset="0"/>
              </a:rPr>
              <a:t>4-  JE VAIS LOUER SON NOM CHAQUE JOUR, TOUT LE TEMPS </a:t>
            </a:r>
          </a:p>
          <a:p>
            <a:r>
              <a:rPr lang="fr-FR" smtClean="0">
                <a:latin typeface="Times New Roman" pitchFamily="18" charset="0"/>
              </a:rPr>
              <a:t>5-  JE VAIS LE LOUER VOIS CE QUE LE SEIGNEUR A FAIT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6-  JE L’AI, JE L’AI  X2</a:t>
            </a:r>
          </a:p>
          <a:p>
            <a:r>
              <a:rPr lang="fr-FR" smtClean="0">
                <a:latin typeface="Times New Roman" pitchFamily="18" charset="0"/>
              </a:rPr>
              <a:t>7-  IL Y A QUELQUE CHOSE :  LE SAINT-ESPRIT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8-  JE L’AI DANS MES MAINS JE L’AI DANS MES PIEDS</a:t>
            </a:r>
          </a:p>
          <a:p>
            <a:r>
              <a:rPr lang="fr-FR" smtClean="0">
                <a:latin typeface="Times New Roman" pitchFamily="18" charset="0"/>
              </a:rPr>
              <a:t>9-  JE L’AI QUAND JE MARCHE JE L’AI QUAND JE PARLE 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DIEU N’EST PAS MORT IL EST VIVANT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VOIS CE QUE LE SEIGNEUR A FAIT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GUÉRIT MON CORPS TOUCHA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IL M’A SAUVÉ JUSTE À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LOUER SON NOM CHAQUE JOUR, TOUT LE TEMPS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VAIS LE LOUER VOIS CE QUE LE SEIGNEUR A FAIT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JE L’AI, JE L’AI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IL Y A QUELQUE CHOSE :  LE SAINT-ESPRIT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L’AI DANS MES MAINS JE L’AI DANS MES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L’AI QUAND JE MARCHE JE L’AI QUAND JE PARLE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N’EST PAS MORT IL EST VIVANT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VOIS CE QUE LE SEIGNEUR A FAIT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2-  IL GUÉRIT MON CORPS TOUCHA MON ÂME</a:t>
            </a:r>
          </a:p>
          <a:p>
            <a:r>
              <a:rPr lang="fr-FR" smtClean="0">
                <a:latin typeface="Times New Roman" pitchFamily="18" charset="0"/>
              </a:rPr>
              <a:t>3-  IL M’A SAUVÉ JUSTE À TEMPS</a:t>
            </a:r>
          </a:p>
          <a:p>
            <a:r>
              <a:rPr lang="fr-FR" smtClean="0">
                <a:latin typeface="Times New Roman" pitchFamily="18" charset="0"/>
              </a:rPr>
              <a:t>4-  JE VAIS LOUER SON NOM CHAQUE JOUR, TOUT LE TEMPS </a:t>
            </a:r>
          </a:p>
          <a:p>
            <a:r>
              <a:rPr lang="fr-FR" smtClean="0">
                <a:latin typeface="Times New Roman" pitchFamily="18" charset="0"/>
              </a:rPr>
              <a:t>5-  JE VAIS LE LOUER VOIS CE QUE LE SEIGNEUR A FAIT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6-  JE L’AI, JE L’AI  X2</a:t>
            </a:r>
          </a:p>
          <a:p>
            <a:r>
              <a:rPr lang="fr-FR" smtClean="0">
                <a:latin typeface="Times New Roman" pitchFamily="18" charset="0"/>
              </a:rPr>
              <a:t>7-  IL Y A QUELQUE CHOSE :  LE SAINT-ESPRIT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8-  JE L’AI DANS MES MAINS JE L’AI DANS MES PIEDS</a:t>
            </a:r>
          </a:p>
          <a:p>
            <a:r>
              <a:rPr lang="fr-FR" smtClean="0">
                <a:latin typeface="Times New Roman" pitchFamily="18" charset="0"/>
              </a:rPr>
              <a:t>9-  JE L’AI QUAND JE MARCHE JE L’AI QUAND JE PARLE 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DIEU N’EST PAS MORT IL EST VIVANT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VOIS CE QUE LE SEIGNEUR A FAIT  X2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IL GUÉRIT MON CORPS TOUCHA MON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IL M’A SAUVÉ JUSTE À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JE VAIS LOUER SON NOM CHAQUE JOUR, TOUT LE TEMPS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JE VAIS LE LOUER VOIS CE QUE LE SEIGNEUR A FAIT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JE L’AI, JE L’AI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IL Y A QUELQUE CHOSE :  LE SAINT-ESPRIT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JE L’AI DANS MES MAINS JE L’AI DANS MES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JE L’AI QUAND JE MARCHE JE L’AI QUAND JE PARLE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DIEU N’EST PAS MORT IL EST VIVANT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VOIS CE QUE LE SEIGNEUR A FAIT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2-  IL GUÉRIT MON CORPS TOUCHA MON ÂME</a:t>
            </a:r>
          </a:p>
          <a:p>
            <a:r>
              <a:rPr lang="fr-FR" smtClean="0">
                <a:latin typeface="Times New Roman" pitchFamily="18" charset="0"/>
              </a:rPr>
              <a:t>3-  IL M’A SAUVÉ JUSTE À TEMPS</a:t>
            </a:r>
          </a:p>
          <a:p>
            <a:r>
              <a:rPr lang="fr-FR" smtClean="0">
                <a:latin typeface="Times New Roman" pitchFamily="18" charset="0"/>
              </a:rPr>
              <a:t>4-  JE VAIS LOUER SON NOM CHAQUE JOUR, TOUT LE TEMPS </a:t>
            </a:r>
          </a:p>
          <a:p>
            <a:r>
              <a:rPr lang="fr-FR" smtClean="0">
                <a:latin typeface="Times New Roman" pitchFamily="18" charset="0"/>
              </a:rPr>
              <a:t>5-  JE VAIS LE LOUER VOIS CE QUE LE SEIGNEUR A FAIT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6-  JE L’AI, JE L’AI  X2</a:t>
            </a:r>
          </a:p>
          <a:p>
            <a:r>
              <a:rPr lang="fr-FR" smtClean="0">
                <a:latin typeface="Times New Roman" pitchFamily="18" charset="0"/>
              </a:rPr>
              <a:t>7-  IL Y A QUELQUE CHOSE :  LE SAINT-ESPRIT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8-  JE L’AI DANS MES MAINS JE L’AI DANS MES PIEDS</a:t>
            </a:r>
          </a:p>
          <a:p>
            <a:r>
              <a:rPr lang="fr-FR" smtClean="0">
                <a:latin typeface="Times New Roman" pitchFamily="18" charset="0"/>
              </a:rPr>
              <a:t>9-  JE L’AI QUAND JE MARCHE JE L’AI QUAND JE PARLE </a:t>
            </a:r>
          </a:p>
          <a:p>
            <a:endParaRPr lang="fr-FR" smtClean="0">
              <a:latin typeface="Times New Roman" pitchFamily="18" charset="0"/>
            </a:endParaRP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10-  DIEU N’EST PAS MORT IL EST VIVANT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A2E89-42CB-4031-8F75-A7AC4D646F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D17A44-8964-4557-AF5D-D0C847A962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B798C2-79E4-4B96-A5D6-6E403DDDE4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C3C981-B56B-4102-B654-08FCE64D87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1C00CC-C86C-415C-A548-EF19AF10C3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C9580-CE23-4EF9-98D4-FD607945AB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0C767-D167-4805-BFA9-120E44BF4C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FDF7D-D0A3-4E78-92C3-5FD99E9925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89727-6FAF-4808-8985-9138366947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30A5C6-2D2A-43BE-9C70-8332ED69CA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1DEB7F-14EA-458C-A783-769254CF63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42F27A4D-6796-4FA1-9034-8156CB0930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VOIS CE QUE LE SEIGNEUR A FAIT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VOIS CE QUE LE SEIGNEUR A FAIT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GUÉRIT MON CORPS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TOUCHA MON ÂME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M’A SAUVÉ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JUSTE À TEMPS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LOUER SON NOM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JOUR, TOUT LE TEMPS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6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LE LOUER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VOIS CE QUE LE SEIGNEUR A FAIT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GB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L’AI, JE L’AI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QUELQUE CHOSE :  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SAINT-ESPRIT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L’AI DANS MES MAINS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L’AI DANS MES PIEDS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L’AI QUAND JE MARCHE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JE L’AI QUAND JE PARLE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N’EST PAS MORT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VIVANT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1972</Words>
  <Application>Microsoft PowerPoint</Application>
  <PresentationFormat>On-screen Show (4:3)</PresentationFormat>
  <Paragraphs>359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38</cp:revision>
  <dcterms:created xsi:type="dcterms:W3CDTF">2002-08-17T09:40:00Z</dcterms:created>
  <dcterms:modified xsi:type="dcterms:W3CDTF">2017-06-30T11:54:39Z</dcterms:modified>
</cp:coreProperties>
</file>