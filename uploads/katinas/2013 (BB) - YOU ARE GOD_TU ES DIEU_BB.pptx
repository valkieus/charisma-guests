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52" r:id="rId2"/>
    <p:sldId id="353" r:id="rId3"/>
    <p:sldId id="354" r:id="rId4"/>
    <p:sldId id="355" r:id="rId5"/>
    <p:sldId id="356" r:id="rId6"/>
    <p:sldId id="370" r:id="rId7"/>
    <p:sldId id="357" r:id="rId8"/>
    <p:sldId id="358" r:id="rId9"/>
    <p:sldId id="359" r:id="rId10"/>
    <p:sldId id="360" r:id="rId11"/>
    <p:sldId id="361" r:id="rId12"/>
    <p:sldId id="371" r:id="rId13"/>
    <p:sldId id="372" r:id="rId14"/>
    <p:sldId id="373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52137" autoAdjust="0"/>
  </p:normalViewPr>
  <p:slideViewPr>
    <p:cSldViewPr>
      <p:cViewPr>
        <p:scale>
          <a:sx n="54" d="100"/>
          <a:sy n="54" d="100"/>
        </p:scale>
        <p:origin x="-264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562D567-6E0F-48BF-96B4-31876C264E08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A45015F-309B-48B7-ABAC-08FB23CF6A9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 DIVIN CRÉATEUR SEIGNEUR GUÉRISSEUR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Creator</a:t>
            </a:r>
            <a:r>
              <a:rPr lang="fr-FR" dirty="0" smtClean="0"/>
              <a:t> of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being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PAR TA JUSTICE J’AI ÉTÉ RACHETÉ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righteousness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been </a:t>
            </a:r>
            <a:r>
              <a:rPr lang="fr-FR" dirty="0" err="1" smtClean="0"/>
              <a:t>redeemed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3-  PARDONNÉ PAR TA GRÂCE TA JOIE EST MA FORCE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Forgiven</a:t>
            </a:r>
            <a:r>
              <a:rPr lang="fr-FR" dirty="0" smtClean="0"/>
              <a:t> by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MÊME QUAND TOUT EST CHANGÉ TU RESTE LE MÊME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has </a:t>
            </a:r>
            <a:r>
              <a:rPr lang="fr-FR" dirty="0" err="1" smtClean="0"/>
              <a:t>changed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>
              <a:defRPr/>
            </a:pPr>
            <a:r>
              <a:rPr lang="fr-FR" dirty="0" smtClean="0"/>
              <a:t>	5-  TU ES DIEU MON ÉTOILE MON SAUVEUR</a:t>
            </a:r>
            <a:br>
              <a:rPr lang="fr-FR" dirty="0" smtClean="0"/>
            </a:b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> Bright and </a:t>
            </a:r>
            <a:r>
              <a:rPr lang="fr-FR" dirty="0" err="1" smtClean="0"/>
              <a:t>Morning</a:t>
            </a:r>
            <a:r>
              <a:rPr lang="fr-FR" dirty="0" smtClean="0"/>
              <a:t> Star</a:t>
            </a:r>
          </a:p>
          <a:p>
            <a:pPr>
              <a:defRPr/>
            </a:pPr>
            <a:r>
              <a:rPr lang="fr-FR" dirty="0" smtClean="0"/>
              <a:t> 	6-  EN TOUT TEMPS TU ME RELÈVES</a:t>
            </a:r>
            <a:br>
              <a:rPr lang="fr-FR" dirty="0" smtClean="0"/>
            </a:br>
            <a:r>
              <a:rPr lang="fr-FR" dirty="0" smtClean="0"/>
              <a:t>	     TU ES L’AMOUR DE MON CŒUR</a:t>
            </a:r>
            <a:br>
              <a:rPr lang="fr-FR" dirty="0" smtClean="0"/>
            </a:br>
            <a:r>
              <a:rPr lang="fr-FR" dirty="0" smtClean="0"/>
              <a:t>                   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</a:t>
            </a:r>
            <a:r>
              <a:rPr lang="fr-FR" dirty="0" err="1" smtClean="0"/>
              <a:t>you</a:t>
            </a:r>
            <a:r>
              <a:rPr lang="fr-FR" dirty="0" smtClean="0"/>
              <a:t> lift me up</a:t>
            </a:r>
          </a:p>
          <a:p>
            <a:pPr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You're</a:t>
            </a:r>
            <a:r>
              <a:rPr lang="fr-FR" dirty="0" smtClean="0"/>
              <a:t> the Lover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  CELUI QUI ME REND COMPLET</a:t>
            </a:r>
            <a:br>
              <a:rPr lang="fr-FR" dirty="0" smtClean="0"/>
            </a:br>
            <a:r>
              <a:rPr lang="fr-FR" dirty="0" smtClean="0"/>
              <a:t>                        TU ES DIEU</a:t>
            </a:r>
            <a:br>
              <a:rPr lang="fr-FR" dirty="0" smtClean="0"/>
            </a:br>
            <a:r>
              <a:rPr lang="fr-FR" dirty="0" smtClean="0"/>
              <a:t> 	    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whole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              You are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8-  MON AIDE CHAQUE JOUR LE SAUVEUR DE MA VIE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Ever</a:t>
            </a:r>
            <a:r>
              <a:rPr lang="fr-FR" dirty="0" smtClean="0"/>
              <a:t>-</a:t>
            </a:r>
            <a:r>
              <a:rPr lang="fr-FR" dirty="0" err="1" smtClean="0"/>
              <a:t>present</a:t>
            </a:r>
            <a:r>
              <a:rPr lang="fr-FR" dirty="0" smtClean="0"/>
              <a:t> help </a:t>
            </a:r>
            <a:r>
              <a:rPr lang="fr-FR" dirty="0" err="1" smtClean="0"/>
              <a:t>Savior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9-  ET TOUT CE QUE J’AI T’APPARTIENT</a:t>
            </a:r>
            <a:br>
              <a:rPr lang="fr-FR" dirty="0" smtClean="0"/>
            </a:br>
            <a:r>
              <a:rPr lang="fr-FR" dirty="0" smtClean="0"/>
              <a:t>     MON TEMPS EST DANS TES MAINS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Everything</a:t>
            </a:r>
            <a:r>
              <a:rPr lang="fr-FR" dirty="0" smtClean="0"/>
              <a:t> I have </a:t>
            </a:r>
            <a:r>
              <a:rPr lang="fr-FR" dirty="0" err="1" smtClean="0"/>
              <a:t>belongs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time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hands</a:t>
            </a:r>
          </a:p>
          <a:p>
            <a:pPr>
              <a:defRPr/>
            </a:pPr>
            <a:r>
              <a:rPr lang="fr-FR" dirty="0" smtClean="0"/>
              <a:t>10-  TES DÉSIRS SONT LES MIENS</a:t>
            </a:r>
            <a:br>
              <a:rPr lang="fr-FR" dirty="0" smtClean="0"/>
            </a:br>
            <a:r>
              <a:rPr lang="fr-FR" dirty="0" smtClean="0"/>
              <a:t>       JE SAIS QUE TU POURVOIRAS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purpose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I know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you'll</a:t>
            </a:r>
            <a:r>
              <a:rPr lang="fr-FR" dirty="0" smtClean="0"/>
              <a:t> </a:t>
            </a:r>
            <a:r>
              <a:rPr lang="fr-FR" dirty="0" err="1" smtClean="0"/>
              <a:t>provide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JE GARDE LA FOI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so</a:t>
            </a:r>
            <a:r>
              <a:rPr lang="fr-FR" dirty="0" smtClean="0"/>
              <a:t> I'II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12-  TU ES DIEU MON ÉTOILE MON SAUVEUR</a:t>
            </a:r>
            <a:br>
              <a:rPr lang="fr-FR" dirty="0" smtClean="0"/>
            </a:br>
            <a:r>
              <a:rPr lang="fr-FR" dirty="0" smtClean="0"/>
              <a:t>	     You are </a:t>
            </a:r>
            <a:r>
              <a:rPr lang="fr-FR" dirty="0" err="1" smtClean="0"/>
              <a:t>God</a:t>
            </a:r>
            <a:r>
              <a:rPr lang="fr-FR" dirty="0" smtClean="0"/>
              <a:t> Bright and </a:t>
            </a:r>
            <a:r>
              <a:rPr lang="fr-FR" dirty="0" err="1" smtClean="0"/>
              <a:t>Morning</a:t>
            </a:r>
            <a:r>
              <a:rPr lang="fr-FR" dirty="0" smtClean="0"/>
              <a:t> Star</a:t>
            </a:r>
          </a:p>
          <a:p>
            <a:pPr>
              <a:defRPr/>
            </a:pPr>
            <a:r>
              <a:rPr lang="fr-FR" dirty="0" smtClean="0"/>
              <a:t> 	13-  EN TOUT TEMPS TU ME RELÈVES</a:t>
            </a:r>
            <a:br>
              <a:rPr lang="fr-FR" dirty="0" smtClean="0"/>
            </a:br>
            <a:r>
              <a:rPr lang="fr-FR" dirty="0" smtClean="0"/>
              <a:t>	     TU ES L’AMOUR DE MON CŒUR</a:t>
            </a:r>
            <a:br>
              <a:rPr lang="fr-FR" dirty="0" smtClean="0"/>
            </a:br>
            <a:r>
              <a:rPr lang="fr-FR" dirty="0" smtClean="0"/>
              <a:t>                   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</a:t>
            </a:r>
            <a:r>
              <a:rPr lang="fr-FR" dirty="0" err="1" smtClean="0"/>
              <a:t>you</a:t>
            </a:r>
            <a:r>
              <a:rPr lang="fr-FR" dirty="0" smtClean="0"/>
              <a:t> lift me up</a:t>
            </a:r>
          </a:p>
          <a:p>
            <a:pPr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You're</a:t>
            </a:r>
            <a:r>
              <a:rPr lang="fr-FR" dirty="0" smtClean="0"/>
              <a:t> the Lover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14-  CELUI QUI ME REND COMPLET</a:t>
            </a:r>
            <a:br>
              <a:rPr lang="fr-FR" dirty="0" smtClean="0"/>
            </a:br>
            <a:r>
              <a:rPr lang="fr-FR" dirty="0" smtClean="0"/>
              <a:t>                        TU ES DIEU</a:t>
            </a:r>
            <a:br>
              <a:rPr lang="fr-FR" dirty="0" smtClean="0"/>
            </a:br>
            <a:r>
              <a:rPr lang="fr-FR" dirty="0" smtClean="0"/>
              <a:t> 	    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whole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              You are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15-  TU ES CELUI QUI M’A DÉLIVRÉ</a:t>
            </a:r>
            <a:br>
              <a:rPr lang="fr-FR" dirty="0" smtClean="0"/>
            </a:br>
            <a:r>
              <a:rPr lang="fr-FR" dirty="0" smtClean="0"/>
              <a:t>        NON PAS POUR CE QUE JE SUIS</a:t>
            </a:r>
            <a:br>
              <a:rPr lang="fr-FR" dirty="0" smtClean="0"/>
            </a:br>
            <a:r>
              <a:rPr lang="fr-FR" dirty="0" smtClean="0"/>
              <a:t>        You are the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delivers</a:t>
            </a:r>
            <a:r>
              <a:rPr lang="fr-FR" dirty="0" smtClean="0"/>
              <a:t> me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It's</a:t>
            </a:r>
            <a:r>
              <a:rPr lang="fr-FR" dirty="0" smtClean="0"/>
              <a:t> not </a:t>
            </a:r>
            <a:r>
              <a:rPr lang="fr-FR" dirty="0" err="1" smtClean="0"/>
              <a:t>because</a:t>
            </a:r>
            <a:r>
              <a:rPr lang="fr-FR" dirty="0" smtClean="0"/>
              <a:t> of </a:t>
            </a:r>
            <a:r>
              <a:rPr lang="fr-FR" dirty="0" err="1" smtClean="0"/>
              <a:t>what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MAIS QUI TU ES…</a:t>
            </a:r>
            <a:br>
              <a:rPr lang="fr-FR" dirty="0" smtClean="0"/>
            </a:br>
            <a:r>
              <a:rPr lang="fr-FR" dirty="0" smtClean="0"/>
              <a:t>       but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TU ES DIEU TU POURVOIS POUR MOI</a:t>
            </a:r>
            <a:br>
              <a:rPr lang="fr-FR" dirty="0" smtClean="0"/>
            </a:br>
            <a:r>
              <a:rPr lang="fr-FR" dirty="0" smtClean="0"/>
              <a:t>       You are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provider</a:t>
            </a:r>
          </a:p>
          <a:p>
            <a:pPr>
              <a:defRPr/>
            </a:pPr>
            <a:r>
              <a:rPr lang="fr-FR" dirty="0" smtClean="0"/>
              <a:t>18-  ET MÊME EN BAS TU ME RELÈVERAS QUAND JE SUIS FAIBLE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down You lift me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weak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19-  TU ES LE FEU QUI ME TRANSFORME EN OR</a:t>
            </a:r>
            <a:br>
              <a:rPr lang="fr-FR" dirty="0" smtClean="0"/>
            </a:br>
            <a:r>
              <a:rPr lang="fr-FR" dirty="0" smtClean="0"/>
              <a:t>       You are the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me </a:t>
            </a:r>
            <a:r>
              <a:rPr lang="fr-FR" dirty="0" err="1" smtClean="0"/>
              <a:t>into</a:t>
            </a:r>
            <a:r>
              <a:rPr lang="fr-FR" dirty="0" smtClean="0"/>
              <a:t> gold</a:t>
            </a:r>
          </a:p>
          <a:p>
            <a:pPr>
              <a:defRPr/>
            </a:pPr>
            <a:r>
              <a:rPr lang="fr-FR" dirty="0" smtClean="0"/>
              <a:t>20-  TU ES DIEU ALPHA, OMEGA</a:t>
            </a:r>
            <a:br>
              <a:rPr lang="fr-FR" dirty="0" smtClean="0"/>
            </a:br>
            <a:r>
              <a:rPr lang="fr-FR" dirty="0" smtClean="0"/>
              <a:t>       You are </a:t>
            </a:r>
            <a:r>
              <a:rPr lang="fr-FR" dirty="0" err="1" smtClean="0"/>
              <a:t>God</a:t>
            </a:r>
            <a:r>
              <a:rPr lang="fr-FR" dirty="0" smtClean="0"/>
              <a:t> Alpha, Omega</a:t>
            </a:r>
          </a:p>
          <a:p>
            <a:pPr>
              <a:defRPr/>
            </a:pPr>
            <a:r>
              <a:rPr lang="fr-FR" dirty="0" smtClean="0"/>
              <a:t>21-  JE SUIS À TOI OUI TOUT À TOI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Lord I </a:t>
            </a:r>
            <a:r>
              <a:rPr lang="fr-FR" dirty="0" err="1" smtClean="0"/>
              <a:t>surrender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22-  CELUI QUI ME REND COMPLET TU ES DIEU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makes</a:t>
            </a:r>
            <a:r>
              <a:rPr lang="fr-FR" dirty="0" smtClean="0"/>
              <a:t> me </a:t>
            </a:r>
            <a:r>
              <a:rPr lang="fr-FR" dirty="0" err="1" smtClean="0"/>
              <a:t>whole</a:t>
            </a:r>
            <a:r>
              <a:rPr lang="fr-FR" dirty="0" smtClean="0"/>
              <a:t> You are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time is in your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you'll provide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You're the Lover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It's not because of what I 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DIVIN CRÉATEUR SEIGNEUR GUÉRISSEUR</a:t>
            </a:r>
            <a:br>
              <a:rPr lang="fr-FR" smtClean="0"/>
            </a:br>
            <a:r>
              <a:rPr lang="fr-FR" smtClean="0"/>
              <a:t>     Creator of all things Healer of my being</a:t>
            </a:r>
          </a:p>
          <a:p>
            <a:r>
              <a:rPr lang="fr-FR" smtClean="0"/>
              <a:t>2-  PAR TA JUSTICE J’AI ÉTÉ RACHETÉ</a:t>
            </a:r>
            <a:br>
              <a:rPr lang="fr-FR" smtClean="0"/>
            </a:br>
            <a:r>
              <a:rPr lang="fr-FR" smtClean="0"/>
              <a:t>     Through your righteousness I've been redeemed</a:t>
            </a:r>
          </a:p>
          <a:p>
            <a:r>
              <a:rPr lang="fr-FR" smtClean="0"/>
              <a:t>3-  PARDONNÉ PAR TA GRÂCE TA JOIE EST MA FORCE</a:t>
            </a:r>
            <a:br>
              <a:rPr lang="fr-FR" smtClean="0"/>
            </a:br>
            <a:r>
              <a:rPr lang="fr-FR" smtClean="0"/>
              <a:t>     Forgiven by your grace Your joy is my strength</a:t>
            </a:r>
          </a:p>
          <a:p>
            <a:r>
              <a:rPr lang="fr-FR" smtClean="0"/>
              <a:t>4-  MÊME QUAND TOUT EST CHANGÉ TU RESTE LE MÊME</a:t>
            </a:r>
            <a:br>
              <a:rPr lang="fr-FR" smtClean="0"/>
            </a:br>
            <a:r>
              <a:rPr lang="fr-FR" smtClean="0"/>
              <a:t>     When everything has changed you stay the same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6-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7-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MON AIDE CHAQUE JOUR LE SAUVEUR DE MA VIE</a:t>
            </a:r>
            <a:br>
              <a:rPr lang="fr-FR" smtClean="0"/>
            </a:br>
            <a:r>
              <a:rPr lang="fr-FR" smtClean="0"/>
              <a:t>     Ever-present help Savior of my life</a:t>
            </a:r>
          </a:p>
          <a:p>
            <a:r>
              <a:rPr lang="fr-FR" smtClean="0"/>
              <a:t>9-  ET TOUT CE QUE J’AI T’APPARTIENT</a:t>
            </a:r>
            <a:br>
              <a:rPr lang="fr-FR" smtClean="0"/>
            </a:br>
            <a:r>
              <a:rPr lang="fr-FR" smtClean="0"/>
              <a:t>     MON TEMPS EST DANS TES MAINS</a:t>
            </a:r>
            <a:br>
              <a:rPr lang="fr-FR" smtClean="0"/>
            </a:br>
            <a:r>
              <a:rPr lang="fr-FR" smtClean="0"/>
              <a:t>     Everything I have belongs to you</a:t>
            </a:r>
          </a:p>
          <a:p>
            <a:r>
              <a:rPr lang="fr-FR" smtClean="0"/>
              <a:t>     My time is in your hands</a:t>
            </a:r>
          </a:p>
          <a:p>
            <a:r>
              <a:rPr lang="fr-FR" smtClean="0"/>
              <a:t>10-  TES DÉSIRS SONT LES MIENS</a:t>
            </a:r>
            <a:br>
              <a:rPr lang="fr-FR" smtClean="0"/>
            </a:br>
            <a:r>
              <a:rPr lang="fr-FR" smtClean="0"/>
              <a:t>       JE SAIS QUE TU POURVOIRAS</a:t>
            </a:r>
            <a:br>
              <a:rPr lang="fr-FR" smtClean="0"/>
            </a:br>
            <a:r>
              <a:rPr lang="fr-FR" smtClean="0"/>
              <a:t>       My purpose is your will</a:t>
            </a:r>
          </a:p>
          <a:p>
            <a:r>
              <a:rPr lang="fr-FR" smtClean="0"/>
              <a:t>       I know that you'll provide</a:t>
            </a:r>
          </a:p>
          <a:p>
            <a:r>
              <a:rPr lang="fr-FR" smtClean="0"/>
              <a:t>11-  JE GARDE LA FOI</a:t>
            </a:r>
            <a:br>
              <a:rPr lang="fr-FR" smtClean="0"/>
            </a:br>
            <a:r>
              <a:rPr lang="fr-FR" smtClean="0"/>
              <a:t>       so I'II be still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12-  TU ES DIEU MON ÉTOILE MON SAUVEUR</a:t>
            </a:r>
            <a:br>
              <a:rPr lang="fr-FR" smtClean="0"/>
            </a:br>
            <a:r>
              <a:rPr lang="fr-FR" smtClean="0"/>
              <a:t>	     You are God Bright and Morning Star</a:t>
            </a:r>
          </a:p>
          <a:p>
            <a:r>
              <a:rPr lang="fr-FR" smtClean="0"/>
              <a:t> 	13-  EN TOUT TEMPS TU ME RELÈVES</a:t>
            </a:r>
            <a:br>
              <a:rPr lang="fr-FR" smtClean="0"/>
            </a:br>
            <a:r>
              <a:rPr lang="fr-FR" smtClean="0"/>
              <a:t>	     TU ES L’AMOUR DE MON CŒUR</a:t>
            </a:r>
            <a:br>
              <a:rPr lang="fr-FR" smtClean="0"/>
            </a:br>
            <a:r>
              <a:rPr lang="fr-FR" smtClean="0"/>
              <a:t>                        When I'm down you lift me up</a:t>
            </a:r>
          </a:p>
          <a:p>
            <a:r>
              <a:rPr lang="fr-FR" smtClean="0"/>
              <a:t>                        You're the Lover of my heart</a:t>
            </a:r>
          </a:p>
          <a:p>
            <a:r>
              <a:rPr lang="fr-FR" smtClean="0"/>
              <a:t>	14-  CELUI QUI ME REND COMPLET</a:t>
            </a:r>
            <a:br>
              <a:rPr lang="fr-FR" smtClean="0"/>
            </a:br>
            <a:r>
              <a:rPr lang="fr-FR" smtClean="0"/>
              <a:t>                        TU ES DIEU</a:t>
            </a:r>
            <a:br>
              <a:rPr lang="fr-FR" smtClean="0"/>
            </a:br>
            <a:r>
              <a:rPr lang="fr-FR" smtClean="0"/>
              <a:t> 	     You're the rain that makes my whole</a:t>
            </a:r>
          </a:p>
          <a:p>
            <a:r>
              <a:rPr lang="fr-FR" smtClean="0"/>
              <a:t>                        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15-  TU ES CELUI QUI M’A DÉLIVRÉ</a:t>
            </a:r>
            <a:br>
              <a:rPr lang="fr-FR" smtClean="0"/>
            </a:br>
            <a:r>
              <a:rPr lang="fr-FR" smtClean="0"/>
              <a:t>        NON PAS POUR CE QUE JE SUIS</a:t>
            </a:r>
            <a:br>
              <a:rPr lang="fr-FR" smtClean="0"/>
            </a:br>
            <a:r>
              <a:rPr lang="fr-FR" smtClean="0"/>
              <a:t>        You are the One that delivers me</a:t>
            </a:r>
          </a:p>
          <a:p>
            <a:r>
              <a:rPr lang="fr-FR" smtClean="0"/>
              <a:t>        It's not because of what I am</a:t>
            </a:r>
          </a:p>
          <a:p>
            <a:r>
              <a:rPr lang="fr-FR" smtClean="0"/>
              <a:t>16-  MAIS QUI TU ES…</a:t>
            </a:r>
            <a:br>
              <a:rPr lang="fr-FR" smtClean="0"/>
            </a:br>
            <a:r>
              <a:rPr lang="fr-FR" smtClean="0"/>
              <a:t>       but who You are</a:t>
            </a:r>
          </a:p>
          <a:p>
            <a:endParaRPr lang="fr-FR" smtClean="0"/>
          </a:p>
          <a:p>
            <a:r>
              <a:rPr lang="fr-FR" smtClean="0"/>
              <a:t>17-  TU ES DIEU TU POURVOIS POUR MOI</a:t>
            </a:r>
            <a:br>
              <a:rPr lang="fr-FR" smtClean="0"/>
            </a:br>
            <a:r>
              <a:rPr lang="fr-FR" smtClean="0"/>
              <a:t>       You are God You're my provider</a:t>
            </a:r>
          </a:p>
          <a:p>
            <a:r>
              <a:rPr lang="fr-FR" smtClean="0"/>
              <a:t>18-  ET MÊME EN BAS TU ME RELÈVERAS QUAND JE SUIS FAIBLE</a:t>
            </a:r>
            <a:br>
              <a:rPr lang="fr-FR" smtClean="0"/>
            </a:br>
            <a:r>
              <a:rPr lang="fr-FR" smtClean="0"/>
              <a:t>       When I'm down You lift me higher When I'm weak</a:t>
            </a:r>
          </a:p>
          <a:p>
            <a:r>
              <a:rPr lang="fr-FR" smtClean="0"/>
              <a:t>19-  TU ES LE FEU QUI ME TRANSFORME EN OR</a:t>
            </a:r>
            <a:br>
              <a:rPr lang="fr-FR" smtClean="0"/>
            </a:br>
            <a:r>
              <a:rPr lang="fr-FR" smtClean="0"/>
              <a:t>       You are the fire that turns me into gold</a:t>
            </a:r>
          </a:p>
          <a:p>
            <a:r>
              <a:rPr lang="fr-FR" smtClean="0"/>
              <a:t>20-  TU ES DIEU ALPHA, OMEGA</a:t>
            </a:r>
            <a:br>
              <a:rPr lang="fr-FR" smtClean="0"/>
            </a:br>
            <a:r>
              <a:rPr lang="fr-FR" smtClean="0"/>
              <a:t>       You are God Alpha, Omega</a:t>
            </a:r>
          </a:p>
          <a:p>
            <a:r>
              <a:rPr lang="fr-FR" smtClean="0"/>
              <a:t>21-  JE SUIS À TOI OUI TOUT À TOI</a:t>
            </a:r>
            <a:br>
              <a:rPr lang="fr-FR" smtClean="0"/>
            </a:br>
            <a:r>
              <a:rPr lang="fr-FR" smtClean="0"/>
              <a:t>      Take my life Lord I surrender</a:t>
            </a:r>
          </a:p>
          <a:p>
            <a:r>
              <a:rPr lang="fr-FR" smtClean="0"/>
              <a:t>22-  CELUI QUI ME REND COMPLET TU ES DIEU</a:t>
            </a:r>
            <a:br>
              <a:rPr lang="fr-FR" smtClean="0"/>
            </a:br>
            <a:r>
              <a:rPr lang="fr-FR" smtClean="0"/>
              <a:t>       You're the rain that makes me whole You are God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A6525-D125-4CE7-9A51-0F4AD98E23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5EF9D-9946-4F64-8CF2-2454B9332D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9171C-EA60-45CC-97D0-3D7E074BDD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173E8-A1BA-4B97-94AA-028DF21AD5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6B79F-44E7-498A-A97B-8BD337DEF7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6E8B54-8B44-4349-8CE0-D37FF14998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4B01E-26E9-4FC4-B777-E817EF7258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7F21E-09B2-48E2-9964-978E46B85F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83526-010A-4FC6-970E-72BF5ED4FC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5B1B8-E363-427A-BBCD-717B3B7E0D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CBD6C-D196-4B4B-B42A-CCD99DE196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72D713-1F5F-4048-BE70-08FCA398C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DIVIN CRÉATEUR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GUÉRISSEUR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TA JUSTICE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RACHETÉ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PARDONNÉ PAR TA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JOIE EST MA FORCE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QUAND TOUT EST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RESTES LE MÊME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ÉTOILE, MON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TEMPS,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L’AMOUR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AIDE 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 DE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QUE J’AI T’APPARTIENT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TEMPS EST DANS TES 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DÉSIRS SONT LES MIENS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POURVOIRAS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GARDE LA FOI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ÉTOILE MON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TEMPS 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L’AMOUR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CELUI QUI M’A DÉLIVRÉ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PAS POUR CE QUE JE SUIS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TU ES…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POURVOIS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EN BAS TU ME RELÈVERAS QUAND JE SUIS FAIBLE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FEU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TRANSFORME EN OR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ALPHA, OMEGA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TOUT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ME REND COMPLET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323</Words>
  <Application>Microsoft Office PowerPoint</Application>
  <PresentationFormat>On-screen Show (4:3)</PresentationFormat>
  <Paragraphs>1430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DIVIN CRÉATEUR SEIGNEUR GUÉRISSEUR   </vt:lpstr>
      <vt:lpstr>PAR TA JUSTICE  J’AI ÉTÉ RACHETÉ    </vt:lpstr>
      <vt:lpstr>PARDONNÉ PAR TA GRÂCE TA JOIE EST MA FORCE     </vt:lpstr>
      <vt:lpstr>MÊME QUAND TOUT EST CHANGÉ TU RESTES LE MÊME      </vt:lpstr>
      <vt:lpstr>TU ES DIEU MON ÉTOILE, MON SAUVEUR         </vt:lpstr>
      <vt:lpstr>EN TOUT TEMPS, TU ME RELÈVES TU ES L’AMOUR DE MON CŒUR          </vt:lpstr>
      <vt:lpstr>CELUI QUI ME REND COMPLET TU ES DIEU         </vt:lpstr>
      <vt:lpstr>MON AIDE CHAQUE JOUR LE SAUVEUR DE MA VIE          </vt:lpstr>
      <vt:lpstr>ET TOUT CE QUE J’AI T’APPARTIENT MON TEMPS EST DANS TES MAINS           </vt:lpstr>
      <vt:lpstr>TES DÉSIRS SONT LES MIENS JE SAIS QUE TU POURVOIRAS            </vt:lpstr>
      <vt:lpstr>JE GARDE LA FOI             </vt:lpstr>
      <vt:lpstr>TU ES DIEU MON ÉTOILE MON SAUVEUR         </vt:lpstr>
      <vt:lpstr>EN TOUT TEMPS TU ME RELÈVES TU ES L’AMOUR DE MON CŒUR          </vt:lpstr>
      <vt:lpstr>CELUI QUI ME REND COMPLET TU ES DIEU         </vt:lpstr>
      <vt:lpstr>TU ES CELUI QUI M’A DÉLIVRÉ NON PAS POUR CE QUE JE SUIS              </vt:lpstr>
      <vt:lpstr>MAIS QUI TU ES…               </vt:lpstr>
      <vt:lpstr>TU ES DIEU TU POURVOIS POUR MOI                </vt:lpstr>
      <vt:lpstr>ET MÊME EN BAS TU ME RELÈVERAS QUAND JE SUIS FAIBLE                  </vt:lpstr>
      <vt:lpstr>TU ES LE FEU QUI ME TRANSFORME EN OR                  </vt:lpstr>
      <vt:lpstr>TU ES DIEU ALPHA, OMEGA                   </vt:lpstr>
      <vt:lpstr>JE SUIS À TOI OUI TOUT À TOI                   </vt:lpstr>
      <vt:lpstr>CELUI QUI ME REND COMPLET TU ES DIEU   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154</cp:revision>
  <dcterms:created xsi:type="dcterms:W3CDTF">2002-08-17T10:50:50Z</dcterms:created>
  <dcterms:modified xsi:type="dcterms:W3CDTF">2014-11-28T15:42:18Z</dcterms:modified>
</cp:coreProperties>
</file>