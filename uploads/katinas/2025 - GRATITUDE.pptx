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99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71" autoAdjust="0"/>
    <p:restoredTop sz="26577" autoAdjust="0"/>
  </p:normalViewPr>
  <p:slideViewPr>
    <p:cSldViewPr>
      <p:cViewPr varScale="1">
        <p:scale>
          <a:sx n="25" d="100"/>
          <a:sy n="25" d="100"/>
        </p:scale>
        <p:origin x="1836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2371718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2680566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1424193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1540890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3667146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83839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1305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832017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4136305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5371595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2624925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2381507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3788720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1168786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2575999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2075634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21854486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960451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36308811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557638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9669259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16314610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11259314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26146621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42823694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MY WORDS FALL SHORT [Je n’ai plus de mots] 
2-  I GOT NOTHING NEW [Rien d’inattendu] 
3-  HOW COULD I EXPRESS [Pour Te déclarer] 
4-  ALL MY GRATITUDE? [Toute ma gratitude] 
5-  I COULD SING THESE SONGS [Je pourrais chanter] 
6-  AS I OFTEN DO [T'adorer, Jésus] 
7-  BUT EVERY SONG MUST END [Mais ce chant prend fin] 
8-  AND YOU NEVER DO [Toi, Tu continues] </a:t>
            </a:r>
          </a:p>
          <a:p>
            <a:pPr>
              <a:defRPr/>
            </a:pPr>
            <a:r>
              <a:rPr lang="fr-FR"/>
              <a:t>
9-  SO I THROW UP MY HANDS [De mon cœur je T’adore] 
10-  AND PRAISE YOU AGAIN AND AGAIN [Pour T’aimer encore et encore] 
11-  'CAUSE ALL THAT I HAVE IS A HALLELUJAH [Tout ce qui me reste, c'est un Alléluia] 
12-  HALLELUJAH [Alléluia] 
13-  AND I KNOW IT'S NOT MUCH [Je veux donner plus] 
14-  BUT I'VE NOTHING ELSE FIT FOR A KING [Mais rien ne se mesure à Toi] 
15-  EXCEPT FOR A HEART SINGING HALLELUJAH [Je ne peux que chanter Alléluia] 
16-  HALLELUJAH [Alléluia] 
17-  I'VE GOT ONE RESPONSE [En levant mes bras] 
18-  I'VE GOT JUST ONE MOVE [Je prends position] 
19-  WITH MY ARM STRETCHED WIDE [Je louerai mon Roi] 
20-  I WILL WORSHIP YOU [C’est ma décision] </a:t>
            </a:r>
          </a:p>
          <a:p>
            <a:pPr>
              <a:defRPr/>
            </a:pPr>
            <a:r>
              <a:rPr lang="fr-FR"/>
              <a:t>
21-  SO COME ON, MY SOUL [Allez mon âme] 
22-  OH, DON'T YOU GET SHY ON ME [Ne sois pas timide maintenant] 
23-  LIFT UP YOUR SONG [Chante une chanson] 
24-  'CAUSE YOU'VE GOT A LION INSIDE OF THOSE LUNGS [Car il y a un lion dans tes poumons] 
25-  GET UP AND PRAISE THE LORD [Lève-toi, loue le Roi] 
26-  PRAISE THE LORD [Loue le Roi] 
</a:t>
            </a:r>
          </a:p>
        </p:txBody>
      </p:sp>
    </p:spTree>
    <p:extLst>
      <p:ext uri="{BB962C8B-B14F-4D97-AF65-F5344CB8AC3E}">
        <p14:creationId xmlns:p14="http://schemas.microsoft.com/office/powerpoint/2010/main" val="2514730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ALL MY WORDS FALL SHORT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n’ai plus de mots]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 GOT NOTHING NEW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[Rien d’inattendu]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HOW COULD I EXPRESS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[Pour Te déclarer]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ALL MY GRATITUDE?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[Toute ma gratitude]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 COULD SING THESE SONGS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pourrais chanter]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BR" sz="3000">
                <a:solidFill>
                  <a:srgbClr val="FFFFFF"/>
                </a:solidFill>
                <a:latin typeface="Metropolis Semi Bold" panose="00000700000000000000" pitchFamily="50" charset="0"/>
              </a:rPr>
              <a:t>AS I OFTEN DO</a:t>
            </a:r>
          </a:p>
          <a:p>
            <a:pPr algn="ctr">
              <a:lnSpc>
                <a:spcPct val="90000"/>
              </a:lnSpc>
            </a:pPr>
            <a:r>
              <a:rPr lang="pt-B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[T'adorer, Jésus]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BUT EVERY SONG MUST END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[Mais ce chant prend fin]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YOU NEVER DO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[Toi, Tu continues]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SO I THROW UP MY HANDS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[De mon cœur je T’adore]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PRAISE YOU AGAIN AND AGAIN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[Pour T’aimer encore et encore]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'CAUSE ALL THAT I HAVE IS A HALLELUJAH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[Tout ce qui me reste, c'est un Alléluia]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HALLELUJAH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[Alléluia]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I KNOW IT'S NOT MUCH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veux donner plus]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BUT I'VE NOTHING ELSE FIT FOR A KING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[Mais rien ne se mesure à Toi]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EXCEPT FOR A HEART SINGING HALLELUJAH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ne peux que chanter Alléluia]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HALLELUJAH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[Alléluia]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342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I'VE GOT ONE RESPONSE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[En levant mes bras]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I'VE GOT JUST ONE MOVE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prends position]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WITH MY ARM STRETCHED WIDE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louerai mon Roi]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 WILL WORSHIP YOU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[C’est ma décision]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SO COME ON, MY SOUL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[Allez mon âme]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OH, DON'T YOU GET SHY ON ME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[Ne sois pas timide maintenant]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LIFT UP YOUR SONG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[Chante une chanson]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828584" cy="8956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28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'CAUSE YOU'VE GOT A LION INSIDE OF THOSE LUNGS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[Car il y a un lion dans tes poumons]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GET UP AND PRAISE THE LORD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[Lève-toi, loue le Roi]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PRAISE THE LORD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[Loue le Roi]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18127</Words>
  <Application>Microsoft Office PowerPoint</Application>
  <PresentationFormat>Grand écran</PresentationFormat>
  <Paragraphs>208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MONTCHO, Angelo</cp:lastModifiedBy>
  <cp:revision>99</cp:revision>
  <dcterms:created xsi:type="dcterms:W3CDTF">2011-01-30T10:04:33Z</dcterms:created>
  <dcterms:modified xsi:type="dcterms:W3CDTF">2025-03-22T23:41:58Z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2025-03-22T23:35:19Z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d1bcbd2d-288f-467a-b6e6-38d11a50b283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