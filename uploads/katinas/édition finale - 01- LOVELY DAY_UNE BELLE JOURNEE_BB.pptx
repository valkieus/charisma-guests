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notesSlides/notesSlide18.xml" ContentType="application/vnd.openxmlformats-officedocument.presentationml.notesSlide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9.xml" ContentType="application/vnd.openxmlformats-officedocument.presentationml.notesSlid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Layouts/slideLayout3.xml" ContentType="application/vnd.openxmlformats-officedocument.presentationml.slideLayout+xml"/>
  <Override PartName="/ppt/notesSlides/notesSlide17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352" r:id="rId2"/>
    <p:sldId id="353" r:id="rId3"/>
    <p:sldId id="354" r:id="rId4"/>
    <p:sldId id="355" r:id="rId5"/>
    <p:sldId id="356" r:id="rId6"/>
    <p:sldId id="357" r:id="rId7"/>
    <p:sldId id="358" r:id="rId8"/>
    <p:sldId id="359" r:id="rId9"/>
    <p:sldId id="360" r:id="rId10"/>
    <p:sldId id="361" r:id="rId11"/>
    <p:sldId id="362" r:id="rId12"/>
    <p:sldId id="363" r:id="rId13"/>
    <p:sldId id="364" r:id="rId14"/>
    <p:sldId id="365" r:id="rId15"/>
    <p:sldId id="366" r:id="rId16"/>
    <p:sldId id="367" r:id="rId17"/>
    <p:sldId id="368" r:id="rId18"/>
    <p:sldId id="369" r:id="rId19"/>
    <p:sldId id="370" r:id="rId20"/>
    <p:sldId id="371" r:id="rId21"/>
  </p:sldIdLst>
  <p:sldSz cx="9144000" cy="6858000" type="screen4x3"/>
  <p:notesSz cx="6858000" cy="9144000"/>
  <p:defaultTextStyle>
    <a:defPPr>
      <a:defRPr lang="en-GB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382" autoAdjust="0"/>
    <p:restoredTop sz="62457" autoAdjust="0"/>
  </p:normalViewPr>
  <p:slideViewPr>
    <p:cSldViewPr>
      <p:cViewPr>
        <p:scale>
          <a:sx n="41" d="100"/>
          <a:sy n="41" d="100"/>
        </p:scale>
        <p:origin x="-138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F58A6D45-9A3E-42B5-A15C-B65F09524870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E3AE44D7-AE01-4943-9008-05CA0844C43E}" type="slidenum">
              <a:rPr lang="fr-FR"/>
              <a:pPr>
                <a:defRPr/>
              </a:pPr>
              <a:t>‹#›</a:t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1-  QUAND JE ME LÈVE LE MATIN</a:t>
            </a:r>
            <a:br>
              <a:rPr lang="fr-FR" dirty="0" smtClean="0"/>
            </a:br>
            <a:r>
              <a:rPr lang="fr-FR" dirty="0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I </a:t>
            </a:r>
            <a:r>
              <a:rPr lang="fr-FR" dirty="0" err="1" smtClean="0"/>
              <a:t>wake</a:t>
            </a:r>
            <a:r>
              <a:rPr lang="fr-FR" dirty="0" smtClean="0"/>
              <a:t> up in the </a:t>
            </a:r>
            <a:r>
              <a:rPr lang="fr-FR" dirty="0" err="1" smtClean="0"/>
              <a:t>mornin</a:t>
            </a:r>
            <a:r>
              <a:rPr lang="fr-FR" dirty="0" smtClean="0"/>
              <a:t>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Love And the sunlight </a:t>
            </a:r>
            <a:r>
              <a:rPr lang="fr-FR" dirty="0" err="1" smtClean="0"/>
              <a:t>hurts</a:t>
            </a:r>
            <a:r>
              <a:rPr lang="fr-FR" dirty="0" smtClean="0"/>
              <a:t>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eyes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2-  QUELQUE CHOSE SANS ME PRÉVENIR</a:t>
            </a:r>
            <a:br>
              <a:rPr lang="fr-FR" dirty="0" smtClean="0"/>
            </a:br>
            <a:r>
              <a:rPr lang="fr-FR" dirty="0" smtClean="0"/>
              <a:t>     VIENS SUBMERGER MON CŒUR</a:t>
            </a:r>
            <a:br>
              <a:rPr lang="fr-FR" dirty="0" smtClean="0"/>
            </a:br>
            <a:r>
              <a:rPr lang="fr-FR" dirty="0" smtClean="0"/>
              <a:t>     And </a:t>
            </a:r>
            <a:r>
              <a:rPr lang="fr-FR" dirty="0" err="1" smtClean="0"/>
              <a:t>somethin</a:t>
            </a:r>
            <a:r>
              <a:rPr lang="fr-FR" dirty="0" smtClean="0"/>
              <a:t>' </a:t>
            </a:r>
            <a:r>
              <a:rPr lang="fr-FR" dirty="0" err="1" smtClean="0"/>
              <a:t>without</a:t>
            </a:r>
            <a:r>
              <a:rPr lang="fr-FR" dirty="0" smtClean="0"/>
              <a:t> </a:t>
            </a:r>
            <a:r>
              <a:rPr lang="fr-FR" dirty="0" err="1" smtClean="0"/>
              <a:t>warnin</a:t>
            </a:r>
            <a:r>
              <a:rPr lang="fr-FR" dirty="0" smtClean="0"/>
              <a:t>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Love </a:t>
            </a:r>
            <a:r>
              <a:rPr lang="fr-FR" dirty="0" err="1" smtClean="0"/>
              <a:t>Bears</a:t>
            </a:r>
            <a:r>
              <a:rPr lang="fr-FR" dirty="0" smtClean="0"/>
              <a:t> </a:t>
            </a:r>
            <a:r>
              <a:rPr lang="fr-FR" dirty="0" err="1" smtClean="0"/>
              <a:t>heavy</a:t>
            </a:r>
            <a:r>
              <a:rPr lang="fr-FR" dirty="0" smtClean="0"/>
              <a:t> on </a:t>
            </a:r>
            <a:r>
              <a:rPr lang="fr-FR" dirty="0" err="1" smtClean="0"/>
              <a:t>my</a:t>
            </a:r>
            <a:r>
              <a:rPr lang="fr-FR" dirty="0" smtClean="0"/>
              <a:t> </a:t>
            </a:r>
            <a:r>
              <a:rPr lang="fr-FR" dirty="0" err="1" smtClean="0"/>
              <a:t>mind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3-  JE REGARDE À TOI</a:t>
            </a:r>
            <a:br>
              <a:rPr lang="fr-FR" dirty="0" smtClean="0"/>
            </a:br>
            <a:r>
              <a:rPr lang="fr-FR" dirty="0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Then</a:t>
            </a:r>
            <a:r>
              <a:rPr lang="fr-FR" dirty="0" smtClean="0"/>
              <a:t> I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And the </a:t>
            </a:r>
            <a:r>
              <a:rPr lang="fr-FR" dirty="0" err="1" smtClean="0"/>
              <a:t>world's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</a:t>
            </a:r>
            <a:br>
              <a:rPr lang="fr-FR" dirty="0" smtClean="0"/>
            </a:br>
            <a:r>
              <a:rPr lang="fr-FR" dirty="0" smtClean="0"/>
              <a:t>4-  UN REGARD VERS TOI</a:t>
            </a:r>
            <a:br>
              <a:rPr lang="fr-FR" dirty="0" smtClean="0"/>
            </a:br>
            <a:r>
              <a:rPr lang="fr-FR" dirty="0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Just one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And I know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	5-  UNE BELLE JOURNÉE</a:t>
            </a:r>
            <a:br>
              <a:rPr lang="fr-FR" dirty="0" smtClean="0"/>
            </a:br>
            <a:r>
              <a:rPr lang="fr-FR" dirty="0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the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lies </a:t>
            </a:r>
            <a:r>
              <a:rPr lang="fr-FR" dirty="0" err="1" smtClean="0"/>
              <a:t>ahead</a:t>
            </a:r>
            <a:r>
              <a:rPr lang="fr-FR" dirty="0" smtClean="0"/>
              <a:t> of me</a:t>
            </a:r>
            <a:br>
              <a:rPr lang="fr-FR" dirty="0" smtClean="0"/>
            </a:br>
            <a:r>
              <a:rPr lang="fr-FR" dirty="0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Seems</a:t>
            </a:r>
            <a:r>
              <a:rPr lang="fr-FR" dirty="0" smtClean="0"/>
              <a:t> impossible to face</a:t>
            </a:r>
            <a:br>
              <a:rPr lang="fr-FR" dirty="0" smtClean="0"/>
            </a:br>
            <a:r>
              <a:rPr lang="fr-FR" dirty="0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someone</a:t>
            </a:r>
            <a:r>
              <a:rPr lang="fr-FR" dirty="0" smtClean="0"/>
              <a:t> </a:t>
            </a:r>
            <a:r>
              <a:rPr lang="fr-FR" dirty="0" err="1" smtClean="0"/>
              <a:t>else</a:t>
            </a:r>
            <a:r>
              <a:rPr lang="fr-FR" dirty="0" smtClean="0"/>
              <a:t> </a:t>
            </a:r>
            <a:r>
              <a:rPr lang="fr-FR" dirty="0" err="1" smtClean="0"/>
              <a:t>instead</a:t>
            </a:r>
            <a:r>
              <a:rPr lang="fr-FR" dirty="0" smtClean="0"/>
              <a:t>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9-  RECONNAÎT TOUJOURS LA VOIE</a:t>
            </a:r>
            <a:br>
              <a:rPr lang="fr-FR" dirty="0" smtClean="0"/>
            </a:br>
            <a:r>
              <a:rPr lang="fr-FR" dirty="0" smtClean="0"/>
              <a:t>    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seems</a:t>
            </a:r>
            <a:r>
              <a:rPr lang="fr-FR" dirty="0" smtClean="0"/>
              <a:t> to know the </a:t>
            </a:r>
            <a:r>
              <a:rPr lang="fr-FR" dirty="0" err="1" smtClean="0"/>
              <a:t>way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10-  JE REGARDE À TOI</a:t>
            </a:r>
            <a:br>
              <a:rPr lang="fr-FR" dirty="0" smtClean="0"/>
            </a:br>
            <a:r>
              <a:rPr lang="fr-FR" dirty="0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Then</a:t>
            </a:r>
            <a:r>
              <a:rPr lang="fr-FR" dirty="0" smtClean="0"/>
              <a:t> I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And the </a:t>
            </a:r>
            <a:r>
              <a:rPr lang="fr-FR" dirty="0" err="1" smtClean="0"/>
              <a:t>world's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</a:t>
            </a:r>
            <a:br>
              <a:rPr lang="fr-FR" dirty="0" smtClean="0"/>
            </a:br>
            <a:r>
              <a:rPr lang="fr-FR" dirty="0" smtClean="0"/>
              <a:t>11-  UN REGARD VERS TOI</a:t>
            </a:r>
            <a:br>
              <a:rPr lang="fr-FR" dirty="0" smtClean="0"/>
            </a:br>
            <a:r>
              <a:rPr lang="fr-FR" dirty="0" smtClean="0"/>
              <a:t>       ET SAIS QUE JE VAIS PASSER</a:t>
            </a:r>
            <a:br>
              <a:rPr lang="fr-FR" dirty="0" smtClean="0"/>
            </a:br>
            <a:r>
              <a:rPr lang="fr-FR" dirty="0" smtClean="0"/>
              <a:t>       Just one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And I know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	12-  UNE BELLE JOURNÉE</a:t>
            </a:r>
            <a:br>
              <a:rPr lang="fr-FR" dirty="0" smtClean="0"/>
            </a:br>
            <a:r>
              <a:rPr lang="fr-FR" dirty="0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When</a:t>
            </a:r>
            <a:r>
              <a:rPr lang="fr-FR" dirty="0" smtClean="0"/>
              <a:t> the </a:t>
            </a:r>
            <a:r>
              <a:rPr lang="fr-FR" dirty="0" err="1" smtClean="0"/>
              <a:t>day</a:t>
            </a:r>
            <a:r>
              <a:rPr lang="fr-FR" dirty="0" smtClean="0"/>
              <a:t> </a:t>
            </a:r>
            <a:r>
              <a:rPr lang="fr-FR" dirty="0" err="1" smtClean="0"/>
              <a:t>that</a:t>
            </a:r>
            <a:r>
              <a:rPr lang="fr-FR" dirty="0" smtClean="0"/>
              <a:t> lies </a:t>
            </a:r>
            <a:r>
              <a:rPr lang="fr-FR" dirty="0" err="1" smtClean="0"/>
              <a:t>ahead</a:t>
            </a:r>
            <a:r>
              <a:rPr lang="fr-FR" dirty="0" smtClean="0"/>
              <a:t>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</a:t>
            </a:r>
            <a:r>
              <a:rPr lang="fr-FR" dirty="0" err="1" smtClean="0"/>
              <a:t>Seems</a:t>
            </a:r>
            <a:r>
              <a:rPr lang="fr-FR" dirty="0" smtClean="0"/>
              <a:t> impossible to face</a:t>
            </a:r>
            <a:br>
              <a:rPr lang="fr-FR" dirty="0" smtClean="0"/>
            </a:br>
            <a:r>
              <a:rPr lang="fr-FR" dirty="0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</a:t>
            </a:r>
            <a:r>
              <a:rPr lang="fr-FR" dirty="0" err="1" smtClean="0"/>
              <a:t>when</a:t>
            </a:r>
            <a:r>
              <a:rPr lang="fr-FR" dirty="0" smtClean="0"/>
              <a:t> </a:t>
            </a:r>
            <a:r>
              <a:rPr lang="fr-FR" dirty="0" err="1" smtClean="0"/>
              <a:t>someone</a:t>
            </a:r>
            <a:r>
              <a:rPr lang="fr-FR" dirty="0" smtClean="0"/>
              <a:t> </a:t>
            </a:r>
            <a:r>
              <a:rPr lang="fr-FR" dirty="0" err="1" smtClean="0"/>
              <a:t>else</a:t>
            </a:r>
            <a:r>
              <a:rPr lang="fr-FR" dirty="0" smtClean="0"/>
              <a:t> </a:t>
            </a:r>
            <a:r>
              <a:rPr lang="fr-FR" dirty="0" err="1" smtClean="0"/>
              <a:t>instead</a:t>
            </a:r>
            <a:r>
              <a:rPr lang="fr-FR" dirty="0" smtClean="0"/>
              <a:t> of me</a:t>
            </a:r>
            <a:br>
              <a:rPr lang="fr-FR" dirty="0" smtClean="0"/>
            </a:br>
            <a:r>
              <a:rPr lang="fr-FR" dirty="0" smtClean="0"/>
              <a:t>16-  RECONNAÎT TOUJOURS LA VOIE</a:t>
            </a:r>
            <a:br>
              <a:rPr lang="fr-FR" dirty="0" smtClean="0"/>
            </a:br>
            <a:r>
              <a:rPr lang="fr-FR" dirty="0" smtClean="0"/>
              <a:t>       </a:t>
            </a:r>
            <a:r>
              <a:rPr lang="fr-FR" dirty="0" err="1" smtClean="0"/>
              <a:t>Always</a:t>
            </a:r>
            <a:r>
              <a:rPr lang="fr-FR" dirty="0" smtClean="0"/>
              <a:t> </a:t>
            </a:r>
            <a:r>
              <a:rPr lang="fr-FR" dirty="0" err="1" smtClean="0"/>
              <a:t>seems</a:t>
            </a:r>
            <a:r>
              <a:rPr lang="fr-FR" dirty="0" smtClean="0"/>
              <a:t> to know the </a:t>
            </a:r>
            <a:r>
              <a:rPr lang="fr-FR" dirty="0" err="1" smtClean="0"/>
              <a:t>way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17-  JE REGARDE À TOI</a:t>
            </a:r>
            <a:br>
              <a:rPr lang="fr-FR" dirty="0" smtClean="0"/>
            </a:br>
            <a:r>
              <a:rPr lang="fr-FR" dirty="0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</a:t>
            </a:r>
            <a:r>
              <a:rPr lang="fr-FR" dirty="0" err="1" smtClean="0"/>
              <a:t>Then</a:t>
            </a:r>
            <a:r>
              <a:rPr lang="fr-FR" dirty="0" smtClean="0"/>
              <a:t> I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And the </a:t>
            </a:r>
            <a:r>
              <a:rPr lang="fr-FR" dirty="0" err="1" smtClean="0"/>
              <a:t>world's</a:t>
            </a:r>
            <a:r>
              <a:rPr lang="fr-FR" dirty="0" smtClean="0"/>
              <a:t> </a:t>
            </a:r>
            <a:r>
              <a:rPr lang="fr-FR" dirty="0" err="1" smtClean="0"/>
              <a:t>alright</a:t>
            </a:r>
            <a:r>
              <a:rPr lang="fr-FR" dirty="0" smtClean="0"/>
              <a:t> </a:t>
            </a:r>
            <a:r>
              <a:rPr lang="fr-FR" dirty="0" err="1" smtClean="0"/>
              <a:t>with</a:t>
            </a:r>
            <a:r>
              <a:rPr lang="fr-FR" dirty="0" smtClean="0"/>
              <a:t> me</a:t>
            </a:r>
            <a:br>
              <a:rPr lang="fr-FR" dirty="0" smtClean="0"/>
            </a:br>
            <a:r>
              <a:rPr lang="fr-FR" dirty="0" smtClean="0"/>
              <a:t>18-  UN REGARD VERS TOI</a:t>
            </a:r>
            <a:br>
              <a:rPr lang="fr-FR" dirty="0" smtClean="0"/>
            </a:br>
            <a:r>
              <a:rPr lang="fr-FR" dirty="0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Just one look </a:t>
            </a:r>
            <a:r>
              <a:rPr lang="fr-FR" dirty="0" err="1" smtClean="0"/>
              <a:t>at</a:t>
            </a:r>
            <a:r>
              <a:rPr lang="fr-FR" dirty="0" smtClean="0"/>
              <a:t> </a:t>
            </a:r>
            <a:r>
              <a:rPr lang="fr-FR" dirty="0" err="1" smtClean="0"/>
              <a:t>you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And I know </a:t>
            </a:r>
            <a:r>
              <a:rPr lang="fr-FR" dirty="0" err="1" smtClean="0"/>
              <a:t>it's</a:t>
            </a:r>
            <a:r>
              <a:rPr lang="fr-FR" dirty="0" smtClean="0"/>
              <a:t> </a:t>
            </a:r>
            <a:r>
              <a:rPr lang="fr-FR" dirty="0" err="1" smtClean="0"/>
              <a:t>gonna</a:t>
            </a:r>
            <a:r>
              <a:rPr lang="fr-FR" dirty="0" smtClean="0"/>
              <a:t> </a:t>
            </a:r>
            <a:r>
              <a:rPr lang="fr-FR" dirty="0" err="1" smtClean="0"/>
              <a:t>be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>	19-  UNE BELLE JOURNÉE</a:t>
            </a:r>
            <a:br>
              <a:rPr lang="fr-FR" dirty="0" smtClean="0"/>
            </a:br>
            <a:r>
              <a:rPr lang="fr-FR" dirty="0" smtClean="0"/>
              <a:t>	       UNE BELLE JOURNÉE…</a:t>
            </a:r>
            <a:br>
              <a:rPr lang="fr-FR" dirty="0" smtClean="0"/>
            </a:br>
            <a:r>
              <a:rPr lang="fr-FR" dirty="0" smtClean="0"/>
              <a:t>               	  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>                          A </a:t>
            </a:r>
            <a:r>
              <a:rPr lang="fr-FR" dirty="0" err="1" smtClean="0"/>
              <a:t>lovely</a:t>
            </a:r>
            <a:r>
              <a:rPr lang="fr-FR" dirty="0" smtClean="0"/>
              <a:t> </a:t>
            </a:r>
            <a:r>
              <a:rPr lang="fr-FR" dirty="0" err="1" smtClean="0"/>
              <a:t>day</a:t>
            </a: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r>
              <a:rPr lang="fr-FR" dirty="0" smtClean="0"/>
              <a:t/>
            </a:r>
            <a:br>
              <a:rPr lang="fr-FR" dirty="0" smtClean="0"/>
            </a:br>
            <a:endParaRPr lang="fr-FR" dirty="0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355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458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560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662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765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867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2970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072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174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277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379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482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584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686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789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89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399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09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I wake up in the mornin',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And the sunlight hurts my eyes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Love Bears heavy on my mind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When someone else instead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When the day that lies ahead of me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14-  SEMBLE IMPOSSIBLE À AFFRONTER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Then I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Just one look at you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And I know it's gonna be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>                          A lovely day</a:t>
            </a:r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fr-FR" dirty="0" smtClean="0"/>
          </a:p>
        </p:txBody>
      </p:sp>
      <p:sp>
        <p:nvSpPr>
          <p:cNvPr id="419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QUAND JE ME LÈVE LE MATIN</a:t>
            </a:r>
            <a:br>
              <a:rPr lang="fr-FR" smtClean="0"/>
            </a:br>
            <a:r>
              <a:rPr lang="fr-FR" smtClean="0"/>
              <a:t>     ET LE SOLEIL M’ÉBLOUIT</a:t>
            </a:r>
          </a:p>
          <a:p>
            <a:r>
              <a:rPr lang="fr-FR" smtClean="0"/>
              <a:t>     When I wake up in the mornin', </a:t>
            </a:r>
          </a:p>
          <a:p>
            <a:r>
              <a:rPr lang="fr-FR" smtClean="0"/>
              <a:t>     Love And the sunlight hurts my eyes</a:t>
            </a:r>
          </a:p>
          <a:p>
            <a:r>
              <a:rPr lang="fr-FR" smtClean="0"/>
              <a:t>2-  QUELQUE CHOSE SANS ME PRÉVENIR</a:t>
            </a:r>
            <a:br>
              <a:rPr lang="fr-FR" smtClean="0"/>
            </a:br>
            <a:r>
              <a:rPr lang="fr-FR" smtClean="0"/>
              <a:t>     VIENS SUBMERGER MON CŒUR</a:t>
            </a:r>
            <a:br>
              <a:rPr lang="fr-FR" smtClean="0"/>
            </a:br>
            <a:r>
              <a:rPr lang="fr-FR" smtClean="0"/>
              <a:t>     And somethin' without warnin', </a:t>
            </a:r>
          </a:p>
          <a:p>
            <a:r>
              <a:rPr lang="fr-FR" smtClean="0"/>
              <a:t>     Love Bears heavy on my mind</a:t>
            </a:r>
          </a:p>
          <a:p>
            <a:endParaRPr lang="fr-FR" smtClean="0"/>
          </a:p>
          <a:p>
            <a:r>
              <a:rPr lang="fr-FR" smtClean="0"/>
              <a:t>3-  JE REGARDE À TOI</a:t>
            </a:r>
            <a:br>
              <a:rPr lang="fr-FR" smtClean="0"/>
            </a:br>
            <a:r>
              <a:rPr lang="fr-FR" smtClean="0"/>
              <a:t>     ET TOUT REDEVIENT BON POUR MOI</a:t>
            </a:r>
          </a:p>
          <a:p>
            <a:r>
              <a:rPr lang="fr-FR" smtClean="0"/>
              <a:t>     Then I look at you</a:t>
            </a:r>
          </a:p>
          <a:p>
            <a:r>
              <a:rPr lang="fr-FR" smtClean="0"/>
              <a:t>     And the world's alright with me</a:t>
            </a:r>
            <a:br>
              <a:rPr lang="fr-FR" smtClean="0"/>
            </a:br>
            <a:r>
              <a:rPr lang="fr-FR" smtClean="0"/>
              <a:t>4-  UN REGARD VERS TOI</a:t>
            </a:r>
            <a:br>
              <a:rPr lang="fr-FR" smtClean="0"/>
            </a:br>
            <a:r>
              <a:rPr lang="fr-FR" smtClean="0"/>
              <a:t>     ET JE SAIS QUE JE VAIS PASSER</a:t>
            </a:r>
          </a:p>
          <a:p>
            <a:r>
              <a:rPr lang="fr-FR" smtClean="0"/>
              <a:t>     Just one look at you</a:t>
            </a:r>
          </a:p>
          <a:p>
            <a:r>
              <a:rPr lang="fr-FR" smtClean="0"/>
              <a:t>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r>
              <a:rPr lang="fr-FR" smtClean="0"/>
              <a:t>  	5-  UNE BELLE JOURNÉE</a:t>
            </a:r>
            <a:br>
              <a:rPr lang="fr-FR" smtClean="0"/>
            </a:br>
            <a:r>
              <a:rPr lang="fr-FR" smtClean="0"/>
              <a:t>	     UNE BELLE JOURNÉE…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>	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6-  QUAND LA JOURNÉE QUI SE PRÉSENTE À MOI</a:t>
            </a:r>
          </a:p>
          <a:p>
            <a:r>
              <a:rPr lang="fr-FR" smtClean="0"/>
              <a:t>     When the day that lies ahead of me</a:t>
            </a:r>
            <a:br>
              <a:rPr lang="fr-FR" smtClean="0"/>
            </a:br>
            <a:r>
              <a:rPr lang="fr-FR" smtClean="0"/>
              <a:t>7-  SEMBLE IMPOSSIBLE À AFFRONTER</a:t>
            </a:r>
          </a:p>
          <a:p>
            <a:r>
              <a:rPr lang="fr-FR" smtClean="0"/>
              <a:t>     Seems impossible to face</a:t>
            </a:r>
            <a:br>
              <a:rPr lang="fr-FR" smtClean="0"/>
            </a:br>
            <a:r>
              <a:rPr lang="fr-FR" smtClean="0"/>
              <a:t>8-  ET QUAND QUELQU’UN D’AUTRE QUE MOI</a:t>
            </a:r>
          </a:p>
          <a:p>
            <a:r>
              <a:rPr lang="fr-FR" smtClean="0"/>
              <a:t>     When someone else instead of me</a:t>
            </a:r>
          </a:p>
          <a:p>
            <a:r>
              <a:rPr lang="fr-FR" smtClean="0"/>
              <a:t>9-  RECONNAÎT TOUJOURS LA VOIE</a:t>
            </a:r>
            <a:br>
              <a:rPr lang="fr-FR" smtClean="0"/>
            </a:br>
            <a:r>
              <a:rPr lang="fr-FR" smtClean="0"/>
              <a:t>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10-  JE REGARDE À TOI</a:t>
            </a:r>
            <a:br>
              <a:rPr lang="fr-FR" smtClean="0"/>
            </a:br>
            <a:r>
              <a:rPr lang="fr-FR" smtClean="0"/>
              <a:t>       ET TOUT REDEVIENT BON POUR MOI</a:t>
            </a:r>
          </a:p>
          <a:p>
            <a:r>
              <a:rPr lang="fr-FR" smtClean="0"/>
              <a:t>       Then I look at you</a:t>
            </a:r>
          </a:p>
          <a:p>
            <a:r>
              <a:rPr lang="fr-FR" smtClean="0"/>
              <a:t>       And the world's alright with me</a:t>
            </a:r>
            <a:br>
              <a:rPr lang="fr-FR" smtClean="0"/>
            </a:br>
            <a:r>
              <a:rPr lang="fr-FR" smtClean="0"/>
              <a:t>11-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  <a:br>
              <a:rPr lang="fr-FR" smtClean="0"/>
            </a:br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endParaRPr lang="fr-FR" smtClean="0"/>
          </a:p>
          <a:p>
            <a:r>
              <a:rPr lang="fr-FR" smtClean="0"/>
              <a:t>	12-  UNE BELLE JOURNÉE</a:t>
            </a:r>
            <a:br>
              <a:rPr lang="fr-FR" smtClean="0"/>
            </a:br>
            <a:r>
              <a:rPr lang="fr-FR" smtClean="0"/>
              <a:t>	       UNE BELLE JOURNÉE …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13-  QUAND LA JOURNÉE QUI SE PRÉSENTE À MOI</a:t>
            </a:r>
          </a:p>
          <a:p>
            <a:r>
              <a:rPr lang="fr-FR" smtClean="0"/>
              <a:t>       When the day that lies ahead of me</a:t>
            </a:r>
          </a:p>
          <a:p>
            <a:r>
              <a:rPr lang="fr-FR" smtClean="0"/>
              <a:t>14-  SEMBLE IMPOSSIBLE À AFFRONTER</a:t>
            </a:r>
          </a:p>
          <a:p>
            <a:r>
              <a:rPr lang="fr-FR" smtClean="0"/>
              <a:t>       Seems impossible to face</a:t>
            </a:r>
            <a:br>
              <a:rPr lang="fr-FR" smtClean="0"/>
            </a:br>
            <a:r>
              <a:rPr lang="fr-FR" smtClean="0"/>
              <a:t>15-  ET QUAND QUELQU’UN D’AUTRE QUE MOI</a:t>
            </a:r>
          </a:p>
          <a:p>
            <a:r>
              <a:rPr lang="fr-FR" smtClean="0"/>
              <a:t>      And when someone else instead of me</a:t>
            </a:r>
            <a:br>
              <a:rPr lang="fr-FR" smtClean="0"/>
            </a:br>
            <a:r>
              <a:rPr lang="fr-FR" smtClean="0"/>
              <a:t>16-  RECONNAÎT TOUJOURS LA VOIE</a:t>
            </a:r>
            <a:br>
              <a:rPr lang="fr-FR" smtClean="0"/>
            </a:br>
            <a:r>
              <a:rPr lang="fr-FR" smtClean="0"/>
              <a:t>       Always seems to know the way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17-  JE REGARDE À TOI</a:t>
            </a:r>
            <a:br>
              <a:rPr lang="fr-FR" smtClean="0"/>
            </a:br>
            <a:r>
              <a:rPr lang="fr-FR" smtClean="0"/>
              <a:t>      ET TOUT REDEVIENT BON POUR MOI</a:t>
            </a:r>
          </a:p>
          <a:p>
            <a:r>
              <a:rPr lang="fr-FR" smtClean="0"/>
              <a:t>      Then I look at you</a:t>
            </a:r>
          </a:p>
          <a:p>
            <a:r>
              <a:rPr lang="fr-FR" smtClean="0"/>
              <a:t>      And the world's alright with me</a:t>
            </a:r>
            <a:br>
              <a:rPr lang="fr-FR" smtClean="0"/>
            </a:br>
            <a:r>
              <a:rPr lang="fr-FR" smtClean="0"/>
              <a:t>18-  UN REGARD VERS TOI</a:t>
            </a:r>
            <a:br>
              <a:rPr lang="fr-FR" smtClean="0"/>
            </a:br>
            <a:r>
              <a:rPr lang="fr-FR" smtClean="0"/>
              <a:t>       ET SAIS QUE JE VAIS PASSER</a:t>
            </a:r>
          </a:p>
          <a:p>
            <a:r>
              <a:rPr lang="fr-FR" smtClean="0"/>
              <a:t>       Just one look at you</a:t>
            </a:r>
          </a:p>
          <a:p>
            <a:r>
              <a:rPr lang="fr-FR" smtClean="0"/>
              <a:t>       And I know it's gonna be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>	19-  UNE BELLE JOURNÉE</a:t>
            </a:r>
            <a:br>
              <a:rPr lang="fr-FR" smtClean="0"/>
            </a:br>
            <a:r>
              <a:rPr lang="fr-FR" smtClean="0"/>
              <a:t>	       UNE BELLE JOURNÉE…</a:t>
            </a:r>
            <a:br>
              <a:rPr lang="fr-FR" smtClean="0"/>
            </a:br>
            <a:r>
              <a:rPr lang="fr-FR" smtClean="0"/>
              <a:t>               	       A lovely day</a:t>
            </a:r>
          </a:p>
          <a:p>
            <a:r>
              <a:rPr lang="fr-FR" smtClean="0"/>
              <a:t>                          A lovely day</a:t>
            </a:r>
          </a:p>
          <a:p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r>
              <a:rPr lang="fr-FR" smtClean="0"/>
              <a:t/>
            </a:r>
            <a:br>
              <a:rPr lang="fr-FR" smtClean="0"/>
            </a:br>
            <a:endParaRPr lang="fr-FR" smtClean="0"/>
          </a:p>
          <a:p>
            <a:endParaRPr lang="fr-FR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F703CF-3B1D-4DE9-9EBE-6FB4CD7C801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EDFCEE5-9A68-4CE7-84E8-7D001C3DA33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EFDBCDF-8A81-4950-B5B2-C98DA2B6CF15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7074B29-1C7C-4B91-9E3F-613A261502D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84C4D8-B522-4FA1-A042-F6CFB829B87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61F833B-3558-49A9-9F1C-397C9320023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4BEEE12-4EDD-4603-9AC8-51582F664173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112828F-AD1C-4AB5-B13F-1B52157F6DE2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9115EC2-97CB-4BF3-892E-B90B23A750FA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EDB27F3-EC6F-4ABA-BC1B-52E812A2C0A0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567E34E-0E95-4DEB-9669-431C4EBF2A78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Click to edit Master text styles</a:t>
            </a:r>
          </a:p>
          <a:p>
            <a:pPr lvl="1"/>
            <a:r>
              <a:rPr lang="en-GB" smtClean="0"/>
              <a:t>Second level</a:t>
            </a:r>
          </a:p>
          <a:p>
            <a:pPr lvl="2"/>
            <a:r>
              <a:rPr lang="en-GB" smtClean="0"/>
              <a:t>Third level</a:t>
            </a:r>
          </a:p>
          <a:p>
            <a:pPr lvl="3"/>
            <a:r>
              <a:rPr lang="en-GB" smtClean="0"/>
              <a:t>Fourth level</a:t>
            </a:r>
          </a:p>
          <a:p>
            <a:pPr lvl="4"/>
            <a:r>
              <a:rPr lang="en-GB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pPr>
              <a:defRPr/>
            </a:pPr>
            <a:fld id="{ABFC2398-F3C2-4FF1-A8BA-3FB07BAD074B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JE ME LÈVE LE MATIN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LE SOLEIL M’ÉBLOUIT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QUELQUE CHOSE SANS ME PRÉVENIR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VIENT SUBMERGER MON CŒUR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REGARDE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REDEVIENT BON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REGARD VERS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SAIS QUE JE VAIS PASSER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JOURNÉE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 QUI SE PRÉSENTE À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SEMBLE IMPOSSIBLE À AFFRONTER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QUELQU’UN D’AUTRE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RECONNAÎT TOUJOURS LA VOIE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REGARDE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REDEVIENT BON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REGARD VERS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SAIS QUE JE VAIS PASSER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 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QUAND LA JOURNÉE QUI SE PRÉSENTE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À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SEMBLE IMPOSSIBLE À AFFRONTER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QUAND QUELQU’UN D’AUTRE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QUE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RECONNAÎT TOUJOURS LA VOIE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JE REGARDE À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TOUT REDEVIENT BON POUR MOI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 REGARD VERS TOI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ET JE SAIS QUE JE VAIS PASSER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Rectangle 10"/>
          <p:cNvSpPr>
            <a:spLocks noGrp="1" noChangeArrowheads="1"/>
          </p:cNvSpPr>
          <p:nvPr>
            <p:ph type="title" idx="4294967295"/>
          </p:nvPr>
        </p:nvSpPr>
        <p:spPr>
          <a:xfrm>
            <a:off x="0" y="0"/>
            <a:ext cx="9144000" cy="1238250"/>
          </a:xfrm>
          <a:effectLst>
            <a:outerShdw blurRad="63500" dist="37357" dir="2700000" rotWithShape="0">
              <a:srgbClr val="A6A6A6"/>
            </a:outerShdw>
          </a:effectLst>
        </p:spPr>
        <p:txBody>
          <a:bodyPr anchor="t"/>
          <a:lstStyle/>
          <a:p>
            <a:pPr>
              <a:defRPr/>
            </a:pP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>UNE BELLE JOURNÉE…</a:t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  <a:t/>
            </a:r>
            <a:br>
              <a:rPr lang="fr-FR" sz="4000" dirty="0" smtClean="0">
                <a:ln w="12700">
                  <a:solidFill>
                    <a:srgbClr val="A6A6A6"/>
                  </a:solidFill>
                </a:ln>
                <a:solidFill>
                  <a:schemeClr val="bg1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</a:rPr>
            </a:br>
            <a:endParaRPr lang="fr-FR" sz="4000" dirty="0" smtClean="0">
              <a:ln w="12700">
                <a:solidFill>
                  <a:srgbClr val="A6A6A6"/>
                </a:solidFill>
              </a:ln>
              <a:solidFill>
                <a:schemeClr val="bg1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3128</TotalTime>
  <Words>357</Words>
  <Application>Microsoft Office PowerPoint</Application>
  <PresentationFormat>On-screen Show (4:3)</PresentationFormat>
  <Paragraphs>1659</Paragraphs>
  <Slides>20</Slides>
  <Notes>20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4" baseType="lpstr">
      <vt:lpstr>Franklin Gothic Medium</vt:lpstr>
      <vt:lpstr>Arial</vt:lpstr>
      <vt:lpstr>Calibri</vt:lpstr>
      <vt:lpstr>Default Design</vt:lpstr>
      <vt:lpstr>QUAND JE ME LÈVE LE MATIN ET LE SOLEIL M’ÉBLOUIT   </vt:lpstr>
      <vt:lpstr>QUELQUE CHOSE SANS ME PRÉVENIR VIENT SUBMERGER MON CŒUR    </vt:lpstr>
      <vt:lpstr>JE REGARDE À TOI ET TOUT REDEVIENT BON POUR MOI     </vt:lpstr>
      <vt:lpstr>UN REGARD VERS TOI ET JE SAIS QUE JE VAIS PASSER      </vt:lpstr>
      <vt:lpstr>UNE BELLE JOURNÉE UNE BELLE JOURNÉE…       </vt:lpstr>
      <vt:lpstr>QUAND LA JOURNÉE  QUI SE PRÉSENTE À MOI       </vt:lpstr>
      <vt:lpstr>SEMBLE IMPOSSIBLE À AFFRONTER        </vt:lpstr>
      <vt:lpstr>ET QUAND QUELQU’UN D’AUTRE QUE MOI        </vt:lpstr>
      <vt:lpstr>RECONNAÎT TOUJOURS LA VOIE         </vt:lpstr>
      <vt:lpstr>JE REGARDE À TOI ET TOUT REDEVIENT BON POUR MOI          </vt:lpstr>
      <vt:lpstr>UN REGARD VERS TOI ET JE SAIS QUE JE VAIS PASSER           </vt:lpstr>
      <vt:lpstr>UNE BELLE JOURNÉE UNE BELLE JOURNÉE …            </vt:lpstr>
      <vt:lpstr>QUAND LA JOURNÉE QUI SE PRÉSENTE À MOI            </vt:lpstr>
      <vt:lpstr>SEMBLE IMPOSSIBLE À AFFRONTER             </vt:lpstr>
      <vt:lpstr>ET QUAND QUELQU’UN D’AUTRE QUE MOI             </vt:lpstr>
      <vt:lpstr>RECONNAÎT TOUJOURS LA VOIE              </vt:lpstr>
      <vt:lpstr>JE REGARDE À TOI ET TOUT REDEVIENT BON POUR MOI               </vt:lpstr>
      <vt:lpstr>UN REGARD VERS TOI ET JE SAIS QUE JE VAIS PASSER                </vt:lpstr>
      <vt:lpstr>UNE BELLE JOURNÉE UNE BELLE JOURNÉE…                 </vt:lpstr>
      <vt:lpstr>Diapositive 20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INCRUSTATIONS</cp:lastModifiedBy>
  <cp:revision>152</cp:revision>
  <dcterms:created xsi:type="dcterms:W3CDTF">2002-08-17T10:50:50Z</dcterms:created>
  <dcterms:modified xsi:type="dcterms:W3CDTF">2014-04-13T08:31:26Z</dcterms:modified>
</cp:coreProperties>
</file>