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6"/>
  </p:notesMasterIdLst>
  <p:sldIdLst>
    <p:sldId id="259" r:id="rId2"/>
    <p:sldId id="260" r:id="rId3"/>
    <p:sldId id="261" r:id="rId4"/>
    <p:sldId id="262" r:id="rId5"/>
    <p:sldId id="278" r:id="rId6"/>
    <p:sldId id="279" r:id="rId7"/>
    <p:sldId id="263" r:id="rId8"/>
    <p:sldId id="264" r:id="rId9"/>
    <p:sldId id="265" r:id="rId10"/>
    <p:sldId id="280" r:id="rId11"/>
    <p:sldId id="266" r:id="rId12"/>
    <p:sldId id="267" r:id="rId13"/>
    <p:sldId id="268" r:id="rId14"/>
    <p:sldId id="269" r:id="rId15"/>
    <p:sldId id="270" r:id="rId16"/>
    <p:sldId id="271" r:id="rId17"/>
    <p:sldId id="281" r:id="rId18"/>
    <p:sldId id="272" r:id="rId19"/>
    <p:sldId id="28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643" autoAdjust="0"/>
    <p:restoredTop sz="52239" autoAdjust="0"/>
  </p:normalViewPr>
  <p:slideViewPr>
    <p:cSldViewPr>
      <p:cViewPr varScale="1">
        <p:scale>
          <a:sx n="47" d="100"/>
          <a:sy n="47" d="100"/>
        </p:scale>
        <p:origin x="72" y="1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44F3788D-452C-40A0-81E7-399DA342C293}" type="datetimeFigureOut">
              <a:rPr lang="fr-FR"/>
              <a:pPr>
                <a:defRPr/>
              </a:pPr>
              <a:t>23/03/2025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FCEE1332-E515-426F-80E1-80FD162FFEC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r>
              <a:rPr lang="en-US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r>
              <a:rPr lang="en-US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r>
              <a:rPr lang="en-US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pPr>
              <a:defRPr/>
            </a:pPr>
            <a:r>
              <a:rPr lang="fr-FR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pPr>
              <a:defRPr/>
            </a:pPr>
            <a:r>
              <a:rPr lang="fr-FR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pPr>
              <a:defRPr/>
            </a:pPr>
            <a:r>
              <a:rPr lang="fr-FR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</p:spTree>
    <p:extLst>
      <p:ext uri="{BB962C8B-B14F-4D97-AF65-F5344CB8AC3E}">
        <p14:creationId xmlns:p14="http://schemas.microsoft.com/office/powerpoint/2010/main" val="2959343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r>
              <a:rPr lang="en-US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r>
              <a:rPr lang="en-US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r>
              <a:rPr lang="en-US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pPr>
              <a:defRPr/>
            </a:pPr>
            <a:r>
              <a:rPr lang="fr-FR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pPr>
              <a:defRPr/>
            </a:pPr>
            <a:r>
              <a:rPr lang="fr-FR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pPr>
              <a:defRPr/>
            </a:pPr>
            <a:r>
              <a:rPr lang="fr-FR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</p:spTree>
    <p:extLst>
      <p:ext uri="{BB962C8B-B14F-4D97-AF65-F5344CB8AC3E}">
        <p14:creationId xmlns:p14="http://schemas.microsoft.com/office/powerpoint/2010/main" val="3789580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r>
              <a:rPr lang="en-US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r>
              <a:rPr lang="en-US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r>
              <a:rPr lang="en-US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pPr>
              <a:defRPr/>
            </a:pPr>
            <a:r>
              <a:rPr lang="fr-FR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pPr>
              <a:defRPr/>
            </a:pPr>
            <a:r>
              <a:rPr lang="fr-FR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pPr>
              <a:defRPr/>
            </a:pPr>
            <a:r>
              <a:rPr lang="fr-FR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</p:spTree>
    <p:extLst>
      <p:ext uri="{BB962C8B-B14F-4D97-AF65-F5344CB8AC3E}">
        <p14:creationId xmlns:p14="http://schemas.microsoft.com/office/powerpoint/2010/main" val="3733556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r>
              <a:rPr lang="en-US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r>
              <a:rPr lang="en-US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r>
              <a:rPr lang="en-US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pPr>
              <a:defRPr/>
            </a:pPr>
            <a:r>
              <a:rPr lang="fr-FR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pPr>
              <a:defRPr/>
            </a:pPr>
            <a:r>
              <a:rPr lang="fr-FR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pPr>
              <a:defRPr/>
            </a:pPr>
            <a:r>
              <a:rPr lang="fr-FR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</p:spTree>
    <p:extLst>
      <p:ext uri="{BB962C8B-B14F-4D97-AF65-F5344CB8AC3E}">
        <p14:creationId xmlns:p14="http://schemas.microsoft.com/office/powerpoint/2010/main" val="2331366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r>
              <a:rPr lang="en-US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r>
              <a:rPr lang="en-US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r>
              <a:rPr lang="en-US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pPr>
              <a:defRPr/>
            </a:pPr>
            <a:r>
              <a:rPr lang="fr-FR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pPr>
              <a:defRPr/>
            </a:pPr>
            <a:r>
              <a:rPr lang="fr-FR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pPr>
              <a:defRPr/>
            </a:pPr>
            <a:r>
              <a:rPr lang="fr-FR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</p:spTree>
    <p:extLst>
      <p:ext uri="{BB962C8B-B14F-4D97-AF65-F5344CB8AC3E}">
        <p14:creationId xmlns:p14="http://schemas.microsoft.com/office/powerpoint/2010/main" val="1753561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r>
              <a:rPr lang="en-US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r>
              <a:rPr lang="en-US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r>
              <a:rPr lang="en-US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pPr>
              <a:defRPr/>
            </a:pPr>
            <a:r>
              <a:rPr lang="fr-FR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pPr>
              <a:defRPr/>
            </a:pPr>
            <a:r>
              <a:rPr lang="fr-FR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pPr>
              <a:defRPr/>
            </a:pPr>
            <a:r>
              <a:rPr lang="fr-FR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</p:spTree>
    <p:extLst>
      <p:ext uri="{BB962C8B-B14F-4D97-AF65-F5344CB8AC3E}">
        <p14:creationId xmlns:p14="http://schemas.microsoft.com/office/powerpoint/2010/main" val="3137057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r>
              <a:rPr lang="en-US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r>
              <a:rPr lang="en-US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r>
              <a:rPr lang="en-US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pPr>
              <a:defRPr/>
            </a:pPr>
            <a:r>
              <a:rPr lang="fr-FR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pPr>
              <a:defRPr/>
            </a:pPr>
            <a:r>
              <a:rPr lang="fr-FR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pPr>
              <a:defRPr/>
            </a:pPr>
            <a:r>
              <a:rPr lang="fr-FR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</p:spTree>
    <p:extLst>
      <p:ext uri="{BB962C8B-B14F-4D97-AF65-F5344CB8AC3E}">
        <p14:creationId xmlns:p14="http://schemas.microsoft.com/office/powerpoint/2010/main" val="29970538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r>
              <a:rPr lang="en-US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r>
              <a:rPr lang="en-US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r>
              <a:rPr lang="en-US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pPr>
              <a:defRPr/>
            </a:pPr>
            <a:r>
              <a:rPr lang="fr-FR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pPr>
              <a:defRPr/>
            </a:pPr>
            <a:r>
              <a:rPr lang="fr-FR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pPr>
              <a:defRPr/>
            </a:pPr>
            <a:r>
              <a:rPr lang="fr-FR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</p:spTree>
    <p:extLst>
      <p:ext uri="{BB962C8B-B14F-4D97-AF65-F5344CB8AC3E}">
        <p14:creationId xmlns:p14="http://schemas.microsoft.com/office/powerpoint/2010/main" val="654577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r>
              <a:rPr lang="en-US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r>
              <a:rPr lang="en-US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r>
              <a:rPr lang="en-US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pPr>
              <a:defRPr/>
            </a:pPr>
            <a:r>
              <a:rPr lang="fr-FR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pPr>
              <a:defRPr/>
            </a:pPr>
            <a:r>
              <a:rPr lang="fr-FR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pPr>
              <a:defRPr/>
            </a:pPr>
            <a:r>
              <a:rPr lang="fr-FR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</p:spTree>
    <p:extLst>
      <p:ext uri="{BB962C8B-B14F-4D97-AF65-F5344CB8AC3E}">
        <p14:creationId xmlns:p14="http://schemas.microsoft.com/office/powerpoint/2010/main" val="19801667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r>
              <a:rPr lang="en-US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r>
              <a:rPr lang="en-US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r>
              <a:rPr lang="en-US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pPr>
              <a:defRPr/>
            </a:pPr>
            <a:r>
              <a:rPr lang="fr-FR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pPr>
              <a:defRPr/>
            </a:pPr>
            <a:r>
              <a:rPr lang="fr-FR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pPr>
              <a:defRPr/>
            </a:pPr>
            <a:r>
              <a:rPr lang="fr-FR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</p:spTree>
    <p:extLst>
      <p:ext uri="{BB962C8B-B14F-4D97-AF65-F5344CB8AC3E}">
        <p14:creationId xmlns:p14="http://schemas.microsoft.com/office/powerpoint/2010/main" val="4435273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r>
              <a:rPr lang="en-US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r>
              <a:rPr lang="en-US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r>
              <a:rPr lang="en-US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pPr>
              <a:defRPr/>
            </a:pPr>
            <a:r>
              <a:rPr lang="fr-FR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pPr>
              <a:defRPr/>
            </a:pPr>
            <a:r>
              <a:rPr lang="fr-FR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pPr>
              <a:defRPr/>
            </a:pPr>
            <a:r>
              <a:rPr lang="fr-FR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</p:spTree>
    <p:extLst>
      <p:ext uri="{BB962C8B-B14F-4D97-AF65-F5344CB8AC3E}">
        <p14:creationId xmlns:p14="http://schemas.microsoft.com/office/powerpoint/2010/main" val="27288963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r>
              <a:rPr lang="en-US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r>
              <a:rPr lang="en-US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r>
              <a:rPr lang="en-US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pPr>
              <a:defRPr/>
            </a:pPr>
            <a:r>
              <a:rPr lang="fr-FR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pPr>
              <a:defRPr/>
            </a:pPr>
            <a:r>
              <a:rPr lang="fr-FR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pPr>
              <a:defRPr/>
            </a:pPr>
            <a:r>
              <a:rPr lang="fr-FR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</p:spTree>
    <p:extLst>
      <p:ext uri="{BB962C8B-B14F-4D97-AF65-F5344CB8AC3E}">
        <p14:creationId xmlns:p14="http://schemas.microsoft.com/office/powerpoint/2010/main" val="10095018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r>
              <a:rPr lang="en-US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r>
              <a:rPr lang="en-US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r>
              <a:rPr lang="en-US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pPr>
              <a:defRPr/>
            </a:pPr>
            <a:r>
              <a:rPr lang="fr-FR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pPr>
              <a:defRPr/>
            </a:pPr>
            <a:r>
              <a:rPr lang="fr-FR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pPr>
              <a:defRPr/>
            </a:pPr>
            <a:r>
              <a:rPr lang="fr-FR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</p:spTree>
    <p:extLst>
      <p:ext uri="{BB962C8B-B14F-4D97-AF65-F5344CB8AC3E}">
        <p14:creationId xmlns:p14="http://schemas.microsoft.com/office/powerpoint/2010/main" val="24266640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r>
              <a:rPr lang="en-US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r>
              <a:rPr lang="en-US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r>
              <a:rPr lang="en-US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pPr>
              <a:defRPr/>
            </a:pPr>
            <a:r>
              <a:rPr lang="fr-FR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pPr>
              <a:defRPr/>
            </a:pPr>
            <a:r>
              <a:rPr lang="fr-FR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pPr>
              <a:defRPr/>
            </a:pPr>
            <a:r>
              <a:rPr lang="fr-FR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</p:spTree>
    <p:extLst>
      <p:ext uri="{BB962C8B-B14F-4D97-AF65-F5344CB8AC3E}">
        <p14:creationId xmlns:p14="http://schemas.microsoft.com/office/powerpoint/2010/main" val="18943454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r>
              <a:rPr lang="en-US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r>
              <a:rPr lang="en-US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r>
              <a:rPr lang="en-US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pPr>
              <a:defRPr/>
            </a:pPr>
            <a:r>
              <a:rPr lang="fr-FR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pPr>
              <a:defRPr/>
            </a:pPr>
            <a:r>
              <a:rPr lang="fr-FR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pPr>
              <a:defRPr/>
            </a:pPr>
            <a:r>
              <a:rPr lang="fr-FR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</p:spTree>
    <p:extLst>
      <p:ext uri="{BB962C8B-B14F-4D97-AF65-F5344CB8AC3E}">
        <p14:creationId xmlns:p14="http://schemas.microsoft.com/office/powerpoint/2010/main" val="2837375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r>
              <a:rPr lang="en-US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r>
              <a:rPr lang="en-US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r>
              <a:rPr lang="en-US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pPr>
              <a:defRPr/>
            </a:pPr>
            <a:r>
              <a:rPr lang="fr-FR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pPr>
              <a:defRPr/>
            </a:pPr>
            <a:r>
              <a:rPr lang="fr-FR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pPr>
              <a:defRPr/>
            </a:pPr>
            <a:r>
              <a:rPr lang="fr-FR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</p:spTree>
    <p:extLst>
      <p:ext uri="{BB962C8B-B14F-4D97-AF65-F5344CB8AC3E}">
        <p14:creationId xmlns:p14="http://schemas.microsoft.com/office/powerpoint/2010/main" val="29448316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r>
              <a:rPr lang="en-US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r>
              <a:rPr lang="en-US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r>
              <a:rPr lang="en-US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pPr>
              <a:defRPr/>
            </a:pPr>
            <a:r>
              <a:rPr lang="fr-FR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pPr>
              <a:defRPr/>
            </a:pPr>
            <a:r>
              <a:rPr lang="fr-FR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pPr>
              <a:defRPr/>
            </a:pPr>
            <a:r>
              <a:rPr lang="fr-FR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</p:spTree>
    <p:extLst>
      <p:ext uri="{BB962C8B-B14F-4D97-AF65-F5344CB8AC3E}">
        <p14:creationId xmlns:p14="http://schemas.microsoft.com/office/powerpoint/2010/main" val="30713328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r>
              <a:rPr lang="en-US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r>
              <a:rPr lang="en-US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r>
              <a:rPr lang="en-US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pPr>
              <a:defRPr/>
            </a:pPr>
            <a:r>
              <a:rPr lang="fr-FR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pPr>
              <a:defRPr/>
            </a:pPr>
            <a:r>
              <a:rPr lang="fr-FR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pPr>
              <a:defRPr/>
            </a:pPr>
            <a:r>
              <a:rPr lang="fr-FR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</p:spTree>
    <p:extLst>
      <p:ext uri="{BB962C8B-B14F-4D97-AF65-F5344CB8AC3E}">
        <p14:creationId xmlns:p14="http://schemas.microsoft.com/office/powerpoint/2010/main" val="11558513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r>
              <a:rPr lang="en-US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r>
              <a:rPr lang="en-US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r>
              <a:rPr lang="en-US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pPr>
              <a:defRPr/>
            </a:pPr>
            <a:r>
              <a:rPr lang="fr-FR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pPr>
              <a:defRPr/>
            </a:pPr>
            <a:r>
              <a:rPr lang="fr-FR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pPr>
              <a:defRPr/>
            </a:pPr>
            <a:r>
              <a:rPr lang="fr-FR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</p:spTree>
    <p:extLst>
      <p:ext uri="{BB962C8B-B14F-4D97-AF65-F5344CB8AC3E}">
        <p14:creationId xmlns:p14="http://schemas.microsoft.com/office/powerpoint/2010/main" val="8950324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r>
              <a:rPr lang="en-US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r>
              <a:rPr lang="en-US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r>
              <a:rPr lang="en-US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pPr>
              <a:defRPr/>
            </a:pPr>
            <a:r>
              <a:rPr lang="fr-FR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pPr>
              <a:defRPr/>
            </a:pPr>
            <a:r>
              <a:rPr lang="fr-FR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pPr>
              <a:defRPr/>
            </a:pPr>
            <a:r>
              <a:rPr lang="fr-FR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</p:spTree>
    <p:extLst>
      <p:ext uri="{BB962C8B-B14F-4D97-AF65-F5344CB8AC3E}">
        <p14:creationId xmlns:p14="http://schemas.microsoft.com/office/powerpoint/2010/main" val="1712586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r>
              <a:rPr lang="en-US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r>
              <a:rPr lang="en-US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r>
              <a:rPr lang="en-US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pPr>
              <a:defRPr/>
            </a:pPr>
            <a:r>
              <a:rPr lang="fr-FR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pPr>
              <a:defRPr/>
            </a:pPr>
            <a:r>
              <a:rPr lang="fr-FR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pPr>
              <a:defRPr/>
            </a:pPr>
            <a:r>
              <a:rPr lang="fr-FR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</p:spTree>
    <p:extLst>
      <p:ext uri="{BB962C8B-B14F-4D97-AF65-F5344CB8AC3E}">
        <p14:creationId xmlns:p14="http://schemas.microsoft.com/office/powerpoint/2010/main" val="1246300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r>
              <a:rPr lang="en-US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r>
              <a:rPr lang="en-US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r>
              <a:rPr lang="en-US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pPr>
              <a:defRPr/>
            </a:pPr>
            <a:r>
              <a:rPr lang="fr-FR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pPr>
              <a:defRPr/>
            </a:pPr>
            <a:r>
              <a:rPr lang="fr-FR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pPr>
              <a:defRPr/>
            </a:pPr>
            <a:r>
              <a:rPr lang="fr-FR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</p:spTree>
    <p:extLst>
      <p:ext uri="{BB962C8B-B14F-4D97-AF65-F5344CB8AC3E}">
        <p14:creationId xmlns:p14="http://schemas.microsoft.com/office/powerpoint/2010/main" val="37955335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r>
              <a:rPr lang="en-US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r>
              <a:rPr lang="en-US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r>
              <a:rPr lang="en-US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pPr>
              <a:defRPr/>
            </a:pPr>
            <a:r>
              <a:rPr lang="fr-FR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pPr>
              <a:defRPr/>
            </a:pPr>
            <a:r>
              <a:rPr lang="fr-FR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pPr>
              <a:defRPr/>
            </a:pPr>
            <a:r>
              <a:rPr lang="fr-FR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</p:spTree>
    <p:extLst>
      <p:ext uri="{BB962C8B-B14F-4D97-AF65-F5344CB8AC3E}">
        <p14:creationId xmlns:p14="http://schemas.microsoft.com/office/powerpoint/2010/main" val="3413595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1-  GLORY TO THE FATHER [Gloire au père] 
2-  YOU DESERVE THE PRAISE [Tu es </a:t>
            </a:r>
            <a:r>
              <a:rPr lang="en-US" dirty="0" err="1"/>
              <a:t>digne</a:t>
            </a:r>
            <a:r>
              <a:rPr lang="en-US" dirty="0"/>
              <a:t> de </a:t>
            </a:r>
            <a:r>
              <a:rPr lang="en-US" dirty="0" err="1"/>
              <a:t>louange</a:t>
            </a:r>
            <a:r>
              <a:rPr lang="en-US" dirty="0"/>
              <a:t>] 
3-  LEAD ME TO YOUR ALTAR WASH AWAY MY SHAME [</a:t>
            </a:r>
            <a:r>
              <a:rPr lang="en-US" dirty="0" err="1"/>
              <a:t>Conduis-moi</a:t>
            </a:r>
            <a:r>
              <a:rPr lang="en-US" dirty="0"/>
              <a:t> à ton </a:t>
            </a:r>
            <a:r>
              <a:rPr lang="en-US" dirty="0" err="1"/>
              <a:t>autel</a:t>
            </a:r>
            <a:r>
              <a:rPr lang="en-US" dirty="0"/>
              <a:t> efface ma </a:t>
            </a:r>
            <a:r>
              <a:rPr lang="en-US" dirty="0" err="1"/>
              <a:t>honte</a:t>
            </a:r>
            <a:r>
              <a:rPr lang="en-US" dirty="0"/>
              <a:t>] </a:t>
            </a:r>
          </a:p>
          <a:p>
            <a:r>
              <a:rPr lang="en-US" dirty="0"/>
              <a:t>
4-  EVEN WHEN I DON'T SEE IT YOUR WORKING [</a:t>
            </a:r>
            <a:r>
              <a:rPr lang="en-US" dirty="0" err="1"/>
              <a:t>Même</a:t>
            </a:r>
            <a:r>
              <a:rPr lang="en-US" dirty="0"/>
              <a:t> </a:t>
            </a:r>
            <a:r>
              <a:rPr lang="en-US" dirty="0" err="1"/>
              <a:t>quand</a:t>
            </a:r>
            <a:r>
              <a:rPr lang="en-US" dirty="0"/>
              <a:t> je ne le </a:t>
            </a:r>
            <a:r>
              <a:rPr lang="en-US" dirty="0" err="1"/>
              <a:t>vois</a:t>
            </a:r>
            <a:r>
              <a:rPr lang="en-US" dirty="0"/>
              <a:t> pas,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agis</a:t>
            </a:r>
            <a:r>
              <a:rPr lang="en-US" dirty="0"/>
              <a:t>] 
5-  EVEN WHEN I CAN'T FEEL IT YOUR WORKING [</a:t>
            </a:r>
            <a:r>
              <a:rPr lang="en-US" dirty="0" err="1"/>
              <a:t>Même</a:t>
            </a:r>
            <a:r>
              <a:rPr lang="en-US" dirty="0"/>
              <a:t> </a:t>
            </a:r>
            <a:r>
              <a:rPr lang="en-US" dirty="0" err="1"/>
              <a:t>quand</a:t>
            </a:r>
            <a:r>
              <a:rPr lang="en-US" dirty="0"/>
              <a:t> je ne le </a:t>
            </a:r>
            <a:r>
              <a:rPr lang="en-US" dirty="0" err="1"/>
              <a:t>sens</a:t>
            </a:r>
            <a:r>
              <a:rPr lang="en-US" dirty="0"/>
              <a:t> pas,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agis</a:t>
            </a:r>
            <a:r>
              <a:rPr lang="en-US" dirty="0"/>
              <a:t>] 
6-  YOU NEVER STOP YOU NEVER STOP WORKING [Tu ne </a:t>
            </a:r>
            <a:r>
              <a:rPr lang="en-US" dirty="0" err="1"/>
              <a:t>t’arrêtes</a:t>
            </a:r>
            <a:r>
              <a:rPr lang="en-US" dirty="0"/>
              <a:t> pas, </a:t>
            </a:r>
            <a:r>
              <a:rPr lang="en-US" dirty="0" err="1"/>
              <a:t>tu</a:t>
            </a:r>
            <a:r>
              <a:rPr lang="en-US" dirty="0"/>
              <a:t> ne </a:t>
            </a:r>
            <a:r>
              <a:rPr lang="en-US" dirty="0" err="1"/>
              <a:t>t’arrêtes</a:t>
            </a:r>
            <a:r>
              <a:rPr lang="en-US" dirty="0"/>
              <a:t> pas </a:t>
            </a:r>
            <a:r>
              <a:rPr lang="en-US" dirty="0" err="1"/>
              <a:t>d’agir</a:t>
            </a:r>
            <a:r>
              <a:rPr lang="en-US" dirty="0"/>
              <a:t>] 
7-  YOU ARE HERE MOVING IN OUR MIDST [Tu es </a:t>
            </a:r>
            <a:r>
              <a:rPr lang="en-US" dirty="0" err="1"/>
              <a:t>là</a:t>
            </a:r>
            <a:r>
              <a:rPr lang="en-US" dirty="0"/>
              <a:t>, </a:t>
            </a:r>
            <a:r>
              <a:rPr lang="en-US" dirty="0" err="1"/>
              <a:t>présent</a:t>
            </a:r>
            <a:r>
              <a:rPr lang="en-US" dirty="0"/>
              <a:t> </a:t>
            </a:r>
            <a:r>
              <a:rPr lang="en-US" dirty="0" err="1"/>
              <a:t>parmi</a:t>
            </a:r>
            <a:r>
              <a:rPr lang="en-US" dirty="0"/>
              <a:t> nous] 
8-  I WORSHIP YOU [Nous </a:t>
            </a:r>
            <a:r>
              <a:rPr lang="en-US" dirty="0" err="1"/>
              <a:t>t’adorons</a:t>
            </a:r>
            <a:r>
              <a:rPr lang="en-US" dirty="0"/>
              <a:t>] </a:t>
            </a:r>
          </a:p>
          <a:p>
            <a:r>
              <a:rPr lang="en-US" dirty="0"/>
              <a:t>
9-  YOU ARE HERE WORKING IN THIS PLACE [Tu es </a:t>
            </a:r>
            <a:r>
              <a:rPr lang="en-US" dirty="0" err="1"/>
              <a:t>là</a:t>
            </a:r>
            <a:r>
              <a:rPr lang="en-US" dirty="0"/>
              <a:t>, </a:t>
            </a:r>
            <a:r>
              <a:rPr lang="en-US" dirty="0" err="1"/>
              <a:t>présent</a:t>
            </a:r>
            <a:r>
              <a:rPr lang="en-US" dirty="0"/>
              <a:t> </a:t>
            </a:r>
            <a:r>
              <a:rPr lang="en-US" dirty="0" err="1"/>
              <a:t>parmi</a:t>
            </a:r>
            <a:r>
              <a:rPr lang="en-US" dirty="0"/>
              <a:t> nous] 
10-  I WORSHIP YOU [Nous </a:t>
            </a:r>
            <a:r>
              <a:rPr lang="en-US" dirty="0" err="1"/>
              <a:t>t’adorons</a:t>
            </a:r>
            <a:r>
              <a:rPr lang="en-US" dirty="0"/>
              <a:t>] 
11-  WAY MAKER [Tu </a:t>
            </a:r>
            <a:r>
              <a:rPr lang="en-US" dirty="0" err="1"/>
              <a:t>fais</a:t>
            </a:r>
            <a:r>
              <a:rPr lang="en-US" dirty="0"/>
              <a:t> un chemin] 
12-  MIRACLE WORKER [</a:t>
            </a:r>
            <a:r>
              <a:rPr lang="en-US" dirty="0" err="1"/>
              <a:t>Opères</a:t>
            </a:r>
            <a:r>
              <a:rPr lang="en-US" dirty="0"/>
              <a:t> des miracles] 
13-  PROMISE KEEPER [Tu </a:t>
            </a:r>
            <a:r>
              <a:rPr lang="en-US" dirty="0" err="1"/>
              <a:t>tiens</a:t>
            </a:r>
            <a:r>
              <a:rPr lang="en-US" dirty="0"/>
              <a:t> </a:t>
            </a:r>
            <a:r>
              <a:rPr lang="en-US" dirty="0" err="1"/>
              <a:t>tes</a:t>
            </a:r>
            <a:r>
              <a:rPr lang="en-US" dirty="0"/>
              <a:t> </a:t>
            </a:r>
            <a:r>
              <a:rPr lang="en-US" dirty="0" err="1"/>
              <a:t>promesses</a:t>
            </a:r>
            <a:r>
              <a:rPr lang="en-US" dirty="0"/>
              <a:t>] 
14-  LIGHT IN THE DARKNESS [Lumière dans les </a:t>
            </a:r>
            <a:r>
              <a:rPr lang="en-US" dirty="0" err="1"/>
              <a:t>ténèbres</a:t>
            </a:r>
            <a:r>
              <a:rPr lang="en-US" dirty="0"/>
              <a:t>] 
15-  MY GOD THAT IS WHO YOU ARE [Mon Dieu, </a:t>
            </a:r>
            <a:r>
              <a:rPr lang="en-US" dirty="0" err="1"/>
              <a:t>voici</a:t>
            </a:r>
            <a:r>
              <a:rPr lang="en-US" dirty="0"/>
              <a:t> qui Tu es] 
16-  YOU ARE HERE TOUCHING EVERY HEART [Tu es </a:t>
            </a:r>
            <a:r>
              <a:rPr lang="en-US" dirty="0" err="1"/>
              <a:t>là</a:t>
            </a:r>
            <a:r>
              <a:rPr lang="en-US" dirty="0"/>
              <a:t>, </a:t>
            </a:r>
            <a:r>
              <a:rPr lang="en-US" dirty="0" err="1"/>
              <a:t>touchant</a:t>
            </a:r>
            <a:r>
              <a:rPr lang="en-US" dirty="0"/>
              <a:t> </a:t>
            </a: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cœur</a:t>
            </a:r>
            <a:r>
              <a:rPr lang="en-US" dirty="0"/>
              <a:t>] 
17-  I WORSHIP YOU [Nous </a:t>
            </a:r>
            <a:r>
              <a:rPr lang="en-US" dirty="0" err="1"/>
              <a:t>t’adorons</a:t>
            </a:r>
            <a:r>
              <a:rPr lang="en-US" dirty="0"/>
              <a:t>] 
18-  YOU ARE HERE HEALING EVERY HEART [Tu es </a:t>
            </a:r>
            <a:r>
              <a:rPr lang="en-US" dirty="0" err="1"/>
              <a:t>là</a:t>
            </a:r>
            <a:r>
              <a:rPr lang="en-US" dirty="0"/>
              <a:t>, </a:t>
            </a:r>
            <a:r>
              <a:rPr lang="en-US" dirty="0" err="1"/>
              <a:t>guérissant</a:t>
            </a:r>
            <a:r>
              <a:rPr lang="en-US" dirty="0"/>
              <a:t> les </a:t>
            </a:r>
            <a:r>
              <a:rPr lang="en-US" dirty="0" err="1"/>
              <a:t>cœurs</a:t>
            </a:r>
            <a:r>
              <a:rPr lang="en-US" dirty="0"/>
              <a:t>] 
19-  I WORSHIP YOU [Nous </a:t>
            </a:r>
            <a:r>
              <a:rPr lang="en-US" dirty="0" err="1"/>
              <a:t>t’adorons</a:t>
            </a:r>
            <a:r>
              <a:rPr lang="en-US" dirty="0"/>
              <a:t>] 
20-  THAT IS WHO YOU ARE [</a:t>
            </a:r>
            <a:r>
              <a:rPr lang="en-US" dirty="0" err="1"/>
              <a:t>Voici</a:t>
            </a:r>
            <a:r>
              <a:rPr lang="en-US" dirty="0"/>
              <a:t> qui Tu es] </a:t>
            </a:r>
          </a:p>
          <a:p>
            <a:r>
              <a:rPr lang="en-US" dirty="0"/>
              <a:t>
21-  HOLY SPIRIT YOU ARE WELCOME HERE [</a:t>
            </a:r>
            <a:r>
              <a:rPr lang="en-US" dirty="0" err="1"/>
              <a:t>Sois</a:t>
            </a:r>
            <a:r>
              <a:rPr lang="en-US" dirty="0"/>
              <a:t> le </a:t>
            </a:r>
            <a:r>
              <a:rPr lang="en-US" dirty="0" err="1"/>
              <a:t>bienvenu</a:t>
            </a:r>
            <a:r>
              <a:rPr lang="en-US" dirty="0"/>
              <a:t> ô saint-esprit] 
22-  COME FLOOD THIS PLACE AND FILL THE ATMOSPHERE [</a:t>
            </a:r>
            <a:r>
              <a:rPr lang="en-US" dirty="0" err="1"/>
              <a:t>Remplis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lieu et </a:t>
            </a:r>
            <a:r>
              <a:rPr lang="en-US" dirty="0" err="1"/>
              <a:t>viens</a:t>
            </a:r>
            <a:r>
              <a:rPr lang="en-US" dirty="0"/>
              <a:t> </a:t>
            </a:r>
            <a:r>
              <a:rPr lang="en-US" dirty="0" err="1"/>
              <a:t>régner</a:t>
            </a:r>
            <a:r>
              <a:rPr lang="en-US" dirty="0"/>
              <a:t> </a:t>
            </a:r>
            <a:r>
              <a:rPr lang="en-US" dirty="0" err="1"/>
              <a:t>ici</a:t>
            </a:r>
            <a:r>
              <a:rPr lang="en-US" dirty="0"/>
              <a:t>] 
23-  YOUR GLORY GOD IS WHAT OUR HEARTS LONG FOR [Ta gloire </a:t>
            </a:r>
            <a:r>
              <a:rPr lang="en-US" dirty="0" err="1"/>
              <a:t>est</a:t>
            </a:r>
            <a:r>
              <a:rPr lang="en-US" dirty="0"/>
              <a:t> le grand </a:t>
            </a:r>
            <a:r>
              <a:rPr lang="en-US" dirty="0" err="1"/>
              <a:t>désir</a:t>
            </a:r>
            <a:r>
              <a:rPr lang="en-US" dirty="0"/>
              <a:t> de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cœurs</a:t>
            </a:r>
            <a:r>
              <a:rPr lang="en-US" dirty="0"/>
              <a:t>] 
24-  TO BE OVERCOME BY YOUR PRESENCE LORD [</a:t>
            </a:r>
            <a:r>
              <a:rPr lang="en-US" dirty="0" err="1"/>
              <a:t>Remplis</a:t>
            </a:r>
            <a:r>
              <a:rPr lang="en-US" dirty="0"/>
              <a:t>-nous de </a:t>
            </a:r>
            <a:r>
              <a:rPr lang="en-US" dirty="0" err="1"/>
              <a:t>toi</a:t>
            </a:r>
            <a:r>
              <a:rPr lang="en-US" dirty="0"/>
              <a:t> de ta </a:t>
            </a:r>
            <a:r>
              <a:rPr lang="en-US" dirty="0" err="1"/>
              <a:t>présence</a:t>
            </a:r>
            <a:r>
              <a:rPr lang="en-US" dirty="0"/>
              <a:t>, seigneur]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GLORY TO THE FATHER [Gloire au père] 
2-  YOU DESERVE THE PRAISE [Tu es digne de louange] 
3-  LEAD ME TO YOUR ALTAR WASH AWAY MY SHAME [Conduis-moi à ton autel efface ma honte] </a:t>
            </a:r>
          </a:p>
          <a:p>
            <a:pPr>
              <a:defRPr/>
            </a:pPr>
            <a:r>
              <a:rPr lang="fr-FR"/>
              <a:t>
4-  EVEN WHEN I DON'T SEE IT YOUR WORKING [Même quand je ne le vois pas, tu agis] 
5-  EVEN WHEN I CAN'T FEEL IT YOUR WORKING [Même quand je ne le sens pas, tu agis] 
6-  YOU NEVER STOP YOU NEVER STOP WORKING [Tu ne t’arrêtes pas, tu ne t’arrêtes pas d’agir] 
7-  YOU ARE HERE MOVING IN OUR MIDST [Tu es là, présent parmi nous] 
8-  I WORSHIP YOU [Nous t’adorons] </a:t>
            </a:r>
          </a:p>
          <a:p>
            <a:pPr>
              <a:defRPr/>
            </a:pPr>
            <a:r>
              <a:rPr lang="fr-FR"/>
              <a:t>
9-  YOU ARE HERE WORKING IN THIS PLACE [Tu es là, présent parmi nous] 
10-  I WORSHIP YOU [Nous t’adorons] 
11-  WAY MAKER [Tu fais un chemin] 
12-  MIRACLE WORKER [Opères des miracles] 
13-  PROMISE KEEPER [Tu tiens tes promesses] 
14-  LIGHT IN THE DARKNESS [Lumière dans les ténèbres] 
15-  MY GOD THAT IS WHO YOU ARE [Mon Dieu, voici qui Tu es] 
16-  YOU ARE HERE TOUCHING EVERY HEART [Tu es là, touchant chaque cœur] 
17-  I WORSHIP YOU [Nous t’adorons] 
18-  YOU ARE HERE HEALING EVERY HEART [Tu es là, guérissant les cœurs] 
19-  I WORSHIP YOU [Nous t’adorons] 
20-  THAT IS WHO YOU ARE [Voici qui Tu es] </a:t>
            </a:r>
          </a:p>
          <a:p>
            <a:pPr>
              <a:defRPr/>
            </a:pPr>
            <a:r>
              <a:rPr lang="fr-FR"/>
              <a:t>
21-  HOLY SPIRIT YOU ARE WELCOME HERE [Sois le bienvenu ô saint-esprit] 
22-  COME FLOOD THIS PLACE AND FILL THE ATMOSPHERE [Remplis ce lieu et viens régner ici] 
23-  YOUR GLORY GOD IS WHAT OUR HEARTS LONG FOR [Ta gloire est le grand désir de nos cœurs] 
24-  TO BE OVERCOME BY YOUR PRESENCE LORD [Remplis-nous de toi de ta présence, seigneur] 
</a:t>
            </a:r>
          </a:p>
        </p:txBody>
      </p:sp>
    </p:spTree>
    <p:extLst>
      <p:ext uri="{BB962C8B-B14F-4D97-AF65-F5344CB8AC3E}">
        <p14:creationId xmlns:p14="http://schemas.microsoft.com/office/powerpoint/2010/main" val="2182363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A9E07-2C3F-4B5C-9797-D716FF940E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31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84E8D-F4BD-40C7-BD3B-E48B13115C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1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C8222-253B-47B7-8E08-1B702005A8C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31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E137B-5001-4A99-89B4-C65538301D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0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933B9-58D4-4DA8-AF1B-F126506F5E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98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E73B9-393F-4264-9D44-AFC2C4BE603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12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D0926-EBA5-4376-A6C4-CAEC83312F6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13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51574-9C12-47E3-B746-B2ADA2D9C0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02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685CB8-8926-46CB-A875-366C1D7FBC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5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EAC86-1969-4BDB-8DA6-85EE5EDD7C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50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645AF8-B4E8-4E36-9BBF-0E4F7EED32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45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6C9FEC3-8A03-4EEE-8C4C-027D40843B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67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GLORY TO THE FATHER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Gloire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au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P</a:t>
            </a:r>
            <a:r>
              <a:rPr lang="en-US" sz="3200" dirty="0" err="1" smtClean="0">
                <a:solidFill>
                  <a:srgbClr val="FFFFFF"/>
                </a:solidFill>
                <a:latin typeface="Metropolis Semi Bold" panose="00000700000000000000"/>
              </a:rPr>
              <a:t>ère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YOU DESERVE THE PRAISE</a:t>
            </a:r>
          </a:p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[Tu es digne de louange]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7368" y="5461000"/>
            <a:ext cx="11305256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LEAD ME TO YOUR ALTAR WASH AWAY MY SHAME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Conduis-moi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à </a:t>
            </a:r>
            <a:r>
              <a:rPr lang="en-US" sz="3200" dirty="0" smtClean="0">
                <a:solidFill>
                  <a:srgbClr val="FFFFFF"/>
                </a:solidFill>
                <a:latin typeface="Metropolis Semi Bold" panose="00000700000000000000"/>
              </a:rPr>
              <a:t>Ton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autel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efface ma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honte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5360" y="5461000"/>
            <a:ext cx="11665296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EVEN WHEN I DON'T SEE IT YOUR WORKING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Même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quand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je ne le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vois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pas,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T</a:t>
            </a:r>
            <a:r>
              <a:rPr lang="en-US" sz="3200" dirty="0" err="1" smtClean="0">
                <a:solidFill>
                  <a:srgbClr val="FFFFFF"/>
                </a:solidFill>
                <a:latin typeface="Metropolis Semi Bold" panose="00000700000000000000"/>
              </a:rPr>
              <a:t>u</a:t>
            </a:r>
            <a:r>
              <a:rPr lang="en-US" sz="3200" dirty="0" smtClean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agis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005BD-5EA9-4E2D-A419-8ECF192D3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48C9EF-01D5-241C-0980-A48060E1C29C}"/>
              </a:ext>
            </a:extLst>
          </p:cNvPr>
          <p:cNvSpPr txBox="1"/>
          <p:nvPr/>
        </p:nvSpPr>
        <p:spPr>
          <a:xfrm>
            <a:off x="263352" y="5461000"/>
            <a:ext cx="1224136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EVEN WHEN I CAN'T FEEL IT YOUR WORKING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Même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quand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je ne le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sens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pas,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T</a:t>
            </a:r>
            <a:r>
              <a:rPr lang="en-US" sz="3200" dirty="0" err="1" smtClean="0">
                <a:solidFill>
                  <a:srgbClr val="FFFFFF"/>
                </a:solidFill>
                <a:latin typeface="Metropolis Semi Bold" panose="00000700000000000000"/>
              </a:rPr>
              <a:t>u</a:t>
            </a:r>
            <a:r>
              <a:rPr lang="en-US" sz="3200" dirty="0" smtClean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agis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4090569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14103-7B0E-FCE7-2FA6-A44AB6E45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E55113-01F3-41FC-8FBB-A6092C4B2111}"/>
              </a:ext>
            </a:extLst>
          </p:cNvPr>
          <p:cNvSpPr txBox="1"/>
          <p:nvPr/>
        </p:nvSpPr>
        <p:spPr>
          <a:xfrm>
            <a:off x="-168696" y="5461000"/>
            <a:ext cx="13105456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YOU NEVER STOP YOU NEVER STOP WORKING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[Tu ne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t’arrêtes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pas,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T</a:t>
            </a:r>
            <a:r>
              <a:rPr lang="en-US" sz="3200" dirty="0" err="1" smtClean="0">
                <a:solidFill>
                  <a:srgbClr val="FFFFFF"/>
                </a:solidFill>
                <a:latin typeface="Metropolis Semi Bold" panose="00000700000000000000"/>
              </a:rPr>
              <a:t>u</a:t>
            </a:r>
            <a:r>
              <a:rPr lang="en-US" sz="3200" dirty="0" smtClean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ne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t’arrêtes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pas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d’agir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656607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YOU ARE HERE MOVING IN OUR MIDST</a:t>
            </a:r>
          </a:p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[Tu es là, présent parmi nous]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I WORSHIP YOU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[Nous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T</a:t>
            </a:r>
            <a:r>
              <a:rPr lang="en-US" sz="3200" dirty="0" err="1" smtClean="0">
                <a:solidFill>
                  <a:srgbClr val="FFFFFF"/>
                </a:solidFill>
                <a:latin typeface="Metropolis Semi Bold" panose="00000700000000000000"/>
              </a:rPr>
              <a:t>’adorons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YOU ARE HERE WORKING IN THIS PLACE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[Tu es là, présent parmi nous]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9B78E-BBF1-44B3-D9D2-1F68B327D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9A10F0-AF04-805A-51DE-B46AD47CD655}"/>
              </a:ext>
            </a:extLst>
          </p:cNvPr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I WORSHIP YOU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[Nous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T</a:t>
            </a:r>
            <a:r>
              <a:rPr lang="en-US" sz="3200" dirty="0" err="1" smtClean="0">
                <a:solidFill>
                  <a:srgbClr val="FFFFFF"/>
                </a:solidFill>
                <a:latin typeface="Metropolis Semi Bold" panose="00000700000000000000"/>
              </a:rPr>
              <a:t>’adorons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996452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WAY MAKER</a:t>
            </a:r>
          </a:p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[Tu fais un chemin]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MIRACLE WORKER</a:t>
            </a:r>
          </a:p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[Opères des miracles]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PROMISE KEEPER</a:t>
            </a:r>
          </a:p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[Tu tiens tes promesses]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LIGHT IN THE DARKNESS</a:t>
            </a:r>
          </a:p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[Lumière dans les ténèbres]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MY GOD THAT IS WHO YOU ARE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[Mon Dieu,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voici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qui Tu es]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YOU ARE HERE TOUCHING EVERY HEART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[Tu es là, touchant chaque cœur]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EEA6B-FB78-3189-92D2-0E6D6A506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EF15F1-6B4F-240C-D97C-232A31B729D8}"/>
              </a:ext>
            </a:extLst>
          </p:cNvPr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I WORSHIP YOU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[Nous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T</a:t>
            </a:r>
            <a:r>
              <a:rPr lang="en-US" sz="3200" dirty="0" err="1" smtClean="0">
                <a:solidFill>
                  <a:srgbClr val="FFFFFF"/>
                </a:solidFill>
                <a:latin typeface="Metropolis Semi Bold" panose="00000700000000000000"/>
              </a:rPr>
              <a:t>’adorons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668967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YOU ARE HERE HEALING EVERY HEART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[Tu es là, guérissant les cœurs]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B1ACF-CCBE-63AB-40AE-0CA4393AB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92ABC6-44ED-FA20-307B-20EB776B1EA0}"/>
              </a:ext>
            </a:extLst>
          </p:cNvPr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I WORSHIP YOU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[Nous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T’adorons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34756948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THAT IS WHO YOU ARE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Voici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qui Tu es]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HOLY SPIRIT YOU ARE WELCOME HERE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Sois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le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bienvenu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ô Saint-Esprit]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816768" y="5589240"/>
            <a:ext cx="13609512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COME FLOOD THIS PLACE AND FILL THE ATMOSPHERE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Remplis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ce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lieu et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viens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régner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ici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600744" y="5461000"/>
            <a:ext cx="13753528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YOUR GLORY GOD IS WHAT OUR HEARTS LONG FOR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[Ta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gloire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est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le grand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désir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de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nos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cœurs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960784" y="5461000"/>
            <a:ext cx="14617624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TO BE OVERCOME BY YOUR PRESENCE LORD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[Remplis-nous de Toi de Ta présence, Seigneur]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1288</TotalTime>
  <Words>794</Words>
  <Application>Microsoft Office PowerPoint</Application>
  <PresentationFormat>Grand écran</PresentationFormat>
  <Paragraphs>240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9" baseType="lpstr">
      <vt:lpstr>ＭＳ Ｐゴシック</vt:lpstr>
      <vt:lpstr>Calibri</vt:lpstr>
      <vt:lpstr>Franklin Gothic Medium</vt:lpstr>
      <vt:lpstr>Metropolis Semi Bold</vt:lpstr>
      <vt:lpstr>1_Default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99</cp:revision>
  <dcterms:created xsi:type="dcterms:W3CDTF">2011-01-30T10:04:33Z</dcterms:created>
  <dcterms:modified xsi:type="dcterms:W3CDTF">2025-03-23T10:39:14Z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2025-03-22T23:52:05Z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b4c97912-276b-4478-ac63-d44566e0c954</vt:lpwstr>
  </property>
  <property fmtid="{D5CDD505-2E9C-101B-9397-08002B2CF9AE}" pid="8" name="MSIP_Label_d0979fc8-5559-4f19-93ee-e28ca03d7638_ContentBits">
    <vt:lpwstr>0</vt:lpwstr>
  </property>
  <property fmtid="{D5CDD505-2E9C-101B-9397-08002B2CF9AE}" pid="9" name="MSIP_Label_d0979fc8-5559-4f19-93ee-e28ca03d7638_Tag">
    <vt:lpwstr>10, 0, 1, 1</vt:lpwstr>
  </property>
</Properties>
</file>