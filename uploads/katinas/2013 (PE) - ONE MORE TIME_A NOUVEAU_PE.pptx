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5" r:id="rId2"/>
    <p:sldId id="266" r:id="rId3"/>
    <p:sldId id="267" r:id="rId4"/>
    <p:sldId id="268" r:id="rId5"/>
    <p:sldId id="269" r:id="rId6"/>
    <p:sldId id="270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02" y="-6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fld id="{00C78AB0-2B51-49B8-BE56-B0208DD8A67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2D1FB8-9520-4391-88F8-6D98D4E98EE7}" type="slidenum">
              <a:rPr lang="fr-FR" smtClean="0">
                <a:ea typeface="MS PGothic" pitchFamily="34" charset="-128"/>
              </a:rPr>
              <a:pPr/>
              <a:t>1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FF3D04D-3004-4F5A-B00C-85599CA16BB5}" type="slidenum">
              <a:rPr lang="fr-FR" smtClean="0">
                <a:ea typeface="MS PGothic" pitchFamily="34" charset="-128"/>
              </a:rPr>
              <a:pPr/>
              <a:t>2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3C0731-D21F-463F-ACF7-880C9E90A382}" type="slidenum">
              <a:rPr lang="fr-FR" smtClean="0">
                <a:ea typeface="MS PGothic" pitchFamily="34" charset="-128"/>
              </a:rPr>
              <a:pPr/>
              <a:t>3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E3D659-F562-44FD-AD3F-49A06CF54935}" type="slidenum">
              <a:rPr lang="fr-FR" smtClean="0">
                <a:ea typeface="MS PGothic" pitchFamily="34" charset="-128"/>
              </a:rPr>
              <a:pPr/>
              <a:t>4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DCE2A4-2E98-4FA9-9AD3-83C425D2368C}" type="slidenum">
              <a:rPr lang="fr-FR" smtClean="0">
                <a:ea typeface="MS PGothic" pitchFamily="34" charset="-128"/>
              </a:rPr>
              <a:pPr/>
              <a:t>5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73B9C4-64C2-4966-B120-D7B7399BA5E5}" type="slidenum">
              <a:rPr lang="fr-FR" smtClean="0">
                <a:ea typeface="MS PGothic" pitchFamily="34" charset="-128"/>
              </a:rPr>
              <a:pPr/>
              <a:t>6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5130C-1E44-4F73-B4B4-C236461721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4A47F-9F24-4C61-B2C4-0F30A765A7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BAA83-68B2-463A-91BE-C6B8857D0E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962B6-0F87-40B1-8FEC-3917A12067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74138F-1ED2-48E8-A9AA-81FA050538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A9C700-0BA5-4632-BDFD-B23376298B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FE348-6FB2-422B-9134-0A20F677EE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114E3-FDB7-4F1C-BDDB-924F40821E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E8F41-90FD-4417-A22C-A6D3322130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83030-1CF3-414B-AB14-5F5CC10209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6106-AEA0-4880-A4CC-6200C62841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fld id="{9FBFF9F0-4F7D-4239-A891-A5F35ECDEC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SEIGNEUR, JE T’AI VU CETTE NUIT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REGARDANT LES CIEUX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M’AS SOURI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M’AS DIT QUE TOUT IRAIT BIEN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TU FERAIS UN CHEMIN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 MILIEU DES TROUBLES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CHAQUE FOIS QUE J’ENTENDS TA VOIX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CHAQUE TOUCHER DE TA MAIN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 DIT QUE JE PEUX FAIRE FACE À DEMAIN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NOUVEAU</a:t>
            </a: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IL N’Y A PLUS D’AMI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 EN MOI ME DIT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TU ES TOUJOURS PRÈS DE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MÊME QUAND SOUFFLENT LES VENTS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TA CHALEUR JE RESSENS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SI DOUX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CHAQUE FOIS QUE J’ENTENDS TA VOIX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CHAQUE TOUCHER DE TA MAIN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 DIT QUE JE PEUX FAIRE FACE À DEMAIN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NOUVEAU</a:t>
            </a: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J’AI TANT BESOIN DE TOI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SANS TOI JE NE SURVIVRAI PAS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CHAQUE FOIS QUE J’ENTENDS TA VOIX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CHAQUE TOUCHER DE TA MAIN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 DIT QUE JE PEUX FAIRE FACE À DEMAIN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NOUVEAU</a:t>
            </a: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SAIS QUE JE FERAI FACE À DEMAIN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ME CONDUIRAS À VAINCRE TOUT CHAGRIN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JE SAIS QUE JE PEUX FAIRE FACE À DEMAIN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À NOUVEAU</a:t>
            </a:r>
            <a:endParaRPr lang="en-US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JE PEUX FAIRE FACE À DEMAIN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TU PEUX FAIRE FACE À DEMAIN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À NOUVEAU</a:t>
            </a:r>
            <a:endParaRPr lang="en-US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LORD, I SAW YOUR FACE LAST NIGHT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WHEN I LOOKED IN THE SKY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YOU WERE SMILING 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YOU TOLD ME IT WOULD BE OKAY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YOU WOULD MAKE A WAY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IN MY DARK TIMES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EVERY TIME I HEAR YOUR VOICE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EVERY TIME I FEEL YOUR TOUCH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IT MAKES ME KNOW THAT I CAN FACE TOMORROW ONE MORE TIME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WHEN ALL MY FRIENDS GO AWAY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I'LL BE GLAD TO SAY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YOU'RE STILL NEAR ME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EVEN WHEN THE WIND BLOWS BY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 FEEL WARM INSIDE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YOU'RE SO LOVELY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 NEED YOU, DON'T LEAVE ME 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WITHOUT YOU I CAN'T SURVIVE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 KNOW THAT I CAN FACE TOMORROW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CAUSE YOU WILL WALK ME THROUGH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MY PAIN AND SORROW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 KNOW THAT I CAN FACE TOMORROW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ONE MORE TIME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I CAN FACE TOMORROW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YOU CAN FACE TOMORROW WE CAN FACE TOMORROW </a:t>
            </a:r>
          </a:p>
          <a:p>
            <a:pPr algn="ctr">
              <a:lnSpc>
                <a:spcPct val="110000"/>
              </a:lnSpc>
            </a:pPr>
            <a:r>
              <a:rPr lang="en-US" sz="2700">
                <a:solidFill>
                  <a:schemeClr val="bg1"/>
                </a:solidFill>
                <a:latin typeface="Arial Black" pitchFamily="34" charset="0"/>
              </a:rPr>
              <a:t>ONE MORE TIME</a:t>
            </a: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</TotalTime>
  <Words>6</Words>
  <Application>Microsoft Office PowerPoint</Application>
  <PresentationFormat>On-screen Show (4:3)</PresentationFormat>
  <Paragraphs>190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Franklin Gothic Medium</vt:lpstr>
      <vt:lpstr>MS PGothic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67</cp:revision>
  <dcterms:created xsi:type="dcterms:W3CDTF">2002-08-17T10:50:50Z</dcterms:created>
  <dcterms:modified xsi:type="dcterms:W3CDTF">2014-11-28T15:32:26Z</dcterms:modified>
</cp:coreProperties>
</file>