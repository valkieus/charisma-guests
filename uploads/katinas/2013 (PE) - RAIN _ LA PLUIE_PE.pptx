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102" y="-7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fld id="{087E8F8A-CB53-4810-8452-FF5D7E18706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43FD01-ADFA-4862-A267-4334F62D2997}" type="slidenum">
              <a:rPr lang="fr-FR" smtClean="0">
                <a:ea typeface="MS PGothic" pitchFamily="34" charset="-128"/>
              </a:rPr>
              <a:pPr/>
              <a:t>1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51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FE50DEA-1731-4AD6-ACEF-181FDEF13C74}" type="slidenum">
              <a:rPr lang="fr-FR" smtClean="0">
                <a:ea typeface="MS PGothic" pitchFamily="34" charset="-128"/>
              </a:rPr>
              <a:pPr/>
              <a:t>2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F94A42-CCE7-4170-A728-A60F8C53D0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883724-A09C-496A-B669-305ECF1634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F49604-C261-4B86-BAE1-5EB16E32B2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D68316-915C-4E0D-A2FB-15F46DA71C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A9722D-9CEE-4955-A356-EF580C2713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57702A-EA7F-4BD8-9CE0-B5FB42A665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09E868-F793-4625-8B5D-93EC8526EA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4C04E-1FA5-44F3-B527-575AEE7CCD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74595C-E027-4287-964F-BCA915BF88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92326D-36FB-44F4-8D11-E26D7D22BA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07F2DD-9E54-4CEE-A567-AA89DAB809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34" charset="-128"/>
              </a:defRPr>
            </a:lvl1pPr>
          </a:lstStyle>
          <a:p>
            <a:pPr>
              <a:defRPr/>
            </a:pPr>
            <a:fld id="{7A0C4EBA-9760-4677-9E61-E01B4FF356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TA PLUIE VIENNE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OUVRE LES ÉCLUSES DES CIEUX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OUVRE-NOUS LES CIEUX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VERSE UNE BÉNÉDICTION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SEIGNEUR, UNE FRAÎCHE ONCTION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UNE COUPE DÉBORDANTE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RAIN, RAIN ON ME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OPEN THE WINDOWS OF HEAVEN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OPEN UP THE HEAVENS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POURING OUT A BLESSING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LORD WE NEED REFRESHING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TILL IT OVERFLOWS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1871</TotalTime>
  <Words>11</Words>
  <Application>Microsoft Office PowerPoint</Application>
  <PresentationFormat>On-screen Show (4:3)</PresentationFormat>
  <Paragraphs>24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Franklin Gothic Medium</vt:lpstr>
      <vt:lpstr>MS PGothic</vt:lpstr>
      <vt:lpstr>Arial</vt:lpstr>
      <vt:lpstr>Arial Black</vt:lpstr>
      <vt:lpstr>Default Design</vt:lpstr>
      <vt:lpstr>Diapositive 1</vt:lpstr>
      <vt:lpstr>Diapositive 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SANDRA TAHIRO-APERANO (X114353)</cp:lastModifiedBy>
  <cp:revision>66</cp:revision>
  <dcterms:created xsi:type="dcterms:W3CDTF">2002-08-17T10:50:50Z</dcterms:created>
  <dcterms:modified xsi:type="dcterms:W3CDTF">2014-11-28T15:34:43Z</dcterms:modified>
</cp:coreProperties>
</file>