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8" r:id="rId2"/>
    <p:sldId id="290" r:id="rId3"/>
    <p:sldId id="289" r:id="rId4"/>
    <p:sldId id="260" r:id="rId5"/>
    <p:sldId id="275" r:id="rId6"/>
    <p:sldId id="261" r:id="rId7"/>
    <p:sldId id="286" r:id="rId8"/>
    <p:sldId id="263" r:id="rId9"/>
    <p:sldId id="264" r:id="rId10"/>
    <p:sldId id="282" r:id="rId11"/>
    <p:sldId id="291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6" r:id="rId21"/>
    <p:sldId id="277" r:id="rId22"/>
    <p:sldId id="274" r:id="rId23"/>
    <p:sldId id="292" r:id="rId2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93" autoAdjust="0"/>
    <p:restoredTop sz="50280" autoAdjust="0"/>
  </p:normalViewPr>
  <p:slideViewPr>
    <p:cSldViewPr>
      <p:cViewPr varScale="1">
        <p:scale>
          <a:sx n="30" d="100"/>
          <a:sy n="30" d="100"/>
        </p:scale>
        <p:origin x="-30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25AE80B0-F44B-4AA8-88E0-C7866D3D710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44E57CD7-3A87-4D33-B47D-A4C005AE6AE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TANT DE PEINES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ME DEMANDE SI JE POURRAI M’EN SORTIR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ME DEMANDE SI MA VIE PEUT VRAIMENT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TERRE SI GRANDE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PEUT-ON Y RETROUVER TOUT CE QUI EST PERDU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UN JARDIN PEUT-IL POUSSER SUR CE SOL 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TOUT AUTOUR L’ESPOIR FLEURIT SUR CE SOL ARIDE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LE CHAOS, EN TOI NOUS TROUVONS LA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DE LA POUSSIÈRE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DE NOS CŒURS TU TIRES DES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DE LA POUSSIÈRE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TU FAIS LES CHOSES SI BELLES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DE NOS CŒURS TU TIRES DES CHOSES SI BELLES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UNE VIE NOUVELLE MA VIE DEVIENT NOUVELLE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TANT DE PEINES</a:t>
            </a:r>
          </a:p>
          <a:p>
            <a:r>
              <a:rPr lang="fr-FR" smtClean="0"/>
              <a:t>2-  JE ME DEMANDE SI JE POURRAI M’EN SORTIR </a:t>
            </a:r>
          </a:p>
          <a:p>
            <a:endParaRPr lang="fr-FR" smtClean="0"/>
          </a:p>
          <a:p>
            <a:r>
              <a:rPr lang="fr-FR" smtClean="0"/>
              <a:t>3-  JE ME DEMANDE SI MA VIE PEUT VRAIMENT CHANGER</a:t>
            </a:r>
          </a:p>
          <a:p>
            <a:endParaRPr lang="fr-FR" smtClean="0"/>
          </a:p>
          <a:p>
            <a:r>
              <a:rPr lang="fr-FR" smtClean="0"/>
              <a:t>4-  CETTE TERRE SI GRANDE</a:t>
            </a:r>
          </a:p>
          <a:p>
            <a:r>
              <a:rPr lang="fr-FR" smtClean="0"/>
              <a:t>5-  PEUT-ON Y RETROUVER TOUT CE QUI EST PERDU ?</a:t>
            </a:r>
          </a:p>
          <a:p>
            <a:endParaRPr lang="fr-FR" smtClean="0"/>
          </a:p>
          <a:p>
            <a:r>
              <a:rPr lang="fr-FR" smtClean="0"/>
              <a:t>6-  UN JARDIN PEUT-IL POUSSER SUR CE SOL ?</a:t>
            </a:r>
          </a:p>
          <a:p>
            <a:endParaRPr lang="fr-FR" smtClean="0"/>
          </a:p>
          <a:p>
            <a:r>
              <a:rPr lang="fr-FR" smtClean="0"/>
              <a:t>7-  TU FAIS LES CHOSES SI BELLES</a:t>
            </a:r>
          </a:p>
          <a:p>
            <a:r>
              <a:rPr lang="fr-FR" smtClean="0"/>
              <a:t>8-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9-  TU FAIS LES CHOSES SI BELLES</a:t>
            </a:r>
          </a:p>
          <a:p>
            <a:r>
              <a:rPr lang="fr-FR" smtClean="0"/>
              <a:t>10-  DE NOS CŒURS TU TIRES DES CHOSES SI BELLES</a:t>
            </a:r>
          </a:p>
          <a:p>
            <a:endParaRPr lang="fr-FR" smtClean="0"/>
          </a:p>
          <a:p>
            <a:r>
              <a:rPr lang="fr-FR" smtClean="0"/>
              <a:t>11-  TOUT AUTOUR L’ESPOIR FLEURIT SUR CE SOL ARIDE</a:t>
            </a:r>
          </a:p>
          <a:p>
            <a:endParaRPr lang="fr-FR" smtClean="0"/>
          </a:p>
          <a:p>
            <a:r>
              <a:rPr lang="fr-FR" smtClean="0"/>
              <a:t>12-  DANS LE CHAOS, EN TOI NOUS TROUVONS LA VIE</a:t>
            </a:r>
          </a:p>
          <a:p>
            <a:endParaRPr lang="fr-FR" smtClean="0"/>
          </a:p>
          <a:p>
            <a:r>
              <a:rPr lang="fr-FR" smtClean="0"/>
              <a:t>13-  TU FAIS LES CHOSES SI BELLES</a:t>
            </a:r>
          </a:p>
          <a:p>
            <a:r>
              <a:rPr lang="fr-FR" smtClean="0"/>
              <a:t>14-  DE LA POUSSIÈRE TU TIRES DES CHOSES SI BELLES</a:t>
            </a:r>
          </a:p>
          <a:p>
            <a:endParaRPr lang="fr-FR" smtClean="0"/>
          </a:p>
          <a:p>
            <a:r>
              <a:rPr lang="fr-FR" smtClean="0"/>
              <a:t>15-  TU FAIS LES CHOSES SI BELLES</a:t>
            </a:r>
          </a:p>
          <a:p>
            <a:r>
              <a:rPr lang="fr-FR" smtClean="0"/>
              <a:t>16-  DE NOS CŒURS TU TIRES DES CHOSES SI BELLES</a:t>
            </a:r>
          </a:p>
          <a:p>
            <a:endParaRPr lang="fr-FR" smtClean="0"/>
          </a:p>
          <a:p>
            <a:r>
              <a:rPr lang="fr-FR" smtClean="0"/>
              <a:t>17-  UNE VIE NOUVELLE MA VIE DEVIENT NOUVELLE	x2</a:t>
            </a:r>
          </a:p>
          <a:p>
            <a:endParaRPr lang="fr-FR" smtClean="0"/>
          </a:p>
          <a:p>
            <a:r>
              <a:rPr lang="fr-FR" smtClean="0"/>
              <a:t>18-  TU FAIS LES CHOSES SI BELLES</a:t>
            </a:r>
          </a:p>
          <a:p>
            <a:r>
              <a:rPr lang="fr-FR" smtClean="0"/>
              <a:t>19-  DE LA POUSSIÈRE TU TIRES DES CHOSES SI BELLES	x2</a:t>
            </a:r>
          </a:p>
          <a:p>
            <a:endParaRPr lang="fr-FR" smtClean="0"/>
          </a:p>
          <a:p>
            <a:r>
              <a:rPr lang="fr-FR" smtClean="0"/>
              <a:t>20-  TU FAIS LES CHOSES SI BELLES</a:t>
            </a:r>
          </a:p>
          <a:p>
            <a:r>
              <a:rPr lang="fr-FR" smtClean="0"/>
              <a:t>21-  DE NOS CŒURS TU TIRES DES CHOSES SI BELLES	x2</a:t>
            </a:r>
          </a:p>
          <a:p>
            <a:endParaRPr lang="fr-FR" smtClean="0"/>
          </a:p>
          <a:p>
            <a:r>
              <a:rPr lang="fr-FR" smtClean="0"/>
              <a:t>22-  UNE VIE NOUVELLE MA VIE DEVIENT NOUVELLE	x2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8625B1-7F27-407E-8B1B-0E9D3A0E9F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1331CA-BF0D-4E4C-A1DB-CFC3CC9DCA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CF72B3-3516-44FC-B552-F15800B51EB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05FF7B-D28E-4797-9137-E96F6922D4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F11494-A2A7-40B9-B24B-38CDDEF80E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A97921-81B3-4987-ACE6-401124AAE4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0650E3-F795-428F-8CBA-CE2602DD15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975018-5BCE-4473-B665-BB16207CA6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749CAF-6F85-4395-8801-CAA430FAB6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60C9AC-AFE7-4E5C-8118-4051658EFD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FC4786-0E20-43B7-88A0-8065244EB2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7267395E-5808-43FA-869B-DA0BCD0811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TANT DE PEINES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DEMANDE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JE POURRAI M’EN SORTIR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DEMANDE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MA VIE PEUT VRAIMENT CHANGER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CETTE TERRE SI GRANDE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PEUT-ON Y RETROUVER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CE QUI EST PERDU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JARDIN PEUT-IL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POUSSER SUR CE SOL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FAIS LES CHOSES SI BELLES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LA POUSSIÈRE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TIRES DES CHOSES SI BELLES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FAIS LES CHOSES SI BELLES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NOS CŒURS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TIRES DES CHOSES SI BELLES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AUTOUR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L’ESPOIR FLEURIT SUR CE SOL ARIDE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CHAOS, EN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TROUVONS LA VIE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FAIS LES CHOSES SI BELLES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LA POUSSIÈRE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TIRES DES CHOSES SI BELLES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FAIS LES CHOSES SI BELLES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NOS CŒURS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TIRES DES CHOSES SI BELLES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VIE NOUVELLE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VIE DEVIENT NOUVELLE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FAIS LES CHOSES SI BELLES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LA POUSSIÈRE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TIRES DES CHOSES SI BELLES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FAIS LES CHOSES SI BELLES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NOS CŒURS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TIRES DES CHOSES SI BELLES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-24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VIE NOUVELLE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VIE DEVIENT NOUVELLE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6469</Words>
  <Application>Microsoft PowerPoint</Application>
  <PresentationFormat>On-screen Show (4:3)</PresentationFormat>
  <Paragraphs>1702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68</cp:revision>
  <dcterms:created xsi:type="dcterms:W3CDTF">2002-08-17T10:50:50Z</dcterms:created>
  <dcterms:modified xsi:type="dcterms:W3CDTF">2014-04-13T08:35:07Z</dcterms:modified>
</cp:coreProperties>
</file>