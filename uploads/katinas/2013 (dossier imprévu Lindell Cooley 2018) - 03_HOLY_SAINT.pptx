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96" r:id="rId2"/>
    <p:sldId id="307" r:id="rId3"/>
    <p:sldId id="308" r:id="rId4"/>
    <p:sldId id="306" r:id="rId5"/>
    <p:sldId id="305" r:id="rId6"/>
    <p:sldId id="303" r:id="rId7"/>
    <p:sldId id="302" r:id="rId8"/>
    <p:sldId id="301" r:id="rId9"/>
    <p:sldId id="309" r:id="rId10"/>
    <p:sldId id="300" r:id="rId11"/>
    <p:sldId id="310" r:id="rId12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99"/>
    <a:srgbClr val="B2B2B2"/>
    <a:srgbClr val="DDDDD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600" autoAdjust="0"/>
    <p:restoredTop sz="31731" autoAdjust="0"/>
  </p:normalViewPr>
  <p:slideViewPr>
    <p:cSldViewPr>
      <p:cViewPr varScale="1">
        <p:scale>
          <a:sx n="21" d="100"/>
          <a:sy n="21" d="100"/>
        </p:scale>
        <p:origin x="816" y="2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-2232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428A9632-4C85-4837-9202-7DE41DA9065D}" type="datetimeFigureOut">
              <a:rPr lang="fr-FR"/>
              <a:pPr>
                <a:defRPr/>
              </a:pPr>
              <a:t>24/06/2018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 smtClean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27DCA80A-8400-4AE9-8C4D-4EA1B13572F8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1: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DIEU,TON AMOUR NE CHANGE PAS TA BEAUTÉ DÉPASSE MES MOTS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Lord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your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love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unchanging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And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your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beauty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beyond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my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words</a:t>
            </a:r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2-  DIEU, TA GRÂCE BRILLE D’ÉCLATS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lord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your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grace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amazing</a:t>
            </a:r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3-  TA GLOIRE REMPLIT  LES CIEUX ET LA TERRE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your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glory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fills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heaven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and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earth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            x2</a:t>
            </a:r>
          </a:p>
          <a:p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Pré-refrain: 
4-  ET LES PRIÈRES DES SAINTS ET LES LOUANGES DES CHÉRUBINS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the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prayers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of the saints And the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praises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of the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children</a:t>
            </a:r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5-  S’AJOUTENT AUX MILLIERS D’ANGES QUI ENTOURENT TON TRÔNE </a:t>
            </a:r>
          </a:p>
          <a:p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Join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thousands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of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angels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who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encircle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your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throne</a:t>
            </a:r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Refrain:
6-  ET CRIENT SAINT, SAINT, SAINT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cry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holy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Holy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the Lord Holy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7-  ET DIGNE D’HONNEUR EST L’AGNEAU IMMOLÉ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worthy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of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honor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the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lamb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who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was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slain</a:t>
            </a:r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2:
8-  LE TEMPS DE LA RÉCOLTE VIENT </a:t>
            </a:r>
          </a:p>
          <a:p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Harvest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time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drawing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nearer</a:t>
            </a:r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9-  OÙ CHAQUE NATION  CONFESSERA TON NOM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every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nation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will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bless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your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name</a:t>
            </a:r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10-  LES ABATTUS TROUVERONT LE REPOS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There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will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resting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for the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weary</a:t>
            </a:r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11-  J’ENTENDS LA PLUIE  DE L’ARRIÈRE-SAISON 
And I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hear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the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coming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of the latter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rain</a:t>
            </a:r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Pré-refrain: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Refrain: </a:t>
            </a:r>
          </a:p>
          <a:p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2:</a:t>
            </a:r>
          </a:p>
          <a:p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Pré-refrain: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Refrain: </a:t>
            </a:r>
          </a:p>
          <a:p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1:</a:t>
            </a:r>
          </a:p>
          <a:p>
            <a:r>
              <a:rPr lang="fr-FR" smtClean="0"/>
              <a:t>1-  DIEU,TON AMOUR NE CHANGE PAS TA BEAUTÉ DÉPASSE MES MOTS </a:t>
            </a:r>
          </a:p>
          <a:p>
            <a:r>
              <a:rPr lang="fr-FR" smtClean="0"/>
              <a:t>Lord your love is unchanging And your beauty is beyond my words</a:t>
            </a:r>
          </a:p>
          <a:p>
            <a:r>
              <a:rPr lang="fr-FR" smtClean="0"/>
              <a:t>2-  DIEU, TA GRÂCE BRILLE D’ÉCLATS </a:t>
            </a:r>
          </a:p>
          <a:p>
            <a:r>
              <a:rPr lang="fr-FR" smtClean="0"/>
              <a:t>And lord your grace is amazing</a:t>
            </a:r>
          </a:p>
          <a:p>
            <a:r>
              <a:rPr lang="fr-FR" smtClean="0"/>
              <a:t>3-  TA GLOIRE REMPLIT  LES CIEUX ET LA TERRE </a:t>
            </a:r>
          </a:p>
          <a:p>
            <a:r>
              <a:rPr lang="fr-FR" smtClean="0"/>
              <a:t>And your glory fills heaven and earth                            x2</a:t>
            </a:r>
          </a:p>
          <a:p>
            <a:endParaRPr lang="fr-FR" smtClean="0"/>
          </a:p>
          <a:p>
            <a:r>
              <a:rPr lang="fr-FR" smtClean="0"/>
              <a:t>Pré-refrain: 
4-  ET LES PRIÈRES DES SAINTS ET LES LOUANGES DES CHÉRUBINS </a:t>
            </a:r>
          </a:p>
          <a:p>
            <a:r>
              <a:rPr lang="fr-FR" smtClean="0"/>
              <a:t>And the prayers of the saints And the praises of the children</a:t>
            </a:r>
          </a:p>
          <a:p>
            <a:r>
              <a:rPr lang="fr-FR" smtClean="0"/>
              <a:t>5-  S’AJOUTENT AUX MILLIERS D’ANGES QUI ENTOURENT TON TRÔNE </a:t>
            </a:r>
          </a:p>
          <a:p>
            <a:r>
              <a:rPr lang="fr-FR" smtClean="0"/>
              <a:t>Join thousands of angels who encircle your throne</a:t>
            </a:r>
          </a:p>
          <a:p>
            <a:endParaRPr lang="fr-FR" smtClean="0"/>
          </a:p>
          <a:p>
            <a:r>
              <a:rPr lang="fr-FR" smtClean="0"/>
              <a:t>Refrain:
6-  ET CRIENT SAINT, SAINT, SAINT </a:t>
            </a:r>
          </a:p>
          <a:p>
            <a:r>
              <a:rPr lang="fr-FR" smtClean="0"/>
              <a:t>And cry holy Holy is the Lord Holy</a:t>
            </a:r>
          </a:p>
          <a:p>
            <a:r>
              <a:rPr lang="fr-FR" smtClean="0"/>
              <a:t>7-  ET DIGNE D’HONNEUR EST L’AGNEAU IMMOLÉ </a:t>
            </a:r>
          </a:p>
          <a:p>
            <a:r>
              <a:rPr lang="fr-FR" smtClean="0"/>
              <a:t>And worthy of honor is the lamb who was slain</a:t>
            </a:r>
          </a:p>
          <a:p>
            <a:endParaRPr lang="fr-FR" smtClean="0"/>
          </a:p>
          <a:p>
            <a:r>
              <a:rPr lang="fr-FR" smtClean="0"/>
              <a:t>Couplet 2:
8-  LE TEMPS DE LA RÉCOLTE VIENT </a:t>
            </a:r>
          </a:p>
          <a:p>
            <a:r>
              <a:rPr lang="fr-FR" smtClean="0"/>
              <a:t>Harvest time is drawing nearer</a:t>
            </a:r>
          </a:p>
          <a:p>
            <a:r>
              <a:rPr lang="fr-FR" smtClean="0"/>
              <a:t>9-  OÙ CHAQUE NATION  CONFESSERA TON NOM</a:t>
            </a:r>
          </a:p>
          <a:p>
            <a:r>
              <a:rPr lang="fr-FR" smtClean="0"/>
              <a:t>And every nation will bless your name</a:t>
            </a:r>
          </a:p>
          <a:p>
            <a:r>
              <a:rPr lang="fr-FR" smtClean="0"/>
              <a:t>10-  LES ABATTUS TROUVERONT LE REPOS </a:t>
            </a:r>
          </a:p>
          <a:p>
            <a:r>
              <a:rPr lang="fr-FR" smtClean="0"/>
              <a:t>There will be resting for the weary</a:t>
            </a:r>
          </a:p>
          <a:p>
            <a:r>
              <a:rPr lang="fr-FR" smtClean="0"/>
              <a:t>11-  J’ENTENDS LA PLUIE  DE L’ARRIÈRE-SAISON 
And I hear the coming of the latter rain</a:t>
            </a:r>
          </a:p>
          <a:p>
            <a:endParaRPr lang="fr-FR" smtClean="0"/>
          </a:p>
          <a:p>
            <a:r>
              <a:rPr lang="fr-FR" smtClean="0"/>
              <a:t>Pré-refrain: </a:t>
            </a:r>
          </a:p>
          <a:p>
            <a:r>
              <a:rPr lang="fr-FR" smtClean="0"/>
              <a:t>Refrain: </a:t>
            </a:r>
          </a:p>
          <a:p>
            <a:endParaRPr lang="fr-FR" smtClean="0"/>
          </a:p>
          <a:p>
            <a:r>
              <a:rPr lang="fr-FR" smtClean="0"/>
              <a:t>Couplet 2:</a:t>
            </a:r>
          </a:p>
          <a:p>
            <a:endParaRPr lang="fr-FR" smtClean="0"/>
          </a:p>
          <a:p>
            <a:r>
              <a:rPr lang="fr-FR" smtClean="0"/>
              <a:t>Pré-refrain: </a:t>
            </a:r>
          </a:p>
          <a:p>
            <a:r>
              <a:rPr lang="fr-FR" smtClean="0"/>
              <a:t>Refrain: 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1: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DIEU,TON AMOUR NE CHANGE PAS TA BEAUTÉ DÉPASSE MES MOTS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Lord your love is unchanging And your beauty is beyond my words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2-  DIEU, TA GRÂCE BRILLE D’ÉCLATS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lord your grace is amazing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3-  TA GLOIRE REMPLIT  LES CIEUX ET LA TERRE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your glory fills heaven and earth                            x2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Pré-refrain: 
4-  ET LES PRIÈRES DES SAINTS ET LES LOUANGES DES CHÉRUBINS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the prayers of the saints And the praises of the children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5-  S’AJOUTENT AUX MILLIERS D’ANGES QUI ENTOURENT TON TRÔNE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Join thousands of angels who encircle your throne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Refrain:
6-  ET CRIENT SAINT, SAINT, SAINT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cry holy Holy is the Lord Holy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7-  ET DIGNE D’HONNEUR EST L’AGNEAU IMMOLÉ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worthy of honor is the lamb who was slain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2:
8-  LE TEMPS DE LA RÉCOLTE VIENT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Harvest time is drawing nearer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9-  OÙ CHAQUE NATION  CONFESSERA TON NOM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every nation will bless your name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10-  LES ABATTUS TROUVERONT LE REPOS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There will be resting for the weary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11-  J’ENTENDS LA PLUIE  DE L’ARRIÈRE-SAISON 
And I hear the coming of the latter rain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Pré-refrain: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Refrain: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2: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Pré-refrain: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Refrain: </a:t>
            </a:r>
          </a:p>
          <a:p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1:</a:t>
            </a:r>
          </a:p>
          <a:p>
            <a:r>
              <a:rPr lang="fr-FR" smtClean="0"/>
              <a:t>1-  DIEU,TON AMOUR NE CHANGE PAS TA BEAUTÉ DÉPASSE MES MOTS </a:t>
            </a:r>
          </a:p>
          <a:p>
            <a:r>
              <a:rPr lang="fr-FR" smtClean="0"/>
              <a:t>Lord your love is unchanging And your beauty is beyond my words</a:t>
            </a:r>
          </a:p>
          <a:p>
            <a:r>
              <a:rPr lang="fr-FR" smtClean="0"/>
              <a:t>2-  DIEU, TA GRÂCE BRILLE D’ÉCLATS </a:t>
            </a:r>
          </a:p>
          <a:p>
            <a:r>
              <a:rPr lang="fr-FR" smtClean="0"/>
              <a:t>And lord your grace is amazing</a:t>
            </a:r>
          </a:p>
          <a:p>
            <a:r>
              <a:rPr lang="fr-FR" smtClean="0"/>
              <a:t>3-  TA GLOIRE REMPLIT  LES CIEUX ET LA TERRE </a:t>
            </a:r>
          </a:p>
          <a:p>
            <a:r>
              <a:rPr lang="fr-FR" smtClean="0"/>
              <a:t>And your glory fills heaven and earth                            x2</a:t>
            </a:r>
          </a:p>
          <a:p>
            <a:endParaRPr lang="fr-FR" smtClean="0"/>
          </a:p>
          <a:p>
            <a:r>
              <a:rPr lang="fr-FR" smtClean="0"/>
              <a:t>Pré-refrain: 
4-  ET LES PRIÈRES DES SAINTS ET LES LOUANGES DES CHÉRUBINS </a:t>
            </a:r>
          </a:p>
          <a:p>
            <a:r>
              <a:rPr lang="fr-FR" smtClean="0"/>
              <a:t>And the prayers of the saints And the praises of the children</a:t>
            </a:r>
          </a:p>
          <a:p>
            <a:r>
              <a:rPr lang="fr-FR" smtClean="0"/>
              <a:t>5-  S’AJOUTENT AUX MILLIERS D’ANGES QUI ENTOURENT TON TRÔNE </a:t>
            </a:r>
          </a:p>
          <a:p>
            <a:r>
              <a:rPr lang="fr-FR" smtClean="0"/>
              <a:t>Join thousands of angels who encircle your throne</a:t>
            </a:r>
          </a:p>
          <a:p>
            <a:endParaRPr lang="fr-FR" smtClean="0"/>
          </a:p>
          <a:p>
            <a:r>
              <a:rPr lang="fr-FR" smtClean="0"/>
              <a:t>Refrain:
6-  ET CRIENT SAINT, SAINT, SAINT </a:t>
            </a:r>
          </a:p>
          <a:p>
            <a:r>
              <a:rPr lang="fr-FR" smtClean="0"/>
              <a:t>And cry holy Holy is the Lord Holy</a:t>
            </a:r>
          </a:p>
          <a:p>
            <a:r>
              <a:rPr lang="fr-FR" smtClean="0"/>
              <a:t>7-  ET DIGNE D’HONNEUR EST L’AGNEAU IMMOLÉ </a:t>
            </a:r>
          </a:p>
          <a:p>
            <a:r>
              <a:rPr lang="fr-FR" smtClean="0"/>
              <a:t>And worthy of honor is the lamb who was slain</a:t>
            </a:r>
          </a:p>
          <a:p>
            <a:endParaRPr lang="fr-FR" smtClean="0"/>
          </a:p>
          <a:p>
            <a:r>
              <a:rPr lang="fr-FR" smtClean="0"/>
              <a:t>Couplet 2:
8-  LE TEMPS DE LA RÉCOLTE VIENT </a:t>
            </a:r>
          </a:p>
          <a:p>
            <a:r>
              <a:rPr lang="fr-FR" smtClean="0"/>
              <a:t>Harvest time is drawing nearer</a:t>
            </a:r>
          </a:p>
          <a:p>
            <a:r>
              <a:rPr lang="fr-FR" smtClean="0"/>
              <a:t>9-  OÙ CHAQUE NATION  CONFESSERA TON NOM</a:t>
            </a:r>
          </a:p>
          <a:p>
            <a:r>
              <a:rPr lang="fr-FR" smtClean="0"/>
              <a:t>And every nation will bless your name</a:t>
            </a:r>
          </a:p>
          <a:p>
            <a:r>
              <a:rPr lang="fr-FR" smtClean="0"/>
              <a:t>10-  LES ABATTUS TROUVERONT LE REPOS </a:t>
            </a:r>
          </a:p>
          <a:p>
            <a:r>
              <a:rPr lang="fr-FR" smtClean="0"/>
              <a:t>There will be resting for the weary</a:t>
            </a:r>
          </a:p>
          <a:p>
            <a:r>
              <a:rPr lang="fr-FR" smtClean="0"/>
              <a:t>11-  J’ENTENDS LA PLUIE  DE L’ARRIÈRE-SAISON 
And I hear the coming of the latter rain</a:t>
            </a:r>
          </a:p>
          <a:p>
            <a:endParaRPr lang="fr-FR" smtClean="0"/>
          </a:p>
          <a:p>
            <a:r>
              <a:rPr lang="fr-FR" smtClean="0"/>
              <a:t>Pré-refrain: </a:t>
            </a:r>
          </a:p>
          <a:p>
            <a:r>
              <a:rPr lang="fr-FR" smtClean="0"/>
              <a:t>Refrain: </a:t>
            </a:r>
          </a:p>
          <a:p>
            <a:endParaRPr lang="fr-FR" smtClean="0"/>
          </a:p>
          <a:p>
            <a:r>
              <a:rPr lang="fr-FR" smtClean="0"/>
              <a:t>Couplet 2:</a:t>
            </a:r>
          </a:p>
          <a:p>
            <a:endParaRPr lang="fr-FR" smtClean="0"/>
          </a:p>
          <a:p>
            <a:r>
              <a:rPr lang="fr-FR" smtClean="0"/>
              <a:t>Pré-refrain: </a:t>
            </a:r>
          </a:p>
          <a:p>
            <a:r>
              <a:rPr lang="fr-FR" smtClean="0"/>
              <a:t>Refrain: </a:t>
            </a:r>
          </a:p>
          <a:p>
            <a:endParaRPr lang="fr-FR" smtClean="0"/>
          </a:p>
        </p:txBody>
      </p:sp>
    </p:spTree>
    <p:extLst>
      <p:ext uri="{BB962C8B-B14F-4D97-AF65-F5344CB8AC3E}">
        <p14:creationId xmlns:p14="http://schemas.microsoft.com/office/powerpoint/2010/main" val="329526380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1: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DIEU,TON AMOUR NE CHANGE PAS TA BEAUTÉ DÉPASSE MES MOTS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Lord your love is unchanging And your beauty is beyond my words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2-  DIEU, TA GRÂCE BRILLE D’ÉCLATS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lord your grace is amazing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3-  TA GLOIRE REMPLIT  LES CIEUX ET LA TERRE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your glory fills heaven and earth                            x2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Pré-refrain: 
4-  ET LES PRIÈRES DES SAINTS ET LES LOUANGES DES CHÉRUBINS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the prayers of the saints And the praises of the children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5-  S’AJOUTENT AUX MILLIERS D’ANGES QUI ENTOURENT TON TRÔNE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Join thousands of angels who encircle your throne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Refrain:
6-  ET CRIENT SAINT, SAINT, SAINT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cry holy Holy is the Lord Holy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7-  ET DIGNE D’HONNEUR EST L’AGNEAU IMMOLÉ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worthy of honor is the lamb who was slain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2:
8-  LE TEMPS DE LA RÉCOLTE VIENT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Harvest time is drawing nearer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9-  OÙ CHAQUE NATION  CONFESSERA TON NOM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every nation will bless your name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10-  LES ABATTUS TROUVERONT LE REPOS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There will be resting for the weary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11-  J’ENTENDS LA PLUIE  DE L’ARRIÈRE-SAISON 
And I hear the coming of the latter rain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Pré-refrain: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Refrain: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2: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Pré-refrain: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Refrain: </a:t>
            </a:r>
          </a:p>
          <a:p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1:</a:t>
            </a:r>
          </a:p>
          <a:p>
            <a:r>
              <a:rPr lang="fr-FR" smtClean="0"/>
              <a:t>1-  DIEU,TON AMOUR NE CHANGE PAS TA BEAUTÉ DÉPASSE MES MOTS </a:t>
            </a:r>
          </a:p>
          <a:p>
            <a:r>
              <a:rPr lang="fr-FR" smtClean="0"/>
              <a:t>Lord your love is unchanging And your beauty is beyond my words</a:t>
            </a:r>
          </a:p>
          <a:p>
            <a:r>
              <a:rPr lang="fr-FR" smtClean="0"/>
              <a:t>2-  DIEU, TA GRÂCE BRILLE D’ÉCLATS </a:t>
            </a:r>
          </a:p>
          <a:p>
            <a:r>
              <a:rPr lang="fr-FR" smtClean="0"/>
              <a:t>And lord your grace is amazing</a:t>
            </a:r>
          </a:p>
          <a:p>
            <a:r>
              <a:rPr lang="fr-FR" smtClean="0"/>
              <a:t>3-  TA GLOIRE REMPLIT  LES CIEUX ET LA TERRE </a:t>
            </a:r>
          </a:p>
          <a:p>
            <a:r>
              <a:rPr lang="fr-FR" smtClean="0"/>
              <a:t>And your glory fills heaven and earth                            x2</a:t>
            </a:r>
          </a:p>
          <a:p>
            <a:endParaRPr lang="fr-FR" smtClean="0"/>
          </a:p>
          <a:p>
            <a:r>
              <a:rPr lang="fr-FR" smtClean="0"/>
              <a:t>Pré-refrain: 
4-  ET LES PRIÈRES DES SAINTS ET LES LOUANGES DES CHÉRUBINS </a:t>
            </a:r>
          </a:p>
          <a:p>
            <a:r>
              <a:rPr lang="fr-FR" smtClean="0"/>
              <a:t>And the prayers of the saints And the praises of the children</a:t>
            </a:r>
          </a:p>
          <a:p>
            <a:r>
              <a:rPr lang="fr-FR" smtClean="0"/>
              <a:t>5-  S’AJOUTENT AUX MILLIERS D’ANGES QUI ENTOURENT TON TRÔNE </a:t>
            </a:r>
          </a:p>
          <a:p>
            <a:r>
              <a:rPr lang="fr-FR" smtClean="0"/>
              <a:t>Join thousands of angels who encircle your throne</a:t>
            </a:r>
          </a:p>
          <a:p>
            <a:endParaRPr lang="fr-FR" smtClean="0"/>
          </a:p>
          <a:p>
            <a:r>
              <a:rPr lang="fr-FR" smtClean="0"/>
              <a:t>Refrain:
6-  ET CRIENT SAINT, SAINT, SAINT </a:t>
            </a:r>
          </a:p>
          <a:p>
            <a:r>
              <a:rPr lang="fr-FR" smtClean="0"/>
              <a:t>And cry holy Holy is the Lord Holy</a:t>
            </a:r>
          </a:p>
          <a:p>
            <a:r>
              <a:rPr lang="fr-FR" smtClean="0"/>
              <a:t>7-  ET DIGNE D’HONNEUR EST L’AGNEAU IMMOLÉ </a:t>
            </a:r>
          </a:p>
          <a:p>
            <a:r>
              <a:rPr lang="fr-FR" smtClean="0"/>
              <a:t>And worthy of honor is the lamb who was slain</a:t>
            </a:r>
          </a:p>
          <a:p>
            <a:endParaRPr lang="fr-FR" smtClean="0"/>
          </a:p>
          <a:p>
            <a:r>
              <a:rPr lang="fr-FR" smtClean="0"/>
              <a:t>Couplet 2:
8-  LE TEMPS DE LA RÉCOLTE VIENT </a:t>
            </a:r>
          </a:p>
          <a:p>
            <a:r>
              <a:rPr lang="fr-FR" smtClean="0"/>
              <a:t>Harvest time is drawing nearer</a:t>
            </a:r>
          </a:p>
          <a:p>
            <a:r>
              <a:rPr lang="fr-FR" smtClean="0"/>
              <a:t>9-  OÙ CHAQUE NATION  CONFESSERA TON NOM</a:t>
            </a:r>
          </a:p>
          <a:p>
            <a:r>
              <a:rPr lang="fr-FR" smtClean="0"/>
              <a:t>And every nation will bless your name</a:t>
            </a:r>
          </a:p>
          <a:p>
            <a:r>
              <a:rPr lang="fr-FR" smtClean="0"/>
              <a:t>10-  LES ABATTUS TROUVERONT LE REPOS </a:t>
            </a:r>
          </a:p>
          <a:p>
            <a:r>
              <a:rPr lang="fr-FR" smtClean="0"/>
              <a:t>There will be resting for the weary</a:t>
            </a:r>
          </a:p>
          <a:p>
            <a:r>
              <a:rPr lang="fr-FR" smtClean="0"/>
              <a:t>11-  J’ENTENDS LA PLUIE  DE L’ARRIÈRE-SAISON 
And I hear the coming of the latter rain</a:t>
            </a:r>
          </a:p>
          <a:p>
            <a:endParaRPr lang="fr-FR" smtClean="0"/>
          </a:p>
          <a:p>
            <a:r>
              <a:rPr lang="fr-FR" smtClean="0"/>
              <a:t>Pré-refrain: </a:t>
            </a:r>
          </a:p>
          <a:p>
            <a:r>
              <a:rPr lang="fr-FR" smtClean="0"/>
              <a:t>Refrain: </a:t>
            </a:r>
          </a:p>
          <a:p>
            <a:endParaRPr lang="fr-FR" smtClean="0"/>
          </a:p>
          <a:p>
            <a:r>
              <a:rPr lang="fr-FR" smtClean="0"/>
              <a:t>Couplet 2:</a:t>
            </a:r>
          </a:p>
          <a:p>
            <a:endParaRPr lang="fr-FR" smtClean="0"/>
          </a:p>
          <a:p>
            <a:r>
              <a:rPr lang="fr-FR" smtClean="0"/>
              <a:t>Pré-refrain: </a:t>
            </a:r>
          </a:p>
          <a:p>
            <a:r>
              <a:rPr lang="fr-FR" smtClean="0"/>
              <a:t>Refrain: </a:t>
            </a:r>
          </a:p>
          <a:p>
            <a:endParaRPr lang="fr-FR" smtClean="0"/>
          </a:p>
        </p:txBody>
      </p:sp>
    </p:spTree>
    <p:extLst>
      <p:ext uri="{BB962C8B-B14F-4D97-AF65-F5344CB8AC3E}">
        <p14:creationId xmlns:p14="http://schemas.microsoft.com/office/powerpoint/2010/main" val="391696742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1: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DIEU,TON AMOUR NE CHANGE PAS TA BEAUTÉ DÉPASSE MES MOTS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Lord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your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love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unchanging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And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your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beauty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beyond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my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words</a:t>
            </a:r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2-  DIEU, TA GRÂCE BRILLE D’ÉCLATS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lord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your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grace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amazing</a:t>
            </a:r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3-  TA GLOIRE REMPLIT  LES CIEUX ET LA TERRE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your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glory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fills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heaven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and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earth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            x2</a:t>
            </a:r>
          </a:p>
          <a:p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Pré-refrain: 
4-  ET LES PRIÈRES DES SAINTS ET LES LOUANGES DES CHÉRUBINS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the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prayers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of the saints And the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praises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of the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children</a:t>
            </a:r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5-  S’AJOUTENT AUX MILLIERS D’ANGES QUI ENTOURENT TON TRÔNE </a:t>
            </a:r>
          </a:p>
          <a:p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Join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thousands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of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angels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who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encircle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your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throne</a:t>
            </a:r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Refrain:
6-  ET CRIENT SAINT, SAINT, SAINT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cry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holy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Holy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the Lord Holy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7-  ET DIGNE D’HONNEUR EST L’AGNEAU IMMOLÉ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worthy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of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honor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the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lamb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who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was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slain</a:t>
            </a:r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2:
8-  LE TEMPS DE LA RÉCOLTE VIENT </a:t>
            </a:r>
          </a:p>
          <a:p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Harvest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time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drawing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nearer</a:t>
            </a:r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9-  OÙ CHAQUE NATION  CONFESSERA TON NOM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every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nation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will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bless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your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name</a:t>
            </a:r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10-  LES ABATTUS TROUVERONT LE REPOS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There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will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resting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for the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weary</a:t>
            </a:r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11-  J’ENTENDS LA PLUIE  DE L’ARRIÈRE-SAISON 
And I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hear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the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coming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of the latter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rain</a:t>
            </a:r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Pré-refrain: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Refrain: </a:t>
            </a:r>
          </a:p>
          <a:p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2:</a:t>
            </a:r>
          </a:p>
          <a:p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Pré-refrain: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Refrain: </a:t>
            </a:r>
          </a:p>
          <a:p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1:</a:t>
            </a:r>
          </a:p>
          <a:p>
            <a:r>
              <a:rPr lang="fr-FR" smtClean="0"/>
              <a:t>1-  DIEU,TON AMOUR NE CHANGE PAS TA BEAUTÉ DÉPASSE MES MOTS </a:t>
            </a:r>
          </a:p>
          <a:p>
            <a:r>
              <a:rPr lang="fr-FR" smtClean="0"/>
              <a:t>Lord your love is unchanging And your beauty is beyond my words</a:t>
            </a:r>
          </a:p>
          <a:p>
            <a:r>
              <a:rPr lang="fr-FR" smtClean="0"/>
              <a:t>2-  DIEU, TA GRÂCE BRILLE D’ÉCLATS </a:t>
            </a:r>
          </a:p>
          <a:p>
            <a:r>
              <a:rPr lang="fr-FR" smtClean="0"/>
              <a:t>And lord your grace is amazing</a:t>
            </a:r>
          </a:p>
          <a:p>
            <a:r>
              <a:rPr lang="fr-FR" smtClean="0"/>
              <a:t>3-  TA GLOIRE REMPLIT  LES CIEUX ET LA TERRE </a:t>
            </a:r>
          </a:p>
          <a:p>
            <a:r>
              <a:rPr lang="fr-FR" smtClean="0"/>
              <a:t>And your glory fills heaven and earth                            x2</a:t>
            </a:r>
          </a:p>
          <a:p>
            <a:endParaRPr lang="fr-FR" smtClean="0"/>
          </a:p>
          <a:p>
            <a:r>
              <a:rPr lang="fr-FR" smtClean="0"/>
              <a:t>Pré-refrain: 
4-  ET LES PRIÈRES DES SAINTS ET LES LOUANGES DES CHÉRUBINS </a:t>
            </a:r>
          </a:p>
          <a:p>
            <a:r>
              <a:rPr lang="fr-FR" smtClean="0"/>
              <a:t>And the prayers of the saints And the praises of the children</a:t>
            </a:r>
          </a:p>
          <a:p>
            <a:r>
              <a:rPr lang="fr-FR" smtClean="0"/>
              <a:t>5-  S’AJOUTENT AUX MILLIERS D’ANGES QUI ENTOURENT TON TRÔNE </a:t>
            </a:r>
          </a:p>
          <a:p>
            <a:r>
              <a:rPr lang="fr-FR" smtClean="0"/>
              <a:t>Join thousands of angels who encircle your throne</a:t>
            </a:r>
          </a:p>
          <a:p>
            <a:endParaRPr lang="fr-FR" smtClean="0"/>
          </a:p>
          <a:p>
            <a:r>
              <a:rPr lang="fr-FR" smtClean="0"/>
              <a:t>Refrain:
6-  ET CRIENT SAINT, SAINT, SAINT </a:t>
            </a:r>
          </a:p>
          <a:p>
            <a:r>
              <a:rPr lang="fr-FR" smtClean="0"/>
              <a:t>And cry holy Holy is the Lord Holy</a:t>
            </a:r>
          </a:p>
          <a:p>
            <a:r>
              <a:rPr lang="fr-FR" smtClean="0"/>
              <a:t>7-  ET DIGNE D’HONNEUR EST L’AGNEAU IMMOLÉ </a:t>
            </a:r>
          </a:p>
          <a:p>
            <a:r>
              <a:rPr lang="fr-FR" smtClean="0"/>
              <a:t>And worthy of honor is the lamb who was slain</a:t>
            </a:r>
          </a:p>
          <a:p>
            <a:endParaRPr lang="fr-FR" smtClean="0"/>
          </a:p>
          <a:p>
            <a:r>
              <a:rPr lang="fr-FR" smtClean="0"/>
              <a:t>Couplet 2:
8-  LE TEMPS DE LA RÉCOLTE VIENT </a:t>
            </a:r>
          </a:p>
          <a:p>
            <a:r>
              <a:rPr lang="fr-FR" smtClean="0"/>
              <a:t>Harvest time is drawing nearer</a:t>
            </a:r>
          </a:p>
          <a:p>
            <a:r>
              <a:rPr lang="fr-FR" smtClean="0"/>
              <a:t>9-  OÙ CHAQUE NATION  CONFESSERA TON NOM</a:t>
            </a:r>
          </a:p>
          <a:p>
            <a:r>
              <a:rPr lang="fr-FR" smtClean="0"/>
              <a:t>And every nation will bless your name</a:t>
            </a:r>
          </a:p>
          <a:p>
            <a:r>
              <a:rPr lang="fr-FR" smtClean="0"/>
              <a:t>10-  LES ABATTUS TROUVERONT LE REPOS </a:t>
            </a:r>
          </a:p>
          <a:p>
            <a:r>
              <a:rPr lang="fr-FR" smtClean="0"/>
              <a:t>There will be resting for the weary</a:t>
            </a:r>
          </a:p>
          <a:p>
            <a:r>
              <a:rPr lang="fr-FR" smtClean="0"/>
              <a:t>11-  J’ENTENDS LA PLUIE  DE L’ARRIÈRE-SAISON 
And I hear the coming of the latter rain</a:t>
            </a:r>
          </a:p>
          <a:p>
            <a:endParaRPr lang="fr-FR" smtClean="0"/>
          </a:p>
          <a:p>
            <a:r>
              <a:rPr lang="fr-FR" smtClean="0"/>
              <a:t>Pré-refrain: </a:t>
            </a:r>
          </a:p>
          <a:p>
            <a:r>
              <a:rPr lang="fr-FR" smtClean="0"/>
              <a:t>Refrain: </a:t>
            </a:r>
          </a:p>
          <a:p>
            <a:endParaRPr lang="fr-FR" smtClean="0"/>
          </a:p>
          <a:p>
            <a:r>
              <a:rPr lang="fr-FR" smtClean="0"/>
              <a:t>Couplet 2:</a:t>
            </a:r>
          </a:p>
          <a:p>
            <a:endParaRPr lang="fr-FR" smtClean="0"/>
          </a:p>
          <a:p>
            <a:r>
              <a:rPr lang="fr-FR" smtClean="0"/>
              <a:t>Pré-refrain: </a:t>
            </a:r>
          </a:p>
          <a:p>
            <a:r>
              <a:rPr lang="fr-FR" smtClean="0"/>
              <a:t>Refrain: </a:t>
            </a:r>
          </a:p>
          <a:p>
            <a:endParaRPr lang="fr-FR" smtClean="0"/>
          </a:p>
        </p:txBody>
      </p:sp>
    </p:spTree>
    <p:extLst>
      <p:ext uri="{BB962C8B-B14F-4D97-AF65-F5344CB8AC3E}">
        <p14:creationId xmlns:p14="http://schemas.microsoft.com/office/powerpoint/2010/main" val="15668233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1: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DIEU,TON AMOUR NE CHANGE PAS TA BEAUTÉ DÉPASSE MES MOTS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Lord your love is unchanging And your beauty is beyond my words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2-  DIEU, TA GRÂCE BRILLE D’ÉCLATS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lord your grace is amazing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3-  TA GLOIRE REMPLIT  LES CIEUX ET LA TERRE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your glory fills heaven and earth                            x2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Pré-refrain: 
4-  ET LES PRIÈRES DES SAINTS ET LES LOUANGES DES CHÉRUBINS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the prayers of the saints And the praises of the children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5-  S’AJOUTENT AUX MILLIERS D’ANGES QUI ENTOURENT TON TRÔNE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Join thousands of angels who encircle your throne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Refrain:
6-  ET CRIENT SAINT, SAINT, SAINT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cry holy Holy is the Lord Holy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7-  ET DIGNE D’HONNEUR EST L’AGNEAU IMMOLÉ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worthy of honor is the lamb who was slain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2:
8-  LE TEMPS DE LA RÉCOLTE VIENT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Harvest time is drawing nearer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9-  OÙ CHAQUE NATION  CONFESSERA TON NOM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every nation will bless your name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10-  LES ABATTUS TROUVERONT LE REPOS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There will be resting for the weary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11-  J’ENTENDS LA PLUIE  DE L’ARRIÈRE-SAISON 
And I hear the coming of the latter rain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Pré-refrain: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Refrain: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2: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Pré-refrain: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Refrain: </a:t>
            </a:r>
          </a:p>
          <a:p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1:</a:t>
            </a:r>
          </a:p>
          <a:p>
            <a:r>
              <a:rPr lang="fr-FR" smtClean="0"/>
              <a:t>1-  DIEU,TON AMOUR NE CHANGE PAS TA BEAUTÉ DÉPASSE MES MOTS </a:t>
            </a:r>
          </a:p>
          <a:p>
            <a:r>
              <a:rPr lang="fr-FR" smtClean="0"/>
              <a:t>Lord your love is unchanging And your beauty is beyond my words</a:t>
            </a:r>
          </a:p>
          <a:p>
            <a:r>
              <a:rPr lang="fr-FR" smtClean="0"/>
              <a:t>2-  DIEU, TA GRÂCE BRILLE D’ÉCLATS </a:t>
            </a:r>
          </a:p>
          <a:p>
            <a:r>
              <a:rPr lang="fr-FR" smtClean="0"/>
              <a:t>And lord your grace is amazing</a:t>
            </a:r>
          </a:p>
          <a:p>
            <a:r>
              <a:rPr lang="fr-FR" smtClean="0"/>
              <a:t>3-  TA GLOIRE REMPLIT  LES CIEUX ET LA TERRE </a:t>
            </a:r>
          </a:p>
          <a:p>
            <a:r>
              <a:rPr lang="fr-FR" smtClean="0"/>
              <a:t>And your glory fills heaven and earth                            x2</a:t>
            </a:r>
          </a:p>
          <a:p>
            <a:endParaRPr lang="fr-FR" smtClean="0"/>
          </a:p>
          <a:p>
            <a:r>
              <a:rPr lang="fr-FR" smtClean="0"/>
              <a:t>Pré-refrain: 
4-  ET LES PRIÈRES DES SAINTS ET LES LOUANGES DES CHÉRUBINS </a:t>
            </a:r>
          </a:p>
          <a:p>
            <a:r>
              <a:rPr lang="fr-FR" smtClean="0"/>
              <a:t>And the prayers of the saints And the praises of the children</a:t>
            </a:r>
          </a:p>
          <a:p>
            <a:r>
              <a:rPr lang="fr-FR" smtClean="0"/>
              <a:t>5-  S’AJOUTENT AUX MILLIERS D’ANGES QUI ENTOURENT TON TRÔNE </a:t>
            </a:r>
          </a:p>
          <a:p>
            <a:r>
              <a:rPr lang="fr-FR" smtClean="0"/>
              <a:t>Join thousands of angels who encircle your throne</a:t>
            </a:r>
          </a:p>
          <a:p>
            <a:endParaRPr lang="fr-FR" smtClean="0"/>
          </a:p>
          <a:p>
            <a:r>
              <a:rPr lang="fr-FR" smtClean="0"/>
              <a:t>Refrain:
6-  ET CRIENT SAINT, SAINT, SAINT </a:t>
            </a:r>
          </a:p>
          <a:p>
            <a:r>
              <a:rPr lang="fr-FR" smtClean="0"/>
              <a:t>And cry holy Holy is the Lord Holy</a:t>
            </a:r>
          </a:p>
          <a:p>
            <a:r>
              <a:rPr lang="fr-FR" smtClean="0"/>
              <a:t>7-  ET DIGNE D’HONNEUR EST L’AGNEAU IMMOLÉ </a:t>
            </a:r>
          </a:p>
          <a:p>
            <a:r>
              <a:rPr lang="fr-FR" smtClean="0"/>
              <a:t>And worthy of honor is the lamb who was slain</a:t>
            </a:r>
          </a:p>
          <a:p>
            <a:endParaRPr lang="fr-FR" smtClean="0"/>
          </a:p>
          <a:p>
            <a:r>
              <a:rPr lang="fr-FR" smtClean="0"/>
              <a:t>Couplet 2:
8-  LE TEMPS DE LA RÉCOLTE VIENT </a:t>
            </a:r>
          </a:p>
          <a:p>
            <a:r>
              <a:rPr lang="fr-FR" smtClean="0"/>
              <a:t>Harvest time is drawing nearer</a:t>
            </a:r>
          </a:p>
          <a:p>
            <a:r>
              <a:rPr lang="fr-FR" smtClean="0"/>
              <a:t>9-  OÙ CHAQUE NATION  CONFESSERA TON NOM</a:t>
            </a:r>
          </a:p>
          <a:p>
            <a:r>
              <a:rPr lang="fr-FR" smtClean="0"/>
              <a:t>And every nation will bless your name</a:t>
            </a:r>
          </a:p>
          <a:p>
            <a:r>
              <a:rPr lang="fr-FR" smtClean="0"/>
              <a:t>10-  LES ABATTUS TROUVERONT LE REPOS </a:t>
            </a:r>
          </a:p>
          <a:p>
            <a:r>
              <a:rPr lang="fr-FR" smtClean="0"/>
              <a:t>There will be resting for the weary</a:t>
            </a:r>
          </a:p>
          <a:p>
            <a:r>
              <a:rPr lang="fr-FR" smtClean="0"/>
              <a:t>11-  J’ENTENDS LA PLUIE  DE L’ARRIÈRE-SAISON 
And I hear the coming of the latter rain</a:t>
            </a:r>
          </a:p>
          <a:p>
            <a:endParaRPr lang="fr-FR" smtClean="0"/>
          </a:p>
          <a:p>
            <a:r>
              <a:rPr lang="fr-FR" smtClean="0"/>
              <a:t>Pré-refrain: </a:t>
            </a:r>
          </a:p>
          <a:p>
            <a:r>
              <a:rPr lang="fr-FR" smtClean="0"/>
              <a:t>Refrain: </a:t>
            </a:r>
          </a:p>
          <a:p>
            <a:endParaRPr lang="fr-FR" smtClean="0"/>
          </a:p>
          <a:p>
            <a:r>
              <a:rPr lang="fr-FR" smtClean="0"/>
              <a:t>Couplet 2:</a:t>
            </a:r>
          </a:p>
          <a:p>
            <a:endParaRPr lang="fr-FR" smtClean="0"/>
          </a:p>
          <a:p>
            <a:r>
              <a:rPr lang="fr-FR" smtClean="0"/>
              <a:t>Pré-refrain: </a:t>
            </a:r>
          </a:p>
          <a:p>
            <a:r>
              <a:rPr lang="fr-FR" smtClean="0"/>
              <a:t>Refrain: </a:t>
            </a:r>
          </a:p>
          <a:p>
            <a:endParaRPr lang="fr-FR" smtClean="0"/>
          </a:p>
        </p:txBody>
      </p:sp>
    </p:spTree>
    <p:extLst>
      <p:ext uri="{BB962C8B-B14F-4D97-AF65-F5344CB8AC3E}">
        <p14:creationId xmlns:p14="http://schemas.microsoft.com/office/powerpoint/2010/main" val="17905351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1: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DIEU,TON AMOUR NE CHANGE PAS TA BEAUTÉ DÉPASSE MES MOTS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Lord your love is unchanging And your beauty is beyond my words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2-  DIEU, TA GRÂCE BRILLE D’ÉCLATS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lord your grace is amazing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3-  TA GLOIRE REMPLIT  LES CIEUX ET LA TERRE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your glory fills heaven and earth                            x2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Pré-refrain: 
4-  ET LES PRIÈRES DES SAINTS ET LES LOUANGES DES CHÉRUBINS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the prayers of the saints And the praises of the children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5-  S’AJOUTENT AUX MILLIERS D’ANGES QUI ENTOURENT TON TRÔNE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Join thousands of angels who encircle your throne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Refrain:
6-  ET CRIENT SAINT, SAINT, SAINT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cry holy Holy is the Lord Holy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7-  ET DIGNE D’HONNEUR EST L’AGNEAU IMMOLÉ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worthy of honor is the lamb who was slain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2:
8-  LE TEMPS DE LA RÉCOLTE VIENT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Harvest time is drawing nearer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9-  OÙ CHAQUE NATION  CONFESSERA TON NOM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every nation will bless your name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10-  LES ABATTUS TROUVERONT LE REPOS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There will be resting for the weary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11-  J’ENTENDS LA PLUIE  DE L’ARRIÈRE-SAISON 
And I hear the coming of the latter rain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Pré-refrain: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Refrain: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2: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Pré-refrain: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Refrain: </a:t>
            </a:r>
          </a:p>
          <a:p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1:</a:t>
            </a:r>
          </a:p>
          <a:p>
            <a:r>
              <a:rPr lang="fr-FR" smtClean="0"/>
              <a:t>1-  DIEU,TON AMOUR NE CHANGE PAS TA BEAUTÉ DÉPASSE MES MOTS </a:t>
            </a:r>
          </a:p>
          <a:p>
            <a:r>
              <a:rPr lang="fr-FR" smtClean="0"/>
              <a:t>Lord your love is unchanging And your beauty is beyond my words</a:t>
            </a:r>
          </a:p>
          <a:p>
            <a:r>
              <a:rPr lang="fr-FR" smtClean="0"/>
              <a:t>2-  DIEU, TA GRÂCE BRILLE D’ÉCLATS </a:t>
            </a:r>
          </a:p>
          <a:p>
            <a:r>
              <a:rPr lang="fr-FR" smtClean="0"/>
              <a:t>And lord your grace is amazing</a:t>
            </a:r>
          </a:p>
          <a:p>
            <a:r>
              <a:rPr lang="fr-FR" smtClean="0"/>
              <a:t>3-  TA GLOIRE REMPLIT  LES CIEUX ET LA TERRE </a:t>
            </a:r>
          </a:p>
          <a:p>
            <a:r>
              <a:rPr lang="fr-FR" smtClean="0"/>
              <a:t>And your glory fills heaven and earth                            x2</a:t>
            </a:r>
          </a:p>
          <a:p>
            <a:endParaRPr lang="fr-FR" smtClean="0"/>
          </a:p>
          <a:p>
            <a:r>
              <a:rPr lang="fr-FR" smtClean="0"/>
              <a:t>Pré-refrain: 
4-  ET LES PRIÈRES DES SAINTS ET LES LOUANGES DES CHÉRUBINS </a:t>
            </a:r>
          </a:p>
          <a:p>
            <a:r>
              <a:rPr lang="fr-FR" smtClean="0"/>
              <a:t>And the prayers of the saints And the praises of the children</a:t>
            </a:r>
          </a:p>
          <a:p>
            <a:r>
              <a:rPr lang="fr-FR" smtClean="0"/>
              <a:t>5-  S’AJOUTENT AUX MILLIERS D’ANGES QUI ENTOURENT TON TRÔNE </a:t>
            </a:r>
          </a:p>
          <a:p>
            <a:r>
              <a:rPr lang="fr-FR" smtClean="0"/>
              <a:t>Join thousands of angels who encircle your throne</a:t>
            </a:r>
          </a:p>
          <a:p>
            <a:endParaRPr lang="fr-FR" smtClean="0"/>
          </a:p>
          <a:p>
            <a:r>
              <a:rPr lang="fr-FR" smtClean="0"/>
              <a:t>Refrain:
6-  ET CRIENT SAINT, SAINT, SAINT </a:t>
            </a:r>
          </a:p>
          <a:p>
            <a:r>
              <a:rPr lang="fr-FR" smtClean="0"/>
              <a:t>And cry holy Holy is the Lord Holy</a:t>
            </a:r>
          </a:p>
          <a:p>
            <a:r>
              <a:rPr lang="fr-FR" smtClean="0"/>
              <a:t>7-  ET DIGNE D’HONNEUR EST L’AGNEAU IMMOLÉ </a:t>
            </a:r>
          </a:p>
          <a:p>
            <a:r>
              <a:rPr lang="fr-FR" smtClean="0"/>
              <a:t>And worthy of honor is the lamb who was slain</a:t>
            </a:r>
          </a:p>
          <a:p>
            <a:endParaRPr lang="fr-FR" smtClean="0"/>
          </a:p>
          <a:p>
            <a:r>
              <a:rPr lang="fr-FR" smtClean="0"/>
              <a:t>Couplet 2:
8-  LE TEMPS DE LA RÉCOLTE VIENT </a:t>
            </a:r>
          </a:p>
          <a:p>
            <a:r>
              <a:rPr lang="fr-FR" smtClean="0"/>
              <a:t>Harvest time is drawing nearer</a:t>
            </a:r>
          </a:p>
          <a:p>
            <a:r>
              <a:rPr lang="fr-FR" smtClean="0"/>
              <a:t>9-  OÙ CHAQUE NATION  CONFESSERA TON NOM</a:t>
            </a:r>
          </a:p>
          <a:p>
            <a:r>
              <a:rPr lang="fr-FR" smtClean="0"/>
              <a:t>And every nation will bless your name</a:t>
            </a:r>
          </a:p>
          <a:p>
            <a:r>
              <a:rPr lang="fr-FR" smtClean="0"/>
              <a:t>10-  LES ABATTUS TROUVERONT LE REPOS </a:t>
            </a:r>
          </a:p>
          <a:p>
            <a:r>
              <a:rPr lang="fr-FR" smtClean="0"/>
              <a:t>There will be resting for the weary</a:t>
            </a:r>
          </a:p>
          <a:p>
            <a:r>
              <a:rPr lang="fr-FR" smtClean="0"/>
              <a:t>11-  J’ENTENDS LA PLUIE  DE L’ARRIÈRE-SAISON 
And I hear the coming of the latter rain</a:t>
            </a:r>
          </a:p>
          <a:p>
            <a:endParaRPr lang="fr-FR" smtClean="0"/>
          </a:p>
          <a:p>
            <a:r>
              <a:rPr lang="fr-FR" smtClean="0"/>
              <a:t>Pré-refrain: </a:t>
            </a:r>
          </a:p>
          <a:p>
            <a:r>
              <a:rPr lang="fr-FR" smtClean="0"/>
              <a:t>Refrain: </a:t>
            </a:r>
          </a:p>
          <a:p>
            <a:endParaRPr lang="fr-FR" smtClean="0"/>
          </a:p>
          <a:p>
            <a:r>
              <a:rPr lang="fr-FR" smtClean="0"/>
              <a:t>Couplet 2:</a:t>
            </a:r>
          </a:p>
          <a:p>
            <a:endParaRPr lang="fr-FR" smtClean="0"/>
          </a:p>
          <a:p>
            <a:r>
              <a:rPr lang="fr-FR" smtClean="0"/>
              <a:t>Pré-refrain: </a:t>
            </a:r>
          </a:p>
          <a:p>
            <a:r>
              <a:rPr lang="fr-FR" smtClean="0"/>
              <a:t>Refrain: </a:t>
            </a:r>
          </a:p>
          <a:p>
            <a:endParaRPr lang="fr-FR" smtClean="0"/>
          </a:p>
        </p:txBody>
      </p:sp>
    </p:spTree>
    <p:extLst>
      <p:ext uri="{BB962C8B-B14F-4D97-AF65-F5344CB8AC3E}">
        <p14:creationId xmlns:p14="http://schemas.microsoft.com/office/powerpoint/2010/main" val="75570872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1: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DIEU,TON AMOUR NE CHANGE PAS TA BEAUTÉ DÉPASSE MES MOTS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Lord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your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love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unchanging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And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your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beauty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beyond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my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words</a:t>
            </a:r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2-  DIEU, TA GRÂCE BRILLE D’ÉCLATS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lord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your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grace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amazing</a:t>
            </a:r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3-  TA GLOIRE REMPLIT  LES CIEUX ET LA TERRE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your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glory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fills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heaven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and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earth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            x2</a:t>
            </a:r>
          </a:p>
          <a:p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Pré-refrain: 
4-  ET LES PRIÈRES DES SAINTS ET LES LOUANGES DES CHÉRUBINS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the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prayers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of the saints And the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praises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of the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children</a:t>
            </a:r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5-  S’AJOUTENT AUX MILLIERS D’ANGES QUI ENTOURENT TON TRÔNE </a:t>
            </a:r>
          </a:p>
          <a:p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Join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thousands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of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angels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who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encircle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your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throne</a:t>
            </a:r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Refrain:
6-  ET CRIENT SAINT, SAINT, SAINT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cry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holy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Holy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the Lord Holy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7-  ET DIGNE D’HONNEUR EST L’AGNEAU IMMOLÉ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worthy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of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honor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the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lamb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who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was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slain</a:t>
            </a:r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2:
8-  LE TEMPS DE LA RÉCOLTE VIENT </a:t>
            </a:r>
          </a:p>
          <a:p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Harvest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time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drawing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nearer</a:t>
            </a:r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9-  OÙ CHAQUE NATION  CONFESSERA TON NOM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every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nation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will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bless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your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name</a:t>
            </a:r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10-  LES ABATTUS TROUVERONT LE REPOS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There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will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resting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for the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weary</a:t>
            </a:r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11-  J’ENTENDS LA PLUIE  DE L’ARRIÈRE-SAISON 
And I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hear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the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coming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of the latter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rain</a:t>
            </a:r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Pré-refrain: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Refrain: </a:t>
            </a:r>
          </a:p>
          <a:p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2:</a:t>
            </a:r>
          </a:p>
          <a:p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Pré-refrain: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Refrain: </a:t>
            </a:r>
          </a:p>
          <a:p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1:</a:t>
            </a:r>
          </a:p>
          <a:p>
            <a:r>
              <a:rPr lang="fr-FR" smtClean="0"/>
              <a:t>1-  DIEU,TON AMOUR NE CHANGE PAS TA BEAUTÉ DÉPASSE MES MOTS </a:t>
            </a:r>
          </a:p>
          <a:p>
            <a:r>
              <a:rPr lang="fr-FR" smtClean="0"/>
              <a:t>Lord your love is unchanging And your beauty is beyond my words</a:t>
            </a:r>
          </a:p>
          <a:p>
            <a:r>
              <a:rPr lang="fr-FR" smtClean="0"/>
              <a:t>2-  DIEU, TA GRÂCE BRILLE D’ÉCLATS </a:t>
            </a:r>
          </a:p>
          <a:p>
            <a:r>
              <a:rPr lang="fr-FR" smtClean="0"/>
              <a:t>And lord your grace is amazing</a:t>
            </a:r>
          </a:p>
          <a:p>
            <a:r>
              <a:rPr lang="fr-FR" smtClean="0"/>
              <a:t>3-  TA GLOIRE REMPLIT  LES CIEUX ET LA TERRE </a:t>
            </a:r>
          </a:p>
          <a:p>
            <a:r>
              <a:rPr lang="fr-FR" smtClean="0"/>
              <a:t>And your glory fills heaven and earth                            x2</a:t>
            </a:r>
          </a:p>
          <a:p>
            <a:endParaRPr lang="fr-FR" smtClean="0"/>
          </a:p>
          <a:p>
            <a:r>
              <a:rPr lang="fr-FR" smtClean="0"/>
              <a:t>Pré-refrain: 
4-  ET LES PRIÈRES DES SAINTS ET LES LOUANGES DES CHÉRUBINS </a:t>
            </a:r>
          </a:p>
          <a:p>
            <a:r>
              <a:rPr lang="fr-FR" smtClean="0"/>
              <a:t>And the prayers of the saints And the praises of the children</a:t>
            </a:r>
          </a:p>
          <a:p>
            <a:r>
              <a:rPr lang="fr-FR" smtClean="0"/>
              <a:t>5-  S’AJOUTENT AUX MILLIERS D’ANGES QUI ENTOURENT TON TRÔNE </a:t>
            </a:r>
          </a:p>
          <a:p>
            <a:r>
              <a:rPr lang="fr-FR" smtClean="0"/>
              <a:t>Join thousands of angels who encircle your throne</a:t>
            </a:r>
          </a:p>
          <a:p>
            <a:endParaRPr lang="fr-FR" smtClean="0"/>
          </a:p>
          <a:p>
            <a:r>
              <a:rPr lang="fr-FR" smtClean="0"/>
              <a:t>Refrain:
6-  ET CRIENT SAINT, SAINT, SAINT </a:t>
            </a:r>
          </a:p>
          <a:p>
            <a:r>
              <a:rPr lang="fr-FR" smtClean="0"/>
              <a:t>And cry holy Holy is the Lord Holy</a:t>
            </a:r>
          </a:p>
          <a:p>
            <a:r>
              <a:rPr lang="fr-FR" smtClean="0"/>
              <a:t>7-  ET DIGNE D’HONNEUR EST L’AGNEAU IMMOLÉ </a:t>
            </a:r>
          </a:p>
          <a:p>
            <a:r>
              <a:rPr lang="fr-FR" smtClean="0"/>
              <a:t>And worthy of honor is the lamb who was slain</a:t>
            </a:r>
          </a:p>
          <a:p>
            <a:endParaRPr lang="fr-FR" smtClean="0"/>
          </a:p>
          <a:p>
            <a:r>
              <a:rPr lang="fr-FR" smtClean="0"/>
              <a:t>Couplet 2:
8-  LE TEMPS DE LA RÉCOLTE VIENT </a:t>
            </a:r>
          </a:p>
          <a:p>
            <a:r>
              <a:rPr lang="fr-FR" smtClean="0"/>
              <a:t>Harvest time is drawing nearer</a:t>
            </a:r>
          </a:p>
          <a:p>
            <a:r>
              <a:rPr lang="fr-FR" smtClean="0"/>
              <a:t>9-  OÙ CHAQUE NATION  CONFESSERA TON NOM</a:t>
            </a:r>
          </a:p>
          <a:p>
            <a:r>
              <a:rPr lang="fr-FR" smtClean="0"/>
              <a:t>And every nation will bless your name</a:t>
            </a:r>
          </a:p>
          <a:p>
            <a:r>
              <a:rPr lang="fr-FR" smtClean="0"/>
              <a:t>10-  LES ABATTUS TROUVERONT LE REPOS </a:t>
            </a:r>
          </a:p>
          <a:p>
            <a:r>
              <a:rPr lang="fr-FR" smtClean="0"/>
              <a:t>There will be resting for the weary</a:t>
            </a:r>
          </a:p>
          <a:p>
            <a:r>
              <a:rPr lang="fr-FR" smtClean="0"/>
              <a:t>11-  J’ENTENDS LA PLUIE  DE L’ARRIÈRE-SAISON 
And I hear the coming of the latter rain</a:t>
            </a:r>
          </a:p>
          <a:p>
            <a:endParaRPr lang="fr-FR" smtClean="0"/>
          </a:p>
          <a:p>
            <a:r>
              <a:rPr lang="fr-FR" smtClean="0"/>
              <a:t>Pré-refrain: </a:t>
            </a:r>
          </a:p>
          <a:p>
            <a:r>
              <a:rPr lang="fr-FR" smtClean="0"/>
              <a:t>Refrain: </a:t>
            </a:r>
          </a:p>
          <a:p>
            <a:endParaRPr lang="fr-FR" smtClean="0"/>
          </a:p>
          <a:p>
            <a:r>
              <a:rPr lang="fr-FR" smtClean="0"/>
              <a:t>Couplet 2:</a:t>
            </a:r>
          </a:p>
          <a:p>
            <a:endParaRPr lang="fr-FR" smtClean="0"/>
          </a:p>
          <a:p>
            <a:r>
              <a:rPr lang="fr-FR" smtClean="0"/>
              <a:t>Pré-refrain: </a:t>
            </a:r>
          </a:p>
          <a:p>
            <a:r>
              <a:rPr lang="fr-FR" smtClean="0"/>
              <a:t>Refrain: </a:t>
            </a:r>
          </a:p>
          <a:p>
            <a:endParaRPr lang="fr-FR" smtClean="0"/>
          </a:p>
        </p:txBody>
      </p:sp>
    </p:spTree>
    <p:extLst>
      <p:ext uri="{BB962C8B-B14F-4D97-AF65-F5344CB8AC3E}">
        <p14:creationId xmlns:p14="http://schemas.microsoft.com/office/powerpoint/2010/main" val="233125525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1: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DIEU,TON AMOUR NE CHANGE PAS TA BEAUTÉ DÉPASSE MES MOTS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Lord your love is unchanging And your beauty is beyond my words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2-  DIEU, TA GRÂCE BRILLE D’ÉCLATS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lord your grace is amazing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3-  TA GLOIRE REMPLIT  LES CIEUX ET LA TERRE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your glory fills heaven and earth                            x2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Pré-refrain: 
4-  ET LES PRIÈRES DES SAINTS ET LES LOUANGES DES CHÉRUBINS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the prayers of the saints And the praises of the children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5-  S’AJOUTENT AUX MILLIERS D’ANGES QUI ENTOURENT TON TRÔNE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Join thousands of angels who encircle your throne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Refrain:
6-  ET CRIENT SAINT, SAINT, SAINT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cry holy Holy is the Lord Holy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7-  ET DIGNE D’HONNEUR EST L’AGNEAU IMMOLÉ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worthy of honor is the lamb who was slain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2:
8-  LE TEMPS DE LA RÉCOLTE VIENT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Harvest time is drawing nearer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9-  OÙ CHAQUE NATION  CONFESSERA TON NOM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every nation will bless your name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10-  LES ABATTUS TROUVERONT LE REPOS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There will be resting for the weary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11-  J’ENTENDS LA PLUIE  DE L’ARRIÈRE-SAISON 
And I hear the coming of the latter rain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Pré-refrain: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Refrain: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2: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Pré-refrain: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Refrain: </a:t>
            </a:r>
          </a:p>
          <a:p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1:</a:t>
            </a:r>
          </a:p>
          <a:p>
            <a:r>
              <a:rPr lang="fr-FR" smtClean="0"/>
              <a:t>1-  DIEU,TON AMOUR NE CHANGE PAS TA BEAUTÉ DÉPASSE MES MOTS </a:t>
            </a:r>
          </a:p>
          <a:p>
            <a:r>
              <a:rPr lang="fr-FR" smtClean="0"/>
              <a:t>Lord your love is unchanging And your beauty is beyond my words</a:t>
            </a:r>
          </a:p>
          <a:p>
            <a:r>
              <a:rPr lang="fr-FR" smtClean="0"/>
              <a:t>2-  DIEU, TA GRÂCE BRILLE D’ÉCLATS </a:t>
            </a:r>
          </a:p>
          <a:p>
            <a:r>
              <a:rPr lang="fr-FR" smtClean="0"/>
              <a:t>And lord your grace is amazing</a:t>
            </a:r>
          </a:p>
          <a:p>
            <a:r>
              <a:rPr lang="fr-FR" smtClean="0"/>
              <a:t>3-  TA GLOIRE REMPLIT  LES CIEUX ET LA TERRE </a:t>
            </a:r>
          </a:p>
          <a:p>
            <a:r>
              <a:rPr lang="fr-FR" smtClean="0"/>
              <a:t>And your glory fills heaven and earth                            x2</a:t>
            </a:r>
          </a:p>
          <a:p>
            <a:endParaRPr lang="fr-FR" smtClean="0"/>
          </a:p>
          <a:p>
            <a:r>
              <a:rPr lang="fr-FR" smtClean="0"/>
              <a:t>Pré-refrain: 
4-  ET LES PRIÈRES DES SAINTS ET LES LOUANGES DES CHÉRUBINS </a:t>
            </a:r>
          </a:p>
          <a:p>
            <a:r>
              <a:rPr lang="fr-FR" smtClean="0"/>
              <a:t>And the prayers of the saints And the praises of the children</a:t>
            </a:r>
          </a:p>
          <a:p>
            <a:r>
              <a:rPr lang="fr-FR" smtClean="0"/>
              <a:t>5-  S’AJOUTENT AUX MILLIERS D’ANGES QUI ENTOURENT TON TRÔNE </a:t>
            </a:r>
          </a:p>
          <a:p>
            <a:r>
              <a:rPr lang="fr-FR" smtClean="0"/>
              <a:t>Join thousands of angels who encircle your throne</a:t>
            </a:r>
          </a:p>
          <a:p>
            <a:endParaRPr lang="fr-FR" smtClean="0"/>
          </a:p>
          <a:p>
            <a:r>
              <a:rPr lang="fr-FR" smtClean="0"/>
              <a:t>Refrain:
6-  ET CRIENT SAINT, SAINT, SAINT </a:t>
            </a:r>
          </a:p>
          <a:p>
            <a:r>
              <a:rPr lang="fr-FR" smtClean="0"/>
              <a:t>And cry holy Holy is the Lord Holy</a:t>
            </a:r>
          </a:p>
          <a:p>
            <a:r>
              <a:rPr lang="fr-FR" smtClean="0"/>
              <a:t>7-  ET DIGNE D’HONNEUR EST L’AGNEAU IMMOLÉ </a:t>
            </a:r>
          </a:p>
          <a:p>
            <a:r>
              <a:rPr lang="fr-FR" smtClean="0"/>
              <a:t>And worthy of honor is the lamb who was slain</a:t>
            </a:r>
          </a:p>
          <a:p>
            <a:endParaRPr lang="fr-FR" smtClean="0"/>
          </a:p>
          <a:p>
            <a:r>
              <a:rPr lang="fr-FR" smtClean="0"/>
              <a:t>Couplet 2:
8-  LE TEMPS DE LA RÉCOLTE VIENT </a:t>
            </a:r>
          </a:p>
          <a:p>
            <a:r>
              <a:rPr lang="fr-FR" smtClean="0"/>
              <a:t>Harvest time is drawing nearer</a:t>
            </a:r>
          </a:p>
          <a:p>
            <a:r>
              <a:rPr lang="fr-FR" smtClean="0"/>
              <a:t>9-  OÙ CHAQUE NATION  CONFESSERA TON NOM</a:t>
            </a:r>
          </a:p>
          <a:p>
            <a:r>
              <a:rPr lang="fr-FR" smtClean="0"/>
              <a:t>And every nation will bless your name</a:t>
            </a:r>
          </a:p>
          <a:p>
            <a:r>
              <a:rPr lang="fr-FR" smtClean="0"/>
              <a:t>10-  LES ABATTUS TROUVERONT LE REPOS </a:t>
            </a:r>
          </a:p>
          <a:p>
            <a:r>
              <a:rPr lang="fr-FR" smtClean="0"/>
              <a:t>There will be resting for the weary</a:t>
            </a:r>
          </a:p>
          <a:p>
            <a:r>
              <a:rPr lang="fr-FR" smtClean="0"/>
              <a:t>11-  J’ENTENDS LA PLUIE  DE L’ARRIÈRE-SAISON 
And I hear the coming of the latter rain</a:t>
            </a:r>
          </a:p>
          <a:p>
            <a:endParaRPr lang="fr-FR" smtClean="0"/>
          </a:p>
          <a:p>
            <a:r>
              <a:rPr lang="fr-FR" smtClean="0"/>
              <a:t>Pré-refrain: </a:t>
            </a:r>
          </a:p>
          <a:p>
            <a:r>
              <a:rPr lang="fr-FR" smtClean="0"/>
              <a:t>Refrain: </a:t>
            </a:r>
          </a:p>
          <a:p>
            <a:endParaRPr lang="fr-FR" smtClean="0"/>
          </a:p>
          <a:p>
            <a:r>
              <a:rPr lang="fr-FR" smtClean="0"/>
              <a:t>Couplet 2:</a:t>
            </a:r>
          </a:p>
          <a:p>
            <a:endParaRPr lang="fr-FR" smtClean="0"/>
          </a:p>
          <a:p>
            <a:r>
              <a:rPr lang="fr-FR" smtClean="0"/>
              <a:t>Pré-refrain: </a:t>
            </a:r>
          </a:p>
          <a:p>
            <a:r>
              <a:rPr lang="fr-FR" smtClean="0"/>
              <a:t>Refrain: </a:t>
            </a:r>
          </a:p>
          <a:p>
            <a:endParaRPr lang="fr-FR" smtClean="0"/>
          </a:p>
        </p:txBody>
      </p:sp>
    </p:spTree>
    <p:extLst>
      <p:ext uri="{BB962C8B-B14F-4D97-AF65-F5344CB8AC3E}">
        <p14:creationId xmlns:p14="http://schemas.microsoft.com/office/powerpoint/2010/main" val="75487153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1: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DIEU,TON AMOUR NE CHANGE PAS TA BEAUTÉ DÉPASSE MES MOTS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Lord your love is unchanging And your beauty is beyond my words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2-  DIEU, TA GRÂCE BRILLE D’ÉCLATS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lord your grace is amazing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3-  TA GLOIRE REMPLIT  LES CIEUX ET LA TERRE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your glory fills heaven and earth                            x2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Pré-refrain: 
4-  ET LES PRIÈRES DES SAINTS ET LES LOUANGES DES CHÉRUBINS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the prayers of the saints And the praises of the children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5-  S’AJOUTENT AUX MILLIERS D’ANGES QUI ENTOURENT TON TRÔNE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Join thousands of angels who encircle your throne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Refrain:
6-  ET CRIENT SAINT, SAINT, SAINT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cry holy Holy is the Lord Holy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7-  ET DIGNE D’HONNEUR EST L’AGNEAU IMMOLÉ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worthy of honor is the lamb who was slain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2:
8-  LE TEMPS DE LA RÉCOLTE VIENT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Harvest time is drawing nearer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9-  OÙ CHAQUE NATION  CONFESSERA TON NOM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every nation will bless your name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10-  LES ABATTUS TROUVERONT LE REPOS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There will be resting for the weary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11-  J’ENTENDS LA PLUIE  DE L’ARRIÈRE-SAISON 
And I hear the coming of the latter rain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Pré-refrain: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Refrain: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2: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Pré-refrain: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Refrain: </a:t>
            </a:r>
          </a:p>
          <a:p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1:</a:t>
            </a:r>
          </a:p>
          <a:p>
            <a:r>
              <a:rPr lang="fr-FR" smtClean="0"/>
              <a:t>1-  DIEU,TON AMOUR NE CHANGE PAS TA BEAUTÉ DÉPASSE MES MOTS </a:t>
            </a:r>
          </a:p>
          <a:p>
            <a:r>
              <a:rPr lang="fr-FR" smtClean="0"/>
              <a:t>Lord your love is unchanging And your beauty is beyond my words</a:t>
            </a:r>
          </a:p>
          <a:p>
            <a:r>
              <a:rPr lang="fr-FR" smtClean="0"/>
              <a:t>2-  DIEU, TA GRÂCE BRILLE D’ÉCLATS </a:t>
            </a:r>
          </a:p>
          <a:p>
            <a:r>
              <a:rPr lang="fr-FR" smtClean="0"/>
              <a:t>And lord your grace is amazing</a:t>
            </a:r>
          </a:p>
          <a:p>
            <a:r>
              <a:rPr lang="fr-FR" smtClean="0"/>
              <a:t>3-  TA GLOIRE REMPLIT  LES CIEUX ET LA TERRE </a:t>
            </a:r>
          </a:p>
          <a:p>
            <a:r>
              <a:rPr lang="fr-FR" smtClean="0"/>
              <a:t>And your glory fills heaven and earth                            x2</a:t>
            </a:r>
          </a:p>
          <a:p>
            <a:endParaRPr lang="fr-FR" smtClean="0"/>
          </a:p>
          <a:p>
            <a:r>
              <a:rPr lang="fr-FR" smtClean="0"/>
              <a:t>Pré-refrain: 
4-  ET LES PRIÈRES DES SAINTS ET LES LOUANGES DES CHÉRUBINS </a:t>
            </a:r>
          </a:p>
          <a:p>
            <a:r>
              <a:rPr lang="fr-FR" smtClean="0"/>
              <a:t>And the prayers of the saints And the praises of the children</a:t>
            </a:r>
          </a:p>
          <a:p>
            <a:r>
              <a:rPr lang="fr-FR" smtClean="0"/>
              <a:t>5-  S’AJOUTENT AUX MILLIERS D’ANGES QUI ENTOURENT TON TRÔNE </a:t>
            </a:r>
          </a:p>
          <a:p>
            <a:r>
              <a:rPr lang="fr-FR" smtClean="0"/>
              <a:t>Join thousands of angels who encircle your throne</a:t>
            </a:r>
          </a:p>
          <a:p>
            <a:endParaRPr lang="fr-FR" smtClean="0"/>
          </a:p>
          <a:p>
            <a:r>
              <a:rPr lang="fr-FR" smtClean="0"/>
              <a:t>Refrain:
6-  ET CRIENT SAINT, SAINT, SAINT </a:t>
            </a:r>
          </a:p>
          <a:p>
            <a:r>
              <a:rPr lang="fr-FR" smtClean="0"/>
              <a:t>And cry holy Holy is the Lord Holy</a:t>
            </a:r>
          </a:p>
          <a:p>
            <a:r>
              <a:rPr lang="fr-FR" smtClean="0"/>
              <a:t>7-  ET DIGNE D’HONNEUR EST L’AGNEAU IMMOLÉ </a:t>
            </a:r>
          </a:p>
          <a:p>
            <a:r>
              <a:rPr lang="fr-FR" smtClean="0"/>
              <a:t>And worthy of honor is the lamb who was slain</a:t>
            </a:r>
          </a:p>
          <a:p>
            <a:endParaRPr lang="fr-FR" smtClean="0"/>
          </a:p>
          <a:p>
            <a:r>
              <a:rPr lang="fr-FR" smtClean="0"/>
              <a:t>Couplet 2:
8-  LE TEMPS DE LA RÉCOLTE VIENT </a:t>
            </a:r>
          </a:p>
          <a:p>
            <a:r>
              <a:rPr lang="fr-FR" smtClean="0"/>
              <a:t>Harvest time is drawing nearer</a:t>
            </a:r>
          </a:p>
          <a:p>
            <a:r>
              <a:rPr lang="fr-FR" smtClean="0"/>
              <a:t>9-  OÙ CHAQUE NATION  CONFESSERA TON NOM</a:t>
            </a:r>
          </a:p>
          <a:p>
            <a:r>
              <a:rPr lang="fr-FR" smtClean="0"/>
              <a:t>And every nation will bless your name</a:t>
            </a:r>
          </a:p>
          <a:p>
            <a:r>
              <a:rPr lang="fr-FR" smtClean="0"/>
              <a:t>10-  LES ABATTUS TROUVERONT LE REPOS </a:t>
            </a:r>
          </a:p>
          <a:p>
            <a:r>
              <a:rPr lang="fr-FR" smtClean="0"/>
              <a:t>There will be resting for the weary</a:t>
            </a:r>
          </a:p>
          <a:p>
            <a:r>
              <a:rPr lang="fr-FR" smtClean="0"/>
              <a:t>11-  J’ENTENDS LA PLUIE  DE L’ARRIÈRE-SAISON 
And I hear the coming of the latter rain</a:t>
            </a:r>
          </a:p>
          <a:p>
            <a:endParaRPr lang="fr-FR" smtClean="0"/>
          </a:p>
          <a:p>
            <a:r>
              <a:rPr lang="fr-FR" smtClean="0"/>
              <a:t>Pré-refrain: </a:t>
            </a:r>
          </a:p>
          <a:p>
            <a:r>
              <a:rPr lang="fr-FR" smtClean="0"/>
              <a:t>Refrain: </a:t>
            </a:r>
          </a:p>
          <a:p>
            <a:endParaRPr lang="fr-FR" smtClean="0"/>
          </a:p>
          <a:p>
            <a:r>
              <a:rPr lang="fr-FR" smtClean="0"/>
              <a:t>Couplet 2:</a:t>
            </a:r>
          </a:p>
          <a:p>
            <a:endParaRPr lang="fr-FR" smtClean="0"/>
          </a:p>
          <a:p>
            <a:r>
              <a:rPr lang="fr-FR" smtClean="0"/>
              <a:t>Pré-refrain: </a:t>
            </a:r>
          </a:p>
          <a:p>
            <a:r>
              <a:rPr lang="fr-FR" smtClean="0"/>
              <a:t>Refrain: </a:t>
            </a:r>
          </a:p>
          <a:p>
            <a:endParaRPr lang="fr-FR" smtClean="0"/>
          </a:p>
        </p:txBody>
      </p:sp>
    </p:spTree>
    <p:extLst>
      <p:ext uri="{BB962C8B-B14F-4D97-AF65-F5344CB8AC3E}">
        <p14:creationId xmlns:p14="http://schemas.microsoft.com/office/powerpoint/2010/main" val="279993556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1: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DIEU,TON AMOUR NE CHANGE PAS TA BEAUTÉ DÉPASSE MES MOTS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Lord your love is unchanging And your beauty is beyond my words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2-  DIEU, TA GRÂCE BRILLE D’ÉCLATS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lord your grace is amazing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3-  TA GLOIRE REMPLIT  LES CIEUX ET LA TERRE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your glory fills heaven and earth                            x2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Pré-refrain: 
4-  ET LES PRIÈRES DES SAINTS ET LES LOUANGES DES CHÉRUBINS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the prayers of the saints And the praises of the children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5-  S’AJOUTENT AUX MILLIERS D’ANGES QUI ENTOURENT TON TRÔNE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Join thousands of angels who encircle your throne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Refrain:
6-  ET CRIENT SAINT, SAINT, SAINT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cry holy Holy is the Lord Holy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7-  ET DIGNE D’HONNEUR EST L’AGNEAU IMMOLÉ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worthy of honor is the lamb who was slain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2:
8-  LE TEMPS DE LA RÉCOLTE VIENT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Harvest time is drawing nearer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9-  OÙ CHAQUE NATION  CONFESSERA TON NOM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every nation will bless your name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10-  LES ABATTUS TROUVERONT LE REPOS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There will be resting for the weary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11-  J’ENTENDS LA PLUIE  DE L’ARRIÈRE-SAISON 
And I hear the coming of the latter rain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Pré-refrain: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Refrain: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2: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Pré-refrain: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Refrain: </a:t>
            </a:r>
          </a:p>
          <a:p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1:</a:t>
            </a:r>
          </a:p>
          <a:p>
            <a:r>
              <a:rPr lang="fr-FR" smtClean="0"/>
              <a:t>1-  DIEU,TON AMOUR NE CHANGE PAS TA BEAUTÉ DÉPASSE MES MOTS </a:t>
            </a:r>
          </a:p>
          <a:p>
            <a:r>
              <a:rPr lang="fr-FR" smtClean="0"/>
              <a:t>Lord your love is unchanging And your beauty is beyond my words</a:t>
            </a:r>
          </a:p>
          <a:p>
            <a:r>
              <a:rPr lang="fr-FR" smtClean="0"/>
              <a:t>2-  DIEU, TA GRÂCE BRILLE D’ÉCLATS </a:t>
            </a:r>
          </a:p>
          <a:p>
            <a:r>
              <a:rPr lang="fr-FR" smtClean="0"/>
              <a:t>And lord your grace is amazing</a:t>
            </a:r>
          </a:p>
          <a:p>
            <a:r>
              <a:rPr lang="fr-FR" smtClean="0"/>
              <a:t>3-  TA GLOIRE REMPLIT  LES CIEUX ET LA TERRE </a:t>
            </a:r>
          </a:p>
          <a:p>
            <a:r>
              <a:rPr lang="fr-FR" smtClean="0"/>
              <a:t>And your glory fills heaven and earth                            x2</a:t>
            </a:r>
          </a:p>
          <a:p>
            <a:endParaRPr lang="fr-FR" smtClean="0"/>
          </a:p>
          <a:p>
            <a:r>
              <a:rPr lang="fr-FR" smtClean="0"/>
              <a:t>Pré-refrain: 
4-  ET LES PRIÈRES DES SAINTS ET LES LOUANGES DES CHÉRUBINS </a:t>
            </a:r>
          </a:p>
          <a:p>
            <a:r>
              <a:rPr lang="fr-FR" smtClean="0"/>
              <a:t>And the prayers of the saints And the praises of the children</a:t>
            </a:r>
          </a:p>
          <a:p>
            <a:r>
              <a:rPr lang="fr-FR" smtClean="0"/>
              <a:t>5-  S’AJOUTENT AUX MILLIERS D’ANGES QUI ENTOURENT TON TRÔNE </a:t>
            </a:r>
          </a:p>
          <a:p>
            <a:r>
              <a:rPr lang="fr-FR" smtClean="0"/>
              <a:t>Join thousands of angels who encircle your throne</a:t>
            </a:r>
          </a:p>
          <a:p>
            <a:endParaRPr lang="fr-FR" smtClean="0"/>
          </a:p>
          <a:p>
            <a:r>
              <a:rPr lang="fr-FR" smtClean="0"/>
              <a:t>Refrain:
6-  ET CRIENT SAINT, SAINT, SAINT </a:t>
            </a:r>
          </a:p>
          <a:p>
            <a:r>
              <a:rPr lang="fr-FR" smtClean="0"/>
              <a:t>And cry holy Holy is the Lord Holy</a:t>
            </a:r>
          </a:p>
          <a:p>
            <a:r>
              <a:rPr lang="fr-FR" smtClean="0"/>
              <a:t>7-  ET DIGNE D’HONNEUR EST L’AGNEAU IMMOLÉ </a:t>
            </a:r>
          </a:p>
          <a:p>
            <a:r>
              <a:rPr lang="fr-FR" smtClean="0"/>
              <a:t>And worthy of honor is the lamb who was slain</a:t>
            </a:r>
          </a:p>
          <a:p>
            <a:endParaRPr lang="fr-FR" smtClean="0"/>
          </a:p>
          <a:p>
            <a:r>
              <a:rPr lang="fr-FR" smtClean="0"/>
              <a:t>Couplet 2:
8-  LE TEMPS DE LA RÉCOLTE VIENT </a:t>
            </a:r>
          </a:p>
          <a:p>
            <a:r>
              <a:rPr lang="fr-FR" smtClean="0"/>
              <a:t>Harvest time is drawing nearer</a:t>
            </a:r>
          </a:p>
          <a:p>
            <a:r>
              <a:rPr lang="fr-FR" smtClean="0"/>
              <a:t>9-  OÙ CHAQUE NATION  CONFESSERA TON NOM</a:t>
            </a:r>
          </a:p>
          <a:p>
            <a:r>
              <a:rPr lang="fr-FR" smtClean="0"/>
              <a:t>And every nation will bless your name</a:t>
            </a:r>
          </a:p>
          <a:p>
            <a:r>
              <a:rPr lang="fr-FR" smtClean="0"/>
              <a:t>10-  LES ABATTUS TROUVERONT LE REPOS </a:t>
            </a:r>
          </a:p>
          <a:p>
            <a:r>
              <a:rPr lang="fr-FR" smtClean="0"/>
              <a:t>There will be resting for the weary</a:t>
            </a:r>
          </a:p>
          <a:p>
            <a:r>
              <a:rPr lang="fr-FR" smtClean="0"/>
              <a:t>11-  J’ENTENDS LA PLUIE  DE L’ARRIÈRE-SAISON 
And I hear the coming of the latter rain</a:t>
            </a:r>
          </a:p>
          <a:p>
            <a:endParaRPr lang="fr-FR" smtClean="0"/>
          </a:p>
          <a:p>
            <a:r>
              <a:rPr lang="fr-FR" smtClean="0"/>
              <a:t>Pré-refrain: </a:t>
            </a:r>
          </a:p>
          <a:p>
            <a:r>
              <a:rPr lang="fr-FR" smtClean="0"/>
              <a:t>Refrain: </a:t>
            </a:r>
          </a:p>
          <a:p>
            <a:endParaRPr lang="fr-FR" smtClean="0"/>
          </a:p>
          <a:p>
            <a:r>
              <a:rPr lang="fr-FR" smtClean="0"/>
              <a:t>Couplet 2:</a:t>
            </a:r>
          </a:p>
          <a:p>
            <a:endParaRPr lang="fr-FR" smtClean="0"/>
          </a:p>
          <a:p>
            <a:r>
              <a:rPr lang="fr-FR" smtClean="0"/>
              <a:t>Pré-refrain: </a:t>
            </a:r>
          </a:p>
          <a:p>
            <a:r>
              <a:rPr lang="fr-FR" smtClean="0"/>
              <a:t>Refrain: </a:t>
            </a:r>
          </a:p>
          <a:p>
            <a:endParaRPr lang="fr-FR" smtClean="0"/>
          </a:p>
        </p:txBody>
      </p:sp>
    </p:spTree>
    <p:extLst>
      <p:ext uri="{BB962C8B-B14F-4D97-AF65-F5344CB8AC3E}">
        <p14:creationId xmlns:p14="http://schemas.microsoft.com/office/powerpoint/2010/main" val="373024741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1: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DIEU,TON AMOUR NE CHANGE PAS TA BEAUTÉ DÉPASSE MES MOTS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Lord your love is unchanging And your beauty is beyond my words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2-  DIEU, TA GRÂCE BRILLE D’ÉCLATS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lord your grace is amazing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3-  TA GLOIRE REMPLIT  LES CIEUX ET LA TERRE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your glory fills heaven and earth                            x2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Pré-refrain: 
4-  ET LES PRIÈRES DES SAINTS ET LES LOUANGES DES CHÉRUBINS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the prayers of the saints And the praises of the children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5-  S’AJOUTENT AUX MILLIERS D’ANGES QUI ENTOURENT TON TRÔNE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Join thousands of angels who encircle your throne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Refrain:
6-  ET CRIENT SAINT, SAINT, SAINT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cry holy Holy is the Lord Holy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7-  ET DIGNE D’HONNEUR EST L’AGNEAU IMMOLÉ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worthy of honor is the lamb who was slain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2:
8-  LE TEMPS DE LA RÉCOLTE VIENT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Harvest time is drawing nearer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9-  OÙ CHAQUE NATION  CONFESSERA TON NOM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every nation will bless your name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10-  LES ABATTUS TROUVERONT LE REPOS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There will be resting for the weary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11-  J’ENTENDS LA PLUIE  DE L’ARRIÈRE-SAISON 
And I hear the coming of the latter rain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Pré-refrain: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Refrain: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2: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Pré-refrain: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Refrain: </a:t>
            </a:r>
          </a:p>
          <a:p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1:</a:t>
            </a:r>
          </a:p>
          <a:p>
            <a:r>
              <a:rPr lang="fr-FR" smtClean="0"/>
              <a:t>1-  DIEU,TON AMOUR NE CHANGE PAS TA BEAUTÉ DÉPASSE MES MOTS </a:t>
            </a:r>
          </a:p>
          <a:p>
            <a:r>
              <a:rPr lang="fr-FR" smtClean="0"/>
              <a:t>Lord your love is unchanging And your beauty is beyond my words</a:t>
            </a:r>
          </a:p>
          <a:p>
            <a:r>
              <a:rPr lang="fr-FR" smtClean="0"/>
              <a:t>2-  DIEU, TA GRÂCE BRILLE D’ÉCLATS </a:t>
            </a:r>
          </a:p>
          <a:p>
            <a:r>
              <a:rPr lang="fr-FR" smtClean="0"/>
              <a:t>And lord your grace is amazing</a:t>
            </a:r>
          </a:p>
          <a:p>
            <a:r>
              <a:rPr lang="fr-FR" smtClean="0"/>
              <a:t>3-  TA GLOIRE REMPLIT  LES CIEUX ET LA TERRE </a:t>
            </a:r>
          </a:p>
          <a:p>
            <a:r>
              <a:rPr lang="fr-FR" smtClean="0"/>
              <a:t>And your glory fills heaven and earth                            x2</a:t>
            </a:r>
          </a:p>
          <a:p>
            <a:endParaRPr lang="fr-FR" smtClean="0"/>
          </a:p>
          <a:p>
            <a:r>
              <a:rPr lang="fr-FR" smtClean="0"/>
              <a:t>Pré-refrain: 
4-  ET LES PRIÈRES DES SAINTS ET LES LOUANGES DES CHÉRUBINS </a:t>
            </a:r>
          </a:p>
          <a:p>
            <a:r>
              <a:rPr lang="fr-FR" smtClean="0"/>
              <a:t>And the prayers of the saints And the praises of the children</a:t>
            </a:r>
          </a:p>
          <a:p>
            <a:r>
              <a:rPr lang="fr-FR" smtClean="0"/>
              <a:t>5-  S’AJOUTENT AUX MILLIERS D’ANGES QUI ENTOURENT TON TRÔNE </a:t>
            </a:r>
          </a:p>
          <a:p>
            <a:r>
              <a:rPr lang="fr-FR" smtClean="0"/>
              <a:t>Join thousands of angels who encircle your throne</a:t>
            </a:r>
          </a:p>
          <a:p>
            <a:endParaRPr lang="fr-FR" smtClean="0"/>
          </a:p>
          <a:p>
            <a:r>
              <a:rPr lang="fr-FR" smtClean="0"/>
              <a:t>Refrain:
6-  ET CRIENT SAINT, SAINT, SAINT </a:t>
            </a:r>
          </a:p>
          <a:p>
            <a:r>
              <a:rPr lang="fr-FR" smtClean="0"/>
              <a:t>And cry holy Holy is the Lord Holy</a:t>
            </a:r>
          </a:p>
          <a:p>
            <a:r>
              <a:rPr lang="fr-FR" smtClean="0"/>
              <a:t>7-  ET DIGNE D’HONNEUR EST L’AGNEAU IMMOLÉ </a:t>
            </a:r>
          </a:p>
          <a:p>
            <a:r>
              <a:rPr lang="fr-FR" smtClean="0"/>
              <a:t>And worthy of honor is the lamb who was slain</a:t>
            </a:r>
          </a:p>
          <a:p>
            <a:endParaRPr lang="fr-FR" smtClean="0"/>
          </a:p>
          <a:p>
            <a:r>
              <a:rPr lang="fr-FR" smtClean="0"/>
              <a:t>Couplet 2:
8-  LE TEMPS DE LA RÉCOLTE VIENT </a:t>
            </a:r>
          </a:p>
          <a:p>
            <a:r>
              <a:rPr lang="fr-FR" smtClean="0"/>
              <a:t>Harvest time is drawing nearer</a:t>
            </a:r>
          </a:p>
          <a:p>
            <a:r>
              <a:rPr lang="fr-FR" smtClean="0"/>
              <a:t>9-  OÙ CHAQUE NATION  CONFESSERA TON NOM</a:t>
            </a:r>
          </a:p>
          <a:p>
            <a:r>
              <a:rPr lang="fr-FR" smtClean="0"/>
              <a:t>And every nation will bless your name</a:t>
            </a:r>
          </a:p>
          <a:p>
            <a:r>
              <a:rPr lang="fr-FR" smtClean="0"/>
              <a:t>10-  LES ABATTUS TROUVERONT LE REPOS </a:t>
            </a:r>
          </a:p>
          <a:p>
            <a:r>
              <a:rPr lang="fr-FR" smtClean="0"/>
              <a:t>There will be resting for the weary</a:t>
            </a:r>
          </a:p>
          <a:p>
            <a:r>
              <a:rPr lang="fr-FR" smtClean="0"/>
              <a:t>11-  J’ENTENDS LA PLUIE  DE L’ARRIÈRE-SAISON 
And I hear the coming of the latter rain</a:t>
            </a:r>
          </a:p>
          <a:p>
            <a:endParaRPr lang="fr-FR" smtClean="0"/>
          </a:p>
          <a:p>
            <a:r>
              <a:rPr lang="fr-FR" smtClean="0"/>
              <a:t>Pré-refrain: </a:t>
            </a:r>
          </a:p>
          <a:p>
            <a:r>
              <a:rPr lang="fr-FR" smtClean="0"/>
              <a:t>Refrain: </a:t>
            </a:r>
          </a:p>
          <a:p>
            <a:endParaRPr lang="fr-FR" smtClean="0"/>
          </a:p>
          <a:p>
            <a:r>
              <a:rPr lang="fr-FR" smtClean="0"/>
              <a:t>Couplet 2:</a:t>
            </a:r>
          </a:p>
          <a:p>
            <a:endParaRPr lang="fr-FR" smtClean="0"/>
          </a:p>
          <a:p>
            <a:r>
              <a:rPr lang="fr-FR" smtClean="0"/>
              <a:t>Pré-refrain: </a:t>
            </a:r>
          </a:p>
          <a:p>
            <a:r>
              <a:rPr lang="fr-FR" smtClean="0"/>
              <a:t>Refrain: </a:t>
            </a:r>
          </a:p>
          <a:p>
            <a:endParaRPr lang="fr-FR" smtClean="0"/>
          </a:p>
        </p:txBody>
      </p:sp>
    </p:spTree>
    <p:extLst>
      <p:ext uri="{BB962C8B-B14F-4D97-AF65-F5344CB8AC3E}">
        <p14:creationId xmlns:p14="http://schemas.microsoft.com/office/powerpoint/2010/main" val="35078049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E354340-8694-43B1-A8F9-8E748220BC3D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0543B6D-89BE-450D-8D53-2308253AE276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1C3E2F4-B7A3-4813-BE5C-672B7F7D1E85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5DB8B2E-583A-48DE-BB44-C7FB74698DB5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D8FD8B5-C06A-440D-B0B5-77ABBB4F4D43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DC13DC5-A4A8-43AE-8B11-09841DC1F160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693AA14-3C2E-4463-943D-566FAF1C0128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527DA1D-7883-4C0B-AF3B-D788BE762513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BACC378-7A87-4B48-ACEF-BA72740CA7A8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D9DFD0D-0B84-411C-A304-DD06AF36AA3B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A482FE5-0FCA-4201-B57D-5A7283755564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9821B596-1B06-490A-A978-F71EF6E2CD71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DIEU,TON AMOUR NE CHANGE PAS</a:t>
            </a:r>
          </a:p>
          <a:p>
            <a:pPr algn="ctr">
              <a:lnSpc>
                <a:spcPct val="90000"/>
              </a:lnSpc>
              <a:defRPr/>
            </a:pPr>
            <a:r>
              <a:rPr lang="fr-FR" alt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TA BEAUTÉ DÉPASSE MES MOTS</a:t>
            </a:r>
            <a:endParaRPr lang="fr-FR" alt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646331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DIEU, TA GRÂCE BRILLE D’ÉCLATS</a:t>
            </a:r>
          </a:p>
        </p:txBody>
      </p:sp>
    </p:spTree>
    <p:extLst>
      <p:ext uri="{BB962C8B-B14F-4D97-AF65-F5344CB8AC3E}">
        <p14:creationId xmlns:p14="http://schemas.microsoft.com/office/powerpoint/2010/main" val="21643001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20032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TA GLOIRE REMPLIT </a:t>
            </a:r>
          </a:p>
          <a:p>
            <a:pPr algn="ctr">
              <a:lnSpc>
                <a:spcPct val="90000"/>
              </a:lnSpc>
              <a:defRPr/>
            </a:pP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LES CIEUX ET LA TERRE</a:t>
            </a:r>
          </a:p>
        </p:txBody>
      </p:sp>
    </p:spTree>
    <p:extLst>
      <p:ext uri="{BB962C8B-B14F-4D97-AF65-F5344CB8AC3E}">
        <p14:creationId xmlns:p14="http://schemas.microsoft.com/office/powerpoint/2010/main" val="6404139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20032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ET LES PRIÈRES DES </a:t>
            </a: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SAINTS</a:t>
            </a:r>
          </a:p>
          <a:p>
            <a:pPr algn="ctr">
              <a:lnSpc>
                <a:spcPct val="90000"/>
              </a:lnSpc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ET LES LOUANGES DES </a:t>
            </a: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CHÉRUBINS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7009892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20032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S’AJOUTENT </a:t>
            </a: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AUX MILLIERS </a:t>
            </a: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D’ANGES</a:t>
            </a:r>
          </a:p>
          <a:p>
            <a:pPr algn="ctr">
              <a:lnSpc>
                <a:spcPct val="90000"/>
              </a:lnSpc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QUI ENTOURENT TON </a:t>
            </a: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TRÔNE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3368852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20032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ET </a:t>
            </a: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CRIENT</a:t>
            </a:r>
            <a:endParaRPr lang="fr-FR" alt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  <a:p>
            <a:pPr algn="ctr">
              <a:lnSpc>
                <a:spcPct val="90000"/>
              </a:lnSpc>
              <a:defRPr/>
            </a:pP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SAINT</a:t>
            </a: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, SAINT, SAINT</a:t>
            </a:r>
          </a:p>
        </p:txBody>
      </p:sp>
    </p:spTree>
    <p:extLst>
      <p:ext uri="{BB962C8B-B14F-4D97-AF65-F5344CB8AC3E}">
        <p14:creationId xmlns:p14="http://schemas.microsoft.com/office/powerpoint/2010/main" val="7936354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ET DIGNE D’HONNEUR</a:t>
            </a:r>
          </a:p>
          <a:p>
            <a:pPr algn="ctr">
              <a:lnSpc>
                <a:spcPct val="90000"/>
              </a:lnSpc>
              <a:defRPr/>
            </a:pPr>
            <a:r>
              <a:rPr lang="fr-FR" alt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EST L’AGNEAU IMMOLÉ</a:t>
            </a:r>
            <a:endParaRPr lang="fr-FR" alt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1780299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646331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LE TEMPS DE LA RÉCOLTE VIENT</a:t>
            </a:r>
          </a:p>
        </p:txBody>
      </p:sp>
    </p:spTree>
    <p:extLst>
      <p:ext uri="{BB962C8B-B14F-4D97-AF65-F5344CB8AC3E}">
        <p14:creationId xmlns:p14="http://schemas.microsoft.com/office/powerpoint/2010/main" val="29488485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20032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OÙ CHAQUE NATION </a:t>
            </a:r>
            <a:endParaRPr lang="fr-FR" alt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  <a:p>
            <a:pPr algn="ctr">
              <a:lnSpc>
                <a:spcPct val="90000"/>
              </a:lnSpc>
              <a:defRPr/>
            </a:pP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CONFESSERA TON </a:t>
            </a: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NOM</a:t>
            </a:r>
          </a:p>
        </p:txBody>
      </p:sp>
    </p:spTree>
    <p:extLst>
      <p:ext uri="{BB962C8B-B14F-4D97-AF65-F5344CB8AC3E}">
        <p14:creationId xmlns:p14="http://schemas.microsoft.com/office/powerpoint/2010/main" val="41579761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646331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LES ABATTUS TROUVERONT LE REPOS</a:t>
            </a:r>
          </a:p>
        </p:txBody>
      </p:sp>
    </p:spTree>
    <p:extLst>
      <p:ext uri="{BB962C8B-B14F-4D97-AF65-F5344CB8AC3E}">
        <p14:creationId xmlns:p14="http://schemas.microsoft.com/office/powerpoint/2010/main" val="14997995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20032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J’ENTENDS LA PLUIE </a:t>
            </a:r>
          </a:p>
          <a:p>
            <a:pPr algn="ctr">
              <a:lnSpc>
                <a:spcPct val="90000"/>
              </a:lnSpc>
              <a:defRPr/>
            </a:pP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DE L’ARRIÈRE-SAISON</a:t>
            </a:r>
          </a:p>
        </p:txBody>
      </p:sp>
    </p:spTree>
    <p:extLst>
      <p:ext uri="{BB962C8B-B14F-4D97-AF65-F5344CB8AC3E}">
        <p14:creationId xmlns:p14="http://schemas.microsoft.com/office/powerpoint/2010/main" val="37069390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1803</TotalTime>
  <Words>1353</Words>
  <Application>Microsoft Office PowerPoint</Application>
  <PresentationFormat>Affichage à l'écran (4:3)</PresentationFormat>
  <Paragraphs>745</Paragraphs>
  <Slides>11</Slides>
  <Notes>11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11</vt:i4>
      </vt:variant>
    </vt:vector>
  </HeadingPairs>
  <TitlesOfParts>
    <vt:vector size="14" baseType="lpstr">
      <vt:lpstr>Calibri</vt:lpstr>
      <vt:lpstr>Franklin Gothic Medium</vt:lpstr>
      <vt:lpstr>Default Design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bbx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INCRUSTATIONS</cp:lastModifiedBy>
  <cp:revision>170</cp:revision>
  <dcterms:created xsi:type="dcterms:W3CDTF">2002-08-17T10:50:50Z</dcterms:created>
  <dcterms:modified xsi:type="dcterms:W3CDTF">2018-06-23T23:11:33Z</dcterms:modified>
</cp:coreProperties>
</file>