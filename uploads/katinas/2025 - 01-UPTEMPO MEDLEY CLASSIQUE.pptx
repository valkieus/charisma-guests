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5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95" r:id="rId18"/>
    <p:sldId id="275" r:id="rId19"/>
    <p:sldId id="276" r:id="rId20"/>
    <p:sldId id="277" r:id="rId21"/>
    <p:sldId id="296" r:id="rId22"/>
    <p:sldId id="278" r:id="rId23"/>
    <p:sldId id="279" r:id="rId24"/>
    <p:sldId id="280" r:id="rId25"/>
    <p:sldId id="281" r:id="rId26"/>
    <p:sldId id="282" r:id="rId27"/>
    <p:sldId id="297" r:id="rId28"/>
    <p:sldId id="298" r:id="rId29"/>
    <p:sldId id="283" r:id="rId30"/>
    <p:sldId id="299" r:id="rId31"/>
    <p:sldId id="284" r:id="rId32"/>
    <p:sldId id="300" r:id="rId33"/>
    <p:sldId id="285" r:id="rId34"/>
    <p:sldId id="286" r:id="rId35"/>
    <p:sldId id="287" r:id="rId36"/>
    <p:sldId id="288" r:id="rId37"/>
    <p:sldId id="289" r:id="rId38"/>
    <p:sldId id="301" r:id="rId39"/>
    <p:sldId id="290" r:id="rId40"/>
    <p:sldId id="291" r:id="rId41"/>
    <p:sldId id="292" r:id="rId42"/>
    <p:sldId id="293" r:id="rId43"/>
    <p:sldId id="294" r:id="rId4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643" autoAdjust="0"/>
    <p:restoredTop sz="47398" autoAdjust="0"/>
  </p:normalViewPr>
  <p:slideViewPr>
    <p:cSldViewPr>
      <p:cViewPr varScale="1">
        <p:scale>
          <a:sx n="48" d="100"/>
          <a:sy n="48" d="100"/>
        </p:scale>
        <p:origin x="492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44F3788D-452C-40A0-81E7-399DA342C293}" type="datetimeFigureOut">
              <a:rPr lang="fr-FR"/>
              <a:pPr>
                <a:defRPr/>
              </a:pPr>
              <a:t>23/03/2025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FCEE1332-E515-426F-80E1-80FD162FFEC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dirty="0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 dirty="0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 dirty="0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 dirty="0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4229553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15399167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3157866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22262404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26349704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37777877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26103275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38010902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22041249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35201503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38019468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11377770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18845221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8369440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7062498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912018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21946640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17725866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22875898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3138106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12708647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14542364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27215639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14890018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39112028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9984537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20048854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42907569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10835528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62692609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190839736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40413463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33492111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6203594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416480891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374329214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85973383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19028074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dirty="0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 dirty="0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 dirty="0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 dirty="0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386902580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185854196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158630652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249339764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THE SUN COMES UP [Le soleil brille] 
2-  IT'S A NEW DAY DAWNING [C’est une nouvelle journée] 
3-  IT'S TIME TO SING YOUR SONG AGAIN [L’heure est venue de Te chanter] 
4-  WHATEVER MAY PASS [Qu’importe les luttes] 
5-  AND WHATEVER LIES BEFORE ME [Qui arriveront devant moi] 
6-  LET ME BE SINGING [La nuit venue] 
7-  WHEN THE EVENING COMES [Je chanterai pour Toi] 
8-  BLESS THE LORD OH MY SOUL [Bénis le Tout-Puissant] 
9-  OH MY SOUL [Oh mon âme] 
10-  WORSHIP HIS HOLY NAME [Et adore Son Saint Nom] 
11-  SING LIKE NEVER BEFORE [Chante comme jamais avant] 
12-  OH MY SOUL [Oh mon âme] 
13-  I'LL WORSHIP YOUR HOLY NAME [J’adorerai Ton Saint Nom] </a:t>
            </a:r>
          </a:p>
          <a:p>
            <a:pPr>
              <a:defRPr/>
            </a:pPr>
            <a:r>
              <a:rPr lang="fr-FR"/>
              <a:t>
14-  OVER THE MOUNTAINS AND THE SEA [Sur les montagnes et sur les mers] 
15-  YOUR RIVER RUNS WITH LOVE FOR ME [Coule Ton fleuve d’amour pour moi] 
16-  AND I WILL OPEN UP MY HEART  [J’ouvrirai mon cœur] 
17-  AND LET THE HEALER SET ME FREE [pour laisser le guérisseur me libérer] 
18-  I'M HAPPY TO BE IN THE TRUTH [Quelle joie de vivre la vérité] 
19-  AND I WILL DAILY LIFT MY HANDS [Chaque jour, je lèverai les mains] 
20-  FOR I WILL ALWAYS SING  [Je chanterai] 
21-  OF WHEN YOUR LOVE CAME DOWN [qu’un jour Ton amour est venu] 
22-  I COULD SING OF YOUR LOVE FOREVER [Je chanterai Ton amour à jamais] x4
23-  OH, I FEEL LIKE DANCING [J’ai envie de danser] 
24-  IT'S FOOLISHNESS I KNOW [C’est si fou, je le sais] 
25-  BUT WHEN THE WORLD HAS SEEN THE LIGHT [Quand ils verront Ta lumière] 
26-  THEY WILL DANCE WITH JOY  [Ils danseront de joie] 
27-  LIKE WE'RE DANCING NOW [Comme Toi et moi] ----Couper??
28-  I COULD SING OF YOUR LOVE FOREVER [Je chanterai Ton amour à jamais] </a:t>
            </a:r>
          </a:p>
          <a:p>
            <a:pPr>
              <a:defRPr/>
            </a:pPr>
            <a:r>
              <a:rPr lang="fr-FR"/>
              <a:t>
29-  OH, I'M RUNNING TO YOUR ARMS [Oh, je cours jusqu’à Tes bras] 
30-  I'M RUNNING TO YOUR ARMS [ je cours jusqu’à Tes bras] 
31-  THE RICHES OF YOUR LOVE  [Les richesses de Ton amour] 
32-  WILL ALWAYS BE ENOUGH [seront toujours assez] 
33-  NOTHING COMPARES TO YOUR EMBRACE [Rien n’est comparable à Tes bras] 
34-  LIGHT OF THE WORLD FOREVER REIGN [Lumière du monde qui règne à jamais] </a:t>
            </a:r>
          </a:p>
          <a:p>
            <a:pPr>
              <a:defRPr/>
            </a:pPr>
            <a:r>
              <a:rPr lang="fr-FR"/>
              <a:t>
35-  OUR GOD, YOU REIGN FOREVER [Notre Dieu, Tu règnes à jamais] 
36-  OUR HOPE, OUR STRONG DELIVERER [Notre Espoir et grand Libérateur] 
37-  YOU ARE THE EVERLASTING GOD [Tu es le Dieu d’éternité] 
38-  THE EVERLASTING GOD [Le Dieu d’éternité] 
39-  YOU DO NOT FAINT YOU WON'T GROW WEARY [Tu n’échoues ni Jamais ne faiblis] 
40-  YOU'RE THE DEFENDER OF THE WEAK [Tu défends ceux qui en ont besoin] 
41-  YOU COMFORT THOSE IN NEED [Et consoles leur chagrin] 
42-  YOU LIFT US UP ON THE WINGS LIKE EAGLES [Tu nous élèves comme l’aigle Sur Tes ailes] ---
43-  HALLELUJAH, EVERLASTING GOD [Alléluia, Dieu d’éternité] 
</a:t>
            </a:r>
          </a:p>
        </p:txBody>
      </p:sp>
    </p:spTree>
    <p:extLst>
      <p:ext uri="{BB962C8B-B14F-4D97-AF65-F5344CB8AC3E}">
        <p14:creationId xmlns:p14="http://schemas.microsoft.com/office/powerpoint/2010/main" val="3261866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1A9E07-2C3F-4B5C-9797-D716FF940E7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31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C84E8D-F4BD-40C7-BD3B-E48B13115C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12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6C8222-253B-47B7-8E08-1B702005A8C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313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EE137B-5001-4A99-89B4-C65538301D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602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D933B9-58D4-4DA8-AF1B-F126506F5EF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98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EE73B9-393F-4264-9D44-AFC2C4BE603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127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7D0926-EBA5-4376-A6C4-CAEC83312F6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139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B51574-9C12-47E3-B746-B2ADA2D9C0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02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685CB8-8926-46CB-A875-366C1D7FBC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85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6EAC86-1969-4BDB-8DA6-85EE5EDD7C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504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645AF8-B4E8-4E36-9BBF-0E4F7EED320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45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F6C9FEC3-8A03-4EEE-8C4C-027D40843B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672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THE SUN COMES UP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[Le soleil brille]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IT'S A NEW DAY DAWNING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[C’est une nouvelle journée]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IT'S TIME TO SING YOUR SONG AGAIN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[L’heure est venue de Te chanter]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WHATEVER MAY PASS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[Qu’importe les luttes]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AND WHATEVER LIES BEFORE ME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[Qui arriveront devant moi]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LET ME BE SINGING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[La nuit venue]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WHEN THE EVENING COMES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[Je chanterai pour Toi]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BLESS THE LORD OH MY SOUL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[Bénis le Tout-Puissant]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OH MY SOUL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[Oh mon âme]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WORSHIP HIS HOLY NAME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[Et adore Son Saint Nom]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SING LIKE NEVER BEFORE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[Chante comme jamais avant]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OH MY SOUL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[Oh mon âme]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I'LL WORSHIP YOUR HOLY NAME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[J’adorerai Ton Saint Nom]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OVER THE MOUNTAINS AND THE SEA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[Sur les montagnes et sur les mers]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YOUR RIVER RUNS WITH LOVE FOR ME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[Coule Ton fleuve d’amour pour moi]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AND I WILL OPEN UP MY HEART 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[J’ouvrirai mon cœur]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AND LET THE HEALER SET ME FREE</a:t>
            </a:r>
          </a:p>
          <a:p>
            <a:pPr algn="ctr">
              <a:lnSpc>
                <a:spcPct val="90000"/>
              </a:lnSpc>
            </a:pPr>
            <a:r>
              <a:rPr lang="fr-FR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[Pour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laisser le guérisseur me libérer]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966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I'M HAPPY TO BE IN THE TRUTH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[Quelle joie de vivre la vérité]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AND I WILL DAILY LIFT MY HANDS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[Chaque jour, je lèverai les mains]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FOR I WILL ALWAYS SING </a:t>
            </a:r>
          </a:p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[Je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chanterai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OF WHEN YOUR LOVE CAME DOWN</a:t>
            </a:r>
          </a:p>
          <a:p>
            <a:pPr algn="ctr">
              <a:lnSpc>
                <a:spcPct val="90000"/>
              </a:lnSpc>
            </a:pP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[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Q</a:t>
            </a:r>
            <a:r>
              <a:rPr lang="en-US" sz="30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u’un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jour Ton amour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est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venu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0253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I COULD SING OF YOUR LOVE FOREVER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[Je chanterai Ton amour à jamais]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OH, I FEEL LIKE DANCING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[J’ai envie de danser]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IT'S FOOLISHNESS I KNOW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[C’est si fou, je le sais]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BUT WHEN THE WORLD HAS SEEN THE LIGHT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[Quand ils verront Ta lumière]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THEY WILL DANCE WITH JOY </a:t>
            </a:r>
          </a:p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[Ils danseront de joie]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LIKE WE'RE DANCING NOW</a:t>
            </a:r>
          </a:p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[Comme Toi et moi]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9506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I COULD SING OF YOUR LOVE FOREVER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[Je chanterai Ton amour à jamais]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172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OH, I'M RUNNING TO YOUR ARMS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[Oh, je cours jusqu’à Tes bras]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I'M RUNNING TO YOUR ARMS</a:t>
            </a:r>
          </a:p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Je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cours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jusqu’à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Tes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bras]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4129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THE RICHES OF YOUR LOVE </a:t>
            </a:r>
          </a:p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[Les richesses de Ton amour]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WILL ALWAYS BE ENOUGH</a:t>
            </a:r>
          </a:p>
          <a:p>
            <a:pPr algn="ctr">
              <a:lnSpc>
                <a:spcPct val="90000"/>
              </a:lnSpc>
            </a:pPr>
            <a:r>
              <a:rPr lang="fr-FR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[Seront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toujours assez]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1466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NOTHING COMPARES TO YOUR EMBRACE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[Rien n’est comparable à Tes bras]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LIGHT OF THE WORLD FOREVER REIGN</a:t>
            </a:r>
          </a:p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[Lumière du monde qui règne à jamais]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OUR GOD, YOU REIGN FOREVER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[Notre Dieu, Tu règnes à jamais]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OUR HOPE, OUR STRONG DELIVERER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[Notre Espoir et grand Libérateur]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YOU ARE THE EVERLASTING GOD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[Tu es le Dieu d’éternité]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THE EVERLASTING GOD</a:t>
            </a:r>
          </a:p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[Le Dieu d’éternité]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13979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8956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28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YOU DO NOT FAINT YOU WON'T GROW WEARY</a:t>
            </a:r>
          </a:p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[Tu n’échoues ni </a:t>
            </a:r>
            <a:r>
              <a:rPr lang="fr-FR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jamais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ne faiblis]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YOU'RE THE DEFENDER OF THE WEAK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[Tu défends ceux qui en ont besoin]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YOU COMFORT THOSE IN NEED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[Et consoles leur chagrin]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YOU LIFT US UP ON THE WINGS LIKE EAGLES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[Tu nous élèves comme l’aigle Sur Tes ailes]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HALLELUJAH, EVERLASTING GOD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[Alléluia, Dieu d’éternité]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1379</TotalTime>
  <Words>1390</Words>
  <Application>Microsoft Office PowerPoint</Application>
  <PresentationFormat>Affichage à l'écran (4:3)</PresentationFormat>
  <Paragraphs>430</Paragraphs>
  <Slides>43</Slides>
  <Notes>43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43</vt:i4>
      </vt:variant>
    </vt:vector>
  </HeadingPairs>
  <TitlesOfParts>
    <vt:vector size="48" baseType="lpstr">
      <vt:lpstr>ＭＳ Ｐゴシック</vt:lpstr>
      <vt:lpstr>Calibri</vt:lpstr>
      <vt:lpstr>Franklin Gothic Medium</vt:lpstr>
      <vt:lpstr>Metropolis Semi Bold</vt:lpstr>
      <vt:lpstr>1_Default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104</cp:revision>
  <dcterms:created xsi:type="dcterms:W3CDTF">2011-01-30T10:04:33Z</dcterms:created>
  <dcterms:modified xsi:type="dcterms:W3CDTF">2025-03-23T10:07:21Z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979fc8-5559-4f19-93ee-e28ca03d7638_Enabled">
    <vt:lpwstr>true</vt:lpwstr>
  </property>
  <property fmtid="{D5CDD505-2E9C-101B-9397-08002B2CF9AE}" pid="3" name="MSIP_Label_d0979fc8-5559-4f19-93ee-e28ca03d7638_SetDate">
    <vt:lpwstr>2025-03-22T21:57:02Z</vt:lpwstr>
  </property>
  <property fmtid="{D5CDD505-2E9C-101B-9397-08002B2CF9AE}" pid="4" name="MSIP_Label_d0979fc8-5559-4f19-93ee-e28ca03d7638_Method">
    <vt:lpwstr>Privileged</vt:lpwstr>
  </property>
  <property fmtid="{D5CDD505-2E9C-101B-9397-08002B2CF9AE}" pid="5" name="MSIP_Label_d0979fc8-5559-4f19-93ee-e28ca03d7638_Name">
    <vt:lpwstr>General Business Information (G)</vt:lpwstr>
  </property>
  <property fmtid="{D5CDD505-2E9C-101B-9397-08002B2CF9AE}" pid="6" name="MSIP_Label_d0979fc8-5559-4f19-93ee-e28ca03d7638_SiteId">
    <vt:lpwstr>906aefe9-76a7-4f65-b82d-5ec20775d5aa</vt:lpwstr>
  </property>
  <property fmtid="{D5CDD505-2E9C-101B-9397-08002B2CF9AE}" pid="7" name="MSIP_Label_d0979fc8-5559-4f19-93ee-e28ca03d7638_ActionId">
    <vt:lpwstr>819ab7b6-8427-4442-aa7e-4cc7e725010a</vt:lpwstr>
  </property>
  <property fmtid="{D5CDD505-2E9C-101B-9397-08002B2CF9AE}" pid="8" name="MSIP_Label_d0979fc8-5559-4f19-93ee-e28ca03d7638_ContentBits">
    <vt:lpwstr>0</vt:lpwstr>
  </property>
  <property fmtid="{D5CDD505-2E9C-101B-9397-08002B2CF9AE}" pid="9" name="MSIP_Label_d0979fc8-5559-4f19-93ee-e28ca03d7638_Tag">
    <vt:lpwstr>10, 0, 1, 1</vt:lpwstr>
  </property>
</Properties>
</file>