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39" r:id="rId9"/>
    <p:sldId id="313" r:id="rId10"/>
    <p:sldId id="314" r:id="rId11"/>
    <p:sldId id="315" r:id="rId12"/>
    <p:sldId id="316" r:id="rId13"/>
    <p:sldId id="340" r:id="rId14"/>
    <p:sldId id="341" r:id="rId15"/>
    <p:sldId id="342" r:id="rId16"/>
    <p:sldId id="343" r:id="rId17"/>
    <p:sldId id="333" r:id="rId18"/>
    <p:sldId id="334" r:id="rId19"/>
    <p:sldId id="335" r:id="rId20"/>
    <p:sldId id="320" r:id="rId21"/>
    <p:sldId id="321" r:id="rId22"/>
    <p:sldId id="322" r:id="rId23"/>
    <p:sldId id="344" r:id="rId24"/>
    <p:sldId id="345" r:id="rId25"/>
    <p:sldId id="346" r:id="rId26"/>
    <p:sldId id="347" r:id="rId27"/>
    <p:sldId id="336" r:id="rId28"/>
    <p:sldId id="337" r:id="rId29"/>
    <p:sldId id="338" r:id="rId30"/>
    <p:sldId id="326" r:id="rId31"/>
    <p:sldId id="327" r:id="rId32"/>
    <p:sldId id="328" r:id="rId33"/>
    <p:sldId id="348" r:id="rId3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14425" autoAdjust="0"/>
    <p:restoredTop sz="55882" autoAdjust="0"/>
  </p:normalViewPr>
  <p:slideViewPr>
    <p:cSldViewPr>
      <p:cViewPr>
        <p:scale>
          <a:sx n="40" d="100"/>
          <a:sy n="40" d="100"/>
        </p:scale>
        <p:origin x="-318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562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855D34F-533A-48BF-A46E-425E5B2844F5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6073C67-7614-4EF8-8171-87674384D2E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LE SOLEIL BRILLE UN NOUVEAU J OUR EST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The </a:t>
            </a:r>
            <a:r>
              <a:rPr lang="fr-FR" dirty="0" err="1" smtClean="0"/>
              <a:t>sun</a:t>
            </a:r>
            <a:r>
              <a:rPr lang="fr-FR" dirty="0" smtClean="0"/>
              <a:t> </a:t>
            </a:r>
            <a:r>
              <a:rPr lang="fr-FR" dirty="0" err="1" smtClean="0"/>
              <a:t>comes</a:t>
            </a:r>
            <a:r>
              <a:rPr lang="fr-FR" dirty="0" smtClean="0"/>
              <a:t> up, </a:t>
            </a:r>
            <a:r>
              <a:rPr lang="fr-FR" dirty="0" err="1" smtClean="0"/>
              <a:t>it's</a:t>
            </a:r>
            <a:r>
              <a:rPr lang="fr-FR" dirty="0" smtClean="0"/>
              <a:t> a new </a:t>
            </a:r>
            <a:r>
              <a:rPr lang="fr-FR" dirty="0" err="1" smtClean="0"/>
              <a:t>day</a:t>
            </a:r>
            <a:r>
              <a:rPr lang="fr-FR" dirty="0" smtClean="0"/>
              <a:t> </a:t>
            </a:r>
            <a:r>
              <a:rPr lang="fr-FR" dirty="0" err="1" smtClean="0"/>
              <a:t>dawning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2-  ET JE VEUX TE CHANTER 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It's</a:t>
            </a:r>
            <a:r>
              <a:rPr lang="fr-FR" dirty="0" smtClean="0"/>
              <a:t> time to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song</a:t>
            </a:r>
            <a:r>
              <a:rPr lang="fr-FR" dirty="0" smtClean="0"/>
              <a:t> </a:t>
            </a:r>
            <a:r>
              <a:rPr lang="fr-FR" dirty="0" err="1" smtClean="0"/>
              <a:t>again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3-  QU’IMPORTE LES ÉPREUVES ET DÉFIS DEVANT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Whatever</a:t>
            </a:r>
            <a:r>
              <a:rPr lang="fr-FR" dirty="0" smtClean="0"/>
              <a:t> </a:t>
            </a:r>
            <a:r>
              <a:rPr lang="fr-FR" dirty="0" err="1" smtClean="0"/>
              <a:t>may</a:t>
            </a:r>
            <a:r>
              <a:rPr lang="fr-FR" dirty="0" smtClean="0"/>
              <a:t> </a:t>
            </a:r>
            <a:r>
              <a:rPr lang="fr-FR" dirty="0" err="1" smtClean="0"/>
              <a:t>pass</a:t>
            </a:r>
            <a:r>
              <a:rPr lang="fr-FR" dirty="0" smtClean="0"/>
              <a:t>, and </a:t>
            </a:r>
            <a:r>
              <a:rPr lang="fr-FR" dirty="0" err="1" smtClean="0"/>
              <a:t>whatever</a:t>
            </a:r>
            <a:r>
              <a:rPr lang="fr-FR" dirty="0" smtClean="0"/>
              <a:t> lies </a:t>
            </a:r>
            <a:r>
              <a:rPr lang="fr-FR" dirty="0" err="1" smtClean="0"/>
              <a:t>before</a:t>
            </a:r>
            <a:r>
              <a:rPr lang="fr-FR" dirty="0" smtClean="0"/>
              <a:t> me 
4-  QUAND VIENT LA NUIT JE TE LOUERAI PLUS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Let me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singing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the </a:t>
            </a:r>
            <a:r>
              <a:rPr lang="fr-FR" dirty="0" err="1" smtClean="0"/>
              <a:t>evening</a:t>
            </a:r>
            <a:r>
              <a:rPr lang="fr-FR" dirty="0" smtClean="0"/>
              <a:t> </a:t>
            </a:r>
            <a:r>
              <a:rPr lang="fr-FR" dirty="0" err="1" smtClean="0"/>
              <a:t>comes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Bless</a:t>
            </a:r>
            <a:r>
              <a:rPr lang="fr-FR" dirty="0" smtClean="0"/>
              <a:t> the Lord, O </a:t>
            </a:r>
            <a:r>
              <a:rPr lang="fr-FR" dirty="0" err="1" smtClean="0"/>
              <a:t>my</a:t>
            </a:r>
            <a:r>
              <a:rPr lang="fr-FR" dirty="0" smtClean="0"/>
              <a:t> soul O </a:t>
            </a:r>
            <a:r>
              <a:rPr lang="fr-FR" dirty="0" err="1" smtClean="0"/>
              <a:t>my</a:t>
            </a:r>
            <a:r>
              <a:rPr lang="fr-FR" dirty="0" smtClean="0"/>
              <a:t> soul 
	6-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Worship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holy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
	7-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before</a:t>
            </a:r>
            <a:r>
              <a:rPr lang="fr-FR" dirty="0" smtClean="0"/>
              <a:t> O </a:t>
            </a:r>
            <a:r>
              <a:rPr lang="fr-FR" dirty="0" err="1" smtClean="0"/>
              <a:t>my</a:t>
            </a:r>
            <a:r>
              <a:rPr lang="fr-FR" dirty="0" smtClean="0"/>
              <a:t> soul 
	8-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I'll</a:t>
            </a:r>
            <a:r>
              <a:rPr lang="fr-FR" dirty="0" smtClean="0"/>
              <a:t> </a:t>
            </a:r>
            <a:r>
              <a:rPr lang="fr-FR" dirty="0" err="1" smtClean="0"/>
              <a:t>worship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holy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
9-  RICHE EN AMOUR ET LENT À LA COLÈRE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rich</a:t>
            </a:r>
            <a:r>
              <a:rPr lang="fr-FR" dirty="0" smtClean="0"/>
              <a:t> in love, and </a:t>
            </a:r>
            <a:r>
              <a:rPr lang="fr-FR" dirty="0" err="1" smtClean="0"/>
              <a:t>You're</a:t>
            </a:r>
            <a:r>
              <a:rPr lang="fr-FR" dirty="0" smtClean="0"/>
              <a:t> slow to </a:t>
            </a:r>
            <a:r>
              <a:rPr lang="fr-FR" dirty="0" err="1" smtClean="0"/>
              <a:t>anger</a:t>
            </a:r>
            <a:r>
              <a:rPr lang="fr-FR" dirty="0" smtClean="0"/>
              <a:t> 
10-  TON NOM EST GRAND ET TON CŒUR EST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great</a:t>
            </a:r>
            <a:r>
              <a:rPr lang="fr-FR" dirty="0" smtClean="0"/>
              <a:t>, and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kind</a:t>
            </a: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 11-  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For all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goodness</a:t>
            </a:r>
            <a:r>
              <a:rPr lang="fr-FR" dirty="0" smtClean="0"/>
              <a:t> I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keep</a:t>
            </a:r>
            <a:r>
              <a:rPr lang="fr-FR" dirty="0" smtClean="0"/>
              <a:t> on </a:t>
            </a:r>
            <a:r>
              <a:rPr lang="fr-FR" dirty="0" err="1" smtClean="0"/>
              <a:t>singing</a:t>
            </a:r>
            <a:r>
              <a:rPr lang="fr-FR" dirty="0" smtClean="0"/>
              <a:t>
12-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Ten</a:t>
            </a:r>
            <a:r>
              <a:rPr lang="fr-FR" dirty="0" smtClean="0"/>
              <a:t> </a:t>
            </a:r>
            <a:r>
              <a:rPr lang="fr-FR" dirty="0" err="1" smtClean="0"/>
              <a:t>thousand</a:t>
            </a:r>
            <a:r>
              <a:rPr lang="fr-FR" dirty="0" smtClean="0"/>
              <a:t> </a:t>
            </a:r>
            <a:r>
              <a:rPr lang="fr-FR" dirty="0" err="1" smtClean="0"/>
              <a:t>reasons</a:t>
            </a:r>
            <a:r>
              <a:rPr lang="fr-FR" dirty="0" smtClean="0"/>
              <a:t> for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to </a:t>
            </a:r>
            <a:r>
              <a:rPr lang="fr-FR" dirty="0" err="1" smtClean="0"/>
              <a:t>find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
	13-  BÉNIS DIEU, Ô MON ÂME Ô MON ÂME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  </a:t>
            </a:r>
            <a:r>
              <a:rPr lang="fr-FR" dirty="0" err="1" smtClean="0"/>
              <a:t>Bless</a:t>
            </a:r>
            <a:r>
              <a:rPr lang="fr-FR" dirty="0" smtClean="0"/>
              <a:t> the Lord, O </a:t>
            </a:r>
            <a:r>
              <a:rPr lang="fr-FR" dirty="0" err="1" smtClean="0"/>
              <a:t>my</a:t>
            </a:r>
            <a:r>
              <a:rPr lang="fr-FR" dirty="0" smtClean="0"/>
              <a:t> soul O </a:t>
            </a:r>
            <a:r>
              <a:rPr lang="fr-FR" dirty="0" err="1" smtClean="0"/>
              <a:t>my</a:t>
            </a:r>
            <a:r>
              <a:rPr lang="fr-FR" dirty="0" smtClean="0"/>
              <a:t> soul
	14-  ADORE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  </a:t>
            </a:r>
            <a:r>
              <a:rPr lang="fr-FR" dirty="0" err="1" smtClean="0"/>
              <a:t>Worship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holy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
	15-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 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before</a:t>
            </a:r>
            <a:r>
              <a:rPr lang="fr-FR" dirty="0" smtClean="0"/>
              <a:t> O </a:t>
            </a:r>
            <a:r>
              <a:rPr lang="fr-FR" dirty="0" err="1" smtClean="0"/>
              <a:t>my</a:t>
            </a:r>
            <a:r>
              <a:rPr lang="fr-FR" dirty="0" smtClean="0"/>
              <a:t> soul 
	16-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  </a:t>
            </a:r>
            <a:r>
              <a:rPr lang="fr-FR" dirty="0" err="1" smtClean="0"/>
              <a:t>I'll</a:t>
            </a:r>
            <a:r>
              <a:rPr lang="fr-FR" dirty="0" smtClean="0"/>
              <a:t> </a:t>
            </a:r>
            <a:r>
              <a:rPr lang="fr-FR" dirty="0" err="1" smtClean="0"/>
              <a:t>worship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holy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
17-  BÉNIS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Bless</a:t>
            </a:r>
            <a:r>
              <a:rPr lang="fr-FR" dirty="0" smtClean="0"/>
              <a:t> the Lord  
18-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Ten</a:t>
            </a:r>
            <a:r>
              <a:rPr lang="fr-FR" dirty="0" smtClean="0"/>
              <a:t> </a:t>
            </a:r>
            <a:r>
              <a:rPr lang="fr-FR" dirty="0" err="1" smtClean="0"/>
              <a:t>thousand</a:t>
            </a:r>
            <a:r>
              <a:rPr lang="fr-FR" dirty="0" smtClean="0"/>
              <a:t> </a:t>
            </a:r>
            <a:r>
              <a:rPr lang="fr-FR" dirty="0" err="1" smtClean="0"/>
              <a:t>reasons</a:t>
            </a:r>
            <a:r>
              <a:rPr lang="fr-FR" dirty="0" smtClean="0"/>
              <a:t> for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to </a:t>
            </a:r>
            <a:r>
              <a:rPr lang="fr-FR" dirty="0" err="1" smtClean="0"/>
              <a:t>find</a:t>
            </a:r>
            <a:r>
              <a:rPr lang="fr-FR" dirty="0" smtClean="0"/>
              <a:t>  
19-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Bless</a:t>
            </a:r>
            <a:r>
              <a:rPr lang="fr-FR" dirty="0" smtClean="0"/>
              <a:t> the Lord </a:t>
            </a:r>
            <a:r>
              <a:rPr lang="fr-FR" dirty="0" err="1" smtClean="0"/>
              <a:t>Ten</a:t>
            </a:r>
            <a:r>
              <a:rPr lang="fr-FR" dirty="0" smtClean="0"/>
              <a:t> </a:t>
            </a:r>
            <a:r>
              <a:rPr lang="fr-FR" dirty="0" err="1" smtClean="0"/>
              <a:t>thousand</a:t>
            </a:r>
            <a:r>
              <a:rPr lang="fr-FR" dirty="0" smtClean="0"/>
              <a:t> </a:t>
            </a:r>
            <a:r>
              <a:rPr lang="fr-FR" dirty="0" err="1" smtClean="0"/>
              <a:t>years</a:t>
            </a:r>
            <a:r>
              <a:rPr lang="fr-FR" dirty="0" smtClean="0"/>
              <a:t> and </a:t>
            </a:r>
            <a:r>
              <a:rPr lang="fr-FR" dirty="0" err="1" smtClean="0"/>
              <a:t>then</a:t>
            </a:r>
            <a:r>
              <a:rPr lang="fr-FR" dirty="0" smtClean="0"/>
              <a:t> </a:t>
            </a:r>
            <a:r>
              <a:rPr lang="fr-FR" dirty="0" err="1" smtClean="0"/>
              <a:t>forevermore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ET EN CE JOUR OÙ  MA FORCE S’ÉTEINDRA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And on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day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strength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failing</a:t>
            </a:r>
            <a:r>
              <a:rPr lang="fr-FR" dirty="0" smtClean="0"/>
              <a:t> 
21-  QUAND SERA VENU LE MOMENT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The end </a:t>
            </a:r>
            <a:r>
              <a:rPr lang="fr-FR" dirty="0" err="1" smtClean="0"/>
              <a:t>draws</a:t>
            </a:r>
            <a:r>
              <a:rPr lang="fr-FR" dirty="0" smtClean="0"/>
              <a:t> </a:t>
            </a:r>
            <a:r>
              <a:rPr lang="fr-FR" dirty="0" err="1" smtClean="0"/>
              <a:t>near</a:t>
            </a:r>
            <a:r>
              <a:rPr lang="fr-FR" dirty="0" smtClean="0"/>
              <a:t> and </a:t>
            </a:r>
            <a:r>
              <a:rPr lang="fr-FR" dirty="0" err="1" smtClean="0"/>
              <a:t>my</a:t>
            </a:r>
            <a:r>
              <a:rPr lang="fr-FR" dirty="0" smtClean="0"/>
              <a:t> time has come
22-  TES LOUANGES SANS FIN JE CHANTERAI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Still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soul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unendingTen</a:t>
            </a:r>
            <a:r>
              <a:rPr lang="fr-FR" dirty="0" smtClean="0"/>
              <a:t> </a:t>
            </a:r>
            <a:r>
              <a:rPr lang="fr-FR" dirty="0" err="1" smtClean="0"/>
              <a:t>thousand</a:t>
            </a:r>
            <a:r>
              <a:rPr lang="fr-FR" dirty="0" smtClean="0"/>
              <a:t> </a:t>
            </a:r>
            <a:r>
              <a:rPr lang="fr-FR" dirty="0" err="1" smtClean="0"/>
              <a:t>years</a:t>
            </a:r>
            <a:r>
              <a:rPr lang="fr-FR" dirty="0" smtClean="0"/>
              <a:t> and </a:t>
            </a:r>
            <a:r>
              <a:rPr lang="fr-FR" dirty="0" err="1" smtClean="0"/>
              <a:t>then</a:t>
            </a:r>
            <a:r>
              <a:rPr lang="fr-FR" dirty="0" smtClean="0"/>
              <a:t> </a:t>
            </a:r>
            <a:r>
              <a:rPr lang="fr-FR" dirty="0" err="1" smtClean="0"/>
              <a:t>forevermore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23-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  </a:t>
            </a:r>
            <a:r>
              <a:rPr lang="fr-FR" dirty="0" err="1" smtClean="0"/>
              <a:t>Bless</a:t>
            </a:r>
            <a:r>
              <a:rPr lang="fr-FR" dirty="0" smtClean="0"/>
              <a:t> the Lord, O </a:t>
            </a:r>
            <a:r>
              <a:rPr lang="fr-FR" dirty="0" err="1" smtClean="0"/>
              <a:t>my</a:t>
            </a:r>
            <a:r>
              <a:rPr lang="fr-FR" dirty="0" smtClean="0"/>
              <a:t> soul O </a:t>
            </a:r>
            <a:r>
              <a:rPr lang="fr-FR" dirty="0" err="1" smtClean="0"/>
              <a:t>my</a:t>
            </a:r>
            <a:r>
              <a:rPr lang="fr-FR" dirty="0" smtClean="0"/>
              <a:t> soul 
	24-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  </a:t>
            </a:r>
            <a:r>
              <a:rPr lang="fr-FR" dirty="0" err="1" smtClean="0"/>
              <a:t>Worship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holy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
	25-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 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before</a:t>
            </a:r>
            <a:r>
              <a:rPr lang="fr-FR" dirty="0" smtClean="0"/>
              <a:t> O </a:t>
            </a:r>
            <a:r>
              <a:rPr lang="fr-FR" dirty="0" err="1" smtClean="0"/>
              <a:t>my</a:t>
            </a:r>
            <a:r>
              <a:rPr lang="fr-FR" dirty="0" smtClean="0"/>
              <a:t> soul
	26-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  </a:t>
            </a:r>
            <a:r>
              <a:rPr lang="fr-FR" dirty="0" err="1" smtClean="0"/>
              <a:t>I'll</a:t>
            </a:r>
            <a:r>
              <a:rPr lang="fr-FR" dirty="0" smtClean="0"/>
              <a:t> </a:t>
            </a:r>
            <a:r>
              <a:rPr lang="fr-FR" dirty="0" err="1" smtClean="0"/>
              <a:t>worship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holy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
27-  BÉNIS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Bless</a:t>
            </a:r>
            <a:r>
              <a:rPr lang="fr-FR" dirty="0" smtClean="0"/>
              <a:t> the Lord  
28-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Ten</a:t>
            </a:r>
            <a:r>
              <a:rPr lang="fr-FR" dirty="0" smtClean="0"/>
              <a:t> </a:t>
            </a:r>
            <a:r>
              <a:rPr lang="fr-FR" dirty="0" err="1" smtClean="0"/>
              <a:t>thousand</a:t>
            </a:r>
            <a:r>
              <a:rPr lang="fr-FR" dirty="0" smtClean="0"/>
              <a:t> </a:t>
            </a:r>
            <a:r>
              <a:rPr lang="fr-FR" dirty="0" err="1" smtClean="0"/>
              <a:t>reasons</a:t>
            </a:r>
            <a:r>
              <a:rPr lang="fr-FR" dirty="0" smtClean="0"/>
              <a:t> for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to </a:t>
            </a:r>
            <a:r>
              <a:rPr lang="fr-FR" dirty="0" err="1" smtClean="0"/>
              <a:t>find</a:t>
            </a:r>
            <a:r>
              <a:rPr lang="fr-FR" dirty="0" smtClean="0"/>
              <a:t>  
29-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Bless</a:t>
            </a:r>
            <a:r>
              <a:rPr lang="fr-FR" dirty="0" smtClean="0"/>
              <a:t> the Lord </a:t>
            </a:r>
            <a:r>
              <a:rPr lang="fr-FR" dirty="0" err="1" smtClean="0"/>
              <a:t>Ten</a:t>
            </a:r>
            <a:r>
              <a:rPr lang="fr-FR" dirty="0" smtClean="0"/>
              <a:t> </a:t>
            </a:r>
            <a:r>
              <a:rPr lang="fr-FR" dirty="0" err="1" smtClean="0"/>
              <a:t>thousand</a:t>
            </a:r>
            <a:r>
              <a:rPr lang="fr-FR" dirty="0" smtClean="0"/>
              <a:t> </a:t>
            </a:r>
            <a:r>
              <a:rPr lang="fr-FR" dirty="0" err="1" smtClean="0"/>
              <a:t>years</a:t>
            </a:r>
            <a:r>
              <a:rPr lang="fr-FR" dirty="0" smtClean="0"/>
              <a:t> and </a:t>
            </a:r>
            <a:r>
              <a:rPr lang="fr-FR" dirty="0" err="1" smtClean="0"/>
              <a:t>then</a:t>
            </a:r>
            <a:r>
              <a:rPr lang="fr-FR" dirty="0" smtClean="0"/>
              <a:t> </a:t>
            </a:r>
            <a:r>
              <a:rPr lang="fr-FR" dirty="0" err="1" smtClean="0"/>
              <a:t>forevermore</a:t>
            </a:r>
            <a:r>
              <a:rPr lang="fr-FR" dirty="0" smtClean="0"/>
              <a:t>	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JÉSUS, J’ADORERAI TON SAINT NOM SEIGNEUR, J’ADORERAI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I'll</a:t>
            </a:r>
            <a:r>
              <a:rPr lang="fr-FR" dirty="0" smtClean="0"/>
              <a:t> </a:t>
            </a:r>
            <a:r>
              <a:rPr lang="fr-FR" dirty="0" err="1" smtClean="0"/>
              <a:t>worship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holy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smtClean="0"/>
              <a:t> Lord, </a:t>
            </a:r>
            <a:r>
              <a:rPr lang="fr-FR" dirty="0" err="1" smtClean="0"/>
              <a:t>I'll</a:t>
            </a:r>
            <a:r>
              <a:rPr lang="fr-FR" dirty="0" smtClean="0"/>
              <a:t> </a:t>
            </a:r>
            <a:r>
              <a:rPr lang="fr-FR" dirty="0" err="1" smtClean="0"/>
              <a:t>worship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holy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
31-  BIEN HAUT LÈVE TA VOIX, Ô MON ÂME POUR ADORER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before</a:t>
            </a:r>
            <a:r>
              <a:rPr lang="fr-FR" dirty="0" smtClean="0"/>
              <a:t> O </a:t>
            </a:r>
            <a:r>
              <a:rPr lang="fr-FR" dirty="0" err="1" smtClean="0"/>
              <a:t>my</a:t>
            </a:r>
            <a:r>
              <a:rPr lang="fr-FR" dirty="0" smtClean="0"/>
              <a:t> soul </a:t>
            </a:r>
            <a:r>
              <a:rPr lang="fr-FR" dirty="0" err="1" smtClean="0"/>
              <a:t>I'll</a:t>
            </a:r>
            <a:r>
              <a:rPr lang="fr-FR" dirty="0" smtClean="0"/>
              <a:t> </a:t>
            </a:r>
            <a:r>
              <a:rPr lang="fr-FR" dirty="0" err="1" smtClean="0"/>
              <a:t>worship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holy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
32-  JÉSUS, J’ADORERAI TON SAINT NOM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I'll</a:t>
            </a:r>
            <a:r>
              <a:rPr lang="fr-FR" dirty="0" smtClean="0"/>
              <a:t> </a:t>
            </a:r>
            <a:r>
              <a:rPr lang="fr-FR" dirty="0" err="1" smtClean="0"/>
              <a:t>worship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holy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 </a:t>
            </a:r>
            <a:r>
              <a:rPr lang="fr-FR" dirty="0" err="1" smtClean="0"/>
              <a:t>I'll</a:t>
            </a:r>
            <a:r>
              <a:rPr lang="fr-FR" dirty="0" smtClean="0"/>
              <a:t> </a:t>
            </a:r>
            <a:r>
              <a:rPr lang="fr-FR" dirty="0" err="1" smtClean="0"/>
              <a:t>worship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holy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
33-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I'll</a:t>
            </a:r>
            <a:r>
              <a:rPr lang="fr-FR" dirty="0" smtClean="0"/>
              <a:t> </a:t>
            </a:r>
            <a:r>
              <a:rPr lang="fr-FR" dirty="0" err="1" smtClean="0"/>
              <a:t>worship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holy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SOLEIL BRILLE UN NOUVEAU J OUR EST LÀ</a:t>
            </a:r>
          </a:p>
          <a:p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r>
              <a:rPr lang="fr-FR" smtClean="0"/>
              <a:t>      Whatever may pass, and whatever lies before me 
4-  QUAND VIENT LA NUIT JE TE LOUERAI PLUS FORT</a:t>
            </a:r>
          </a:p>
          <a:p>
            <a:r>
              <a:rPr lang="fr-FR" smtClean="0"/>
              <a:t>     Let me be singing when the evening comes </a:t>
            </a:r>
          </a:p>
          <a:p>
            <a:endParaRPr lang="fr-FR" smtClean="0"/>
          </a:p>
          <a:p>
            <a:r>
              <a:rPr lang="fr-FR" smtClean="0"/>
              <a:t>	5-  BÉNIS DIEU, Ô MON ÂME Ô MON ÂME</a:t>
            </a:r>
          </a:p>
          <a:p>
            <a:r>
              <a:rPr lang="fr-FR" smtClean="0"/>
              <a:t>	     Bless the Lord, O my soul O my soul 
	6-  ADORE SON SAINT NOM </a:t>
            </a:r>
          </a:p>
          <a:p>
            <a:r>
              <a:rPr lang="fr-FR" smtClean="0"/>
              <a:t>	     Worship His holy name
	7-  BIEN HAUT LÈVE TA VOIX Ô MON ÂME</a:t>
            </a:r>
          </a:p>
          <a:p>
            <a:r>
              <a:rPr lang="fr-FR" smtClean="0"/>
              <a:t>	     Sing like never before O my soul 
	8-  POUR ADORER SON SAINT NOM</a:t>
            </a:r>
          </a:p>
          <a:p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r>
              <a:rPr lang="fr-FR" smtClean="0"/>
              <a:t>     You're rich in love, and You're slow to anger 
10-  TON NOM EST GRAND ET TON CŒUR EST DOUX</a:t>
            </a:r>
          </a:p>
          <a:p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r>
              <a:rPr lang="fr-FR" smtClean="0"/>
              <a:t>      For all Your goodness I will keep on singing
12-  J’AI BIEN 10 000 RAISONS POUR TE LOUER</a:t>
            </a:r>
          </a:p>
          <a:p>
            <a:r>
              <a:rPr lang="fr-FR" smtClean="0"/>
              <a:t>     Ten thousand reasons for my heart to find</a:t>
            </a:r>
          </a:p>
          <a:p>
            <a:r>
              <a:rPr lang="fr-FR" smtClean="0"/>
              <a:t>  
	13-  BÉNIS DIEU, Ô MON ÂME Ô MON ÂME </a:t>
            </a:r>
          </a:p>
          <a:p>
            <a:r>
              <a:rPr lang="fr-FR" smtClean="0"/>
              <a:t>	       Bless the Lord, O my soul O my soul
	14-  ADORE SON SAINT NOM</a:t>
            </a:r>
          </a:p>
          <a:p>
            <a:r>
              <a:rPr lang="fr-FR" smtClean="0"/>
              <a:t>	       Worship His holy name
	15-  BIEN HAUT LÈVE TA VOIX Ô MON ÂME</a:t>
            </a:r>
          </a:p>
          <a:p>
            <a:r>
              <a:rPr lang="fr-FR" smtClean="0"/>
              <a:t>	       Sing like never before O my soul 
	16-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r>
              <a:rPr lang="fr-FR" smtClean="0"/>
              <a:t>       Bless the Lord  
18-  J’AI BIEN 10 000 RAISONS POUR TE LOUER</a:t>
            </a:r>
          </a:p>
          <a:p>
            <a:r>
              <a:rPr lang="fr-FR" smtClean="0"/>
              <a:t>       Ten thousand reasons for my heart to find  
19-  BÉNIS DIEU POUR 10 000 ANS ET POUR L’ÉTERNITÉ</a:t>
            </a:r>
          </a:p>
          <a:p>
            <a:r>
              <a:rPr lang="fr-FR" smtClean="0"/>
              <a:t>       Bless the Lord Ten thousand years and then forevermore </a:t>
            </a:r>
          </a:p>
          <a:p>
            <a:endParaRPr lang="fr-FR" smtClean="0"/>
          </a:p>
          <a:p>
            <a:r>
              <a:rPr lang="fr-FR" smtClean="0"/>
              <a:t>20-  ET EN CE JOUR OÙ  MA FORCE S’ÉTEINDRA</a:t>
            </a:r>
          </a:p>
          <a:p>
            <a:r>
              <a:rPr lang="fr-FR" smtClean="0"/>
              <a:t>       And on that day when my strength is failing 
21-  QUAND SERA VENU LE MOMENT POUR MOI </a:t>
            </a:r>
          </a:p>
          <a:p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r>
              <a:rPr lang="fr-FR" smtClean="0"/>
              <a:t>       Still my soul will sing Your praise unendingTen thousand years and then forevermore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23-  BÉNIS DIEU, Ô MON ÂME Ô MON ÂME</a:t>
            </a:r>
          </a:p>
          <a:p>
            <a:r>
              <a:rPr lang="fr-FR" smtClean="0"/>
              <a:t>	       Bless the Lord, O my soul O my soul 
	24-  ADORE SON SAINT NOM </a:t>
            </a:r>
          </a:p>
          <a:p>
            <a:r>
              <a:rPr lang="fr-FR" smtClean="0"/>
              <a:t>	       Worship His holy name
	25-  BIEN HAUT LÈVE TA VOIX Ô MON ÂME</a:t>
            </a:r>
          </a:p>
          <a:p>
            <a:r>
              <a:rPr lang="fr-FR" smtClean="0"/>
              <a:t>	       Sing like never before O my soul
	26-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r>
              <a:rPr lang="fr-FR" smtClean="0"/>
              <a:t>       Bless the Lord  
28-  J’AI BIEN 10 000 RAISONS POUR TE LOUER</a:t>
            </a:r>
          </a:p>
          <a:p>
            <a:r>
              <a:rPr lang="fr-FR" smtClean="0"/>
              <a:t>       Ten thousand reasons for my heart to find  
29-  BÉNIS DIEU POUR 10 000 ANS ET POUR L’ÉTERNITÉ</a:t>
            </a:r>
          </a:p>
          <a:p>
            <a:r>
              <a:rPr lang="fr-FR" smtClean="0"/>
              <a:t>       Bless the Lord Ten thousand years and then forevermore	x4</a:t>
            </a:r>
          </a:p>
          <a:p>
            <a:endParaRPr lang="fr-FR" smtClean="0"/>
          </a:p>
          <a:p>
            <a:r>
              <a:rPr lang="fr-FR" smtClean="0"/>
              <a:t>30-  JÉSUS, J’ADORERAI TON SAINT NOM SEIGNEUR, J’ADORERAI TON SAINT NOM </a:t>
            </a:r>
          </a:p>
          <a:p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r>
              <a:rPr lang="fr-FR" smtClean="0"/>
              <a:t>       Jesus, I'll worship Your holy name I'll worship Your holy name
33-  J’ADORERAI TON SAINT NOM</a:t>
            </a:r>
          </a:p>
          <a:p>
            <a:r>
              <a:rPr lang="fr-FR" smtClean="0"/>
              <a:t>       I'll worship Your holy name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SOLEIL BRILLE UN NOUVEAU J OUR EST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Whatever may pass, and whatever lies before me 
4-  QUAND VIENT LA NUIT JE TE LOUERAI PLUS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Let me be singing when the evening comes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Bless the Lord, O my soul O my soul 
	6-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Worship His holy name
	7-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Sing like never before O my soul 
	8-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rich in love, and You're slow to anger 
10-  TON NOM EST GRAND ET TON CŒUR EST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Your goodness I will keep on singing
12-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	13-  BÉNIS DIEU, Ô MON ÂME Ô MON ÂME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
	14-  ADORE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15-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 
	16-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18-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19-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EN CE JOUR OÙ  MA FORCE S’ÉTEINDRA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on that day when my strength is failing 
21-  QUAND SERA VENU LE MOMENT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Still my soul will sing Your praise unendingTen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 
	24-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25-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
	26-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28-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29-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	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J’ADORERAI TON SAINT NOM SEIGNEUR, J’ADORERAI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I'll worship Your holy name
33-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I'll worship Your holy name 
</a:t>
            </a: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SOLEIL BRILLE UN NOUVEAU J OUR EST LÀ</a:t>
            </a:r>
          </a:p>
          <a:p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r>
              <a:rPr lang="fr-FR" smtClean="0"/>
              <a:t>      Whatever may pass, and whatever lies before me 
4-  QUAND VIENT LA NUIT JE TE LOUERAI PLUS FORT</a:t>
            </a:r>
          </a:p>
          <a:p>
            <a:r>
              <a:rPr lang="fr-FR" smtClean="0"/>
              <a:t>     Let me be singing when the evening comes </a:t>
            </a:r>
          </a:p>
          <a:p>
            <a:endParaRPr lang="fr-FR" smtClean="0"/>
          </a:p>
          <a:p>
            <a:r>
              <a:rPr lang="fr-FR" smtClean="0"/>
              <a:t>	5-  BÉNIS DIEU, Ô MON ÂME Ô MON ÂME</a:t>
            </a:r>
          </a:p>
          <a:p>
            <a:r>
              <a:rPr lang="fr-FR" smtClean="0"/>
              <a:t>	     Bless the Lord, O my soul O my soul 
	6-  ADORE SON SAINT NOM </a:t>
            </a:r>
          </a:p>
          <a:p>
            <a:r>
              <a:rPr lang="fr-FR" smtClean="0"/>
              <a:t>	     Worship His holy name
	7-  BIEN HAUT LÈVE TA VOIX Ô MON ÂME</a:t>
            </a:r>
          </a:p>
          <a:p>
            <a:r>
              <a:rPr lang="fr-FR" smtClean="0"/>
              <a:t>	     Sing like never before O my soul 
	8-  POUR ADORER SON SAINT NOM</a:t>
            </a:r>
          </a:p>
          <a:p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r>
              <a:rPr lang="fr-FR" smtClean="0"/>
              <a:t>     You're rich in love, and You're slow to anger 
10-  TON NOM EST GRAND ET TON CŒUR EST DOUX</a:t>
            </a:r>
          </a:p>
          <a:p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r>
              <a:rPr lang="fr-FR" smtClean="0"/>
              <a:t>      For all Your goodness I will keep on singing
12-  J’AI BIEN 10 000 RAISONS POUR TE LOUER</a:t>
            </a:r>
          </a:p>
          <a:p>
            <a:r>
              <a:rPr lang="fr-FR" smtClean="0"/>
              <a:t>     Ten thousand reasons for my heart to find</a:t>
            </a:r>
          </a:p>
          <a:p>
            <a:r>
              <a:rPr lang="fr-FR" smtClean="0"/>
              <a:t>  
	13-  BÉNIS DIEU, Ô MON ÂME Ô MON ÂME </a:t>
            </a:r>
          </a:p>
          <a:p>
            <a:r>
              <a:rPr lang="fr-FR" smtClean="0"/>
              <a:t>	       Bless the Lord, O my soul O my soul
	14-  ADORE SON SAINT NOM</a:t>
            </a:r>
          </a:p>
          <a:p>
            <a:r>
              <a:rPr lang="fr-FR" smtClean="0"/>
              <a:t>	       Worship His holy name
	15-  BIEN HAUT LÈVE TA VOIX Ô MON ÂME</a:t>
            </a:r>
          </a:p>
          <a:p>
            <a:r>
              <a:rPr lang="fr-FR" smtClean="0"/>
              <a:t>	       Sing like never before O my soul 
	16-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r>
              <a:rPr lang="fr-FR" smtClean="0"/>
              <a:t>       Bless the Lord  
18-  J’AI BIEN 10 000 RAISONS POUR TE LOUER</a:t>
            </a:r>
          </a:p>
          <a:p>
            <a:r>
              <a:rPr lang="fr-FR" smtClean="0"/>
              <a:t>       Ten thousand reasons for my heart to find  
19-  BÉNIS DIEU POUR 10 000 ANS ET POUR L’ÉTERNITÉ</a:t>
            </a:r>
          </a:p>
          <a:p>
            <a:r>
              <a:rPr lang="fr-FR" smtClean="0"/>
              <a:t>       Bless the Lord Ten thousand years and then forevermore </a:t>
            </a:r>
          </a:p>
          <a:p>
            <a:endParaRPr lang="fr-FR" smtClean="0"/>
          </a:p>
          <a:p>
            <a:r>
              <a:rPr lang="fr-FR" smtClean="0"/>
              <a:t>20-  ET EN CE JOUR OÙ  MA FORCE S’ÉTEINDRA</a:t>
            </a:r>
          </a:p>
          <a:p>
            <a:r>
              <a:rPr lang="fr-FR" smtClean="0"/>
              <a:t>       And on that day when my strength is failing 
21-  QUAND SERA VENU LE MOMENT POUR MOI </a:t>
            </a:r>
          </a:p>
          <a:p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r>
              <a:rPr lang="fr-FR" smtClean="0"/>
              <a:t>       Still my soul will sing Your praise unendingTen thousand years and then forevermore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23-  BÉNIS DIEU, Ô MON ÂME Ô MON ÂME</a:t>
            </a:r>
          </a:p>
          <a:p>
            <a:r>
              <a:rPr lang="fr-FR" smtClean="0"/>
              <a:t>	       Bless the Lord, O my soul O my soul 
	24-  ADORE SON SAINT NOM </a:t>
            </a:r>
          </a:p>
          <a:p>
            <a:r>
              <a:rPr lang="fr-FR" smtClean="0"/>
              <a:t>	       Worship His holy name
	25-  BIEN HAUT LÈVE TA VOIX Ô MON ÂME</a:t>
            </a:r>
          </a:p>
          <a:p>
            <a:r>
              <a:rPr lang="fr-FR" smtClean="0"/>
              <a:t>	       Sing like never before O my soul
	26-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r>
              <a:rPr lang="fr-FR" smtClean="0"/>
              <a:t>       Bless the Lord  
28-  J’AI BIEN 10 000 RAISONS POUR TE LOUER</a:t>
            </a:r>
          </a:p>
          <a:p>
            <a:r>
              <a:rPr lang="fr-FR" smtClean="0"/>
              <a:t>       Ten thousand reasons for my heart to find  
29-  BÉNIS DIEU POUR 10 000 ANS ET POUR L’ÉTERNITÉ</a:t>
            </a:r>
          </a:p>
          <a:p>
            <a:r>
              <a:rPr lang="fr-FR" smtClean="0"/>
              <a:t>       Bless the Lord Ten thousand years and then forevermore	x4</a:t>
            </a:r>
          </a:p>
          <a:p>
            <a:endParaRPr lang="fr-FR" smtClean="0"/>
          </a:p>
          <a:p>
            <a:r>
              <a:rPr lang="fr-FR" smtClean="0"/>
              <a:t>30-  JÉSUS, J’ADORERAI TON SAINT NOM SEIGNEUR, J’ADORERAI TON SAINT NOM </a:t>
            </a:r>
          </a:p>
          <a:p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r>
              <a:rPr lang="fr-FR" smtClean="0"/>
              <a:t>       Jesus, I'll worship Your holy name I'll worship Your holy name
33-  J’ADORERAI TON SAINT NOM</a:t>
            </a:r>
          </a:p>
          <a:p>
            <a:r>
              <a:rPr lang="fr-FR" smtClean="0"/>
              <a:t>       I'll worship Your holy name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SOLEIL BRILLE UN NOUVEAU J OUR EST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Whatever may pass, and whatever lies before me 
4-  QUAND VIENT LA NUIT JE TE LOUERAI PLUS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Let me be singing when the evening comes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Bless the Lord, O my soul O my soul 
	6-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Worship His holy name
	7-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Sing like never before O my soul 
	8-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rich in love, and You're slow to anger 
10-  TON NOM EST GRAND ET TON CŒUR EST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Your goodness I will keep on singing
12-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	13-  BÉNIS DIEU, Ô MON ÂME Ô MON ÂME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
	14-  ADORE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15-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 
	16-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18-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19-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EN CE JOUR OÙ  MA FORCE S’ÉTEINDRA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on that day when my strength is failing 
21-  QUAND SERA VENU LE MOMENT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Still my soul will sing Your praise unendingTen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 
	24-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25-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
	26-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28-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29-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	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J’ADORERAI TON SAINT NOM SEIGNEUR, J’ADORERAI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I'll worship Your holy name
33-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I'll worship Your holy name 
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SOLEIL BRILLE UN NOUVEAU J OUR EST LÀ</a:t>
            </a:r>
          </a:p>
          <a:p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r>
              <a:rPr lang="fr-FR" smtClean="0"/>
              <a:t>      Whatever may pass, and whatever lies before me 
4-  QUAND VIENT LA NUIT JE TE LOUERAI PLUS FORT</a:t>
            </a:r>
          </a:p>
          <a:p>
            <a:r>
              <a:rPr lang="fr-FR" smtClean="0"/>
              <a:t>     Let me be singing when the evening comes </a:t>
            </a:r>
          </a:p>
          <a:p>
            <a:endParaRPr lang="fr-FR" smtClean="0"/>
          </a:p>
          <a:p>
            <a:r>
              <a:rPr lang="fr-FR" smtClean="0"/>
              <a:t>	5-  BÉNIS DIEU, Ô MON ÂME Ô MON ÂME</a:t>
            </a:r>
          </a:p>
          <a:p>
            <a:r>
              <a:rPr lang="fr-FR" smtClean="0"/>
              <a:t>	     Bless the Lord, O my soul O my soul 
	6-  ADORE SON SAINT NOM </a:t>
            </a:r>
          </a:p>
          <a:p>
            <a:r>
              <a:rPr lang="fr-FR" smtClean="0"/>
              <a:t>	     Worship His holy name
	7-  BIEN HAUT LÈVE TA VOIX Ô MON ÂME</a:t>
            </a:r>
          </a:p>
          <a:p>
            <a:r>
              <a:rPr lang="fr-FR" smtClean="0"/>
              <a:t>	     Sing like never before O my soul 
	8-  POUR ADORER SON SAINT NOM</a:t>
            </a:r>
          </a:p>
          <a:p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r>
              <a:rPr lang="fr-FR" smtClean="0"/>
              <a:t>     You're rich in love, and You're slow to anger 
10-  TON NOM EST GRAND ET TON CŒUR EST DOUX</a:t>
            </a:r>
          </a:p>
          <a:p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r>
              <a:rPr lang="fr-FR" smtClean="0"/>
              <a:t>      For all Your goodness I will keep on singing
12-  J’AI BIEN 10 000 RAISONS POUR TE LOUER</a:t>
            </a:r>
          </a:p>
          <a:p>
            <a:r>
              <a:rPr lang="fr-FR" smtClean="0"/>
              <a:t>     Ten thousand reasons for my heart to find</a:t>
            </a:r>
          </a:p>
          <a:p>
            <a:r>
              <a:rPr lang="fr-FR" smtClean="0"/>
              <a:t>  
	13-  BÉNIS DIEU, Ô MON ÂME Ô MON ÂME </a:t>
            </a:r>
          </a:p>
          <a:p>
            <a:r>
              <a:rPr lang="fr-FR" smtClean="0"/>
              <a:t>	       Bless the Lord, O my soul O my soul
	14-  ADORE SON SAINT NOM</a:t>
            </a:r>
          </a:p>
          <a:p>
            <a:r>
              <a:rPr lang="fr-FR" smtClean="0"/>
              <a:t>	       Worship His holy name
	15-  BIEN HAUT LÈVE TA VOIX Ô MON ÂME</a:t>
            </a:r>
          </a:p>
          <a:p>
            <a:r>
              <a:rPr lang="fr-FR" smtClean="0"/>
              <a:t>	       Sing like never before O my soul 
	16-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r>
              <a:rPr lang="fr-FR" smtClean="0"/>
              <a:t>       Bless the Lord  
18-  J’AI BIEN 10 000 RAISONS POUR TE LOUER</a:t>
            </a:r>
          </a:p>
          <a:p>
            <a:r>
              <a:rPr lang="fr-FR" smtClean="0"/>
              <a:t>       Ten thousand reasons for my heart to find  
19-  BÉNIS DIEU POUR 10 000 ANS ET POUR L’ÉTERNITÉ</a:t>
            </a:r>
          </a:p>
          <a:p>
            <a:r>
              <a:rPr lang="fr-FR" smtClean="0"/>
              <a:t>       Bless the Lord Ten thousand years and then forevermore </a:t>
            </a:r>
          </a:p>
          <a:p>
            <a:endParaRPr lang="fr-FR" smtClean="0"/>
          </a:p>
          <a:p>
            <a:r>
              <a:rPr lang="fr-FR" smtClean="0"/>
              <a:t>20-  ET EN CE JOUR OÙ  MA FORCE S’ÉTEINDRA</a:t>
            </a:r>
          </a:p>
          <a:p>
            <a:r>
              <a:rPr lang="fr-FR" smtClean="0"/>
              <a:t>       And on that day when my strength is failing 
21-  QUAND SERA VENU LE MOMENT POUR MOI </a:t>
            </a:r>
          </a:p>
          <a:p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r>
              <a:rPr lang="fr-FR" smtClean="0"/>
              <a:t>       Still my soul will sing Your praise unendingTen thousand years and then forevermore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23-  BÉNIS DIEU, Ô MON ÂME Ô MON ÂME</a:t>
            </a:r>
          </a:p>
          <a:p>
            <a:r>
              <a:rPr lang="fr-FR" smtClean="0"/>
              <a:t>	       Bless the Lord, O my soul O my soul 
	24-  ADORE SON SAINT NOM </a:t>
            </a:r>
          </a:p>
          <a:p>
            <a:r>
              <a:rPr lang="fr-FR" smtClean="0"/>
              <a:t>	       Worship His holy name
	25-  BIEN HAUT LÈVE TA VOIX Ô MON ÂME</a:t>
            </a:r>
          </a:p>
          <a:p>
            <a:r>
              <a:rPr lang="fr-FR" smtClean="0"/>
              <a:t>	       Sing like never before O my soul
	26-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r>
              <a:rPr lang="fr-FR" smtClean="0"/>
              <a:t>       Bless the Lord  
28-  J’AI BIEN 10 000 RAISONS POUR TE LOUER</a:t>
            </a:r>
          </a:p>
          <a:p>
            <a:r>
              <a:rPr lang="fr-FR" smtClean="0"/>
              <a:t>       Ten thousand reasons for my heart to find  
29-  BÉNIS DIEU POUR 10 000 ANS ET POUR L’ÉTERNITÉ</a:t>
            </a:r>
          </a:p>
          <a:p>
            <a:r>
              <a:rPr lang="fr-FR" smtClean="0"/>
              <a:t>       Bless the Lord Ten thousand years and then forevermore	x4</a:t>
            </a:r>
          </a:p>
          <a:p>
            <a:endParaRPr lang="fr-FR" smtClean="0"/>
          </a:p>
          <a:p>
            <a:r>
              <a:rPr lang="fr-FR" smtClean="0"/>
              <a:t>30-  JÉSUS, J’ADORERAI TON SAINT NOM SEIGNEUR, J’ADORERAI TON SAINT NOM </a:t>
            </a:r>
          </a:p>
          <a:p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r>
              <a:rPr lang="fr-FR" smtClean="0"/>
              <a:t>       Jesus, I'll worship Your holy name I'll worship Your holy name
33-  J’ADORERAI TON SAINT NOM</a:t>
            </a:r>
          </a:p>
          <a:p>
            <a:r>
              <a:rPr lang="fr-FR" smtClean="0"/>
              <a:t>       I'll worship Your holy name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SOLEIL BRILLE UN NOUVEAU J OUR EST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Whatever may pass, and whatever lies before me 
4-  QUAND VIENT LA NUIT JE TE LOUERAI PLUS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Let me be singing when the evening comes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Bless the Lord, O my soul O my soul 
	6-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Worship His holy name
	7-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Sing like never before O my soul 
	8-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rich in love, and You're slow to anger 
10-  TON NOM EST GRAND ET TON CŒUR EST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Your goodness I will keep on singing
12-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	13-  BÉNIS DIEU, Ô MON ÂME Ô MON ÂME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
	14-  ADORE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15-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 
	16-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18-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19-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EN CE JOUR OÙ  MA FORCE S’ÉTEINDRA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on that day when my strength is failing 
21-  QUAND SERA VENU LE MOMENT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Still my soul will sing Your praise unendingTen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 
	24-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25-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
	26-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28-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29-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	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J’ADORERAI TON SAINT NOM SEIGNEUR, J’ADORERAI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I'll worship Your holy name
33-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I'll worship Your holy name 
</a:t>
            </a: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SOLEIL BRILLE UN NOUVEAU J OUR EST LÀ</a:t>
            </a:r>
          </a:p>
          <a:p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r>
              <a:rPr lang="fr-FR" smtClean="0"/>
              <a:t>      Whatever may pass, and whatever lies before me 
4-  QUAND VIENT LA NUIT JE TE LOUERAI PLUS FORT</a:t>
            </a:r>
          </a:p>
          <a:p>
            <a:r>
              <a:rPr lang="fr-FR" smtClean="0"/>
              <a:t>     Let me be singing when the evening comes </a:t>
            </a:r>
          </a:p>
          <a:p>
            <a:endParaRPr lang="fr-FR" smtClean="0"/>
          </a:p>
          <a:p>
            <a:r>
              <a:rPr lang="fr-FR" smtClean="0"/>
              <a:t>	5-  BÉNIS DIEU, Ô MON ÂME Ô MON ÂME</a:t>
            </a:r>
          </a:p>
          <a:p>
            <a:r>
              <a:rPr lang="fr-FR" smtClean="0"/>
              <a:t>	     Bless the Lord, O my soul O my soul 
	6-  ADORE SON SAINT NOM </a:t>
            </a:r>
          </a:p>
          <a:p>
            <a:r>
              <a:rPr lang="fr-FR" smtClean="0"/>
              <a:t>	     Worship His holy name
	7-  BIEN HAUT LÈVE TA VOIX Ô MON ÂME</a:t>
            </a:r>
          </a:p>
          <a:p>
            <a:r>
              <a:rPr lang="fr-FR" smtClean="0"/>
              <a:t>	     Sing like never before O my soul 
	8-  POUR ADORER SON SAINT NOM</a:t>
            </a:r>
          </a:p>
          <a:p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r>
              <a:rPr lang="fr-FR" smtClean="0"/>
              <a:t>     You're rich in love, and You're slow to anger 
10-  TON NOM EST GRAND ET TON CŒUR EST DOUX</a:t>
            </a:r>
          </a:p>
          <a:p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r>
              <a:rPr lang="fr-FR" smtClean="0"/>
              <a:t>      For all Your goodness I will keep on singing
12-  J’AI BIEN 10 000 RAISONS POUR TE LOUER</a:t>
            </a:r>
          </a:p>
          <a:p>
            <a:r>
              <a:rPr lang="fr-FR" smtClean="0"/>
              <a:t>     Ten thousand reasons for my heart to find</a:t>
            </a:r>
          </a:p>
          <a:p>
            <a:r>
              <a:rPr lang="fr-FR" smtClean="0"/>
              <a:t>  
	13-  BÉNIS DIEU, Ô MON ÂME Ô MON ÂME </a:t>
            </a:r>
          </a:p>
          <a:p>
            <a:r>
              <a:rPr lang="fr-FR" smtClean="0"/>
              <a:t>	       Bless the Lord, O my soul O my soul
	14-  ADORE SON SAINT NOM</a:t>
            </a:r>
          </a:p>
          <a:p>
            <a:r>
              <a:rPr lang="fr-FR" smtClean="0"/>
              <a:t>	       Worship His holy name
	15-  BIEN HAUT LÈVE TA VOIX Ô MON ÂME</a:t>
            </a:r>
          </a:p>
          <a:p>
            <a:r>
              <a:rPr lang="fr-FR" smtClean="0"/>
              <a:t>	       Sing like never before O my soul 
	16-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r>
              <a:rPr lang="fr-FR" smtClean="0"/>
              <a:t>       Bless the Lord  
18-  J’AI BIEN 10 000 RAISONS POUR TE LOUER</a:t>
            </a:r>
          </a:p>
          <a:p>
            <a:r>
              <a:rPr lang="fr-FR" smtClean="0"/>
              <a:t>       Ten thousand reasons for my heart to find  
19-  BÉNIS DIEU POUR 10 000 ANS ET POUR L’ÉTERNITÉ</a:t>
            </a:r>
          </a:p>
          <a:p>
            <a:r>
              <a:rPr lang="fr-FR" smtClean="0"/>
              <a:t>       Bless the Lord Ten thousand years and then forevermore </a:t>
            </a:r>
          </a:p>
          <a:p>
            <a:endParaRPr lang="fr-FR" smtClean="0"/>
          </a:p>
          <a:p>
            <a:r>
              <a:rPr lang="fr-FR" smtClean="0"/>
              <a:t>20-  ET EN CE JOUR OÙ  MA FORCE S’ÉTEINDRA</a:t>
            </a:r>
          </a:p>
          <a:p>
            <a:r>
              <a:rPr lang="fr-FR" smtClean="0"/>
              <a:t>       And on that day when my strength is failing 
21-  QUAND SERA VENU LE MOMENT POUR MOI </a:t>
            </a:r>
          </a:p>
          <a:p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r>
              <a:rPr lang="fr-FR" smtClean="0"/>
              <a:t>       Still my soul will sing Your praise unendingTen thousand years and then forevermore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23-  BÉNIS DIEU, Ô MON ÂME Ô MON ÂME</a:t>
            </a:r>
          </a:p>
          <a:p>
            <a:r>
              <a:rPr lang="fr-FR" smtClean="0"/>
              <a:t>	       Bless the Lord, O my soul O my soul 
	24-  ADORE SON SAINT NOM </a:t>
            </a:r>
          </a:p>
          <a:p>
            <a:r>
              <a:rPr lang="fr-FR" smtClean="0"/>
              <a:t>	       Worship His holy name
	25-  BIEN HAUT LÈVE TA VOIX Ô MON ÂME</a:t>
            </a:r>
          </a:p>
          <a:p>
            <a:r>
              <a:rPr lang="fr-FR" smtClean="0"/>
              <a:t>	       Sing like never before O my soul
	26-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r>
              <a:rPr lang="fr-FR" smtClean="0"/>
              <a:t>       Bless the Lord  
28-  J’AI BIEN 10 000 RAISONS POUR TE LOUER</a:t>
            </a:r>
          </a:p>
          <a:p>
            <a:r>
              <a:rPr lang="fr-FR" smtClean="0"/>
              <a:t>       Ten thousand reasons for my heart to find  
29-  BÉNIS DIEU POUR 10 000 ANS ET POUR L’ÉTERNITÉ</a:t>
            </a:r>
          </a:p>
          <a:p>
            <a:r>
              <a:rPr lang="fr-FR" smtClean="0"/>
              <a:t>       Bless the Lord Ten thousand years and then forevermore	x4</a:t>
            </a:r>
          </a:p>
          <a:p>
            <a:endParaRPr lang="fr-FR" smtClean="0"/>
          </a:p>
          <a:p>
            <a:r>
              <a:rPr lang="fr-FR" smtClean="0"/>
              <a:t>30-  JÉSUS, J’ADORERAI TON SAINT NOM SEIGNEUR, J’ADORERAI TON SAINT NOM </a:t>
            </a:r>
          </a:p>
          <a:p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r>
              <a:rPr lang="fr-FR" smtClean="0"/>
              <a:t>       Jesus, I'll worship Your holy name I'll worship Your holy name
33-  J’ADORERAI TON SAINT NOM</a:t>
            </a:r>
          </a:p>
          <a:p>
            <a:r>
              <a:rPr lang="fr-FR" smtClean="0"/>
              <a:t>       I'll worship Your holy name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SOLEIL BRILLE UN NOUVEAU J OUR EST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Whatever may pass, and whatever lies before me 
4-  QUAND VIENT LA NUIT JE TE LOUERAI PLUS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Let me be singing when the evening comes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Bless the Lord, O my soul O my soul 
	6-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Worship His holy name
	7-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Sing like never before O my soul 
	8-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rich in love, and You're slow to anger 
10-  TON NOM EST GRAND ET TON CŒUR EST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Your goodness I will keep on singing
12-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	13-  BÉNIS DIEU, Ô MON ÂME Ô MON ÂME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
	14-  ADORE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15-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 
	16-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18-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19-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EN CE JOUR OÙ  MA FORCE S’ÉTEINDRA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on that day when my strength is failing 
21-  QUAND SERA VENU LE MOMENT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Still my soul will sing Your praise unendingTen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 
	24-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25-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
	26-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28-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29-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	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J’ADORERAI TON SAINT NOM SEIGNEUR, J’ADORERAI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I'll worship Your holy name
33-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I'll worship Your holy name 
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SOLEIL BRILLE UN NOUVEAU J OUR EST LÀ</a:t>
            </a:r>
          </a:p>
          <a:p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r>
              <a:rPr lang="fr-FR" smtClean="0"/>
              <a:t>      Whatever may pass, and whatever lies before me 
4-  QUAND VIENT LA NUIT JE TE LOUERAI PLUS FORT</a:t>
            </a:r>
          </a:p>
          <a:p>
            <a:r>
              <a:rPr lang="fr-FR" smtClean="0"/>
              <a:t>     Let me be singing when the evening comes </a:t>
            </a:r>
          </a:p>
          <a:p>
            <a:endParaRPr lang="fr-FR" smtClean="0"/>
          </a:p>
          <a:p>
            <a:r>
              <a:rPr lang="fr-FR" smtClean="0"/>
              <a:t>	5-  BÉNIS DIEU, Ô MON ÂME Ô MON ÂME</a:t>
            </a:r>
          </a:p>
          <a:p>
            <a:r>
              <a:rPr lang="fr-FR" smtClean="0"/>
              <a:t>	     Bless the Lord, O my soul O my soul 
	6-  ADORE SON SAINT NOM </a:t>
            </a:r>
          </a:p>
          <a:p>
            <a:r>
              <a:rPr lang="fr-FR" smtClean="0"/>
              <a:t>	     Worship His holy name
	7-  BIEN HAUT LÈVE TA VOIX Ô MON ÂME</a:t>
            </a:r>
          </a:p>
          <a:p>
            <a:r>
              <a:rPr lang="fr-FR" smtClean="0"/>
              <a:t>	     Sing like never before O my soul 
	8-  POUR ADORER SON SAINT NOM</a:t>
            </a:r>
          </a:p>
          <a:p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r>
              <a:rPr lang="fr-FR" smtClean="0"/>
              <a:t>     You're rich in love, and You're slow to anger 
10-  TON NOM EST GRAND ET TON CŒUR EST DOUX</a:t>
            </a:r>
          </a:p>
          <a:p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r>
              <a:rPr lang="fr-FR" smtClean="0"/>
              <a:t>      For all Your goodness I will keep on singing
12-  J’AI BIEN 10 000 RAISONS POUR TE LOUER</a:t>
            </a:r>
          </a:p>
          <a:p>
            <a:r>
              <a:rPr lang="fr-FR" smtClean="0"/>
              <a:t>     Ten thousand reasons for my heart to find</a:t>
            </a:r>
          </a:p>
          <a:p>
            <a:r>
              <a:rPr lang="fr-FR" smtClean="0"/>
              <a:t>  
	13-  BÉNIS DIEU, Ô MON ÂME Ô MON ÂME </a:t>
            </a:r>
          </a:p>
          <a:p>
            <a:r>
              <a:rPr lang="fr-FR" smtClean="0"/>
              <a:t>	       Bless the Lord, O my soul O my soul
	14-  ADORE SON SAINT NOM</a:t>
            </a:r>
          </a:p>
          <a:p>
            <a:r>
              <a:rPr lang="fr-FR" smtClean="0"/>
              <a:t>	       Worship His holy name
	15-  BIEN HAUT LÈVE TA VOIX Ô MON ÂME</a:t>
            </a:r>
          </a:p>
          <a:p>
            <a:r>
              <a:rPr lang="fr-FR" smtClean="0"/>
              <a:t>	       Sing like never before O my soul 
	16-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r>
              <a:rPr lang="fr-FR" smtClean="0"/>
              <a:t>       Bless the Lord  
18-  J’AI BIEN 10 000 RAISONS POUR TE LOUER</a:t>
            </a:r>
          </a:p>
          <a:p>
            <a:r>
              <a:rPr lang="fr-FR" smtClean="0"/>
              <a:t>       Ten thousand reasons for my heart to find  
19-  BÉNIS DIEU POUR 10 000 ANS ET POUR L’ÉTERNITÉ</a:t>
            </a:r>
          </a:p>
          <a:p>
            <a:r>
              <a:rPr lang="fr-FR" smtClean="0"/>
              <a:t>       Bless the Lord Ten thousand years and then forevermore </a:t>
            </a:r>
          </a:p>
          <a:p>
            <a:endParaRPr lang="fr-FR" smtClean="0"/>
          </a:p>
          <a:p>
            <a:r>
              <a:rPr lang="fr-FR" smtClean="0"/>
              <a:t>20-  ET EN CE JOUR OÙ  MA FORCE S’ÉTEINDRA</a:t>
            </a:r>
          </a:p>
          <a:p>
            <a:r>
              <a:rPr lang="fr-FR" smtClean="0"/>
              <a:t>       And on that day when my strength is failing 
21-  QUAND SERA VENU LE MOMENT POUR MOI </a:t>
            </a:r>
          </a:p>
          <a:p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r>
              <a:rPr lang="fr-FR" smtClean="0"/>
              <a:t>       Still my soul will sing Your praise unendingTen thousand years and then forevermore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23-  BÉNIS DIEU, Ô MON ÂME Ô MON ÂME</a:t>
            </a:r>
          </a:p>
          <a:p>
            <a:r>
              <a:rPr lang="fr-FR" smtClean="0"/>
              <a:t>	       Bless the Lord, O my soul O my soul 
	24-  ADORE SON SAINT NOM </a:t>
            </a:r>
          </a:p>
          <a:p>
            <a:r>
              <a:rPr lang="fr-FR" smtClean="0"/>
              <a:t>	       Worship His holy name
	25-  BIEN HAUT LÈVE TA VOIX Ô MON ÂME</a:t>
            </a:r>
          </a:p>
          <a:p>
            <a:r>
              <a:rPr lang="fr-FR" smtClean="0"/>
              <a:t>	       Sing like never before O my soul
	26-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r>
              <a:rPr lang="fr-FR" smtClean="0"/>
              <a:t>       Bless the Lord  
28-  J’AI BIEN 10 000 RAISONS POUR TE LOUER</a:t>
            </a:r>
          </a:p>
          <a:p>
            <a:r>
              <a:rPr lang="fr-FR" smtClean="0"/>
              <a:t>       Ten thousand reasons for my heart to find  
29-  BÉNIS DIEU POUR 10 000 ANS ET POUR L’ÉTERNITÉ</a:t>
            </a:r>
          </a:p>
          <a:p>
            <a:r>
              <a:rPr lang="fr-FR" smtClean="0"/>
              <a:t>       Bless the Lord Ten thousand years and then forevermore	x4</a:t>
            </a:r>
          </a:p>
          <a:p>
            <a:endParaRPr lang="fr-FR" smtClean="0"/>
          </a:p>
          <a:p>
            <a:r>
              <a:rPr lang="fr-FR" smtClean="0"/>
              <a:t>30-  JÉSUS, J’ADORERAI TON SAINT NOM SEIGNEUR, J’ADORERAI TON SAINT NOM </a:t>
            </a:r>
          </a:p>
          <a:p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r>
              <a:rPr lang="fr-FR" smtClean="0"/>
              <a:t>       Jesus, I'll worship Your holy name I'll worship Your holy name
33-  J’ADORERAI TON SAINT NOM</a:t>
            </a:r>
          </a:p>
          <a:p>
            <a:r>
              <a:rPr lang="fr-FR" smtClean="0"/>
              <a:t>       I'll worship Your holy name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SOLEIL BRILLE UN NOUVEAU J OUR EST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Whatever may pass, and whatever lies before me 
4-  QUAND VIENT LA NUIT JE TE LOUERAI PLUS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Let me be singing when the evening comes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Bless the Lord, O my soul O my soul 
	6-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Worship His holy name
	7-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Sing like never before O my soul 
	8-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rich in love, and You're slow to anger 
10-  TON NOM EST GRAND ET TON CŒUR EST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Your goodness I will keep on singing
12-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	13-  BÉNIS DIEU, Ô MON ÂME Ô MON ÂME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
	14-  ADORE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15-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 
	16-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18-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19-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EN CE JOUR OÙ  MA FORCE S’ÉTEINDRA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on that day when my strength is failing 
21-  QUAND SERA VENU LE MOMENT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Still my soul will sing Your praise unendingTen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 
	24-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25-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
	26-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28-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29-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	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J’ADORERAI TON SAINT NOM SEIGNEUR, J’ADORERAI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I'll worship Your holy name
33-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I'll worship Your holy name 
</a:t>
            </a: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SOLEIL BRILLE UN NOUVEAU J OUR EST LÀ</a:t>
            </a:r>
          </a:p>
          <a:p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r>
              <a:rPr lang="fr-FR" smtClean="0"/>
              <a:t>      Whatever may pass, and whatever lies before me 
4-  QUAND VIENT LA NUIT JE TE LOUERAI PLUS FORT</a:t>
            </a:r>
          </a:p>
          <a:p>
            <a:r>
              <a:rPr lang="fr-FR" smtClean="0"/>
              <a:t>     Let me be singing when the evening comes </a:t>
            </a:r>
          </a:p>
          <a:p>
            <a:endParaRPr lang="fr-FR" smtClean="0"/>
          </a:p>
          <a:p>
            <a:r>
              <a:rPr lang="fr-FR" smtClean="0"/>
              <a:t>	5-  BÉNIS DIEU, Ô MON ÂME Ô MON ÂME</a:t>
            </a:r>
          </a:p>
          <a:p>
            <a:r>
              <a:rPr lang="fr-FR" smtClean="0"/>
              <a:t>	     Bless the Lord, O my soul O my soul 
	6-  ADORE SON SAINT NOM </a:t>
            </a:r>
          </a:p>
          <a:p>
            <a:r>
              <a:rPr lang="fr-FR" smtClean="0"/>
              <a:t>	     Worship His holy name
	7-  BIEN HAUT LÈVE TA VOIX Ô MON ÂME</a:t>
            </a:r>
          </a:p>
          <a:p>
            <a:r>
              <a:rPr lang="fr-FR" smtClean="0"/>
              <a:t>	     Sing like never before O my soul 
	8-  POUR ADORER SON SAINT NOM</a:t>
            </a:r>
          </a:p>
          <a:p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r>
              <a:rPr lang="fr-FR" smtClean="0"/>
              <a:t>     You're rich in love, and You're slow to anger 
10-  TON NOM EST GRAND ET TON CŒUR EST DOUX</a:t>
            </a:r>
          </a:p>
          <a:p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r>
              <a:rPr lang="fr-FR" smtClean="0"/>
              <a:t>      For all Your goodness I will keep on singing
12-  J’AI BIEN 10 000 RAISONS POUR TE LOUER</a:t>
            </a:r>
          </a:p>
          <a:p>
            <a:r>
              <a:rPr lang="fr-FR" smtClean="0"/>
              <a:t>     Ten thousand reasons for my heart to find</a:t>
            </a:r>
          </a:p>
          <a:p>
            <a:r>
              <a:rPr lang="fr-FR" smtClean="0"/>
              <a:t>  
	13-  BÉNIS DIEU, Ô MON ÂME Ô MON ÂME </a:t>
            </a:r>
          </a:p>
          <a:p>
            <a:r>
              <a:rPr lang="fr-FR" smtClean="0"/>
              <a:t>	       Bless the Lord, O my soul O my soul
	14-  ADORE SON SAINT NOM</a:t>
            </a:r>
          </a:p>
          <a:p>
            <a:r>
              <a:rPr lang="fr-FR" smtClean="0"/>
              <a:t>	       Worship His holy name
	15-  BIEN HAUT LÈVE TA VOIX Ô MON ÂME</a:t>
            </a:r>
          </a:p>
          <a:p>
            <a:r>
              <a:rPr lang="fr-FR" smtClean="0"/>
              <a:t>	       Sing like never before O my soul 
	16-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r>
              <a:rPr lang="fr-FR" smtClean="0"/>
              <a:t>       Bless the Lord  
18-  J’AI BIEN 10 000 RAISONS POUR TE LOUER</a:t>
            </a:r>
          </a:p>
          <a:p>
            <a:r>
              <a:rPr lang="fr-FR" smtClean="0"/>
              <a:t>       Ten thousand reasons for my heart to find  
19-  BÉNIS DIEU POUR 10 000 ANS ET POUR L’ÉTERNITÉ</a:t>
            </a:r>
          </a:p>
          <a:p>
            <a:r>
              <a:rPr lang="fr-FR" smtClean="0"/>
              <a:t>       Bless the Lord Ten thousand years and then forevermore </a:t>
            </a:r>
          </a:p>
          <a:p>
            <a:endParaRPr lang="fr-FR" smtClean="0"/>
          </a:p>
          <a:p>
            <a:r>
              <a:rPr lang="fr-FR" smtClean="0"/>
              <a:t>20-  ET EN CE JOUR OÙ  MA FORCE S’ÉTEINDRA</a:t>
            </a:r>
          </a:p>
          <a:p>
            <a:r>
              <a:rPr lang="fr-FR" smtClean="0"/>
              <a:t>       And on that day when my strength is failing 
21-  QUAND SERA VENU LE MOMENT POUR MOI </a:t>
            </a:r>
          </a:p>
          <a:p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r>
              <a:rPr lang="fr-FR" smtClean="0"/>
              <a:t>       Still my soul will sing Your praise unendingTen thousand years and then forevermore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23-  BÉNIS DIEU, Ô MON ÂME Ô MON ÂME</a:t>
            </a:r>
          </a:p>
          <a:p>
            <a:r>
              <a:rPr lang="fr-FR" smtClean="0"/>
              <a:t>	       Bless the Lord, O my soul O my soul 
	24-  ADORE SON SAINT NOM </a:t>
            </a:r>
          </a:p>
          <a:p>
            <a:r>
              <a:rPr lang="fr-FR" smtClean="0"/>
              <a:t>	       Worship His holy name
	25-  BIEN HAUT LÈVE TA VOIX Ô MON ÂME</a:t>
            </a:r>
          </a:p>
          <a:p>
            <a:r>
              <a:rPr lang="fr-FR" smtClean="0"/>
              <a:t>	       Sing like never before O my soul
	26-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r>
              <a:rPr lang="fr-FR" smtClean="0"/>
              <a:t>       Bless the Lord  
28-  J’AI BIEN 10 000 RAISONS POUR TE LOUER</a:t>
            </a:r>
          </a:p>
          <a:p>
            <a:r>
              <a:rPr lang="fr-FR" smtClean="0"/>
              <a:t>       Ten thousand reasons for my heart to find  
29-  BÉNIS DIEU POUR 10 000 ANS ET POUR L’ÉTERNITÉ</a:t>
            </a:r>
          </a:p>
          <a:p>
            <a:r>
              <a:rPr lang="fr-FR" smtClean="0"/>
              <a:t>       Bless the Lord Ten thousand years and then forevermore	x4</a:t>
            </a:r>
          </a:p>
          <a:p>
            <a:endParaRPr lang="fr-FR" smtClean="0"/>
          </a:p>
          <a:p>
            <a:r>
              <a:rPr lang="fr-FR" smtClean="0"/>
              <a:t>30-  JÉSUS, J’ADORERAI TON SAINT NOM SEIGNEUR, J’ADORERAI TON SAINT NOM </a:t>
            </a:r>
          </a:p>
          <a:p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r>
              <a:rPr lang="fr-FR" smtClean="0"/>
              <a:t>       Jesus, I'll worship Your holy name I'll worship Your holy name
33-  J’ADORERAI TON SAINT NOM</a:t>
            </a:r>
          </a:p>
          <a:p>
            <a:r>
              <a:rPr lang="fr-FR" smtClean="0"/>
              <a:t>       I'll worship Your holy name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SOLEIL BRILLE UN NOUVEAU J OUR EST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Whatever may pass, and whatever lies before me 
4-  QUAND VIENT LA NUIT JE TE LOUERAI PLUS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Let me be singing when the evening comes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Bless the Lord, O my soul O my soul 
	6-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Worship His holy name
	7-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Sing like never before O my soul 
	8-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rich in love, and You're slow to anger 
10-  TON NOM EST GRAND ET TON CŒUR EST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Your goodness I will keep on singing
12-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	13-  BÉNIS DIEU, Ô MON ÂME Ô MON ÂME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
	14-  ADORE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15-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 
	16-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18-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19-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EN CE JOUR OÙ  MA FORCE S’ÉTEINDRA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on that day when my strength is failing 
21-  QUAND SERA VENU LE MOMENT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Still my soul will sing Your praise unendingTen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 
	24-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25-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
	26-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28-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29-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	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J’ADORERAI TON SAINT NOM SEIGNEUR, J’ADORERAI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I'll worship Your holy name
33-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I'll worship Your holy name 
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SOLEIL BRILLE UN NOUVEAU J OUR EST LÀ</a:t>
            </a:r>
          </a:p>
          <a:p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r>
              <a:rPr lang="fr-FR" smtClean="0"/>
              <a:t>      Whatever may pass, and whatever lies before me 
4-  QUAND VIENT LA NUIT JE TE LOUERAI PLUS FORT</a:t>
            </a:r>
          </a:p>
          <a:p>
            <a:r>
              <a:rPr lang="fr-FR" smtClean="0"/>
              <a:t>     Let me be singing when the evening comes </a:t>
            </a:r>
          </a:p>
          <a:p>
            <a:endParaRPr lang="fr-FR" smtClean="0"/>
          </a:p>
          <a:p>
            <a:r>
              <a:rPr lang="fr-FR" smtClean="0"/>
              <a:t>	5-  BÉNIS DIEU, Ô MON ÂME Ô MON ÂME</a:t>
            </a:r>
          </a:p>
          <a:p>
            <a:r>
              <a:rPr lang="fr-FR" smtClean="0"/>
              <a:t>	     Bless the Lord, O my soul O my soul 
	6-  ADORE SON SAINT NOM </a:t>
            </a:r>
          </a:p>
          <a:p>
            <a:r>
              <a:rPr lang="fr-FR" smtClean="0"/>
              <a:t>	     Worship His holy name
	7-  BIEN HAUT LÈVE TA VOIX Ô MON ÂME</a:t>
            </a:r>
          </a:p>
          <a:p>
            <a:r>
              <a:rPr lang="fr-FR" smtClean="0"/>
              <a:t>	     Sing like never before O my soul 
	8-  POUR ADORER SON SAINT NOM</a:t>
            </a:r>
          </a:p>
          <a:p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r>
              <a:rPr lang="fr-FR" smtClean="0"/>
              <a:t>     You're rich in love, and You're slow to anger 
10-  TON NOM EST GRAND ET TON CŒUR EST DOUX</a:t>
            </a:r>
          </a:p>
          <a:p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r>
              <a:rPr lang="fr-FR" smtClean="0"/>
              <a:t>      For all Your goodness I will keep on singing
12-  J’AI BIEN 10 000 RAISONS POUR TE LOUER</a:t>
            </a:r>
          </a:p>
          <a:p>
            <a:r>
              <a:rPr lang="fr-FR" smtClean="0"/>
              <a:t>     Ten thousand reasons for my heart to find</a:t>
            </a:r>
          </a:p>
          <a:p>
            <a:r>
              <a:rPr lang="fr-FR" smtClean="0"/>
              <a:t>  
	13-  BÉNIS DIEU, Ô MON ÂME Ô MON ÂME </a:t>
            </a:r>
          </a:p>
          <a:p>
            <a:r>
              <a:rPr lang="fr-FR" smtClean="0"/>
              <a:t>	       Bless the Lord, O my soul O my soul
	14-  ADORE SON SAINT NOM</a:t>
            </a:r>
          </a:p>
          <a:p>
            <a:r>
              <a:rPr lang="fr-FR" smtClean="0"/>
              <a:t>	       Worship His holy name
	15-  BIEN HAUT LÈVE TA VOIX Ô MON ÂME</a:t>
            </a:r>
          </a:p>
          <a:p>
            <a:r>
              <a:rPr lang="fr-FR" smtClean="0"/>
              <a:t>	       Sing like never before O my soul 
	16-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r>
              <a:rPr lang="fr-FR" smtClean="0"/>
              <a:t>       Bless the Lord  
18-  J’AI BIEN 10 000 RAISONS POUR TE LOUER</a:t>
            </a:r>
          </a:p>
          <a:p>
            <a:r>
              <a:rPr lang="fr-FR" smtClean="0"/>
              <a:t>       Ten thousand reasons for my heart to find  
19-  BÉNIS DIEU POUR 10 000 ANS ET POUR L’ÉTERNITÉ</a:t>
            </a:r>
          </a:p>
          <a:p>
            <a:r>
              <a:rPr lang="fr-FR" smtClean="0"/>
              <a:t>       Bless the Lord Ten thousand years and then forevermore </a:t>
            </a:r>
          </a:p>
          <a:p>
            <a:endParaRPr lang="fr-FR" smtClean="0"/>
          </a:p>
          <a:p>
            <a:r>
              <a:rPr lang="fr-FR" smtClean="0"/>
              <a:t>20-  ET EN CE JOUR OÙ  MA FORCE S’ÉTEINDRA</a:t>
            </a:r>
          </a:p>
          <a:p>
            <a:r>
              <a:rPr lang="fr-FR" smtClean="0"/>
              <a:t>       And on that day when my strength is failing 
21-  QUAND SERA VENU LE MOMENT POUR MOI </a:t>
            </a:r>
          </a:p>
          <a:p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r>
              <a:rPr lang="fr-FR" smtClean="0"/>
              <a:t>       Still my soul will sing Your praise unendingTen thousand years and then forevermore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23-  BÉNIS DIEU, Ô MON ÂME Ô MON ÂME</a:t>
            </a:r>
          </a:p>
          <a:p>
            <a:r>
              <a:rPr lang="fr-FR" smtClean="0"/>
              <a:t>	       Bless the Lord, O my soul O my soul 
	24-  ADORE SON SAINT NOM </a:t>
            </a:r>
          </a:p>
          <a:p>
            <a:r>
              <a:rPr lang="fr-FR" smtClean="0"/>
              <a:t>	       Worship His holy name
	25-  BIEN HAUT LÈVE TA VOIX Ô MON ÂME</a:t>
            </a:r>
          </a:p>
          <a:p>
            <a:r>
              <a:rPr lang="fr-FR" smtClean="0"/>
              <a:t>	       Sing like never before O my soul
	26-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r>
              <a:rPr lang="fr-FR" smtClean="0"/>
              <a:t>       Bless the Lord  
28-  J’AI BIEN 10 000 RAISONS POUR TE LOUER</a:t>
            </a:r>
          </a:p>
          <a:p>
            <a:r>
              <a:rPr lang="fr-FR" smtClean="0"/>
              <a:t>       Ten thousand reasons for my heart to find  
29-  BÉNIS DIEU POUR 10 000 ANS ET POUR L’ÉTERNITÉ</a:t>
            </a:r>
          </a:p>
          <a:p>
            <a:r>
              <a:rPr lang="fr-FR" smtClean="0"/>
              <a:t>       Bless the Lord Ten thousand years and then forevermore	x4</a:t>
            </a:r>
          </a:p>
          <a:p>
            <a:endParaRPr lang="fr-FR" smtClean="0"/>
          </a:p>
          <a:p>
            <a:r>
              <a:rPr lang="fr-FR" smtClean="0"/>
              <a:t>30-  JÉSUS, J’ADORERAI TON SAINT NOM SEIGNEUR, J’ADORERAI TON SAINT NOM </a:t>
            </a:r>
          </a:p>
          <a:p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r>
              <a:rPr lang="fr-FR" smtClean="0"/>
              <a:t>       Jesus, I'll worship Your holy name I'll worship Your holy name
33-  J’ADORERAI TON SAINT NOM</a:t>
            </a:r>
          </a:p>
          <a:p>
            <a:r>
              <a:rPr lang="fr-FR" smtClean="0"/>
              <a:t>       I'll worship Your holy name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SOLEIL BRILLE UN NOUVEAU J OUR EST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Whatever may pass, and whatever lies before me 
4-  QUAND VIENT LA NUIT JE TE LOUERAI PLUS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Let me be singing when the evening comes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Bless the Lord, O my soul O my soul 
	6-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Worship His holy name
	7-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Sing like never before O my soul 
	8-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rich in love, and You're slow to anger 
10-  TON NOM EST GRAND ET TON CŒUR EST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Your goodness I will keep on singing
12-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	13-  BÉNIS DIEU, Ô MON ÂME Ô MON ÂME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
	14-  ADORE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15-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 
	16-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18-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19-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EN CE JOUR OÙ  MA FORCE S’ÉTEINDRA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on that day when my strength is failing 
21-  QUAND SERA VENU LE MOMENT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Still my soul will sing Your praise unendingTen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 
	24-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25-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
	26-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28-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29-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	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J’ADORERAI TON SAINT NOM SEIGNEUR, J’ADORERAI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I'll worship Your holy name
33-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I'll worship Your holy name 
</a:t>
            </a: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SOLEIL BRILLE UN NOUVEAU J OUR EST LÀ</a:t>
            </a:r>
          </a:p>
          <a:p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r>
              <a:rPr lang="fr-FR" smtClean="0"/>
              <a:t>      Whatever may pass, and whatever lies before me 
4-  QUAND VIENT LA NUIT JE TE LOUERAI PLUS FORT</a:t>
            </a:r>
          </a:p>
          <a:p>
            <a:r>
              <a:rPr lang="fr-FR" smtClean="0"/>
              <a:t>     Let me be singing when the evening comes </a:t>
            </a:r>
          </a:p>
          <a:p>
            <a:endParaRPr lang="fr-FR" smtClean="0"/>
          </a:p>
          <a:p>
            <a:r>
              <a:rPr lang="fr-FR" smtClean="0"/>
              <a:t>	5-  BÉNIS DIEU, Ô MON ÂME Ô MON ÂME</a:t>
            </a:r>
          </a:p>
          <a:p>
            <a:r>
              <a:rPr lang="fr-FR" smtClean="0"/>
              <a:t>	     Bless the Lord, O my soul O my soul 
	6-  ADORE SON SAINT NOM </a:t>
            </a:r>
          </a:p>
          <a:p>
            <a:r>
              <a:rPr lang="fr-FR" smtClean="0"/>
              <a:t>	     Worship His holy name
	7-  BIEN HAUT LÈVE TA VOIX Ô MON ÂME</a:t>
            </a:r>
          </a:p>
          <a:p>
            <a:r>
              <a:rPr lang="fr-FR" smtClean="0"/>
              <a:t>	     Sing like never before O my soul 
	8-  POUR ADORER SON SAINT NOM</a:t>
            </a:r>
          </a:p>
          <a:p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r>
              <a:rPr lang="fr-FR" smtClean="0"/>
              <a:t>     You're rich in love, and You're slow to anger 
10-  TON NOM EST GRAND ET TON CŒUR EST DOUX</a:t>
            </a:r>
          </a:p>
          <a:p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r>
              <a:rPr lang="fr-FR" smtClean="0"/>
              <a:t>      For all Your goodness I will keep on singing
12-  J’AI BIEN 10 000 RAISONS POUR TE LOUER</a:t>
            </a:r>
          </a:p>
          <a:p>
            <a:r>
              <a:rPr lang="fr-FR" smtClean="0"/>
              <a:t>     Ten thousand reasons for my heart to find</a:t>
            </a:r>
          </a:p>
          <a:p>
            <a:r>
              <a:rPr lang="fr-FR" smtClean="0"/>
              <a:t>  
	13-  BÉNIS DIEU, Ô MON ÂME Ô MON ÂME </a:t>
            </a:r>
          </a:p>
          <a:p>
            <a:r>
              <a:rPr lang="fr-FR" smtClean="0"/>
              <a:t>	       Bless the Lord, O my soul O my soul
	14-  ADORE SON SAINT NOM</a:t>
            </a:r>
          </a:p>
          <a:p>
            <a:r>
              <a:rPr lang="fr-FR" smtClean="0"/>
              <a:t>	       Worship His holy name
	15-  BIEN HAUT LÈVE TA VOIX Ô MON ÂME</a:t>
            </a:r>
          </a:p>
          <a:p>
            <a:r>
              <a:rPr lang="fr-FR" smtClean="0"/>
              <a:t>	       Sing like never before O my soul 
	16-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r>
              <a:rPr lang="fr-FR" smtClean="0"/>
              <a:t>       Bless the Lord  
18-  J’AI BIEN 10 000 RAISONS POUR TE LOUER</a:t>
            </a:r>
          </a:p>
          <a:p>
            <a:r>
              <a:rPr lang="fr-FR" smtClean="0"/>
              <a:t>       Ten thousand reasons for my heart to find  
19-  BÉNIS DIEU POUR 10 000 ANS ET POUR L’ÉTERNITÉ</a:t>
            </a:r>
          </a:p>
          <a:p>
            <a:r>
              <a:rPr lang="fr-FR" smtClean="0"/>
              <a:t>       Bless the Lord Ten thousand years and then forevermore </a:t>
            </a:r>
          </a:p>
          <a:p>
            <a:endParaRPr lang="fr-FR" smtClean="0"/>
          </a:p>
          <a:p>
            <a:r>
              <a:rPr lang="fr-FR" smtClean="0"/>
              <a:t>20-  ET EN CE JOUR OÙ  MA FORCE S’ÉTEINDRA</a:t>
            </a:r>
          </a:p>
          <a:p>
            <a:r>
              <a:rPr lang="fr-FR" smtClean="0"/>
              <a:t>       And on that day when my strength is failing 
21-  QUAND SERA VENU LE MOMENT POUR MOI </a:t>
            </a:r>
          </a:p>
          <a:p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r>
              <a:rPr lang="fr-FR" smtClean="0"/>
              <a:t>       Still my soul will sing Your praise unendingTen thousand years and then forevermore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23-  BÉNIS DIEU, Ô MON ÂME Ô MON ÂME</a:t>
            </a:r>
          </a:p>
          <a:p>
            <a:r>
              <a:rPr lang="fr-FR" smtClean="0"/>
              <a:t>	       Bless the Lord, O my soul O my soul 
	24-  ADORE SON SAINT NOM </a:t>
            </a:r>
          </a:p>
          <a:p>
            <a:r>
              <a:rPr lang="fr-FR" smtClean="0"/>
              <a:t>	       Worship His holy name
	25-  BIEN HAUT LÈVE TA VOIX Ô MON ÂME</a:t>
            </a:r>
          </a:p>
          <a:p>
            <a:r>
              <a:rPr lang="fr-FR" smtClean="0"/>
              <a:t>	       Sing like never before O my soul
	26-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r>
              <a:rPr lang="fr-FR" smtClean="0"/>
              <a:t>       Bless the Lord  
28-  J’AI BIEN 10 000 RAISONS POUR TE LOUER</a:t>
            </a:r>
          </a:p>
          <a:p>
            <a:r>
              <a:rPr lang="fr-FR" smtClean="0"/>
              <a:t>       Ten thousand reasons for my heart to find  
29-  BÉNIS DIEU POUR 10 000 ANS ET POUR L’ÉTERNITÉ</a:t>
            </a:r>
          </a:p>
          <a:p>
            <a:r>
              <a:rPr lang="fr-FR" smtClean="0"/>
              <a:t>       Bless the Lord Ten thousand years and then forevermore	x4</a:t>
            </a:r>
          </a:p>
          <a:p>
            <a:endParaRPr lang="fr-FR" smtClean="0"/>
          </a:p>
          <a:p>
            <a:r>
              <a:rPr lang="fr-FR" smtClean="0"/>
              <a:t>30-  JÉSUS, J’ADORERAI TON SAINT NOM SEIGNEUR, J’ADORERAI TON SAINT NOM </a:t>
            </a:r>
          </a:p>
          <a:p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r>
              <a:rPr lang="fr-FR" smtClean="0"/>
              <a:t>       Jesus, I'll worship Your holy name I'll worship Your holy name
33-  J’ADORERAI TON SAINT NOM</a:t>
            </a:r>
          </a:p>
          <a:p>
            <a:r>
              <a:rPr lang="fr-FR" smtClean="0"/>
              <a:t>       I'll worship Your holy name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SOLEIL BRILLE UN NOUVEAU J OUR EST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Whatever may pass, and whatever lies before me 
4-  QUAND VIENT LA NUIT JE TE LOUERAI PLUS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Let me be singing when the evening comes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Bless the Lord, O my soul O my soul 
	6-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Worship His holy name
	7-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Sing like never before O my soul 
	8-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rich in love, and You're slow to anger 
10-  TON NOM EST GRAND ET TON CŒUR EST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Your goodness I will keep on singing
12-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	13-  BÉNIS DIEU, Ô MON ÂME Ô MON ÂME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
	14-  ADORE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15-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 
	16-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18-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19-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EN CE JOUR OÙ  MA FORCE S’ÉTEINDRA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on that day when my strength is failing 
21-  QUAND SERA VENU LE MOMENT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Still my soul will sing Your praise unendingTen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 
	24-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25-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
	26-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28-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29-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	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J’ADORERAI TON SAINT NOM SEIGNEUR, J’ADORERAI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I'll worship Your holy name
33-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I'll worship Your holy name 
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SOLEIL BRILLE UN NOUVEAU J OUR EST LÀ</a:t>
            </a:r>
          </a:p>
          <a:p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r>
              <a:rPr lang="fr-FR" smtClean="0"/>
              <a:t>      Whatever may pass, and whatever lies before me 
4-  QUAND VIENT LA NUIT JE TE LOUERAI PLUS FORT</a:t>
            </a:r>
          </a:p>
          <a:p>
            <a:r>
              <a:rPr lang="fr-FR" smtClean="0"/>
              <a:t>     Let me be singing when the evening comes </a:t>
            </a:r>
          </a:p>
          <a:p>
            <a:endParaRPr lang="fr-FR" smtClean="0"/>
          </a:p>
          <a:p>
            <a:r>
              <a:rPr lang="fr-FR" smtClean="0"/>
              <a:t>	5-  BÉNIS DIEU, Ô MON ÂME Ô MON ÂME</a:t>
            </a:r>
          </a:p>
          <a:p>
            <a:r>
              <a:rPr lang="fr-FR" smtClean="0"/>
              <a:t>	     Bless the Lord, O my soul O my soul 
	6-  ADORE SON SAINT NOM </a:t>
            </a:r>
          </a:p>
          <a:p>
            <a:r>
              <a:rPr lang="fr-FR" smtClean="0"/>
              <a:t>	     Worship His holy name
	7-  BIEN HAUT LÈVE TA VOIX Ô MON ÂME</a:t>
            </a:r>
          </a:p>
          <a:p>
            <a:r>
              <a:rPr lang="fr-FR" smtClean="0"/>
              <a:t>	     Sing like never before O my soul 
	8-  POUR ADORER SON SAINT NOM</a:t>
            </a:r>
          </a:p>
          <a:p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r>
              <a:rPr lang="fr-FR" smtClean="0"/>
              <a:t>     You're rich in love, and You're slow to anger 
10-  TON NOM EST GRAND ET TON CŒUR EST DOUX</a:t>
            </a:r>
          </a:p>
          <a:p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r>
              <a:rPr lang="fr-FR" smtClean="0"/>
              <a:t>      For all Your goodness I will keep on singing
12-  J’AI BIEN 10 000 RAISONS POUR TE LOUER</a:t>
            </a:r>
          </a:p>
          <a:p>
            <a:r>
              <a:rPr lang="fr-FR" smtClean="0"/>
              <a:t>     Ten thousand reasons for my heart to find</a:t>
            </a:r>
          </a:p>
          <a:p>
            <a:r>
              <a:rPr lang="fr-FR" smtClean="0"/>
              <a:t>  
	13-  BÉNIS DIEU, Ô MON ÂME Ô MON ÂME </a:t>
            </a:r>
          </a:p>
          <a:p>
            <a:r>
              <a:rPr lang="fr-FR" smtClean="0"/>
              <a:t>	       Bless the Lord, O my soul O my soul
	14-  ADORE SON SAINT NOM</a:t>
            </a:r>
          </a:p>
          <a:p>
            <a:r>
              <a:rPr lang="fr-FR" smtClean="0"/>
              <a:t>	       Worship His holy name
	15-  BIEN HAUT LÈVE TA VOIX Ô MON ÂME</a:t>
            </a:r>
          </a:p>
          <a:p>
            <a:r>
              <a:rPr lang="fr-FR" smtClean="0"/>
              <a:t>	       Sing like never before O my soul 
	16-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r>
              <a:rPr lang="fr-FR" smtClean="0"/>
              <a:t>       Bless the Lord  
18-  J’AI BIEN 10 000 RAISONS POUR TE LOUER</a:t>
            </a:r>
          </a:p>
          <a:p>
            <a:r>
              <a:rPr lang="fr-FR" smtClean="0"/>
              <a:t>       Ten thousand reasons for my heart to find  
19-  BÉNIS DIEU POUR 10 000 ANS ET POUR L’ÉTERNITÉ</a:t>
            </a:r>
          </a:p>
          <a:p>
            <a:r>
              <a:rPr lang="fr-FR" smtClean="0"/>
              <a:t>       Bless the Lord Ten thousand years and then forevermore </a:t>
            </a:r>
          </a:p>
          <a:p>
            <a:endParaRPr lang="fr-FR" smtClean="0"/>
          </a:p>
          <a:p>
            <a:r>
              <a:rPr lang="fr-FR" smtClean="0"/>
              <a:t>20-  ET EN CE JOUR OÙ  MA FORCE S’ÉTEINDRA</a:t>
            </a:r>
          </a:p>
          <a:p>
            <a:r>
              <a:rPr lang="fr-FR" smtClean="0"/>
              <a:t>       And on that day when my strength is failing 
21-  QUAND SERA VENU LE MOMENT POUR MOI </a:t>
            </a:r>
          </a:p>
          <a:p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r>
              <a:rPr lang="fr-FR" smtClean="0"/>
              <a:t>       Still my soul will sing Your praise unendingTen thousand years and then forevermore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23-  BÉNIS DIEU, Ô MON ÂME Ô MON ÂME</a:t>
            </a:r>
          </a:p>
          <a:p>
            <a:r>
              <a:rPr lang="fr-FR" smtClean="0"/>
              <a:t>	       Bless the Lord, O my soul O my soul 
	24-  ADORE SON SAINT NOM </a:t>
            </a:r>
          </a:p>
          <a:p>
            <a:r>
              <a:rPr lang="fr-FR" smtClean="0"/>
              <a:t>	       Worship His holy name
	25-  BIEN HAUT LÈVE TA VOIX Ô MON ÂME</a:t>
            </a:r>
          </a:p>
          <a:p>
            <a:r>
              <a:rPr lang="fr-FR" smtClean="0"/>
              <a:t>	       Sing like never before O my soul
	26-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r>
              <a:rPr lang="fr-FR" smtClean="0"/>
              <a:t>       Bless the Lord  
28-  J’AI BIEN 10 000 RAISONS POUR TE LOUER</a:t>
            </a:r>
          </a:p>
          <a:p>
            <a:r>
              <a:rPr lang="fr-FR" smtClean="0"/>
              <a:t>       Ten thousand reasons for my heart to find  
29-  BÉNIS DIEU POUR 10 000 ANS ET POUR L’ÉTERNITÉ</a:t>
            </a:r>
          </a:p>
          <a:p>
            <a:r>
              <a:rPr lang="fr-FR" smtClean="0"/>
              <a:t>       Bless the Lord Ten thousand years and then forevermore	x4</a:t>
            </a:r>
          </a:p>
          <a:p>
            <a:endParaRPr lang="fr-FR" smtClean="0"/>
          </a:p>
          <a:p>
            <a:r>
              <a:rPr lang="fr-FR" smtClean="0"/>
              <a:t>30-  JÉSUS, J’ADORERAI TON SAINT NOM SEIGNEUR, J’ADORERAI TON SAINT NOM </a:t>
            </a:r>
          </a:p>
          <a:p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r>
              <a:rPr lang="fr-FR" smtClean="0"/>
              <a:t>       Jesus, I'll worship Your holy name I'll worship Your holy name
33-  J’ADORERAI TON SAINT NOM</a:t>
            </a:r>
          </a:p>
          <a:p>
            <a:r>
              <a:rPr lang="fr-FR" smtClean="0"/>
              <a:t>       I'll worship Your holy name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SOLEIL BRILLE UN NOUVEAU J OUR EST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Whatever may pass, and whatever lies before me 
4-  QUAND VIENT LA NUIT JE TE LOUERAI PLUS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Let me be singing when the evening comes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Bless the Lord, O my soul O my soul 
	6-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Worship His holy name
	7-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Sing like never before O my soul 
	8-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rich in love, and You're slow to anger 
10-  TON NOM EST GRAND ET TON CŒUR EST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Your goodness I will keep on singing
12-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	13-  BÉNIS DIEU, Ô MON ÂME Ô MON ÂME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
	14-  ADORE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15-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 
	16-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18-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19-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EN CE JOUR OÙ  MA FORCE S’ÉTEINDRA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on that day when my strength is failing 
21-  QUAND SERA VENU LE MOMENT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Still my soul will sing Your praise unendingTen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 
	24-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25-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
	26-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28-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29-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	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J’ADORERAI TON SAINT NOM SEIGNEUR, J’ADORERAI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I'll worship Your holy name
33-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I'll worship Your holy name 
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SOLEIL BRILLE UN NOUVEAU J OUR EST LÀ</a:t>
            </a:r>
          </a:p>
          <a:p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r>
              <a:rPr lang="fr-FR" smtClean="0"/>
              <a:t>      Whatever may pass, and whatever lies before me 
4-  QUAND VIENT LA NUIT JE TE LOUERAI PLUS FORT</a:t>
            </a:r>
          </a:p>
          <a:p>
            <a:r>
              <a:rPr lang="fr-FR" smtClean="0"/>
              <a:t>     Let me be singing when the evening comes </a:t>
            </a:r>
          </a:p>
          <a:p>
            <a:endParaRPr lang="fr-FR" smtClean="0"/>
          </a:p>
          <a:p>
            <a:r>
              <a:rPr lang="fr-FR" smtClean="0"/>
              <a:t>	5-  BÉNIS DIEU, Ô MON ÂME Ô MON ÂME</a:t>
            </a:r>
          </a:p>
          <a:p>
            <a:r>
              <a:rPr lang="fr-FR" smtClean="0"/>
              <a:t>	     Bless the Lord, O my soul O my soul 
	6-  ADORE SON SAINT NOM </a:t>
            </a:r>
          </a:p>
          <a:p>
            <a:r>
              <a:rPr lang="fr-FR" smtClean="0"/>
              <a:t>	     Worship His holy name
	7-  BIEN HAUT LÈVE TA VOIX Ô MON ÂME</a:t>
            </a:r>
          </a:p>
          <a:p>
            <a:r>
              <a:rPr lang="fr-FR" smtClean="0"/>
              <a:t>	     Sing like never before O my soul 
	8-  POUR ADORER SON SAINT NOM</a:t>
            </a:r>
          </a:p>
          <a:p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r>
              <a:rPr lang="fr-FR" smtClean="0"/>
              <a:t>     You're rich in love, and You're slow to anger 
10-  TON NOM EST GRAND ET TON CŒUR EST DOUX</a:t>
            </a:r>
          </a:p>
          <a:p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r>
              <a:rPr lang="fr-FR" smtClean="0"/>
              <a:t>      For all Your goodness I will keep on singing
12-  J’AI BIEN 10 000 RAISONS POUR TE LOUER</a:t>
            </a:r>
          </a:p>
          <a:p>
            <a:r>
              <a:rPr lang="fr-FR" smtClean="0"/>
              <a:t>     Ten thousand reasons for my heart to find</a:t>
            </a:r>
          </a:p>
          <a:p>
            <a:r>
              <a:rPr lang="fr-FR" smtClean="0"/>
              <a:t>  
	13-  BÉNIS DIEU, Ô MON ÂME Ô MON ÂME </a:t>
            </a:r>
          </a:p>
          <a:p>
            <a:r>
              <a:rPr lang="fr-FR" smtClean="0"/>
              <a:t>	       Bless the Lord, O my soul O my soul
	14-  ADORE SON SAINT NOM</a:t>
            </a:r>
          </a:p>
          <a:p>
            <a:r>
              <a:rPr lang="fr-FR" smtClean="0"/>
              <a:t>	       Worship His holy name
	15-  BIEN HAUT LÈVE TA VOIX Ô MON ÂME</a:t>
            </a:r>
          </a:p>
          <a:p>
            <a:r>
              <a:rPr lang="fr-FR" smtClean="0"/>
              <a:t>	       Sing like never before O my soul 
	16-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r>
              <a:rPr lang="fr-FR" smtClean="0"/>
              <a:t>       Bless the Lord  
18-  J’AI BIEN 10 000 RAISONS POUR TE LOUER</a:t>
            </a:r>
          </a:p>
          <a:p>
            <a:r>
              <a:rPr lang="fr-FR" smtClean="0"/>
              <a:t>       Ten thousand reasons for my heart to find  
19-  BÉNIS DIEU POUR 10 000 ANS ET POUR L’ÉTERNITÉ</a:t>
            </a:r>
          </a:p>
          <a:p>
            <a:r>
              <a:rPr lang="fr-FR" smtClean="0"/>
              <a:t>       Bless the Lord Ten thousand years and then forevermore </a:t>
            </a:r>
          </a:p>
          <a:p>
            <a:endParaRPr lang="fr-FR" smtClean="0"/>
          </a:p>
          <a:p>
            <a:r>
              <a:rPr lang="fr-FR" smtClean="0"/>
              <a:t>20-  ET EN CE JOUR OÙ  MA FORCE S’ÉTEINDRA</a:t>
            </a:r>
          </a:p>
          <a:p>
            <a:r>
              <a:rPr lang="fr-FR" smtClean="0"/>
              <a:t>       And on that day when my strength is failing 
21-  QUAND SERA VENU LE MOMENT POUR MOI </a:t>
            </a:r>
          </a:p>
          <a:p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r>
              <a:rPr lang="fr-FR" smtClean="0"/>
              <a:t>       Still my soul will sing Your praise unendingTen thousand years and then forevermore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23-  BÉNIS DIEU, Ô MON ÂME Ô MON ÂME</a:t>
            </a:r>
          </a:p>
          <a:p>
            <a:r>
              <a:rPr lang="fr-FR" smtClean="0"/>
              <a:t>	       Bless the Lord, O my soul O my soul 
	24-  ADORE SON SAINT NOM </a:t>
            </a:r>
          </a:p>
          <a:p>
            <a:r>
              <a:rPr lang="fr-FR" smtClean="0"/>
              <a:t>	       Worship His holy name
	25-  BIEN HAUT LÈVE TA VOIX Ô MON ÂME</a:t>
            </a:r>
          </a:p>
          <a:p>
            <a:r>
              <a:rPr lang="fr-FR" smtClean="0"/>
              <a:t>	       Sing like never before O my soul
	26-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r>
              <a:rPr lang="fr-FR" smtClean="0"/>
              <a:t>       Bless the Lord  
28-  J’AI BIEN 10 000 RAISONS POUR TE LOUER</a:t>
            </a:r>
          </a:p>
          <a:p>
            <a:r>
              <a:rPr lang="fr-FR" smtClean="0"/>
              <a:t>       Ten thousand reasons for my heart to find  
29-  BÉNIS DIEU POUR 10 000 ANS ET POUR L’ÉTERNITÉ</a:t>
            </a:r>
          </a:p>
          <a:p>
            <a:r>
              <a:rPr lang="fr-FR" smtClean="0"/>
              <a:t>       Bless the Lord Ten thousand years and then forevermore	x4</a:t>
            </a:r>
          </a:p>
          <a:p>
            <a:endParaRPr lang="fr-FR" smtClean="0"/>
          </a:p>
          <a:p>
            <a:r>
              <a:rPr lang="fr-FR" smtClean="0"/>
              <a:t>30-  JÉSUS, J’ADORERAI TON SAINT NOM SEIGNEUR, J’ADORERAI TON SAINT NOM </a:t>
            </a:r>
          </a:p>
          <a:p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r>
              <a:rPr lang="fr-FR" smtClean="0"/>
              <a:t>       Jesus, I'll worship Your holy name I'll worship Your holy name
33-  J’ADORERAI TON SAINT NOM</a:t>
            </a:r>
          </a:p>
          <a:p>
            <a:r>
              <a:rPr lang="fr-FR" smtClean="0"/>
              <a:t>       I'll worship Your holy name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SOLEIL BRILLE UN NOUVEAU J OUR EST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Whatever may pass, and whatever lies before me 
4-  QUAND VIENT LA NUIT JE TE LOUERAI PLUS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Let me be singing when the evening comes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Bless the Lord, O my soul O my soul 
	6-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Worship His holy name
	7-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Sing like never before O my soul 
	8-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rich in love, and You're slow to anger 
10-  TON NOM EST GRAND ET TON CŒUR EST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Your goodness I will keep on singing
12-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	13-  BÉNIS DIEU, Ô MON ÂME Ô MON ÂME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
	14-  ADORE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15-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 
	16-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18-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19-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EN CE JOUR OÙ  MA FORCE S’ÉTEINDRA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on that day when my strength is failing 
21-  QUAND SERA VENU LE MOMENT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Still my soul will sing Your praise unendingTen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 
	24-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25-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
	26-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28-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29-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	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J’ADORERAI TON SAINT NOM SEIGNEUR, J’ADORERAI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I'll worship Your holy name
33-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I'll worship Your holy name 
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SOLEIL BRILLE UN NOUVEAU J OUR EST LÀ</a:t>
            </a:r>
          </a:p>
          <a:p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r>
              <a:rPr lang="fr-FR" smtClean="0"/>
              <a:t>      Whatever may pass, and whatever lies before me 
4-  QUAND VIENT LA NUIT JE TE LOUERAI PLUS FORT</a:t>
            </a:r>
          </a:p>
          <a:p>
            <a:r>
              <a:rPr lang="fr-FR" smtClean="0"/>
              <a:t>     Let me be singing when the evening comes </a:t>
            </a:r>
          </a:p>
          <a:p>
            <a:endParaRPr lang="fr-FR" smtClean="0"/>
          </a:p>
          <a:p>
            <a:r>
              <a:rPr lang="fr-FR" smtClean="0"/>
              <a:t>	5-  BÉNIS DIEU, Ô MON ÂME Ô MON ÂME</a:t>
            </a:r>
          </a:p>
          <a:p>
            <a:r>
              <a:rPr lang="fr-FR" smtClean="0"/>
              <a:t>	     Bless the Lord, O my soul O my soul 
	6-  ADORE SON SAINT NOM </a:t>
            </a:r>
          </a:p>
          <a:p>
            <a:r>
              <a:rPr lang="fr-FR" smtClean="0"/>
              <a:t>	     Worship His holy name
	7-  BIEN HAUT LÈVE TA VOIX Ô MON ÂME</a:t>
            </a:r>
          </a:p>
          <a:p>
            <a:r>
              <a:rPr lang="fr-FR" smtClean="0"/>
              <a:t>	     Sing like never before O my soul 
	8-  POUR ADORER SON SAINT NOM</a:t>
            </a:r>
          </a:p>
          <a:p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r>
              <a:rPr lang="fr-FR" smtClean="0"/>
              <a:t>     You're rich in love, and You're slow to anger 
10-  TON NOM EST GRAND ET TON CŒUR EST DOUX</a:t>
            </a:r>
          </a:p>
          <a:p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r>
              <a:rPr lang="fr-FR" smtClean="0"/>
              <a:t>      For all Your goodness I will keep on singing
12-  J’AI BIEN 10 000 RAISONS POUR TE LOUER</a:t>
            </a:r>
          </a:p>
          <a:p>
            <a:r>
              <a:rPr lang="fr-FR" smtClean="0"/>
              <a:t>     Ten thousand reasons for my heart to find</a:t>
            </a:r>
          </a:p>
          <a:p>
            <a:r>
              <a:rPr lang="fr-FR" smtClean="0"/>
              <a:t>  
	13-  BÉNIS DIEU, Ô MON ÂME Ô MON ÂME </a:t>
            </a:r>
          </a:p>
          <a:p>
            <a:r>
              <a:rPr lang="fr-FR" smtClean="0"/>
              <a:t>	       Bless the Lord, O my soul O my soul
	14-  ADORE SON SAINT NOM</a:t>
            </a:r>
          </a:p>
          <a:p>
            <a:r>
              <a:rPr lang="fr-FR" smtClean="0"/>
              <a:t>	       Worship His holy name
	15-  BIEN HAUT LÈVE TA VOIX Ô MON ÂME</a:t>
            </a:r>
          </a:p>
          <a:p>
            <a:r>
              <a:rPr lang="fr-FR" smtClean="0"/>
              <a:t>	       Sing like never before O my soul 
	16-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r>
              <a:rPr lang="fr-FR" smtClean="0"/>
              <a:t>       Bless the Lord  
18-  J’AI BIEN 10 000 RAISONS POUR TE LOUER</a:t>
            </a:r>
          </a:p>
          <a:p>
            <a:r>
              <a:rPr lang="fr-FR" smtClean="0"/>
              <a:t>       Ten thousand reasons for my heart to find  
19-  BÉNIS DIEU POUR 10 000 ANS ET POUR L’ÉTERNITÉ</a:t>
            </a:r>
          </a:p>
          <a:p>
            <a:r>
              <a:rPr lang="fr-FR" smtClean="0"/>
              <a:t>       Bless the Lord Ten thousand years and then forevermore </a:t>
            </a:r>
          </a:p>
          <a:p>
            <a:endParaRPr lang="fr-FR" smtClean="0"/>
          </a:p>
          <a:p>
            <a:r>
              <a:rPr lang="fr-FR" smtClean="0"/>
              <a:t>20-  ET EN CE JOUR OÙ  MA FORCE S’ÉTEINDRA</a:t>
            </a:r>
          </a:p>
          <a:p>
            <a:r>
              <a:rPr lang="fr-FR" smtClean="0"/>
              <a:t>       And on that day when my strength is failing 
21-  QUAND SERA VENU LE MOMENT POUR MOI </a:t>
            </a:r>
          </a:p>
          <a:p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r>
              <a:rPr lang="fr-FR" smtClean="0"/>
              <a:t>       Still my soul will sing Your praise unendingTen thousand years and then forevermore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23-  BÉNIS DIEU, Ô MON ÂME Ô MON ÂME</a:t>
            </a:r>
          </a:p>
          <a:p>
            <a:r>
              <a:rPr lang="fr-FR" smtClean="0"/>
              <a:t>	       Bless the Lord, O my soul O my soul 
	24-  ADORE SON SAINT NOM </a:t>
            </a:r>
          </a:p>
          <a:p>
            <a:r>
              <a:rPr lang="fr-FR" smtClean="0"/>
              <a:t>	       Worship His holy name
	25-  BIEN HAUT LÈVE TA VOIX Ô MON ÂME</a:t>
            </a:r>
          </a:p>
          <a:p>
            <a:r>
              <a:rPr lang="fr-FR" smtClean="0"/>
              <a:t>	       Sing like never before O my soul
	26-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r>
              <a:rPr lang="fr-FR" smtClean="0"/>
              <a:t>       Bless the Lord  
28-  J’AI BIEN 10 000 RAISONS POUR TE LOUER</a:t>
            </a:r>
          </a:p>
          <a:p>
            <a:r>
              <a:rPr lang="fr-FR" smtClean="0"/>
              <a:t>       Ten thousand reasons for my heart to find  
29-  BÉNIS DIEU POUR 10 000 ANS ET POUR L’ÉTERNITÉ</a:t>
            </a:r>
          </a:p>
          <a:p>
            <a:r>
              <a:rPr lang="fr-FR" smtClean="0"/>
              <a:t>       Bless the Lord Ten thousand years and then forevermore	x4</a:t>
            </a:r>
          </a:p>
          <a:p>
            <a:endParaRPr lang="fr-FR" smtClean="0"/>
          </a:p>
          <a:p>
            <a:r>
              <a:rPr lang="fr-FR" smtClean="0"/>
              <a:t>30-  JÉSUS, J’ADORERAI TON SAINT NOM SEIGNEUR, J’ADORERAI TON SAINT NOM </a:t>
            </a:r>
          </a:p>
          <a:p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r>
              <a:rPr lang="fr-FR" smtClean="0"/>
              <a:t>       Jesus, I'll worship Your holy name I'll worship Your holy name
33-  J’ADORERAI TON SAINT NOM</a:t>
            </a:r>
          </a:p>
          <a:p>
            <a:r>
              <a:rPr lang="fr-FR" smtClean="0"/>
              <a:t>       I'll worship Your holy name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SOLEIL BRILLE UN NOUVEAU J OUR EST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Whatever may pass, and whatever lies before me 
4-  QUAND VIENT LA NUIT JE TE LOUERAI PLUS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Let me be singing when the evening comes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Bless the Lord, O my soul O my soul 
	6-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Worship His holy name
	7-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Sing like never before O my soul 
	8-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rich in love, and You're slow to anger 
10-  TON NOM EST GRAND ET TON CŒUR EST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Your goodness I will keep on singing
12-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	13-  BÉNIS DIEU, Ô MON ÂME Ô MON ÂME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
	14-  ADORE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15-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 
	16-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18-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19-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EN CE JOUR OÙ  MA FORCE S’ÉTEINDRA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on that day when my strength is failing 
21-  QUAND SERA VENU LE MOMENT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Still my soul will sing Your praise unendingTen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 
	24-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25-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
	26-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28-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29-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	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J’ADORERAI TON SAINT NOM SEIGNEUR, J’ADORERAI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I'll worship Your holy name
33-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I'll worship Your holy name 
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SOLEIL BRILLE UN NOUVEAU J OUR EST LÀ</a:t>
            </a:r>
          </a:p>
          <a:p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r>
              <a:rPr lang="fr-FR" smtClean="0"/>
              <a:t>      Whatever may pass, and whatever lies before me 
4-  QUAND VIENT LA NUIT JE TE LOUERAI PLUS FORT</a:t>
            </a:r>
          </a:p>
          <a:p>
            <a:r>
              <a:rPr lang="fr-FR" smtClean="0"/>
              <a:t>     Let me be singing when the evening comes </a:t>
            </a:r>
          </a:p>
          <a:p>
            <a:endParaRPr lang="fr-FR" smtClean="0"/>
          </a:p>
          <a:p>
            <a:r>
              <a:rPr lang="fr-FR" smtClean="0"/>
              <a:t>	5-  BÉNIS DIEU, Ô MON ÂME Ô MON ÂME</a:t>
            </a:r>
          </a:p>
          <a:p>
            <a:r>
              <a:rPr lang="fr-FR" smtClean="0"/>
              <a:t>	     Bless the Lord, O my soul O my soul 
	6-  ADORE SON SAINT NOM </a:t>
            </a:r>
          </a:p>
          <a:p>
            <a:r>
              <a:rPr lang="fr-FR" smtClean="0"/>
              <a:t>	     Worship His holy name
	7-  BIEN HAUT LÈVE TA VOIX Ô MON ÂME</a:t>
            </a:r>
          </a:p>
          <a:p>
            <a:r>
              <a:rPr lang="fr-FR" smtClean="0"/>
              <a:t>	     Sing like never before O my soul 
	8-  POUR ADORER SON SAINT NOM</a:t>
            </a:r>
          </a:p>
          <a:p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r>
              <a:rPr lang="fr-FR" smtClean="0"/>
              <a:t>     You're rich in love, and You're slow to anger 
10-  TON NOM EST GRAND ET TON CŒUR EST DOUX</a:t>
            </a:r>
          </a:p>
          <a:p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r>
              <a:rPr lang="fr-FR" smtClean="0"/>
              <a:t>      For all Your goodness I will keep on singing
12-  J’AI BIEN 10 000 RAISONS POUR TE LOUER</a:t>
            </a:r>
          </a:p>
          <a:p>
            <a:r>
              <a:rPr lang="fr-FR" smtClean="0"/>
              <a:t>     Ten thousand reasons for my heart to find</a:t>
            </a:r>
          </a:p>
          <a:p>
            <a:r>
              <a:rPr lang="fr-FR" smtClean="0"/>
              <a:t>  
	13-  BÉNIS DIEU, Ô MON ÂME Ô MON ÂME </a:t>
            </a:r>
          </a:p>
          <a:p>
            <a:r>
              <a:rPr lang="fr-FR" smtClean="0"/>
              <a:t>	       Bless the Lord, O my soul O my soul
	14-  ADORE SON SAINT NOM</a:t>
            </a:r>
          </a:p>
          <a:p>
            <a:r>
              <a:rPr lang="fr-FR" smtClean="0"/>
              <a:t>	       Worship His holy name
	15-  BIEN HAUT LÈVE TA VOIX Ô MON ÂME</a:t>
            </a:r>
          </a:p>
          <a:p>
            <a:r>
              <a:rPr lang="fr-FR" smtClean="0"/>
              <a:t>	       Sing like never before O my soul 
	16-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r>
              <a:rPr lang="fr-FR" smtClean="0"/>
              <a:t>       Bless the Lord  
18-  J’AI BIEN 10 000 RAISONS POUR TE LOUER</a:t>
            </a:r>
          </a:p>
          <a:p>
            <a:r>
              <a:rPr lang="fr-FR" smtClean="0"/>
              <a:t>       Ten thousand reasons for my heart to find  
19-  BÉNIS DIEU POUR 10 000 ANS ET POUR L’ÉTERNITÉ</a:t>
            </a:r>
          </a:p>
          <a:p>
            <a:r>
              <a:rPr lang="fr-FR" smtClean="0"/>
              <a:t>       Bless the Lord Ten thousand years and then forevermore </a:t>
            </a:r>
          </a:p>
          <a:p>
            <a:endParaRPr lang="fr-FR" smtClean="0"/>
          </a:p>
          <a:p>
            <a:r>
              <a:rPr lang="fr-FR" smtClean="0"/>
              <a:t>20-  ET EN CE JOUR OÙ  MA FORCE S’ÉTEINDRA</a:t>
            </a:r>
          </a:p>
          <a:p>
            <a:r>
              <a:rPr lang="fr-FR" smtClean="0"/>
              <a:t>       And on that day when my strength is failing 
21-  QUAND SERA VENU LE MOMENT POUR MOI </a:t>
            </a:r>
          </a:p>
          <a:p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r>
              <a:rPr lang="fr-FR" smtClean="0"/>
              <a:t>       Still my soul will sing Your praise unendingTen thousand years and then forevermore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23-  BÉNIS DIEU, Ô MON ÂME Ô MON ÂME</a:t>
            </a:r>
          </a:p>
          <a:p>
            <a:r>
              <a:rPr lang="fr-FR" smtClean="0"/>
              <a:t>	       Bless the Lord, O my soul O my soul 
	24-  ADORE SON SAINT NOM </a:t>
            </a:r>
          </a:p>
          <a:p>
            <a:r>
              <a:rPr lang="fr-FR" smtClean="0"/>
              <a:t>	       Worship His holy name
	25-  BIEN HAUT LÈVE TA VOIX Ô MON ÂME</a:t>
            </a:r>
          </a:p>
          <a:p>
            <a:r>
              <a:rPr lang="fr-FR" smtClean="0"/>
              <a:t>	       Sing like never before O my soul
	26-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r>
              <a:rPr lang="fr-FR" smtClean="0"/>
              <a:t>       Bless the Lord  
28-  J’AI BIEN 10 000 RAISONS POUR TE LOUER</a:t>
            </a:r>
          </a:p>
          <a:p>
            <a:r>
              <a:rPr lang="fr-FR" smtClean="0"/>
              <a:t>       Ten thousand reasons for my heart to find  
29-  BÉNIS DIEU POUR 10 000 ANS ET POUR L’ÉTERNITÉ</a:t>
            </a:r>
          </a:p>
          <a:p>
            <a:r>
              <a:rPr lang="fr-FR" smtClean="0"/>
              <a:t>       Bless the Lord Ten thousand years and then forevermore	x4</a:t>
            </a:r>
          </a:p>
          <a:p>
            <a:endParaRPr lang="fr-FR" smtClean="0"/>
          </a:p>
          <a:p>
            <a:r>
              <a:rPr lang="fr-FR" smtClean="0"/>
              <a:t>30-  JÉSUS, J’ADORERAI TON SAINT NOM SEIGNEUR, J’ADORERAI TON SAINT NOM </a:t>
            </a:r>
          </a:p>
          <a:p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r>
              <a:rPr lang="fr-FR" smtClean="0"/>
              <a:t>       Jesus, I'll worship Your holy name I'll worship Your holy name
33-  J’ADORERAI TON SAINT NOM</a:t>
            </a:r>
          </a:p>
          <a:p>
            <a:r>
              <a:rPr lang="fr-FR" smtClean="0"/>
              <a:t>       I'll worship Your holy name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SOLEIL BRILLE UN NOUVEAU J OUR EST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Whatever may pass, and whatever lies before me 
4-  QUAND VIENT LA NUIT JE TE LOUERAI PLUS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Let me be singing when the evening comes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Bless the Lord, O my soul O my soul 
	6-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Worship His holy name
	7-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Sing like never before O my soul 
	8-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rich in love, and You're slow to anger 
10-  TON NOM EST GRAND ET TON CŒUR EST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Your goodness I will keep on singing
12-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	13-  BÉNIS DIEU, Ô MON ÂME Ô MON ÂME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
	14-  ADORE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15-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 
	16-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18-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19-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EN CE JOUR OÙ  MA FORCE S’ÉTEINDRA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on that day when my strength is failing 
21-  QUAND SERA VENU LE MOMENT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Still my soul will sing Your praise unendingTen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 
	24-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25-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
	26-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28-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29-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	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J’ADORERAI TON SAINT NOM SEIGNEUR, J’ADORERAI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I'll worship Your holy name
33-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I'll worship Your holy name 
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SOLEIL BRILLE UN NOUVEAU J OUR EST LÀ</a:t>
            </a:r>
          </a:p>
          <a:p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r>
              <a:rPr lang="fr-FR" smtClean="0"/>
              <a:t>      Whatever may pass, and whatever lies before me 
4-  QUAND VIENT LA NUIT JE TE LOUERAI PLUS FORT</a:t>
            </a:r>
          </a:p>
          <a:p>
            <a:r>
              <a:rPr lang="fr-FR" smtClean="0"/>
              <a:t>     Let me be singing when the evening comes </a:t>
            </a:r>
          </a:p>
          <a:p>
            <a:endParaRPr lang="fr-FR" smtClean="0"/>
          </a:p>
          <a:p>
            <a:r>
              <a:rPr lang="fr-FR" smtClean="0"/>
              <a:t>	5-  BÉNIS DIEU, Ô MON ÂME Ô MON ÂME</a:t>
            </a:r>
          </a:p>
          <a:p>
            <a:r>
              <a:rPr lang="fr-FR" smtClean="0"/>
              <a:t>	     Bless the Lord, O my soul O my soul 
	6-  ADORE SON SAINT NOM </a:t>
            </a:r>
          </a:p>
          <a:p>
            <a:r>
              <a:rPr lang="fr-FR" smtClean="0"/>
              <a:t>	     Worship His holy name
	7-  BIEN HAUT LÈVE TA VOIX Ô MON ÂME</a:t>
            </a:r>
          </a:p>
          <a:p>
            <a:r>
              <a:rPr lang="fr-FR" smtClean="0"/>
              <a:t>	     Sing like never before O my soul 
	8-  POUR ADORER SON SAINT NOM</a:t>
            </a:r>
          </a:p>
          <a:p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r>
              <a:rPr lang="fr-FR" smtClean="0"/>
              <a:t>     You're rich in love, and You're slow to anger 
10-  TON NOM EST GRAND ET TON CŒUR EST DOUX</a:t>
            </a:r>
          </a:p>
          <a:p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r>
              <a:rPr lang="fr-FR" smtClean="0"/>
              <a:t>      For all Your goodness I will keep on singing
12-  J’AI BIEN 10 000 RAISONS POUR TE LOUER</a:t>
            </a:r>
          </a:p>
          <a:p>
            <a:r>
              <a:rPr lang="fr-FR" smtClean="0"/>
              <a:t>     Ten thousand reasons for my heart to find</a:t>
            </a:r>
          </a:p>
          <a:p>
            <a:r>
              <a:rPr lang="fr-FR" smtClean="0"/>
              <a:t>  
	13-  BÉNIS DIEU, Ô MON ÂME Ô MON ÂME </a:t>
            </a:r>
          </a:p>
          <a:p>
            <a:r>
              <a:rPr lang="fr-FR" smtClean="0"/>
              <a:t>	       Bless the Lord, O my soul O my soul
	14-  ADORE SON SAINT NOM</a:t>
            </a:r>
          </a:p>
          <a:p>
            <a:r>
              <a:rPr lang="fr-FR" smtClean="0"/>
              <a:t>	       Worship His holy name
	15-  BIEN HAUT LÈVE TA VOIX Ô MON ÂME</a:t>
            </a:r>
          </a:p>
          <a:p>
            <a:r>
              <a:rPr lang="fr-FR" smtClean="0"/>
              <a:t>	       Sing like never before O my soul 
	16-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r>
              <a:rPr lang="fr-FR" smtClean="0"/>
              <a:t>       Bless the Lord  
18-  J’AI BIEN 10 000 RAISONS POUR TE LOUER</a:t>
            </a:r>
          </a:p>
          <a:p>
            <a:r>
              <a:rPr lang="fr-FR" smtClean="0"/>
              <a:t>       Ten thousand reasons for my heart to find  
19-  BÉNIS DIEU POUR 10 000 ANS ET POUR L’ÉTERNITÉ</a:t>
            </a:r>
          </a:p>
          <a:p>
            <a:r>
              <a:rPr lang="fr-FR" smtClean="0"/>
              <a:t>       Bless the Lord Ten thousand years and then forevermore </a:t>
            </a:r>
          </a:p>
          <a:p>
            <a:endParaRPr lang="fr-FR" smtClean="0"/>
          </a:p>
          <a:p>
            <a:r>
              <a:rPr lang="fr-FR" smtClean="0"/>
              <a:t>20-  ET EN CE JOUR OÙ  MA FORCE S’ÉTEINDRA</a:t>
            </a:r>
          </a:p>
          <a:p>
            <a:r>
              <a:rPr lang="fr-FR" smtClean="0"/>
              <a:t>       And on that day when my strength is failing 
21-  QUAND SERA VENU LE MOMENT POUR MOI </a:t>
            </a:r>
          </a:p>
          <a:p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r>
              <a:rPr lang="fr-FR" smtClean="0"/>
              <a:t>       Still my soul will sing Your praise unendingTen thousand years and then forevermore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23-  BÉNIS DIEU, Ô MON ÂME Ô MON ÂME</a:t>
            </a:r>
          </a:p>
          <a:p>
            <a:r>
              <a:rPr lang="fr-FR" smtClean="0"/>
              <a:t>	       Bless the Lord, O my soul O my soul 
	24-  ADORE SON SAINT NOM </a:t>
            </a:r>
          </a:p>
          <a:p>
            <a:r>
              <a:rPr lang="fr-FR" smtClean="0"/>
              <a:t>	       Worship His holy name
	25-  BIEN HAUT LÈVE TA VOIX Ô MON ÂME</a:t>
            </a:r>
          </a:p>
          <a:p>
            <a:r>
              <a:rPr lang="fr-FR" smtClean="0"/>
              <a:t>	       Sing like never before O my soul
	26-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r>
              <a:rPr lang="fr-FR" smtClean="0"/>
              <a:t>       Bless the Lord  
28-  J’AI BIEN 10 000 RAISONS POUR TE LOUER</a:t>
            </a:r>
          </a:p>
          <a:p>
            <a:r>
              <a:rPr lang="fr-FR" smtClean="0"/>
              <a:t>       Ten thousand reasons for my heart to find  
29-  BÉNIS DIEU POUR 10 000 ANS ET POUR L’ÉTERNITÉ</a:t>
            </a:r>
          </a:p>
          <a:p>
            <a:r>
              <a:rPr lang="fr-FR" smtClean="0"/>
              <a:t>       Bless the Lord Ten thousand years and then forevermore	x4</a:t>
            </a:r>
          </a:p>
          <a:p>
            <a:endParaRPr lang="fr-FR" smtClean="0"/>
          </a:p>
          <a:p>
            <a:r>
              <a:rPr lang="fr-FR" smtClean="0"/>
              <a:t>30-  JÉSUS, J’ADORERAI TON SAINT NOM SEIGNEUR, J’ADORERAI TON SAINT NOM </a:t>
            </a:r>
          </a:p>
          <a:p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r>
              <a:rPr lang="fr-FR" smtClean="0"/>
              <a:t>       Jesus, I'll worship Your holy name I'll worship Your holy name
33-  J’ADORERAI TON SAINT NOM</a:t>
            </a:r>
          </a:p>
          <a:p>
            <a:r>
              <a:rPr lang="fr-FR" smtClean="0"/>
              <a:t>       I'll worship Your holy name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SOLEIL BRILLE UN NOUVEAU J OUR EST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Whatever may pass, and whatever lies before me 
4-  QUAND VIENT LA NUIT JE TE LOUERAI PLUS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Let me be singing when the evening comes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Bless the Lord, O my soul O my soul 
	6-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Worship His holy name
	7-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Sing like never before O my soul 
	8-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rich in love, and You're slow to anger 
10-  TON NOM EST GRAND ET TON CŒUR EST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Your goodness I will keep on singing
12-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	13-  BÉNIS DIEU, Ô MON ÂME Ô MON ÂME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
	14-  ADORE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15-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 
	16-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18-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19-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EN CE JOUR OÙ  MA FORCE S’ÉTEINDRA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on that day when my strength is failing 
21-  QUAND SERA VENU LE MOMENT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Still my soul will sing Your praise unendingTen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 
	24-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25-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
	26-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28-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29-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	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J’ADORERAI TON SAINT NOM SEIGNEUR, J’ADORERAI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I'll worship Your holy name
33-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I'll worship Your holy name 
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SOLEIL BRILLE UN NOUVEAU J OUR EST LÀ</a:t>
            </a:r>
          </a:p>
          <a:p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r>
              <a:rPr lang="fr-FR" smtClean="0"/>
              <a:t>      Whatever may pass, and whatever lies before me 
4-  QUAND VIENT LA NUIT JE TE LOUERAI PLUS FORT</a:t>
            </a:r>
          </a:p>
          <a:p>
            <a:r>
              <a:rPr lang="fr-FR" smtClean="0"/>
              <a:t>     Let me be singing when the evening comes </a:t>
            </a:r>
          </a:p>
          <a:p>
            <a:endParaRPr lang="fr-FR" smtClean="0"/>
          </a:p>
          <a:p>
            <a:r>
              <a:rPr lang="fr-FR" smtClean="0"/>
              <a:t>	5-  BÉNIS DIEU, Ô MON ÂME Ô MON ÂME</a:t>
            </a:r>
          </a:p>
          <a:p>
            <a:r>
              <a:rPr lang="fr-FR" smtClean="0"/>
              <a:t>	     Bless the Lord, O my soul O my soul 
	6-  ADORE SON SAINT NOM </a:t>
            </a:r>
          </a:p>
          <a:p>
            <a:r>
              <a:rPr lang="fr-FR" smtClean="0"/>
              <a:t>	     Worship His holy name
	7-  BIEN HAUT LÈVE TA VOIX Ô MON ÂME</a:t>
            </a:r>
          </a:p>
          <a:p>
            <a:r>
              <a:rPr lang="fr-FR" smtClean="0"/>
              <a:t>	     Sing like never before O my soul 
	8-  POUR ADORER SON SAINT NOM</a:t>
            </a:r>
          </a:p>
          <a:p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r>
              <a:rPr lang="fr-FR" smtClean="0"/>
              <a:t>     You're rich in love, and You're slow to anger 
10-  TON NOM EST GRAND ET TON CŒUR EST DOUX</a:t>
            </a:r>
          </a:p>
          <a:p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r>
              <a:rPr lang="fr-FR" smtClean="0"/>
              <a:t>      For all Your goodness I will keep on singing
12-  J’AI BIEN 10 000 RAISONS POUR TE LOUER</a:t>
            </a:r>
          </a:p>
          <a:p>
            <a:r>
              <a:rPr lang="fr-FR" smtClean="0"/>
              <a:t>     Ten thousand reasons for my heart to find</a:t>
            </a:r>
          </a:p>
          <a:p>
            <a:r>
              <a:rPr lang="fr-FR" smtClean="0"/>
              <a:t>  
	13-  BÉNIS DIEU, Ô MON ÂME Ô MON ÂME </a:t>
            </a:r>
          </a:p>
          <a:p>
            <a:r>
              <a:rPr lang="fr-FR" smtClean="0"/>
              <a:t>	       Bless the Lord, O my soul O my soul
	14-  ADORE SON SAINT NOM</a:t>
            </a:r>
          </a:p>
          <a:p>
            <a:r>
              <a:rPr lang="fr-FR" smtClean="0"/>
              <a:t>	       Worship His holy name
	15-  BIEN HAUT LÈVE TA VOIX Ô MON ÂME</a:t>
            </a:r>
          </a:p>
          <a:p>
            <a:r>
              <a:rPr lang="fr-FR" smtClean="0"/>
              <a:t>	       Sing like never before O my soul 
	16-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r>
              <a:rPr lang="fr-FR" smtClean="0"/>
              <a:t>       Bless the Lord  
18-  J’AI BIEN 10 000 RAISONS POUR TE LOUER</a:t>
            </a:r>
          </a:p>
          <a:p>
            <a:r>
              <a:rPr lang="fr-FR" smtClean="0"/>
              <a:t>       Ten thousand reasons for my heart to find  
19-  BÉNIS DIEU POUR 10 000 ANS ET POUR L’ÉTERNITÉ</a:t>
            </a:r>
          </a:p>
          <a:p>
            <a:r>
              <a:rPr lang="fr-FR" smtClean="0"/>
              <a:t>       Bless the Lord Ten thousand years and then forevermore </a:t>
            </a:r>
          </a:p>
          <a:p>
            <a:endParaRPr lang="fr-FR" smtClean="0"/>
          </a:p>
          <a:p>
            <a:r>
              <a:rPr lang="fr-FR" smtClean="0"/>
              <a:t>20-  ET EN CE JOUR OÙ  MA FORCE S’ÉTEINDRA</a:t>
            </a:r>
          </a:p>
          <a:p>
            <a:r>
              <a:rPr lang="fr-FR" smtClean="0"/>
              <a:t>       And on that day when my strength is failing 
21-  QUAND SERA VENU LE MOMENT POUR MOI </a:t>
            </a:r>
          </a:p>
          <a:p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r>
              <a:rPr lang="fr-FR" smtClean="0"/>
              <a:t>       Still my soul will sing Your praise unendingTen thousand years and then forevermore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23-  BÉNIS DIEU, Ô MON ÂME Ô MON ÂME</a:t>
            </a:r>
          </a:p>
          <a:p>
            <a:r>
              <a:rPr lang="fr-FR" smtClean="0"/>
              <a:t>	       Bless the Lord, O my soul O my soul 
	24-  ADORE SON SAINT NOM </a:t>
            </a:r>
          </a:p>
          <a:p>
            <a:r>
              <a:rPr lang="fr-FR" smtClean="0"/>
              <a:t>	       Worship His holy name
	25-  BIEN HAUT LÈVE TA VOIX Ô MON ÂME</a:t>
            </a:r>
          </a:p>
          <a:p>
            <a:r>
              <a:rPr lang="fr-FR" smtClean="0"/>
              <a:t>	       Sing like never before O my soul
	26-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r>
              <a:rPr lang="fr-FR" smtClean="0"/>
              <a:t>       Bless the Lord  
28-  J’AI BIEN 10 000 RAISONS POUR TE LOUER</a:t>
            </a:r>
          </a:p>
          <a:p>
            <a:r>
              <a:rPr lang="fr-FR" smtClean="0"/>
              <a:t>       Ten thousand reasons for my heart to find  
29-  BÉNIS DIEU POUR 10 000 ANS ET POUR L’ÉTERNITÉ</a:t>
            </a:r>
          </a:p>
          <a:p>
            <a:r>
              <a:rPr lang="fr-FR" smtClean="0"/>
              <a:t>       Bless the Lord Ten thousand years and then forevermore	x4</a:t>
            </a:r>
          </a:p>
          <a:p>
            <a:endParaRPr lang="fr-FR" smtClean="0"/>
          </a:p>
          <a:p>
            <a:r>
              <a:rPr lang="fr-FR" smtClean="0"/>
              <a:t>30-  JÉSUS, J’ADORERAI TON SAINT NOM SEIGNEUR, J’ADORERAI TON SAINT NOM </a:t>
            </a:r>
          </a:p>
          <a:p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r>
              <a:rPr lang="fr-FR" smtClean="0"/>
              <a:t>       Jesus, I'll worship Your holy name I'll worship Your holy name
33-  J’ADORERAI TON SAINT NOM</a:t>
            </a:r>
          </a:p>
          <a:p>
            <a:r>
              <a:rPr lang="fr-FR" smtClean="0"/>
              <a:t>       I'll worship Your holy name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SOLEIL BRILLE UN NOUVEAU J OUR EST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Whatever may pass, and whatever lies before me 
4-  QUAND VIENT LA NUIT JE TE LOUERAI PLUS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Let me be singing when the evening comes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Bless the Lord, O my soul O my soul 
	6-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Worship His holy name
	7-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Sing like never before O my soul 
	8-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rich in love, and You're slow to anger 
10-  TON NOM EST GRAND ET TON CŒUR EST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Your goodness I will keep on singing
12-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	13-  BÉNIS DIEU, Ô MON ÂME Ô MON ÂME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
	14-  ADORE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15-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 
	16-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18-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19-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EN CE JOUR OÙ  MA FORCE S’ÉTEINDRA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on that day when my strength is failing 
21-  QUAND SERA VENU LE MOMENT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Still my soul will sing Your praise unendingTen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 
	24-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25-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
	26-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28-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29-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	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J’ADORERAI TON SAINT NOM SEIGNEUR, J’ADORERAI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I'll worship Your holy name
33-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I'll worship Your holy name 
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SOLEIL BRILLE UN NOUVEAU J OUR EST LÀ</a:t>
            </a:r>
          </a:p>
          <a:p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r>
              <a:rPr lang="fr-FR" smtClean="0"/>
              <a:t>      Whatever may pass, and whatever lies before me 
4-  QUAND VIENT LA NUIT JE TE LOUERAI PLUS FORT</a:t>
            </a:r>
          </a:p>
          <a:p>
            <a:r>
              <a:rPr lang="fr-FR" smtClean="0"/>
              <a:t>     Let me be singing when the evening comes </a:t>
            </a:r>
          </a:p>
          <a:p>
            <a:endParaRPr lang="fr-FR" smtClean="0"/>
          </a:p>
          <a:p>
            <a:r>
              <a:rPr lang="fr-FR" smtClean="0"/>
              <a:t>	5-  BÉNIS DIEU, Ô MON ÂME Ô MON ÂME</a:t>
            </a:r>
          </a:p>
          <a:p>
            <a:r>
              <a:rPr lang="fr-FR" smtClean="0"/>
              <a:t>	     Bless the Lord, O my soul O my soul 
	6-  ADORE SON SAINT NOM </a:t>
            </a:r>
          </a:p>
          <a:p>
            <a:r>
              <a:rPr lang="fr-FR" smtClean="0"/>
              <a:t>	     Worship His holy name
	7-  BIEN HAUT LÈVE TA VOIX Ô MON ÂME</a:t>
            </a:r>
          </a:p>
          <a:p>
            <a:r>
              <a:rPr lang="fr-FR" smtClean="0"/>
              <a:t>	     Sing like never before O my soul 
	8-  POUR ADORER SON SAINT NOM</a:t>
            </a:r>
          </a:p>
          <a:p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r>
              <a:rPr lang="fr-FR" smtClean="0"/>
              <a:t>     You're rich in love, and You're slow to anger 
10-  TON NOM EST GRAND ET TON CŒUR EST DOUX</a:t>
            </a:r>
          </a:p>
          <a:p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r>
              <a:rPr lang="fr-FR" smtClean="0"/>
              <a:t>      For all Your goodness I will keep on singing
12-  J’AI BIEN 10 000 RAISONS POUR TE LOUER</a:t>
            </a:r>
          </a:p>
          <a:p>
            <a:r>
              <a:rPr lang="fr-FR" smtClean="0"/>
              <a:t>     Ten thousand reasons for my heart to find</a:t>
            </a:r>
          </a:p>
          <a:p>
            <a:r>
              <a:rPr lang="fr-FR" smtClean="0"/>
              <a:t>  
	13-  BÉNIS DIEU, Ô MON ÂME Ô MON ÂME </a:t>
            </a:r>
          </a:p>
          <a:p>
            <a:r>
              <a:rPr lang="fr-FR" smtClean="0"/>
              <a:t>	       Bless the Lord, O my soul O my soul
	14-  ADORE SON SAINT NOM</a:t>
            </a:r>
          </a:p>
          <a:p>
            <a:r>
              <a:rPr lang="fr-FR" smtClean="0"/>
              <a:t>	       Worship His holy name
	15-  BIEN HAUT LÈVE TA VOIX Ô MON ÂME</a:t>
            </a:r>
          </a:p>
          <a:p>
            <a:r>
              <a:rPr lang="fr-FR" smtClean="0"/>
              <a:t>	       Sing like never before O my soul 
	16-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r>
              <a:rPr lang="fr-FR" smtClean="0"/>
              <a:t>       Bless the Lord  
18-  J’AI BIEN 10 000 RAISONS POUR TE LOUER</a:t>
            </a:r>
          </a:p>
          <a:p>
            <a:r>
              <a:rPr lang="fr-FR" smtClean="0"/>
              <a:t>       Ten thousand reasons for my heart to find  
19-  BÉNIS DIEU POUR 10 000 ANS ET POUR L’ÉTERNITÉ</a:t>
            </a:r>
          </a:p>
          <a:p>
            <a:r>
              <a:rPr lang="fr-FR" smtClean="0"/>
              <a:t>       Bless the Lord Ten thousand years and then forevermore </a:t>
            </a:r>
          </a:p>
          <a:p>
            <a:endParaRPr lang="fr-FR" smtClean="0"/>
          </a:p>
          <a:p>
            <a:r>
              <a:rPr lang="fr-FR" smtClean="0"/>
              <a:t>20-  ET EN CE JOUR OÙ  MA FORCE S’ÉTEINDRA</a:t>
            </a:r>
          </a:p>
          <a:p>
            <a:r>
              <a:rPr lang="fr-FR" smtClean="0"/>
              <a:t>       And on that day when my strength is failing 
21-  QUAND SERA VENU LE MOMENT POUR MOI </a:t>
            </a:r>
          </a:p>
          <a:p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r>
              <a:rPr lang="fr-FR" smtClean="0"/>
              <a:t>       Still my soul will sing Your praise unendingTen thousand years and then forevermore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23-  BÉNIS DIEU, Ô MON ÂME Ô MON ÂME</a:t>
            </a:r>
          </a:p>
          <a:p>
            <a:r>
              <a:rPr lang="fr-FR" smtClean="0"/>
              <a:t>	       Bless the Lord, O my soul O my soul 
	24-  ADORE SON SAINT NOM </a:t>
            </a:r>
          </a:p>
          <a:p>
            <a:r>
              <a:rPr lang="fr-FR" smtClean="0"/>
              <a:t>	       Worship His holy name
	25-  BIEN HAUT LÈVE TA VOIX Ô MON ÂME</a:t>
            </a:r>
          </a:p>
          <a:p>
            <a:r>
              <a:rPr lang="fr-FR" smtClean="0"/>
              <a:t>	       Sing like never before O my soul
	26-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r>
              <a:rPr lang="fr-FR" smtClean="0"/>
              <a:t>       Bless the Lord  
28-  J’AI BIEN 10 000 RAISONS POUR TE LOUER</a:t>
            </a:r>
          </a:p>
          <a:p>
            <a:r>
              <a:rPr lang="fr-FR" smtClean="0"/>
              <a:t>       Ten thousand reasons for my heart to find  
29-  BÉNIS DIEU POUR 10 000 ANS ET POUR L’ÉTERNITÉ</a:t>
            </a:r>
          </a:p>
          <a:p>
            <a:r>
              <a:rPr lang="fr-FR" smtClean="0"/>
              <a:t>       Bless the Lord Ten thousand years and then forevermore	x4</a:t>
            </a:r>
          </a:p>
          <a:p>
            <a:endParaRPr lang="fr-FR" smtClean="0"/>
          </a:p>
          <a:p>
            <a:r>
              <a:rPr lang="fr-FR" smtClean="0"/>
              <a:t>30-  JÉSUS, J’ADORERAI TON SAINT NOM SEIGNEUR, J’ADORERAI TON SAINT NOM </a:t>
            </a:r>
          </a:p>
          <a:p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r>
              <a:rPr lang="fr-FR" smtClean="0"/>
              <a:t>       Jesus, I'll worship Your holy name I'll worship Your holy name
33-  J’ADORERAI TON SAINT NOM</a:t>
            </a:r>
          </a:p>
          <a:p>
            <a:r>
              <a:rPr lang="fr-FR" smtClean="0"/>
              <a:t>       I'll worship Your holy name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SOLEIL BRILLE UN NOUVEAU J OUR EST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Whatever may pass, and whatever lies before me 
4-  QUAND VIENT LA NUIT JE TE LOUERAI PLUS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Let me be singing when the evening comes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Bless the Lord, O my soul O my soul 
	6-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Worship His holy name
	7-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Sing like never before O my soul 
	8-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rich in love, and You're slow to anger 
10-  TON NOM EST GRAND ET TON CŒUR EST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Your goodness I will keep on singing
12-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	13-  BÉNIS DIEU, Ô MON ÂME Ô MON ÂME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
	14-  ADORE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15-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 
	16-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18-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19-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EN CE JOUR OÙ  MA FORCE S’ÉTEINDRA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on that day when my strength is failing 
21-  QUAND SERA VENU LE MOMENT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Still my soul will sing Your praise unendingTen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 
	24-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25-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
	26-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28-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29-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	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J’ADORERAI TON SAINT NOM SEIGNEUR, J’ADORERAI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I'll worship Your holy name
33-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I'll worship Your holy name 
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SOLEIL BRILLE UN NOUVEAU J OUR EST LÀ</a:t>
            </a:r>
          </a:p>
          <a:p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r>
              <a:rPr lang="fr-FR" smtClean="0"/>
              <a:t>      Whatever may pass, and whatever lies before me 
4-  QUAND VIENT LA NUIT JE TE LOUERAI PLUS FORT</a:t>
            </a:r>
          </a:p>
          <a:p>
            <a:r>
              <a:rPr lang="fr-FR" smtClean="0"/>
              <a:t>     Let me be singing when the evening comes </a:t>
            </a:r>
          </a:p>
          <a:p>
            <a:endParaRPr lang="fr-FR" smtClean="0"/>
          </a:p>
          <a:p>
            <a:r>
              <a:rPr lang="fr-FR" smtClean="0"/>
              <a:t>	5-  BÉNIS DIEU, Ô MON ÂME Ô MON ÂME</a:t>
            </a:r>
          </a:p>
          <a:p>
            <a:r>
              <a:rPr lang="fr-FR" smtClean="0"/>
              <a:t>	     Bless the Lord, O my soul O my soul 
	6-  ADORE SON SAINT NOM </a:t>
            </a:r>
          </a:p>
          <a:p>
            <a:r>
              <a:rPr lang="fr-FR" smtClean="0"/>
              <a:t>	     Worship His holy name
	7-  BIEN HAUT LÈVE TA VOIX Ô MON ÂME</a:t>
            </a:r>
          </a:p>
          <a:p>
            <a:r>
              <a:rPr lang="fr-FR" smtClean="0"/>
              <a:t>	     Sing like never before O my soul 
	8-  POUR ADORER SON SAINT NOM</a:t>
            </a:r>
          </a:p>
          <a:p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r>
              <a:rPr lang="fr-FR" smtClean="0"/>
              <a:t>     You're rich in love, and You're slow to anger 
10-  TON NOM EST GRAND ET TON CŒUR EST DOUX</a:t>
            </a:r>
          </a:p>
          <a:p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r>
              <a:rPr lang="fr-FR" smtClean="0"/>
              <a:t>      For all Your goodness I will keep on singing
12-  J’AI BIEN 10 000 RAISONS POUR TE LOUER</a:t>
            </a:r>
          </a:p>
          <a:p>
            <a:r>
              <a:rPr lang="fr-FR" smtClean="0"/>
              <a:t>     Ten thousand reasons for my heart to find</a:t>
            </a:r>
          </a:p>
          <a:p>
            <a:r>
              <a:rPr lang="fr-FR" smtClean="0"/>
              <a:t>  
	13-  BÉNIS DIEU, Ô MON ÂME Ô MON ÂME </a:t>
            </a:r>
          </a:p>
          <a:p>
            <a:r>
              <a:rPr lang="fr-FR" smtClean="0"/>
              <a:t>	       Bless the Lord, O my soul O my soul
	14-  ADORE SON SAINT NOM</a:t>
            </a:r>
          </a:p>
          <a:p>
            <a:r>
              <a:rPr lang="fr-FR" smtClean="0"/>
              <a:t>	       Worship His holy name
	15-  BIEN HAUT LÈVE TA VOIX Ô MON ÂME</a:t>
            </a:r>
          </a:p>
          <a:p>
            <a:r>
              <a:rPr lang="fr-FR" smtClean="0"/>
              <a:t>	       Sing like never before O my soul 
	16-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r>
              <a:rPr lang="fr-FR" smtClean="0"/>
              <a:t>       Bless the Lord  
18-  J’AI BIEN 10 000 RAISONS POUR TE LOUER</a:t>
            </a:r>
          </a:p>
          <a:p>
            <a:r>
              <a:rPr lang="fr-FR" smtClean="0"/>
              <a:t>       Ten thousand reasons for my heart to find  
19-  BÉNIS DIEU POUR 10 000 ANS ET POUR L’ÉTERNITÉ</a:t>
            </a:r>
          </a:p>
          <a:p>
            <a:r>
              <a:rPr lang="fr-FR" smtClean="0"/>
              <a:t>       Bless the Lord Ten thousand years and then forevermore </a:t>
            </a:r>
          </a:p>
          <a:p>
            <a:endParaRPr lang="fr-FR" smtClean="0"/>
          </a:p>
          <a:p>
            <a:r>
              <a:rPr lang="fr-FR" smtClean="0"/>
              <a:t>20-  ET EN CE JOUR OÙ  MA FORCE S’ÉTEINDRA</a:t>
            </a:r>
          </a:p>
          <a:p>
            <a:r>
              <a:rPr lang="fr-FR" smtClean="0"/>
              <a:t>       And on that day when my strength is failing 
21-  QUAND SERA VENU LE MOMENT POUR MOI </a:t>
            </a:r>
          </a:p>
          <a:p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r>
              <a:rPr lang="fr-FR" smtClean="0"/>
              <a:t>       Still my soul will sing Your praise unendingTen thousand years and then forevermore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23-  BÉNIS DIEU, Ô MON ÂME Ô MON ÂME</a:t>
            </a:r>
          </a:p>
          <a:p>
            <a:r>
              <a:rPr lang="fr-FR" smtClean="0"/>
              <a:t>	       Bless the Lord, O my soul O my soul 
	24-  ADORE SON SAINT NOM </a:t>
            </a:r>
          </a:p>
          <a:p>
            <a:r>
              <a:rPr lang="fr-FR" smtClean="0"/>
              <a:t>	       Worship His holy name
	25-  BIEN HAUT LÈVE TA VOIX Ô MON ÂME</a:t>
            </a:r>
          </a:p>
          <a:p>
            <a:r>
              <a:rPr lang="fr-FR" smtClean="0"/>
              <a:t>	       Sing like never before O my soul
	26-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r>
              <a:rPr lang="fr-FR" smtClean="0"/>
              <a:t>       Bless the Lord  
28-  J’AI BIEN 10 000 RAISONS POUR TE LOUER</a:t>
            </a:r>
          </a:p>
          <a:p>
            <a:r>
              <a:rPr lang="fr-FR" smtClean="0"/>
              <a:t>       Ten thousand reasons for my heart to find  
29-  BÉNIS DIEU POUR 10 000 ANS ET POUR L’ÉTERNITÉ</a:t>
            </a:r>
          </a:p>
          <a:p>
            <a:r>
              <a:rPr lang="fr-FR" smtClean="0"/>
              <a:t>       Bless the Lord Ten thousand years and then forevermore	x4</a:t>
            </a:r>
          </a:p>
          <a:p>
            <a:endParaRPr lang="fr-FR" smtClean="0"/>
          </a:p>
          <a:p>
            <a:r>
              <a:rPr lang="fr-FR" smtClean="0"/>
              <a:t>30-  JÉSUS, J’ADORERAI TON SAINT NOM SEIGNEUR, J’ADORERAI TON SAINT NOM </a:t>
            </a:r>
          </a:p>
          <a:p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r>
              <a:rPr lang="fr-FR" smtClean="0"/>
              <a:t>       Jesus, I'll worship Your holy name I'll worship Your holy name
33-  J’ADORERAI TON SAINT NOM</a:t>
            </a:r>
          </a:p>
          <a:p>
            <a:r>
              <a:rPr lang="fr-FR" smtClean="0"/>
              <a:t>       I'll worship Your holy name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SOLEIL BRILLE UN NOUVEAU J OUR EST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Whatever may pass, and whatever lies before me 
4-  QUAND VIENT LA NUIT JE TE LOUERAI PLUS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Let me be singing when the evening comes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Bless the Lord, O my soul O my soul 
	6-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Worship His holy name
	7-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Sing like never before O my soul 
	8-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rich in love, and You're slow to anger 
10-  TON NOM EST GRAND ET TON CŒUR EST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Your goodness I will keep on singing
12-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	13-  BÉNIS DIEU, Ô MON ÂME Ô MON ÂME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
	14-  ADORE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15-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 
	16-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18-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19-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EN CE JOUR OÙ  MA FORCE S’ÉTEINDRA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on that day when my strength is failing 
21-  QUAND SERA VENU LE MOMENT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Still my soul will sing Your praise unendingTen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 
	24-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25-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
	26-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28-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29-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	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J’ADORERAI TON SAINT NOM SEIGNEUR, J’ADORERAI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I'll worship Your holy name
33-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I'll worship Your holy name 
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SOLEIL BRILLE UN NOUVEAU J OUR EST LÀ</a:t>
            </a:r>
          </a:p>
          <a:p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r>
              <a:rPr lang="fr-FR" smtClean="0"/>
              <a:t>      Whatever may pass, and whatever lies before me 
4-  QUAND VIENT LA NUIT JE TE LOUERAI PLUS FORT</a:t>
            </a:r>
          </a:p>
          <a:p>
            <a:r>
              <a:rPr lang="fr-FR" smtClean="0"/>
              <a:t>     Let me be singing when the evening comes </a:t>
            </a:r>
          </a:p>
          <a:p>
            <a:endParaRPr lang="fr-FR" smtClean="0"/>
          </a:p>
          <a:p>
            <a:r>
              <a:rPr lang="fr-FR" smtClean="0"/>
              <a:t>	5-  BÉNIS DIEU, Ô MON ÂME Ô MON ÂME</a:t>
            </a:r>
          </a:p>
          <a:p>
            <a:r>
              <a:rPr lang="fr-FR" smtClean="0"/>
              <a:t>	     Bless the Lord, O my soul O my soul 
	6-  ADORE SON SAINT NOM </a:t>
            </a:r>
          </a:p>
          <a:p>
            <a:r>
              <a:rPr lang="fr-FR" smtClean="0"/>
              <a:t>	     Worship His holy name
	7-  BIEN HAUT LÈVE TA VOIX Ô MON ÂME</a:t>
            </a:r>
          </a:p>
          <a:p>
            <a:r>
              <a:rPr lang="fr-FR" smtClean="0"/>
              <a:t>	     Sing like never before O my soul 
	8-  POUR ADORER SON SAINT NOM</a:t>
            </a:r>
          </a:p>
          <a:p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r>
              <a:rPr lang="fr-FR" smtClean="0"/>
              <a:t>     You're rich in love, and You're slow to anger 
10-  TON NOM EST GRAND ET TON CŒUR EST DOUX</a:t>
            </a:r>
          </a:p>
          <a:p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r>
              <a:rPr lang="fr-FR" smtClean="0"/>
              <a:t>      For all Your goodness I will keep on singing
12-  J’AI BIEN 10 000 RAISONS POUR TE LOUER</a:t>
            </a:r>
          </a:p>
          <a:p>
            <a:r>
              <a:rPr lang="fr-FR" smtClean="0"/>
              <a:t>     Ten thousand reasons for my heart to find</a:t>
            </a:r>
          </a:p>
          <a:p>
            <a:r>
              <a:rPr lang="fr-FR" smtClean="0"/>
              <a:t>  
	13-  BÉNIS DIEU, Ô MON ÂME Ô MON ÂME </a:t>
            </a:r>
          </a:p>
          <a:p>
            <a:r>
              <a:rPr lang="fr-FR" smtClean="0"/>
              <a:t>	       Bless the Lord, O my soul O my soul
	14-  ADORE SON SAINT NOM</a:t>
            </a:r>
          </a:p>
          <a:p>
            <a:r>
              <a:rPr lang="fr-FR" smtClean="0"/>
              <a:t>	       Worship His holy name
	15-  BIEN HAUT LÈVE TA VOIX Ô MON ÂME</a:t>
            </a:r>
          </a:p>
          <a:p>
            <a:r>
              <a:rPr lang="fr-FR" smtClean="0"/>
              <a:t>	       Sing like never before O my soul 
	16-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r>
              <a:rPr lang="fr-FR" smtClean="0"/>
              <a:t>       Bless the Lord  
18-  J’AI BIEN 10 000 RAISONS POUR TE LOUER</a:t>
            </a:r>
          </a:p>
          <a:p>
            <a:r>
              <a:rPr lang="fr-FR" smtClean="0"/>
              <a:t>       Ten thousand reasons for my heart to find  
19-  BÉNIS DIEU POUR 10 000 ANS ET POUR L’ÉTERNITÉ</a:t>
            </a:r>
          </a:p>
          <a:p>
            <a:r>
              <a:rPr lang="fr-FR" smtClean="0"/>
              <a:t>       Bless the Lord Ten thousand years and then forevermore </a:t>
            </a:r>
          </a:p>
          <a:p>
            <a:endParaRPr lang="fr-FR" smtClean="0"/>
          </a:p>
          <a:p>
            <a:r>
              <a:rPr lang="fr-FR" smtClean="0"/>
              <a:t>20-  ET EN CE JOUR OÙ  MA FORCE S’ÉTEINDRA</a:t>
            </a:r>
          </a:p>
          <a:p>
            <a:r>
              <a:rPr lang="fr-FR" smtClean="0"/>
              <a:t>       And on that day when my strength is failing 
21-  QUAND SERA VENU LE MOMENT POUR MOI </a:t>
            </a:r>
          </a:p>
          <a:p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r>
              <a:rPr lang="fr-FR" smtClean="0"/>
              <a:t>       Still my soul will sing Your praise unendingTen thousand years and then forevermore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23-  BÉNIS DIEU, Ô MON ÂME Ô MON ÂME</a:t>
            </a:r>
          </a:p>
          <a:p>
            <a:r>
              <a:rPr lang="fr-FR" smtClean="0"/>
              <a:t>	       Bless the Lord, O my soul O my soul 
	24-  ADORE SON SAINT NOM </a:t>
            </a:r>
          </a:p>
          <a:p>
            <a:r>
              <a:rPr lang="fr-FR" smtClean="0"/>
              <a:t>	       Worship His holy name
	25-  BIEN HAUT LÈVE TA VOIX Ô MON ÂME</a:t>
            </a:r>
          </a:p>
          <a:p>
            <a:r>
              <a:rPr lang="fr-FR" smtClean="0"/>
              <a:t>	       Sing like never before O my soul
	26-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r>
              <a:rPr lang="fr-FR" smtClean="0"/>
              <a:t>       Bless the Lord  
28-  J’AI BIEN 10 000 RAISONS POUR TE LOUER</a:t>
            </a:r>
          </a:p>
          <a:p>
            <a:r>
              <a:rPr lang="fr-FR" smtClean="0"/>
              <a:t>       Ten thousand reasons for my heart to find  
29-  BÉNIS DIEU POUR 10 000 ANS ET POUR L’ÉTERNITÉ</a:t>
            </a:r>
          </a:p>
          <a:p>
            <a:r>
              <a:rPr lang="fr-FR" smtClean="0"/>
              <a:t>       Bless the Lord Ten thousand years and then forevermore	x4</a:t>
            </a:r>
          </a:p>
          <a:p>
            <a:endParaRPr lang="fr-FR" smtClean="0"/>
          </a:p>
          <a:p>
            <a:r>
              <a:rPr lang="fr-FR" smtClean="0"/>
              <a:t>30-  JÉSUS, J’ADORERAI TON SAINT NOM SEIGNEUR, J’ADORERAI TON SAINT NOM </a:t>
            </a:r>
          </a:p>
          <a:p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r>
              <a:rPr lang="fr-FR" smtClean="0"/>
              <a:t>       Jesus, I'll worship Your holy name I'll worship Your holy name
33-  J’ADORERAI TON SAINT NOM</a:t>
            </a:r>
          </a:p>
          <a:p>
            <a:r>
              <a:rPr lang="fr-FR" smtClean="0"/>
              <a:t>       I'll worship Your holy name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SOLEIL BRILLE UN NOUVEAU J OUR EST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Whatever may pass, and whatever lies before me 
4-  QUAND VIENT LA NUIT JE TE LOUERAI PLUS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Let me be singing when the evening comes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Bless the Lord, O my soul O my soul 
	6-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Worship His holy name
	7-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Sing like never before O my soul 
	8-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rich in love, and You're slow to anger 
10-  TON NOM EST GRAND ET TON CŒUR EST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Your goodness I will keep on singing
12-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	13-  BÉNIS DIEU, Ô MON ÂME Ô MON ÂME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
	14-  ADORE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15-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 
	16-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18-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19-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EN CE JOUR OÙ  MA FORCE S’ÉTEINDRA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on that day when my strength is failing 
21-  QUAND SERA VENU LE MOMENT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Still my soul will sing Your praise unendingTen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 
	24-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25-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
	26-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28-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29-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	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J’ADORERAI TON SAINT NOM SEIGNEUR, J’ADORERAI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I'll worship Your holy name
33-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I'll worship Your holy name 
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SOLEIL BRILLE UN NOUVEAU J OUR EST LÀ</a:t>
            </a:r>
          </a:p>
          <a:p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r>
              <a:rPr lang="fr-FR" smtClean="0"/>
              <a:t>      Whatever may pass, and whatever lies before me 
4-  QUAND VIENT LA NUIT JE TE LOUERAI PLUS FORT</a:t>
            </a:r>
          </a:p>
          <a:p>
            <a:r>
              <a:rPr lang="fr-FR" smtClean="0"/>
              <a:t>     Let me be singing when the evening comes </a:t>
            </a:r>
          </a:p>
          <a:p>
            <a:endParaRPr lang="fr-FR" smtClean="0"/>
          </a:p>
          <a:p>
            <a:r>
              <a:rPr lang="fr-FR" smtClean="0"/>
              <a:t>	5-  BÉNIS DIEU, Ô MON ÂME Ô MON ÂME</a:t>
            </a:r>
          </a:p>
          <a:p>
            <a:r>
              <a:rPr lang="fr-FR" smtClean="0"/>
              <a:t>	     Bless the Lord, O my soul O my soul 
	6-  ADORE SON SAINT NOM </a:t>
            </a:r>
          </a:p>
          <a:p>
            <a:r>
              <a:rPr lang="fr-FR" smtClean="0"/>
              <a:t>	     Worship His holy name
	7-  BIEN HAUT LÈVE TA VOIX Ô MON ÂME</a:t>
            </a:r>
          </a:p>
          <a:p>
            <a:r>
              <a:rPr lang="fr-FR" smtClean="0"/>
              <a:t>	     Sing like never before O my soul 
	8-  POUR ADORER SON SAINT NOM</a:t>
            </a:r>
          </a:p>
          <a:p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r>
              <a:rPr lang="fr-FR" smtClean="0"/>
              <a:t>     You're rich in love, and You're slow to anger 
10-  TON NOM EST GRAND ET TON CŒUR EST DOUX</a:t>
            </a:r>
          </a:p>
          <a:p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r>
              <a:rPr lang="fr-FR" smtClean="0"/>
              <a:t>      For all Your goodness I will keep on singing
12-  J’AI BIEN 10 000 RAISONS POUR TE LOUER</a:t>
            </a:r>
          </a:p>
          <a:p>
            <a:r>
              <a:rPr lang="fr-FR" smtClean="0"/>
              <a:t>     Ten thousand reasons for my heart to find</a:t>
            </a:r>
          </a:p>
          <a:p>
            <a:r>
              <a:rPr lang="fr-FR" smtClean="0"/>
              <a:t>  
	13-  BÉNIS DIEU, Ô MON ÂME Ô MON ÂME </a:t>
            </a:r>
          </a:p>
          <a:p>
            <a:r>
              <a:rPr lang="fr-FR" smtClean="0"/>
              <a:t>	       Bless the Lord, O my soul O my soul
	14-  ADORE SON SAINT NOM</a:t>
            </a:r>
          </a:p>
          <a:p>
            <a:r>
              <a:rPr lang="fr-FR" smtClean="0"/>
              <a:t>	       Worship His holy name
	15-  BIEN HAUT LÈVE TA VOIX Ô MON ÂME</a:t>
            </a:r>
          </a:p>
          <a:p>
            <a:r>
              <a:rPr lang="fr-FR" smtClean="0"/>
              <a:t>	       Sing like never before O my soul 
	16-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r>
              <a:rPr lang="fr-FR" smtClean="0"/>
              <a:t>       Bless the Lord  
18-  J’AI BIEN 10 000 RAISONS POUR TE LOUER</a:t>
            </a:r>
          </a:p>
          <a:p>
            <a:r>
              <a:rPr lang="fr-FR" smtClean="0"/>
              <a:t>       Ten thousand reasons for my heart to find  
19-  BÉNIS DIEU POUR 10 000 ANS ET POUR L’ÉTERNITÉ</a:t>
            </a:r>
          </a:p>
          <a:p>
            <a:r>
              <a:rPr lang="fr-FR" smtClean="0"/>
              <a:t>       Bless the Lord Ten thousand years and then forevermore </a:t>
            </a:r>
          </a:p>
          <a:p>
            <a:endParaRPr lang="fr-FR" smtClean="0"/>
          </a:p>
          <a:p>
            <a:r>
              <a:rPr lang="fr-FR" smtClean="0"/>
              <a:t>20-  ET EN CE JOUR OÙ  MA FORCE S’ÉTEINDRA</a:t>
            </a:r>
          </a:p>
          <a:p>
            <a:r>
              <a:rPr lang="fr-FR" smtClean="0"/>
              <a:t>       And on that day when my strength is failing 
21-  QUAND SERA VENU LE MOMENT POUR MOI </a:t>
            </a:r>
          </a:p>
          <a:p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r>
              <a:rPr lang="fr-FR" smtClean="0"/>
              <a:t>       Still my soul will sing Your praise unendingTen thousand years and then forevermore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23-  BÉNIS DIEU, Ô MON ÂME Ô MON ÂME</a:t>
            </a:r>
          </a:p>
          <a:p>
            <a:r>
              <a:rPr lang="fr-FR" smtClean="0"/>
              <a:t>	       Bless the Lord, O my soul O my soul 
	24-  ADORE SON SAINT NOM </a:t>
            </a:r>
          </a:p>
          <a:p>
            <a:r>
              <a:rPr lang="fr-FR" smtClean="0"/>
              <a:t>	       Worship His holy name
	25-  BIEN HAUT LÈVE TA VOIX Ô MON ÂME</a:t>
            </a:r>
          </a:p>
          <a:p>
            <a:r>
              <a:rPr lang="fr-FR" smtClean="0"/>
              <a:t>	       Sing like never before O my soul
	26-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r>
              <a:rPr lang="fr-FR" smtClean="0"/>
              <a:t>       Bless the Lord  
28-  J’AI BIEN 10 000 RAISONS POUR TE LOUER</a:t>
            </a:r>
          </a:p>
          <a:p>
            <a:r>
              <a:rPr lang="fr-FR" smtClean="0"/>
              <a:t>       Ten thousand reasons for my heart to find  
29-  BÉNIS DIEU POUR 10 000 ANS ET POUR L’ÉTERNITÉ</a:t>
            </a:r>
          </a:p>
          <a:p>
            <a:r>
              <a:rPr lang="fr-FR" smtClean="0"/>
              <a:t>       Bless the Lord Ten thousand years and then forevermore	x4</a:t>
            </a:r>
          </a:p>
          <a:p>
            <a:endParaRPr lang="fr-FR" smtClean="0"/>
          </a:p>
          <a:p>
            <a:r>
              <a:rPr lang="fr-FR" smtClean="0"/>
              <a:t>30-  JÉSUS, J’ADORERAI TON SAINT NOM SEIGNEUR, J’ADORERAI TON SAINT NOM </a:t>
            </a:r>
          </a:p>
          <a:p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r>
              <a:rPr lang="fr-FR" smtClean="0"/>
              <a:t>       Jesus, I'll worship Your holy name I'll worship Your holy name
33-  J’ADORERAI TON SAINT NOM</a:t>
            </a:r>
          </a:p>
          <a:p>
            <a:r>
              <a:rPr lang="fr-FR" smtClean="0"/>
              <a:t>       I'll worship Your holy name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SOLEIL BRILLE UN NOUVEAU J OUR EST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Whatever may pass, and whatever lies before me 
4-  QUAND VIENT LA NUIT JE TE LOUERAI PLUS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Let me be singing when the evening comes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Bless the Lord, O my soul O my soul 
	6-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Worship His holy name
	7-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Sing like never before O my soul 
	8-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rich in love, and You're slow to anger 
10-  TON NOM EST GRAND ET TON CŒUR EST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Your goodness I will keep on singing
12-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	13-  BÉNIS DIEU, Ô MON ÂME Ô MON ÂME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
	14-  ADORE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15-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 
	16-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18-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19-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EN CE JOUR OÙ  MA FORCE S’ÉTEINDRA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on that day when my strength is failing 
21-  QUAND SERA VENU LE MOMENT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Still my soul will sing Your praise unendingTen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 
	24-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25-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
	26-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28-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29-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	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J’ADORERAI TON SAINT NOM SEIGNEUR, J’ADORERAI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I'll worship Your holy name
33-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I'll worship Your holy name 
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SOLEIL BRILLE UN NOUVEAU J OUR EST LÀ</a:t>
            </a:r>
          </a:p>
          <a:p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r>
              <a:rPr lang="fr-FR" smtClean="0"/>
              <a:t>      Whatever may pass, and whatever lies before me 
4-  QUAND VIENT LA NUIT JE TE LOUERAI PLUS FORT</a:t>
            </a:r>
          </a:p>
          <a:p>
            <a:r>
              <a:rPr lang="fr-FR" smtClean="0"/>
              <a:t>     Let me be singing when the evening comes </a:t>
            </a:r>
          </a:p>
          <a:p>
            <a:endParaRPr lang="fr-FR" smtClean="0"/>
          </a:p>
          <a:p>
            <a:r>
              <a:rPr lang="fr-FR" smtClean="0"/>
              <a:t>	5-  BÉNIS DIEU, Ô MON ÂME Ô MON ÂME</a:t>
            </a:r>
          </a:p>
          <a:p>
            <a:r>
              <a:rPr lang="fr-FR" smtClean="0"/>
              <a:t>	     Bless the Lord, O my soul O my soul 
	6-  ADORE SON SAINT NOM </a:t>
            </a:r>
          </a:p>
          <a:p>
            <a:r>
              <a:rPr lang="fr-FR" smtClean="0"/>
              <a:t>	     Worship His holy name
	7-  BIEN HAUT LÈVE TA VOIX Ô MON ÂME</a:t>
            </a:r>
          </a:p>
          <a:p>
            <a:r>
              <a:rPr lang="fr-FR" smtClean="0"/>
              <a:t>	     Sing like never before O my soul 
	8-  POUR ADORER SON SAINT NOM</a:t>
            </a:r>
          </a:p>
          <a:p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r>
              <a:rPr lang="fr-FR" smtClean="0"/>
              <a:t>     You're rich in love, and You're slow to anger 
10-  TON NOM EST GRAND ET TON CŒUR EST DOUX</a:t>
            </a:r>
          </a:p>
          <a:p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r>
              <a:rPr lang="fr-FR" smtClean="0"/>
              <a:t>      For all Your goodness I will keep on singing
12-  J’AI BIEN 10 000 RAISONS POUR TE LOUER</a:t>
            </a:r>
          </a:p>
          <a:p>
            <a:r>
              <a:rPr lang="fr-FR" smtClean="0"/>
              <a:t>     Ten thousand reasons for my heart to find</a:t>
            </a:r>
          </a:p>
          <a:p>
            <a:r>
              <a:rPr lang="fr-FR" smtClean="0"/>
              <a:t>  
	13-  BÉNIS DIEU, Ô MON ÂME Ô MON ÂME </a:t>
            </a:r>
          </a:p>
          <a:p>
            <a:r>
              <a:rPr lang="fr-FR" smtClean="0"/>
              <a:t>	       Bless the Lord, O my soul O my soul
	14-  ADORE SON SAINT NOM</a:t>
            </a:r>
          </a:p>
          <a:p>
            <a:r>
              <a:rPr lang="fr-FR" smtClean="0"/>
              <a:t>	       Worship His holy name
	15-  BIEN HAUT LÈVE TA VOIX Ô MON ÂME</a:t>
            </a:r>
          </a:p>
          <a:p>
            <a:r>
              <a:rPr lang="fr-FR" smtClean="0"/>
              <a:t>	       Sing like never before O my soul 
	16-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r>
              <a:rPr lang="fr-FR" smtClean="0"/>
              <a:t>       Bless the Lord  
18-  J’AI BIEN 10 000 RAISONS POUR TE LOUER</a:t>
            </a:r>
          </a:p>
          <a:p>
            <a:r>
              <a:rPr lang="fr-FR" smtClean="0"/>
              <a:t>       Ten thousand reasons for my heart to find  
19-  BÉNIS DIEU POUR 10 000 ANS ET POUR L’ÉTERNITÉ</a:t>
            </a:r>
          </a:p>
          <a:p>
            <a:r>
              <a:rPr lang="fr-FR" smtClean="0"/>
              <a:t>       Bless the Lord Ten thousand years and then forevermore </a:t>
            </a:r>
          </a:p>
          <a:p>
            <a:endParaRPr lang="fr-FR" smtClean="0"/>
          </a:p>
          <a:p>
            <a:r>
              <a:rPr lang="fr-FR" smtClean="0"/>
              <a:t>20-  ET EN CE JOUR OÙ  MA FORCE S’ÉTEINDRA</a:t>
            </a:r>
          </a:p>
          <a:p>
            <a:r>
              <a:rPr lang="fr-FR" smtClean="0"/>
              <a:t>       And on that day when my strength is failing 
21-  QUAND SERA VENU LE MOMENT POUR MOI </a:t>
            </a:r>
          </a:p>
          <a:p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r>
              <a:rPr lang="fr-FR" smtClean="0"/>
              <a:t>       Still my soul will sing Your praise unendingTen thousand years and then forevermore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23-  BÉNIS DIEU, Ô MON ÂME Ô MON ÂME</a:t>
            </a:r>
          </a:p>
          <a:p>
            <a:r>
              <a:rPr lang="fr-FR" smtClean="0"/>
              <a:t>	       Bless the Lord, O my soul O my soul 
	24-  ADORE SON SAINT NOM </a:t>
            </a:r>
          </a:p>
          <a:p>
            <a:r>
              <a:rPr lang="fr-FR" smtClean="0"/>
              <a:t>	       Worship His holy name
	25-  BIEN HAUT LÈVE TA VOIX Ô MON ÂME</a:t>
            </a:r>
          </a:p>
          <a:p>
            <a:r>
              <a:rPr lang="fr-FR" smtClean="0"/>
              <a:t>	       Sing like never before O my soul
	26-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r>
              <a:rPr lang="fr-FR" smtClean="0"/>
              <a:t>       Bless the Lord  
28-  J’AI BIEN 10 000 RAISONS POUR TE LOUER</a:t>
            </a:r>
          </a:p>
          <a:p>
            <a:r>
              <a:rPr lang="fr-FR" smtClean="0"/>
              <a:t>       Ten thousand reasons for my heart to find  
29-  BÉNIS DIEU POUR 10 000 ANS ET POUR L’ÉTERNITÉ</a:t>
            </a:r>
          </a:p>
          <a:p>
            <a:r>
              <a:rPr lang="fr-FR" smtClean="0"/>
              <a:t>       Bless the Lord Ten thousand years and then forevermore	x4</a:t>
            </a:r>
          </a:p>
          <a:p>
            <a:endParaRPr lang="fr-FR" smtClean="0"/>
          </a:p>
          <a:p>
            <a:r>
              <a:rPr lang="fr-FR" smtClean="0"/>
              <a:t>30-  JÉSUS, J’ADORERAI TON SAINT NOM SEIGNEUR, J’ADORERAI TON SAINT NOM </a:t>
            </a:r>
          </a:p>
          <a:p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r>
              <a:rPr lang="fr-FR" smtClean="0"/>
              <a:t>       Jesus, I'll worship Your holy name I'll worship Your holy name
33-  J’ADORERAI TON SAINT NOM</a:t>
            </a:r>
          </a:p>
          <a:p>
            <a:r>
              <a:rPr lang="fr-FR" smtClean="0"/>
              <a:t>       I'll worship Your holy name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SOLEIL BRILLE UN NOUVEAU J OUR EST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Whatever may pass, and whatever lies before me 
4-  QUAND VIENT LA NUIT JE TE LOUERAI PLUS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Let me be singing when the evening comes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Bless the Lord, O my soul O my soul 
	6-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Worship His holy name
	7-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Sing like never before O my soul 
	8-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rich in love, and You're slow to anger 
10-  TON NOM EST GRAND ET TON CŒUR EST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Your goodness I will keep on singing
12-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	13-  BÉNIS DIEU, Ô MON ÂME Ô MON ÂME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
	14-  ADORE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15-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 
	16-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18-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19-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EN CE JOUR OÙ  MA FORCE S’ÉTEINDRA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on that day when my strength is failing 
21-  QUAND SERA VENU LE MOMENT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Still my soul will sing Your praise unendingTen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 
	24-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25-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
	26-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28-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29-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	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J’ADORERAI TON SAINT NOM SEIGNEUR, J’ADORERAI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I'll worship Your holy name
33-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I'll worship Your holy name 
</a:t>
            </a: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SOLEIL BRILLE UN NOUVEAU J OUR EST LÀ</a:t>
            </a:r>
          </a:p>
          <a:p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r>
              <a:rPr lang="fr-FR" smtClean="0"/>
              <a:t>      Whatever may pass, and whatever lies before me 
4-  QUAND VIENT LA NUIT JE TE LOUERAI PLUS FORT</a:t>
            </a:r>
          </a:p>
          <a:p>
            <a:r>
              <a:rPr lang="fr-FR" smtClean="0"/>
              <a:t>     Let me be singing when the evening comes </a:t>
            </a:r>
          </a:p>
          <a:p>
            <a:endParaRPr lang="fr-FR" smtClean="0"/>
          </a:p>
          <a:p>
            <a:r>
              <a:rPr lang="fr-FR" smtClean="0"/>
              <a:t>	5-  BÉNIS DIEU, Ô MON ÂME Ô MON ÂME</a:t>
            </a:r>
          </a:p>
          <a:p>
            <a:r>
              <a:rPr lang="fr-FR" smtClean="0"/>
              <a:t>	     Bless the Lord, O my soul O my soul 
	6-  ADORE SON SAINT NOM </a:t>
            </a:r>
          </a:p>
          <a:p>
            <a:r>
              <a:rPr lang="fr-FR" smtClean="0"/>
              <a:t>	     Worship His holy name
	7-  BIEN HAUT LÈVE TA VOIX Ô MON ÂME</a:t>
            </a:r>
          </a:p>
          <a:p>
            <a:r>
              <a:rPr lang="fr-FR" smtClean="0"/>
              <a:t>	     Sing like never before O my soul 
	8-  POUR ADORER SON SAINT NOM</a:t>
            </a:r>
          </a:p>
          <a:p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r>
              <a:rPr lang="fr-FR" smtClean="0"/>
              <a:t>     You're rich in love, and You're slow to anger 
10-  TON NOM EST GRAND ET TON CŒUR EST DOUX</a:t>
            </a:r>
          </a:p>
          <a:p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r>
              <a:rPr lang="fr-FR" smtClean="0"/>
              <a:t>      For all Your goodness I will keep on singing
12-  J’AI BIEN 10 000 RAISONS POUR TE LOUER</a:t>
            </a:r>
          </a:p>
          <a:p>
            <a:r>
              <a:rPr lang="fr-FR" smtClean="0"/>
              <a:t>     Ten thousand reasons for my heart to find</a:t>
            </a:r>
          </a:p>
          <a:p>
            <a:r>
              <a:rPr lang="fr-FR" smtClean="0"/>
              <a:t>  
	13-  BÉNIS DIEU, Ô MON ÂME Ô MON ÂME </a:t>
            </a:r>
          </a:p>
          <a:p>
            <a:r>
              <a:rPr lang="fr-FR" smtClean="0"/>
              <a:t>	       Bless the Lord, O my soul O my soul
	14-  ADORE SON SAINT NOM</a:t>
            </a:r>
          </a:p>
          <a:p>
            <a:r>
              <a:rPr lang="fr-FR" smtClean="0"/>
              <a:t>	       Worship His holy name
	15-  BIEN HAUT LÈVE TA VOIX Ô MON ÂME</a:t>
            </a:r>
          </a:p>
          <a:p>
            <a:r>
              <a:rPr lang="fr-FR" smtClean="0"/>
              <a:t>	       Sing like never before O my soul 
	16-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r>
              <a:rPr lang="fr-FR" smtClean="0"/>
              <a:t>       Bless the Lord  
18-  J’AI BIEN 10 000 RAISONS POUR TE LOUER</a:t>
            </a:r>
          </a:p>
          <a:p>
            <a:r>
              <a:rPr lang="fr-FR" smtClean="0"/>
              <a:t>       Ten thousand reasons for my heart to find  
19-  BÉNIS DIEU POUR 10 000 ANS ET POUR L’ÉTERNITÉ</a:t>
            </a:r>
          </a:p>
          <a:p>
            <a:r>
              <a:rPr lang="fr-FR" smtClean="0"/>
              <a:t>       Bless the Lord Ten thousand years and then forevermore </a:t>
            </a:r>
          </a:p>
          <a:p>
            <a:endParaRPr lang="fr-FR" smtClean="0"/>
          </a:p>
          <a:p>
            <a:r>
              <a:rPr lang="fr-FR" smtClean="0"/>
              <a:t>20-  ET EN CE JOUR OÙ  MA FORCE S’ÉTEINDRA</a:t>
            </a:r>
          </a:p>
          <a:p>
            <a:r>
              <a:rPr lang="fr-FR" smtClean="0"/>
              <a:t>       And on that day when my strength is failing 
21-  QUAND SERA VENU LE MOMENT POUR MOI </a:t>
            </a:r>
          </a:p>
          <a:p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r>
              <a:rPr lang="fr-FR" smtClean="0"/>
              <a:t>       Still my soul will sing Your praise unendingTen thousand years and then forevermore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23-  BÉNIS DIEU, Ô MON ÂME Ô MON ÂME</a:t>
            </a:r>
          </a:p>
          <a:p>
            <a:r>
              <a:rPr lang="fr-FR" smtClean="0"/>
              <a:t>	       Bless the Lord, O my soul O my soul 
	24-  ADORE SON SAINT NOM </a:t>
            </a:r>
          </a:p>
          <a:p>
            <a:r>
              <a:rPr lang="fr-FR" smtClean="0"/>
              <a:t>	       Worship His holy name
	25-  BIEN HAUT LÈVE TA VOIX Ô MON ÂME</a:t>
            </a:r>
          </a:p>
          <a:p>
            <a:r>
              <a:rPr lang="fr-FR" smtClean="0"/>
              <a:t>	       Sing like never before O my soul
	26-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r>
              <a:rPr lang="fr-FR" smtClean="0"/>
              <a:t>       Bless the Lord  
28-  J’AI BIEN 10 000 RAISONS POUR TE LOUER</a:t>
            </a:r>
          </a:p>
          <a:p>
            <a:r>
              <a:rPr lang="fr-FR" smtClean="0"/>
              <a:t>       Ten thousand reasons for my heart to find  
29-  BÉNIS DIEU POUR 10 000 ANS ET POUR L’ÉTERNITÉ</a:t>
            </a:r>
          </a:p>
          <a:p>
            <a:r>
              <a:rPr lang="fr-FR" smtClean="0"/>
              <a:t>       Bless the Lord Ten thousand years and then forevermore	x4</a:t>
            </a:r>
          </a:p>
          <a:p>
            <a:endParaRPr lang="fr-FR" smtClean="0"/>
          </a:p>
          <a:p>
            <a:r>
              <a:rPr lang="fr-FR" smtClean="0"/>
              <a:t>30-  JÉSUS, J’ADORERAI TON SAINT NOM SEIGNEUR, J’ADORERAI TON SAINT NOM </a:t>
            </a:r>
          </a:p>
          <a:p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r>
              <a:rPr lang="fr-FR" smtClean="0"/>
              <a:t>       Jesus, I'll worship Your holy name I'll worship Your holy name
33-  J’ADORERAI TON SAINT NOM</a:t>
            </a:r>
          </a:p>
          <a:p>
            <a:r>
              <a:rPr lang="fr-FR" smtClean="0"/>
              <a:t>       I'll worship Your holy name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SOLEIL BRILLE UN NOUVEAU J OUR EST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Whatever may pass, and whatever lies before me 
4-  QUAND VIENT LA NUIT JE TE LOUERAI PLUS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Let me be singing when the evening comes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Bless the Lord, O my soul O my soul 
	6-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Worship His holy name
	7-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Sing like never before O my soul 
	8-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rich in love, and You're slow to anger 
10-  TON NOM EST GRAND ET TON CŒUR EST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Your goodness I will keep on singing
12-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	13-  BÉNIS DIEU, Ô MON ÂME Ô MON ÂME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
	14-  ADORE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15-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 
	16-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18-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19-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EN CE JOUR OÙ  MA FORCE S’ÉTEINDRA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on that day when my strength is failing 
21-  QUAND SERA VENU LE MOMENT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Still my soul will sing Your praise unendingTen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 
	24-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25-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
	26-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28-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29-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	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J’ADORERAI TON SAINT NOM SEIGNEUR, J’ADORERAI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I'll worship Your holy name
33-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I'll worship Your holy name 
</a:t>
            </a: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SOLEIL BRILLE UN NOUVEAU J OUR EST LÀ</a:t>
            </a:r>
          </a:p>
          <a:p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r>
              <a:rPr lang="fr-FR" smtClean="0"/>
              <a:t>      Whatever may pass, and whatever lies before me 
4-  QUAND VIENT LA NUIT JE TE LOUERAI PLUS FORT</a:t>
            </a:r>
          </a:p>
          <a:p>
            <a:r>
              <a:rPr lang="fr-FR" smtClean="0"/>
              <a:t>     Let me be singing when the evening comes </a:t>
            </a:r>
          </a:p>
          <a:p>
            <a:endParaRPr lang="fr-FR" smtClean="0"/>
          </a:p>
          <a:p>
            <a:r>
              <a:rPr lang="fr-FR" smtClean="0"/>
              <a:t>	5-  BÉNIS DIEU, Ô MON ÂME Ô MON ÂME</a:t>
            </a:r>
          </a:p>
          <a:p>
            <a:r>
              <a:rPr lang="fr-FR" smtClean="0"/>
              <a:t>	     Bless the Lord, O my soul O my soul 
	6-  ADORE SON SAINT NOM </a:t>
            </a:r>
          </a:p>
          <a:p>
            <a:r>
              <a:rPr lang="fr-FR" smtClean="0"/>
              <a:t>	     Worship His holy name
	7-  BIEN HAUT LÈVE TA VOIX Ô MON ÂME</a:t>
            </a:r>
          </a:p>
          <a:p>
            <a:r>
              <a:rPr lang="fr-FR" smtClean="0"/>
              <a:t>	     Sing like never before O my soul 
	8-  POUR ADORER SON SAINT NOM</a:t>
            </a:r>
          </a:p>
          <a:p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r>
              <a:rPr lang="fr-FR" smtClean="0"/>
              <a:t>     You're rich in love, and You're slow to anger 
10-  TON NOM EST GRAND ET TON CŒUR EST DOUX</a:t>
            </a:r>
          </a:p>
          <a:p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r>
              <a:rPr lang="fr-FR" smtClean="0"/>
              <a:t>      For all Your goodness I will keep on singing
12-  J’AI BIEN 10 000 RAISONS POUR TE LOUER</a:t>
            </a:r>
          </a:p>
          <a:p>
            <a:r>
              <a:rPr lang="fr-FR" smtClean="0"/>
              <a:t>     Ten thousand reasons for my heart to find</a:t>
            </a:r>
          </a:p>
          <a:p>
            <a:r>
              <a:rPr lang="fr-FR" smtClean="0"/>
              <a:t>  
	13-  BÉNIS DIEU, Ô MON ÂME Ô MON ÂME </a:t>
            </a:r>
          </a:p>
          <a:p>
            <a:r>
              <a:rPr lang="fr-FR" smtClean="0"/>
              <a:t>	       Bless the Lord, O my soul O my soul
	14-  ADORE SON SAINT NOM</a:t>
            </a:r>
          </a:p>
          <a:p>
            <a:r>
              <a:rPr lang="fr-FR" smtClean="0"/>
              <a:t>	       Worship His holy name
	15-  BIEN HAUT LÈVE TA VOIX Ô MON ÂME</a:t>
            </a:r>
          </a:p>
          <a:p>
            <a:r>
              <a:rPr lang="fr-FR" smtClean="0"/>
              <a:t>	       Sing like never before O my soul 
	16-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r>
              <a:rPr lang="fr-FR" smtClean="0"/>
              <a:t>       Bless the Lord  
18-  J’AI BIEN 10 000 RAISONS POUR TE LOUER</a:t>
            </a:r>
          </a:p>
          <a:p>
            <a:r>
              <a:rPr lang="fr-FR" smtClean="0"/>
              <a:t>       Ten thousand reasons for my heart to find  
19-  BÉNIS DIEU POUR 10 000 ANS ET POUR L’ÉTERNITÉ</a:t>
            </a:r>
          </a:p>
          <a:p>
            <a:r>
              <a:rPr lang="fr-FR" smtClean="0"/>
              <a:t>       Bless the Lord Ten thousand years and then forevermore </a:t>
            </a:r>
          </a:p>
          <a:p>
            <a:endParaRPr lang="fr-FR" smtClean="0"/>
          </a:p>
          <a:p>
            <a:r>
              <a:rPr lang="fr-FR" smtClean="0"/>
              <a:t>20-  ET EN CE JOUR OÙ  MA FORCE S’ÉTEINDRA</a:t>
            </a:r>
          </a:p>
          <a:p>
            <a:r>
              <a:rPr lang="fr-FR" smtClean="0"/>
              <a:t>       And on that day when my strength is failing 
21-  QUAND SERA VENU LE MOMENT POUR MOI </a:t>
            </a:r>
          </a:p>
          <a:p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r>
              <a:rPr lang="fr-FR" smtClean="0"/>
              <a:t>       Still my soul will sing Your praise unendingTen thousand years and then forevermore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23-  BÉNIS DIEU, Ô MON ÂME Ô MON ÂME</a:t>
            </a:r>
          </a:p>
          <a:p>
            <a:r>
              <a:rPr lang="fr-FR" smtClean="0"/>
              <a:t>	       Bless the Lord, O my soul O my soul 
	24-  ADORE SON SAINT NOM </a:t>
            </a:r>
          </a:p>
          <a:p>
            <a:r>
              <a:rPr lang="fr-FR" smtClean="0"/>
              <a:t>	       Worship His holy name
	25-  BIEN HAUT LÈVE TA VOIX Ô MON ÂME</a:t>
            </a:r>
          </a:p>
          <a:p>
            <a:r>
              <a:rPr lang="fr-FR" smtClean="0"/>
              <a:t>	       Sing like never before O my soul
	26-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r>
              <a:rPr lang="fr-FR" smtClean="0"/>
              <a:t>       Bless the Lord  
28-  J’AI BIEN 10 000 RAISONS POUR TE LOUER</a:t>
            </a:r>
          </a:p>
          <a:p>
            <a:r>
              <a:rPr lang="fr-FR" smtClean="0"/>
              <a:t>       Ten thousand reasons for my heart to find  
29-  BÉNIS DIEU POUR 10 000 ANS ET POUR L’ÉTERNITÉ</a:t>
            </a:r>
          </a:p>
          <a:p>
            <a:r>
              <a:rPr lang="fr-FR" smtClean="0"/>
              <a:t>       Bless the Lord Ten thousand years and then forevermore	x4</a:t>
            </a:r>
          </a:p>
          <a:p>
            <a:endParaRPr lang="fr-FR" smtClean="0"/>
          </a:p>
          <a:p>
            <a:r>
              <a:rPr lang="fr-FR" smtClean="0"/>
              <a:t>30-  JÉSUS, J’ADORERAI TON SAINT NOM SEIGNEUR, J’ADORERAI TON SAINT NOM </a:t>
            </a:r>
          </a:p>
          <a:p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r>
              <a:rPr lang="fr-FR" smtClean="0"/>
              <a:t>       Jesus, I'll worship Your holy name I'll worship Your holy name
33-  J’ADORERAI TON SAINT NOM</a:t>
            </a:r>
          </a:p>
          <a:p>
            <a:r>
              <a:rPr lang="fr-FR" smtClean="0"/>
              <a:t>       I'll worship Your holy name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SOLEIL BRILLE UN NOUVEAU J OUR EST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Whatever may pass, and whatever lies before me 
4-  QUAND VIENT LA NUIT JE TE LOUERAI PLUS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Let me be singing when the evening comes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Bless the Lord, O my soul O my soul 
	6-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Worship His holy name
	7-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Sing like never before O my soul 
	8-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rich in love, and You're slow to anger 
10-  TON NOM EST GRAND ET TON CŒUR EST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Your goodness I will keep on singing
12-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	13-  BÉNIS DIEU, Ô MON ÂME Ô MON ÂME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
	14-  ADORE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15-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 
	16-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18-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19-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EN CE JOUR OÙ  MA FORCE S’ÉTEINDRA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on that day when my strength is failing 
21-  QUAND SERA VENU LE MOMENT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Still my soul will sing Your praise unendingTen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 
	24-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25-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
	26-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28-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29-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	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J’ADORERAI TON SAINT NOM SEIGNEUR, J’ADORERAI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I'll worship Your holy name
33-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I'll worship Your holy name 
</a:t>
            </a: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SOLEIL BRILLE UN NOUVEAU J OUR EST LÀ</a:t>
            </a:r>
          </a:p>
          <a:p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r>
              <a:rPr lang="fr-FR" smtClean="0"/>
              <a:t>      Whatever may pass, and whatever lies before me 
4-  QUAND VIENT LA NUIT JE TE LOUERAI PLUS FORT</a:t>
            </a:r>
          </a:p>
          <a:p>
            <a:r>
              <a:rPr lang="fr-FR" smtClean="0"/>
              <a:t>     Let me be singing when the evening comes </a:t>
            </a:r>
          </a:p>
          <a:p>
            <a:endParaRPr lang="fr-FR" smtClean="0"/>
          </a:p>
          <a:p>
            <a:r>
              <a:rPr lang="fr-FR" smtClean="0"/>
              <a:t>	5-  BÉNIS DIEU, Ô MON ÂME Ô MON ÂME</a:t>
            </a:r>
          </a:p>
          <a:p>
            <a:r>
              <a:rPr lang="fr-FR" smtClean="0"/>
              <a:t>	     Bless the Lord, O my soul O my soul 
	6-  ADORE SON SAINT NOM </a:t>
            </a:r>
          </a:p>
          <a:p>
            <a:r>
              <a:rPr lang="fr-FR" smtClean="0"/>
              <a:t>	     Worship His holy name
	7-  BIEN HAUT LÈVE TA VOIX Ô MON ÂME</a:t>
            </a:r>
          </a:p>
          <a:p>
            <a:r>
              <a:rPr lang="fr-FR" smtClean="0"/>
              <a:t>	     Sing like never before O my soul 
	8-  POUR ADORER SON SAINT NOM</a:t>
            </a:r>
          </a:p>
          <a:p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r>
              <a:rPr lang="fr-FR" smtClean="0"/>
              <a:t>     You're rich in love, and You're slow to anger 
10-  TON NOM EST GRAND ET TON CŒUR EST DOUX</a:t>
            </a:r>
          </a:p>
          <a:p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r>
              <a:rPr lang="fr-FR" smtClean="0"/>
              <a:t>      For all Your goodness I will keep on singing
12-  J’AI BIEN 10 000 RAISONS POUR TE LOUER</a:t>
            </a:r>
          </a:p>
          <a:p>
            <a:r>
              <a:rPr lang="fr-FR" smtClean="0"/>
              <a:t>     Ten thousand reasons for my heart to find</a:t>
            </a:r>
          </a:p>
          <a:p>
            <a:r>
              <a:rPr lang="fr-FR" smtClean="0"/>
              <a:t>  
	13-  BÉNIS DIEU, Ô MON ÂME Ô MON ÂME </a:t>
            </a:r>
          </a:p>
          <a:p>
            <a:r>
              <a:rPr lang="fr-FR" smtClean="0"/>
              <a:t>	       Bless the Lord, O my soul O my soul
	14-  ADORE SON SAINT NOM</a:t>
            </a:r>
          </a:p>
          <a:p>
            <a:r>
              <a:rPr lang="fr-FR" smtClean="0"/>
              <a:t>	       Worship His holy name
	15-  BIEN HAUT LÈVE TA VOIX Ô MON ÂME</a:t>
            </a:r>
          </a:p>
          <a:p>
            <a:r>
              <a:rPr lang="fr-FR" smtClean="0"/>
              <a:t>	       Sing like never before O my soul 
	16-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r>
              <a:rPr lang="fr-FR" smtClean="0"/>
              <a:t>       Bless the Lord  
18-  J’AI BIEN 10 000 RAISONS POUR TE LOUER</a:t>
            </a:r>
          </a:p>
          <a:p>
            <a:r>
              <a:rPr lang="fr-FR" smtClean="0"/>
              <a:t>       Ten thousand reasons for my heart to find  
19-  BÉNIS DIEU POUR 10 000 ANS ET POUR L’ÉTERNITÉ</a:t>
            </a:r>
          </a:p>
          <a:p>
            <a:r>
              <a:rPr lang="fr-FR" smtClean="0"/>
              <a:t>       Bless the Lord Ten thousand years and then forevermore </a:t>
            </a:r>
          </a:p>
          <a:p>
            <a:endParaRPr lang="fr-FR" smtClean="0"/>
          </a:p>
          <a:p>
            <a:r>
              <a:rPr lang="fr-FR" smtClean="0"/>
              <a:t>20-  ET EN CE JOUR OÙ  MA FORCE S’ÉTEINDRA</a:t>
            </a:r>
          </a:p>
          <a:p>
            <a:r>
              <a:rPr lang="fr-FR" smtClean="0"/>
              <a:t>       And on that day when my strength is failing 
21-  QUAND SERA VENU LE MOMENT POUR MOI </a:t>
            </a:r>
          </a:p>
          <a:p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r>
              <a:rPr lang="fr-FR" smtClean="0"/>
              <a:t>       Still my soul will sing Your praise unendingTen thousand years and then forevermore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23-  BÉNIS DIEU, Ô MON ÂME Ô MON ÂME</a:t>
            </a:r>
          </a:p>
          <a:p>
            <a:r>
              <a:rPr lang="fr-FR" smtClean="0"/>
              <a:t>	       Bless the Lord, O my soul O my soul 
	24-  ADORE SON SAINT NOM </a:t>
            </a:r>
          </a:p>
          <a:p>
            <a:r>
              <a:rPr lang="fr-FR" smtClean="0"/>
              <a:t>	       Worship His holy name
	25-  BIEN HAUT LÈVE TA VOIX Ô MON ÂME</a:t>
            </a:r>
          </a:p>
          <a:p>
            <a:r>
              <a:rPr lang="fr-FR" smtClean="0"/>
              <a:t>	       Sing like never before O my soul
	26-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r>
              <a:rPr lang="fr-FR" smtClean="0"/>
              <a:t>       Bless the Lord  
28-  J’AI BIEN 10 000 RAISONS POUR TE LOUER</a:t>
            </a:r>
          </a:p>
          <a:p>
            <a:r>
              <a:rPr lang="fr-FR" smtClean="0"/>
              <a:t>       Ten thousand reasons for my heart to find  
29-  BÉNIS DIEU POUR 10 000 ANS ET POUR L’ÉTERNITÉ</a:t>
            </a:r>
          </a:p>
          <a:p>
            <a:r>
              <a:rPr lang="fr-FR" smtClean="0"/>
              <a:t>       Bless the Lord Ten thousand years and then forevermore	x4</a:t>
            </a:r>
          </a:p>
          <a:p>
            <a:endParaRPr lang="fr-FR" smtClean="0"/>
          </a:p>
          <a:p>
            <a:r>
              <a:rPr lang="fr-FR" smtClean="0"/>
              <a:t>30-  JÉSUS, J’ADORERAI TON SAINT NOM SEIGNEUR, J’ADORERAI TON SAINT NOM </a:t>
            </a:r>
          </a:p>
          <a:p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r>
              <a:rPr lang="fr-FR" smtClean="0"/>
              <a:t>       Jesus, I'll worship Your holy name I'll worship Your holy name
33-  J’ADORERAI TON SAINT NOM</a:t>
            </a:r>
          </a:p>
          <a:p>
            <a:r>
              <a:rPr lang="fr-FR" smtClean="0"/>
              <a:t>       I'll worship Your holy name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SOLEIL BRILLE UN NOUVEAU J OUR EST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Whatever may pass, and whatever lies before me 
4-  QUAND VIENT LA NUIT JE TE LOUERAI PLUS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Let me be singing when the evening comes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Bless the Lord, O my soul O my soul 
	6-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Worship His holy name
	7-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Sing like never before O my soul 
	8-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rich in love, and You're slow to anger 
10-  TON NOM EST GRAND ET TON CŒUR EST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Your goodness I will keep on singing
12-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	13-  BÉNIS DIEU, Ô MON ÂME Ô MON ÂME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
	14-  ADORE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15-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 
	16-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18-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19-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EN CE JOUR OÙ  MA FORCE S’ÉTEINDRA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on that day when my strength is failing 
21-  QUAND SERA VENU LE MOMENT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Still my soul will sing Your praise unendingTen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 
	24-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25-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
	26-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28-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29-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	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J’ADORERAI TON SAINT NOM SEIGNEUR, J’ADORERAI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I'll worship Your holy name
33-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I'll worship Your holy name 
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SOLEIL BRILLE UN NOUVEAU J OUR EST LÀ</a:t>
            </a:r>
          </a:p>
          <a:p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r>
              <a:rPr lang="fr-FR" smtClean="0"/>
              <a:t>      Whatever may pass, and whatever lies before me 
4-  QUAND VIENT LA NUIT JE TE LOUERAI PLUS FORT</a:t>
            </a:r>
          </a:p>
          <a:p>
            <a:r>
              <a:rPr lang="fr-FR" smtClean="0"/>
              <a:t>     Let me be singing when the evening comes </a:t>
            </a:r>
          </a:p>
          <a:p>
            <a:endParaRPr lang="fr-FR" smtClean="0"/>
          </a:p>
          <a:p>
            <a:r>
              <a:rPr lang="fr-FR" smtClean="0"/>
              <a:t>	5-  BÉNIS DIEU, Ô MON ÂME Ô MON ÂME</a:t>
            </a:r>
          </a:p>
          <a:p>
            <a:r>
              <a:rPr lang="fr-FR" smtClean="0"/>
              <a:t>	     Bless the Lord, O my soul O my soul 
	6-  ADORE SON SAINT NOM </a:t>
            </a:r>
          </a:p>
          <a:p>
            <a:r>
              <a:rPr lang="fr-FR" smtClean="0"/>
              <a:t>	     Worship His holy name
	7-  BIEN HAUT LÈVE TA VOIX Ô MON ÂME</a:t>
            </a:r>
          </a:p>
          <a:p>
            <a:r>
              <a:rPr lang="fr-FR" smtClean="0"/>
              <a:t>	     Sing like never before O my soul 
	8-  POUR ADORER SON SAINT NOM</a:t>
            </a:r>
          </a:p>
          <a:p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r>
              <a:rPr lang="fr-FR" smtClean="0"/>
              <a:t>     You're rich in love, and You're slow to anger 
10-  TON NOM EST GRAND ET TON CŒUR EST DOUX</a:t>
            </a:r>
          </a:p>
          <a:p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r>
              <a:rPr lang="fr-FR" smtClean="0"/>
              <a:t>      For all Your goodness I will keep on singing
12-  J’AI BIEN 10 000 RAISONS POUR TE LOUER</a:t>
            </a:r>
          </a:p>
          <a:p>
            <a:r>
              <a:rPr lang="fr-FR" smtClean="0"/>
              <a:t>     Ten thousand reasons for my heart to find</a:t>
            </a:r>
          </a:p>
          <a:p>
            <a:r>
              <a:rPr lang="fr-FR" smtClean="0"/>
              <a:t>  
	13-  BÉNIS DIEU, Ô MON ÂME Ô MON ÂME </a:t>
            </a:r>
          </a:p>
          <a:p>
            <a:r>
              <a:rPr lang="fr-FR" smtClean="0"/>
              <a:t>	       Bless the Lord, O my soul O my soul
	14-  ADORE SON SAINT NOM</a:t>
            </a:r>
          </a:p>
          <a:p>
            <a:r>
              <a:rPr lang="fr-FR" smtClean="0"/>
              <a:t>	       Worship His holy name
	15-  BIEN HAUT LÈVE TA VOIX Ô MON ÂME</a:t>
            </a:r>
          </a:p>
          <a:p>
            <a:r>
              <a:rPr lang="fr-FR" smtClean="0"/>
              <a:t>	       Sing like never before O my soul 
	16-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r>
              <a:rPr lang="fr-FR" smtClean="0"/>
              <a:t>       Bless the Lord  
18-  J’AI BIEN 10 000 RAISONS POUR TE LOUER</a:t>
            </a:r>
          </a:p>
          <a:p>
            <a:r>
              <a:rPr lang="fr-FR" smtClean="0"/>
              <a:t>       Ten thousand reasons for my heart to find  
19-  BÉNIS DIEU POUR 10 000 ANS ET POUR L’ÉTERNITÉ</a:t>
            </a:r>
          </a:p>
          <a:p>
            <a:r>
              <a:rPr lang="fr-FR" smtClean="0"/>
              <a:t>       Bless the Lord Ten thousand years and then forevermore </a:t>
            </a:r>
          </a:p>
          <a:p>
            <a:endParaRPr lang="fr-FR" smtClean="0"/>
          </a:p>
          <a:p>
            <a:r>
              <a:rPr lang="fr-FR" smtClean="0"/>
              <a:t>20-  ET EN CE JOUR OÙ  MA FORCE S’ÉTEINDRA</a:t>
            </a:r>
          </a:p>
          <a:p>
            <a:r>
              <a:rPr lang="fr-FR" smtClean="0"/>
              <a:t>       And on that day when my strength is failing 
21-  QUAND SERA VENU LE MOMENT POUR MOI </a:t>
            </a:r>
          </a:p>
          <a:p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r>
              <a:rPr lang="fr-FR" smtClean="0"/>
              <a:t>       Still my soul will sing Your praise unendingTen thousand years and then forevermore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23-  BÉNIS DIEU, Ô MON ÂME Ô MON ÂME</a:t>
            </a:r>
          </a:p>
          <a:p>
            <a:r>
              <a:rPr lang="fr-FR" smtClean="0"/>
              <a:t>	       Bless the Lord, O my soul O my soul 
	24-  ADORE SON SAINT NOM </a:t>
            </a:r>
          </a:p>
          <a:p>
            <a:r>
              <a:rPr lang="fr-FR" smtClean="0"/>
              <a:t>	       Worship His holy name
	25-  BIEN HAUT LÈVE TA VOIX Ô MON ÂME</a:t>
            </a:r>
          </a:p>
          <a:p>
            <a:r>
              <a:rPr lang="fr-FR" smtClean="0"/>
              <a:t>	       Sing like never before O my soul
	26-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r>
              <a:rPr lang="fr-FR" smtClean="0"/>
              <a:t>       Bless the Lord  
28-  J’AI BIEN 10 000 RAISONS POUR TE LOUER</a:t>
            </a:r>
          </a:p>
          <a:p>
            <a:r>
              <a:rPr lang="fr-FR" smtClean="0"/>
              <a:t>       Ten thousand reasons for my heart to find  
29-  BÉNIS DIEU POUR 10 000 ANS ET POUR L’ÉTERNITÉ</a:t>
            </a:r>
          </a:p>
          <a:p>
            <a:r>
              <a:rPr lang="fr-FR" smtClean="0"/>
              <a:t>       Bless the Lord Ten thousand years and then forevermore	x4</a:t>
            </a:r>
          </a:p>
          <a:p>
            <a:endParaRPr lang="fr-FR" smtClean="0"/>
          </a:p>
          <a:p>
            <a:r>
              <a:rPr lang="fr-FR" smtClean="0"/>
              <a:t>30-  JÉSUS, J’ADORERAI TON SAINT NOM SEIGNEUR, J’ADORERAI TON SAINT NOM </a:t>
            </a:r>
          </a:p>
          <a:p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r>
              <a:rPr lang="fr-FR" smtClean="0"/>
              <a:t>       Jesus, I'll worship Your holy name I'll worship Your holy name
33-  J’ADORERAI TON SAINT NOM</a:t>
            </a:r>
          </a:p>
          <a:p>
            <a:r>
              <a:rPr lang="fr-FR" smtClean="0"/>
              <a:t>       I'll worship Your holy name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SOLEIL BRILLE UN NOUVEAU J OUR EST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Whatever may pass, and whatever lies before me 
4-  QUAND VIENT LA NUIT JE TE LOUERAI PLUS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Let me be singing when the evening comes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Bless the Lord, O my soul O my soul 
	6-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Worship His holy name
	7-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Sing like never before O my soul 
	8-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rich in love, and You're slow to anger 
10-  TON NOM EST GRAND ET TON CŒUR EST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Your goodness I will keep on singing
12-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	13-  BÉNIS DIEU, Ô MON ÂME Ô MON ÂME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
	14-  ADORE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15-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 
	16-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18-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19-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EN CE JOUR OÙ  MA FORCE S’ÉTEINDRA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on that day when my strength is failing 
21-  QUAND SERA VENU LE MOMENT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Still my soul will sing Your praise unendingTen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 
	24-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25-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
	26-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28-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29-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	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J’ADORERAI TON SAINT NOM SEIGNEUR, J’ADORERAI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I'll worship Your holy name
33-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I'll worship Your holy name 
</a:t>
            </a: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SOLEIL BRILLE UN NOUVEAU J OUR EST LÀ</a:t>
            </a:r>
          </a:p>
          <a:p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r>
              <a:rPr lang="fr-FR" smtClean="0"/>
              <a:t>      Whatever may pass, and whatever lies before me 
4-  QUAND VIENT LA NUIT JE TE LOUERAI PLUS FORT</a:t>
            </a:r>
          </a:p>
          <a:p>
            <a:r>
              <a:rPr lang="fr-FR" smtClean="0"/>
              <a:t>     Let me be singing when the evening comes </a:t>
            </a:r>
          </a:p>
          <a:p>
            <a:endParaRPr lang="fr-FR" smtClean="0"/>
          </a:p>
          <a:p>
            <a:r>
              <a:rPr lang="fr-FR" smtClean="0"/>
              <a:t>	5-  BÉNIS DIEU, Ô MON ÂME Ô MON ÂME</a:t>
            </a:r>
          </a:p>
          <a:p>
            <a:r>
              <a:rPr lang="fr-FR" smtClean="0"/>
              <a:t>	     Bless the Lord, O my soul O my soul 
	6-  ADORE SON SAINT NOM </a:t>
            </a:r>
          </a:p>
          <a:p>
            <a:r>
              <a:rPr lang="fr-FR" smtClean="0"/>
              <a:t>	     Worship His holy name
	7-  BIEN HAUT LÈVE TA VOIX Ô MON ÂME</a:t>
            </a:r>
          </a:p>
          <a:p>
            <a:r>
              <a:rPr lang="fr-FR" smtClean="0"/>
              <a:t>	     Sing like never before O my soul 
	8-  POUR ADORER SON SAINT NOM</a:t>
            </a:r>
          </a:p>
          <a:p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r>
              <a:rPr lang="fr-FR" smtClean="0"/>
              <a:t>     You're rich in love, and You're slow to anger 
10-  TON NOM EST GRAND ET TON CŒUR EST DOUX</a:t>
            </a:r>
          </a:p>
          <a:p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r>
              <a:rPr lang="fr-FR" smtClean="0"/>
              <a:t>      For all Your goodness I will keep on singing
12-  J’AI BIEN 10 000 RAISONS POUR TE LOUER</a:t>
            </a:r>
          </a:p>
          <a:p>
            <a:r>
              <a:rPr lang="fr-FR" smtClean="0"/>
              <a:t>     Ten thousand reasons for my heart to find</a:t>
            </a:r>
          </a:p>
          <a:p>
            <a:r>
              <a:rPr lang="fr-FR" smtClean="0"/>
              <a:t>  
	13-  BÉNIS DIEU, Ô MON ÂME Ô MON ÂME </a:t>
            </a:r>
          </a:p>
          <a:p>
            <a:r>
              <a:rPr lang="fr-FR" smtClean="0"/>
              <a:t>	       Bless the Lord, O my soul O my soul
	14-  ADORE SON SAINT NOM</a:t>
            </a:r>
          </a:p>
          <a:p>
            <a:r>
              <a:rPr lang="fr-FR" smtClean="0"/>
              <a:t>	       Worship His holy name
	15-  BIEN HAUT LÈVE TA VOIX Ô MON ÂME</a:t>
            </a:r>
          </a:p>
          <a:p>
            <a:r>
              <a:rPr lang="fr-FR" smtClean="0"/>
              <a:t>	       Sing like never before O my soul 
	16-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r>
              <a:rPr lang="fr-FR" smtClean="0"/>
              <a:t>       Bless the Lord  
18-  J’AI BIEN 10 000 RAISONS POUR TE LOUER</a:t>
            </a:r>
          </a:p>
          <a:p>
            <a:r>
              <a:rPr lang="fr-FR" smtClean="0"/>
              <a:t>       Ten thousand reasons for my heart to find  
19-  BÉNIS DIEU POUR 10 000 ANS ET POUR L’ÉTERNITÉ</a:t>
            </a:r>
          </a:p>
          <a:p>
            <a:r>
              <a:rPr lang="fr-FR" smtClean="0"/>
              <a:t>       Bless the Lord Ten thousand years and then forevermore </a:t>
            </a:r>
          </a:p>
          <a:p>
            <a:endParaRPr lang="fr-FR" smtClean="0"/>
          </a:p>
          <a:p>
            <a:r>
              <a:rPr lang="fr-FR" smtClean="0"/>
              <a:t>20-  ET EN CE JOUR OÙ  MA FORCE S’ÉTEINDRA</a:t>
            </a:r>
          </a:p>
          <a:p>
            <a:r>
              <a:rPr lang="fr-FR" smtClean="0"/>
              <a:t>       And on that day when my strength is failing 
21-  QUAND SERA VENU LE MOMENT POUR MOI </a:t>
            </a:r>
          </a:p>
          <a:p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r>
              <a:rPr lang="fr-FR" smtClean="0"/>
              <a:t>       Still my soul will sing Your praise unendingTen thousand years and then forevermore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23-  BÉNIS DIEU, Ô MON ÂME Ô MON ÂME</a:t>
            </a:r>
          </a:p>
          <a:p>
            <a:r>
              <a:rPr lang="fr-FR" smtClean="0"/>
              <a:t>	       Bless the Lord, O my soul O my soul 
	24-  ADORE SON SAINT NOM </a:t>
            </a:r>
          </a:p>
          <a:p>
            <a:r>
              <a:rPr lang="fr-FR" smtClean="0"/>
              <a:t>	       Worship His holy name
	25-  BIEN HAUT LÈVE TA VOIX Ô MON ÂME</a:t>
            </a:r>
          </a:p>
          <a:p>
            <a:r>
              <a:rPr lang="fr-FR" smtClean="0"/>
              <a:t>	       Sing like never before O my soul
	26-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r>
              <a:rPr lang="fr-FR" smtClean="0"/>
              <a:t>       Bless the Lord  
28-  J’AI BIEN 10 000 RAISONS POUR TE LOUER</a:t>
            </a:r>
          </a:p>
          <a:p>
            <a:r>
              <a:rPr lang="fr-FR" smtClean="0"/>
              <a:t>       Ten thousand reasons for my heart to find  
29-  BÉNIS DIEU POUR 10 000 ANS ET POUR L’ÉTERNITÉ</a:t>
            </a:r>
          </a:p>
          <a:p>
            <a:r>
              <a:rPr lang="fr-FR" smtClean="0"/>
              <a:t>       Bless the Lord Ten thousand years and then forevermore	x4</a:t>
            </a:r>
          </a:p>
          <a:p>
            <a:endParaRPr lang="fr-FR" smtClean="0"/>
          </a:p>
          <a:p>
            <a:r>
              <a:rPr lang="fr-FR" smtClean="0"/>
              <a:t>30-  JÉSUS, J’ADORERAI TON SAINT NOM SEIGNEUR, J’ADORERAI TON SAINT NOM </a:t>
            </a:r>
          </a:p>
          <a:p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r>
              <a:rPr lang="fr-FR" smtClean="0"/>
              <a:t>       Jesus, I'll worship Your holy name I'll worship Your holy name
33-  J’ADORERAI TON SAINT NOM</a:t>
            </a:r>
          </a:p>
          <a:p>
            <a:r>
              <a:rPr lang="fr-FR" smtClean="0"/>
              <a:t>       I'll worship Your holy name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SOLEIL BRILLE UN NOUVEAU J OUR EST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Whatever may pass, and whatever lies before me 
4-  QUAND VIENT LA NUIT JE TE LOUERAI PLUS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Let me be singing when the evening comes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Bless the Lord, O my soul O my soul 
	6-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Worship His holy name
	7-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Sing like never before O my soul 
	8-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rich in love, and You're slow to anger 
10-  TON NOM EST GRAND ET TON CŒUR EST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Your goodness I will keep on singing
12-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	13-  BÉNIS DIEU, Ô MON ÂME Ô MON ÂME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
	14-  ADORE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15-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 
	16-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18-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19-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EN CE JOUR OÙ  MA FORCE S’ÉTEINDRA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on that day when my strength is failing 
21-  QUAND SERA VENU LE MOMENT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Still my soul will sing Your praise unendingTen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 
	24-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25-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
	26-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28-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29-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	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J’ADORERAI TON SAINT NOM SEIGNEUR, J’ADORERAI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I'll worship Your holy name
33-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I'll worship Your holy name 
</a:t>
            </a: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SOLEIL BRILLE UN NOUVEAU J OUR EST LÀ</a:t>
            </a:r>
          </a:p>
          <a:p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r>
              <a:rPr lang="fr-FR" smtClean="0"/>
              <a:t>      Whatever may pass, and whatever lies before me 
4-  QUAND VIENT LA NUIT JE TE LOUERAI PLUS FORT</a:t>
            </a:r>
          </a:p>
          <a:p>
            <a:r>
              <a:rPr lang="fr-FR" smtClean="0"/>
              <a:t>     Let me be singing when the evening comes </a:t>
            </a:r>
          </a:p>
          <a:p>
            <a:endParaRPr lang="fr-FR" smtClean="0"/>
          </a:p>
          <a:p>
            <a:r>
              <a:rPr lang="fr-FR" smtClean="0"/>
              <a:t>	5-  BÉNIS DIEU, Ô MON ÂME Ô MON ÂME</a:t>
            </a:r>
          </a:p>
          <a:p>
            <a:r>
              <a:rPr lang="fr-FR" smtClean="0"/>
              <a:t>	     Bless the Lord, O my soul O my soul 
	6-  ADORE SON SAINT NOM </a:t>
            </a:r>
          </a:p>
          <a:p>
            <a:r>
              <a:rPr lang="fr-FR" smtClean="0"/>
              <a:t>	     Worship His holy name
	7-  BIEN HAUT LÈVE TA VOIX Ô MON ÂME</a:t>
            </a:r>
          </a:p>
          <a:p>
            <a:r>
              <a:rPr lang="fr-FR" smtClean="0"/>
              <a:t>	     Sing like never before O my soul 
	8-  POUR ADORER SON SAINT NOM</a:t>
            </a:r>
          </a:p>
          <a:p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r>
              <a:rPr lang="fr-FR" smtClean="0"/>
              <a:t>     You're rich in love, and You're slow to anger 
10-  TON NOM EST GRAND ET TON CŒUR EST DOUX</a:t>
            </a:r>
          </a:p>
          <a:p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r>
              <a:rPr lang="fr-FR" smtClean="0"/>
              <a:t>      For all Your goodness I will keep on singing
12-  J’AI BIEN 10 000 RAISONS POUR TE LOUER</a:t>
            </a:r>
          </a:p>
          <a:p>
            <a:r>
              <a:rPr lang="fr-FR" smtClean="0"/>
              <a:t>     Ten thousand reasons for my heart to find</a:t>
            </a:r>
          </a:p>
          <a:p>
            <a:r>
              <a:rPr lang="fr-FR" smtClean="0"/>
              <a:t>  
	13-  BÉNIS DIEU, Ô MON ÂME Ô MON ÂME </a:t>
            </a:r>
          </a:p>
          <a:p>
            <a:r>
              <a:rPr lang="fr-FR" smtClean="0"/>
              <a:t>	       Bless the Lord, O my soul O my soul
	14-  ADORE SON SAINT NOM</a:t>
            </a:r>
          </a:p>
          <a:p>
            <a:r>
              <a:rPr lang="fr-FR" smtClean="0"/>
              <a:t>	       Worship His holy name
	15-  BIEN HAUT LÈVE TA VOIX Ô MON ÂME</a:t>
            </a:r>
          </a:p>
          <a:p>
            <a:r>
              <a:rPr lang="fr-FR" smtClean="0"/>
              <a:t>	       Sing like never before O my soul 
	16-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r>
              <a:rPr lang="fr-FR" smtClean="0"/>
              <a:t>       Bless the Lord  
18-  J’AI BIEN 10 000 RAISONS POUR TE LOUER</a:t>
            </a:r>
          </a:p>
          <a:p>
            <a:r>
              <a:rPr lang="fr-FR" smtClean="0"/>
              <a:t>       Ten thousand reasons for my heart to find  
19-  BÉNIS DIEU POUR 10 000 ANS ET POUR L’ÉTERNITÉ</a:t>
            </a:r>
          </a:p>
          <a:p>
            <a:r>
              <a:rPr lang="fr-FR" smtClean="0"/>
              <a:t>       Bless the Lord Ten thousand years and then forevermore </a:t>
            </a:r>
          </a:p>
          <a:p>
            <a:endParaRPr lang="fr-FR" smtClean="0"/>
          </a:p>
          <a:p>
            <a:r>
              <a:rPr lang="fr-FR" smtClean="0"/>
              <a:t>20-  ET EN CE JOUR OÙ  MA FORCE S’ÉTEINDRA</a:t>
            </a:r>
          </a:p>
          <a:p>
            <a:r>
              <a:rPr lang="fr-FR" smtClean="0"/>
              <a:t>       And on that day when my strength is failing 
21-  QUAND SERA VENU LE MOMENT POUR MOI </a:t>
            </a:r>
          </a:p>
          <a:p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r>
              <a:rPr lang="fr-FR" smtClean="0"/>
              <a:t>       Still my soul will sing Your praise unendingTen thousand years and then forevermore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23-  BÉNIS DIEU, Ô MON ÂME Ô MON ÂME</a:t>
            </a:r>
          </a:p>
          <a:p>
            <a:r>
              <a:rPr lang="fr-FR" smtClean="0"/>
              <a:t>	       Bless the Lord, O my soul O my soul 
	24-  ADORE SON SAINT NOM </a:t>
            </a:r>
          </a:p>
          <a:p>
            <a:r>
              <a:rPr lang="fr-FR" smtClean="0"/>
              <a:t>	       Worship His holy name
	25-  BIEN HAUT LÈVE TA VOIX Ô MON ÂME</a:t>
            </a:r>
          </a:p>
          <a:p>
            <a:r>
              <a:rPr lang="fr-FR" smtClean="0"/>
              <a:t>	       Sing like never before O my soul
	26-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r>
              <a:rPr lang="fr-FR" smtClean="0"/>
              <a:t>       Bless the Lord  
28-  J’AI BIEN 10 000 RAISONS POUR TE LOUER</a:t>
            </a:r>
          </a:p>
          <a:p>
            <a:r>
              <a:rPr lang="fr-FR" smtClean="0"/>
              <a:t>       Ten thousand reasons for my heart to find  
29-  BÉNIS DIEU POUR 10 000 ANS ET POUR L’ÉTERNITÉ</a:t>
            </a:r>
          </a:p>
          <a:p>
            <a:r>
              <a:rPr lang="fr-FR" smtClean="0"/>
              <a:t>       Bless the Lord Ten thousand years and then forevermore	x4</a:t>
            </a:r>
          </a:p>
          <a:p>
            <a:endParaRPr lang="fr-FR" smtClean="0"/>
          </a:p>
          <a:p>
            <a:r>
              <a:rPr lang="fr-FR" smtClean="0"/>
              <a:t>30-  JÉSUS, J’ADORERAI TON SAINT NOM SEIGNEUR, J’ADORERAI TON SAINT NOM </a:t>
            </a:r>
          </a:p>
          <a:p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r>
              <a:rPr lang="fr-FR" smtClean="0"/>
              <a:t>       Jesus, I'll worship Your holy name I'll worship Your holy name
33-  J’ADORERAI TON SAINT NOM</a:t>
            </a:r>
          </a:p>
          <a:p>
            <a:r>
              <a:rPr lang="fr-FR" smtClean="0"/>
              <a:t>       I'll worship Your holy name 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SOLEIL BRILLE UN NOUVEAU J OUR EST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Whatever may pass, and whatever lies before me 
4-  QUAND VIENT LA NUIT JE TE LOUERAI PLUS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Let me be singing when the evening comes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Bless the Lord, O my soul O my soul 
	6-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Worship His holy name
	7-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Sing like never before O my soul 
	8-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rich in love, and You're slow to anger 
10-  TON NOM EST GRAND ET TON CŒUR EST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Your goodness I will keep on singing
12-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	13-  BÉNIS DIEU, Ô MON ÂME Ô MON ÂME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
	14-  ADORE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15-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 
	16-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18-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19-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EN CE JOUR OÙ  MA FORCE S’ÉTEINDRA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on that day when my strength is failing 
21-  QUAND SERA VENU LE MOMENT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Still my soul will sing Your praise unendingTen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 
	24-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25-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
	26-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28-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29-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	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J’ADORERAI TON SAINT NOM SEIGNEUR, J’ADORERAI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I'll worship Your holy name
33-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I'll worship Your holy name 
</a:t>
            </a: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SOLEIL BRILLE UN NOUVEAU J OUR EST LÀ</a:t>
            </a:r>
          </a:p>
          <a:p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r>
              <a:rPr lang="fr-FR" smtClean="0"/>
              <a:t>      Whatever may pass, and whatever lies before me 
4-  QUAND VIENT LA NUIT JE TE LOUERAI PLUS FORT</a:t>
            </a:r>
          </a:p>
          <a:p>
            <a:r>
              <a:rPr lang="fr-FR" smtClean="0"/>
              <a:t>     Let me be singing when the evening comes </a:t>
            </a:r>
          </a:p>
          <a:p>
            <a:endParaRPr lang="fr-FR" smtClean="0"/>
          </a:p>
          <a:p>
            <a:r>
              <a:rPr lang="fr-FR" smtClean="0"/>
              <a:t>	5-  BÉNIS DIEU, Ô MON ÂME Ô MON ÂME</a:t>
            </a:r>
          </a:p>
          <a:p>
            <a:r>
              <a:rPr lang="fr-FR" smtClean="0"/>
              <a:t>	     Bless the Lord, O my soul O my soul 
	6-  ADORE SON SAINT NOM </a:t>
            </a:r>
          </a:p>
          <a:p>
            <a:r>
              <a:rPr lang="fr-FR" smtClean="0"/>
              <a:t>	     Worship His holy name
	7-  BIEN HAUT LÈVE TA VOIX Ô MON ÂME</a:t>
            </a:r>
          </a:p>
          <a:p>
            <a:r>
              <a:rPr lang="fr-FR" smtClean="0"/>
              <a:t>	     Sing like never before O my soul 
	8-  POUR ADORER SON SAINT NOM</a:t>
            </a:r>
          </a:p>
          <a:p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r>
              <a:rPr lang="fr-FR" smtClean="0"/>
              <a:t>     You're rich in love, and You're slow to anger 
10-  TON NOM EST GRAND ET TON CŒUR EST DOUX</a:t>
            </a:r>
          </a:p>
          <a:p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r>
              <a:rPr lang="fr-FR" smtClean="0"/>
              <a:t>      For all Your goodness I will keep on singing
12-  J’AI BIEN 10 000 RAISONS POUR TE LOUER</a:t>
            </a:r>
          </a:p>
          <a:p>
            <a:r>
              <a:rPr lang="fr-FR" smtClean="0"/>
              <a:t>     Ten thousand reasons for my heart to find</a:t>
            </a:r>
          </a:p>
          <a:p>
            <a:r>
              <a:rPr lang="fr-FR" smtClean="0"/>
              <a:t>  
	13-  BÉNIS DIEU, Ô MON ÂME Ô MON ÂME </a:t>
            </a:r>
          </a:p>
          <a:p>
            <a:r>
              <a:rPr lang="fr-FR" smtClean="0"/>
              <a:t>	       Bless the Lord, O my soul O my soul
	14-  ADORE SON SAINT NOM</a:t>
            </a:r>
          </a:p>
          <a:p>
            <a:r>
              <a:rPr lang="fr-FR" smtClean="0"/>
              <a:t>	       Worship His holy name
	15-  BIEN HAUT LÈVE TA VOIX Ô MON ÂME</a:t>
            </a:r>
          </a:p>
          <a:p>
            <a:r>
              <a:rPr lang="fr-FR" smtClean="0"/>
              <a:t>	       Sing like never before O my soul 
	16-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r>
              <a:rPr lang="fr-FR" smtClean="0"/>
              <a:t>       Bless the Lord  
18-  J’AI BIEN 10 000 RAISONS POUR TE LOUER</a:t>
            </a:r>
          </a:p>
          <a:p>
            <a:r>
              <a:rPr lang="fr-FR" smtClean="0"/>
              <a:t>       Ten thousand reasons for my heart to find  
19-  BÉNIS DIEU POUR 10 000 ANS ET POUR L’ÉTERNITÉ</a:t>
            </a:r>
          </a:p>
          <a:p>
            <a:r>
              <a:rPr lang="fr-FR" smtClean="0"/>
              <a:t>       Bless the Lord Ten thousand years and then forevermore </a:t>
            </a:r>
          </a:p>
          <a:p>
            <a:endParaRPr lang="fr-FR" smtClean="0"/>
          </a:p>
          <a:p>
            <a:r>
              <a:rPr lang="fr-FR" smtClean="0"/>
              <a:t>20-  ET EN CE JOUR OÙ  MA FORCE S’ÉTEINDRA</a:t>
            </a:r>
          </a:p>
          <a:p>
            <a:r>
              <a:rPr lang="fr-FR" smtClean="0"/>
              <a:t>       And on that day when my strength is failing 
21-  QUAND SERA VENU LE MOMENT POUR MOI </a:t>
            </a:r>
          </a:p>
          <a:p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r>
              <a:rPr lang="fr-FR" smtClean="0"/>
              <a:t>       Still my soul will sing Your praise unendingTen thousand years and then forevermore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23-  BÉNIS DIEU, Ô MON ÂME Ô MON ÂME</a:t>
            </a:r>
          </a:p>
          <a:p>
            <a:r>
              <a:rPr lang="fr-FR" smtClean="0"/>
              <a:t>	       Bless the Lord, O my soul O my soul 
	24-  ADORE SON SAINT NOM </a:t>
            </a:r>
          </a:p>
          <a:p>
            <a:r>
              <a:rPr lang="fr-FR" smtClean="0"/>
              <a:t>	       Worship His holy name
	25-  BIEN HAUT LÈVE TA VOIX Ô MON ÂME</a:t>
            </a:r>
          </a:p>
          <a:p>
            <a:r>
              <a:rPr lang="fr-FR" smtClean="0"/>
              <a:t>	       Sing like never before O my soul
	26-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r>
              <a:rPr lang="fr-FR" smtClean="0"/>
              <a:t>       Bless the Lord  
28-  J’AI BIEN 10 000 RAISONS POUR TE LOUER</a:t>
            </a:r>
          </a:p>
          <a:p>
            <a:r>
              <a:rPr lang="fr-FR" smtClean="0"/>
              <a:t>       Ten thousand reasons for my heart to find  
29-  BÉNIS DIEU POUR 10 000 ANS ET POUR L’ÉTERNITÉ</a:t>
            </a:r>
          </a:p>
          <a:p>
            <a:r>
              <a:rPr lang="fr-FR" smtClean="0"/>
              <a:t>       Bless the Lord Ten thousand years and then forevermore	x4</a:t>
            </a:r>
          </a:p>
          <a:p>
            <a:endParaRPr lang="fr-FR" smtClean="0"/>
          </a:p>
          <a:p>
            <a:r>
              <a:rPr lang="fr-FR" smtClean="0"/>
              <a:t>30-  JÉSUS, J’ADORERAI TON SAINT NOM SEIGNEUR, J’ADORERAI TON SAINT NOM </a:t>
            </a:r>
          </a:p>
          <a:p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r>
              <a:rPr lang="fr-FR" smtClean="0"/>
              <a:t>       Jesus, I'll worship Your holy name I'll worship Your holy name
33-  J’ADORERAI TON SAINT NOM</a:t>
            </a:r>
          </a:p>
          <a:p>
            <a:r>
              <a:rPr lang="fr-FR" smtClean="0"/>
              <a:t>       I'll worship Your holy name 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SOLEIL BRILLE UN NOUVEAU J OUR EST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Whatever may pass, and whatever lies before me 
4-  QUAND VIENT LA NUIT JE TE LOUERAI PLUS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Let me be singing when the evening comes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Bless the Lord, O my soul O my soul 
	6-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Worship His holy name
	7-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Sing like never before O my soul 
	8-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rich in love, and You're slow to anger 
10-  TON NOM EST GRAND ET TON CŒUR EST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Your goodness I will keep on singing
12-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	13-  BÉNIS DIEU, Ô MON ÂME Ô MON ÂME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
	14-  ADORE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15-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 
	16-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18-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19-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EN CE JOUR OÙ  MA FORCE S’ÉTEINDRA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on that day when my strength is failing 
21-  QUAND SERA VENU LE MOMENT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Still my soul will sing Your praise unendingTen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 
	24-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25-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
	26-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28-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29-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	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J’ADORERAI TON SAINT NOM SEIGNEUR, J’ADORERAI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I'll worship Your holy name
33-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I'll worship Your holy name 
</a:t>
            </a: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SOLEIL BRILLE UN NOUVEAU J OUR EST LÀ</a:t>
            </a:r>
          </a:p>
          <a:p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r>
              <a:rPr lang="fr-FR" smtClean="0"/>
              <a:t>      Whatever may pass, and whatever lies before me 
4-  QUAND VIENT LA NUIT JE TE LOUERAI PLUS FORT</a:t>
            </a:r>
          </a:p>
          <a:p>
            <a:r>
              <a:rPr lang="fr-FR" smtClean="0"/>
              <a:t>     Let me be singing when the evening comes </a:t>
            </a:r>
          </a:p>
          <a:p>
            <a:endParaRPr lang="fr-FR" smtClean="0"/>
          </a:p>
          <a:p>
            <a:r>
              <a:rPr lang="fr-FR" smtClean="0"/>
              <a:t>	5-  BÉNIS DIEU, Ô MON ÂME Ô MON ÂME</a:t>
            </a:r>
          </a:p>
          <a:p>
            <a:r>
              <a:rPr lang="fr-FR" smtClean="0"/>
              <a:t>	     Bless the Lord, O my soul O my soul 
	6-  ADORE SON SAINT NOM </a:t>
            </a:r>
          </a:p>
          <a:p>
            <a:r>
              <a:rPr lang="fr-FR" smtClean="0"/>
              <a:t>	     Worship His holy name
	7-  BIEN HAUT LÈVE TA VOIX Ô MON ÂME</a:t>
            </a:r>
          </a:p>
          <a:p>
            <a:r>
              <a:rPr lang="fr-FR" smtClean="0"/>
              <a:t>	     Sing like never before O my soul 
	8-  POUR ADORER SON SAINT NOM</a:t>
            </a:r>
          </a:p>
          <a:p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r>
              <a:rPr lang="fr-FR" smtClean="0"/>
              <a:t>     You're rich in love, and You're slow to anger 
10-  TON NOM EST GRAND ET TON CŒUR EST DOUX</a:t>
            </a:r>
          </a:p>
          <a:p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r>
              <a:rPr lang="fr-FR" smtClean="0"/>
              <a:t>      For all Your goodness I will keep on singing
12-  J’AI BIEN 10 000 RAISONS POUR TE LOUER</a:t>
            </a:r>
          </a:p>
          <a:p>
            <a:r>
              <a:rPr lang="fr-FR" smtClean="0"/>
              <a:t>     Ten thousand reasons for my heart to find</a:t>
            </a:r>
          </a:p>
          <a:p>
            <a:r>
              <a:rPr lang="fr-FR" smtClean="0"/>
              <a:t>  
	13-  BÉNIS DIEU, Ô MON ÂME Ô MON ÂME </a:t>
            </a:r>
          </a:p>
          <a:p>
            <a:r>
              <a:rPr lang="fr-FR" smtClean="0"/>
              <a:t>	       Bless the Lord, O my soul O my soul
	14-  ADORE SON SAINT NOM</a:t>
            </a:r>
          </a:p>
          <a:p>
            <a:r>
              <a:rPr lang="fr-FR" smtClean="0"/>
              <a:t>	       Worship His holy name
	15-  BIEN HAUT LÈVE TA VOIX Ô MON ÂME</a:t>
            </a:r>
          </a:p>
          <a:p>
            <a:r>
              <a:rPr lang="fr-FR" smtClean="0"/>
              <a:t>	       Sing like never before O my soul 
	16-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r>
              <a:rPr lang="fr-FR" smtClean="0"/>
              <a:t>       Bless the Lord  
18-  J’AI BIEN 10 000 RAISONS POUR TE LOUER</a:t>
            </a:r>
          </a:p>
          <a:p>
            <a:r>
              <a:rPr lang="fr-FR" smtClean="0"/>
              <a:t>       Ten thousand reasons for my heart to find  
19-  BÉNIS DIEU POUR 10 000 ANS ET POUR L’ÉTERNITÉ</a:t>
            </a:r>
          </a:p>
          <a:p>
            <a:r>
              <a:rPr lang="fr-FR" smtClean="0"/>
              <a:t>       Bless the Lord Ten thousand years and then forevermore </a:t>
            </a:r>
          </a:p>
          <a:p>
            <a:endParaRPr lang="fr-FR" smtClean="0"/>
          </a:p>
          <a:p>
            <a:r>
              <a:rPr lang="fr-FR" smtClean="0"/>
              <a:t>20-  ET EN CE JOUR OÙ  MA FORCE S’ÉTEINDRA</a:t>
            </a:r>
          </a:p>
          <a:p>
            <a:r>
              <a:rPr lang="fr-FR" smtClean="0"/>
              <a:t>       And on that day when my strength is failing 
21-  QUAND SERA VENU LE MOMENT POUR MOI </a:t>
            </a:r>
          </a:p>
          <a:p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r>
              <a:rPr lang="fr-FR" smtClean="0"/>
              <a:t>       Still my soul will sing Your praise unendingTen thousand years and then forevermore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23-  BÉNIS DIEU, Ô MON ÂME Ô MON ÂME</a:t>
            </a:r>
          </a:p>
          <a:p>
            <a:r>
              <a:rPr lang="fr-FR" smtClean="0"/>
              <a:t>	       Bless the Lord, O my soul O my soul 
	24-  ADORE SON SAINT NOM </a:t>
            </a:r>
          </a:p>
          <a:p>
            <a:r>
              <a:rPr lang="fr-FR" smtClean="0"/>
              <a:t>	       Worship His holy name
	25-  BIEN HAUT LÈVE TA VOIX Ô MON ÂME</a:t>
            </a:r>
          </a:p>
          <a:p>
            <a:r>
              <a:rPr lang="fr-FR" smtClean="0"/>
              <a:t>	       Sing like never before O my soul
	26-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r>
              <a:rPr lang="fr-FR" smtClean="0"/>
              <a:t>       Bless the Lord  
28-  J’AI BIEN 10 000 RAISONS POUR TE LOUER</a:t>
            </a:r>
          </a:p>
          <a:p>
            <a:r>
              <a:rPr lang="fr-FR" smtClean="0"/>
              <a:t>       Ten thousand reasons for my heart to find  
29-  BÉNIS DIEU POUR 10 000 ANS ET POUR L’ÉTERNITÉ</a:t>
            </a:r>
          </a:p>
          <a:p>
            <a:r>
              <a:rPr lang="fr-FR" smtClean="0"/>
              <a:t>       Bless the Lord Ten thousand years and then forevermore	x4</a:t>
            </a:r>
          </a:p>
          <a:p>
            <a:endParaRPr lang="fr-FR" smtClean="0"/>
          </a:p>
          <a:p>
            <a:r>
              <a:rPr lang="fr-FR" smtClean="0"/>
              <a:t>30-  JÉSUS, J’ADORERAI TON SAINT NOM SEIGNEUR, J’ADORERAI TON SAINT NOM </a:t>
            </a:r>
          </a:p>
          <a:p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r>
              <a:rPr lang="fr-FR" smtClean="0"/>
              <a:t>       Jesus, I'll worship Your holy name I'll worship Your holy name
33-  J’ADORERAI TON SAINT NOM</a:t>
            </a:r>
          </a:p>
          <a:p>
            <a:r>
              <a:rPr lang="fr-FR" smtClean="0"/>
              <a:t>       I'll worship Your holy name 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SOLEIL BRILLE UN NOUVEAU J OUR EST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Whatever may pass, and whatever lies before me 
4-  QUAND VIENT LA NUIT JE TE LOUERAI PLUS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Let me be singing when the evening comes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Bless the Lord, O my soul O my soul 
	6-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Worship His holy name
	7-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Sing like never before O my soul 
	8-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rich in love, and You're slow to anger 
10-  TON NOM EST GRAND ET TON CŒUR EST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Your goodness I will keep on singing
12-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	13-  BÉNIS DIEU, Ô MON ÂME Ô MON ÂME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
	14-  ADORE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15-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 
	16-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18-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19-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EN CE JOUR OÙ  MA FORCE S’ÉTEINDRA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on that day when my strength is failing 
21-  QUAND SERA VENU LE MOMENT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Still my soul will sing Your praise unendingTen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 
	24-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25-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
	26-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28-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29-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	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J’ADORERAI TON SAINT NOM SEIGNEUR, J’ADORERAI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I'll worship Your holy name
33-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I'll worship Your holy name 
</a:t>
            </a: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SOLEIL BRILLE UN NOUVEAU J OUR EST LÀ</a:t>
            </a:r>
          </a:p>
          <a:p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r>
              <a:rPr lang="fr-FR" smtClean="0"/>
              <a:t>      Whatever may pass, and whatever lies before me 
4-  QUAND VIENT LA NUIT JE TE LOUERAI PLUS FORT</a:t>
            </a:r>
          </a:p>
          <a:p>
            <a:r>
              <a:rPr lang="fr-FR" smtClean="0"/>
              <a:t>     Let me be singing when the evening comes </a:t>
            </a:r>
          </a:p>
          <a:p>
            <a:endParaRPr lang="fr-FR" smtClean="0"/>
          </a:p>
          <a:p>
            <a:r>
              <a:rPr lang="fr-FR" smtClean="0"/>
              <a:t>	5-  BÉNIS DIEU, Ô MON ÂME Ô MON ÂME</a:t>
            </a:r>
          </a:p>
          <a:p>
            <a:r>
              <a:rPr lang="fr-FR" smtClean="0"/>
              <a:t>	     Bless the Lord, O my soul O my soul 
	6-  ADORE SON SAINT NOM </a:t>
            </a:r>
          </a:p>
          <a:p>
            <a:r>
              <a:rPr lang="fr-FR" smtClean="0"/>
              <a:t>	     Worship His holy name
	7-  BIEN HAUT LÈVE TA VOIX Ô MON ÂME</a:t>
            </a:r>
          </a:p>
          <a:p>
            <a:r>
              <a:rPr lang="fr-FR" smtClean="0"/>
              <a:t>	     Sing like never before O my soul 
	8-  POUR ADORER SON SAINT NOM</a:t>
            </a:r>
          </a:p>
          <a:p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r>
              <a:rPr lang="fr-FR" smtClean="0"/>
              <a:t>     You're rich in love, and You're slow to anger 
10-  TON NOM EST GRAND ET TON CŒUR EST DOUX</a:t>
            </a:r>
          </a:p>
          <a:p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r>
              <a:rPr lang="fr-FR" smtClean="0"/>
              <a:t>      For all Your goodness I will keep on singing
12-  J’AI BIEN 10 000 RAISONS POUR TE LOUER</a:t>
            </a:r>
          </a:p>
          <a:p>
            <a:r>
              <a:rPr lang="fr-FR" smtClean="0"/>
              <a:t>     Ten thousand reasons for my heart to find</a:t>
            </a:r>
          </a:p>
          <a:p>
            <a:r>
              <a:rPr lang="fr-FR" smtClean="0"/>
              <a:t>  
	13-  BÉNIS DIEU, Ô MON ÂME Ô MON ÂME </a:t>
            </a:r>
          </a:p>
          <a:p>
            <a:r>
              <a:rPr lang="fr-FR" smtClean="0"/>
              <a:t>	       Bless the Lord, O my soul O my soul
	14-  ADORE SON SAINT NOM</a:t>
            </a:r>
          </a:p>
          <a:p>
            <a:r>
              <a:rPr lang="fr-FR" smtClean="0"/>
              <a:t>	       Worship His holy name
	15-  BIEN HAUT LÈVE TA VOIX Ô MON ÂME</a:t>
            </a:r>
          </a:p>
          <a:p>
            <a:r>
              <a:rPr lang="fr-FR" smtClean="0"/>
              <a:t>	       Sing like never before O my soul 
	16-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r>
              <a:rPr lang="fr-FR" smtClean="0"/>
              <a:t>       Bless the Lord  
18-  J’AI BIEN 10 000 RAISONS POUR TE LOUER</a:t>
            </a:r>
          </a:p>
          <a:p>
            <a:r>
              <a:rPr lang="fr-FR" smtClean="0"/>
              <a:t>       Ten thousand reasons for my heart to find  
19-  BÉNIS DIEU POUR 10 000 ANS ET POUR L’ÉTERNITÉ</a:t>
            </a:r>
          </a:p>
          <a:p>
            <a:r>
              <a:rPr lang="fr-FR" smtClean="0"/>
              <a:t>       Bless the Lord Ten thousand years and then forevermore </a:t>
            </a:r>
          </a:p>
          <a:p>
            <a:endParaRPr lang="fr-FR" smtClean="0"/>
          </a:p>
          <a:p>
            <a:r>
              <a:rPr lang="fr-FR" smtClean="0"/>
              <a:t>20-  ET EN CE JOUR OÙ  MA FORCE S’ÉTEINDRA</a:t>
            </a:r>
          </a:p>
          <a:p>
            <a:r>
              <a:rPr lang="fr-FR" smtClean="0"/>
              <a:t>       And on that day when my strength is failing 
21-  QUAND SERA VENU LE MOMENT POUR MOI </a:t>
            </a:r>
          </a:p>
          <a:p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r>
              <a:rPr lang="fr-FR" smtClean="0"/>
              <a:t>       Still my soul will sing Your praise unendingTen thousand years and then forevermore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23-  BÉNIS DIEU, Ô MON ÂME Ô MON ÂME</a:t>
            </a:r>
          </a:p>
          <a:p>
            <a:r>
              <a:rPr lang="fr-FR" smtClean="0"/>
              <a:t>	       Bless the Lord, O my soul O my soul 
	24-  ADORE SON SAINT NOM </a:t>
            </a:r>
          </a:p>
          <a:p>
            <a:r>
              <a:rPr lang="fr-FR" smtClean="0"/>
              <a:t>	       Worship His holy name
	25-  BIEN HAUT LÈVE TA VOIX Ô MON ÂME</a:t>
            </a:r>
          </a:p>
          <a:p>
            <a:r>
              <a:rPr lang="fr-FR" smtClean="0"/>
              <a:t>	       Sing like never before O my soul
	26-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r>
              <a:rPr lang="fr-FR" smtClean="0"/>
              <a:t>       Bless the Lord  
28-  J’AI BIEN 10 000 RAISONS POUR TE LOUER</a:t>
            </a:r>
          </a:p>
          <a:p>
            <a:r>
              <a:rPr lang="fr-FR" smtClean="0"/>
              <a:t>       Ten thousand reasons for my heart to find  
29-  BÉNIS DIEU POUR 10 000 ANS ET POUR L’ÉTERNITÉ</a:t>
            </a:r>
          </a:p>
          <a:p>
            <a:r>
              <a:rPr lang="fr-FR" smtClean="0"/>
              <a:t>       Bless the Lord Ten thousand years and then forevermore	x4</a:t>
            </a:r>
          </a:p>
          <a:p>
            <a:endParaRPr lang="fr-FR" smtClean="0"/>
          </a:p>
          <a:p>
            <a:r>
              <a:rPr lang="fr-FR" smtClean="0"/>
              <a:t>30-  JÉSUS, J’ADORERAI TON SAINT NOM SEIGNEUR, J’ADORERAI TON SAINT NOM </a:t>
            </a:r>
          </a:p>
          <a:p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r>
              <a:rPr lang="fr-FR" smtClean="0"/>
              <a:t>       Jesus, I'll worship Your holy name I'll worship Your holy name
33-  J’ADORERAI TON SAINT NOM</a:t>
            </a:r>
          </a:p>
          <a:p>
            <a:r>
              <a:rPr lang="fr-FR" smtClean="0"/>
              <a:t>       I'll worship Your holy name 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SOLEIL BRILLE UN NOUVEAU J OUR EST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Whatever may pass, and whatever lies before me 
4-  QUAND VIENT LA NUIT JE TE LOUERAI PLUS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Let me be singing when the evening comes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Bless the Lord, O my soul O my soul 
	6-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Worship His holy name
	7-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Sing like never before O my soul 
	8-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rich in love, and You're slow to anger 
10-  TON NOM EST GRAND ET TON CŒUR EST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Your goodness I will keep on singing
12-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	13-  BÉNIS DIEU, Ô MON ÂME Ô MON ÂME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
	14-  ADORE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15-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 
	16-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18-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19-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EN CE JOUR OÙ  MA FORCE S’ÉTEINDRA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on that day when my strength is failing 
21-  QUAND SERA VENU LE MOMENT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Still my soul will sing Your praise unendingTen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 
	24-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25-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
	26-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28-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29-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	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J’ADORERAI TON SAINT NOM SEIGNEUR, J’ADORERAI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I'll worship Your holy name
33-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I'll worship Your holy name 
</a:t>
            </a: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SOLEIL BRILLE UN NOUVEAU J OUR EST LÀ</a:t>
            </a:r>
          </a:p>
          <a:p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r>
              <a:rPr lang="fr-FR" smtClean="0"/>
              <a:t>      Whatever may pass, and whatever lies before me 
4-  QUAND VIENT LA NUIT JE TE LOUERAI PLUS FORT</a:t>
            </a:r>
          </a:p>
          <a:p>
            <a:r>
              <a:rPr lang="fr-FR" smtClean="0"/>
              <a:t>     Let me be singing when the evening comes </a:t>
            </a:r>
          </a:p>
          <a:p>
            <a:endParaRPr lang="fr-FR" smtClean="0"/>
          </a:p>
          <a:p>
            <a:r>
              <a:rPr lang="fr-FR" smtClean="0"/>
              <a:t>	5-  BÉNIS DIEU, Ô MON ÂME Ô MON ÂME</a:t>
            </a:r>
          </a:p>
          <a:p>
            <a:r>
              <a:rPr lang="fr-FR" smtClean="0"/>
              <a:t>	     Bless the Lord, O my soul O my soul 
	6-  ADORE SON SAINT NOM </a:t>
            </a:r>
          </a:p>
          <a:p>
            <a:r>
              <a:rPr lang="fr-FR" smtClean="0"/>
              <a:t>	     Worship His holy name
	7-  BIEN HAUT LÈVE TA VOIX Ô MON ÂME</a:t>
            </a:r>
          </a:p>
          <a:p>
            <a:r>
              <a:rPr lang="fr-FR" smtClean="0"/>
              <a:t>	     Sing like never before O my soul 
	8-  POUR ADORER SON SAINT NOM</a:t>
            </a:r>
          </a:p>
          <a:p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r>
              <a:rPr lang="fr-FR" smtClean="0"/>
              <a:t>     You're rich in love, and You're slow to anger 
10-  TON NOM EST GRAND ET TON CŒUR EST DOUX</a:t>
            </a:r>
          </a:p>
          <a:p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r>
              <a:rPr lang="fr-FR" smtClean="0"/>
              <a:t>      For all Your goodness I will keep on singing
12-  J’AI BIEN 10 000 RAISONS POUR TE LOUER</a:t>
            </a:r>
          </a:p>
          <a:p>
            <a:r>
              <a:rPr lang="fr-FR" smtClean="0"/>
              <a:t>     Ten thousand reasons for my heart to find</a:t>
            </a:r>
          </a:p>
          <a:p>
            <a:r>
              <a:rPr lang="fr-FR" smtClean="0"/>
              <a:t>  
	13-  BÉNIS DIEU, Ô MON ÂME Ô MON ÂME </a:t>
            </a:r>
          </a:p>
          <a:p>
            <a:r>
              <a:rPr lang="fr-FR" smtClean="0"/>
              <a:t>	       Bless the Lord, O my soul O my soul
	14-  ADORE SON SAINT NOM</a:t>
            </a:r>
          </a:p>
          <a:p>
            <a:r>
              <a:rPr lang="fr-FR" smtClean="0"/>
              <a:t>	       Worship His holy name
	15-  BIEN HAUT LÈVE TA VOIX Ô MON ÂME</a:t>
            </a:r>
          </a:p>
          <a:p>
            <a:r>
              <a:rPr lang="fr-FR" smtClean="0"/>
              <a:t>	       Sing like never before O my soul 
	16-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r>
              <a:rPr lang="fr-FR" smtClean="0"/>
              <a:t>       Bless the Lord  
18-  J’AI BIEN 10 000 RAISONS POUR TE LOUER</a:t>
            </a:r>
          </a:p>
          <a:p>
            <a:r>
              <a:rPr lang="fr-FR" smtClean="0"/>
              <a:t>       Ten thousand reasons for my heart to find  
19-  BÉNIS DIEU POUR 10 000 ANS ET POUR L’ÉTERNITÉ</a:t>
            </a:r>
          </a:p>
          <a:p>
            <a:r>
              <a:rPr lang="fr-FR" smtClean="0"/>
              <a:t>       Bless the Lord Ten thousand years and then forevermore </a:t>
            </a:r>
          </a:p>
          <a:p>
            <a:endParaRPr lang="fr-FR" smtClean="0"/>
          </a:p>
          <a:p>
            <a:r>
              <a:rPr lang="fr-FR" smtClean="0"/>
              <a:t>20-  ET EN CE JOUR OÙ  MA FORCE S’ÉTEINDRA</a:t>
            </a:r>
          </a:p>
          <a:p>
            <a:r>
              <a:rPr lang="fr-FR" smtClean="0"/>
              <a:t>       And on that day when my strength is failing 
21-  QUAND SERA VENU LE MOMENT POUR MOI </a:t>
            </a:r>
          </a:p>
          <a:p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r>
              <a:rPr lang="fr-FR" smtClean="0"/>
              <a:t>       Still my soul will sing Your praise unendingTen thousand years and then forevermore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23-  BÉNIS DIEU, Ô MON ÂME Ô MON ÂME</a:t>
            </a:r>
          </a:p>
          <a:p>
            <a:r>
              <a:rPr lang="fr-FR" smtClean="0"/>
              <a:t>	       Bless the Lord, O my soul O my soul 
	24-  ADORE SON SAINT NOM </a:t>
            </a:r>
          </a:p>
          <a:p>
            <a:r>
              <a:rPr lang="fr-FR" smtClean="0"/>
              <a:t>	       Worship His holy name
	25-  BIEN HAUT LÈVE TA VOIX Ô MON ÂME</a:t>
            </a:r>
          </a:p>
          <a:p>
            <a:r>
              <a:rPr lang="fr-FR" smtClean="0"/>
              <a:t>	       Sing like never before O my soul
	26-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r>
              <a:rPr lang="fr-FR" smtClean="0"/>
              <a:t>       Bless the Lord  
28-  J’AI BIEN 10 000 RAISONS POUR TE LOUER</a:t>
            </a:r>
          </a:p>
          <a:p>
            <a:r>
              <a:rPr lang="fr-FR" smtClean="0"/>
              <a:t>       Ten thousand reasons for my heart to find  
29-  BÉNIS DIEU POUR 10 000 ANS ET POUR L’ÉTERNITÉ</a:t>
            </a:r>
          </a:p>
          <a:p>
            <a:r>
              <a:rPr lang="fr-FR" smtClean="0"/>
              <a:t>       Bless the Lord Ten thousand years and then forevermore	x4</a:t>
            </a:r>
          </a:p>
          <a:p>
            <a:endParaRPr lang="fr-FR" smtClean="0"/>
          </a:p>
          <a:p>
            <a:r>
              <a:rPr lang="fr-FR" smtClean="0"/>
              <a:t>30-  JÉSUS, J’ADORERAI TON SAINT NOM SEIGNEUR, J’ADORERAI TON SAINT NOM </a:t>
            </a:r>
          </a:p>
          <a:p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r>
              <a:rPr lang="fr-FR" smtClean="0"/>
              <a:t>       Jesus, I'll worship Your holy name I'll worship Your holy name
33-  J’ADORERAI TON SAINT NOM</a:t>
            </a:r>
          </a:p>
          <a:p>
            <a:r>
              <a:rPr lang="fr-FR" smtClean="0"/>
              <a:t>       I'll worship Your holy name 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SOLEIL BRILLE UN NOUVEAU J OUR EST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Whatever may pass, and whatever lies before me 
4-  QUAND VIENT LA NUIT JE TE LOUERAI PLUS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Let me be singing when the evening comes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Bless the Lord, O my soul O my soul 
	6-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Worship His holy name
	7-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Sing like never before O my soul 
	8-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rich in love, and You're slow to anger 
10-  TON NOM EST GRAND ET TON CŒUR EST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Your goodness I will keep on singing
12-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	13-  BÉNIS DIEU, Ô MON ÂME Ô MON ÂME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
	14-  ADORE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15-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 
	16-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18-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19-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EN CE JOUR OÙ  MA FORCE S’ÉTEINDRA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on that day when my strength is failing 
21-  QUAND SERA VENU LE MOMENT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Still my soul will sing Your praise unendingTen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 
	24-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25-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
	26-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28-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29-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	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J’ADORERAI TON SAINT NOM SEIGNEUR, J’ADORERAI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I'll worship Your holy name
33-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I'll worship Your holy name 
</a:t>
            </a: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SOLEIL BRILLE UN NOUVEAU J OUR EST LÀ</a:t>
            </a:r>
          </a:p>
          <a:p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r>
              <a:rPr lang="fr-FR" smtClean="0"/>
              <a:t>      Whatever may pass, and whatever lies before me 
4-  QUAND VIENT LA NUIT JE TE LOUERAI PLUS FORT</a:t>
            </a:r>
          </a:p>
          <a:p>
            <a:r>
              <a:rPr lang="fr-FR" smtClean="0"/>
              <a:t>     Let me be singing when the evening comes </a:t>
            </a:r>
          </a:p>
          <a:p>
            <a:endParaRPr lang="fr-FR" smtClean="0"/>
          </a:p>
          <a:p>
            <a:r>
              <a:rPr lang="fr-FR" smtClean="0"/>
              <a:t>	5-  BÉNIS DIEU, Ô MON ÂME Ô MON ÂME</a:t>
            </a:r>
          </a:p>
          <a:p>
            <a:r>
              <a:rPr lang="fr-FR" smtClean="0"/>
              <a:t>	     Bless the Lord, O my soul O my soul 
	6-  ADORE SON SAINT NOM </a:t>
            </a:r>
          </a:p>
          <a:p>
            <a:r>
              <a:rPr lang="fr-FR" smtClean="0"/>
              <a:t>	     Worship His holy name
	7-  BIEN HAUT LÈVE TA VOIX Ô MON ÂME</a:t>
            </a:r>
          </a:p>
          <a:p>
            <a:r>
              <a:rPr lang="fr-FR" smtClean="0"/>
              <a:t>	     Sing like never before O my soul 
	8-  POUR ADORER SON SAINT NOM</a:t>
            </a:r>
          </a:p>
          <a:p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r>
              <a:rPr lang="fr-FR" smtClean="0"/>
              <a:t>     You're rich in love, and You're slow to anger 
10-  TON NOM EST GRAND ET TON CŒUR EST DOUX</a:t>
            </a:r>
          </a:p>
          <a:p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r>
              <a:rPr lang="fr-FR" smtClean="0"/>
              <a:t>      For all Your goodness I will keep on singing
12-  J’AI BIEN 10 000 RAISONS POUR TE LOUER</a:t>
            </a:r>
          </a:p>
          <a:p>
            <a:r>
              <a:rPr lang="fr-FR" smtClean="0"/>
              <a:t>     Ten thousand reasons for my heart to find</a:t>
            </a:r>
          </a:p>
          <a:p>
            <a:r>
              <a:rPr lang="fr-FR" smtClean="0"/>
              <a:t>  
	13-  BÉNIS DIEU, Ô MON ÂME Ô MON ÂME </a:t>
            </a:r>
          </a:p>
          <a:p>
            <a:r>
              <a:rPr lang="fr-FR" smtClean="0"/>
              <a:t>	       Bless the Lord, O my soul O my soul
	14-  ADORE SON SAINT NOM</a:t>
            </a:r>
          </a:p>
          <a:p>
            <a:r>
              <a:rPr lang="fr-FR" smtClean="0"/>
              <a:t>	       Worship His holy name
	15-  BIEN HAUT LÈVE TA VOIX Ô MON ÂME</a:t>
            </a:r>
          </a:p>
          <a:p>
            <a:r>
              <a:rPr lang="fr-FR" smtClean="0"/>
              <a:t>	       Sing like never before O my soul 
	16-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r>
              <a:rPr lang="fr-FR" smtClean="0"/>
              <a:t>       Bless the Lord  
18-  J’AI BIEN 10 000 RAISONS POUR TE LOUER</a:t>
            </a:r>
          </a:p>
          <a:p>
            <a:r>
              <a:rPr lang="fr-FR" smtClean="0"/>
              <a:t>       Ten thousand reasons for my heart to find  
19-  BÉNIS DIEU POUR 10 000 ANS ET POUR L’ÉTERNITÉ</a:t>
            </a:r>
          </a:p>
          <a:p>
            <a:r>
              <a:rPr lang="fr-FR" smtClean="0"/>
              <a:t>       Bless the Lord Ten thousand years and then forevermore </a:t>
            </a:r>
          </a:p>
          <a:p>
            <a:endParaRPr lang="fr-FR" smtClean="0"/>
          </a:p>
          <a:p>
            <a:r>
              <a:rPr lang="fr-FR" smtClean="0"/>
              <a:t>20-  ET EN CE JOUR OÙ  MA FORCE S’ÉTEINDRA</a:t>
            </a:r>
          </a:p>
          <a:p>
            <a:r>
              <a:rPr lang="fr-FR" smtClean="0"/>
              <a:t>       And on that day when my strength is failing 
21-  QUAND SERA VENU LE MOMENT POUR MOI </a:t>
            </a:r>
          </a:p>
          <a:p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r>
              <a:rPr lang="fr-FR" smtClean="0"/>
              <a:t>       Still my soul will sing Your praise unendingTen thousand years and then forevermore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23-  BÉNIS DIEU, Ô MON ÂME Ô MON ÂME</a:t>
            </a:r>
          </a:p>
          <a:p>
            <a:r>
              <a:rPr lang="fr-FR" smtClean="0"/>
              <a:t>	       Bless the Lord, O my soul O my soul 
	24-  ADORE SON SAINT NOM </a:t>
            </a:r>
          </a:p>
          <a:p>
            <a:r>
              <a:rPr lang="fr-FR" smtClean="0"/>
              <a:t>	       Worship His holy name
	25-  BIEN HAUT LÈVE TA VOIX Ô MON ÂME</a:t>
            </a:r>
          </a:p>
          <a:p>
            <a:r>
              <a:rPr lang="fr-FR" smtClean="0"/>
              <a:t>	       Sing like never before O my soul
	26-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r>
              <a:rPr lang="fr-FR" smtClean="0"/>
              <a:t>       Bless the Lord  
28-  J’AI BIEN 10 000 RAISONS POUR TE LOUER</a:t>
            </a:r>
          </a:p>
          <a:p>
            <a:r>
              <a:rPr lang="fr-FR" smtClean="0"/>
              <a:t>       Ten thousand reasons for my heart to find  
29-  BÉNIS DIEU POUR 10 000 ANS ET POUR L’ÉTERNITÉ</a:t>
            </a:r>
          </a:p>
          <a:p>
            <a:r>
              <a:rPr lang="fr-FR" smtClean="0"/>
              <a:t>       Bless the Lord Ten thousand years and then forevermore	x4</a:t>
            </a:r>
          </a:p>
          <a:p>
            <a:endParaRPr lang="fr-FR" smtClean="0"/>
          </a:p>
          <a:p>
            <a:r>
              <a:rPr lang="fr-FR" smtClean="0"/>
              <a:t>30-  JÉSUS, J’ADORERAI TON SAINT NOM SEIGNEUR, J’ADORERAI TON SAINT NOM </a:t>
            </a:r>
          </a:p>
          <a:p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r>
              <a:rPr lang="fr-FR" smtClean="0"/>
              <a:t>       Jesus, I'll worship Your holy name I'll worship Your holy name
33-  J’ADORERAI TON SAINT NOM</a:t>
            </a:r>
          </a:p>
          <a:p>
            <a:r>
              <a:rPr lang="fr-FR" smtClean="0"/>
              <a:t>       I'll worship Your holy name 
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SOLEIL BRILLE UN NOUVEAU J OUR EST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Whatever may pass, and whatever lies before me 
4-  QUAND VIENT LA NUIT JE TE LOUERAI PLUS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Let me be singing when the evening comes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Bless the Lord, O my soul O my soul 
	6-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Worship His holy name
	7-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Sing like never before O my soul 
	8-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rich in love, and You're slow to anger 
10-  TON NOM EST GRAND ET TON CŒUR EST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Your goodness I will keep on singing
12-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	13-  BÉNIS DIEU, Ô MON ÂME Ô MON ÂME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
	14-  ADORE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15-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 
	16-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18-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19-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EN CE JOUR OÙ  MA FORCE S’ÉTEINDRA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on that day when my strength is failing 
21-  QUAND SERA VENU LE MOMENT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Still my soul will sing Your praise unendingTen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 
	24-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25-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
	26-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28-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29-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	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J’ADORERAI TON SAINT NOM SEIGNEUR, J’ADORERAI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I'll worship Your holy name
33-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I'll worship Your holy name 
</a:t>
            </a: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SOLEIL BRILLE UN NOUVEAU J OUR EST LÀ</a:t>
            </a:r>
          </a:p>
          <a:p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r>
              <a:rPr lang="fr-FR" smtClean="0"/>
              <a:t>      Whatever may pass, and whatever lies before me 
4-  QUAND VIENT LA NUIT JE TE LOUERAI PLUS FORT</a:t>
            </a:r>
          </a:p>
          <a:p>
            <a:r>
              <a:rPr lang="fr-FR" smtClean="0"/>
              <a:t>     Let me be singing when the evening comes </a:t>
            </a:r>
          </a:p>
          <a:p>
            <a:endParaRPr lang="fr-FR" smtClean="0"/>
          </a:p>
          <a:p>
            <a:r>
              <a:rPr lang="fr-FR" smtClean="0"/>
              <a:t>	5-  BÉNIS DIEU, Ô MON ÂME Ô MON ÂME</a:t>
            </a:r>
          </a:p>
          <a:p>
            <a:r>
              <a:rPr lang="fr-FR" smtClean="0"/>
              <a:t>	     Bless the Lord, O my soul O my soul 
	6-  ADORE SON SAINT NOM </a:t>
            </a:r>
          </a:p>
          <a:p>
            <a:r>
              <a:rPr lang="fr-FR" smtClean="0"/>
              <a:t>	     Worship His holy name
	7-  BIEN HAUT LÈVE TA VOIX Ô MON ÂME</a:t>
            </a:r>
          </a:p>
          <a:p>
            <a:r>
              <a:rPr lang="fr-FR" smtClean="0"/>
              <a:t>	     Sing like never before O my soul 
	8-  POUR ADORER SON SAINT NOM</a:t>
            </a:r>
          </a:p>
          <a:p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r>
              <a:rPr lang="fr-FR" smtClean="0"/>
              <a:t>     You're rich in love, and You're slow to anger 
10-  TON NOM EST GRAND ET TON CŒUR EST DOUX</a:t>
            </a:r>
          </a:p>
          <a:p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r>
              <a:rPr lang="fr-FR" smtClean="0"/>
              <a:t>      For all Your goodness I will keep on singing
12-  J’AI BIEN 10 000 RAISONS POUR TE LOUER</a:t>
            </a:r>
          </a:p>
          <a:p>
            <a:r>
              <a:rPr lang="fr-FR" smtClean="0"/>
              <a:t>     Ten thousand reasons for my heart to find</a:t>
            </a:r>
          </a:p>
          <a:p>
            <a:r>
              <a:rPr lang="fr-FR" smtClean="0"/>
              <a:t>  
	13-  BÉNIS DIEU, Ô MON ÂME Ô MON ÂME </a:t>
            </a:r>
          </a:p>
          <a:p>
            <a:r>
              <a:rPr lang="fr-FR" smtClean="0"/>
              <a:t>	       Bless the Lord, O my soul O my soul
	14-  ADORE SON SAINT NOM</a:t>
            </a:r>
          </a:p>
          <a:p>
            <a:r>
              <a:rPr lang="fr-FR" smtClean="0"/>
              <a:t>	       Worship His holy name
	15-  BIEN HAUT LÈVE TA VOIX Ô MON ÂME</a:t>
            </a:r>
          </a:p>
          <a:p>
            <a:r>
              <a:rPr lang="fr-FR" smtClean="0"/>
              <a:t>	       Sing like never before O my soul 
	16-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r>
              <a:rPr lang="fr-FR" smtClean="0"/>
              <a:t>       Bless the Lord  
18-  J’AI BIEN 10 000 RAISONS POUR TE LOUER</a:t>
            </a:r>
          </a:p>
          <a:p>
            <a:r>
              <a:rPr lang="fr-FR" smtClean="0"/>
              <a:t>       Ten thousand reasons for my heart to find  
19-  BÉNIS DIEU POUR 10 000 ANS ET POUR L’ÉTERNITÉ</a:t>
            </a:r>
          </a:p>
          <a:p>
            <a:r>
              <a:rPr lang="fr-FR" smtClean="0"/>
              <a:t>       Bless the Lord Ten thousand years and then forevermore </a:t>
            </a:r>
          </a:p>
          <a:p>
            <a:endParaRPr lang="fr-FR" smtClean="0"/>
          </a:p>
          <a:p>
            <a:r>
              <a:rPr lang="fr-FR" smtClean="0"/>
              <a:t>20-  ET EN CE JOUR OÙ  MA FORCE S’ÉTEINDRA</a:t>
            </a:r>
          </a:p>
          <a:p>
            <a:r>
              <a:rPr lang="fr-FR" smtClean="0"/>
              <a:t>       And on that day when my strength is failing 
21-  QUAND SERA VENU LE MOMENT POUR MOI </a:t>
            </a:r>
          </a:p>
          <a:p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r>
              <a:rPr lang="fr-FR" smtClean="0"/>
              <a:t>       Still my soul will sing Your praise unendingTen thousand years and then forevermore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23-  BÉNIS DIEU, Ô MON ÂME Ô MON ÂME</a:t>
            </a:r>
          </a:p>
          <a:p>
            <a:r>
              <a:rPr lang="fr-FR" smtClean="0"/>
              <a:t>	       Bless the Lord, O my soul O my soul 
	24-  ADORE SON SAINT NOM </a:t>
            </a:r>
          </a:p>
          <a:p>
            <a:r>
              <a:rPr lang="fr-FR" smtClean="0"/>
              <a:t>	       Worship His holy name
	25-  BIEN HAUT LÈVE TA VOIX Ô MON ÂME</a:t>
            </a:r>
          </a:p>
          <a:p>
            <a:r>
              <a:rPr lang="fr-FR" smtClean="0"/>
              <a:t>	       Sing like never before O my soul
	26-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r>
              <a:rPr lang="fr-FR" smtClean="0"/>
              <a:t>       Bless the Lord  
28-  J’AI BIEN 10 000 RAISONS POUR TE LOUER</a:t>
            </a:r>
          </a:p>
          <a:p>
            <a:r>
              <a:rPr lang="fr-FR" smtClean="0"/>
              <a:t>       Ten thousand reasons for my heart to find  
29-  BÉNIS DIEU POUR 10 000 ANS ET POUR L’ÉTERNITÉ</a:t>
            </a:r>
          </a:p>
          <a:p>
            <a:r>
              <a:rPr lang="fr-FR" smtClean="0"/>
              <a:t>       Bless the Lord Ten thousand years and then forevermore	x4</a:t>
            </a:r>
          </a:p>
          <a:p>
            <a:endParaRPr lang="fr-FR" smtClean="0"/>
          </a:p>
          <a:p>
            <a:r>
              <a:rPr lang="fr-FR" smtClean="0"/>
              <a:t>30-  JÉSUS, J’ADORERAI TON SAINT NOM SEIGNEUR, J’ADORERAI TON SAINT NOM </a:t>
            </a:r>
          </a:p>
          <a:p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r>
              <a:rPr lang="fr-FR" smtClean="0"/>
              <a:t>       Jesus, I'll worship Your holy name I'll worship Your holy name
33-  J’ADORERAI TON SAINT NOM</a:t>
            </a:r>
          </a:p>
          <a:p>
            <a:r>
              <a:rPr lang="fr-FR" smtClean="0"/>
              <a:t>       I'll worship Your holy name 
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SOLEIL BRILLE UN NOUVEAU J OUR EST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Whatever may pass, and whatever lies before me 
4-  QUAND VIENT LA NUIT JE TE LOUERAI PLUS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Let me be singing when the evening comes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Bless the Lord, O my soul O my soul 
	6-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Worship His holy name
	7-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Sing like never before O my soul 
	8-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rich in love, and You're slow to anger 
10-  TON NOM EST GRAND ET TON CŒUR EST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Your goodness I will keep on singing
12-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	13-  BÉNIS DIEU, Ô MON ÂME Ô MON ÂME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
	14-  ADORE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15-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 
	16-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18-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19-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EN CE JOUR OÙ  MA FORCE S’ÉTEINDRA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on that day when my strength is failing 
21-  QUAND SERA VENU LE MOMENT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Still my soul will sing Your praise unendingTen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 
	24-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25-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
	26-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28-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29-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	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J’ADORERAI TON SAINT NOM SEIGNEUR, J’ADORERAI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I'll worship Your holy name
33-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I'll worship Your holy name 
</a:t>
            </a: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SOLEIL BRILLE UN NOUVEAU J OUR EST LÀ</a:t>
            </a:r>
          </a:p>
          <a:p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r>
              <a:rPr lang="fr-FR" smtClean="0"/>
              <a:t>      Whatever may pass, and whatever lies before me 
4-  QUAND VIENT LA NUIT JE TE LOUERAI PLUS FORT</a:t>
            </a:r>
          </a:p>
          <a:p>
            <a:r>
              <a:rPr lang="fr-FR" smtClean="0"/>
              <a:t>     Let me be singing when the evening comes </a:t>
            </a:r>
          </a:p>
          <a:p>
            <a:endParaRPr lang="fr-FR" smtClean="0"/>
          </a:p>
          <a:p>
            <a:r>
              <a:rPr lang="fr-FR" smtClean="0"/>
              <a:t>	5-  BÉNIS DIEU, Ô MON ÂME Ô MON ÂME</a:t>
            </a:r>
          </a:p>
          <a:p>
            <a:r>
              <a:rPr lang="fr-FR" smtClean="0"/>
              <a:t>	     Bless the Lord, O my soul O my soul 
	6-  ADORE SON SAINT NOM </a:t>
            </a:r>
          </a:p>
          <a:p>
            <a:r>
              <a:rPr lang="fr-FR" smtClean="0"/>
              <a:t>	     Worship His holy name
	7-  BIEN HAUT LÈVE TA VOIX Ô MON ÂME</a:t>
            </a:r>
          </a:p>
          <a:p>
            <a:r>
              <a:rPr lang="fr-FR" smtClean="0"/>
              <a:t>	     Sing like never before O my soul 
	8-  POUR ADORER SON SAINT NOM</a:t>
            </a:r>
          </a:p>
          <a:p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r>
              <a:rPr lang="fr-FR" smtClean="0"/>
              <a:t>     You're rich in love, and You're slow to anger 
10-  TON NOM EST GRAND ET TON CŒUR EST DOUX</a:t>
            </a:r>
          </a:p>
          <a:p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r>
              <a:rPr lang="fr-FR" smtClean="0"/>
              <a:t>      For all Your goodness I will keep on singing
12-  J’AI BIEN 10 000 RAISONS POUR TE LOUER</a:t>
            </a:r>
          </a:p>
          <a:p>
            <a:r>
              <a:rPr lang="fr-FR" smtClean="0"/>
              <a:t>     Ten thousand reasons for my heart to find</a:t>
            </a:r>
          </a:p>
          <a:p>
            <a:r>
              <a:rPr lang="fr-FR" smtClean="0"/>
              <a:t>  
	13-  BÉNIS DIEU, Ô MON ÂME Ô MON ÂME </a:t>
            </a:r>
          </a:p>
          <a:p>
            <a:r>
              <a:rPr lang="fr-FR" smtClean="0"/>
              <a:t>	       Bless the Lord, O my soul O my soul
	14-  ADORE SON SAINT NOM</a:t>
            </a:r>
          </a:p>
          <a:p>
            <a:r>
              <a:rPr lang="fr-FR" smtClean="0"/>
              <a:t>	       Worship His holy name
	15-  BIEN HAUT LÈVE TA VOIX Ô MON ÂME</a:t>
            </a:r>
          </a:p>
          <a:p>
            <a:r>
              <a:rPr lang="fr-FR" smtClean="0"/>
              <a:t>	       Sing like never before O my soul 
	16-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r>
              <a:rPr lang="fr-FR" smtClean="0"/>
              <a:t>       Bless the Lord  
18-  J’AI BIEN 10 000 RAISONS POUR TE LOUER</a:t>
            </a:r>
          </a:p>
          <a:p>
            <a:r>
              <a:rPr lang="fr-FR" smtClean="0"/>
              <a:t>       Ten thousand reasons for my heart to find  
19-  BÉNIS DIEU POUR 10 000 ANS ET POUR L’ÉTERNITÉ</a:t>
            </a:r>
          </a:p>
          <a:p>
            <a:r>
              <a:rPr lang="fr-FR" smtClean="0"/>
              <a:t>       Bless the Lord Ten thousand years and then forevermore </a:t>
            </a:r>
          </a:p>
          <a:p>
            <a:endParaRPr lang="fr-FR" smtClean="0"/>
          </a:p>
          <a:p>
            <a:r>
              <a:rPr lang="fr-FR" smtClean="0"/>
              <a:t>20-  ET EN CE JOUR OÙ  MA FORCE S’ÉTEINDRA</a:t>
            </a:r>
          </a:p>
          <a:p>
            <a:r>
              <a:rPr lang="fr-FR" smtClean="0"/>
              <a:t>       And on that day when my strength is failing 
21-  QUAND SERA VENU LE MOMENT POUR MOI </a:t>
            </a:r>
          </a:p>
          <a:p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r>
              <a:rPr lang="fr-FR" smtClean="0"/>
              <a:t>       Still my soul will sing Your praise unendingTen thousand years and then forevermore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23-  BÉNIS DIEU, Ô MON ÂME Ô MON ÂME</a:t>
            </a:r>
          </a:p>
          <a:p>
            <a:r>
              <a:rPr lang="fr-FR" smtClean="0"/>
              <a:t>	       Bless the Lord, O my soul O my soul 
	24-  ADORE SON SAINT NOM </a:t>
            </a:r>
          </a:p>
          <a:p>
            <a:r>
              <a:rPr lang="fr-FR" smtClean="0"/>
              <a:t>	       Worship His holy name
	25-  BIEN HAUT LÈVE TA VOIX Ô MON ÂME</a:t>
            </a:r>
          </a:p>
          <a:p>
            <a:r>
              <a:rPr lang="fr-FR" smtClean="0"/>
              <a:t>	       Sing like never before O my soul
	26-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r>
              <a:rPr lang="fr-FR" smtClean="0"/>
              <a:t>       Bless the Lord  
28-  J’AI BIEN 10 000 RAISONS POUR TE LOUER</a:t>
            </a:r>
          </a:p>
          <a:p>
            <a:r>
              <a:rPr lang="fr-FR" smtClean="0"/>
              <a:t>       Ten thousand reasons for my heart to find  
29-  BÉNIS DIEU POUR 10 000 ANS ET POUR L’ÉTERNITÉ</a:t>
            </a:r>
          </a:p>
          <a:p>
            <a:r>
              <a:rPr lang="fr-FR" smtClean="0"/>
              <a:t>       Bless the Lord Ten thousand years and then forevermore	x4</a:t>
            </a:r>
          </a:p>
          <a:p>
            <a:endParaRPr lang="fr-FR" smtClean="0"/>
          </a:p>
          <a:p>
            <a:r>
              <a:rPr lang="fr-FR" smtClean="0"/>
              <a:t>30-  JÉSUS, J’ADORERAI TON SAINT NOM SEIGNEUR, J’ADORERAI TON SAINT NOM </a:t>
            </a:r>
          </a:p>
          <a:p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r>
              <a:rPr lang="fr-FR" smtClean="0"/>
              <a:t>       Jesus, I'll worship Your holy name I'll worship Your holy name
33-  J’ADORERAI TON SAINT NOM</a:t>
            </a:r>
          </a:p>
          <a:p>
            <a:r>
              <a:rPr lang="fr-FR" smtClean="0"/>
              <a:t>       I'll worship Your holy name 
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SOLEIL BRILLE UN NOUVEAU J OUR EST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Whatever may pass, and whatever lies before me 
4-  QUAND VIENT LA NUIT JE TE LOUERAI PLUS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Let me be singing when the evening comes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Bless the Lord, O my soul O my soul 
	6-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Worship His holy name
	7-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Sing like never before O my soul 
	8-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rich in love, and You're slow to anger 
10-  TON NOM EST GRAND ET TON CŒUR EST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Your goodness I will keep on singing
12-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
	13-  BÉNIS DIEU, Ô MON ÂME Ô MON ÂME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
	14-  ADORE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15-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 
	16-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18-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19-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EN CE JOUR OÙ  MA FORCE S’ÉTEINDRA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on that day when my strength is failing 
21-  QUAND SERA VENU LE MOMENT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Still my soul will sing Your praise unendingTen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Bless the Lord, O my soul O my soul 
	24-  ADORE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Worship His holy name
	25-  BIEN HAUT LÈVE TA VOIX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Sing like never before O my soul
	26- 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 
28-  J’AI BIEN 10 000 RAISONS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Ten thousand reasons for my heart to find  
29-  BÉNIS DIEU 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the Lord Ten thousand years and then forevermore	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JÉSUS, J’ADORERAI TON SAINT NOM SEIGNEUR, J’ADORERAI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Jesus, I'll worship Your holy name I'll worship Your holy name
33-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I'll worship Your holy name 
</a:t>
            </a: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 SOLEIL BRILLE UN NOUVEAU J OUR EST LÀ</a:t>
            </a:r>
          </a:p>
          <a:p>
            <a:r>
              <a:rPr lang="fr-FR" smtClean="0"/>
              <a:t>     The sun comes up, it's a new day dawning</a:t>
            </a:r>
            <a:br>
              <a:rPr lang="fr-FR" smtClean="0"/>
            </a:br>
            <a:r>
              <a:rPr lang="fr-FR" smtClean="0"/>
              <a:t> 2-  ET JE VEUX TE CHANTER  ENCORE</a:t>
            </a:r>
          </a:p>
          <a:p>
            <a:r>
              <a:rPr lang="fr-FR" smtClean="0"/>
              <a:t>      It's time to sing Your song again</a:t>
            </a:r>
            <a:br>
              <a:rPr lang="fr-FR" smtClean="0"/>
            </a:br>
            <a:r>
              <a:rPr lang="fr-FR" smtClean="0"/>
              <a:t> 3-  QU’IMPORTE LES ÉPREUVES ET DÉFIS DEVANT MOI </a:t>
            </a:r>
          </a:p>
          <a:p>
            <a:r>
              <a:rPr lang="fr-FR" smtClean="0"/>
              <a:t>      Whatever may pass, and whatever lies before me 
4-  QUAND VIENT LA NUIT JE TE LOUERAI PLUS FORT</a:t>
            </a:r>
          </a:p>
          <a:p>
            <a:r>
              <a:rPr lang="fr-FR" smtClean="0"/>
              <a:t>     Let me be singing when the evening comes </a:t>
            </a:r>
          </a:p>
          <a:p>
            <a:endParaRPr lang="fr-FR" smtClean="0"/>
          </a:p>
          <a:p>
            <a:r>
              <a:rPr lang="fr-FR" smtClean="0"/>
              <a:t>	5-  BÉNIS DIEU, Ô MON ÂME Ô MON ÂME</a:t>
            </a:r>
          </a:p>
          <a:p>
            <a:r>
              <a:rPr lang="fr-FR" smtClean="0"/>
              <a:t>	     Bless the Lord, O my soul O my soul 
	6-  ADORE SON SAINT NOM </a:t>
            </a:r>
          </a:p>
          <a:p>
            <a:r>
              <a:rPr lang="fr-FR" smtClean="0"/>
              <a:t>	     Worship His holy name
	7-  BIEN HAUT LÈVE TA VOIX Ô MON ÂME</a:t>
            </a:r>
          </a:p>
          <a:p>
            <a:r>
              <a:rPr lang="fr-FR" smtClean="0"/>
              <a:t>	     Sing like never before O my soul 
	8-  POUR ADORER SON SAINT NOM</a:t>
            </a:r>
          </a:p>
          <a:p>
            <a:r>
              <a:rPr lang="fr-FR" smtClean="0"/>
              <a:t>	     I'll worship Your holy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9-  RICHE EN AMOUR ET LENT À LA COLÈRE</a:t>
            </a:r>
          </a:p>
          <a:p>
            <a:r>
              <a:rPr lang="fr-FR" smtClean="0"/>
              <a:t>     You're rich in love, and You're slow to anger 
10-  TON NOM EST GRAND ET TON CŒUR EST DOUX</a:t>
            </a:r>
          </a:p>
          <a:p>
            <a:r>
              <a:rPr lang="fr-FR" smtClean="0"/>
              <a:t>     Your name is great, and Your heart is kind </a:t>
            </a:r>
            <a:br>
              <a:rPr lang="fr-FR" smtClean="0"/>
            </a:br>
            <a:r>
              <a:rPr lang="fr-FR" smtClean="0"/>
              <a:t> 11-  POUR TOUTE TA BONTÉ SANS FIN JE CHANTERAI</a:t>
            </a:r>
          </a:p>
          <a:p>
            <a:r>
              <a:rPr lang="fr-FR" smtClean="0"/>
              <a:t>      For all Your goodness I will keep on singing
12-  J’AI BIEN 10 000 RAISONS POUR TE LOUER</a:t>
            </a:r>
          </a:p>
          <a:p>
            <a:r>
              <a:rPr lang="fr-FR" smtClean="0"/>
              <a:t>     Ten thousand reasons for my heart to find</a:t>
            </a:r>
          </a:p>
          <a:p>
            <a:r>
              <a:rPr lang="fr-FR" smtClean="0"/>
              <a:t>  
	13-  BÉNIS DIEU, Ô MON ÂME Ô MON ÂME </a:t>
            </a:r>
          </a:p>
          <a:p>
            <a:r>
              <a:rPr lang="fr-FR" smtClean="0"/>
              <a:t>	       Bless the Lord, O my soul O my soul
	14-  ADORE SON SAINT NOM</a:t>
            </a:r>
          </a:p>
          <a:p>
            <a:r>
              <a:rPr lang="fr-FR" smtClean="0"/>
              <a:t>	       Worship His holy name
	15-  BIEN HAUT LÈVE TA VOIX Ô MON ÂME</a:t>
            </a:r>
          </a:p>
          <a:p>
            <a:r>
              <a:rPr lang="fr-FR" smtClean="0"/>
              <a:t>	       Sing like never before O my soul 
	16-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17-  BÉNIS DIEU </a:t>
            </a:r>
          </a:p>
          <a:p>
            <a:r>
              <a:rPr lang="fr-FR" smtClean="0"/>
              <a:t>       Bless the Lord  
18-  J’AI BIEN 10 000 RAISONS POUR TE LOUER</a:t>
            </a:r>
          </a:p>
          <a:p>
            <a:r>
              <a:rPr lang="fr-FR" smtClean="0"/>
              <a:t>       Ten thousand reasons for my heart to find  
19-  BÉNIS DIEU POUR 10 000 ANS ET POUR L’ÉTERNITÉ</a:t>
            </a:r>
          </a:p>
          <a:p>
            <a:r>
              <a:rPr lang="fr-FR" smtClean="0"/>
              <a:t>       Bless the Lord Ten thousand years and then forevermore </a:t>
            </a:r>
          </a:p>
          <a:p>
            <a:endParaRPr lang="fr-FR" smtClean="0"/>
          </a:p>
          <a:p>
            <a:r>
              <a:rPr lang="fr-FR" smtClean="0"/>
              <a:t>20-  ET EN CE JOUR OÙ  MA FORCE S’ÉTEINDRA</a:t>
            </a:r>
          </a:p>
          <a:p>
            <a:r>
              <a:rPr lang="fr-FR" smtClean="0"/>
              <a:t>       And on that day when my strength is failing 
21-  QUAND SERA VENU LE MOMENT POUR MOI </a:t>
            </a:r>
          </a:p>
          <a:p>
            <a:r>
              <a:rPr lang="fr-FR" smtClean="0"/>
              <a:t>       The end draws near and my time has come
22-  TES LOUANGES SANS FIN JE CHANTERAI POUR 10 000 ANS ET POUR L’ÉTERNITÉ</a:t>
            </a:r>
          </a:p>
          <a:p>
            <a:r>
              <a:rPr lang="fr-FR" smtClean="0"/>
              <a:t>       Still my soul will sing Your praise unendingTen thousand years and then forevermore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23-  BÉNIS DIEU, Ô MON ÂME Ô MON ÂME</a:t>
            </a:r>
          </a:p>
          <a:p>
            <a:r>
              <a:rPr lang="fr-FR" smtClean="0"/>
              <a:t>	       Bless the Lord, O my soul O my soul 
	24-  ADORE SON SAINT NOM </a:t>
            </a:r>
          </a:p>
          <a:p>
            <a:r>
              <a:rPr lang="fr-FR" smtClean="0"/>
              <a:t>	       Worship His holy name
	25-  BIEN HAUT LÈVE TA VOIX Ô MON ÂME</a:t>
            </a:r>
          </a:p>
          <a:p>
            <a:r>
              <a:rPr lang="fr-FR" smtClean="0"/>
              <a:t>	       Sing like never before O my soul
	26-  POUR ADORER SON SAINT NOM</a:t>
            </a:r>
          </a:p>
          <a:p>
            <a:r>
              <a:rPr lang="fr-FR" smtClean="0"/>
              <a:t>	       I'll worship Your holy name</a:t>
            </a:r>
            <a:br>
              <a:rPr lang="fr-FR" smtClean="0"/>
            </a:br>
            <a:r>
              <a:rPr lang="fr-FR" smtClean="0"/>
              <a:t> 
27-  BÉNIS DIEU</a:t>
            </a:r>
          </a:p>
          <a:p>
            <a:r>
              <a:rPr lang="fr-FR" smtClean="0"/>
              <a:t>       Bless the Lord  
28-  J’AI BIEN 10 000 RAISONS POUR TE LOUER</a:t>
            </a:r>
          </a:p>
          <a:p>
            <a:r>
              <a:rPr lang="fr-FR" smtClean="0"/>
              <a:t>       Ten thousand reasons for my heart to find  
29-  BÉNIS DIEU POUR 10 000 ANS ET POUR L’ÉTERNITÉ</a:t>
            </a:r>
          </a:p>
          <a:p>
            <a:r>
              <a:rPr lang="fr-FR" smtClean="0"/>
              <a:t>       Bless the Lord Ten thousand years and then forevermore	x4</a:t>
            </a:r>
          </a:p>
          <a:p>
            <a:endParaRPr lang="fr-FR" smtClean="0"/>
          </a:p>
          <a:p>
            <a:r>
              <a:rPr lang="fr-FR" smtClean="0"/>
              <a:t>30-  JÉSUS, J’ADORERAI TON SAINT NOM SEIGNEUR, J’ADORERAI TON SAINT NOM </a:t>
            </a:r>
          </a:p>
          <a:p>
            <a:r>
              <a:rPr lang="fr-FR" smtClean="0"/>
              <a:t>       Jesus, I'll worship Your holy name Lord, I'll worship Your holy name
31-  BIEN HAUT LÈVE TA VOIX, Ô MON ÂME POUR ADORER SON SAINT NOM </a:t>
            </a:r>
          </a:p>
          <a:p>
            <a:r>
              <a:rPr lang="fr-FR" smtClean="0"/>
              <a:t>       Sing like never before O my soul I'll worship Your holy name
32-  JÉSUS, J’ADORERAI TON SAINT NOM J’ADORERAI TON SAINT NOM</a:t>
            </a:r>
          </a:p>
          <a:p>
            <a:r>
              <a:rPr lang="fr-FR" smtClean="0"/>
              <a:t>       Jesus, I'll worship Your holy name I'll worship Your holy name
33-  J’ADORERAI TON SAINT NOM</a:t>
            </a:r>
          </a:p>
          <a:p>
            <a:r>
              <a:rPr lang="fr-FR" smtClean="0"/>
              <a:t>       I'll worship Your holy name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A5BA2C-29D0-4F3E-A646-E138A6D824D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C1A42-0947-4548-9F0F-B62695645D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427F2D-5A47-4A56-BF96-203755BB1E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474AC3-5068-4506-856A-0EFF62528C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8CB347-312E-44DA-8E87-94497DBEAC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8E54E2-2534-469E-B7EB-A61D469E73F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FD13CF-86A1-403C-98B8-3D0FFBB6C2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B338B3-F628-4308-B379-7064A4022FB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A24634-33F5-4DCF-BA89-773AE3D5DB7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13BD14-C1FE-45D9-AB31-6737C4F40A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7446A9-BEFD-4A83-8F40-BA5DE40A22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8F75D3A-7099-4541-AD1E-DC621CE285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SOLEIL BRILLE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NOUVEAU JOUR EST LÀ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323439"/>
          </a:xfrm>
          <a:prstGeom prst="rect">
            <a:avLst/>
          </a:prstGeom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VEUX TE CHANTER ENCORE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QU’IMPORTE LES ÉPREUVES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DÉFIS DEVANT MOI 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VIENT LA NUIT 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TE LOUERAI PLUS FORT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BÉNIS DIEU, Ô MON ÂME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Ô MON ÂME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ADORE SON SAINT NOM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BIEN HAUT LÈVE TA VOIX 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Ô MON ÂME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ADORER SON SAINT NOM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RICHE EN AMOUR ET LENT À LA COLÈRE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NOM EST GRAND 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TON CŒUR EST DOUX 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TOUTE TA BONTÉ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SANS FIN JE CHANTERAI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BIEN 10 000 RAISONS 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TE LOUER 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BÉNIS DIEU, Ô MON ÂME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Ô MON ÂME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ADORE SON SAINT NOM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BIEN HAUT LÈVE TA VOIX 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Ô MON ÂME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ADORER SON SAINT NOM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BÉNIS DIEU 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BIEN 10 000 RAISONS 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TE LOUER 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BÉNIS DIEU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10 000 ANS ET POUR L’ÉTERNITÉ 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EN CE JOUR OÙ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MA FORCE S’ÉTEINDRA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SERA VENU LE MOMENT 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MOI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TES LOUANGES SANS FIN JE CHANTERAI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10 000 ANS ET POUR L’ÉTERNITÉ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BÉNIS DIEU, Ô MON ÂME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Ô MON ÂME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ADORE SON SAINT NOM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BIEN HAUT LÈVE TA VOIX 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Ô MON ÂME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ADORER SON SAINT NOM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BÉNIS DIEU 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BIEN 10 000 RAISONS 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TE LOUER 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BÉNIS DIEU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10 000 ANS ET POUR L’ÉTERNITÉ 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JÉSUS, J’ADORERAI TON SAINT NOM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SEIGNEUR, J’ADORERAI TON SAINT NOM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BIEN HAUT LÈVE TA VOIX, Ô MON ÂME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ADORER SON SAINT NOM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JÉSUS, J’ADORERAI TON SAINT NOM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J’ADORERAI TON SAINT NOM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J’ADORERAI TON SAINT NOM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3223</TotalTime>
  <Words>1536</Words>
  <Application>Microsoft Office PowerPoint</Application>
  <PresentationFormat>On-screen Show (4:3)</PresentationFormat>
  <Paragraphs>2871</Paragraphs>
  <Slides>33</Slides>
  <Notes>33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37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151</cp:revision>
  <dcterms:created xsi:type="dcterms:W3CDTF">2002-08-17T10:50:50Z</dcterms:created>
  <dcterms:modified xsi:type="dcterms:W3CDTF">2014-12-01T19:45:00Z</dcterms:modified>
</cp:coreProperties>
</file>