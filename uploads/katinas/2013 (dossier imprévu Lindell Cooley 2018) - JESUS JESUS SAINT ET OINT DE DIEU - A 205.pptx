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60" r:id="rId4"/>
    <p:sldId id="264" r:id="rId5"/>
    <p:sldId id="257" r:id="rId6"/>
    <p:sldId id="261" r:id="rId7"/>
    <p:sldId id="258" r:id="rId8"/>
    <p:sldId id="262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2" autoAdjust="0"/>
    <p:restoredTop sz="60518" autoAdjust="0"/>
  </p:normalViewPr>
  <p:slideViewPr>
    <p:cSldViewPr>
      <p:cViewPr varScale="1">
        <p:scale>
          <a:sx n="42" d="100"/>
          <a:sy n="42" d="100"/>
        </p:scale>
        <p:origin x="-114" y="-5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A6B73EC-4958-4E54-B368-7D0BB66B214B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718121-D702-43BD-B0D2-D9DA8BDB425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JÉSUS, JÉSUS 
2-  SAINT ET OINT DE DIEU,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3-  JÉSUS, JÉSUS 
4-  RESSUSCITÉ ET EXALTÉ, JÉSUS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JÉSUS 
2-  SAINT ET OINT DE DIEU, JÉSUS </a:t>
            </a:r>
          </a:p>
          <a:p>
            <a:r>
              <a:rPr lang="fr-FR" smtClean="0"/>
              <a:t>
3-  JÉSUS, JÉSUS 
4-  RESSUSCITÉ ET EXALTÉ, JÉSUS </a:t>
            </a:r>
          </a:p>
          <a:p>
            <a:r>
              <a:rPr lang="fr-FR" smtClean="0"/>
              <a:t>
5-  TON NOM EST COMME DU MIEL SUR MES LÈVRES 
6-  TON ESPRIT COMME DE L’EAU POUR MON ÂME 
7-  TA PAROLE EST UNE LAMPE À MES PIEDS 
8-  JÉSUS JE T’AIME, JE T’AIME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DDB09-9986-4C13-8B82-D610192A054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03651-C29B-4B29-A46A-79F98135BD1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E04022-1FDC-4FDB-B6D4-B8F302C8633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EB35A-E28D-488A-88C3-FE4CCB872B3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694D4-D2B0-4F1D-98B6-094978A44B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2A05A-EA8D-4054-93C6-D2CA09E032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AE38E-7882-453C-A700-F70088014D0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D670D-D6E8-497A-A06C-917D074E8A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618E4-8DBE-4BA2-8599-1C596FEE15F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FBB6A-A7ED-484E-946A-D49A637BCC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8E9F9-A441-44A7-9F49-2897732C198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A1EA9A-2236-498E-ABFC-8EF25A8F952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OINT DE DIEU, JÉSUS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RESSUSCITÉ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EXALTÉ, JÉSUS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EST COMME DU MIEL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MES LÈVRES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ESPRIT COMME DE L’EAU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MON ÂME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PAROLE EST UNE LAMPE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MES PIEDS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JE T’AIME, JE T’AIME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113</Words>
  <Application>Microsoft Office PowerPoint</Application>
  <PresentationFormat>Affichage à l'écran (4:3)</PresentationFormat>
  <Paragraphs>59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30</cp:revision>
  <dcterms:created xsi:type="dcterms:W3CDTF">2002-08-17T09:44:03Z</dcterms:created>
  <dcterms:modified xsi:type="dcterms:W3CDTF">2018-06-24T07:25:51Z</dcterms:modified>
</cp:coreProperties>
</file>