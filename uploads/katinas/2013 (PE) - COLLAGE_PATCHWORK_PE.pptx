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5" r:id="rId5"/>
    <p:sldId id="262" r:id="rId6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0" autoAdjust="0"/>
    <p:restoredTop sz="86355" autoAdjust="0"/>
  </p:normalViewPr>
  <p:slideViewPr>
    <p:cSldViewPr>
      <p:cViewPr varScale="1">
        <p:scale>
          <a:sx n="44" d="100"/>
          <a:sy n="44" d="100"/>
        </p:scale>
        <p:origin x="-102" y="-7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26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C1D0A88-346B-4382-88EA-C6B656AC8F8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E9FC2DE-D188-4041-9EF4-BE9FF4ED078D}" type="slidenum">
              <a:rPr lang="fr-FR" sz="1200">
                <a:latin typeface="Franklin Gothic Medium" pitchFamily="34" charset="0"/>
              </a:rPr>
              <a:pPr algn="r"/>
              <a:t>1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50AA832-0E9F-46E4-AEBA-85FFE2C12AE5}" type="slidenum">
              <a:rPr lang="fr-FR" sz="1200">
                <a:latin typeface="Franklin Gothic Medium" pitchFamily="34" charset="0"/>
              </a:rPr>
              <a:pPr algn="r"/>
              <a:t>2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6E1D658-216A-496B-A983-5C4692413585}" type="slidenum">
              <a:rPr lang="fr-FR" sz="1200">
                <a:latin typeface="Franklin Gothic Medium" pitchFamily="34" charset="0"/>
              </a:rPr>
              <a:pPr algn="r"/>
              <a:t>3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17A0E1C-D6FE-454A-8966-5C2C165EE932}" type="slidenum">
              <a:rPr lang="fr-FR" sz="1200">
                <a:latin typeface="Franklin Gothic Medium" pitchFamily="34" charset="0"/>
              </a:rPr>
              <a:pPr algn="r"/>
              <a:t>4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4103A89-04E8-4D5B-9C4C-DC5693B5570D}" type="slidenum">
              <a:rPr lang="fr-FR" sz="1200">
                <a:latin typeface="Franklin Gothic Medium" pitchFamily="34" charset="0"/>
              </a:rPr>
              <a:pPr algn="r"/>
              <a:t>5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E93A4E5-E2EE-4FAC-A5A6-822875C9111F}" type="slidenum">
              <a:rPr lang="fr-FR" sz="1200">
                <a:latin typeface="Franklin Gothic Medium" pitchFamily="34" charset="0"/>
              </a:rPr>
              <a:pPr algn="r"/>
              <a:t>6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C021A1B-7F52-4E16-9069-B39EBF6BF32C}" type="slidenum">
              <a:rPr lang="fr-FR" sz="1200">
                <a:latin typeface="Franklin Gothic Medium" pitchFamily="34" charset="0"/>
              </a:rPr>
              <a:pPr algn="r"/>
              <a:t>7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7B8D383-1012-436A-987E-2AA6AD97A85E}" type="slidenum">
              <a:rPr lang="fr-FR" sz="1200">
                <a:latin typeface="Franklin Gothic Medium" pitchFamily="34" charset="0"/>
              </a:rPr>
              <a:pPr algn="r"/>
              <a:t>8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962E3A9-B2F9-4463-9831-498BF71AB289}" type="slidenum">
              <a:rPr lang="fr-FR" sz="1200">
                <a:latin typeface="Franklin Gothic Medium" pitchFamily="34" charset="0"/>
              </a:rPr>
              <a:pPr algn="r"/>
              <a:t>9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026E9-CB33-42F4-B24E-7171E04FFF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ADB99-3150-490C-AF9B-C11DB6AB6B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F03E6E-DB3D-4F8F-A056-C8F067EF12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0A791-D806-4575-A886-4EC0B6E3E3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5EE14-D9BE-45ED-B5EC-AFA534EFC9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228A2-6A48-41C1-9E11-5FEEA4F903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5B4D8-0443-48AC-A23E-2FBCF597CD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29713-8E43-4EFF-81BC-B63ED49EF0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5CBDE-683F-4D2F-B590-303719B125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6BE29-A597-4B80-A1E3-E0B03B2F5D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7C735-6DB1-4557-A136-0F78E1CF7D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DDF55B2-235D-438C-AC9C-7826D0CF78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AYONS CETTE IMAGE DANS NOS CŒURS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FRÈRES ET DES SŒURS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TOUTES COULEURS</a:t>
            </a:r>
          </a:p>
          <a:p>
            <a:pPr algn="ctr"/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CES COULEURS SE METTENT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ACCORD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SOMMES PLUS FORTS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 NOM DE L’AMOUR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UNIS EN UNE MÊME NATION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TOI ET MOI, SA CRÉATION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TOUS ENSEMBLE DANS CETTE MISSION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COMMENÇONS MAINTENANT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POUVONS BOIRE À LA MÊME SOURCE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CHANTER ET DANSER SUR SA MONTAGNE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LE TEMPS D’ÊTRE UNIS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MALGRÉ NOS DIFFÉRENCES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SOMMES UN</a:t>
            </a:r>
          </a:p>
          <a:p>
            <a:pPr algn="ctr"/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AYONS CETTE IMAGE DANS NOS CŒURS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FRÈRES ET DES SŒURS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TOUTES COULEURS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QUAND ELLES SE METTENT EN ACCORD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SOMMES PLUS FORTS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 NOM DE L’AMOUR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BÂTISSONS UN PONT POUR INSPIRER</a:t>
            </a:r>
          </a:p>
          <a:p>
            <a:pPr algn="ctr"/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PAIX À CEUX QUI L’ONT DÉSIRÉE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BÂTISSONS UN PONT POUR INSPIRER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PAIX À CEUX QUI L’ONT DÉSIRÉE</a:t>
            </a: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DÉTRUISANT LES MURS D’INJUSTICE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GAGNERONS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COMMENÇONS MAINTENANT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ÊTRE OUVERT PEUT TOUT CHANGER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GUÉRIR LES BLESSÉS ET LES BRISÉS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FAISONS TOUS PARTIE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D’UN PLAN AU BUT DIVIN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MALGRÉ NOS DIFFÉRENCES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SOMMES UN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AYONS CETTE IMAGE DANS NOS CŒURS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FRÈRES ET DES SŒURS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TOUTES COULEURS</a:t>
            </a: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QUAND ELLES SE METTENT EN ACCORD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SOMMES PLUS FORTS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 NOM DE L’AMOUR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OH, OH, OH, OH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 NOM DE L’AMOUR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AYONS CETTE IMAGE DANS NOS CŒURS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FRÈRES ET DES SŒURS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TOUTES COULEURS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QUAND ELLES SE METTENT EN ACCORD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SOMMES PLUS FORTS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 NOM DE L’AMOUR</a:t>
            </a: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WHY CAN'T WE ALL GET THE PICTURE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SISTERS AND BROTHERS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COLOR</a:t>
            </a:r>
          </a:p>
          <a:p>
            <a:pPr algn="ctr"/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THIS COLLAGE COMES TOGETHER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ARE STRONGER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IN THE NAME OF LOVEUNITY ACROSS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 OCEAN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AND ME, HIS CREATION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EVERYBODY JOIN THE MISSION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LET'S GET STARTED NOW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CAN DRINK FROM THE FOUNTAIN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SING AND DANCE ON THE MOUNTAIN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NOW'S THE TIME STAND TOGETHER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EVEN THOUGH WE'RE DIFFERENT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WE'RE THE SAME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WHY CAN'T WE ALL GET THE PICTURE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SISTERS AND BROTHERS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COLOR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THIS COLLAGE COMES TOGETHER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ARE STRONGER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IN THE NAME OF LOVE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BUILD A BRIDGE TO INSPIRE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PEACE FOR ALL WHO DESIRE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BUILD A BRIDGE TO INSPIRE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PEACE FOR ALL WHO DESIRE</a:t>
            </a: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BRINGIN' DOWN WALLS OF INJUSTICE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WE'LL CONQUER</a:t>
            </a: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LET'S GET STARTED NOW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CAN CHANGE, IF WE'RE OPEN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HEAL THE HURT AND THE BROKEN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ARE A PART OF A PLAN WITH A PURPOSE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EVEN THOUGH WE'RE DIFFERENT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WE'RE THE SAME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WHY CAN'T WE ALL GET THE PICTURE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SISTERS AND BROTHERS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COLOR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THIS COLLAGE COMES TOGETHER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ARE STRONGER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IN THE NAME OF LOVE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OH, OH, OH, OH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IN THE NAME OF LOVE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WHY CAN'T WE ALL GET THE PICTURE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SISTERS AND BROTHERS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COLOR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THIS COLLAGE COMES TOGETHER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ARE STRONGER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IN THE NAME OF LOVE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132</Words>
  <Application>Microsoft PowerPoint</Application>
  <PresentationFormat>On-screen Show (4:3)</PresentationFormat>
  <Paragraphs>149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Arial Black</vt:lpstr>
      <vt:lpstr>Franklin Gothic Medium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44</cp:revision>
  <dcterms:created xsi:type="dcterms:W3CDTF">2002-08-17T09:48:48Z</dcterms:created>
  <dcterms:modified xsi:type="dcterms:W3CDTF">2014-11-28T16:07:02Z</dcterms:modified>
</cp:coreProperties>
</file>