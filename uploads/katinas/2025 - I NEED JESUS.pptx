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83" r:id="rId14"/>
    <p:sldId id="284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3" autoAdjust="0"/>
    <p:restoredTop sz="42570" autoAdjust="0"/>
  </p:normalViewPr>
  <p:slideViewPr>
    <p:cSldViewPr>
      <p:cViewPr varScale="1">
        <p:scale>
          <a:sx n="43" d="100"/>
          <a:sy n="43" d="100"/>
        </p:scale>
        <p:origin x="234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1-  ALL THIS NOISE I HEAR SURROUNDING ME [</a:t>
            </a:r>
            <a:r>
              <a:rPr lang="en-US" dirty="0" err="1"/>
              <a:t>J'entends</a:t>
            </a:r>
            <a:r>
              <a:rPr lang="en-US" dirty="0"/>
              <a:t> </a:t>
            </a:r>
            <a:r>
              <a:rPr lang="en-US" dirty="0" err="1"/>
              <a:t>tous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bruits </a:t>
            </a:r>
            <a:r>
              <a:rPr lang="en-US" dirty="0" err="1"/>
              <a:t>autour</a:t>
            </a:r>
            <a:r>
              <a:rPr lang="en-US" dirty="0"/>
              <a:t> de </a:t>
            </a:r>
            <a:r>
              <a:rPr lang="en-US" dirty="0" err="1"/>
              <a:t>moi</a:t>
            </a:r>
            <a:r>
              <a:rPr lang="en-US" dirty="0"/>
              <a:t>] 
2-  SCREAMING DECEPTION IN MY HEAD [</a:t>
            </a:r>
            <a:r>
              <a:rPr lang="en-US" dirty="0" err="1"/>
              <a:t>Criant</a:t>
            </a:r>
            <a:r>
              <a:rPr lang="en-US" dirty="0"/>
              <a:t> dans ma tête pour me </a:t>
            </a:r>
            <a:r>
              <a:rPr lang="en-US" dirty="0" err="1"/>
              <a:t>tromper</a:t>
            </a:r>
            <a:r>
              <a:rPr lang="en-US" dirty="0"/>
              <a:t>] 
3-  BLINDED BY THE LIES THAT LEAD TO VANITY [</a:t>
            </a:r>
            <a:r>
              <a:rPr lang="en-US" dirty="0" err="1"/>
              <a:t>Aveuglé</a:t>
            </a:r>
            <a:r>
              <a:rPr lang="en-US" dirty="0"/>
              <a:t> par </a:t>
            </a:r>
            <a:r>
              <a:rPr lang="en-US" dirty="0" err="1"/>
              <a:t>ces</a:t>
            </a:r>
            <a:r>
              <a:rPr lang="en-US" dirty="0"/>
              <a:t> mots qui </a:t>
            </a:r>
            <a:r>
              <a:rPr lang="en-US" dirty="0" err="1"/>
              <a:t>mènent</a:t>
            </a:r>
            <a:r>
              <a:rPr lang="en-US" dirty="0"/>
              <a:t> à la </a:t>
            </a:r>
            <a:r>
              <a:rPr lang="en-US" dirty="0" err="1"/>
              <a:t>vanité</a:t>
            </a:r>
            <a:r>
              <a:rPr lang="en-US" dirty="0"/>
              <a:t>] 
4-  ITS INSANITY [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insensé</a:t>
            </a:r>
            <a:r>
              <a:rPr lang="en-US" dirty="0"/>
              <a:t>] 
5-  OH I FEEL LIKE I'M BARELY BREATHING [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l'impression</a:t>
            </a:r>
            <a:r>
              <a:rPr lang="en-US" dirty="0"/>
              <a:t> de </a:t>
            </a:r>
            <a:r>
              <a:rPr lang="en-US" dirty="0" err="1"/>
              <a:t>suffoquer</a:t>
            </a:r>
            <a:r>
              <a:rPr lang="en-US" dirty="0"/>
              <a:t>] 
6-  I'M WALKING AROUND BUT I'M DEAD [Et je </a:t>
            </a:r>
            <a:r>
              <a:rPr lang="en-US" dirty="0" err="1"/>
              <a:t>crois</a:t>
            </a:r>
            <a:r>
              <a:rPr lang="en-US" dirty="0"/>
              <a:t> vivre, </a:t>
            </a:r>
            <a:r>
              <a:rPr lang="en-US" dirty="0" err="1"/>
              <a:t>mais</a:t>
            </a:r>
            <a:r>
              <a:rPr lang="en-US" dirty="0"/>
              <a:t> je suis mort] </a:t>
            </a:r>
          </a:p>
          <a:p>
            <a:r>
              <a:rPr lang="en-US" dirty="0"/>
              <a:t>
	7-  OH I NEED JESUS [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de </a:t>
            </a:r>
            <a:r>
              <a:rPr lang="en-US" dirty="0" err="1"/>
              <a:t>jésus</a:t>
            </a:r>
            <a:r>
              <a:rPr lang="en-US" dirty="0"/>
              <a:t>] 
	8-  SHINING LIKE A MORNING LIGHT [Brillant </a:t>
            </a:r>
            <a:r>
              <a:rPr lang="en-US" dirty="0" err="1"/>
              <a:t>comme</a:t>
            </a:r>
            <a:r>
              <a:rPr lang="en-US" dirty="0"/>
              <a:t> la lumière du jour] 
	9-  GIVE ME MORE JESUS [Donne-</a:t>
            </a:r>
            <a:r>
              <a:rPr lang="en-US" dirty="0" err="1"/>
              <a:t>moi</a:t>
            </a:r>
            <a:r>
              <a:rPr lang="en-US" dirty="0"/>
              <a:t> plus de </a:t>
            </a:r>
            <a:r>
              <a:rPr lang="en-US" dirty="0" err="1"/>
              <a:t>Jésus</a:t>
            </a:r>
            <a:r>
              <a:rPr lang="en-US" dirty="0"/>
              <a:t>] 
	10-  HE CAN BRING ME BACK TO LIFE [</a:t>
            </a:r>
            <a:r>
              <a:rPr lang="en-US" dirty="0" err="1"/>
              <a:t>Qu’il</a:t>
            </a:r>
            <a:r>
              <a:rPr lang="en-US" dirty="0"/>
              <a:t> me </a:t>
            </a:r>
            <a:r>
              <a:rPr lang="en-US" dirty="0" err="1"/>
              <a:t>ramène</a:t>
            </a:r>
            <a:r>
              <a:rPr lang="en-US" dirty="0"/>
              <a:t> à la vie] 
	11-  GOTTA HAVE JESUS [Il me faut </a:t>
            </a:r>
            <a:r>
              <a:rPr lang="en-US" dirty="0" err="1"/>
              <a:t>Jésus</a:t>
            </a:r>
            <a:r>
              <a:rPr lang="en-US" dirty="0"/>
              <a:t>] </a:t>
            </a:r>
          </a:p>
          <a:p>
            <a:r>
              <a:rPr lang="en-US" dirty="0"/>
              <a:t>	12-  SAVIOR ALWAYS RIGHT ON TIME [Sauveur </a:t>
            </a:r>
            <a:r>
              <a:rPr lang="en-US" dirty="0" err="1"/>
              <a:t>présent</a:t>
            </a:r>
            <a:r>
              <a:rPr lang="en-US" dirty="0"/>
              <a:t> au bon moment] 
	13-  OH I NEED JESUS [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de </a:t>
            </a:r>
            <a:r>
              <a:rPr lang="en-US" dirty="0" err="1"/>
              <a:t>Jésus</a:t>
            </a:r>
            <a:r>
              <a:rPr lang="en-US" dirty="0"/>
              <a:t>] 
	14-  GOTTA HAVE JESUS [Il me faut </a:t>
            </a:r>
            <a:r>
              <a:rPr lang="en-US" dirty="0" err="1"/>
              <a:t>Jésus</a:t>
            </a:r>
            <a:r>
              <a:rPr lang="en-US" dirty="0"/>
              <a:t>]     -------</a:t>
            </a:r>
          </a:p>
          <a:p>
            <a:r>
              <a:rPr lang="en-US" dirty="0"/>
              <a:t>
15-  PEACE BE STILL THAT'S WHAT YOU SAID [Tu </a:t>
            </a:r>
            <a:r>
              <a:rPr lang="en-US" dirty="0" err="1"/>
              <a:t>m’as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de </a:t>
            </a:r>
            <a:r>
              <a:rPr lang="en-US" dirty="0" err="1"/>
              <a:t>rester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paix</a:t>
            </a:r>
            <a:r>
              <a:rPr lang="en-US" dirty="0"/>
              <a:t>] 
16-  A GENTLE WHISPER IN MY HEAD [Ta voix dans ma tête </a:t>
            </a:r>
            <a:r>
              <a:rPr lang="en-US" dirty="0" err="1"/>
              <a:t>résonnait</a:t>
            </a:r>
            <a:r>
              <a:rPr lang="en-US" dirty="0"/>
              <a:t>] 
17-  NO LONGER I THAT LIVES BUT IT'S YOU INSIDE OF ME [Je ne vis plus,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c'est</a:t>
            </a:r>
            <a:r>
              <a:rPr lang="en-US" dirty="0"/>
              <a:t> </a:t>
            </a:r>
            <a:r>
              <a:rPr lang="en-US" dirty="0" err="1"/>
              <a:t>toi</a:t>
            </a:r>
            <a:r>
              <a:rPr lang="en-US" dirty="0"/>
              <a:t> qui vis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moi</a:t>
            </a:r>
            <a:r>
              <a:rPr lang="en-US" dirty="0"/>
              <a:t>] 
18-  NOW I'M ALIVE AND I'M BREATHING [</a:t>
            </a:r>
            <a:r>
              <a:rPr lang="en-US" dirty="0" err="1"/>
              <a:t>Maintenant</a:t>
            </a:r>
            <a:r>
              <a:rPr lang="en-US" dirty="0"/>
              <a:t> je suis vivant et je respire] 
19-  YOU ARE THE ONE THAT I NEED [Tu es </a:t>
            </a:r>
            <a:r>
              <a:rPr lang="en-US" dirty="0" err="1"/>
              <a:t>celui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</a:t>
            </a:r>
            <a:r>
              <a:rPr lang="en-US" dirty="0" err="1"/>
              <a:t>j'ai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</a:t>
            </a:r>
          </a:p>
          <a:p>
            <a:r>
              <a:rPr lang="en-US" dirty="0"/>
              <a:t>
20-  ALL I NEED IS JESUS [Je </a:t>
            </a:r>
            <a:r>
              <a:rPr lang="en-US" dirty="0" err="1"/>
              <a:t>n'ai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que de </a:t>
            </a:r>
            <a:r>
              <a:rPr lang="en-US" dirty="0" err="1"/>
              <a:t>Jésus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	Refrain:</a:t>
            </a:r>
          </a:p>
          <a:p>
            <a:r>
              <a:rPr lang="en-US" dirty="0"/>
              <a:t>
21-  OH I NEED JESUS [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besoin</a:t>
            </a:r>
            <a:r>
              <a:rPr lang="en-US" dirty="0"/>
              <a:t> de </a:t>
            </a:r>
            <a:r>
              <a:rPr lang="en-US" dirty="0" err="1"/>
              <a:t>Jésus</a:t>
            </a:r>
            <a:r>
              <a:rPr lang="en-US" dirty="0"/>
              <a:t>] 
22-  GOTTA HAVE JESUS [Il me faut </a:t>
            </a:r>
            <a:r>
              <a:rPr lang="en-US" dirty="0" err="1"/>
              <a:t>Jésus</a:t>
            </a:r>
            <a:r>
              <a:rPr lang="en-US" dirty="0"/>
              <a:t>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146654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174474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838646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196870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4154949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114231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238774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656989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898985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89873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4233136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2716297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343163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69079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408054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1482545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191612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667935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4218894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2788135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2517830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r>
              <a:rPr lang="en-US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r>
              <a:rPr lang="en-US"/>
              <a:t>	12-  SAVIOR ALWAYS RIGHT ON TIME [Sauveur présent au bon moment] 
	13-  OH I NEED JESUS [J'ai besoin de Jésus] 
	14-  GOTTA HAVE JESUS [Il me faut Jésus]     -------</a:t>
            </a:r>
          </a:p>
          <a:p>
            <a:r>
              <a:rPr lang="en-US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20-  ALL I NEED IS JESUS [Je n'ai besoin que de Jésus] </a:t>
            </a:r>
          </a:p>
          <a:p>
            <a:endParaRPr lang="en-US"/>
          </a:p>
          <a:p>
            <a:r>
              <a:rPr lang="en-US"/>
              <a:t>	Refrain:</a:t>
            </a:r>
          </a:p>
          <a:p>
            <a:r>
              <a:rPr lang="en-US"/>
              <a:t>
21-  OH I NEED JESUS [J’ai besoin de Jésus] 
22-  GOTTA HAVE JESUS [Il me faut Jésus]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ALL THIS NOISE I HEAR SURROUNDING ME [J'entends tous ces bruits autour de moi] 
2-  SCREAMING DECEPTION IN MY HEAD [Criant dans ma tête pour me tromper] 
3-  BLINDED BY THE LIES THAT LEAD TO VANITY [Aveuglé par ces mots qui mènent à la vanité] 
4-  ITS INSANITY [C’est insensé] 
5-  OH I FEEL LIKE I'M BARELY BREATHING [J’ai l'impression de suffoquer] 
6-  I'M WALKING AROUND BUT I'M DEAD [Et je crois vivre, mais je suis mort] </a:t>
            </a:r>
          </a:p>
          <a:p>
            <a:pPr>
              <a:defRPr/>
            </a:pPr>
            <a:r>
              <a:rPr lang="fr-FR"/>
              <a:t>
	7-  OH I NEED JESUS [J'ai besoin de jésus] 
	8-  SHINING LIKE A MORNING LIGHT [Brillant comme la lumière du jour] 
	9-  GIVE ME MORE JESUS [Donne-moi plus de Jésus] 
	10-  HE CAN BRING ME BACK TO LIFE [Qu’il me ramène à la vie] 
	11-  GOTTA HAVE JESUS [Il me faut Jésus] </a:t>
            </a:r>
          </a:p>
          <a:p>
            <a:pPr>
              <a:defRPr/>
            </a:pPr>
            <a:r>
              <a:rPr lang="fr-FR"/>
              <a:t>	12-  SAVIOR ALWAYS RIGHT ON TIME [Sauveur présent au bon moment] 
	13-  OH I NEED JESUS [J'ai besoin de Jésus] 
	14-  GOTTA HAVE JESUS [Il me faut Jésus]     -------</a:t>
            </a:r>
          </a:p>
          <a:p>
            <a:pPr>
              <a:defRPr/>
            </a:pPr>
            <a:r>
              <a:rPr lang="fr-FR"/>
              <a:t>
15-  PEACE BE STILL THAT'S WHAT YOU SAID [Tu m’as dit de rester en paix] 
16-  A GENTLE WHISPER IN MY HEAD [Ta voix dans ma tête résonnait] 
17-  NO LONGER I THAT LIVES BUT IT'S YOU INSIDE OF ME [Je ne vis plus, mais c'est toi qui vis en moi] 
18-  NOW I'M ALIVE AND I'M BREATHING [Maintenant je suis vivant et je respire] 
19-  YOU ARE THE ONE THAT I NEED [Tu es celui dont j'ai besoin]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20-  ALL I NEED IS JESUS [Je n'ai besoin que de Jésus]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21-  OH I NEED JESUS [J’ai besoin de Jésus] 
22-  GOTTA HAVE JESUS [Il me faut Jésus] 
</a:t>
            </a:r>
          </a:p>
        </p:txBody>
      </p:sp>
    </p:spTree>
    <p:extLst>
      <p:ext uri="{BB962C8B-B14F-4D97-AF65-F5344CB8AC3E}">
        <p14:creationId xmlns:p14="http://schemas.microsoft.com/office/powerpoint/2010/main" val="3665581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ALL THIS NOISE I HEAR SURROUNDING ME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[J'entends tous ces bruits autour de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SCREAMING DECEPTION IN MY HEAD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[Criant dans ma tête pour me tromper]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5461000"/>
            <a:ext cx="1108923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BLINDED BY THE LIES THAT LEAD TO VANITY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[Aveuglé par ces mots qui mènent à la vanité]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ITS INSANITY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[C’est insensé]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OH I FEEL LIKE I'M BARELY BREATHING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[J’ai l'impression de suffoquer]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I'M WALKING AROUND BUT I'M DEAD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[Et je crois vivre, mais je suis mort]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OH I NEED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[J'ai besoin de Jésus]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SHINING LIKE A MORNING LIGHT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[Brillant comme la lumière du jour]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GIVE ME MORE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[Donne-moi plus de Jésus]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HE CAN BRING ME BACK TO LIFE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[Qu’il me ramène à la vie]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GOTTA HAVE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[Il me faut Jésus]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SAVIOR ALWAYS RIGHT ON TIME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[Sauveur présent au bon moment]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6CF2-143A-78C0-03A6-6226F3CA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4E95B-AA69-FB56-7ACC-C1CF785AF27C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OH I NEED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[J'ai besoin de Jésus]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3558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D3A6-4AF1-8F00-7DFB-597833D8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B26D03-8A82-A8D2-6D17-190CECA72F7D}"/>
              </a:ext>
            </a:extLst>
          </p:cNvPr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GOTTA HAVE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[Il me faut Jésus]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64956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PEACE BE STILL THAT'S WHAT YOU SAID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m’as dit de rester en paix]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A GENTLE WHISPER IN MY HEAD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 panose="00000700000000000000"/>
              </a:rPr>
              <a:t>[Ta voix dans ma tête résonnait]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12192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NO LONGER I THAT LIVES BUT IT'S YOU INSIDE OF ME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[Je ne vis plus, mais c'est Toi qui vis en moi]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NOW I'M ALIVE AND I'M BREATHING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[Maintenant je suis vivant et je respire]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YOU ARE THE ONE THAT I NEED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 panose="00000700000000000000"/>
              </a:rPr>
              <a:t>[Tu es celui dont j'ai besoin]</a:t>
            </a:r>
            <a:endParaRPr sz="320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ALL I NEED IS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[Je n'ai besoin que de </a:t>
            </a:r>
            <a:r>
              <a:rPr lang="fr-FR" sz="3200" dirty="0" smtClean="0">
                <a:solidFill>
                  <a:srgbClr val="FFFFFF"/>
                </a:solidFill>
                <a:latin typeface="Metropolis Semi Bold" panose="00000700000000000000"/>
              </a:rPr>
              <a:t>Jésus</a:t>
            </a: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OH I NEED JESUS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J’ai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besoin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 de </a:t>
            </a:r>
            <a:r>
              <a:rPr lang="en-US" sz="3200" dirty="0" err="1">
                <a:solidFill>
                  <a:srgbClr val="FFFFFF"/>
                </a:solidFill>
                <a:latin typeface="Metropolis Semi Bold" panose="00000700000000000000"/>
              </a:rPr>
              <a:t>J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 panose="00000700000000000000"/>
              </a:rPr>
              <a:t>ésus</a:t>
            </a:r>
            <a:r>
              <a:rPr lang="en-US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GOTTA HAVE JESUS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[Il me faut </a:t>
            </a:r>
            <a:r>
              <a:rPr lang="fr-FR" sz="3200" dirty="0" smtClean="0">
                <a:solidFill>
                  <a:srgbClr val="FFFFFF"/>
                </a:solidFill>
                <a:latin typeface="Metropolis Semi Bold" panose="00000700000000000000"/>
              </a:rPr>
              <a:t>Jésus</a:t>
            </a:r>
            <a:r>
              <a:rPr lang="fr-FR" sz="3200" dirty="0">
                <a:solidFill>
                  <a:srgbClr val="FFFFFF"/>
                </a:solidFill>
                <a:latin typeface="Metropolis Semi Bold" panose="00000700000000000000"/>
              </a:rPr>
              <a:t>]</a:t>
            </a:r>
            <a:endParaRPr sz="3200" dirty="0">
              <a:solidFill>
                <a:srgbClr val="FFFFFF"/>
              </a:solidFill>
              <a:latin typeface="Metropolis Semi Bold" panose="000007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1038</Words>
  <Application>Microsoft Office PowerPoint</Application>
  <PresentationFormat>Grand écran</PresentationFormat>
  <Paragraphs>484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2011-01-30T10:04:33Z</dcterms:created>
  <dcterms:modified xsi:type="dcterms:W3CDTF">2025-03-23T10:43:08Z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2025-03-22T08:31:55Z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688287c0-35d6-4a39-8f9e-2bfc8665ae40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