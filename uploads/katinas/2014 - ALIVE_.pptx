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8" r:id="rId2"/>
    <p:sldId id="259" r:id="rId3"/>
    <p:sldId id="260" r:id="rId4"/>
    <p:sldId id="261" r:id="rId5"/>
    <p:sldId id="275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309" r:id="rId14"/>
    <p:sldId id="310" r:id="rId15"/>
    <p:sldId id="311" r:id="rId16"/>
    <p:sldId id="312" r:id="rId17"/>
    <p:sldId id="31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593" autoAdjust="0"/>
    <p:restoredTop sz="83107" autoAdjust="0"/>
  </p:normalViewPr>
  <p:slideViewPr>
    <p:cSldViewPr>
      <p:cViewPr varScale="1">
        <p:scale>
          <a:sx n="13" d="100"/>
          <a:sy n="13" d="100"/>
        </p:scale>
        <p:origin x="-94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36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B91F7D77-890D-4BE8-B1FA-7E0CB698EDA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09F2A0BB-3394-4585-B810-7D53C5DF5D7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SEIGNEUR, TU VIS EN MOI RIEN NE PEUT NOUS SÉPARER 
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34-  I WON'T STOP TILL YOUR KINGDOM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35-  'CAUSE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37-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38-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39-  YOU ARE ALL WE NEED YOUR LOVE HAS SET US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I'M ALIVE IN YOU I'M ALIVE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YOU ARE, YOU ARE YOU ARE MY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WE LIFT YOU HIGHER, LIFT YOU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43-  YOUR LOVE, YOUR LOVE, YOUR LOVE NEVER ENDING, OH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44-  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J’ÉTAIS PERDU, LE CŒUR BRISÉ TU M’AS RELEVÉ, M’AS RESTAURÉ 
2-  AUJOURD’HUI À NOUVEAU JE NAIS 
3-  DANS TES MAINS C’EST LÀ QUE JE VIVRAI 
4-  LES MOTS ME MANQUENT POUR M’EXPRIMER 
5-  CHAQUE JOUR DE MA VIE, JE TE SUIVRAI 
6-  LES YEUX FIXÉS SUR TON CHEMIN JE SUIS LIBRE DE CHANTER, DE CRIER </a:t>
            </a:r>
          </a:p>
          <a:p>
            <a:endParaRPr lang="en-US" smtClean="0"/>
          </a:p>
          <a:p>
            <a:r>
              <a:rPr lang="en-US" smtClean="0"/>
              <a:t>	7-  SEIGNEUR, TU ES LE SEUL EN QUI JE VIVRAI 
	8-  TU ES BIEN AU-DELÀ DE TOUTES MES PENSÉES 
	9-  TON AMOUR NE M’ABANDONNERA JAMAIS 
	10-  OH OH OH </a:t>
            </a:r>
          </a:p>
          <a:p>
            <a:r>
              <a:rPr lang="en-US" smtClean="0"/>
              <a:t>	11-  SEIGNEUR, TU VIS EN MOI RIEN NE PEUT NOUS SÉPARER 
	12-  TU ES L’ESPOIR EN MOI TON AMOUR M’A LIBÉRÉ</a:t>
            </a:r>
          </a:p>
          <a:p>
            <a:r>
              <a:rPr lang="en-US" smtClean="0"/>
              <a:t> 
13-  DANS LES TENEBRES DE MES NUITS TON AMOUR ILLUMINE MA VIE 
14-  TU BRISES LES CHAINES QUI ME RETENAIENT 
15-  PAR TON FILS, JE SUIS LIBERE DANS CE MONDE JE PEUX TOUT AVOIR 
16-  MAIS MON SEUL DESIR C'EST DE TE VOIR FAIS TA VOLONTE ET NON LA MIENNE  
17-  SEIGNEUR JE CHANTE QUE TON ROYAUME VIENNE </a:t>
            </a:r>
          </a:p>
          <a:p>
            <a:endParaRPr lang="en-US" smtClean="0"/>
          </a:p>
          <a:p>
            <a:r>
              <a:rPr lang="en-US" smtClean="0"/>
              <a:t>18-  I WAS LOST WITH A BROKEN HEART YOU PICKED ME UP, NOW I'M SET APART 
19-  FROM THE ASH I AM BORN AGAIN FOREVER SAFE IN THE SAVIOR'S HANDS 
20-  YOU ARE MORE THAN MY WORDS COULD SAY</a:t>
            </a:r>
            <a:br>
              <a:rPr lang="en-US" smtClean="0"/>
            </a:br>
            <a:r>
              <a:rPr lang="en-US" smtClean="0"/>
              <a:t>21-  I'LL FOLLOW YOU LORD FOR ALL MY DAYS</a:t>
            </a:r>
            <a:br>
              <a:rPr lang="en-US" smtClean="0"/>
            </a:br>
            <a:r>
              <a:rPr lang="en-US" smtClean="0"/>
              <a:t>22-  I'LL FIX MY EYES FOLLOW IN YOUR WAYS</a:t>
            </a:r>
            <a:br>
              <a:rPr lang="en-US" smtClean="0"/>
            </a:br>
            <a:r>
              <a:rPr lang="en-US" smtClean="0"/>
              <a:t>23-  FOREVER FREE IN UNENDING GRACE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24-  'CAUSE YOU ARE, YOU ARE YOU ARE MY FREEDOM</a:t>
            </a:r>
            <a:br>
              <a:rPr lang="en-US" smtClean="0"/>
            </a:br>
            <a:r>
              <a:rPr lang="en-US" smtClean="0"/>
              <a:t>25-  WE LIFT YOU HIGHER WE LIFT YOU HIGHER</a:t>
            </a:r>
            <a:br>
              <a:rPr lang="en-US" smtClean="0"/>
            </a:br>
            <a:r>
              <a:rPr lang="en-US" smtClean="0"/>
              <a:t>26-  YOUR LOVE, YOUR LOVE, YOUR LOVE NEVER ENDING, OH OH OH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27-  YOU ARE ALIVE IN US NOTHING CAN TAKE YOUR PLACE</a:t>
            </a:r>
            <a:br>
              <a:rPr lang="en-US" smtClean="0"/>
            </a:br>
            <a:r>
              <a:rPr lang="en-US" smtClean="0"/>
              <a:t>28-  YOU ARE ALL WE NEED YOUR LOVE HAS SET US FREE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29-  IN THE MIDST OF THE DARKEST NIGHT LET YOUR LOVE BE THE SHINING LIGHT</a:t>
            </a:r>
            <a:br>
              <a:rPr lang="en-US" smtClean="0"/>
            </a:br>
            <a:r>
              <a:rPr lang="en-US" smtClean="0"/>
              <a:t>30-  BREAKING CHAINS THAT WERE HOLDING ME</a:t>
            </a:r>
            <a:br>
              <a:rPr lang="en-US" smtClean="0"/>
            </a:br>
            <a:r>
              <a:rPr lang="en-US" smtClean="0"/>
              <a:t>31-  YOU SENT YOUR SON DOWN AND SET ME FREE</a:t>
            </a:r>
            <a:br>
              <a:rPr lang="en-US" smtClean="0"/>
            </a:br>
            <a:r>
              <a:rPr lang="en-US" smtClean="0"/>
              <a:t>32-  EVERYTHING OF THIS WORLD WILL FADE I'M PRESSING ON TILL I SEE YOUR FACE</a:t>
            </a:r>
            <a:br>
              <a:rPr lang="en-US" smtClean="0"/>
            </a:br>
            <a:r>
              <a:rPr lang="en-US" smtClean="0"/>
              <a:t>33-  I WILL LIVE THAT YOUR WILL BE DONE33-  I WILL LIVE THAT YOUR WILL BE DONE</a:t>
            </a:r>
          </a:p>
          <a:p>
            <a:r>
              <a:rPr lang="en-US" smtClean="0"/>
              <a:t>34-  I WON'T STOP TILL YOUR KINGDOM COMES</a:t>
            </a:r>
          </a:p>
          <a:p>
            <a:endParaRPr lang="en-US" smtClean="0"/>
          </a:p>
          <a:p>
            <a:r>
              <a:rPr lang="en-US" smtClean="0"/>
              <a:t>	35-  'CAUSE YOU ARE, YOU ARE YOU ARE MY FREEDOM</a:t>
            </a:r>
          </a:p>
          <a:p>
            <a:r>
              <a:rPr lang="en-US" smtClean="0"/>
              <a:t>	36-  WE LIFT YOU HIGHER, LIFT YOU HIGHER</a:t>
            </a:r>
          </a:p>
          <a:p>
            <a:r>
              <a:rPr lang="en-US" smtClean="0"/>
              <a:t>	37-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38-  YOU ARE ALIVE IN US NOTHING CAN TAKE YOUR PLACE</a:t>
            </a:r>
          </a:p>
          <a:p>
            <a:r>
              <a:rPr lang="en-US" smtClean="0"/>
              <a:t>	39-  YOU ARE ALL WE NEED YOUR LOVE HAS SET US FREE</a:t>
            </a:r>
          </a:p>
          <a:p>
            <a:endParaRPr lang="en-US" smtClean="0"/>
          </a:p>
          <a:p>
            <a:r>
              <a:rPr lang="en-US" smtClean="0"/>
              <a:t>40-  I'M ALIVE IN YOU I'M ALIVE IN YOU</a:t>
            </a:r>
          </a:p>
          <a:p>
            <a:r>
              <a:rPr lang="en-US" smtClean="0"/>
              <a:t>41-  YOU ARE, YOU ARE YOU ARE MY FREEDOM</a:t>
            </a:r>
          </a:p>
          <a:p>
            <a:r>
              <a:rPr lang="en-US" smtClean="0"/>
              <a:t>42-  WE LIFT YOU HIGHER, LIFT YOU HIGHER</a:t>
            </a:r>
          </a:p>
          <a:p>
            <a:r>
              <a:rPr lang="en-US" smtClean="0"/>
              <a:t>43-  YOUR LOVE, YOUR LOVE, YOUR LOVE NEVER ENDING, OH OH OH</a:t>
            </a:r>
          </a:p>
          <a:p>
            <a:endParaRPr lang="en-US" smtClean="0"/>
          </a:p>
          <a:p>
            <a:r>
              <a:rPr lang="en-US" smtClean="0"/>
              <a:t>	44-  YOU ARE ALIVE IN US NOTHING CAN TAKE YOUR PLACE</a:t>
            </a:r>
          </a:p>
          <a:p>
            <a:r>
              <a:rPr lang="en-US" smtClean="0"/>
              <a:t>	45-  YOU ARE ALL WE NEED YOUR LOVE HAS SET US FREE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46-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47-  YOU ARE, YOU ARE</a:t>
            </a:r>
            <a:br>
              <a:rPr lang="en-US" smtClean="0"/>
            </a:br>
            <a:r>
              <a:rPr lang="en-US" smtClean="0"/>
              <a:t>YOU ARE MY FREEDOM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WE LIFT YOU HIGHER, LIFT YOU HIGHER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49-  YOUR LOVE, YOUR LOVE, YOUR LOVE NEVER ENDING, OH OH OH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50-  I'M ALIVE</a:t>
            </a:r>
            <a:br>
              <a:rPr lang="en-US" smtClean="0"/>
            </a:br>
            <a:r>
              <a:rPr lang="en-US" smtClean="0"/>
              <a:t>I'M ALIVE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AFE83-FEE7-40A0-92B8-AAC4753138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9AE92-2CCD-4584-83DF-89AE403BD1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CD94C-A1AC-4DFE-9782-9FEF158910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40636-F5E7-46C0-B4A4-4FC3522E79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96008-60DA-4628-937C-9195B15818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2DE5C-8617-4D67-9BEC-F449C10945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612B5-64BE-454C-87DA-BF3D2195CB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B4B5E-3B5B-4B42-B95A-C02738F5C4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B9054F-EB7E-4DF0-9FCE-CDCB49A760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EE5FF-B0DC-43FD-807E-5EA315B8EF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EEE38-E1C4-4764-B789-543DE3F44A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C7E3F852-14E7-4C6A-86CC-4A5BE7FFAF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PERDU, LE CŒUR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RELEVÉ, M’AS RESTAURÉ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AUJOURD’HUI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NOUVEAU JE NAIS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LÀ QUE JE VIVRAI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MOTS ME MANQUENT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M’EXPRIMER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 DE MA VIE, JE TE SUIVRAI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YEUX FIXÉS SUR TON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 DE CHANTER, DE CRIER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TU ES LE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QUI JE VIVRAI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BIEN AU-DELÀ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TOUTES MES PENSÉES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M’ABANDONNERA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TU VIS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PEUT NOUS SÉPARER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L’ESPOIR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M’A LIBÉRÉ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TENEBRES DE MES NUITS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ILLUMINE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BRISES LES CHAINES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RETENAIENT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TON FILS, JE SUIS LIBERE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CE MONDE JE PEUX TOUT AVOIR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MON SEUL DESIR C'EST DE TE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TA VOLONTE ET NON LA MIENNE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JE CHANTE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ROYAUME VIENNE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WAS LOST WITH A BROKEN HEART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PICKED ME UP, NOW I'M SET APART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FROM THE ASH I AM BORN AGAIN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FOREVER SAFE IN THE SAVIOR'S HANDS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MORE THAN MY WORDS COULD SAY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FOLLOW YOU LORD FOR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MY DAYS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FIX MY EYES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FOLLOW IN YOUR WAYS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FOREVER FREE IN UNENDING GRACE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'CAUSE YOU ARE, YOU ARE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MY FREEDOM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LIFT YOU HIGHER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LIFT YOU HIGHER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LOVE, YOUR LOVE, YOUR LOVE NEVER ENDING, OH OH OH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ALIVE IN US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NOTHING CAN TAKE YOUR PLACE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ALL WE NEED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 HAS SET US FREE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 THE MIDST OF THE DARKEST NIGHT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YOUR LOVE BE THE SHINING LIGHT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BREAKING CHAINS THAT WERE HOLDING 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SENT YOUR SON DOWN AND SET ME FREE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EVERYTHING OF THIS WORLD WILL FADE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PRESSING ON TILL I SEE YOUR FACE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WILL LIVE THAT YOUR WILL BE DONE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WON'T STOP TILL YOUR KINGDOM COMES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'CAUSE YOU ARE, YOU ARE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MY FREEDOM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LIFT YOU HIGHER, LIFT YOU HIGHER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LOVE, YOUR LOVE, YOUR LOVE NEVER ENDING, OH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ALIVE IN 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NOTHING CAN TAKE YOUR PLACE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ALL WE NEED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 HAS SET US FREE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ALIVE IN YOU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ALIVE IN YOU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ARE, YOU ARE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MY FREEDOM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LIFT YOU HIGHER, LIFT YOU HIGHER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LOVE, YOUR LOVE, YOUR LOVE NEVER ENDING, OH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ALIVE IN 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NOTHING CAN TAKE YOUR PLACE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ALL WE NEED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 HAS SET US FREE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ALIVE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ALIVE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ARE, YOU ARE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MY FREEDOM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LIFT YOU HIGHER, LIFT YOU HIGHER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LOVE, YOUR LOVE, YOUR LOVE NEVER ENDING, OH OH OH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ALIVE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ALIVE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1677</Words>
  <Application>Microsoft Office PowerPoint</Application>
  <PresentationFormat>On-screen Show (4:3)</PresentationFormat>
  <Paragraphs>3165</Paragraphs>
  <Slides>50</Slides>
  <Notes>50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50</vt:i4>
      </vt:variant>
    </vt:vector>
  </HeadingPairs>
  <TitlesOfParts>
    <vt:vector size="5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I WAS LOST WITH A BROKEN HEART YOU PICKED ME UP, NOW I'M SET APART     </vt:lpstr>
      <vt:lpstr>FROM THE ASH I AM BORN AGAIN FOREVER SAFE IN THE SAVIOR'S HANDS      </vt:lpstr>
      <vt:lpstr>YOU ARE MORE THAN MY WORDS COULD SAY       </vt:lpstr>
      <vt:lpstr>I'LL FOLLOW YOU LORD FOR ALL MY DAYS       </vt:lpstr>
      <vt:lpstr>I'LL FIX MY EYES FOLLOW IN YOUR WAYS       </vt:lpstr>
      <vt:lpstr>FOREVER FREE IN UNENDING GRACE        </vt:lpstr>
      <vt:lpstr>'CAUSE YOU ARE, YOU ARE YOU ARE MY FREEDOM        </vt:lpstr>
      <vt:lpstr>WE LIFT YOU HIGHER WE LIFT YOU HIGHER         </vt:lpstr>
      <vt:lpstr>YOUR LOVE, YOUR LOVE, YOUR LOVE NEVER ENDING, OH OH OH          </vt:lpstr>
      <vt:lpstr>YOU ARE ALIVE IN US NOTHING CAN TAKE YOUR PLACE           </vt:lpstr>
      <vt:lpstr>YOU ARE ALL WE NEED YOUR LOVE HAS SET US FREE            </vt:lpstr>
      <vt:lpstr>IN THE MIDST OF THE DARKEST NIGHT LET YOUR LOVE BE THE SHINING LIGHT             </vt:lpstr>
      <vt:lpstr>BREAKING CHAINS THAT WERE HOLDING ME              </vt:lpstr>
      <vt:lpstr>YOU SENT YOUR SON DOWN AND SET ME FREE              </vt:lpstr>
      <vt:lpstr>EVERYTHING OF THIS WORLD WILL FADE I'M PRESSING ON TILL I SEE YOUR FACE               </vt:lpstr>
      <vt:lpstr>I WILL LIVE THAT YOUR WILL BE DONE</vt:lpstr>
      <vt:lpstr>I WON'T STOP TILL YOUR KINGDOM COMES</vt:lpstr>
      <vt:lpstr>'CAUSE YOU ARE, YOU ARE YOU ARE MY FREEDOM</vt:lpstr>
      <vt:lpstr>WE LIFT YOU HIGHER, LIFT YOU HIGHER</vt:lpstr>
      <vt:lpstr>YOUR LOVE, YOUR LOVE, YOUR LOVE NEVER ENDING, OH OH OH</vt:lpstr>
      <vt:lpstr>YOU ARE ALIVE IN US NOTHING CAN TAKE YOUR PLACE</vt:lpstr>
      <vt:lpstr>YOU ARE ALL WE NEED YOUR LOVE HAS SET US FREE</vt:lpstr>
      <vt:lpstr>I'M ALIVE IN YOU I'M ALIVE IN YOU</vt:lpstr>
      <vt:lpstr>YOU ARE, YOU ARE YOU ARE MY FREEDOM</vt:lpstr>
      <vt:lpstr>WE LIFT YOU HIGHER, LIFT YOU HIGHER</vt:lpstr>
      <vt:lpstr>YOUR LOVE, YOUR LOVE, YOUR LOVE NEVER ENDING, OH OH OH</vt:lpstr>
      <vt:lpstr>YOU ARE ALIVE IN US NOTHING CAN TAKE YOUR PLACE</vt:lpstr>
      <vt:lpstr>YOU ARE ALL WE NEED YOUR LOVE HAS SET US FREE                         </vt:lpstr>
      <vt:lpstr>I'M ALIVE I'M ALIVE                          </vt:lpstr>
      <vt:lpstr>YOU ARE, YOU ARE YOU ARE MY FREEDOM                           </vt:lpstr>
      <vt:lpstr>WE LIFT YOU HIGHER, LIFT YOU HIGHER                           </vt:lpstr>
      <vt:lpstr>YOUR LOVE, YOUR LOVE, YOUR LOVE NEVER ENDING, OH OH OH                           </vt:lpstr>
      <vt:lpstr>I'M ALIVE I'M ALIVE                         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61</cp:revision>
  <dcterms:created xsi:type="dcterms:W3CDTF">2002-08-17T10:50:50Z</dcterms:created>
  <dcterms:modified xsi:type="dcterms:W3CDTF">2014-12-01T19:56:35Z</dcterms:modified>
</cp:coreProperties>
</file>