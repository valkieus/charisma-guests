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2" autoAdjust="0"/>
    <p:restoredTop sz="54608" autoAdjust="0"/>
  </p:normalViewPr>
  <p:slideViewPr>
    <p:cSldViewPr>
      <p:cViewPr varScale="1">
        <p:scale>
          <a:sx n="33" d="100"/>
          <a:sy n="33" d="100"/>
        </p:scale>
        <p:origin x="-27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409CB0A-BAC6-461E-B9B3-73A90314870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D7F641D-613E-4507-8978-DA7E8AE95E7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QUAND CES COULEURS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UNIS EN UNE MÊME NATION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TOI ET MOI, SA CRÉATION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unity across the ocean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you and me, his creation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TOUS ENSEMBLES DANS CETTE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everybody join the mission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let's get started now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NOUS POUVONS BOIRE À LA MÊME SOURCE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we can drink from the fountain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CHANTER ET DANSER SUR SA MONTAGNE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sing and dance on the mountain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C’EST LE TEMPS D’ÊTRE UNIS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MALGRÉ NOS DIFFÉRENCES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now's the time stand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even though we're different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AYONS CETTE IMAGE DANS NOS CODEURS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LA PAIX À CEUX QUI L’ONT DÉSIRÉ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BÂTISSONS UN PONT POUR INSPIRER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build a bridge to inspire peace for all who desire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LA PAIX À CEUX QUI L’ONT DÉSIRÉ ????????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peace for all who desire ????????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EN DÉTRUISANT LES MURS D’INJUSTICE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NOUS GAGNERONS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bringin' down walls of injustice we'll conquer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COMMENÇONS MAINTENANT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let's get started now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ETRE OUVERT PEUT TOUT CHANGER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GUÉRIR LES BLESSÉS ET LES BRISÉS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we can change, if we're open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heal the hurt and the broken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NOUS FAISONS TOUS PARTI D’UN PLAN AU BUT DIVIN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we are a part of a plan with a purpose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MALGRÉ NOS DIFFÉRENCES NOUS SOMMES UN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even though we're different we're the same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22-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23-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24-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25-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OH,OH,OH,OH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oh, oh, oh, oh in the name of love	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27-  AYONS CETTE IMAGE DANS NOS CŒURS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why can't we all get the picture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28-  DES FRÈRES ET  DES SŒURS DE TOUTES COULEURS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sisters and brothers every color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29-  ET QUAND ELLES SE METTENT EN ACCORD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when this collage comes together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30-  NOUS SOMMES PLUS FORTS AU NOM DE L’AMOUR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       we are stronger in the name of love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AYONS CETTE IMAGE DANS NOS CŒURS</a:t>
            </a:r>
          </a:p>
          <a:p>
            <a:r>
              <a:rPr lang="fr-FR" smtClean="0"/>
              <a:t>	     why can't we all get the picture</a:t>
            </a:r>
          </a:p>
          <a:p>
            <a:r>
              <a:rPr lang="fr-FR" smtClean="0"/>
              <a:t>	2-  DES FRÈRES ET  DES SŒURS DE TOUTES COULEURS</a:t>
            </a:r>
          </a:p>
          <a:p>
            <a:r>
              <a:rPr lang="fr-FR" smtClean="0"/>
              <a:t>	     sisters and brothers every color</a:t>
            </a:r>
          </a:p>
          <a:p>
            <a:r>
              <a:rPr lang="fr-FR" smtClean="0"/>
              <a:t>	3-  QUAND CES COULEURS SE METTENT EN ACCORD</a:t>
            </a:r>
          </a:p>
          <a:p>
            <a:r>
              <a:rPr lang="fr-FR" smtClean="0"/>
              <a:t>	     when this collage comes together</a:t>
            </a:r>
          </a:p>
          <a:p>
            <a:r>
              <a:rPr lang="fr-FR" smtClean="0"/>
              <a:t>	4-  NOUS SOMMES PLUS FORTS AU NOM DE L’AMOUR</a:t>
            </a:r>
          </a:p>
          <a:p>
            <a:r>
              <a:rPr lang="fr-FR" smtClean="0"/>
              <a:t>	     we are stronger in the name of love</a:t>
            </a:r>
          </a:p>
          <a:p>
            <a:endParaRPr lang="fr-FR" smtClean="0"/>
          </a:p>
          <a:p>
            <a:r>
              <a:rPr lang="fr-FR" smtClean="0"/>
              <a:t>5-  UNIS EN UNE MÊME NATION </a:t>
            </a:r>
          </a:p>
          <a:p>
            <a:r>
              <a:rPr lang="fr-FR" smtClean="0"/>
              <a:t>     TOI ET MOI, SA CRÉATION</a:t>
            </a:r>
          </a:p>
          <a:p>
            <a:r>
              <a:rPr lang="fr-FR" smtClean="0"/>
              <a:t>      unity across the ocean</a:t>
            </a:r>
          </a:p>
          <a:p>
            <a:r>
              <a:rPr lang="fr-FR" smtClean="0"/>
              <a:t>      you and me, his creation</a:t>
            </a:r>
          </a:p>
          <a:p>
            <a:r>
              <a:rPr lang="fr-FR" smtClean="0"/>
              <a:t>6-  TOUS ENSEMBLES DANS CETTE MISSION</a:t>
            </a:r>
          </a:p>
          <a:p>
            <a:r>
              <a:rPr lang="fr-FR" smtClean="0"/>
              <a:t>     COMMENÇONS MAINTENANT</a:t>
            </a:r>
          </a:p>
          <a:p>
            <a:r>
              <a:rPr lang="fr-FR" smtClean="0"/>
              <a:t>     everybody join the mission</a:t>
            </a:r>
          </a:p>
          <a:p>
            <a:r>
              <a:rPr lang="fr-FR" smtClean="0"/>
              <a:t>     let's get started now</a:t>
            </a:r>
          </a:p>
          <a:p>
            <a:r>
              <a:rPr lang="fr-FR" smtClean="0"/>
              <a:t>7-  NOUS POUVONS BOIRE À LA MÊME SOURCE</a:t>
            </a:r>
          </a:p>
          <a:p>
            <a:r>
              <a:rPr lang="fr-FR" smtClean="0"/>
              <a:t>     we can drink from the fountain</a:t>
            </a:r>
          </a:p>
          <a:p>
            <a:r>
              <a:rPr lang="fr-FR" smtClean="0"/>
              <a:t>8-  CHANTER ET DANSER SUR SA MONTAGNE</a:t>
            </a:r>
          </a:p>
          <a:p>
            <a:r>
              <a:rPr lang="fr-FR" smtClean="0"/>
              <a:t>     sing and dance on the mountain</a:t>
            </a:r>
          </a:p>
          <a:p>
            <a:r>
              <a:rPr lang="fr-FR" smtClean="0"/>
              <a:t>9-  C’EST LE TEMPS D’ÊTRE UNIS</a:t>
            </a:r>
          </a:p>
          <a:p>
            <a:r>
              <a:rPr lang="fr-FR" smtClean="0"/>
              <a:t>     MALGRÉ NOS DIFFÉRENCES</a:t>
            </a:r>
          </a:p>
          <a:p>
            <a:r>
              <a:rPr lang="fr-FR" smtClean="0"/>
              <a:t>     now's the time stand together</a:t>
            </a:r>
          </a:p>
          <a:p>
            <a:r>
              <a:rPr lang="fr-FR" smtClean="0"/>
              <a:t>     even though we're different</a:t>
            </a:r>
          </a:p>
          <a:p>
            <a:r>
              <a:rPr lang="fr-FR" smtClean="0"/>
              <a:t>10-  NOUS SOMMES UN</a:t>
            </a:r>
          </a:p>
          <a:p>
            <a:r>
              <a:rPr lang="fr-FR" smtClean="0"/>
              <a:t>      we're the same</a:t>
            </a:r>
          </a:p>
          <a:p>
            <a:endParaRPr lang="fr-FR" smtClean="0"/>
          </a:p>
          <a:p>
            <a:r>
              <a:rPr lang="fr-FR" smtClean="0"/>
              <a:t>	11-  AYONS CETTE IMAGE DANS NOS CODEURS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12-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r>
              <a:rPr lang="fr-FR" smtClean="0"/>
              <a:t>	13-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14-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15-  LA PAIX À CEUX QUI L’ONT DÉSIRÉ</a:t>
            </a:r>
          </a:p>
          <a:p>
            <a:r>
              <a:rPr lang="fr-FR" smtClean="0"/>
              <a:t>      BÂTISSONS UN PONT POUR INSPIRER</a:t>
            </a:r>
          </a:p>
          <a:p>
            <a:r>
              <a:rPr lang="fr-FR" smtClean="0"/>
              <a:t>      build a bridge to inspire peace for all who desire</a:t>
            </a:r>
          </a:p>
          <a:p>
            <a:endParaRPr lang="fr-FR" smtClean="0"/>
          </a:p>
          <a:p>
            <a:r>
              <a:rPr lang="fr-FR" smtClean="0"/>
              <a:t>16-  LA PAIX À CEUX QUI L’ONT DÉSIRÉ ????????</a:t>
            </a:r>
          </a:p>
          <a:p>
            <a:r>
              <a:rPr lang="fr-FR" smtClean="0"/>
              <a:t>       peace for all who desire ????????</a:t>
            </a:r>
          </a:p>
          <a:p>
            <a:endParaRPr lang="fr-FR" smtClean="0"/>
          </a:p>
          <a:p>
            <a:r>
              <a:rPr lang="fr-FR" smtClean="0"/>
              <a:t>17-  EN DÉTRUISANT LES MURS D’INJUSTICE</a:t>
            </a:r>
          </a:p>
          <a:p>
            <a:r>
              <a:rPr lang="fr-FR" smtClean="0"/>
              <a:t>      NOUS GAGNERONS</a:t>
            </a:r>
          </a:p>
          <a:p>
            <a:r>
              <a:rPr lang="fr-FR" smtClean="0"/>
              <a:t>      bringin' down walls of injustice we'll conquer</a:t>
            </a:r>
          </a:p>
          <a:p>
            <a:r>
              <a:rPr lang="fr-FR" smtClean="0"/>
              <a:t>18-  COMMENÇONS MAINTENANT</a:t>
            </a:r>
          </a:p>
          <a:p>
            <a:r>
              <a:rPr lang="fr-FR" smtClean="0"/>
              <a:t>       let's get started now</a:t>
            </a:r>
          </a:p>
          <a:p>
            <a:endParaRPr lang="fr-FR" smtClean="0"/>
          </a:p>
          <a:p>
            <a:r>
              <a:rPr lang="fr-FR" smtClean="0"/>
              <a:t>19-  ETRE OUVERT PEUT TOUT CHANGER</a:t>
            </a:r>
          </a:p>
          <a:p>
            <a:r>
              <a:rPr lang="fr-FR" smtClean="0"/>
              <a:t>      GUÉRIR LES BLESSÉS ET LES BRISÉS</a:t>
            </a:r>
          </a:p>
          <a:p>
            <a:r>
              <a:rPr lang="fr-FR" smtClean="0"/>
              <a:t>      we can change, if we're open</a:t>
            </a:r>
          </a:p>
          <a:p>
            <a:r>
              <a:rPr lang="fr-FR" smtClean="0"/>
              <a:t>      heal the hurt and the broken</a:t>
            </a:r>
          </a:p>
          <a:p>
            <a:r>
              <a:rPr lang="fr-FR" smtClean="0"/>
              <a:t>20-  NOUS FAISONS TOUS PARTI D’UN PLAN AU BUT DIVIN</a:t>
            </a:r>
          </a:p>
          <a:p>
            <a:r>
              <a:rPr lang="fr-FR" smtClean="0"/>
              <a:t>       we are a part of a plan with a purpose</a:t>
            </a:r>
          </a:p>
          <a:p>
            <a:r>
              <a:rPr lang="fr-FR" smtClean="0"/>
              <a:t>21-  MALGRÉ NOS DIFFÉRENCES NOUS SOMMES UN</a:t>
            </a:r>
          </a:p>
          <a:p>
            <a:r>
              <a:rPr lang="fr-FR" smtClean="0"/>
              <a:t>       even though we're different we're the same</a:t>
            </a:r>
          </a:p>
          <a:p>
            <a:endParaRPr lang="fr-FR" smtClean="0"/>
          </a:p>
          <a:p>
            <a:r>
              <a:rPr lang="fr-FR" smtClean="0"/>
              <a:t>	22-  AYONS CETTE IMAGE DANS NOS CŒURS</a:t>
            </a:r>
          </a:p>
          <a:p>
            <a:r>
              <a:rPr lang="fr-FR" smtClean="0"/>
              <a:t>	       why can't we all get the picture</a:t>
            </a:r>
          </a:p>
          <a:p>
            <a:r>
              <a:rPr lang="fr-FR" smtClean="0"/>
              <a:t>	23-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24-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25-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r>
              <a:rPr lang="fr-FR" smtClean="0"/>
              <a:t>26-  OH,OH,OH,OH AU NOM DE L’AMOUR</a:t>
            </a:r>
          </a:p>
          <a:p>
            <a:r>
              <a:rPr lang="fr-FR" smtClean="0"/>
              <a:t>       oh, oh, oh, oh in the name of love	  x2</a:t>
            </a:r>
          </a:p>
          <a:p>
            <a:endParaRPr lang="fr-FR" smtClean="0"/>
          </a:p>
          <a:p>
            <a:r>
              <a:rPr lang="fr-FR" smtClean="0"/>
              <a:t>	27-  AYONS CETTE IMAGE DANS NOS CŒURS</a:t>
            </a:r>
          </a:p>
          <a:p>
            <a:r>
              <a:rPr lang="fr-FR" smtClean="0"/>
              <a:t>	      why can't we all get the picture</a:t>
            </a:r>
          </a:p>
          <a:p>
            <a:r>
              <a:rPr lang="fr-FR" smtClean="0"/>
              <a:t>	28-  DES FRÈRES ET  DES SŒURS DE TOUTES COULEURS</a:t>
            </a:r>
          </a:p>
          <a:p>
            <a:r>
              <a:rPr lang="fr-FR" smtClean="0"/>
              <a:t>	       sisters and brothers every color</a:t>
            </a:r>
          </a:p>
          <a:p>
            <a:endParaRPr lang="fr-FR" smtClean="0"/>
          </a:p>
          <a:p>
            <a:r>
              <a:rPr lang="fr-FR" smtClean="0"/>
              <a:t>	29-  ET QUAND ELLES SE METTENT EN ACCORD</a:t>
            </a:r>
          </a:p>
          <a:p>
            <a:r>
              <a:rPr lang="fr-FR" smtClean="0"/>
              <a:t>	       when this collage comes together</a:t>
            </a:r>
          </a:p>
          <a:p>
            <a:r>
              <a:rPr lang="fr-FR" smtClean="0"/>
              <a:t>	30-  NOUS SOMMES PLUS FORTS AU NOM DE L’AMOUR</a:t>
            </a:r>
          </a:p>
          <a:p>
            <a:r>
              <a:rPr lang="fr-FR" smtClean="0"/>
              <a:t>	       we are stronger in the name of love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0B4D99-481E-41EA-B220-93F08181F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D56ED-DA2A-4CCF-A63E-A879C17616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ABD51-9FE9-4718-AACD-523B9EB9F3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CBF9D-5505-42C0-BBBA-AB8469BEAD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CACE1-8FA5-4D3F-A81E-257E57A2D2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0B1705-CDF0-4DE0-AC93-B58CEC7470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D25FF-0ED8-408C-B103-64CDCEEF79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B2F98-E612-4D79-B10B-B481C9A37B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C26C4-4F55-418F-B494-6F9016FA10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8BD6F-5284-4A13-95B9-D60D8E2696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6249F-F8E2-4FF8-8713-CFB1939A7E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4B30623-DD38-4AC6-910B-6C17FA7799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AYONS CETTE IMAGE DANS NOS CŒURS</a:t>
            </a: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FRÈRES ET DES SŒURS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TOUTES COULEURS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 CES COULEURS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 METTENT EN ACCORD</a:t>
            </a:r>
          </a:p>
        </p:txBody>
      </p:sp>
      <p:sp>
        <p:nvSpPr>
          <p:cNvPr id="40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FORTS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UNIS EN UNE MÊME NATION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TOI ET MOI, SA CRÉATION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 ENSEMBLE DANS CETTE MISSION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COMMENÇONS MAINTENANT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POUVONS BOIRE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LA MÊME SOURCE</a:t>
            </a:r>
          </a:p>
        </p:txBody>
      </p:sp>
      <p:sp>
        <p:nvSpPr>
          <p:cNvPr id="81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CHANTER ET DANSER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SA MONTAGNE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872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LE TEMPS D’ÊTRE UNIS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MALGRÉ NOS DIFFÉRENCES</a:t>
            </a:r>
          </a:p>
        </p:txBody>
      </p:sp>
      <p:sp>
        <p:nvSpPr>
          <p:cNvPr id="102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UN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AYONS CETTE IMAGE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NOS CŒURS</a:t>
            </a:r>
          </a:p>
        </p:txBody>
      </p:sp>
      <p:sp>
        <p:nvSpPr>
          <p:cNvPr id="1229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FRÈRES ET DES SŒURS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TOUTES COULEURS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331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QUAND ELLES SE METTENT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EN ACCORD</a:t>
            </a:r>
          </a:p>
        </p:txBody>
      </p:sp>
      <p:sp>
        <p:nvSpPr>
          <p:cNvPr id="1433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FORTS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536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PAIX À CEUX QUI L’ONT DÉSIRÉE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BÂTISSONS UN PONT POUR INSPIRER</a:t>
            </a:r>
          </a:p>
        </p:txBody>
      </p:sp>
      <p:sp>
        <p:nvSpPr>
          <p:cNvPr id="1638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PAIX À CEUX QUI L’ONT DÉSIRÉE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741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DÉTRUISANT LES MURS D’INJUSTICE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GAGNERONS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843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COMMENÇONS MAINTENANT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945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ÊTRE OUVERT PEUT TOUT CHANGER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GUÉRIR LES BLESSÉS ET LES BRISÉS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048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FAISONS TOUS PARTIE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D’UN PLAN AU BUT DIVIN</a:t>
            </a:r>
          </a:p>
        </p:txBody>
      </p:sp>
      <p:sp>
        <p:nvSpPr>
          <p:cNvPr id="2150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MALGRÉ NOS DIFFÉRENCES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UN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253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AYONS CETTE IMAGE DANS NOS CŒURS</a:t>
            </a:r>
          </a:p>
        </p:txBody>
      </p:sp>
      <p:sp>
        <p:nvSpPr>
          <p:cNvPr id="2355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FRÈRES ET DES SŒURS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TOUTES COULEURS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457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QUAND ELLES SE METTENT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ACCORD</a:t>
            </a:r>
          </a:p>
        </p:txBody>
      </p:sp>
      <p:sp>
        <p:nvSpPr>
          <p:cNvPr id="2560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FORTS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662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OH,OH,OH,OH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AYONS CETTE IMAGE DANS NOS CŒURS</a:t>
            </a:r>
          </a:p>
        </p:txBody>
      </p:sp>
      <p:sp>
        <p:nvSpPr>
          <p:cNvPr id="286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FRÈRES ET DES SŒURS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TOUTES COULEURS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96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QUAND ELLES SE METTENT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ACCORD</a:t>
            </a:r>
          </a:p>
        </p:txBody>
      </p:sp>
      <p:sp>
        <p:nvSpPr>
          <p:cNvPr id="307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FORTS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NOM DE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17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232</Words>
  <Application>Microsoft Office PowerPoint</Application>
  <PresentationFormat>On-screen Show (4:3)</PresentationFormat>
  <Paragraphs>4996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38</cp:revision>
  <dcterms:created xsi:type="dcterms:W3CDTF">2002-08-17T11:34:49Z</dcterms:created>
  <dcterms:modified xsi:type="dcterms:W3CDTF">2014-04-13T08:35:28Z</dcterms:modified>
</cp:coreProperties>
</file>