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96" r:id="rId2"/>
    <p:sldId id="306" r:id="rId3"/>
    <p:sldId id="302" r:id="rId4"/>
    <p:sldId id="307" r:id="rId5"/>
    <p:sldId id="301" r:id="rId6"/>
    <p:sldId id="299" r:id="rId7"/>
    <p:sldId id="298" r:id="rId8"/>
    <p:sldId id="297" r:id="rId9"/>
    <p:sldId id="308" r:id="rId10"/>
    <p:sldId id="309" r:id="rId11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inimized">
    <p:restoredLeft sz="13600" autoAdjust="0"/>
    <p:restoredTop sz="27244" autoAdjust="0"/>
  </p:normalViewPr>
  <p:slideViewPr>
    <p:cSldViewPr>
      <p:cViewPr varScale="1">
        <p:scale>
          <a:sx n="17" d="100"/>
          <a:sy n="17" d="100"/>
        </p:scale>
        <p:origin x="-996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28A9632-4C85-4837-9202-7DE41DA9065D}" type="datetimeFigureOut">
              <a:rPr lang="fr-FR"/>
              <a:pPr>
                <a:defRPr/>
              </a:pPr>
              <a:t>24/06/2018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7DCA80A-8400-4AE9-8C4D-4EA1B13572F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VIENS REMERCIER LE SEIGNEUR × 2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Come give thanks unto the Lord × 2
2-  SA MISÉRICORDE EST ÉTERNELLE  ET ELLE DURE À JAMAIS x2   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His mercy is everlasting And endureth forever                          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Couplet:
3-  ENTRE DANS SES PORTES  EN REMERCIANT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Enter His gates with thanksgiving
4-  DANS SES PARVIS EN LOUANT SI TU L’AIMES VRAIMENT VRAIMENT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 courts with praise If you really really love Him
5-  NON, N’AIE PAS PEUR DE LE LOUER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Don't be ashame to praise His name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
6-  NUL N'EST SEMBLABLE À LUI ÉLEVONS, GLORIFIONS SA MAJESTÉ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let us praise Him And honor His glory and majesty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7-  VIENS TE PROSTERNER  JÉSUS NOTRE SAUVEUR EST DIGNE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Bow down before Him Jesus our Savior is worthy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POUR TOUS SES BIENFAITS  DANS MA VIE 
9-  ET PARCE QU’IL A PAYÉ LE PRIX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JE DIS MERCI 
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Refrain:</a:t>
            </a:r>
          </a:p>
          <a:p>
            <a:r>
              <a:rPr lang="fr-FR" smtClean="0"/>
              <a:t>1-  VIENS REMERCIER LE SEIGNEUR × 2 </a:t>
            </a:r>
          </a:p>
          <a:p>
            <a:r>
              <a:rPr lang="fr-FR" smtClean="0"/>
              <a:t>Come give thanks unto the Lord × 2
2-  SA MISÉRICORDE EST ÉTERNELLE  ET ELLE DURE À JAMAIS x2     </a:t>
            </a:r>
          </a:p>
          <a:p>
            <a:r>
              <a:rPr lang="fr-FR" smtClean="0"/>
              <a:t>For His mercy is everlasting And endureth forever                              x2</a:t>
            </a:r>
          </a:p>
          <a:p>
            <a:endParaRPr lang="fr-FR" smtClean="0"/>
          </a:p>
          <a:p>
            <a:r>
              <a:rPr lang="fr-FR" smtClean="0"/>
              <a:t>Couplet:
3-  ENTRE DANS SES PORTES  EN REMERCIANT </a:t>
            </a:r>
          </a:p>
          <a:p>
            <a:r>
              <a:rPr lang="fr-FR" smtClean="0"/>
              <a:t>Enter His gates with thanksgiving
4-  DANS SES PARVIS EN LOUANT SI TU L’AIMES VRAIMENT VRAIMENT </a:t>
            </a:r>
          </a:p>
          <a:p>
            <a:r>
              <a:rPr lang="fr-FR" smtClean="0"/>
              <a:t>His courts with praise If you really really love Him
5-  NON, N’AIE PAS PEUR DE LE LOUER </a:t>
            </a:r>
          </a:p>
          <a:p>
            <a:r>
              <a:rPr lang="fr-FR" smtClean="0"/>
              <a:t>Don't be ashame to praise His name</a:t>
            </a:r>
          </a:p>
          <a:p>
            <a:r>
              <a:rPr lang="fr-FR" smtClean="0"/>
              <a:t> 
6-  NUL N'EST SEMBLABLE À LUI ÉLEVONS, GLORIFIONS SA MAJESTÉ</a:t>
            </a:r>
          </a:p>
          <a:p>
            <a:r>
              <a:rPr lang="fr-FR" smtClean="0"/>
              <a:t>Now let us praise Him And honor His glory and majesty</a:t>
            </a:r>
          </a:p>
          <a:p>
            <a:r>
              <a:rPr lang="fr-FR" smtClean="0"/>
              <a:t>7-  VIENS TE PROSTERNER  JÉSUS NOTRE SAUVEUR EST DIGNE </a:t>
            </a:r>
          </a:p>
          <a:p>
            <a:r>
              <a:rPr lang="fr-FR" smtClean="0"/>
              <a:t>Bow down before Him Jesus our Savior is worthy</a:t>
            </a:r>
          </a:p>
          <a:p>
            <a:endParaRPr lang="fr-FR" smtClean="0"/>
          </a:p>
          <a:p>
            <a:r>
              <a:rPr lang="fr-FR" smtClean="0"/>
              <a:t>Refrain:</a:t>
            </a:r>
          </a:p>
          <a:p>
            <a:r>
              <a:rPr lang="fr-FR" smtClean="0"/>
              <a:t>Couplet:</a:t>
            </a:r>
          </a:p>
          <a:p>
            <a:endParaRPr lang="fr-FR" smtClean="0"/>
          </a:p>
          <a:p>
            <a:r>
              <a:rPr lang="fr-FR" smtClean="0"/>
              <a:t>Pont: </a:t>
            </a:r>
          </a:p>
          <a:p>
            <a:r>
              <a:rPr lang="fr-FR" smtClean="0"/>
              <a:t>8-  POUR TOUS SES BIENFAITS  DANS MA VIE 
9-  ET PARCE QU’IL A PAYÉ LE PRIX  </a:t>
            </a:r>
          </a:p>
          <a:p>
            <a:r>
              <a:rPr lang="fr-FR" smtClean="0"/>
              <a:t>10- JE DIS MERCI 
</a:t>
            </a:r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VIENS REMERCIER LE SEIGNEUR × 2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Come give thanks unto the Lord × 2
2-  SA MISÉRICORDE EST ÉTERNELLE  ET ELLE DURE À JAMAIS x2   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His mercy is everlasting And endureth forever                          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Couplet:
3-  ENTRE DANS SES PORTES  EN REMERCIANT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Enter His gates with thanksgiving
4-  DANS SES PARVIS EN LOUANT SI TU L’AIMES VRAIMENT VRAIMENT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 courts with praise If you really really love Him
5-  NON, N’AIE PAS PEUR DE LE LOUER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Don't be ashame to praise His name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
6-  NUL N'EST SEMBLABLE À LUI ÉLEVONS, GLORIFIONS SA MAJESTÉ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let us praise Him And honor His glory and majesty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7-  VIENS TE PROSTERNER  JÉSUS NOTRE SAUVEUR EST DIGNE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Bow down before Him Jesus our Savior is worthy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POUR TOUS SES BIENFAITS  DANS MA VIE 
9-  ET PARCE QU’IL A PAYÉ LE PRIX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JE DIS MERCI 
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Refrain:</a:t>
            </a:r>
          </a:p>
          <a:p>
            <a:r>
              <a:rPr lang="fr-FR" smtClean="0"/>
              <a:t>1-  VIENS REMERCIER LE SEIGNEUR × 2 </a:t>
            </a:r>
          </a:p>
          <a:p>
            <a:r>
              <a:rPr lang="fr-FR" smtClean="0"/>
              <a:t>Come give thanks unto the Lord × 2
2-  SA MISÉRICORDE EST ÉTERNELLE  ET ELLE DURE À JAMAIS x2     </a:t>
            </a:r>
          </a:p>
          <a:p>
            <a:r>
              <a:rPr lang="fr-FR" smtClean="0"/>
              <a:t>For His mercy is everlasting And endureth forever                              x2</a:t>
            </a:r>
          </a:p>
          <a:p>
            <a:endParaRPr lang="fr-FR" smtClean="0"/>
          </a:p>
          <a:p>
            <a:r>
              <a:rPr lang="fr-FR" smtClean="0"/>
              <a:t>Couplet:
3-  ENTRE DANS SES PORTES  EN REMERCIANT </a:t>
            </a:r>
          </a:p>
          <a:p>
            <a:r>
              <a:rPr lang="fr-FR" smtClean="0"/>
              <a:t>Enter His gates with thanksgiving
4-  DANS SES PARVIS EN LOUANT SI TU L’AIMES VRAIMENT VRAIMENT </a:t>
            </a:r>
          </a:p>
          <a:p>
            <a:r>
              <a:rPr lang="fr-FR" smtClean="0"/>
              <a:t>His courts with praise If you really really love Him
5-  NON, N’AIE PAS PEUR DE LE LOUER </a:t>
            </a:r>
          </a:p>
          <a:p>
            <a:r>
              <a:rPr lang="fr-FR" smtClean="0"/>
              <a:t>Don't be ashame to praise His name</a:t>
            </a:r>
          </a:p>
          <a:p>
            <a:r>
              <a:rPr lang="fr-FR" smtClean="0"/>
              <a:t> 
6-  NUL N'EST SEMBLABLE À LUI ÉLEVONS, GLORIFIONS SA MAJESTÉ</a:t>
            </a:r>
          </a:p>
          <a:p>
            <a:r>
              <a:rPr lang="fr-FR" smtClean="0"/>
              <a:t>Now let us praise Him And honor His glory and majesty</a:t>
            </a:r>
          </a:p>
          <a:p>
            <a:r>
              <a:rPr lang="fr-FR" smtClean="0"/>
              <a:t>7-  VIENS TE PROSTERNER  JÉSUS NOTRE SAUVEUR EST DIGNE </a:t>
            </a:r>
          </a:p>
          <a:p>
            <a:r>
              <a:rPr lang="fr-FR" smtClean="0"/>
              <a:t>Bow down before Him Jesus our Savior is worthy</a:t>
            </a:r>
          </a:p>
          <a:p>
            <a:endParaRPr lang="fr-FR" smtClean="0"/>
          </a:p>
          <a:p>
            <a:r>
              <a:rPr lang="fr-FR" smtClean="0"/>
              <a:t>Refrain:</a:t>
            </a:r>
          </a:p>
          <a:p>
            <a:r>
              <a:rPr lang="fr-FR" smtClean="0"/>
              <a:t>Couplet:</a:t>
            </a:r>
          </a:p>
          <a:p>
            <a:endParaRPr lang="fr-FR" smtClean="0"/>
          </a:p>
          <a:p>
            <a:r>
              <a:rPr lang="fr-FR" smtClean="0"/>
              <a:t>Pont: </a:t>
            </a:r>
          </a:p>
          <a:p>
            <a:r>
              <a:rPr lang="fr-FR" smtClean="0"/>
              <a:t>8-  POUR TOUS SES BIENFAITS  DANS MA VIE 
9-  ET PARCE QU’IL A PAYÉ LE PRIX  </a:t>
            </a:r>
          </a:p>
          <a:p>
            <a:r>
              <a:rPr lang="fr-FR" smtClean="0"/>
              <a:t>10- JE DIS MERCI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xmlns="" val="363928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VIENS REMERCIER LE SEIGNEUR × 2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Come give thanks unto the Lord × 2
2-  SA MISÉRICORDE EST ÉTERNELLE  ET ELLE DURE À JAMAIS x2   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His mercy is everlasting And endureth forever                          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Couplet:
3-  ENTRE DANS SES PORTES  EN REMERCIANT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Enter His gates with thanksgiving
4-  DANS SES PARVIS EN LOUANT SI TU L’AIMES VRAIMENT VRAIMENT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 courts with praise If you really really love Him
5-  NON, N’AIE PAS PEUR DE LE LOUER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Don't be ashame to praise His name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
6-  NUL N'EST SEMBLABLE À LUI ÉLEVONS, GLORIFIONS SA MAJESTÉ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let us praise Him And honor His glory and majesty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7-  VIENS TE PROSTERNER  JÉSUS NOTRE SAUVEUR EST DIGNE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Bow down before Him Jesus our Savior is worthy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POUR TOUS SES BIENFAITS  DANS MA VIE 
9-  ET PARCE QU’IL A PAYÉ LE PRIX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JE DIS MERCI 
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Refrain:</a:t>
            </a:r>
          </a:p>
          <a:p>
            <a:r>
              <a:rPr lang="fr-FR" smtClean="0"/>
              <a:t>1-  VIENS REMERCIER LE SEIGNEUR × 2 </a:t>
            </a:r>
          </a:p>
          <a:p>
            <a:r>
              <a:rPr lang="fr-FR" smtClean="0"/>
              <a:t>Come give thanks unto the Lord × 2
2-  SA MISÉRICORDE EST ÉTERNELLE  ET ELLE DURE À JAMAIS x2     </a:t>
            </a:r>
          </a:p>
          <a:p>
            <a:r>
              <a:rPr lang="fr-FR" smtClean="0"/>
              <a:t>For His mercy is everlasting And endureth forever                              x2</a:t>
            </a:r>
          </a:p>
          <a:p>
            <a:endParaRPr lang="fr-FR" smtClean="0"/>
          </a:p>
          <a:p>
            <a:r>
              <a:rPr lang="fr-FR" smtClean="0"/>
              <a:t>Couplet:
3-  ENTRE DANS SES PORTES  EN REMERCIANT </a:t>
            </a:r>
          </a:p>
          <a:p>
            <a:r>
              <a:rPr lang="fr-FR" smtClean="0"/>
              <a:t>Enter His gates with thanksgiving
4-  DANS SES PARVIS EN LOUANT SI TU L’AIMES VRAIMENT VRAIMENT </a:t>
            </a:r>
          </a:p>
          <a:p>
            <a:r>
              <a:rPr lang="fr-FR" smtClean="0"/>
              <a:t>His courts with praise If you really really love Him
5-  NON, N’AIE PAS PEUR DE LE LOUER </a:t>
            </a:r>
          </a:p>
          <a:p>
            <a:r>
              <a:rPr lang="fr-FR" smtClean="0"/>
              <a:t>Don't be ashame to praise His name</a:t>
            </a:r>
          </a:p>
          <a:p>
            <a:r>
              <a:rPr lang="fr-FR" smtClean="0"/>
              <a:t> 
6-  NUL N'EST SEMBLABLE À LUI ÉLEVONS, GLORIFIONS SA MAJESTÉ</a:t>
            </a:r>
          </a:p>
          <a:p>
            <a:r>
              <a:rPr lang="fr-FR" smtClean="0"/>
              <a:t>Now let us praise Him And honor His glory and majesty</a:t>
            </a:r>
          </a:p>
          <a:p>
            <a:r>
              <a:rPr lang="fr-FR" smtClean="0"/>
              <a:t>7-  VIENS TE PROSTERNER  JÉSUS NOTRE SAUVEUR EST DIGNE </a:t>
            </a:r>
          </a:p>
          <a:p>
            <a:r>
              <a:rPr lang="fr-FR" smtClean="0"/>
              <a:t>Bow down before Him Jesus our Savior is worthy</a:t>
            </a:r>
          </a:p>
          <a:p>
            <a:endParaRPr lang="fr-FR" smtClean="0"/>
          </a:p>
          <a:p>
            <a:r>
              <a:rPr lang="fr-FR" smtClean="0"/>
              <a:t>Refrain:</a:t>
            </a:r>
          </a:p>
          <a:p>
            <a:r>
              <a:rPr lang="fr-FR" smtClean="0"/>
              <a:t>Couplet:</a:t>
            </a:r>
          </a:p>
          <a:p>
            <a:endParaRPr lang="fr-FR" smtClean="0"/>
          </a:p>
          <a:p>
            <a:r>
              <a:rPr lang="fr-FR" smtClean="0"/>
              <a:t>Pont: </a:t>
            </a:r>
          </a:p>
          <a:p>
            <a:r>
              <a:rPr lang="fr-FR" smtClean="0"/>
              <a:t>8-  POUR TOUS SES BIENFAITS  DANS MA VIE 
9-  ET PARCE QU’IL A PAYÉ LE PRIX  </a:t>
            </a:r>
          </a:p>
          <a:p>
            <a:r>
              <a:rPr lang="fr-FR" smtClean="0"/>
              <a:t>10- JE DIS MERCI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xmlns="" val="20235001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VIENS REMERCIER LE SEIGNEUR × 2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Come give thanks unto the Lord × 2
2-  SA MISÉRICORDE EST ÉTERNELLE  ET ELLE DURE À JAMAIS x2   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His mercy is everlasting And endureth forever                          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Couplet:
3-  ENTRE DANS SES PORTES  EN REMERCIANT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Enter His gates with thanksgiving
4-  DANS SES PARVIS EN LOUANT SI TU L’AIMES VRAIMENT VRAIMENT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 courts with praise If you really really love Him
5-  NON, N’AIE PAS PEUR DE LE LOUER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Don't be ashame to praise His name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
6-  NUL N'EST SEMBLABLE À LUI ÉLEVONS, GLORIFIONS SA MAJESTÉ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let us praise Him And honor His glory and majesty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7-  VIENS TE PROSTERNER  JÉSUS NOTRE SAUVEUR EST DIGNE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Bow down before Him Jesus our Savior is worthy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POUR TOUS SES BIENFAITS  DANS MA VIE 
9-  ET PARCE QU’IL A PAYÉ LE PRIX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JE DIS MERCI 
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Refrain:</a:t>
            </a:r>
          </a:p>
          <a:p>
            <a:r>
              <a:rPr lang="fr-FR" smtClean="0"/>
              <a:t>1-  VIENS REMERCIER LE SEIGNEUR × 2 </a:t>
            </a:r>
          </a:p>
          <a:p>
            <a:r>
              <a:rPr lang="fr-FR" smtClean="0"/>
              <a:t>Come give thanks unto the Lord × 2
2-  SA MISÉRICORDE EST ÉTERNELLE  ET ELLE DURE À JAMAIS x2     </a:t>
            </a:r>
          </a:p>
          <a:p>
            <a:r>
              <a:rPr lang="fr-FR" smtClean="0"/>
              <a:t>For His mercy is everlasting And endureth forever                              x2</a:t>
            </a:r>
          </a:p>
          <a:p>
            <a:endParaRPr lang="fr-FR" smtClean="0"/>
          </a:p>
          <a:p>
            <a:r>
              <a:rPr lang="fr-FR" smtClean="0"/>
              <a:t>Couplet:
3-  ENTRE DANS SES PORTES  EN REMERCIANT </a:t>
            </a:r>
          </a:p>
          <a:p>
            <a:r>
              <a:rPr lang="fr-FR" smtClean="0"/>
              <a:t>Enter His gates with thanksgiving
4-  DANS SES PARVIS EN LOUANT SI TU L’AIMES VRAIMENT VRAIMENT </a:t>
            </a:r>
          </a:p>
          <a:p>
            <a:r>
              <a:rPr lang="fr-FR" smtClean="0"/>
              <a:t>His courts with praise If you really really love Him
5-  NON, N’AIE PAS PEUR DE LE LOUER </a:t>
            </a:r>
          </a:p>
          <a:p>
            <a:r>
              <a:rPr lang="fr-FR" smtClean="0"/>
              <a:t>Don't be ashame to praise His name</a:t>
            </a:r>
          </a:p>
          <a:p>
            <a:r>
              <a:rPr lang="fr-FR" smtClean="0"/>
              <a:t> 
6-  NUL N'EST SEMBLABLE À LUI ÉLEVONS, GLORIFIONS SA MAJESTÉ</a:t>
            </a:r>
          </a:p>
          <a:p>
            <a:r>
              <a:rPr lang="fr-FR" smtClean="0"/>
              <a:t>Now let us praise Him And honor His glory and majesty</a:t>
            </a:r>
          </a:p>
          <a:p>
            <a:r>
              <a:rPr lang="fr-FR" smtClean="0"/>
              <a:t>7-  VIENS TE PROSTERNER  JÉSUS NOTRE SAUVEUR EST DIGNE </a:t>
            </a:r>
          </a:p>
          <a:p>
            <a:r>
              <a:rPr lang="fr-FR" smtClean="0"/>
              <a:t>Bow down before Him Jesus our Savior is worthy</a:t>
            </a:r>
          </a:p>
          <a:p>
            <a:endParaRPr lang="fr-FR" smtClean="0"/>
          </a:p>
          <a:p>
            <a:r>
              <a:rPr lang="fr-FR" smtClean="0"/>
              <a:t>Refrain:</a:t>
            </a:r>
          </a:p>
          <a:p>
            <a:r>
              <a:rPr lang="fr-FR" smtClean="0"/>
              <a:t>Couplet:</a:t>
            </a:r>
          </a:p>
          <a:p>
            <a:endParaRPr lang="fr-FR" smtClean="0"/>
          </a:p>
          <a:p>
            <a:r>
              <a:rPr lang="fr-FR" smtClean="0"/>
              <a:t>Pont: </a:t>
            </a:r>
          </a:p>
          <a:p>
            <a:r>
              <a:rPr lang="fr-FR" smtClean="0"/>
              <a:t>8-  POUR TOUS SES BIENFAITS  DANS MA VIE 
9-  ET PARCE QU’IL A PAYÉ LE PRIX  </a:t>
            </a:r>
          </a:p>
          <a:p>
            <a:r>
              <a:rPr lang="fr-FR" smtClean="0"/>
              <a:t>10- JE DIS MERCI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xmlns="" val="19687806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VIENS REMERCIER LE SEIGNEUR × 2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Come give thanks unto the Lord × 2
2-  SA MISÉRICORDE EST ÉTERNELLE  ET ELLE DURE À JAMAIS x2   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His mercy is everlasting And endureth forever                          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Couplet:
3-  ENTRE DANS SES PORTES  EN REMERCIANT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Enter His gates with thanksgiving
4-  DANS SES PARVIS EN LOUANT SI TU L’AIMES VRAIMENT VRAIMENT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 courts with praise If you really really love Him
5-  NON, N’AIE PAS PEUR DE LE LOUER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Don't be ashame to praise His name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
6-  NUL N'EST SEMBLABLE À LUI ÉLEVONS, GLORIFIONS SA MAJESTÉ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let us praise Him And honor His glory and majesty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7-  VIENS TE PROSTERNER  JÉSUS NOTRE SAUVEUR EST DIGNE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Bow down before Him Jesus our Savior is worthy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POUR TOUS SES BIENFAITS  DANS MA VIE 
9-  ET PARCE QU’IL A PAYÉ LE PRIX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JE DIS MERCI 
</a:t>
            </a:r>
            <a:endParaRPr lang="fr-F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Refrain:</a:t>
            </a:r>
          </a:p>
          <a:p>
            <a:r>
              <a:rPr lang="fr-FR" smtClean="0"/>
              <a:t>1-  VIENS REMERCIER LE SEIGNEUR × 2 </a:t>
            </a:r>
          </a:p>
          <a:p>
            <a:r>
              <a:rPr lang="fr-FR" smtClean="0"/>
              <a:t>Come give thanks unto the Lord × 2
2-  SA MISÉRICORDE EST ÉTERNELLE  ET ELLE DURE À JAMAIS x2     </a:t>
            </a:r>
          </a:p>
          <a:p>
            <a:r>
              <a:rPr lang="fr-FR" smtClean="0"/>
              <a:t>For His mercy is everlasting And endureth forever                              x2</a:t>
            </a:r>
          </a:p>
          <a:p>
            <a:endParaRPr lang="fr-FR" smtClean="0"/>
          </a:p>
          <a:p>
            <a:r>
              <a:rPr lang="fr-FR" smtClean="0"/>
              <a:t>Couplet:
3-  ENTRE DANS SES PORTES  EN REMERCIANT </a:t>
            </a:r>
          </a:p>
          <a:p>
            <a:r>
              <a:rPr lang="fr-FR" smtClean="0"/>
              <a:t>Enter His gates with thanksgiving
4-  DANS SES PARVIS EN LOUANT SI TU L’AIMES VRAIMENT VRAIMENT </a:t>
            </a:r>
          </a:p>
          <a:p>
            <a:r>
              <a:rPr lang="fr-FR" smtClean="0"/>
              <a:t>His courts with praise If you really really love Him
5-  NON, N’AIE PAS PEUR DE LE LOUER </a:t>
            </a:r>
          </a:p>
          <a:p>
            <a:r>
              <a:rPr lang="fr-FR" smtClean="0"/>
              <a:t>Don't be ashame to praise His name</a:t>
            </a:r>
          </a:p>
          <a:p>
            <a:r>
              <a:rPr lang="fr-FR" smtClean="0"/>
              <a:t> 
6-  NUL N'EST SEMBLABLE À LUI ÉLEVONS, GLORIFIONS SA MAJESTÉ</a:t>
            </a:r>
          </a:p>
          <a:p>
            <a:r>
              <a:rPr lang="fr-FR" smtClean="0"/>
              <a:t>Now let us praise Him And honor His glory and majesty</a:t>
            </a:r>
          </a:p>
          <a:p>
            <a:r>
              <a:rPr lang="fr-FR" smtClean="0"/>
              <a:t>7-  VIENS TE PROSTERNER  JÉSUS NOTRE SAUVEUR EST DIGNE </a:t>
            </a:r>
          </a:p>
          <a:p>
            <a:r>
              <a:rPr lang="fr-FR" smtClean="0"/>
              <a:t>Bow down before Him Jesus our Savior is worthy</a:t>
            </a:r>
          </a:p>
          <a:p>
            <a:endParaRPr lang="fr-FR" smtClean="0"/>
          </a:p>
          <a:p>
            <a:r>
              <a:rPr lang="fr-FR" smtClean="0"/>
              <a:t>Refrain:</a:t>
            </a:r>
          </a:p>
          <a:p>
            <a:r>
              <a:rPr lang="fr-FR" smtClean="0"/>
              <a:t>Couplet:</a:t>
            </a:r>
          </a:p>
          <a:p>
            <a:endParaRPr lang="fr-FR" smtClean="0"/>
          </a:p>
          <a:p>
            <a:r>
              <a:rPr lang="fr-FR" smtClean="0"/>
              <a:t>Pont: </a:t>
            </a:r>
          </a:p>
          <a:p>
            <a:r>
              <a:rPr lang="fr-FR" smtClean="0"/>
              <a:t>8-  POUR TOUS SES BIENFAITS  DANS MA VIE 
9-  ET PARCE QU’IL A PAYÉ LE PRIX  </a:t>
            </a:r>
          </a:p>
          <a:p>
            <a:r>
              <a:rPr lang="fr-FR" smtClean="0"/>
              <a:t>10- JE DIS MERCI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xmlns="" val="14897551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VIENS REMERCIER LE SEIGNEUR × 2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Come give thanks unto the Lord × 2
2-  SA MISÉRICORDE EST ÉTERNELLE  ET ELLE DURE À JAMAIS x2   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His mercy is everlasting And endureth forever                          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Couplet:
3-  ENTRE DANS SES PORTES  EN REMERCIANT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Enter His gates with thanksgiving
4-  DANS SES PARVIS EN LOUANT SI TU L’AIMES VRAIMENT VRAIMENT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 courts with praise If you really really love Him
5-  NON, N’AIE PAS PEUR DE LE LOUER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Don't be ashame to praise His name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
6-  NUL N'EST SEMBLABLE À LUI ÉLEVONS, GLORIFIONS SA MAJESTÉ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let us praise Him And honor His glory and majesty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7-  VIENS TE PROSTERNER  JÉSUS NOTRE SAUVEUR EST DIGNE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Bow down before Him Jesus our Savior is worthy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POUR TOUS SES BIENFAITS  DANS MA VIE 
9-  ET PARCE QU’IL A PAYÉ LE PRIX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JE DIS MERCI 
</a:t>
            </a:r>
            <a:endParaRPr lang="fr-F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Refrain:</a:t>
            </a:r>
          </a:p>
          <a:p>
            <a:r>
              <a:rPr lang="fr-FR" smtClean="0"/>
              <a:t>1-  VIENS REMERCIER LE SEIGNEUR × 2 </a:t>
            </a:r>
          </a:p>
          <a:p>
            <a:r>
              <a:rPr lang="fr-FR" smtClean="0"/>
              <a:t>Come give thanks unto the Lord × 2
2-  SA MISÉRICORDE EST ÉTERNELLE  ET ELLE DURE À JAMAIS x2     </a:t>
            </a:r>
          </a:p>
          <a:p>
            <a:r>
              <a:rPr lang="fr-FR" smtClean="0"/>
              <a:t>For His mercy is everlasting And endureth forever                              x2</a:t>
            </a:r>
          </a:p>
          <a:p>
            <a:endParaRPr lang="fr-FR" smtClean="0"/>
          </a:p>
          <a:p>
            <a:r>
              <a:rPr lang="fr-FR" smtClean="0"/>
              <a:t>Couplet:
3-  ENTRE DANS SES PORTES  EN REMERCIANT </a:t>
            </a:r>
          </a:p>
          <a:p>
            <a:r>
              <a:rPr lang="fr-FR" smtClean="0"/>
              <a:t>Enter His gates with thanksgiving
4-  DANS SES PARVIS EN LOUANT SI TU L’AIMES VRAIMENT VRAIMENT </a:t>
            </a:r>
          </a:p>
          <a:p>
            <a:r>
              <a:rPr lang="fr-FR" smtClean="0"/>
              <a:t>His courts with praise If you really really love Him
5-  NON, N’AIE PAS PEUR DE LE LOUER </a:t>
            </a:r>
          </a:p>
          <a:p>
            <a:r>
              <a:rPr lang="fr-FR" smtClean="0"/>
              <a:t>Don't be ashame to praise His name</a:t>
            </a:r>
          </a:p>
          <a:p>
            <a:r>
              <a:rPr lang="fr-FR" smtClean="0"/>
              <a:t> 
6-  NUL N'EST SEMBLABLE À LUI ÉLEVONS, GLORIFIONS SA MAJESTÉ</a:t>
            </a:r>
          </a:p>
          <a:p>
            <a:r>
              <a:rPr lang="fr-FR" smtClean="0"/>
              <a:t>Now let us praise Him And honor His glory and majesty</a:t>
            </a:r>
          </a:p>
          <a:p>
            <a:r>
              <a:rPr lang="fr-FR" smtClean="0"/>
              <a:t>7-  VIENS TE PROSTERNER  JÉSUS NOTRE SAUVEUR EST DIGNE </a:t>
            </a:r>
          </a:p>
          <a:p>
            <a:r>
              <a:rPr lang="fr-FR" smtClean="0"/>
              <a:t>Bow down before Him Jesus our Savior is worthy</a:t>
            </a:r>
          </a:p>
          <a:p>
            <a:endParaRPr lang="fr-FR" smtClean="0"/>
          </a:p>
          <a:p>
            <a:r>
              <a:rPr lang="fr-FR" smtClean="0"/>
              <a:t>Refrain:</a:t>
            </a:r>
          </a:p>
          <a:p>
            <a:r>
              <a:rPr lang="fr-FR" smtClean="0"/>
              <a:t>Couplet:</a:t>
            </a:r>
          </a:p>
          <a:p>
            <a:endParaRPr lang="fr-FR" smtClean="0"/>
          </a:p>
          <a:p>
            <a:r>
              <a:rPr lang="fr-FR" smtClean="0"/>
              <a:t>Pont: </a:t>
            </a:r>
          </a:p>
          <a:p>
            <a:r>
              <a:rPr lang="fr-FR" smtClean="0"/>
              <a:t>8-  POUR TOUS SES BIENFAITS  DANS MA VIE 
9-  ET PARCE QU’IL A PAYÉ LE PRIX  </a:t>
            </a:r>
          </a:p>
          <a:p>
            <a:r>
              <a:rPr lang="fr-FR" smtClean="0"/>
              <a:t>10- JE DIS MERCI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xmlns="" val="40350408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VIENS REMERCIER LE SEIGNEUR × 2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Come give thanks unto the Lord × 2
2-  SA MISÉRICORDE EST ÉTERNELLE  ET ELLE DURE À JAMAIS x2   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His mercy is everlasting And endureth forever                          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Couplet:
3-  ENTRE DANS SES PORTES  EN REMERCIANT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Enter His gates with thanksgiving
4-  DANS SES PARVIS EN LOUANT SI TU L’AIMES VRAIMENT VRAIMENT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 courts with praise If you really really love Him
5-  NON, N’AIE PAS PEUR DE LE LOUER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Don't be ashame to praise His name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
6-  NUL N'EST SEMBLABLE À LUI ÉLEVONS, GLORIFIONS SA MAJESTÉ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let us praise Him And honor His glory and majesty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7-  VIENS TE PROSTERNER  JÉSUS NOTRE SAUVEUR EST DIGNE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Bow down before Him Jesus our Savior is worthy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POUR TOUS SES BIENFAITS  DANS MA VIE 
9-  ET PARCE QU’IL A PAYÉ LE PRIX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JE DIS MERCI 
</a:t>
            </a:r>
            <a:endParaRPr lang="fr-F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Refrain:</a:t>
            </a:r>
          </a:p>
          <a:p>
            <a:r>
              <a:rPr lang="fr-FR" smtClean="0"/>
              <a:t>1-  VIENS REMERCIER LE SEIGNEUR × 2 </a:t>
            </a:r>
          </a:p>
          <a:p>
            <a:r>
              <a:rPr lang="fr-FR" smtClean="0"/>
              <a:t>Come give thanks unto the Lord × 2
2-  SA MISÉRICORDE EST ÉTERNELLE  ET ELLE DURE À JAMAIS x2     </a:t>
            </a:r>
          </a:p>
          <a:p>
            <a:r>
              <a:rPr lang="fr-FR" smtClean="0"/>
              <a:t>For His mercy is everlasting And endureth forever                              x2</a:t>
            </a:r>
          </a:p>
          <a:p>
            <a:endParaRPr lang="fr-FR" smtClean="0"/>
          </a:p>
          <a:p>
            <a:r>
              <a:rPr lang="fr-FR" smtClean="0"/>
              <a:t>Couplet:
3-  ENTRE DANS SES PORTES  EN REMERCIANT </a:t>
            </a:r>
          </a:p>
          <a:p>
            <a:r>
              <a:rPr lang="fr-FR" smtClean="0"/>
              <a:t>Enter His gates with thanksgiving
4-  DANS SES PARVIS EN LOUANT SI TU L’AIMES VRAIMENT VRAIMENT </a:t>
            </a:r>
          </a:p>
          <a:p>
            <a:r>
              <a:rPr lang="fr-FR" smtClean="0"/>
              <a:t>His courts with praise If you really really love Him
5-  NON, N’AIE PAS PEUR DE LE LOUER </a:t>
            </a:r>
          </a:p>
          <a:p>
            <a:r>
              <a:rPr lang="fr-FR" smtClean="0"/>
              <a:t>Don't be ashame to praise His name</a:t>
            </a:r>
          </a:p>
          <a:p>
            <a:r>
              <a:rPr lang="fr-FR" smtClean="0"/>
              <a:t> 
6-  NUL N'EST SEMBLABLE À LUI ÉLEVONS, GLORIFIONS SA MAJESTÉ</a:t>
            </a:r>
          </a:p>
          <a:p>
            <a:r>
              <a:rPr lang="fr-FR" smtClean="0"/>
              <a:t>Now let us praise Him And honor His glory and majesty</a:t>
            </a:r>
          </a:p>
          <a:p>
            <a:r>
              <a:rPr lang="fr-FR" smtClean="0"/>
              <a:t>7-  VIENS TE PROSTERNER  JÉSUS NOTRE SAUVEUR EST DIGNE </a:t>
            </a:r>
          </a:p>
          <a:p>
            <a:r>
              <a:rPr lang="fr-FR" smtClean="0"/>
              <a:t>Bow down before Him Jesus our Savior is worthy</a:t>
            </a:r>
          </a:p>
          <a:p>
            <a:endParaRPr lang="fr-FR" smtClean="0"/>
          </a:p>
          <a:p>
            <a:r>
              <a:rPr lang="fr-FR" smtClean="0"/>
              <a:t>Refrain:</a:t>
            </a:r>
          </a:p>
          <a:p>
            <a:r>
              <a:rPr lang="fr-FR" smtClean="0"/>
              <a:t>Couplet:</a:t>
            </a:r>
          </a:p>
          <a:p>
            <a:endParaRPr lang="fr-FR" smtClean="0"/>
          </a:p>
          <a:p>
            <a:r>
              <a:rPr lang="fr-FR" smtClean="0"/>
              <a:t>Pont: </a:t>
            </a:r>
          </a:p>
          <a:p>
            <a:r>
              <a:rPr lang="fr-FR" smtClean="0"/>
              <a:t>8-  POUR TOUS SES BIENFAITS  DANS MA VIE 
9-  ET PARCE QU’IL A PAYÉ LE PRIX  </a:t>
            </a:r>
          </a:p>
          <a:p>
            <a:r>
              <a:rPr lang="fr-FR" smtClean="0"/>
              <a:t>10- JE DIS MERCI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xmlns="" val="24704130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VIENS REMERCIER LE SEIGNEUR × 2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Come give thanks unto the Lord × 2
2-  SA MISÉRICORDE EST ÉTERNELLE  ET ELLE DURE À JAMAIS x2   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His mercy is everlasting And endureth forever                          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Couplet:
3-  ENTRE DANS SES PORTES  EN REMERCIANT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Enter His gates with thanksgiving
4-  DANS SES PARVIS EN LOUANT SI TU L’AIMES VRAIMENT VRAIMENT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 courts with praise If you really really love Him
5-  NON, N’AIE PAS PEUR DE LE LOUER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Don't be ashame to praise His name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
6-  NUL N'EST SEMBLABLE À LUI ÉLEVONS, GLORIFIONS SA MAJESTÉ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let us praise Him And honor His glory and majesty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7-  VIENS TE PROSTERNER  JÉSUS NOTRE SAUVEUR EST DIGNE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Bow down before Him Jesus our Savior is worthy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POUR TOUS SES BIENFAITS  DANS MA VIE 
9-  ET PARCE QU’IL A PAYÉ LE PRIX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JE DIS MERCI 
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Refrain:</a:t>
            </a:r>
          </a:p>
          <a:p>
            <a:r>
              <a:rPr lang="fr-FR" smtClean="0"/>
              <a:t>1-  VIENS REMERCIER LE SEIGNEUR × 2 </a:t>
            </a:r>
          </a:p>
          <a:p>
            <a:r>
              <a:rPr lang="fr-FR" smtClean="0"/>
              <a:t>Come give thanks unto the Lord × 2
2-  SA MISÉRICORDE EST ÉTERNELLE  ET ELLE DURE À JAMAIS x2     </a:t>
            </a:r>
          </a:p>
          <a:p>
            <a:r>
              <a:rPr lang="fr-FR" smtClean="0"/>
              <a:t>For His mercy is everlasting And endureth forever                              x2</a:t>
            </a:r>
          </a:p>
          <a:p>
            <a:endParaRPr lang="fr-FR" smtClean="0"/>
          </a:p>
          <a:p>
            <a:r>
              <a:rPr lang="fr-FR" smtClean="0"/>
              <a:t>Couplet:
3-  ENTRE DANS SES PORTES  EN REMERCIANT </a:t>
            </a:r>
          </a:p>
          <a:p>
            <a:r>
              <a:rPr lang="fr-FR" smtClean="0"/>
              <a:t>Enter His gates with thanksgiving
4-  DANS SES PARVIS EN LOUANT SI TU L’AIMES VRAIMENT VRAIMENT </a:t>
            </a:r>
          </a:p>
          <a:p>
            <a:r>
              <a:rPr lang="fr-FR" smtClean="0"/>
              <a:t>His courts with praise If you really really love Him
5-  NON, N’AIE PAS PEUR DE LE LOUER </a:t>
            </a:r>
          </a:p>
          <a:p>
            <a:r>
              <a:rPr lang="fr-FR" smtClean="0"/>
              <a:t>Don't be ashame to praise His name</a:t>
            </a:r>
          </a:p>
          <a:p>
            <a:r>
              <a:rPr lang="fr-FR" smtClean="0"/>
              <a:t> 
6-  NUL N'EST SEMBLABLE À LUI ÉLEVONS, GLORIFIONS SA MAJESTÉ</a:t>
            </a:r>
          </a:p>
          <a:p>
            <a:r>
              <a:rPr lang="fr-FR" smtClean="0"/>
              <a:t>Now let us praise Him And honor His glory and majesty</a:t>
            </a:r>
          </a:p>
          <a:p>
            <a:r>
              <a:rPr lang="fr-FR" smtClean="0"/>
              <a:t>7-  VIENS TE PROSTERNER  JÉSUS NOTRE SAUVEUR EST DIGNE </a:t>
            </a:r>
          </a:p>
          <a:p>
            <a:r>
              <a:rPr lang="fr-FR" smtClean="0"/>
              <a:t>Bow down before Him Jesus our Savior is worthy</a:t>
            </a:r>
          </a:p>
          <a:p>
            <a:endParaRPr lang="fr-FR" smtClean="0"/>
          </a:p>
          <a:p>
            <a:r>
              <a:rPr lang="fr-FR" smtClean="0"/>
              <a:t>Refrain:</a:t>
            </a:r>
          </a:p>
          <a:p>
            <a:r>
              <a:rPr lang="fr-FR" smtClean="0"/>
              <a:t>Couplet:</a:t>
            </a:r>
          </a:p>
          <a:p>
            <a:endParaRPr lang="fr-FR" smtClean="0"/>
          </a:p>
          <a:p>
            <a:r>
              <a:rPr lang="fr-FR" smtClean="0"/>
              <a:t>Pont: </a:t>
            </a:r>
          </a:p>
          <a:p>
            <a:r>
              <a:rPr lang="fr-FR" smtClean="0"/>
              <a:t>8-  POUR TOUS SES BIENFAITS  DANS MA VIE 
9-  ET PARCE QU’IL A PAYÉ LE PRIX  </a:t>
            </a:r>
          </a:p>
          <a:p>
            <a:r>
              <a:rPr lang="fr-FR" smtClean="0"/>
              <a:t>10- JE DIS MERCI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xmlns="" val="5023835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VIENS REMERCIER LE SEIGNEUR × 2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Come give thanks unto the Lord × 2
2-  SA MISÉRICORDE EST ÉTERNELLE  ET ELLE DURE À JAMAIS x2   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His mercy is everlasting And endureth forever                          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Couplet:
3-  ENTRE DANS SES PORTES  EN REMERCIANT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Enter His gates with thanksgiving
4-  DANS SES PARVIS EN LOUANT SI TU L’AIMES VRAIMENT VRAIMENT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 courts with praise If you really really love Him
5-  NON, N’AIE PAS PEUR DE LE LOUER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Don't be ashame to praise His name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
6-  NUL N'EST SEMBLABLE À LUI ÉLEVONS, GLORIFIONS SA MAJESTÉ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let us praise Him And honor His glory and majesty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7-  VIENS TE PROSTERNER  JÉSUS NOTRE SAUVEUR EST DIGNE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Bow down before Him Jesus our Savior is worthy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POUR TOUS SES BIENFAITS  DANS MA VIE 
9-  ET PARCE QU’IL A PAYÉ LE PRIX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JE DIS MERCI 
</a:t>
            </a:r>
            <a:endParaRPr lang="fr-F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Refrain:</a:t>
            </a:r>
          </a:p>
          <a:p>
            <a:r>
              <a:rPr lang="fr-FR" smtClean="0"/>
              <a:t>1-  VIENS REMERCIER LE SEIGNEUR × 2 </a:t>
            </a:r>
          </a:p>
          <a:p>
            <a:r>
              <a:rPr lang="fr-FR" smtClean="0"/>
              <a:t>Come give thanks unto the Lord × 2
2-  SA MISÉRICORDE EST ÉTERNELLE  ET ELLE DURE À JAMAIS x2     </a:t>
            </a:r>
          </a:p>
          <a:p>
            <a:r>
              <a:rPr lang="fr-FR" smtClean="0"/>
              <a:t>For His mercy is everlasting And endureth forever                              x2</a:t>
            </a:r>
          </a:p>
          <a:p>
            <a:endParaRPr lang="fr-FR" smtClean="0"/>
          </a:p>
          <a:p>
            <a:r>
              <a:rPr lang="fr-FR" smtClean="0"/>
              <a:t>Couplet:
3-  ENTRE DANS SES PORTES  EN REMERCIANT </a:t>
            </a:r>
          </a:p>
          <a:p>
            <a:r>
              <a:rPr lang="fr-FR" smtClean="0"/>
              <a:t>Enter His gates with thanksgiving
4-  DANS SES PARVIS EN LOUANT SI TU L’AIMES VRAIMENT VRAIMENT </a:t>
            </a:r>
          </a:p>
          <a:p>
            <a:r>
              <a:rPr lang="fr-FR" smtClean="0"/>
              <a:t>His courts with praise If you really really love Him
5-  NON, N’AIE PAS PEUR DE LE LOUER </a:t>
            </a:r>
          </a:p>
          <a:p>
            <a:r>
              <a:rPr lang="fr-FR" smtClean="0"/>
              <a:t>Don't be ashame to praise His name</a:t>
            </a:r>
          </a:p>
          <a:p>
            <a:r>
              <a:rPr lang="fr-FR" smtClean="0"/>
              <a:t> 
6-  NUL N'EST SEMBLABLE À LUI ÉLEVONS, GLORIFIONS SA MAJESTÉ</a:t>
            </a:r>
          </a:p>
          <a:p>
            <a:r>
              <a:rPr lang="fr-FR" smtClean="0"/>
              <a:t>Now let us praise Him And honor His glory and majesty</a:t>
            </a:r>
          </a:p>
          <a:p>
            <a:r>
              <a:rPr lang="fr-FR" smtClean="0"/>
              <a:t>7-  VIENS TE PROSTERNER  JÉSUS NOTRE SAUVEUR EST DIGNE </a:t>
            </a:r>
          </a:p>
          <a:p>
            <a:r>
              <a:rPr lang="fr-FR" smtClean="0"/>
              <a:t>Bow down before Him Jesus our Savior is worthy</a:t>
            </a:r>
          </a:p>
          <a:p>
            <a:endParaRPr lang="fr-FR" smtClean="0"/>
          </a:p>
          <a:p>
            <a:r>
              <a:rPr lang="fr-FR" smtClean="0"/>
              <a:t>Refrain:</a:t>
            </a:r>
          </a:p>
          <a:p>
            <a:r>
              <a:rPr lang="fr-FR" smtClean="0"/>
              <a:t>Couplet:</a:t>
            </a:r>
          </a:p>
          <a:p>
            <a:endParaRPr lang="fr-FR" smtClean="0"/>
          </a:p>
          <a:p>
            <a:r>
              <a:rPr lang="fr-FR" smtClean="0"/>
              <a:t>Pont: </a:t>
            </a:r>
          </a:p>
          <a:p>
            <a:r>
              <a:rPr lang="fr-FR" smtClean="0"/>
              <a:t>8-  POUR TOUS SES BIENFAITS  DANS MA VIE 
9-  ET PARCE QU’IL A PAYÉ LE PRIX  </a:t>
            </a:r>
          </a:p>
          <a:p>
            <a:r>
              <a:rPr lang="fr-FR" smtClean="0"/>
              <a:t>10- JE DIS MERCI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xmlns="" val="3225877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VIENS REMERCIER LE SEIGNEUR × 2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Come give thanks unto the Lord × 2
2-  SA MISÉRICORDE EST ÉTERNELLE  ET ELLE DURE À JAMAIS x2   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His mercy is everlasting And endureth forever                          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Couplet:
3-  ENTRE DANS SES PORTES  EN REMERCIANT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Enter His gates with thanksgiving
4-  DANS SES PARVIS EN LOUANT SI TU L’AIMES VRAIMENT VRAIMENT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 courts with praise If you really really love Him
5-  NON, N’AIE PAS PEUR DE LE LOUER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Don't be ashame to praise His name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
6-  NUL N'EST SEMBLABLE À LUI ÉLEVONS, GLORIFIONS SA MAJESTÉ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let us praise Him And honor His glory and majesty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7-  VIENS TE PROSTERNER  JÉSUS NOTRE SAUVEUR EST DIGNE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Bow down before Him Jesus our Savior is worthy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POUR TOUS SES BIENFAITS  DANS MA VIE 
9-  ET PARCE QU’IL A PAYÉ LE PRIX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JE DIS MERCI 
</a:t>
            </a:r>
            <a:endParaRPr lang="fr-F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Refrain:</a:t>
            </a:r>
          </a:p>
          <a:p>
            <a:r>
              <a:rPr lang="fr-FR" smtClean="0"/>
              <a:t>1-  VIENS REMERCIER LE SEIGNEUR × 2 </a:t>
            </a:r>
          </a:p>
          <a:p>
            <a:r>
              <a:rPr lang="fr-FR" smtClean="0"/>
              <a:t>Come give thanks unto the Lord × 2
2-  SA MISÉRICORDE EST ÉTERNELLE  ET ELLE DURE À JAMAIS x2     </a:t>
            </a:r>
          </a:p>
          <a:p>
            <a:r>
              <a:rPr lang="fr-FR" smtClean="0"/>
              <a:t>For His mercy is everlasting And endureth forever                              x2</a:t>
            </a:r>
          </a:p>
          <a:p>
            <a:endParaRPr lang="fr-FR" smtClean="0"/>
          </a:p>
          <a:p>
            <a:r>
              <a:rPr lang="fr-FR" smtClean="0"/>
              <a:t>Couplet:
3-  ENTRE DANS SES PORTES  EN REMERCIANT </a:t>
            </a:r>
          </a:p>
          <a:p>
            <a:r>
              <a:rPr lang="fr-FR" smtClean="0"/>
              <a:t>Enter His gates with thanksgiving
4-  DANS SES PARVIS EN LOUANT SI TU L’AIMES VRAIMENT VRAIMENT </a:t>
            </a:r>
          </a:p>
          <a:p>
            <a:r>
              <a:rPr lang="fr-FR" smtClean="0"/>
              <a:t>His courts with praise If you really really love Him
5-  NON, N’AIE PAS PEUR DE LE LOUER </a:t>
            </a:r>
          </a:p>
          <a:p>
            <a:r>
              <a:rPr lang="fr-FR" smtClean="0"/>
              <a:t>Don't be ashame to praise His name</a:t>
            </a:r>
          </a:p>
          <a:p>
            <a:r>
              <a:rPr lang="fr-FR" smtClean="0"/>
              <a:t> 
6-  NUL N'EST SEMBLABLE À LUI ÉLEVONS, GLORIFIONS SA MAJESTÉ</a:t>
            </a:r>
          </a:p>
          <a:p>
            <a:r>
              <a:rPr lang="fr-FR" smtClean="0"/>
              <a:t>Now let us praise Him And honor His glory and majesty</a:t>
            </a:r>
          </a:p>
          <a:p>
            <a:r>
              <a:rPr lang="fr-FR" smtClean="0"/>
              <a:t>7-  VIENS TE PROSTERNER  JÉSUS NOTRE SAUVEUR EST DIGNE </a:t>
            </a:r>
          </a:p>
          <a:p>
            <a:r>
              <a:rPr lang="fr-FR" smtClean="0"/>
              <a:t>Bow down before Him Jesus our Savior is worthy</a:t>
            </a:r>
          </a:p>
          <a:p>
            <a:endParaRPr lang="fr-FR" smtClean="0"/>
          </a:p>
          <a:p>
            <a:r>
              <a:rPr lang="fr-FR" smtClean="0"/>
              <a:t>Refrain:</a:t>
            </a:r>
          </a:p>
          <a:p>
            <a:r>
              <a:rPr lang="fr-FR" smtClean="0"/>
              <a:t>Couplet:</a:t>
            </a:r>
          </a:p>
          <a:p>
            <a:endParaRPr lang="fr-FR" smtClean="0"/>
          </a:p>
          <a:p>
            <a:r>
              <a:rPr lang="fr-FR" smtClean="0"/>
              <a:t>Pont: </a:t>
            </a:r>
          </a:p>
          <a:p>
            <a:r>
              <a:rPr lang="fr-FR" smtClean="0"/>
              <a:t>8-  POUR TOUS SES BIENFAITS  DANS MA VIE 
9-  ET PARCE QU’IL A PAYÉ LE PRIX  </a:t>
            </a:r>
          </a:p>
          <a:p>
            <a:r>
              <a:rPr lang="fr-FR" smtClean="0"/>
              <a:t>10- JE DIS MERCI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xmlns="" val="33374392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354340-8694-43B1-A8F9-8E748220BC3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543B6D-89BE-450D-8D53-2308253AE27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C3E2F4-B7A3-4813-BE5C-672B7F7D1E8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DB8B2E-583A-48DE-BB44-C7FB74698DB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8FD8B5-C06A-440D-B0B5-77ABBB4F4D4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C13DC5-A4A8-43AE-8B11-09841DC1F1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93AA14-3C2E-4463-943D-566FAF1C012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27DA1D-7883-4C0B-AF3B-D788BE7625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ACC378-7A87-4B48-ACEF-BA72740CA7A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9DFD0D-0B84-411C-A304-DD06AF36AA3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482FE5-0FCA-4201-B57D-5A728375556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9821B596-1B06-490A-A978-F71EF6E2CD7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VIENS REMERCIER LE SEIGNEUR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 MISÉRICORDE EST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ÉTERNELLE </a:t>
            </a:r>
            <a:endParaRPr lang="fr-FR" alt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ELLE DURE À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JAMAIS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21633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ENTRE DANS SES PORTES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 REMERCIANT</a:t>
            </a:r>
          </a:p>
        </p:txBody>
      </p:sp>
    </p:spTree>
    <p:extLst>
      <p:ext uri="{BB962C8B-B14F-4D97-AF65-F5344CB8AC3E}">
        <p14:creationId xmlns:p14="http://schemas.microsoft.com/office/powerpoint/2010/main" xmlns="" val="618064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SES PARVIS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 LOUANT </a:t>
            </a:r>
            <a:endParaRPr lang="fr-FR" alt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SI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L’AIMES VRAIMENT </a:t>
            </a:r>
            <a:r>
              <a:rPr lang="fr-FR" alt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VRAIMENT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00185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NON, N’AIE PAS PEUR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LE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LOUER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2712301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NUL N’EST SEMBLABLE À LUI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ÉLEVONS, GLORIFIONS SA MAJESTÉ 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2921734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VIENS TE PROSTERNER 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JÉSUS NOTRE SAUVEUR EST DIGNE 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428695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TOUS SES BIENFAITS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MA VIE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606678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PARCE QU’IL A PAYÉ LE PRIX </a:t>
            </a:r>
          </a:p>
        </p:txBody>
      </p:sp>
    </p:spTree>
    <p:extLst>
      <p:ext uri="{BB962C8B-B14F-4D97-AF65-F5344CB8AC3E}">
        <p14:creationId xmlns:p14="http://schemas.microsoft.com/office/powerpoint/2010/main" xmlns="" val="1444330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DIS MERCI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1178502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1794</TotalTime>
  <Words>407</Words>
  <Application>Microsoft Office PowerPoint</Application>
  <PresentationFormat>Affichage à l'écran (4:3)</PresentationFormat>
  <Paragraphs>417</Paragraphs>
  <Slides>10</Slides>
  <Notes>10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1" baseType="lpstr"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Incrustations_NT</cp:lastModifiedBy>
  <cp:revision>169</cp:revision>
  <dcterms:created xsi:type="dcterms:W3CDTF">2002-08-17T10:50:50Z</dcterms:created>
  <dcterms:modified xsi:type="dcterms:W3CDTF">2018-06-24T10:44:40Z</dcterms:modified>
</cp:coreProperties>
</file>