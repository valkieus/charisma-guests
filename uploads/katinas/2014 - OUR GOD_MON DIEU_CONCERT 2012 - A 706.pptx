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48885" autoAdjust="0"/>
  </p:normalViewPr>
  <p:slideViewPr>
    <p:cSldViewPr>
      <p:cViewPr>
        <p:scale>
          <a:sx n="41" d="100"/>
          <a:sy n="41" d="100"/>
        </p:scale>
        <p:origin x="-738" y="-3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53EDEAE-1680-4814-A266-6E471E166E6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DE194FC-D8B4-42DC-893A-3CCE4260FF8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L’EAU, TU AS CHANGÉ EN VIN LES AVEUGLES ONT VU PAR TA MAIN</a:t>
            </a:r>
          </a:p>
          <a:p>
            <a:pPr>
              <a:defRPr/>
            </a:pPr>
            <a:r>
              <a:rPr lang="fr-FR" dirty="0" smtClean="0"/>
              <a:t>2-  NUL N’EST COMME TOI COMME TOI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TA LUMIÈRE BRILLE DANS LA NUIT TU DÉFAIS LA MORT PAR TA VIE</a:t>
            </a:r>
          </a:p>
          <a:p>
            <a:pPr>
              <a:defRPr/>
            </a:pPr>
            <a:r>
              <a:rPr lang="fr-FR" dirty="0" smtClean="0"/>
              <a:t>4-  NUL N’EST COMME TOI COMME TOI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MON DIEU VIVANT PLUS FORT ET VAILLANT</a:t>
            </a:r>
          </a:p>
          <a:p>
            <a:pPr>
              <a:defRPr/>
            </a:pPr>
            <a:r>
              <a:rPr lang="fr-FR" dirty="0" smtClean="0"/>
              <a:t>	6-  DE TOUS LES ROIS DE LA TERRE LE PLUS GRAND</a:t>
            </a:r>
          </a:p>
          <a:p>
            <a:pPr>
              <a:defRPr/>
            </a:pPr>
            <a:r>
              <a:rPr lang="fr-FR" dirty="0" smtClean="0"/>
              <a:t>	7-  MON DIEU EST SAUVEUR PUISSANT GUÉRISSEUR</a:t>
            </a:r>
          </a:p>
          <a:p>
            <a:pPr>
              <a:defRPr/>
            </a:pPr>
            <a:r>
              <a:rPr lang="fr-FR" dirty="0" smtClean="0"/>
              <a:t>	8-  Ô DIEU, MON DIEU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TA LUMIÈRE BRILLE DANS LA NUIT TU DÉFAIS LA MORT PAR TA VIE</a:t>
            </a:r>
          </a:p>
          <a:p>
            <a:pPr>
              <a:defRPr/>
            </a:pPr>
            <a:r>
              <a:rPr lang="fr-FR" dirty="0" smtClean="0"/>
              <a:t>10-  NUL N’EST COMME TOI COMME TOI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err="1" smtClean="0"/>
              <a:t>PonT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11-  ET SI DIEU EST AVEC NOUS QUI SE TIENDRA CONTRE NOUS ?</a:t>
            </a:r>
          </a:p>
          <a:p>
            <a:pPr>
              <a:defRPr/>
            </a:pPr>
            <a:r>
              <a:rPr lang="fr-FR" dirty="0" smtClean="0"/>
              <a:t>12-  SI NOTRE DIEU EST POUR NOUS QUI PEUT NOUS ARRÊTER ?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2-  NUL N’EST COMME TOI COMME TOI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4-  NUL N’EST COMME TOI COMME TOI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	8-  Ô DIEU, MON DIEU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10-  NUL N’EST COMME TOI COMME TOI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12-  SI NOTRE DIEU EST POUR NOUS QUI PEUT NOUS ARRÊTER ?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2-  NUL N’EST COMME TOI COMME TOI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4-  NUL N’EST COMME TOI COMME TOI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	8-  Ô DIEU, MON DIEU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10-  NUL N’EST COMME TOI COMME TOI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12-  SI NOTRE DIEU EST POUR NOUS QUI PEUT NOUS ARRÊTER ?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2-  NUL N’EST COMME TOI COMME TOI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4-  NUL N’EST COMME TOI COMME TOI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	8-  Ô DIEU, MON DIEU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10-  NUL N’EST COMME TOI COMME TOI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12-  SI NOTRE DIEU EST POUR NOUS QUI PEUT NOUS ARRÊTER ?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2-  NUL N’EST COMME TOI COMME TOI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4-  NUL N’EST COMME TOI COMME TOI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	8-  Ô DIEU, MON DIEU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10-  NUL N’EST COMME TOI COMME TOI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12-  SI NOTRE DIEU EST POUR NOUS QUI PEUT NOUS ARRÊTER ?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L’EAU, TU AS CHANGÉ EN VIN LES AVEUGLES ONT VU PAR TA MAIN</a:t>
            </a:r>
          </a:p>
          <a:p>
            <a:pPr>
              <a:defRPr/>
            </a:pPr>
            <a:r>
              <a:rPr lang="fr-FR" dirty="0" smtClean="0"/>
              <a:t>2-  NUL N’EST COMME TOI COMME TOI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TA LUMIÈRE BRILLE DANS LA NUIT TU DÉFAIS LA MORT PAR TA VIE</a:t>
            </a:r>
          </a:p>
          <a:p>
            <a:pPr>
              <a:defRPr/>
            </a:pPr>
            <a:r>
              <a:rPr lang="fr-FR" dirty="0" smtClean="0"/>
              <a:t>4-  NUL N’EST COMME TOI COMME TOI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MON DIEU EST VIVANT PLUS FORT ET VAILLANT</a:t>
            </a:r>
          </a:p>
          <a:p>
            <a:pPr>
              <a:defRPr/>
            </a:pPr>
            <a:r>
              <a:rPr lang="fr-FR" dirty="0" smtClean="0"/>
              <a:t>	6-  DE TOUS LES ROIS DE LA TERRE LE PLUS GRAND</a:t>
            </a:r>
          </a:p>
          <a:p>
            <a:pPr>
              <a:defRPr/>
            </a:pPr>
            <a:r>
              <a:rPr lang="fr-FR" dirty="0" smtClean="0"/>
              <a:t>	7-  MON DIEU EST SAUVEUR PUISSANT GUÉRISSEUR</a:t>
            </a:r>
          </a:p>
          <a:p>
            <a:pPr>
              <a:defRPr/>
            </a:pPr>
            <a:r>
              <a:rPr lang="fr-FR" dirty="0" smtClean="0"/>
              <a:t>	8-  Ô DIEU, MON DIEU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TA LUMIÈRE BRILLE DANS LA NUIT TU DÉFAIS LA MORT PAR TA VIE</a:t>
            </a:r>
          </a:p>
          <a:p>
            <a:pPr>
              <a:defRPr/>
            </a:pPr>
            <a:r>
              <a:rPr lang="fr-FR" dirty="0" smtClean="0"/>
              <a:t>10-  NUL N’EST COMME TOI COMME TOI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err="1" smtClean="0"/>
              <a:t>PonT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11-  ET SI DIEU EST AVEC NOUS QUI SE TIENDRA CONTRE NOUS ?</a:t>
            </a:r>
          </a:p>
          <a:p>
            <a:pPr>
              <a:defRPr/>
            </a:pPr>
            <a:r>
              <a:rPr lang="fr-FR" dirty="0" smtClean="0"/>
              <a:t>12-  SI NOTRE DIEU EST POUR NOUS QUI PEUT NOUS ARRÊTER ?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2-  NUL N’EST COMME TOI COMME TOI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4-  NUL N’EST COMME TOI COMME TOI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	8-  Ô DIEU, MON DIEU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10-  NUL N’EST COMME TOI COMME TOI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12-  SI NOTRE DIEU EST POUR NOUS QUI PEUT NOUS ARRÊTER ?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2-  NUL N’EST COMME TOI COMME TOI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4-  NUL N’EST COMME TOI COMME TOI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	8-  Ô DIEU, MON DIEU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10-  NUL N’EST COMME TOI COMME TOI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12-  SI NOTRE DIEU EST POUR NOUS QUI PEUT NOUS ARRÊTER ?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2-  NUL N’EST COMME TOI COMME TOI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4-  NUL N’EST COMME TOI COMME TOI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	8-  Ô DIEU, MON DIEU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10-  NUL N’EST COMME TOI COMME TOI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12-  SI NOTRE DIEU EST POUR NOUS QUI PEUT NOUS ARRÊTER ?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2-  NUL N’EST COMME TOI COMME TOI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4-  NUL N’EST COMME TOI COMME TOI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	8-  Ô DIEU, MON DIEU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10-  NUL N’EST COMME TOI COMME TOI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12-  SI NOTRE DIEU EST POUR NOUS QUI PEUT NOUS ARRÊTER ?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2-  NUL N’EST COMME TOI COMME TOI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4-  NUL N’EST COMME TOI COMME TOI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	8-  Ô DIEU, MON DIEU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10-  NUL N’EST COMME TOI COMME TOI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12-  SI NOTRE DIEU EST POUR NOUS QUI PEUT NOUS ARRÊTER ?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2-  NUL N’EST COMME TOI COMME TOI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4-  NUL N’EST COMME TOI COMME TOI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	8-  Ô DIEU, MON DIEU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10-  NUL N’EST COMME TOI COMME TOI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12-  SI NOTRE DIEU EST POUR NOUS QUI PEUT NOUS ARRÊTER ?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2-  NUL N’EST COMME TOI COMME TOI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4-  NUL N’EST COMME TOI COMME TOI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	8-  Ô DIEU, MON DIEU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10-  NUL N’EST COMME TOI COMME TOI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12-  SI NOTRE DIEU EST POUR NOUS QUI PEUT NOUS ARRÊTER ?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dirty="0" smtClean="0"/>
              <a:t>2-  NUL N’EST COMME TOI COMME TOI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TA LUMIÈRE BRILLE DANS LA NUIT TU DÉFAIS LA MORT PAR TA VIE</a:t>
            </a:r>
          </a:p>
          <a:p>
            <a:pPr>
              <a:defRPr/>
            </a:pPr>
            <a:r>
              <a:rPr lang="fr-FR" dirty="0" smtClean="0"/>
              <a:t>4-  NUL N’EST COMME TOI COMME TOI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MON DIEU VIVANT PLUS FORT ET VAILLANT</a:t>
            </a:r>
          </a:p>
          <a:p>
            <a:pPr>
              <a:defRPr/>
            </a:pPr>
            <a:r>
              <a:rPr lang="fr-FR" dirty="0" smtClean="0"/>
              <a:t>	6-  DE TOUS LES ROIS DE LA TERRE LE PLUS GRAND</a:t>
            </a:r>
          </a:p>
          <a:p>
            <a:pPr>
              <a:defRPr/>
            </a:pPr>
            <a:r>
              <a:rPr lang="fr-FR" dirty="0" smtClean="0"/>
              <a:t>	7-  MON DIEU EST SAUVEUR PUISSANT GUÉRISSEUR</a:t>
            </a:r>
          </a:p>
          <a:p>
            <a:pPr>
              <a:defRPr/>
            </a:pPr>
            <a:r>
              <a:rPr lang="fr-FR" dirty="0" smtClean="0"/>
              <a:t>	8-  Ô DIEU, MON DIEU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TA LUMIÈRE BRILLE DANS LA NUIT TU DÉFAIS LA MORT PAR TA VIE</a:t>
            </a:r>
          </a:p>
          <a:p>
            <a:pPr>
              <a:defRPr/>
            </a:pPr>
            <a:r>
              <a:rPr lang="fr-FR" dirty="0" smtClean="0"/>
              <a:t>10-  NUL N’EST COMME TOI COMME TOI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err="1" smtClean="0"/>
              <a:t>PonT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11-  ET SI DIEU EST AVEC NOUS QUI SE TIENDRA CONTRE NOUS ?</a:t>
            </a:r>
          </a:p>
          <a:p>
            <a:pPr>
              <a:defRPr/>
            </a:pPr>
            <a:r>
              <a:rPr lang="fr-FR" dirty="0" smtClean="0"/>
              <a:t>12-  SI NOTRE DIEU EST POUR NOUS QUI PEUT NOUS ARRÊTER ?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2-  NUL N’EST COMME TOI COMME TOI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4-  NUL N’EST COMME TOI COMME TOI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	8-  Ô DIEU, MON DIEU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10-  NUL N’EST COMME TOI COMME TOI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12-  SI NOTRE DIEU EST POUR NOUS QUI PEUT NOUS ARRÊTER ?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BD2D09-F6E4-4FCD-822D-5566448AE0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42D0F-8AF6-4D38-9E15-24A0B45581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B423B-66B7-4341-BED8-8333825665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D4E81A-4D8E-4993-9924-450336F6C7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E3654C-707C-4CD6-B5DB-A38E602AA7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45D1A-9B42-4D26-AAAD-AE36A9674B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5C1AC-B731-4528-B7D3-BDFD65F8BD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566462-AF2D-4B92-BC2E-03E7A6F7D2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F472A-9402-4846-BB5B-430F7040DC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446C50-0465-4DD5-BB63-E1A722ED7A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81BCA-5093-4D69-9680-D2F83F54C9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81C3C2DF-83B1-4A14-B0E8-4C63CB5EDE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L’EAU, TU AS CHANGÉ EN VIN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AVEUGLES ONT VU PAR TA MAIN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COMME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LUMIÈRE BRILLE DANS LA NUIT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DÉFAIS LA MORT PAR TA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COMME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DIEU EST VIVANT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FORT ET VAILLANT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TOUS LES ROIS DE LA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PLUS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DIEU EST SAUVEUR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PUISSANT GUÉRISSEUR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DIEU, MON DIEU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LUMIÈRE BRILLE DANS LA NUIT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DÉFAIS LA MORT PAR TA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COMME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SI DIEU EST AVEC NOUS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SE TIENDRA CONTRE NOUS ?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NOTRE DIEU EST POUR NOUS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PEUT NOUS ARRÊTER ?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1095</Words>
  <Application>Microsoft Office PowerPoint</Application>
  <PresentationFormat>On-screen Show (4:3)</PresentationFormat>
  <Paragraphs>420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L’EAU, TU AS CHANGÉ EN VIN LES AVEUGLES ONT VU PAR TA MAIN</vt:lpstr>
      <vt:lpstr>NUL N’EST COMME TOI COMME TOI</vt:lpstr>
      <vt:lpstr>TA LUMIÈRE BRILLE DANS LA NUIT TU DÉFAIS LA MORT PAR TA VIE</vt:lpstr>
      <vt:lpstr>NUL N’EST COMME TOI COMME TOI</vt:lpstr>
      <vt:lpstr>MON DIEU EST VIVANT PLUS FORT ET VAILLANT</vt:lpstr>
      <vt:lpstr>DE TOUS LES ROIS DE LA TERRE LE PLUS GRAND</vt:lpstr>
      <vt:lpstr>MON DIEU EST SAUVEUR PUISSANT GUÉRISSEUR</vt:lpstr>
      <vt:lpstr>Ô DIEU, MON DIEU</vt:lpstr>
      <vt:lpstr>TA LUMIÈRE BRILLE DANS LA NUIT TU DÉFAIS LA MORT PAR TA VIE</vt:lpstr>
      <vt:lpstr>NUL N’EST COMME TOI COMME TOI</vt:lpstr>
      <vt:lpstr>ET SI DIEU EST AVEC NOUS QUI SE TIENDRA CONTRE NOUS ?</vt:lpstr>
      <vt:lpstr>SI NOTRE DIEU EST POUR NOUS QUI PEUT NOUS ARRÊTER ?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108</cp:revision>
  <dcterms:created xsi:type="dcterms:W3CDTF">2002-08-17T10:50:50Z</dcterms:created>
  <dcterms:modified xsi:type="dcterms:W3CDTF">2014-11-29T16:48:47Z</dcterms:modified>
</cp:coreProperties>
</file>