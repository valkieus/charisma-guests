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2" autoAdjust="0"/>
    <p:restoredTop sz="54608" autoAdjust="0"/>
  </p:normalViewPr>
  <p:slideViewPr>
    <p:cSldViewPr>
      <p:cViewPr>
        <p:scale>
          <a:sx n="47" d="100"/>
          <a:sy n="47" d="100"/>
        </p:scale>
        <p:origin x="-3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B90AB32-C86A-4DB5-B881-2933BD78566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9B4505B-87E8-4218-9EB3-CDE977E5532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AYONS CETTE IMAGE DANS NOS CŒURS</a:t>
            </a:r>
          </a:p>
          <a:p>
            <a:r>
              <a:rPr lang="fr-FR" smtClean="0"/>
              <a:t>     why can't we all get the picture</a:t>
            </a:r>
          </a:p>
          <a:p>
            <a:r>
              <a:rPr lang="fr-FR" smtClean="0"/>
              <a:t>2-  DES FRÈRES ET  DES SŒURS DE TOUTES COULEURS</a:t>
            </a:r>
          </a:p>
          <a:p>
            <a:r>
              <a:rPr lang="fr-FR" smtClean="0"/>
              <a:t>     sisters and brothers every color</a:t>
            </a:r>
          </a:p>
          <a:p>
            <a:endParaRPr lang="fr-FR" smtClean="0"/>
          </a:p>
          <a:p>
            <a:r>
              <a:rPr lang="fr-FR" smtClean="0"/>
              <a:t>3-  QUAND CES COULEURS SE METTENT EN ACCORD</a:t>
            </a:r>
          </a:p>
          <a:p>
            <a:r>
              <a:rPr lang="fr-FR" smtClean="0"/>
              <a:t>     when this collage comes together</a:t>
            </a:r>
          </a:p>
          <a:p>
            <a:r>
              <a:rPr lang="fr-FR" smtClean="0"/>
              <a:t>4-  NOUS SOMMES PLUS FORTS AU NOM DE L’AMOUR</a:t>
            </a:r>
          </a:p>
          <a:p>
            <a:r>
              <a:rPr lang="fr-FR" smtClean="0"/>
              <a:t>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endParaRPr lang="fr-FR" smtClean="0"/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endParaRPr lang="fr-FR" smtClean="0"/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endParaRPr lang="fr-FR" smtClean="0"/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11-  AYONS CETTE IMAGE DANS NOS CODEURS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12-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13-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14-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</a:t>
            </a:r>
          </a:p>
          <a:p>
            <a:r>
              <a:rPr lang="fr-FR" smtClean="0"/>
              <a:t>       peace for all who desire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endParaRPr lang="fr-FR" smtClean="0"/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endParaRPr lang="fr-FR" smtClean="0"/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22-  AYONS CETTE IMAGE DANS NOS CŒURS</a:t>
            </a:r>
          </a:p>
          <a:p>
            <a:r>
              <a:rPr lang="fr-FR" smtClean="0"/>
              <a:t>       why can't we all get the picture</a:t>
            </a:r>
          </a:p>
          <a:p>
            <a:r>
              <a:rPr lang="fr-FR" smtClean="0"/>
              <a:t>23-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24-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endParaRPr lang="fr-FR" smtClean="0"/>
          </a:p>
          <a:p>
            <a:r>
              <a:rPr lang="fr-FR" smtClean="0"/>
              <a:t>25-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</a:t>
            </a:r>
          </a:p>
          <a:p>
            <a:endParaRPr lang="fr-FR" smtClean="0"/>
          </a:p>
          <a:p>
            <a:r>
              <a:rPr lang="fr-FR" smtClean="0"/>
              <a:t>27-  AYONS CETTE IMAGE DANS NOS CŒURS</a:t>
            </a:r>
          </a:p>
          <a:p>
            <a:r>
              <a:rPr lang="fr-FR" smtClean="0"/>
              <a:t>      why can't we all get the picture</a:t>
            </a:r>
          </a:p>
          <a:p>
            <a:r>
              <a:rPr lang="fr-FR" smtClean="0"/>
              <a:t>28-  DES FRÈRES ET  DES SŒURS DE TOUTES COULEURS</a:t>
            </a:r>
          </a:p>
          <a:p>
            <a:r>
              <a:rPr lang="fr-FR" smtClean="0"/>
              <a:t>       sisters and brothers every color</a:t>
            </a:r>
          </a:p>
          <a:p>
            <a:endParaRPr lang="fr-FR" smtClean="0"/>
          </a:p>
          <a:p>
            <a:r>
              <a:rPr lang="fr-FR" smtClean="0"/>
              <a:t>29-  ET QUAND ELLES SE METTENT EN ACCORD</a:t>
            </a:r>
          </a:p>
          <a:p>
            <a:r>
              <a:rPr lang="fr-FR" smtClean="0"/>
              <a:t>       when this collage comes together</a:t>
            </a:r>
          </a:p>
          <a:p>
            <a:r>
              <a:rPr lang="fr-FR" smtClean="0"/>
              <a:t>30-  NOUS SOMMES PLUS FORTS AU NOM DE L’AMOUR</a:t>
            </a:r>
          </a:p>
          <a:p>
            <a:r>
              <a:rPr lang="fr-FR" smtClean="0"/>
              <a:t>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35877-9029-4E56-8471-E560FBD2B7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FE319-7627-45C5-BFE9-2ACF66677D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5B39D-0AB8-4C2F-8644-B4B7D4571E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AFB44B-830A-4FCC-85D6-B3503BDB2B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56C65-39EB-4FC6-95A9-1529EB01C2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F9280-91CB-4A07-AFE3-1004255764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2DCFF-D258-49FD-A706-37BFDFD415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EDBBC0-DAD8-4747-8F45-637C4F5194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913CC-3439-4FCA-8164-7865B293F4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8F07D-EF70-4C6A-BA29-464527DB3E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1BD7B-170C-4D88-8E97-1674CF15EC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C771D73-46E5-4541-B5F6-52F79AE36E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DANS NOS CŒURS</a:t>
            </a: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CES COULEURS SE METTENT EN ACCORD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UNIS EN UNE MÊME NATION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TOI ET MOI, SA CRÉATION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ENSEMBLES DANS CETTE MISSION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COMMENÇONS MAINTENANT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POUVONS BOIRE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LA MÊME SOURCE</a:t>
            </a: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CHANTER ET DANSER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SA MONTAGNE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872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LE TEMPS D’ÊTRE UNIS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MALGRÉ NOS DIFFÉRENCES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UN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DANS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NOS CODEURS</a:t>
            </a:r>
          </a:p>
        </p:txBody>
      </p:sp>
      <p:sp>
        <p:nvSpPr>
          <p:cNvPr id="1229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QUAND ELLES SE METTENT EN ACCORD</a:t>
            </a:r>
          </a:p>
        </p:txBody>
      </p:sp>
      <p:sp>
        <p:nvSpPr>
          <p:cNvPr id="1433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PAIX À CEUX QUI L’ONT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DÉSIRÉE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BÂTISSONS UN PONT POUR INSPIRER</a:t>
            </a:r>
          </a:p>
        </p:txBody>
      </p:sp>
      <p:sp>
        <p:nvSpPr>
          <p:cNvPr id="1638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PAIX À CEUX QUI L’ONT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DÉSIRÉE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DÉTRUISANT LES MURS D’INJUSTICE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GAGNERONS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843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COMMENÇONS MAINTENANT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ÊTRE OUVERT PEUT TOUT CHANGER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GUÉRIR LES BLESSÉS ET LES BRISÉS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FAISONS TOUS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PARTIE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D’UN PLAN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BUT DIVIN</a:t>
            </a:r>
          </a:p>
        </p:txBody>
      </p:sp>
      <p:sp>
        <p:nvSpPr>
          <p:cNvPr id="2150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MALGRÉ NOS DIFFÉRENCES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UN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253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DANS NOS CŒURS</a:t>
            </a:r>
          </a:p>
        </p:txBody>
      </p:sp>
      <p:sp>
        <p:nvSpPr>
          <p:cNvPr id="2355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457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QUAND ELLES SE METTENT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ACCORD</a:t>
            </a:r>
          </a:p>
        </p:txBody>
      </p:sp>
      <p:sp>
        <p:nvSpPr>
          <p:cNvPr id="2560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662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, OH, OH,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DANS NOS CŒURS</a:t>
            </a:r>
          </a:p>
        </p:txBody>
      </p:sp>
      <p:sp>
        <p:nvSpPr>
          <p:cNvPr id="286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96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QUAND ELLES SE METTENT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ACCORD</a:t>
            </a:r>
          </a:p>
        </p:txBody>
      </p:sp>
      <p:sp>
        <p:nvSpPr>
          <p:cNvPr id="307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17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30103</Words>
  <Application>Microsoft Office PowerPoint</Application>
  <PresentationFormat>On-screen Show (4:3)</PresentationFormat>
  <Paragraphs>5392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Times New Roman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35</cp:revision>
  <dcterms:created xsi:type="dcterms:W3CDTF">2002-08-17T11:34:49Z</dcterms:created>
  <dcterms:modified xsi:type="dcterms:W3CDTF">2014-11-28T15:40:58Z</dcterms:modified>
</cp:coreProperties>
</file>