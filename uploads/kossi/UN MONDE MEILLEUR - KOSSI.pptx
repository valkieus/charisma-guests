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5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3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07" r:id="rId39"/>
    <p:sldId id="308" r:id="rId40"/>
    <p:sldId id="309" r:id="rId41"/>
    <p:sldId id="310" r:id="rId42"/>
    <p:sldId id="311" r:id="rId43"/>
    <p:sldId id="312" r:id="rId44"/>
    <p:sldId id="313" r:id="rId45"/>
    <p:sldId id="314" r:id="rId46"/>
    <p:sldId id="315" r:id="rId47"/>
    <p:sldId id="316" r:id="rId48"/>
    <p:sldId id="317" r:id="rId49"/>
    <p:sldId id="318" r:id="rId50"/>
    <p:sldId id="319" r:id="rId51"/>
    <p:sldId id="320" r:id="rId52"/>
    <p:sldId id="321" r:id="rId53"/>
    <p:sldId id="322" r:id="rId54"/>
    <p:sldId id="323" r:id="rId55"/>
    <p:sldId id="324" r:id="rId5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315" autoAdjust="0"/>
  </p:normalViewPr>
  <p:slideViewPr>
    <p:cSldViewPr>
      <p:cViewPr varScale="1">
        <p:scale>
          <a:sx n="56" d="100"/>
          <a:sy n="56" d="100"/>
        </p:scale>
        <p:origin x="-90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393D34F-5A07-4C37-8C3C-331B540E48BD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8543FAA-4F74-4C94-939B-542A04238F7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72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93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003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013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024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034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044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054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065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075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085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095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105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116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126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136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LE SAVOIR EST UNE ARME QUAND LES IGNORANTS LA POSSÈDENT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ILS DEVIENNENT HORS LA LOI AUX YEUX DE CERTAINS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L'ARGENT SPONSORISE LE LOTO POUR QUE LA CHANCE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TROUVE LE CHEMIN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MÊME L'AUTO A UNE ÉCOLE POUR DISCIPLINER TA CONDUITE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EST PERMIS POUR ÉVITER LE DÉLIT DE FUITE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MES YEUX RIVES VERS MON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CRÉATURE VEUT RENIER L'OUVRAGE DU CRÉATEUR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QUELLE INGRATITUDE QUAND L'INVISIBLE REND VISIBLE SES OUVRES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C'EST MA CERTITUDE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NAVIGUE SUR LES FLOTS DE LA VICTOIRE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L'ÉCHEC S'EST NOYÉ QUAND MON SUCCÈS S'EST EMPARE DE LA BOUÉE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LE SUCCÈS A UN PRIX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IL N'Y A QUE DANS LE DICTIONNAIRE OU LE SUCCÈS PASSE AVANT LE TRAVAIL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LE TEMPS GUÉRIT LES BLESSURES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POURQUOI UN PATIENT A BESOIN DE MÉDECIN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MANQUE DE MATURITÉ, JE M'SUIS CASSE LES DENTS DANS LE PASSE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CAR J'AI MORDU LA VIE AVEC DES DENTS DE LAIT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EN DENT DE SCIE ÉTAIT LE MORAL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ARMÉ JUSQU'AUX DENTS MAINTENANT J'AI MON ARSENAL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OUVRIR LA PORTE DE LA RÉUSSITE  AVEC LES CLÉS DE L'ÉCHEC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ECHEC ET MAT L'ÉCHEC N'EST PAS UN JEU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LA TERRE PERD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CAR CE MONDE VA ACCOUCHER DE L'ANTÉCHRIST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LE MAL CONSTRUIT SON RÉSEAU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MON DESTIN DANS LES MAINS DU HASARD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C'EST COMME UNE BALLE PERDUE CONNAISSANT SA TRAJECTOIRE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DIS CE QUE JE PENSE: SI LE RAP A UN CADENAS SUR LA BOUCHE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C'EST QUE LA DÉMOCRATIE EST DANS LE SILENCE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KOSKI AUX COMMANDES C'EST LE RETOUR DE LA PUNCH LINE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 MENU J'TE LE RECOMMANDE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SAUVER LES ÂMES PERDUES EN MANQUE DE GPS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C'EST LEUR DONNER LA DIRECTION POUR TROUVER LE PTS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PROSPÉRITÉ TRIOMPHE ET SUCCÈS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BABYLONE VOUDRAIT QUE JE TÉMOIGNE D'UNE MANIÈRE SUCCINCTE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LE POUVOIR ET LE SEXE DEVIENNENT DE L'EXCÈS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QUAND LA CONVOITISE PERVERTI L'ACCÈS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À LA DÉRIVE EST LE BATEAU SANS LE GOUVERNAIL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MANQUE DE LEADER DANS LE GHETTO ON LE GOUVERNE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DE LA POUDRE DANS LES NARINES C'EST AUSSI DANGEREUX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QU'UN HOMME DE COULEUR VOTANT POUR LE BLEU MARINE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JE RÉANIME L'ESPOIR QUI S'EST ASPHYXIE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PAR L'INCRÉDULITÉ DE L' HISTOIRE QU'ON NOUS A INFLIGE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CE SYSTÈME TOURNE A L'ENVERS LA VIOLENCE  SE SENT AGRESSÉE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QUAND LA PAIX DÉCLARE LA GUERRE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QUAND LE CRIME FAIT DU BUSINESS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LA MORT REÇOIT TOUT LE BÉNEF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DERRIÈRE LE DOS DE LA VIE EN DÉTRESSE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LA VIE N'EST PAS UN CODE PIN TU N'AS PAS 3 ESSAIS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RESTE FIDELE À L'INSTAR DE TES COPINES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JE RESTE LE FAN DE CELUI QUI EST ASSIS SUR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MAIS SI L'IDOLE N'A PAS DE TRÔNE POURQUOI VOUS EN ÊTES FAN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OUVRE LES YEUX CE SYSTÈME EST HORS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JE LE DIS, JE L'AI DIT SE TAIRE NE REND PAS SERVICE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146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LE SAVOIR EST UNE ARME QUAND LES IGNORANTS LA POSSÈDENT </a:t>
            </a:r>
          </a:p>
          <a:p>
            <a:r>
              <a:rPr lang="fr-FR" smtClean="0"/>
              <a:t>2-  ILS DEVIENNENT HORS LA LOI AUX YEUX DE CERTAINS </a:t>
            </a:r>
          </a:p>
          <a:p>
            <a:r>
              <a:rPr lang="fr-FR" smtClean="0"/>
              <a:t>3-  L'ARGENT SPONSORISE LE LOTO POUR QUE LA CHANCE </a:t>
            </a:r>
          </a:p>
          <a:p>
            <a:r>
              <a:rPr lang="fr-FR" smtClean="0"/>
              <a:t>4-  TROUVE LE CHEMIN DU HASARD </a:t>
            </a:r>
          </a:p>
          <a:p>
            <a:r>
              <a:rPr lang="fr-FR" smtClean="0"/>
              <a:t>5-  MÊME L'AUTO A UNE ÉCOLE POUR DISCIPLINER TA CONDUITE </a:t>
            </a:r>
          </a:p>
          <a:p>
            <a:r>
              <a:rPr lang="fr-FR" smtClean="0"/>
              <a:t>6-  CE QUI EST PERMIS POUR ÉVITER LE DÉLIT DE FUITE </a:t>
            </a:r>
          </a:p>
          <a:p>
            <a:r>
              <a:rPr lang="fr-FR" smtClean="0"/>
              <a:t>7-  J'AI MES YEUX RIVES VERS MON CRÉATEUR </a:t>
            </a:r>
          </a:p>
          <a:p>
            <a:r>
              <a:rPr lang="fr-FR" smtClean="0"/>
              <a:t>8-  LA CRÉATURE VEUT RENIER L'OUVRAGE DU CRÉATEUR </a:t>
            </a:r>
          </a:p>
          <a:p>
            <a:r>
              <a:rPr lang="fr-FR" smtClean="0"/>
              <a:t>9-  QUELLE INGRATITUDE QUAND L'INVISIBLE REND VISIBLE SES OUVRES </a:t>
            </a:r>
          </a:p>
          <a:p>
            <a:r>
              <a:rPr lang="fr-FR" smtClean="0"/>
              <a:t>10-  C'EST MA CERTITUDE </a:t>
            </a:r>
          </a:p>
          <a:p>
            <a:r>
              <a:rPr lang="fr-FR" smtClean="0"/>
              <a:t>11-  JE NAVIGUE SUR LES FLOTS DE LA VICTOIRE </a:t>
            </a:r>
          </a:p>
          <a:p>
            <a:r>
              <a:rPr lang="fr-FR" smtClean="0"/>
              <a:t>12-  L'ÉCHEC S'EST NOYÉ QUAND MON SUCCÈS S'EST EMPARE DE LA BOUÉE </a:t>
            </a:r>
          </a:p>
          <a:p>
            <a:r>
              <a:rPr lang="fr-FR" smtClean="0"/>
              <a:t>13-  LE SUCCÈS A UN PRIX !</a:t>
            </a:r>
          </a:p>
          <a:p>
            <a:r>
              <a:rPr lang="fr-FR" smtClean="0"/>
              <a:t>14-  IL N'Y A QUE DANS LE DICTIONNAIRE OU LE SUCCÈS PASSE AVANT LE TRAVAIL</a:t>
            </a:r>
          </a:p>
          <a:p>
            <a:r>
              <a:rPr lang="fr-FR" smtClean="0"/>
              <a:t>15-  SI LE TEMPS GUÉRIT LES BLESSURES</a:t>
            </a:r>
          </a:p>
          <a:p>
            <a:r>
              <a:rPr lang="fr-FR" smtClean="0"/>
              <a:t>16-  POURQUOI UN PATIENT A BESOIN DE MÉDECIN </a:t>
            </a:r>
          </a:p>
          <a:p>
            <a:r>
              <a:rPr lang="fr-FR" smtClean="0"/>
              <a:t>17-  MANQUE DE MATURITÉ, JE M'SUIS CASSE LES DENTS DANS LE PASSE </a:t>
            </a:r>
          </a:p>
          <a:p>
            <a:r>
              <a:rPr lang="fr-FR" smtClean="0"/>
              <a:t>18-  CAR J'AI MORDU LA VIE AVEC DES DENTS DE LAIT </a:t>
            </a:r>
          </a:p>
          <a:p>
            <a:r>
              <a:rPr lang="fr-FR" smtClean="0"/>
              <a:t>19-  EN DENT DE SCIE ÉTAIT LE MORAL </a:t>
            </a:r>
          </a:p>
          <a:p>
            <a:r>
              <a:rPr lang="fr-FR" smtClean="0"/>
              <a:t>20-  ARMÉ JUSQU'AUX DENTS MAINTENANT J'AI MON ARSENAL </a:t>
            </a:r>
          </a:p>
          <a:p>
            <a:r>
              <a:rPr lang="fr-FR" smtClean="0"/>
              <a:t>21-  OUVRIR LA PORTE DE LA RÉUSSITE  AVEC LES CLÉS DE L'ÉCHEC </a:t>
            </a:r>
          </a:p>
          <a:p>
            <a:r>
              <a:rPr lang="fr-FR" smtClean="0"/>
              <a:t>22-  ECHEC ET MAT L'ÉCHEC N'EST PAS UN JEU</a:t>
            </a:r>
          </a:p>
          <a:p>
            <a:r>
              <a:rPr lang="fr-FR" smtClean="0"/>
              <a:t>23-  LA TERRE PERD LES EAUX</a:t>
            </a:r>
          </a:p>
          <a:p>
            <a:r>
              <a:rPr lang="fr-FR" smtClean="0"/>
              <a:t>24-  CAR CE MONDE VA ACCOUCHER DE L'ANTÉCHRIST </a:t>
            </a:r>
          </a:p>
          <a:p>
            <a:r>
              <a:rPr lang="fr-FR" smtClean="0"/>
              <a:t>25-  LE MAL CONSTRUIT SON RÉSEAU </a:t>
            </a:r>
          </a:p>
          <a:p>
            <a:r>
              <a:rPr lang="fr-FR" smtClean="0"/>
              <a:t>26-  MON DESTIN DANS LES MAINS DU HASARD </a:t>
            </a:r>
          </a:p>
          <a:p>
            <a:r>
              <a:rPr lang="fr-FR" smtClean="0"/>
              <a:t>27-  C'EST COMME UNE BALLE PERDUE CONNAISSANT SA TRAJECTOIRE </a:t>
            </a:r>
          </a:p>
          <a:p>
            <a:r>
              <a:rPr lang="fr-FR" smtClean="0"/>
              <a:t>28-  JE DIS CE QUE JE PENSE: SI LE RAP A UN CADENAS SUR LA BOUCHE </a:t>
            </a:r>
          </a:p>
          <a:p>
            <a:r>
              <a:rPr lang="fr-FR" smtClean="0"/>
              <a:t>29-  C'EST QUE LA DÉMOCRATIE EST DANS LE SILENCE </a:t>
            </a:r>
          </a:p>
          <a:p>
            <a:r>
              <a:rPr lang="fr-FR" smtClean="0"/>
              <a:t>30-  KOSKI AUX COMMANDES C'EST LE RETOUR DE LA PUNCH LINE </a:t>
            </a:r>
          </a:p>
          <a:p>
            <a:r>
              <a:rPr lang="fr-FR" smtClean="0"/>
              <a:t>31-  AU MENU J'TE LE RECOMMANDE </a:t>
            </a:r>
          </a:p>
          <a:p>
            <a:r>
              <a:rPr lang="fr-FR" smtClean="0"/>
              <a:t>32-  SAUVER LES ÂMES PERDUES EN MANQUE DE GPS </a:t>
            </a:r>
          </a:p>
          <a:p>
            <a:r>
              <a:rPr lang="fr-FR" smtClean="0"/>
              <a:t>33-  C'EST LEUR DONNER LA DIRECTION POUR TROUVER LE PTS </a:t>
            </a:r>
          </a:p>
          <a:p>
            <a:r>
              <a:rPr lang="fr-FR" smtClean="0"/>
              <a:t>34-  PROSPÉRITÉ TRIOMPHE ET SUCCÈS </a:t>
            </a:r>
          </a:p>
          <a:p>
            <a:r>
              <a:rPr lang="fr-FR" smtClean="0"/>
              <a:t>35-  BABYLONE VOUDRAIT QUE JE TÉMOIGNE D'UNE MANIÈRE SUCCINCTE</a:t>
            </a:r>
          </a:p>
          <a:p>
            <a:r>
              <a:rPr lang="fr-FR" smtClean="0"/>
              <a:t>36-  LE POUVOIR ET LE SEXE DEVIENNENT DE L'EXCÈS </a:t>
            </a:r>
          </a:p>
          <a:p>
            <a:r>
              <a:rPr lang="fr-FR" smtClean="0"/>
              <a:t>37-  QUAND LA CONVOITISE PERVERTI L'ACCÈS </a:t>
            </a:r>
          </a:p>
          <a:p>
            <a:r>
              <a:rPr lang="fr-FR" smtClean="0"/>
              <a:t>38-  À LA DÉRIVE EST LE BATEAU SANS LE GOUVERNAIL</a:t>
            </a:r>
          </a:p>
          <a:p>
            <a:r>
              <a:rPr lang="fr-FR" smtClean="0"/>
              <a:t>39-  MANQUE DE LEADER DANS LE GHETTO ON LE GOUVERNE MAL</a:t>
            </a:r>
          </a:p>
          <a:p>
            <a:r>
              <a:rPr lang="fr-FR" smtClean="0"/>
              <a:t>40-  DE LA POUDRE DANS LES NARINES C'EST AUSSI DANGEREUX </a:t>
            </a:r>
          </a:p>
          <a:p>
            <a:r>
              <a:rPr lang="fr-FR" smtClean="0"/>
              <a:t>41-  QU'UN HOMME DE COULEUR VOTANT POUR LE BLEU MARINE</a:t>
            </a:r>
          </a:p>
          <a:p>
            <a:r>
              <a:rPr lang="fr-FR" smtClean="0"/>
              <a:t>42-  JE RÉANIME L'ESPOIR QUI S'EST ASPHYXIE</a:t>
            </a:r>
          </a:p>
          <a:p>
            <a:r>
              <a:rPr lang="fr-FR" smtClean="0"/>
              <a:t>43-  PAR L'INCRÉDULITÉ DE L' HISTOIRE QU'ON NOUS A INFLIGE </a:t>
            </a:r>
          </a:p>
          <a:p>
            <a:r>
              <a:rPr lang="fr-FR" smtClean="0"/>
              <a:t>44-  CE SYSTÈME TOURNE A L'ENVERS LA VIOLENCE  SE SENT AGRESSÉE</a:t>
            </a:r>
          </a:p>
          <a:p>
            <a:r>
              <a:rPr lang="fr-FR" smtClean="0"/>
              <a:t>45-  QUAND LA PAIX DÉCLARE LA GUERRE </a:t>
            </a:r>
          </a:p>
          <a:p>
            <a:r>
              <a:rPr lang="fr-FR" smtClean="0"/>
              <a:t>46-  QUAND LE CRIME FAIT DU BUSINESS </a:t>
            </a:r>
          </a:p>
          <a:p>
            <a:r>
              <a:rPr lang="fr-FR" smtClean="0"/>
              <a:t>47-  LA MORT REÇOIT TOUT LE BÉNEF</a:t>
            </a:r>
          </a:p>
          <a:p>
            <a:r>
              <a:rPr lang="fr-FR" smtClean="0"/>
              <a:t>48-  DERRIÈRE LE DOS DE LA VIE EN DÉTRESSE </a:t>
            </a:r>
          </a:p>
          <a:p>
            <a:r>
              <a:rPr lang="fr-FR" smtClean="0"/>
              <a:t>49-  LA VIE N'EST PAS UN CODE PIN TU N'AS PAS 3 ESSAIS </a:t>
            </a:r>
          </a:p>
          <a:p>
            <a:r>
              <a:rPr lang="fr-FR" smtClean="0"/>
              <a:t>50-  RESTE FIDELE À L'INSTAR DE TES COPINES</a:t>
            </a:r>
          </a:p>
          <a:p>
            <a:r>
              <a:rPr lang="fr-FR" smtClean="0"/>
              <a:t>51-  JE RESTE LE FAN DE CELUI QUI EST ASSIS SUR LE TRÔNE </a:t>
            </a:r>
          </a:p>
          <a:p>
            <a:r>
              <a:rPr lang="fr-FR" smtClean="0"/>
              <a:t>52-  MAIS SI L'IDOLE N'A PAS DE TRÔNE POURQUOI VOUS EN ÊTES FAN</a:t>
            </a:r>
          </a:p>
          <a:p>
            <a:r>
              <a:rPr lang="fr-FR" smtClean="0"/>
              <a:t>53-  OUVRE LES YEUX CE SYSTÈME EST HORS SERVICE </a:t>
            </a:r>
          </a:p>
          <a:p>
            <a:r>
              <a:rPr lang="fr-FR" smtClean="0"/>
              <a:t>54-  JE LE DIS, JE L'AI DIT SE TAIRE NE REND PAS SERVICE </a:t>
            </a:r>
          </a:p>
          <a:p>
            <a:r>
              <a:rPr lang="fr-FR" smtClean="0"/>
              <a:t>55-  JE LE DIS, JE L'AI DIT SE TAIRE NE REND PAS SERVICE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4FA01-BA57-413C-BBE6-A495506B7C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CB6A60-8231-409A-9601-4FC9FDBEAB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E93585-8158-425A-AC20-2513A8C5037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F2E6CB-F185-49F8-9385-F854913FE9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67A47E-15F0-449E-8D76-8F785E8178C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D6B064-6700-47B0-93BB-E16D8A51AD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965140-F364-4966-A5C9-F68773A77C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E533EF-3E8D-4AFB-AB68-537A0DEB34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FE4AA4-DEE7-4727-8AA4-3656E24150A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F222C4-7773-454D-9651-B493FBE2D2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A6B4EA-9CE7-4E97-8252-71CD5B976B4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13B942F-9B40-4740-972E-207A94063F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SI LE SAVOIR EST UNE ARME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QUAND LES IGNORANTS LA POSSÈDENT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ILS DEVIENNENT HORS-LA-LOI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AUX YEUX DE CERTAINS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L'ARGENT SPONSORISE LE LOTO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POUR QUE LA CHANCE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TROUVE LE CHEMIN DU HASARD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MÊME L'AUTO A UNE ÉCOLE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POUR DISCIPLINER TA CONDUITE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CE QUI EST PERMIS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POUR ÉVITER LE DÉLIT DE FUITE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J'AI MES YEUX RIVÉS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VERS MON CRÉATEUR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LA CRÉATURE VEUT RENIER L'OUVRAGE DU CRÉATEUR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QUELLE INGRATITUDE QUAND L'INVISIBLE REND VISIBLE SES OEUVRES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C'EST MA CERTITUDE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JE NAVIGUE SUR LES FLOTS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DE LA VICTOIRE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L'ÉCHEC S'EST NOYÉ QUAND MON SUCCÈS S'EST EMPARÉ DE LA BOUÉE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+mj-ea"/>
                <a:cs typeface="+mj-cs"/>
              </a:rPr>
              <a:t>LE SUCCÈS A UN PRIX 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IL N'Y A QUE DANS LE DICTIONNAIRE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OÙ LE SUCCÈS PASSE AVANT LE TRAVAIL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SI LE TEMPS GUÉRIT LES BLESSURES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POURQUOI UN PATIENT A BESOIN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DE MÉDECIN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MANQUE DE MATURITÉ, JE M'SUIS CASSÉ LES DENTS DANS LE PASSÉ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CAR J'AI MORDU LA VIE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AVEC DES DENTS DE LAIT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EN DENTS DE SCIE ÉTAIT LE MORAL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ARMÉ JUSQU'AUX DENTS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MAINTENANT J'AI MON ARSENAL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OUVRIR LA PORTE DE LA RÉUSSITE AVEC LES CLÉS DE L'ÉCHEC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ÉCHEC ET MAT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L'ÉCHEC N'EST PAS UN JEU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LA TERRE PERD LES EAUX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CAR CE MONDE VA ACCOUCHER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DE L'ANTÉCHRIST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LE MAL CONSTRUIT SON RÉSEAU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MON DESTIN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DANS LES MAINS DU HASARD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C'EST COMME UNE BALLE PERDUE CONNAISSANT SA TRAJECTOIRE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JE DIS CE QUE JE PENSE : SI LE RAP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A UN CADENAS SUR LA BOUCHE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C'EST QUE LA DÉMOCRATIE EST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DANS LE SILENCE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KOSSI AUX COMMANDES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C'EST LE RETOUR DE LA PUNCH LINE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AU MENU J'TE LE RECOMMANDE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SAUVER LES ÂMES PERDUES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EN MANQUE DE GPS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C'EST LEUR DONNER LA DIRECTION POUR TROUVER LE PTS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PROSPÉRITÉ TRIOMPHE ET SUCCÈS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BABYLONE VOUDRAIT QUE JE TÉMOIGNE D'UNE MANIÈRE SUCCINTE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LE POUVOIR ET LE SEXE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DEVIENNENT DE L'EXCÈS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QUAND LA CONVOITISE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PERVERTIT L'ACCÈS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À LA DÉRIVE EST LE BATEAU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SANS LE GOUVERNAIL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MANQUE DE LEADER DANS LE GHETTO ON LE GOUVERNE MAL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DE LA POUDRE DANS LES NARINES C'EST AUSSI DANGEREUX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QU'UN HOMME DE COULEUR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VOTANT POUR LE BLEU MARINE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JE RÉANIME L'ESPOIR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QUI S'EST ASPHYXIÉ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PAR L'INCRÉDULITÉ DE L'HISTOIRE QU'ON NOUS A INFLIGÉE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CE SYSTÈME TOURNE À L'ENVERS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LA VIOLENCE SE SENT AGRESSÉE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QUAND LA PAIX DÉCLARE LA GUERRE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QUAND LE CRIME FAIT DU BUSINESS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LA MORT REÇOIT TOUT LE BÉNEF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DERRIÈRE LE DOS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DE LA VIE EN DÉTRESSE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LA VIE N'EST PAS UN CODE PIN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TU N'AS PAS 3 ESSAIS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RESTE FIDÈLE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À L'INSTAR DE TES COPINES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JE RESTE LE FAN DE CELUI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QUI EST ASSIS SUR LE TRÔNE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MAIS SI L'IDÔLE N'A PAS DE TRÔNE POURQUOI VOUS EN ÊTES FAN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OUVRE LES YEUX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CE SYSTÈME EST HORS SERVICE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JE LE DIS, JE L'AI DIT SE TAIRE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NE REND PAS SERVICE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JE LE DIS, JE L'AI DIT SE TAIRE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ea typeface="ＭＳ Ｐゴシック" charset="0"/>
              </a:rPr>
              <a:t>NE REND PAS SERVICE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1429</TotalTime>
  <Words>12851</Words>
  <Application>Microsoft Office PowerPoint</Application>
  <PresentationFormat>On-screen Show (4:3)</PresentationFormat>
  <Paragraphs>6105</Paragraphs>
  <Slides>55</Slides>
  <Notes>55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55</vt:i4>
      </vt:variant>
    </vt:vector>
  </HeadingPairs>
  <TitlesOfParts>
    <vt:vector size="60" baseType="lpstr">
      <vt:lpstr>Franklin Gothic Medium</vt:lpstr>
      <vt:lpstr>MS PGothic</vt:lpstr>
      <vt:lpstr>Arial</vt:lpstr>
      <vt:lpstr>Calibri</vt:lpstr>
      <vt:lpstr>Default Design</vt:lpstr>
      <vt:lpstr>SI LE SAVOIR EST UNE ARME QUAND LES IGNORANTS LA POSSÈDENT </vt:lpstr>
      <vt:lpstr>ILS DEVIENNENT HORS-LA-LOI AUX YEUX DE CERTAINS </vt:lpstr>
      <vt:lpstr>L'ARGENT SPONSORISE LE LOTO POUR QUE LA CHANCE </vt:lpstr>
      <vt:lpstr>TROUVE LE CHEMIN DU HASARD </vt:lpstr>
      <vt:lpstr>MÊME L'AUTO A UNE ÉCOLE POUR DISCIPLINER TA CONDUITE </vt:lpstr>
      <vt:lpstr>CE QUI EST PERMIS POUR ÉVITER LE DÉLIT DE FUITE </vt:lpstr>
      <vt:lpstr>J'AI MES YEUX RIVÉS VERS MON CRÉATEUR </vt:lpstr>
      <vt:lpstr>LA CRÉATURE VEUT RENIER L'OUVRAGE DU CRÉATEUR </vt:lpstr>
      <vt:lpstr>QUELLE INGRATITUDE QUAND L'INVISIBLE REND VISIBLE SES OEUVRES </vt:lpstr>
      <vt:lpstr>C'EST MA CERTITUDE </vt:lpstr>
      <vt:lpstr>JE NAVIGUE SUR LES FLOTS DE LA VICTOIRE </vt:lpstr>
      <vt:lpstr>L'ÉCHEC S'EST NOYÉ QUAND MON SUCCÈS S'EST EMPARÉ DE LA BOUÉE </vt:lpstr>
      <vt:lpstr>LE SUCCÈS A UN PRIX !</vt:lpstr>
      <vt:lpstr>IL N'Y A QUE DANS LE DICTIONNAIRE OÙ LE SUCCÈS PASSE AVANT LE TRAVAIL</vt:lpstr>
      <vt:lpstr>SI LE TEMPS GUÉRIT LES BLESSURES</vt:lpstr>
      <vt:lpstr>POURQUOI UN PATIENT A BESOIN DE MÉDECIN </vt:lpstr>
      <vt:lpstr>MANQUE DE MATURITÉ, JE M'SUIS CASSÉ LES DENTS DANS LE PASSÉ </vt:lpstr>
      <vt:lpstr>CAR J'AI MORDU LA VIE AVEC DES DENTS DE LAIT </vt:lpstr>
      <vt:lpstr>EN DENTS DE SCIE ÉTAIT LE MORAL </vt:lpstr>
      <vt:lpstr>ARMÉ JUSQU'AUX DENTS MAINTENANT J'AI MON ARSENAL </vt:lpstr>
      <vt:lpstr>OUVRIR LA PORTE DE LA RÉUSSITE AVEC LES CLÉS DE L'ÉCHEC </vt:lpstr>
      <vt:lpstr>ÉCHEC ET MAT L'ÉCHEC N'EST PAS UN JEU</vt:lpstr>
      <vt:lpstr>LA TERRE PERD LES EAUX</vt:lpstr>
      <vt:lpstr>CAR CE MONDE VA ACCOUCHER DE L'ANTÉCHRIST </vt:lpstr>
      <vt:lpstr>LE MAL CONSTRUIT SON RÉSEAU </vt:lpstr>
      <vt:lpstr>MON DESTIN DANS LES MAINS DU HASARD </vt:lpstr>
      <vt:lpstr>C'EST COMME UNE BALLE PERDUE CONNAISSANT SA TRAJECTOIRE </vt:lpstr>
      <vt:lpstr>JE DIS CE QUE JE PENSE : SI LE RAP A UN CADENAS SUR LA BOUCHE </vt:lpstr>
      <vt:lpstr>C'EST QUE LA DÉMOCRATIE EST DANS LE SILENCE </vt:lpstr>
      <vt:lpstr>KOSSI AUX COMMANDES C'EST LE RETOUR DE LA PUNCH LINE </vt:lpstr>
      <vt:lpstr>AU MENU J'TE LE RECOMMANDE </vt:lpstr>
      <vt:lpstr>SAUVER LES ÂMES PERDUES EN MANQUE DE GPS </vt:lpstr>
      <vt:lpstr>C'EST LEUR DONNER LA DIRECTION POUR TROUVER LE PTS </vt:lpstr>
      <vt:lpstr>PROSPÉRITÉ TRIOMPHE ET SUCCÈS </vt:lpstr>
      <vt:lpstr>BABYLONE VOUDRAIT QUE JE TÉMOIGNE D'UNE MANIÈRE SUCCINTE</vt:lpstr>
      <vt:lpstr>LE POUVOIR ET LE SEXE DEVIENNENT DE L'EXCÈS </vt:lpstr>
      <vt:lpstr>QUAND LA CONVOITISE PERVERTIT L'ACCÈS </vt:lpstr>
      <vt:lpstr>À LA DÉRIVE EST LE BATEAU SANS LE GOUVERNAIL</vt:lpstr>
      <vt:lpstr>MANQUE DE LEADER DANS LE GHETTO ON LE GOUVERNE MAL</vt:lpstr>
      <vt:lpstr>DE LA POUDRE DANS LES NARINES C'EST AUSSI DANGEREUX </vt:lpstr>
      <vt:lpstr>QU'UN HOMME DE COULEUR VOTANT POUR LE BLEU MARINE</vt:lpstr>
      <vt:lpstr>JE RÉANIME L'ESPOIR QUI S'EST ASPHYXIÉ</vt:lpstr>
      <vt:lpstr>PAR L'INCRÉDULITÉ DE L'HISTOIRE QU'ON NOUS A INFLIGÉE </vt:lpstr>
      <vt:lpstr>CE SYSTÈME TOURNE À L'ENVERS LA VIOLENCE SE SENT AGRESSÉE</vt:lpstr>
      <vt:lpstr>QUAND LA PAIX DÉCLARE LA GUERRE </vt:lpstr>
      <vt:lpstr>QUAND LE CRIME FAIT DU BUSINESS </vt:lpstr>
      <vt:lpstr>LA MORT REÇOIT TOUT LE BÉNEF</vt:lpstr>
      <vt:lpstr>DERRIÈRE LE DOS DE LA VIE EN DÉTRESSE </vt:lpstr>
      <vt:lpstr>LA VIE N'EST PAS UN CODE PIN TU N'AS PAS 3 ESSAIS </vt:lpstr>
      <vt:lpstr>RESTE FIDÈLE À L'INSTAR DE TES COPINES</vt:lpstr>
      <vt:lpstr>JE RESTE LE FAN DE CELUI QUI EST ASSIS SUR LE TRÔNE </vt:lpstr>
      <vt:lpstr>MAIS SI L'IDÔLE N'A PAS DE TRÔNE POURQUOI VOUS EN ÊTES FAN</vt:lpstr>
      <vt:lpstr>OUVRE LES YEUX CE SYSTÈME EST HORS SERVICE </vt:lpstr>
      <vt:lpstr>JE LE DIS, JE L'AI DIT SE TAIRE NE REND PAS SERVICE </vt:lpstr>
      <vt:lpstr>JE LE DIS, JE L'AI DIT SE TAIRE NE REND PAS SERVICE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108</cp:revision>
  <dcterms:created xsi:type="dcterms:W3CDTF">2002-08-17T10:50:50Z</dcterms:created>
  <dcterms:modified xsi:type="dcterms:W3CDTF">2012-12-29T17:30:13Z</dcterms:modified>
</cp:coreProperties>
</file>