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3" r:id="rId44"/>
    <p:sldId id="314" r:id="rId45"/>
    <p:sldId id="315" r:id="rId46"/>
    <p:sldId id="316" r:id="rId47"/>
    <p:sldId id="317" r:id="rId4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2832" autoAdjust="0"/>
  </p:normalViewPr>
  <p:slideViewPr>
    <p:cSldViewPr>
      <p:cViewPr varScale="1">
        <p:scale>
          <a:sx n="27" d="100"/>
          <a:sy n="27" d="100"/>
        </p:scale>
        <p:origin x="-52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099868-D747-41E2-9DAC-D11576C93F0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6D84C65-674F-4A03-89FB-A25A65F5735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PUNCHLINE,  PUNCH STYLE 2 LA VÉRITÉ EST DANS MES PUNCH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GÉNÉREUX COMME LE DON D'ORGANE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CAR J'AI LE CŒUR SUR LA MAIN ONÉREUSE EST LA PERTE D'ÂME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J'AI DES VALEURS DES PRINCIPES LE MALHEUR EN PRINCIPE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N'EST PAS UNE ORDONNANCE QUI NOUS AI PRESCRITE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SUR LA ROUTE DE L'ÉCRITURE SE TROUVE UN CARAMBOLAGE DE MOTS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QUI FORMENT MES PUNCHLINES EMBOUTEILLAGE DE 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L'ARGENT POUSSAIT DANS LES ARBRES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ON VIVRAIT TOUS DANS UNE FORÊT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TRONCONNEUSE SERAIT NOTRE ARME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CETTE JUNGLE DIRIGEE PAR DES TARZANS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INDÉCIS SE BALADANT DE LIANE EN LIANE, LES PARTISANS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TU TE TOURNES LES POUCES LES AUTRES DOIGTS S'ENNUIENT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LA JOURNÉE SE POUSSE ELLE FAIT PLACE À LA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LA TERRE NE CESSE DE TOURNER SANS AVOIR LE TOURNI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LE TEMPS PASSE MAIS LE PAYSAGE RESTE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CERTAINS ÉCRIVENT ENTRE LES LIGNES POUR MARQUER L'HISTOIRE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ET D'AUTRES LISENT ENTRE LES LIGNES POUR S'INVENTER UN AVENIR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PUNCH LINE  PUNCH STYLE 2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VOLEURS PASSENT PAR LA FENÊTRE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MAIS PAR LES PORTES DE L'ENFER ILS Y ENTRENT LÉGALEMENT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TON HONNEUR COMMENCERA À RENAÎTRE LE JOUR OÙ LA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LE DÉSHONNEUR PERDRONT LEUR VIE SUBITEMENT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SI LA VÉRITÉ BLESSE ALORS LE MENSONGE TUE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LE BRUIT EST APPARU LE ROI DU SILENCE S'EST TU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J'AIME ÉCRIRE AVEC MA VOIX PARLER AVEC MON STYLO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MES PUNCHLINES T'EMMÈNE À LA RÉFLEXION COMME EN PHILO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APPELE MOI COCKTAIL SANS MOLOTOV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CAR JE SUIS DÉJÀ EN FEU MÊME EN MODE OFF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COMMENT BRÛLER LES ÉTAPES SANS AUCUN FEU C'EST ILLÉGAL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COMME L'OR ÉPROUVÉ SANS PASSER PAR LE FEU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SI LE CARDIOLOGUE ÉTAIT MON CONSEILLER JE VOUS ASSURE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JE LUI DIRAIS TOUT CE QUE J'AI SUR LE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MALHEUR À L'HOMME QUI SE CONFIE EN L'HOMME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FEMME PLUS UN HOMME : 3 SERAIT LA SOMME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PUNCH LINE  PUNCH STYLE LA VÉRITÉ EST DANS MES PUNCH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LE MONDE DANS LEUR POCHE SEUL AU CIEL JE M'ACCROCHE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ÊTRE DOS AU MUR, CE N'EST PAS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LE SEUL  BUT DE CE MUR EST DE M'EMPECHER DE RECULER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DANS UNE ÉPREUVE NE RÉSISTENT QUE LES BRAVES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LES LÂCHES, LES TRAÎTRES NE SERONT JAMAIS ADULÉS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TON STYLE DE VIE ME DIT QUI TU 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TA PIÈCE D'IDENTITÉ M'INDIQUE QUI TE HAIS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LE RACISME EST UNE VISION DE LA VIE OU TU NE VOIS QU'EN NOIR ET BLANC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COMME LES DOCUMENTAIRES NAZIS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PUNCHLINE,  PUNCH STYLE 2 LA VÉRITÉ EST DANS MES PUNCH</a:t>
            </a:r>
          </a:p>
          <a:p>
            <a:r>
              <a:rPr lang="fr-FR" smtClean="0"/>
              <a:t>	2-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3-  JE SUIS GÉNÉREUX COMME LE DON D'ORGANE</a:t>
            </a:r>
          </a:p>
          <a:p>
            <a:r>
              <a:rPr lang="fr-FR" smtClean="0"/>
              <a:t>4-  CAR J'AI LE CŒUR SUR LA MAIN ONÉREUSE EST LA PERTE D'ÂME</a:t>
            </a:r>
          </a:p>
          <a:p>
            <a:r>
              <a:rPr lang="fr-FR" smtClean="0"/>
              <a:t>5-  J'AI DES VALEURS DES PRINCIPES LE MALHEUR EN PRINCIPE</a:t>
            </a:r>
          </a:p>
          <a:p>
            <a:r>
              <a:rPr lang="fr-FR" smtClean="0"/>
              <a:t>6-  N'EST PAS UNE ORDONNANCE QUI NOUS AI PRESCRITE</a:t>
            </a:r>
          </a:p>
          <a:p>
            <a:r>
              <a:rPr lang="fr-FR" smtClean="0"/>
              <a:t>7-  SUR LA ROUTE DE L'ÉCRITURE SE TROUVE UN CARAMBOLAGE DE MOTS</a:t>
            </a:r>
          </a:p>
          <a:p>
            <a:r>
              <a:rPr lang="fr-FR" smtClean="0"/>
              <a:t>8-  QUI FORMENT MES PUNCHLINES EMBOUTEILLAGE DE FLOW</a:t>
            </a:r>
          </a:p>
          <a:p>
            <a:r>
              <a:rPr lang="fr-FR" smtClean="0"/>
              <a:t>9-  SI L'ARGENT POUSSAIT DANS LES ARBRES</a:t>
            </a:r>
          </a:p>
          <a:p>
            <a:r>
              <a:rPr lang="fr-FR" smtClean="0"/>
              <a:t>10-  ON VIVRAIT TOUS DANS UNE FORÊT</a:t>
            </a:r>
          </a:p>
          <a:p>
            <a:r>
              <a:rPr lang="fr-FR" smtClean="0"/>
              <a:t>11-  LA TRONCONNEUSE SERAIT NOTRE ARME </a:t>
            </a:r>
          </a:p>
          <a:p>
            <a:r>
              <a:rPr lang="fr-FR" smtClean="0"/>
              <a:t>12-  CETTE JUNGLE DIRIGEE PAR DES TARZANS</a:t>
            </a:r>
          </a:p>
          <a:p>
            <a:r>
              <a:rPr lang="fr-FR" smtClean="0"/>
              <a:t>13-  INDÉCIS SE BALADANT DE LIANE EN LIANE, LES PARTISANS </a:t>
            </a:r>
          </a:p>
          <a:p>
            <a:r>
              <a:rPr lang="fr-FR" smtClean="0"/>
              <a:t>14-  QUAND TU TE TOURNES LES POUCES LES AUTRES DOIGTS S'ENNUIENT </a:t>
            </a:r>
          </a:p>
          <a:p>
            <a:r>
              <a:rPr lang="fr-FR" smtClean="0"/>
              <a:t>15-  QUAND LA JOURNÉE SE POUSSE ELLE FAIT PLACE À LA NUIT</a:t>
            </a:r>
          </a:p>
          <a:p>
            <a:r>
              <a:rPr lang="fr-FR" smtClean="0"/>
              <a:t>16-  LA TERRE NE CESSE DE TOURNER SANS AVOIR LE TOURNI</a:t>
            </a:r>
          </a:p>
          <a:p>
            <a:r>
              <a:rPr lang="fr-FR" smtClean="0"/>
              <a:t>17-  LE TEMPS PASSE MAIS LE PAYSAGE RESTE </a:t>
            </a:r>
          </a:p>
          <a:p>
            <a:r>
              <a:rPr lang="fr-FR" smtClean="0"/>
              <a:t>18-  CERTAINS ÉCRIVENT ENTRE LES LIGNES POUR MARQUER L'HISTOIRE </a:t>
            </a:r>
          </a:p>
          <a:p>
            <a:r>
              <a:rPr lang="fr-FR" smtClean="0"/>
              <a:t>19-  ET D'AUTRES LISENT ENTRE LES LIGNES POUR S'INVENTER UN AVENIR </a:t>
            </a:r>
          </a:p>
          <a:p>
            <a:endParaRPr lang="fr-FR" smtClean="0"/>
          </a:p>
          <a:p>
            <a:r>
              <a:rPr lang="fr-FR" smtClean="0"/>
              <a:t>	20-  PUNCH LINE  PUNCH STYLE 2 LA VÉRITÉ EST DANS MES PUNCH </a:t>
            </a:r>
          </a:p>
          <a:p>
            <a:r>
              <a:rPr lang="fr-FR" smtClean="0"/>
              <a:t>	21-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22-  LES VOLEURS PASSENT PAR LA FENÊTRE</a:t>
            </a:r>
          </a:p>
          <a:p>
            <a:r>
              <a:rPr lang="fr-FR" smtClean="0"/>
              <a:t>23-  MAIS PAR LES PORTES DE L'ENFER ILS Y ENTRENT LÉGALEMENT </a:t>
            </a:r>
          </a:p>
          <a:p>
            <a:r>
              <a:rPr lang="fr-FR" smtClean="0"/>
              <a:t>24-  TON HONNEUR COMMENCERA À RENAÎTRE LE JOUR OÙ LA HONTE</a:t>
            </a:r>
          </a:p>
          <a:p>
            <a:r>
              <a:rPr lang="fr-FR" smtClean="0"/>
              <a:t>25-  ET LE DÉSHONNEUR PERDRONT LEUR VIE SUBITEMENT</a:t>
            </a:r>
          </a:p>
          <a:p>
            <a:r>
              <a:rPr lang="fr-FR" smtClean="0"/>
              <a:t>26-  SI LA VÉRITÉ BLESSE ALORS LE MENSONGE TUE</a:t>
            </a:r>
          </a:p>
          <a:p>
            <a:r>
              <a:rPr lang="fr-FR" smtClean="0"/>
              <a:t>27-  LE BRUIT EST APPARU LE ROI DU SILENCE S'EST TU </a:t>
            </a:r>
          </a:p>
          <a:p>
            <a:r>
              <a:rPr lang="fr-FR" smtClean="0"/>
              <a:t>28-  J'AIME ÉCRIRE AVEC MA VOIX PARLER AVEC MON STYLO </a:t>
            </a:r>
          </a:p>
          <a:p>
            <a:r>
              <a:rPr lang="fr-FR" smtClean="0"/>
              <a:t>29-  MES PUNCHLINES T'EMMÈNE À LA RÉFLEXION COMME EN PHILO </a:t>
            </a:r>
          </a:p>
          <a:p>
            <a:r>
              <a:rPr lang="fr-FR" smtClean="0"/>
              <a:t>30-  APPELE MOI COCKTAIL SANS MOLOTOV</a:t>
            </a:r>
          </a:p>
          <a:p>
            <a:r>
              <a:rPr lang="fr-FR" smtClean="0"/>
              <a:t>31-  CAR JE SUIS DÉJÀ EN FEU MÊME EN MODE OFF</a:t>
            </a:r>
          </a:p>
          <a:p>
            <a:r>
              <a:rPr lang="fr-FR" smtClean="0"/>
              <a:t>32-  COMMENT BRÛLER LES ÉTAPES SANS AUCUN FEU C'EST ILLÉGAL</a:t>
            </a:r>
          </a:p>
          <a:p>
            <a:r>
              <a:rPr lang="fr-FR" smtClean="0"/>
              <a:t>33-  COMME L'OR ÉPROUVÉ SANS PASSER PAR LE FEU </a:t>
            </a:r>
          </a:p>
          <a:p>
            <a:r>
              <a:rPr lang="fr-FR" smtClean="0"/>
              <a:t>34-  SI LE CARDIOLOGUE ÉTAIT MON CONSEILLER JE VOUS ASSURE</a:t>
            </a:r>
          </a:p>
          <a:p>
            <a:r>
              <a:rPr lang="fr-FR" smtClean="0"/>
              <a:t>35-  JE LUI DIRAIS TOUT CE QUE J'AI SUR LE CŒUR </a:t>
            </a:r>
          </a:p>
          <a:p>
            <a:r>
              <a:rPr lang="fr-FR" smtClean="0"/>
              <a:t>36-  MALHEUR À L'HOMME QUI SE CONFIE EN L'HOMME </a:t>
            </a:r>
          </a:p>
          <a:p>
            <a:r>
              <a:rPr lang="fr-FR" smtClean="0"/>
              <a:t>37-  UNE FEMME PLUS UN HOMME : 3 SERAIT LA SOMME </a:t>
            </a:r>
          </a:p>
          <a:p>
            <a:endParaRPr lang="fr-FR" smtClean="0"/>
          </a:p>
          <a:p>
            <a:r>
              <a:rPr lang="fr-FR" smtClean="0"/>
              <a:t>	38-  PUNCH LINE  PUNCH STYLE LA VÉRITÉ EST DANS MES PUNCH </a:t>
            </a:r>
          </a:p>
          <a:p>
            <a:r>
              <a:rPr lang="fr-FR" smtClean="0"/>
              <a:t>	39-  LE MONDE DANS LEUR POCHE SEUL AU CIEL JE M'ACCROCHE</a:t>
            </a:r>
          </a:p>
          <a:p>
            <a:endParaRPr lang="fr-FR" smtClean="0"/>
          </a:p>
          <a:p>
            <a:r>
              <a:rPr lang="fr-FR" smtClean="0"/>
              <a:t>40-  ÊTRE DOS AU MUR, CE N'EST PAS GRAVE</a:t>
            </a:r>
          </a:p>
          <a:p>
            <a:r>
              <a:rPr lang="fr-FR" smtClean="0"/>
              <a:t>41-  LE SEUL  BUT DE CE MUR EST DE M'EMPECHER DE RECULER</a:t>
            </a:r>
          </a:p>
          <a:p>
            <a:r>
              <a:rPr lang="fr-FR" smtClean="0"/>
              <a:t>42-  DANS UNE ÉPREUVE NE RÉSISTENT QUE LES BRAVES</a:t>
            </a:r>
          </a:p>
          <a:p>
            <a:r>
              <a:rPr lang="fr-FR" smtClean="0"/>
              <a:t>43-  LES LÂCHES, LES TRAÎTRES NE SERONT JAMAIS ADULÉS </a:t>
            </a:r>
          </a:p>
          <a:p>
            <a:r>
              <a:rPr lang="fr-FR" smtClean="0"/>
              <a:t>44-  TON STYLE DE VIE ME DIT QUI TU ES</a:t>
            </a:r>
          </a:p>
          <a:p>
            <a:r>
              <a:rPr lang="fr-FR" smtClean="0"/>
              <a:t>45-  TA PIÈCE D'IDENTITÉ M'INDIQUE QUI TE HAIS </a:t>
            </a:r>
          </a:p>
          <a:p>
            <a:r>
              <a:rPr lang="fr-FR" smtClean="0"/>
              <a:t>46-  LE RACISME EST UNE VISION DE LA VIE OU TU NE VOIS QU'EN NOIR ET BLANC</a:t>
            </a:r>
          </a:p>
          <a:p>
            <a:r>
              <a:rPr lang="fr-FR" smtClean="0"/>
              <a:t>47-  COMME LES DOCUMENTAIRES NAZIS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EB736-5886-479B-B20F-B7BA7A7CA6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3BEF4-21AE-4833-8B62-D8A43B86F9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1E7F2-28DE-455D-A935-6CF37CD565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13B82-7608-4B25-8FB0-78CA9F38CF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2B427F-7EFC-42DE-895E-94641D9CF8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28DB3-2C29-4532-A489-321260F895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3ED4E-237B-4FDC-9B41-85F733020B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FFE6F-C077-4282-8C95-11BAF4C0CC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D9DA9-A5E9-4E4E-84E9-A43B5D955E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5D65F-0525-4C36-B3CA-8D97F03B83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01977-666C-4D66-99DC-305D63FF3E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ACFD84F-CEFC-4F4C-BC29-C355DE272D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PUNCHLINE, PUNCH STYLE 2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 LA VÉRITÉ EST DANS MES PUNCHS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LE MONDE DANS LEUR POCHE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 SEUL AU CIEL JE M'ACCROCHE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JE SUIS GÉNÉREUX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COMME LE DON D'ORGANE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J'AI LE CŒUR SUR LA 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ONÉREUSE EST LA PERTE D'ÂME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DES VALEURS DES PRINCIPES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MALHEUR EN PRINCIPE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N'EST PAS UNE ORDONNANCE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NOUS A ÉTÉ PRESCRITE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LA ROUTE DE L'ÉCRITURE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TROUVE UN CARAMBOLAGE DE MOTS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FORMENT MES PUNCHLINES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EMBOUTEILLAGE DE 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L'ARGENT POUSSAIT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ARBRES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VIVRAIT TOUS DANS UNE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FORÊT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TRONÇONNEUSE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SERAIT NOTRE ARME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JUNGLE DIRIGÉE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DES TARZANS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INDÉCIS SE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BALADANT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LIANE EN LIANE, LES PARTISANS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TE TOURNES LES POUCES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AUTRES DOIGTS S'ENNUIENT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JOURNÉE SE POUSSE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FAIT PLACE À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TERRE NE CESSE DE TOURNER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AVOIR LE TOURNIS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TEMPS PASSE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LE PAYSAGE RESTE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CERTAINS ÉCRIVENT ENTRE LES LIGNES POUR MARQUER L'HISTOIRE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D'AUTRES LISENT ENTRE LES LIGNES POUR S'INVENTER UN AVENIR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PUNCH LINE  PUNCH STYLE 2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LA VÉRITÉ EST DANS MES PUNCHS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MONDE DANS LEUR POCHE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SEUL AU CIEL JE M'ACCROCHE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VOLEURS PASSENT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LA FENÊTRE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PAR LES PORTES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L'ENFER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 ENTRENT LÉGALEMENT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HONNEUR COMMENCERA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RENAÎTRE LE JOUR OÙ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HONTE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DÉSHONNEUR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PERDRONT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SUBITEMENT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LA VÉRITÉ BLESSE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LE MENSONGE TUE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BRUIT EST APPARU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ROI DU SILENCE S'EST TU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J'AIME ÉCRIRE AVEC MA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PARLER AVEC MON STYLO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PUNCH LINES T'EMMÈNENT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LA RÉFLEXION COMME EN PHILO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APPELLE-MOI COCKTAIL SANS MOLOTOV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SUIS DÉJÀ EN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MODE 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BRÛLER LES ÉTAPES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AUCUN FEU C'EST ILLÉGAL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L'OR ÉPROUVÉ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PASSER PAR LE FEU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LE CARDIOLOGUE ÉTAIT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CONSEILLER JE VOUS ASSURE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DIRAIS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J'AI SUR LE CŒUR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MALHEUR À L'HOMME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SE CONFIE EN L'HOMME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FEMME PLUS UN HOMME :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3 SERAIT LA SOMME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PUNCH LINE  PUNCH STYLE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LA VÉRITÉ EST DANS MES PUNCHS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MONDE DANS LEUR POCHE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SEUL AU CIEL JE M'ACCROCHE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ÊTRE DOS AU MUR, CE N'EST PAS GRAVE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SEUL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M'EMPECHER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RECULER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UNE ÉPREUVE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RÉSISTENT QUE LES BRAVES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LÂCHES, LES TRAÎTRES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SERONT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ADULÉS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STYLE DE VIE ME DIT QUI TU 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PIÈCE D'IDENTITÉ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M'INDIQUE QUI TE HAIT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RACISME EST UNE VISION DE LA VIE OÙ TU NE VOIS QU'EN NOIR ET BLANC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LES DOCUMENTAIRES 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NAZIS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221</Words>
  <Application>Microsoft Office PowerPoint</Application>
  <PresentationFormat>On-screen Show (4:3)</PresentationFormat>
  <Paragraphs>4935</Paragraphs>
  <Slides>47</Slides>
  <Notes>47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2" baseType="lpstr">
      <vt:lpstr>Franklin Gothic Medium</vt:lpstr>
      <vt:lpstr>ＭＳ Ｐゴシック</vt:lpstr>
      <vt:lpstr>Arial</vt:lpstr>
      <vt:lpstr>Calibri</vt:lpstr>
      <vt:lpstr>Default Design</vt:lpstr>
      <vt:lpstr>PUNCHLINE, PUNCH STYLE 2  LA VÉRITÉ EST DANS MES PUNCHS</vt:lpstr>
      <vt:lpstr>LE MONDE DANS LEUR POCHE  SEUL AU CIEL JE M'ACCROCHE</vt:lpstr>
      <vt:lpstr>JE SUIS GÉNÉREUX COMME LE DON D'ORGANE</vt:lpstr>
      <vt:lpstr>CAR J'AI LE CŒUR SUR LA MAIN ONÉREUSE EST LA PERTE D'ÂME</vt:lpstr>
      <vt:lpstr>J'AI DES VALEURS DES PRINCIPES LE MALHEUR EN PRINCIPE</vt:lpstr>
      <vt:lpstr>N'EST PAS UNE ORDONNANCE QUI NOUS A ÉTÉ PRESCRITE</vt:lpstr>
      <vt:lpstr>SUR LA ROUTE DE L'ÉCRITURE SE TROUVE UN CARAMBOLAGE DE MOTS</vt:lpstr>
      <vt:lpstr>QUI FORMENT MES PUNCHLINES EMBOUTEILLAGE DE FLOW</vt:lpstr>
      <vt:lpstr>SI L'ARGENT POUSSAIT DANS LES ARBRES</vt:lpstr>
      <vt:lpstr>ON VIVRAIT TOUS DANS UNE FORÊT</vt:lpstr>
      <vt:lpstr>LA TRONÇONNEUSE SERAIT NOTRE ARME </vt:lpstr>
      <vt:lpstr>CETTE JUNGLE DIRIGÉE PAR DES TARZANS</vt:lpstr>
      <vt:lpstr>INDÉCIS SE BALADANT DE LIANE EN LIANE, LES PARTISANS </vt:lpstr>
      <vt:lpstr>QUAND TU TE TOURNES LES POUCES LES AUTRES DOIGTS S'ENNUIENT </vt:lpstr>
      <vt:lpstr>QUAND LA JOURNÉE SE POUSSE ELLE FAIT PLACE À LA NUIT</vt:lpstr>
      <vt:lpstr>LA TERRE NE CESSE DE TOURNER SANS AVOIR LE TOURNIS</vt:lpstr>
      <vt:lpstr>LE TEMPS PASSE MAIS LE PAYSAGE RESTE </vt:lpstr>
      <vt:lpstr>CERTAINS ÉCRIVENT ENTRE LES LIGNES POUR MARQUER L'HISTOIRE </vt:lpstr>
      <vt:lpstr>ET D'AUTRES LISENT ENTRE LES LIGNES POUR S'INVENTER UN AVENIR </vt:lpstr>
      <vt:lpstr>PUNCH LINE  PUNCH STYLE 2  LA VÉRITÉ EST DANS MES PUNCHS </vt:lpstr>
      <vt:lpstr>LE MONDE DANS LEUR POCHE  SEUL AU CIEL JE M'ACCROCHE</vt:lpstr>
      <vt:lpstr>LES VOLEURS PASSENT PAR LA FENÊTRE</vt:lpstr>
      <vt:lpstr>MAIS PAR LES PORTES DE L'ENFER ILS Y ENTRENT LÉGALEMENT </vt:lpstr>
      <vt:lpstr>TON HONNEUR COMMENCERA À RENAÎTRE LE JOUR OÙ LA HONTE</vt:lpstr>
      <vt:lpstr>ET LE DÉSHONNEUR PERDRONT LEUR VIE SUBITEMENT</vt:lpstr>
      <vt:lpstr>SI LA VÉRITÉ BLESSE ALORS LE MENSONGE TUE</vt:lpstr>
      <vt:lpstr>LE BRUIT EST APPARU LE ROI DU SILENCE S'EST TU </vt:lpstr>
      <vt:lpstr>J'AIME ÉCRIRE AVEC MA VOIX PARLER AVEC MON STYLO </vt:lpstr>
      <vt:lpstr>MES PUNCH LINES T'EMMÈNENT À LA RÉFLEXION COMME EN PHILO </vt:lpstr>
      <vt:lpstr>APPELLE-MOI COCKTAIL SANS MOLOTOV</vt:lpstr>
      <vt:lpstr>CAR JE SUIS DÉJÀ EN FEU MÊME EN MODE OFF</vt:lpstr>
      <vt:lpstr>COMMENT BRÛLER LES ÉTAPES SANS AUCUN FEU C'EST ILLÉGAL</vt:lpstr>
      <vt:lpstr>COMME L'OR ÉPROUVÉ SANS PASSER PAR LE FEU </vt:lpstr>
      <vt:lpstr>SI LE CARDIOLOGUE ÉTAIT MON CONSEILLER JE VOUS ASSURE</vt:lpstr>
      <vt:lpstr>JE LUI DIRAIS TOUT CE QUE J'AI SUR LE CŒUR </vt:lpstr>
      <vt:lpstr>MALHEUR À L'HOMME QUI SE CONFIE EN L'HOMME </vt:lpstr>
      <vt:lpstr>UNE FEMME PLUS UN HOMME : 3 SERAIT LA SOMME </vt:lpstr>
      <vt:lpstr>PUNCH LINE  PUNCH STYLE  LA VÉRITÉ EST DANS MES PUNCHS </vt:lpstr>
      <vt:lpstr>LE MONDE DANS LEUR POCHE SEUL AU CIEL JE M'ACCROCHE</vt:lpstr>
      <vt:lpstr>ÊTRE DOS AU MUR, CE N'EST PAS GRAVE</vt:lpstr>
      <vt:lpstr>LE SEUL BUT DE CE MUR EST DE M'EMPECHER DE RECULER</vt:lpstr>
      <vt:lpstr>DANS UNE ÉPREUVE NE RÉSISTENT QUE LES BRAVES</vt:lpstr>
      <vt:lpstr>LES LÂCHES, LES TRAÎTRES NE SERONT JAMAIS ADULÉS </vt:lpstr>
      <vt:lpstr>TON STYLE DE VIE ME DIT QUI TU ES</vt:lpstr>
      <vt:lpstr>TA PIÈCE D'IDENTITÉ M'INDIQUE QUI TE HAIT </vt:lpstr>
      <vt:lpstr>LE RACISME EST UNE VISION DE LA VIE OÙ TU NE VOIS QU'EN NOIR ET BLANC</vt:lpstr>
      <vt:lpstr>COMME LES DOCUMENTAIRES NAZIS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116</cp:revision>
  <dcterms:created xsi:type="dcterms:W3CDTF">2002-08-17T10:50:50Z</dcterms:created>
  <dcterms:modified xsi:type="dcterms:W3CDTF">2012-12-29T20:00:47Z</dcterms:modified>
</cp:coreProperties>
</file>