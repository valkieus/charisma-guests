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307" r:id="rId2"/>
    <p:sldId id="339" r:id="rId3"/>
    <p:sldId id="340" r:id="rId4"/>
    <p:sldId id="341" r:id="rId5"/>
    <p:sldId id="343" r:id="rId6"/>
    <p:sldId id="344" r:id="rId7"/>
    <p:sldId id="345" r:id="rId8"/>
    <p:sldId id="346" r:id="rId9"/>
    <p:sldId id="347" r:id="rId10"/>
    <p:sldId id="348" r:id="rId11"/>
    <p:sldId id="349" r:id="rId12"/>
    <p:sldId id="350" r:id="rId13"/>
    <p:sldId id="351" r:id="rId14"/>
    <p:sldId id="352" r:id="rId15"/>
    <p:sldId id="353" r:id="rId16"/>
    <p:sldId id="354" r:id="rId17"/>
    <p:sldId id="355" r:id="rId18"/>
    <p:sldId id="356" r:id="rId19"/>
    <p:sldId id="357" r:id="rId20"/>
    <p:sldId id="358" r:id="rId21"/>
    <p:sldId id="359" r:id="rId22"/>
    <p:sldId id="370" r:id="rId23"/>
    <p:sldId id="360" r:id="rId24"/>
    <p:sldId id="361" r:id="rId25"/>
    <p:sldId id="362" r:id="rId26"/>
    <p:sldId id="363" r:id="rId27"/>
    <p:sldId id="364" r:id="rId28"/>
    <p:sldId id="365" r:id="rId29"/>
    <p:sldId id="371" r:id="rId30"/>
    <p:sldId id="367" r:id="rId31"/>
    <p:sldId id="368" r:id="rId32"/>
    <p:sldId id="369" r:id="rId33"/>
    <p:sldId id="372" r:id="rId3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78" autoAdjust="0"/>
    <p:restoredTop sz="61812" autoAdjust="0"/>
  </p:normalViewPr>
  <p:slideViewPr>
    <p:cSldViewPr>
      <p:cViewPr varScale="1">
        <p:scale>
          <a:sx n="42" d="100"/>
          <a:sy n="42" d="100"/>
        </p:scale>
        <p:origin x="-29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2898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B3F5B9EC-19DA-4AF5-9739-C6B8295ED243}" type="datetimeFigureOut">
              <a:rPr lang="fr-FR"/>
              <a:pPr>
                <a:defRPr/>
              </a:pPr>
              <a:t>26/02/2018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dirty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F4794058-F2D4-4FF9-80DD-C76BD3D40675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z="600" smtClean="0"/>
              <a:t>1-  ON AMBIANCE, TOUT LE MONDE SUR LA PISTE 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2-  DESTINATION ON AMBIANCE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3-  LÈVES TES BRAS EN L'AIR SI TU KIFFES ÇA 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4-  TU VOULAIS BOUGER RESTES ICI TU VAS GOUTER DESTINATION, SI SI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5-  LE SON QUE T'APPRÉCIES TOUJOURS NET ET PRÉCIS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6-  VOICI LES MC SKARO   OMC   KOSSI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7-  POUR QUE LE SON PÈTE BOUGE, BOUGE,TA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8-  TOUS EN MODE FÊTE BOUGE, BOUGE 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9-  JEAN BASKETS BOUGE, BOUGE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10-  DESTINATION BOUGE, BOUGE TA TÊTE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11-  ON SE MET TOUS DANS L’AMBIANCE ON KIFF TOUS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12-  QUAND LE SON EST CADENCE COMME ÇA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13-  YO KA DANSE KON SA DROITE – GAUCHE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14-  MONTE LE SON J’AI CAPTÉ QUE LES GARS KIFFENT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15-  LES SPOTS T’AVEUGLENT T’EN A RIEN À FAIRE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16-  TU DOIS FAIRE TON BUZZ JE CONNAIS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17-  SUR CE SON DE DESTINATION :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18-  ON TAPE DES MOON WALK À LA MICHAEL JACKSON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19-  MÊME SI TU SAIS PAS, ESSAIE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20-  ON SE TAPE DES BARRES DE RIRE ON SE PERMET L’EXCES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21-  DESTINATION… TU BOUGES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22-  ON TE LAISSE MEME PAS LE CHOIX MEC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23-  ON BOOSTE TA FÊTE ! ON SE DÉFOULE TU TE DÉFILE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24-  ON BOUGE LA FOULE LES FAINÉANTS FILENT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25-  SI TU AIMES CE SON LADY LÈVE TES MAINS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26-  SI TU AIME CE SON MC BOUGE TES PIEDS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27-  PUISSANCE RIME AVEC AISANCE J.E.S.U.S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28-  SA PRÉSENCE, MA RÉFÉRENCE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29-  L'AMBIANCE OU TOUT LE MONDE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30-  LIBERTE, FRATERNITÉ ET LA RÉVÉRENCE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31-  BOUGES TA TÊTE, DESTINATION SUR LA VERSION, ATTENTION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32-  METS TA CASQUETTE ET GROOVE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33- C'EST SIMPLE EN POSITION SUR CE SON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ON AMBIANCE, TOUT LE MONDE SUR LA PISTE DE DANSE</a:t>
            </a:r>
          </a:p>
          <a:p>
            <a:r>
              <a:rPr lang="fr-FR" smtClean="0">
                <a:latin typeface="Franklin Gothic Medium" pitchFamily="-105" charset="0"/>
              </a:rPr>
              <a:t>2-  DESTINATION ON AMBIANCE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3-  LÈVES TES BRAS EN L'AIR SI TU KIFFES ÇA 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4-  TU VOULAIS BOUGER RESTES ICI TU VAS GOUTER DESTINATION, SI SI</a:t>
            </a:r>
          </a:p>
          <a:p>
            <a:r>
              <a:rPr lang="fr-FR" smtClean="0">
                <a:latin typeface="Franklin Gothic Medium" pitchFamily="-105" charset="0"/>
              </a:rPr>
              <a:t>5-  LE SON QUE T'APPRÉCIES TOUJOURS NET ET PRÉCIS</a:t>
            </a:r>
          </a:p>
          <a:p>
            <a:r>
              <a:rPr lang="fr-FR" smtClean="0">
                <a:latin typeface="Franklin Gothic Medium" pitchFamily="-105" charset="0"/>
              </a:rPr>
              <a:t>6-  VOICI LES MC SKARO   OMC   KOSSI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7-  POUR QUE LE SON PÈTE BOUGE, BOUGE,TA TÊTE</a:t>
            </a:r>
          </a:p>
          <a:p>
            <a:r>
              <a:rPr lang="fr-FR" smtClean="0">
                <a:latin typeface="Franklin Gothic Medium" pitchFamily="-105" charset="0"/>
              </a:rPr>
              <a:t>8-  TOUS EN MODE FÊTE BOUGE, BOUGE ,TA TÊTE</a:t>
            </a:r>
          </a:p>
          <a:p>
            <a:r>
              <a:rPr lang="fr-FR" smtClean="0">
                <a:latin typeface="Franklin Gothic Medium" pitchFamily="-105" charset="0"/>
              </a:rPr>
              <a:t>9-  JEAN BASKETS BOUGE, BOUGE TA TÊTE</a:t>
            </a:r>
          </a:p>
          <a:p>
            <a:r>
              <a:rPr lang="fr-FR" smtClean="0">
                <a:latin typeface="Franklin Gothic Medium" pitchFamily="-105" charset="0"/>
              </a:rPr>
              <a:t>10-  DESTINATION BOUGE, BOUGE TA TÊTE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11-  ON SE MET TOUS DANS L’AMBIANCE ON KIFF TOUS </a:t>
            </a:r>
          </a:p>
          <a:p>
            <a:r>
              <a:rPr lang="fr-FR" smtClean="0">
                <a:latin typeface="Franklin Gothic Medium" pitchFamily="-105" charset="0"/>
              </a:rPr>
              <a:t>12-  QUAND LE SON EST CADENCE COMME ÇA</a:t>
            </a:r>
          </a:p>
          <a:p>
            <a:r>
              <a:rPr lang="fr-FR" smtClean="0">
                <a:latin typeface="Franklin Gothic Medium" pitchFamily="-105" charset="0"/>
              </a:rPr>
              <a:t>13-  YO KA DANSE KON SA DROITE – GAUCHE</a:t>
            </a:r>
          </a:p>
          <a:p>
            <a:r>
              <a:rPr lang="fr-FR" smtClean="0">
                <a:latin typeface="Franklin Gothic Medium" pitchFamily="-105" charset="0"/>
              </a:rPr>
              <a:t>14-  MONTE LE SON J’AI CAPTÉ QUE LES GARS KIFFENT ÇA !</a:t>
            </a:r>
          </a:p>
          <a:p>
            <a:r>
              <a:rPr lang="fr-FR" smtClean="0">
                <a:latin typeface="Franklin Gothic Medium" pitchFamily="-105" charset="0"/>
              </a:rPr>
              <a:t>15-  LES SPOTS T’AVEUGLENT T’EN A RIEN À FAIRE</a:t>
            </a:r>
          </a:p>
          <a:p>
            <a:r>
              <a:rPr lang="fr-FR" smtClean="0">
                <a:latin typeface="Franklin Gothic Medium" pitchFamily="-105" charset="0"/>
              </a:rPr>
              <a:t>16-  TU DOIS FAIRE TON BUZZ JE CONNAIS ÇA !</a:t>
            </a:r>
          </a:p>
          <a:p>
            <a:r>
              <a:rPr lang="fr-FR" smtClean="0">
                <a:latin typeface="Franklin Gothic Medium" pitchFamily="-105" charset="0"/>
              </a:rPr>
              <a:t>17-  SUR CE SON DE DESTINATION :</a:t>
            </a:r>
          </a:p>
          <a:p>
            <a:r>
              <a:rPr lang="fr-FR" smtClean="0">
                <a:latin typeface="Franklin Gothic Medium" pitchFamily="-105" charset="0"/>
              </a:rPr>
              <a:t>18-  ON TAPE DES MOON WALK À LA MICHAEL JACKSON !</a:t>
            </a:r>
          </a:p>
          <a:p>
            <a:r>
              <a:rPr lang="fr-FR" smtClean="0">
                <a:latin typeface="Franklin Gothic Medium" pitchFamily="-105" charset="0"/>
              </a:rPr>
              <a:t>19-  MÊME SI TU SAIS PAS, ESSAIE</a:t>
            </a:r>
          </a:p>
          <a:p>
            <a:r>
              <a:rPr lang="fr-FR" smtClean="0">
                <a:latin typeface="Franklin Gothic Medium" pitchFamily="-105" charset="0"/>
              </a:rPr>
              <a:t>20-  ON SE TAPE DES BARRES DE RIRE ON SE PERMET L’EXCES </a:t>
            </a:r>
          </a:p>
          <a:p>
            <a:r>
              <a:rPr lang="fr-FR" smtClean="0">
                <a:latin typeface="Franklin Gothic Medium" pitchFamily="-105" charset="0"/>
              </a:rPr>
              <a:t>21-  DESTINATION… TU BOUGES TA TÊTE ON TE LAISSE MEME PAS LE CHOIX MEC</a:t>
            </a:r>
          </a:p>
          <a:p>
            <a:r>
              <a:rPr lang="fr-FR" smtClean="0">
                <a:latin typeface="Franklin Gothic Medium" pitchFamily="-105" charset="0"/>
              </a:rPr>
              <a:t>22-  ON BOOSTE TA FÊTE ! ON SE DÉFOULE TU TE DÉFILE</a:t>
            </a:r>
          </a:p>
          <a:p>
            <a:r>
              <a:rPr lang="fr-FR" smtClean="0">
                <a:latin typeface="Franklin Gothic Medium" pitchFamily="-105" charset="0"/>
              </a:rPr>
              <a:t>23-  ON BOUGE LA FOULE LES FAINÉANTS FILENT</a:t>
            </a:r>
          </a:p>
          <a:p>
            <a:r>
              <a:rPr lang="fr-FR" smtClean="0">
                <a:latin typeface="Franklin Gothic Medium" pitchFamily="-105" charset="0"/>
              </a:rPr>
              <a:t>24-  SI TU AIMES CE SON LADY LÈVE TES MAINS</a:t>
            </a:r>
          </a:p>
          <a:p>
            <a:r>
              <a:rPr lang="fr-FR" smtClean="0">
                <a:latin typeface="Franklin Gothic Medium" pitchFamily="-105" charset="0"/>
              </a:rPr>
              <a:t>25-  SI TU AIME CE SON MC BOUGE TES PIEDS</a:t>
            </a:r>
          </a:p>
          <a:p>
            <a:r>
              <a:rPr lang="fr-FR" smtClean="0">
                <a:latin typeface="Franklin Gothic Medium" pitchFamily="-105" charset="0"/>
              </a:rPr>
              <a:t>26-  PUISSANCE RIME AVEC AISANCE J.E.S.U.S</a:t>
            </a:r>
          </a:p>
          <a:p>
            <a:r>
              <a:rPr lang="fr-FR" smtClean="0">
                <a:latin typeface="Franklin Gothic Medium" pitchFamily="-105" charset="0"/>
              </a:rPr>
              <a:t>27-  SA PRÉSENCE, MA RÉFÉRENCE L'AMBIANCE OU TOUT LE MONDE DANSE</a:t>
            </a:r>
          </a:p>
          <a:p>
            <a:r>
              <a:rPr lang="fr-FR" smtClean="0">
                <a:latin typeface="Franklin Gothic Medium" pitchFamily="-105" charset="0"/>
              </a:rPr>
              <a:t>28-  LIBERTE, FRATERNITÉ ET LA RÉVÉRENCE</a:t>
            </a:r>
          </a:p>
          <a:p>
            <a:r>
              <a:rPr lang="fr-FR" smtClean="0">
                <a:latin typeface="Franklin Gothic Medium" pitchFamily="-105" charset="0"/>
              </a:rPr>
              <a:t>29-  BOUGES TA TÊTE, DESTINATION SUR LA VERSION, ATTENTION</a:t>
            </a:r>
          </a:p>
          <a:p>
            <a:r>
              <a:rPr lang="fr-FR" smtClean="0">
                <a:latin typeface="Franklin Gothic Medium" pitchFamily="-105" charset="0"/>
              </a:rPr>
              <a:t>30-  METS TA CASQUETTE ET GROOVE C'EST SIMPLE EN POSITION SUR CE SON</a:t>
            </a:r>
          </a:p>
          <a:p>
            <a:endParaRPr lang="fr-FR" smtClean="0">
              <a:latin typeface="Franklin Gothic Medium" pitchFamily="-105" charset="0"/>
            </a:endParaRP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z="600" smtClean="0"/>
              <a:t>1-  ON AMBIANCE, TOUT LE MONDE SUR LA PISTE 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2-  DESTINATION ON AMBIANCE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3-  LÈVES TES BRAS EN L'AIR SI TU KIFFES ÇA 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4-  TU VOULAIS BOUGER RESTES ICI TU VAS GOUTER DESTINATION, SI SI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5-  LE SON QUE T'APPRÉCIES TOUJOURS NET ET PRÉCIS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6-  VOICI LES MC SKARO   OMC   KOSSI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7-  POUR QUE LE SON PÈTE BOUGE, BOUGE,TA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8-  TOUS EN MODE FÊTE BOUGE, BOUGE 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9-  JEAN BASKETS BOUGE, BOUGE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10-  DESTINATION BOUGE, BOUGE TA TÊTE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11-  ON SE MET TOUS DANS L’AMBIANCE ON KIFF TOUS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12-  QUAND LE SON EST CADENCE COMME ÇA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13-  YO KA DANSE KON SA DROITE – GAUCHE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14-  MONTE LE SON J’AI CAPTÉ QUE LES GARS KIFFENT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15-  LES SPOTS T’AVEUGLENT T’EN A RIEN À FAIRE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16-  TU DOIS FAIRE TON BUZZ JE CONNAIS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17-  SUR CE SON DE DESTINATION :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18-  ON TAPE DES MOON WALK À LA MICHAEL JACKSON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19-  MÊME SI TU SAIS PAS, ESSAIE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20-  ON SE TAPE DES BARRES DE RIRE ON SE PERMET L’EXCES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21-  DESTINATION… TU BOUGES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22-  ON TE LAISSE MEME PAS LE CHOIX MEC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23-  ON BOOSTE TA FÊTE ! ON SE DÉFOULE TU TE DÉFILE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24-  ON BOUGE LA FOULE LES FAINÉANTS FILENT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25-  SI TU AIMES CE SON LADY LÈVE TES MAINS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26-  SI TU AIME CE SON MC BOUGE TES PIEDS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27-  PUISSANCE RIME AVEC AISANCE J.E.S.U.S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28-  SA PRÉSENCE, MA RÉFÉRENCE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29-  L'AMBIANCE OU TOUT LE MONDE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30-  LIBERTE, FRATERNITÉ ET LA RÉVÉRENCE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31-  BOUGES TA TÊTE, DESTINATION SUR LA VERSION, ATTENTION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32-  METS TA CASQUETTE ET GROOVE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33- C'EST SIMPLE EN POSITION SUR CE SON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ON AMBIANCE, TOUT LE MONDE SUR LA PISTE DE DANSE</a:t>
            </a:r>
          </a:p>
          <a:p>
            <a:r>
              <a:rPr lang="fr-FR" smtClean="0">
                <a:latin typeface="Franklin Gothic Medium" pitchFamily="-105" charset="0"/>
              </a:rPr>
              <a:t>2-  DESTINATION ON AMBIANCE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3-  LÈVES TES BRAS EN L'AIR SI TU KIFFES ÇA 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4-  TU VOULAIS BOUGER RESTES ICI TU VAS GOUTER DESTINATION, SI SI</a:t>
            </a:r>
          </a:p>
          <a:p>
            <a:r>
              <a:rPr lang="fr-FR" smtClean="0">
                <a:latin typeface="Franklin Gothic Medium" pitchFamily="-105" charset="0"/>
              </a:rPr>
              <a:t>5-  LE SON QUE T'APPRÉCIES TOUJOURS NET ET PRÉCIS</a:t>
            </a:r>
          </a:p>
          <a:p>
            <a:r>
              <a:rPr lang="fr-FR" smtClean="0">
                <a:latin typeface="Franklin Gothic Medium" pitchFamily="-105" charset="0"/>
              </a:rPr>
              <a:t>6-  VOICI LES MC SKARO   OMC   KOSSI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7-  POUR QUE LE SON PÈTE BOUGE, BOUGE,TA TÊTE</a:t>
            </a:r>
          </a:p>
          <a:p>
            <a:r>
              <a:rPr lang="fr-FR" smtClean="0">
                <a:latin typeface="Franklin Gothic Medium" pitchFamily="-105" charset="0"/>
              </a:rPr>
              <a:t>8-  TOUS EN MODE FÊTE BOUGE, BOUGE ,TA TÊTE</a:t>
            </a:r>
          </a:p>
          <a:p>
            <a:r>
              <a:rPr lang="fr-FR" smtClean="0">
                <a:latin typeface="Franklin Gothic Medium" pitchFamily="-105" charset="0"/>
              </a:rPr>
              <a:t>9-  JEAN BASKETS BOUGE, BOUGE TA TÊTE</a:t>
            </a:r>
          </a:p>
          <a:p>
            <a:r>
              <a:rPr lang="fr-FR" smtClean="0">
                <a:latin typeface="Franklin Gothic Medium" pitchFamily="-105" charset="0"/>
              </a:rPr>
              <a:t>10-  DESTINATION BOUGE, BOUGE TA TÊTE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11-  ON SE MET TOUS DANS L’AMBIANCE ON KIFF TOUS </a:t>
            </a:r>
          </a:p>
          <a:p>
            <a:r>
              <a:rPr lang="fr-FR" smtClean="0">
                <a:latin typeface="Franklin Gothic Medium" pitchFamily="-105" charset="0"/>
              </a:rPr>
              <a:t>12-  QUAND LE SON EST CADENCE COMME ÇA</a:t>
            </a:r>
          </a:p>
          <a:p>
            <a:r>
              <a:rPr lang="fr-FR" smtClean="0">
                <a:latin typeface="Franklin Gothic Medium" pitchFamily="-105" charset="0"/>
              </a:rPr>
              <a:t>13-  YO KA DANSE KON SA DROITE – GAUCHE</a:t>
            </a:r>
          </a:p>
          <a:p>
            <a:r>
              <a:rPr lang="fr-FR" smtClean="0">
                <a:latin typeface="Franklin Gothic Medium" pitchFamily="-105" charset="0"/>
              </a:rPr>
              <a:t>14-  MONTE LE SON J’AI CAPTÉ QUE LES GARS KIFFENT ÇA !</a:t>
            </a:r>
          </a:p>
          <a:p>
            <a:r>
              <a:rPr lang="fr-FR" smtClean="0">
                <a:latin typeface="Franklin Gothic Medium" pitchFamily="-105" charset="0"/>
              </a:rPr>
              <a:t>15-  LES SPOTS T’AVEUGLENT T’EN A RIEN À FAIRE</a:t>
            </a:r>
          </a:p>
          <a:p>
            <a:r>
              <a:rPr lang="fr-FR" smtClean="0">
                <a:latin typeface="Franklin Gothic Medium" pitchFamily="-105" charset="0"/>
              </a:rPr>
              <a:t>16-  TU DOIS FAIRE TON BUZZ JE CONNAIS ÇA !</a:t>
            </a:r>
          </a:p>
          <a:p>
            <a:r>
              <a:rPr lang="fr-FR" smtClean="0">
                <a:latin typeface="Franklin Gothic Medium" pitchFamily="-105" charset="0"/>
              </a:rPr>
              <a:t>17-  SUR CE SON DE DESTINATION :</a:t>
            </a:r>
          </a:p>
          <a:p>
            <a:r>
              <a:rPr lang="fr-FR" smtClean="0">
                <a:latin typeface="Franklin Gothic Medium" pitchFamily="-105" charset="0"/>
              </a:rPr>
              <a:t>18-  ON TAPE DES MOON WALK À LA MICHAEL JACKSON !</a:t>
            </a:r>
          </a:p>
          <a:p>
            <a:r>
              <a:rPr lang="fr-FR" smtClean="0">
                <a:latin typeface="Franklin Gothic Medium" pitchFamily="-105" charset="0"/>
              </a:rPr>
              <a:t>19-  MÊME SI TU SAIS PAS, ESSAIE</a:t>
            </a:r>
          </a:p>
          <a:p>
            <a:r>
              <a:rPr lang="fr-FR" smtClean="0">
                <a:latin typeface="Franklin Gothic Medium" pitchFamily="-105" charset="0"/>
              </a:rPr>
              <a:t>20-  ON SE TAPE DES BARRES DE RIRE ON SE PERMET L’EXCES </a:t>
            </a:r>
          </a:p>
          <a:p>
            <a:r>
              <a:rPr lang="fr-FR" smtClean="0">
                <a:latin typeface="Franklin Gothic Medium" pitchFamily="-105" charset="0"/>
              </a:rPr>
              <a:t>21-  DESTINATION… TU BOUGES TA TÊTE ON TE LAISSE MEME PAS LE CHOIX MEC</a:t>
            </a:r>
          </a:p>
          <a:p>
            <a:r>
              <a:rPr lang="fr-FR" smtClean="0">
                <a:latin typeface="Franklin Gothic Medium" pitchFamily="-105" charset="0"/>
              </a:rPr>
              <a:t>22-  ON BOOSTE TA FÊTE ! ON SE DÉFOULE TU TE DÉFILE</a:t>
            </a:r>
          </a:p>
          <a:p>
            <a:r>
              <a:rPr lang="fr-FR" smtClean="0">
                <a:latin typeface="Franklin Gothic Medium" pitchFamily="-105" charset="0"/>
              </a:rPr>
              <a:t>23-  ON BOUGE LA FOULE LES FAINÉANTS FILENT</a:t>
            </a:r>
          </a:p>
          <a:p>
            <a:r>
              <a:rPr lang="fr-FR" smtClean="0">
                <a:latin typeface="Franklin Gothic Medium" pitchFamily="-105" charset="0"/>
              </a:rPr>
              <a:t>24-  SI TU AIMES CE SON LADY LÈVE TES MAINS</a:t>
            </a:r>
          </a:p>
          <a:p>
            <a:r>
              <a:rPr lang="fr-FR" smtClean="0">
                <a:latin typeface="Franklin Gothic Medium" pitchFamily="-105" charset="0"/>
              </a:rPr>
              <a:t>25-  SI TU AIME CE SON MC BOUGE TES PIEDS</a:t>
            </a:r>
          </a:p>
          <a:p>
            <a:r>
              <a:rPr lang="fr-FR" smtClean="0">
                <a:latin typeface="Franklin Gothic Medium" pitchFamily="-105" charset="0"/>
              </a:rPr>
              <a:t>26-  PUISSANCE RIME AVEC AISANCE J.E.S.U.S</a:t>
            </a:r>
          </a:p>
          <a:p>
            <a:r>
              <a:rPr lang="fr-FR" smtClean="0">
                <a:latin typeface="Franklin Gothic Medium" pitchFamily="-105" charset="0"/>
              </a:rPr>
              <a:t>27-  SA PRÉSENCE, MA RÉFÉRENCE L'AMBIANCE OU TOUT LE MONDE DANSE</a:t>
            </a:r>
          </a:p>
          <a:p>
            <a:r>
              <a:rPr lang="fr-FR" smtClean="0">
                <a:latin typeface="Franklin Gothic Medium" pitchFamily="-105" charset="0"/>
              </a:rPr>
              <a:t>28-  LIBERTE, FRATERNITÉ ET LA RÉVÉRENCE</a:t>
            </a:r>
          </a:p>
          <a:p>
            <a:r>
              <a:rPr lang="fr-FR" smtClean="0">
                <a:latin typeface="Franklin Gothic Medium" pitchFamily="-105" charset="0"/>
              </a:rPr>
              <a:t>29-  BOUGES TA TÊTE, DESTINATION SUR LA VERSION, ATTENTION</a:t>
            </a:r>
          </a:p>
          <a:p>
            <a:r>
              <a:rPr lang="fr-FR" smtClean="0">
                <a:latin typeface="Franklin Gothic Medium" pitchFamily="-105" charset="0"/>
              </a:rPr>
              <a:t>30-  METS TA CASQUETTE ET GROOVE C'EST SIMPLE EN POSITION SUR CE SON</a:t>
            </a:r>
          </a:p>
          <a:p>
            <a:endParaRPr lang="fr-FR" smtClean="0">
              <a:latin typeface="Franklin Gothic Medium" pitchFamily="-105" charset="0"/>
            </a:endParaRP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z="600" smtClean="0"/>
              <a:t>1-  ON AMBIANCE, TOUT LE MONDE SUR LA PISTE 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2-  DESTINATION ON AMBIANCE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3-  LÈVES TES BRAS EN L'AIR SI TU KIFFES ÇA 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4-  TU VOULAIS BOUGER RESTES ICI TU VAS GOUTER DESTINATION, SI SI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5-  LE SON QUE T'APPRÉCIES TOUJOURS NET ET PRÉCIS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6-  VOICI LES MC SKARO   OMC   KOSSI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7-  POUR QUE LE SON PÈTE BOUGE, BOUGE,TA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8-  TOUS EN MODE FÊTE BOUGE, BOUGE 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9-  JEAN BASKETS BOUGE, BOUGE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10-  DESTINATION BOUGE, BOUGE TA TÊTE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11-  ON SE MET TOUS DANS L’AMBIANCE ON KIFF TOUS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12-  QUAND LE SON EST CADENCE COMME ÇA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13-  YO KA DANSE KON SA DROITE – GAUCHE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14-  MONTE LE SON J’AI CAPTÉ QUE LES GARS KIFFENT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15-  LES SPOTS T’AVEUGLENT T’EN A RIEN À FAIRE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16-  TU DOIS FAIRE TON BUZZ JE CONNAIS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17-  SUR CE SON DE DESTINATION :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18-  ON TAPE DES MOON WALK À LA MICHAEL JACKSON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19-  MÊME SI TU SAIS PAS, ESSAIE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20-  ON SE TAPE DES BARRES DE RIRE ON SE PERMET L’EXCES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21-  DESTINATION… TU BOUGES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22-  ON TE LAISSE MEME PAS LE CHOIX MEC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23-  ON BOOSTE TA FÊTE ! ON SE DÉFOULE TU TE DÉFILE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24-  ON BOUGE LA FOULE LES FAINÉANTS FILENT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25-  SI TU AIMES CE SON LADY LÈVE TES MAINS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26-  SI TU AIME CE SON MC BOUGE TES PIEDS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27-  PUISSANCE RIME AVEC AISANCE J.E.S.U.S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28-  SA PRÉSENCE, MA RÉFÉRENCE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29-  L'AMBIANCE OU TOUT LE MONDE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30-  LIBERTE, FRATERNITÉ ET LA RÉVÉRENCE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31-  BOUGES TA TÊTE, DESTINATION SUR LA VERSION, ATTENTION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32-  METS TA CASQUETTE ET GROOVE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33- C'EST SIMPLE EN POSITION SUR CE SON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ON AMBIANCE, TOUT LE MONDE SUR LA PISTE DE DANSE</a:t>
            </a:r>
          </a:p>
          <a:p>
            <a:r>
              <a:rPr lang="fr-FR" smtClean="0">
                <a:latin typeface="Franklin Gothic Medium" pitchFamily="-105" charset="0"/>
              </a:rPr>
              <a:t>2-  DESTINATION ON AMBIANCE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3-  LÈVES TES BRAS EN L'AIR SI TU KIFFES ÇA 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4-  TU VOULAIS BOUGER RESTES ICI TU VAS GOUTER DESTINATION, SI SI</a:t>
            </a:r>
          </a:p>
          <a:p>
            <a:r>
              <a:rPr lang="fr-FR" smtClean="0">
                <a:latin typeface="Franklin Gothic Medium" pitchFamily="-105" charset="0"/>
              </a:rPr>
              <a:t>5-  LE SON QUE T'APPRÉCIES TOUJOURS NET ET PRÉCIS</a:t>
            </a:r>
          </a:p>
          <a:p>
            <a:r>
              <a:rPr lang="fr-FR" smtClean="0">
                <a:latin typeface="Franklin Gothic Medium" pitchFamily="-105" charset="0"/>
              </a:rPr>
              <a:t>6-  VOICI LES MC SKARO   OMC   KOSSI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7-  POUR QUE LE SON PÈTE BOUGE, BOUGE,TA TÊTE</a:t>
            </a:r>
          </a:p>
          <a:p>
            <a:r>
              <a:rPr lang="fr-FR" smtClean="0">
                <a:latin typeface="Franklin Gothic Medium" pitchFamily="-105" charset="0"/>
              </a:rPr>
              <a:t>8-  TOUS EN MODE FÊTE BOUGE, BOUGE ,TA TÊTE</a:t>
            </a:r>
          </a:p>
          <a:p>
            <a:r>
              <a:rPr lang="fr-FR" smtClean="0">
                <a:latin typeface="Franklin Gothic Medium" pitchFamily="-105" charset="0"/>
              </a:rPr>
              <a:t>9-  JEAN BASKETS BOUGE, BOUGE TA TÊTE</a:t>
            </a:r>
          </a:p>
          <a:p>
            <a:r>
              <a:rPr lang="fr-FR" smtClean="0">
                <a:latin typeface="Franklin Gothic Medium" pitchFamily="-105" charset="0"/>
              </a:rPr>
              <a:t>10-  DESTINATION BOUGE, BOUGE TA TÊTE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11-  ON SE MET TOUS DANS L’AMBIANCE ON KIFF TOUS </a:t>
            </a:r>
          </a:p>
          <a:p>
            <a:r>
              <a:rPr lang="fr-FR" smtClean="0">
                <a:latin typeface="Franklin Gothic Medium" pitchFamily="-105" charset="0"/>
              </a:rPr>
              <a:t>12-  QUAND LE SON EST CADENCE COMME ÇA</a:t>
            </a:r>
          </a:p>
          <a:p>
            <a:r>
              <a:rPr lang="fr-FR" smtClean="0">
                <a:latin typeface="Franklin Gothic Medium" pitchFamily="-105" charset="0"/>
              </a:rPr>
              <a:t>13-  YO KA DANSE KON SA DROITE – GAUCHE</a:t>
            </a:r>
          </a:p>
          <a:p>
            <a:r>
              <a:rPr lang="fr-FR" smtClean="0">
                <a:latin typeface="Franklin Gothic Medium" pitchFamily="-105" charset="0"/>
              </a:rPr>
              <a:t>14-  MONTE LE SON J’AI CAPTÉ QUE LES GARS KIFFENT ÇA !</a:t>
            </a:r>
          </a:p>
          <a:p>
            <a:r>
              <a:rPr lang="fr-FR" smtClean="0">
                <a:latin typeface="Franklin Gothic Medium" pitchFamily="-105" charset="0"/>
              </a:rPr>
              <a:t>15-  LES SPOTS T’AVEUGLENT T’EN A RIEN À FAIRE</a:t>
            </a:r>
          </a:p>
          <a:p>
            <a:r>
              <a:rPr lang="fr-FR" smtClean="0">
                <a:latin typeface="Franklin Gothic Medium" pitchFamily="-105" charset="0"/>
              </a:rPr>
              <a:t>16-  TU DOIS FAIRE TON BUZZ JE CONNAIS ÇA !</a:t>
            </a:r>
          </a:p>
          <a:p>
            <a:r>
              <a:rPr lang="fr-FR" smtClean="0">
                <a:latin typeface="Franklin Gothic Medium" pitchFamily="-105" charset="0"/>
              </a:rPr>
              <a:t>17-  SUR CE SON DE DESTINATION :</a:t>
            </a:r>
          </a:p>
          <a:p>
            <a:r>
              <a:rPr lang="fr-FR" smtClean="0">
                <a:latin typeface="Franklin Gothic Medium" pitchFamily="-105" charset="0"/>
              </a:rPr>
              <a:t>18-  ON TAPE DES MOON WALK À LA MICHAEL JACKSON !</a:t>
            </a:r>
          </a:p>
          <a:p>
            <a:r>
              <a:rPr lang="fr-FR" smtClean="0">
                <a:latin typeface="Franklin Gothic Medium" pitchFamily="-105" charset="0"/>
              </a:rPr>
              <a:t>19-  MÊME SI TU SAIS PAS, ESSAIE</a:t>
            </a:r>
          </a:p>
          <a:p>
            <a:r>
              <a:rPr lang="fr-FR" smtClean="0">
                <a:latin typeface="Franklin Gothic Medium" pitchFamily="-105" charset="0"/>
              </a:rPr>
              <a:t>20-  ON SE TAPE DES BARRES DE RIRE ON SE PERMET L’EXCES </a:t>
            </a:r>
          </a:p>
          <a:p>
            <a:r>
              <a:rPr lang="fr-FR" smtClean="0">
                <a:latin typeface="Franklin Gothic Medium" pitchFamily="-105" charset="0"/>
              </a:rPr>
              <a:t>21-  DESTINATION… TU BOUGES TA TÊTE ON TE LAISSE MEME PAS LE CHOIX MEC</a:t>
            </a:r>
          </a:p>
          <a:p>
            <a:r>
              <a:rPr lang="fr-FR" smtClean="0">
                <a:latin typeface="Franklin Gothic Medium" pitchFamily="-105" charset="0"/>
              </a:rPr>
              <a:t>22-  ON BOOSTE TA FÊTE ! ON SE DÉFOULE TU TE DÉFILE</a:t>
            </a:r>
          </a:p>
          <a:p>
            <a:r>
              <a:rPr lang="fr-FR" smtClean="0">
                <a:latin typeface="Franklin Gothic Medium" pitchFamily="-105" charset="0"/>
              </a:rPr>
              <a:t>23-  ON BOUGE LA FOULE LES FAINÉANTS FILENT</a:t>
            </a:r>
          </a:p>
          <a:p>
            <a:r>
              <a:rPr lang="fr-FR" smtClean="0">
                <a:latin typeface="Franklin Gothic Medium" pitchFamily="-105" charset="0"/>
              </a:rPr>
              <a:t>24-  SI TU AIMES CE SON LADY LÈVE TES MAINS</a:t>
            </a:r>
          </a:p>
          <a:p>
            <a:r>
              <a:rPr lang="fr-FR" smtClean="0">
                <a:latin typeface="Franklin Gothic Medium" pitchFamily="-105" charset="0"/>
              </a:rPr>
              <a:t>25-  SI TU AIME CE SON MC BOUGE TES PIEDS</a:t>
            </a:r>
          </a:p>
          <a:p>
            <a:r>
              <a:rPr lang="fr-FR" smtClean="0">
                <a:latin typeface="Franklin Gothic Medium" pitchFamily="-105" charset="0"/>
              </a:rPr>
              <a:t>26-  PUISSANCE RIME AVEC AISANCE J.E.S.U.S</a:t>
            </a:r>
          </a:p>
          <a:p>
            <a:r>
              <a:rPr lang="fr-FR" smtClean="0">
                <a:latin typeface="Franklin Gothic Medium" pitchFamily="-105" charset="0"/>
              </a:rPr>
              <a:t>27-  SA PRÉSENCE, MA RÉFÉRENCE L'AMBIANCE OU TOUT LE MONDE DANSE</a:t>
            </a:r>
          </a:p>
          <a:p>
            <a:r>
              <a:rPr lang="fr-FR" smtClean="0">
                <a:latin typeface="Franklin Gothic Medium" pitchFamily="-105" charset="0"/>
              </a:rPr>
              <a:t>28-  LIBERTE, FRATERNITÉ ET LA RÉVÉRENCE</a:t>
            </a:r>
          </a:p>
          <a:p>
            <a:r>
              <a:rPr lang="fr-FR" smtClean="0">
                <a:latin typeface="Franklin Gothic Medium" pitchFamily="-105" charset="0"/>
              </a:rPr>
              <a:t>29-  BOUGES TA TÊTE, DESTINATION SUR LA VERSION, ATTENTION</a:t>
            </a:r>
          </a:p>
          <a:p>
            <a:r>
              <a:rPr lang="fr-FR" smtClean="0">
                <a:latin typeface="Franklin Gothic Medium" pitchFamily="-105" charset="0"/>
              </a:rPr>
              <a:t>30-  METS TA CASQUETTE ET GROOVE C'EST SIMPLE EN POSITION SUR CE SON</a:t>
            </a:r>
          </a:p>
          <a:p>
            <a:endParaRPr lang="fr-FR" smtClean="0">
              <a:latin typeface="Franklin Gothic Medium" pitchFamily="-105" charset="0"/>
            </a:endParaRP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z="600" smtClean="0"/>
              <a:t>1-  ON AMBIANCE, TOUT LE MONDE SUR LA PISTE 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2-  DESTINATION ON AMBIANCE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3-  LÈVES TES BRAS EN L'AIR SI TU KIFFES ÇA 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4-  TU VOULAIS BOUGER RESTES ICI TU VAS GOUTER DESTINATION, SI SI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5-  LE SON QUE T'APPRÉCIES TOUJOURS NET ET PRÉCIS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6-  VOICI LES MC SKARO   OMC   KOSSI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7-  POUR QUE LE SON PÈTE BOUGE, BOUGE,TA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8-  TOUS EN MODE FÊTE BOUGE, BOUGE 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9-  JEAN BASKETS BOUGE, BOUGE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10-  DESTINATION BOUGE, BOUGE TA TÊTE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11-  ON SE MET TOUS DANS L’AMBIANCE ON KIFF TOUS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12-  QUAND LE SON EST CADENCE COMME ÇA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13-  YO KA DANSE KON SA DROITE – GAUCHE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14-  MONTE LE SON J’AI CAPTÉ QUE LES GARS KIFFENT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15-  LES SPOTS T’AVEUGLENT T’EN A RIEN À FAIRE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16-  TU DOIS FAIRE TON BUZZ JE CONNAIS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17-  SUR CE SON DE DESTINATION :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18-  ON TAPE DES MOON WALK À LA MICHAEL JACKSON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19-  MÊME SI TU SAIS PAS, ESSAIE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20-  ON SE TAPE DES BARRES DE RIRE ON SE PERMET L’EXCES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21-  DESTINATION… TU BOUGES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22-  ON TE LAISSE MEME PAS LE CHOIX MEC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23-  ON BOOSTE TA FÊTE ! ON SE DÉFOULE TU TE DÉFILE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24-  ON BOUGE LA FOULE LES FAINÉANTS FILENT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25-  SI TU AIMES CE SON LADY LÈVE TES MAINS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26-  SI TU AIME CE SON MC BOUGE TES PIEDS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27-  PUISSANCE RIME AVEC AISANCE J.E.S.U.S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28-  SA PRÉSENCE, MA RÉFÉRENCE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29-  L'AMBIANCE OU TOUT LE MONDE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30-  LIBERTE, FRATERNITÉ ET LA RÉVÉRENCE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31-  BOUGES TA TÊTE, DESTINATION SUR LA VERSION, ATTENTION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32-  METS TA CASQUETTE ET GROOVE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33- C'EST SIMPLE EN POSITION SUR CE SON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ON AMBIANCE, TOUT LE MONDE SUR LA PISTE DE DANSE</a:t>
            </a:r>
          </a:p>
          <a:p>
            <a:r>
              <a:rPr lang="fr-FR" smtClean="0">
                <a:latin typeface="Franklin Gothic Medium" pitchFamily="-105" charset="0"/>
              </a:rPr>
              <a:t>2-  DESTINATION ON AMBIANCE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3-  LÈVES TES BRAS EN L'AIR SI TU KIFFES ÇA 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4-  TU VOULAIS BOUGER RESTES ICI TU VAS GOUTER DESTINATION, SI SI</a:t>
            </a:r>
          </a:p>
          <a:p>
            <a:r>
              <a:rPr lang="fr-FR" smtClean="0">
                <a:latin typeface="Franklin Gothic Medium" pitchFamily="-105" charset="0"/>
              </a:rPr>
              <a:t>5-  LE SON QUE T'APPRÉCIES TOUJOURS NET ET PRÉCIS</a:t>
            </a:r>
          </a:p>
          <a:p>
            <a:r>
              <a:rPr lang="fr-FR" smtClean="0">
                <a:latin typeface="Franklin Gothic Medium" pitchFamily="-105" charset="0"/>
              </a:rPr>
              <a:t>6-  VOICI LES MC SKARO   OMC   KOSSI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7-  POUR QUE LE SON PÈTE BOUGE, BOUGE,TA TÊTE</a:t>
            </a:r>
          </a:p>
          <a:p>
            <a:r>
              <a:rPr lang="fr-FR" smtClean="0">
                <a:latin typeface="Franklin Gothic Medium" pitchFamily="-105" charset="0"/>
              </a:rPr>
              <a:t>8-  TOUS EN MODE FÊTE BOUGE, BOUGE ,TA TÊTE</a:t>
            </a:r>
          </a:p>
          <a:p>
            <a:r>
              <a:rPr lang="fr-FR" smtClean="0">
                <a:latin typeface="Franklin Gothic Medium" pitchFamily="-105" charset="0"/>
              </a:rPr>
              <a:t>9-  JEAN BASKETS BOUGE, BOUGE TA TÊTE</a:t>
            </a:r>
          </a:p>
          <a:p>
            <a:r>
              <a:rPr lang="fr-FR" smtClean="0">
                <a:latin typeface="Franklin Gothic Medium" pitchFamily="-105" charset="0"/>
              </a:rPr>
              <a:t>10-  DESTINATION BOUGE, BOUGE TA TÊTE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11-  ON SE MET TOUS DANS L’AMBIANCE ON KIFF TOUS </a:t>
            </a:r>
          </a:p>
          <a:p>
            <a:r>
              <a:rPr lang="fr-FR" smtClean="0">
                <a:latin typeface="Franklin Gothic Medium" pitchFamily="-105" charset="0"/>
              </a:rPr>
              <a:t>12-  QUAND LE SON EST CADENCE COMME ÇA</a:t>
            </a:r>
          </a:p>
          <a:p>
            <a:r>
              <a:rPr lang="fr-FR" smtClean="0">
                <a:latin typeface="Franklin Gothic Medium" pitchFamily="-105" charset="0"/>
              </a:rPr>
              <a:t>13-  YO KA DANSE KON SA DROITE – GAUCHE</a:t>
            </a:r>
          </a:p>
          <a:p>
            <a:r>
              <a:rPr lang="fr-FR" smtClean="0">
                <a:latin typeface="Franklin Gothic Medium" pitchFamily="-105" charset="0"/>
              </a:rPr>
              <a:t>14-  MONTE LE SON J’AI CAPTÉ QUE LES GARS KIFFENT ÇA !</a:t>
            </a:r>
          </a:p>
          <a:p>
            <a:r>
              <a:rPr lang="fr-FR" smtClean="0">
                <a:latin typeface="Franklin Gothic Medium" pitchFamily="-105" charset="0"/>
              </a:rPr>
              <a:t>15-  LES SPOTS T’AVEUGLENT T’EN A RIEN À FAIRE</a:t>
            </a:r>
          </a:p>
          <a:p>
            <a:r>
              <a:rPr lang="fr-FR" smtClean="0">
                <a:latin typeface="Franklin Gothic Medium" pitchFamily="-105" charset="0"/>
              </a:rPr>
              <a:t>16-  TU DOIS FAIRE TON BUZZ JE CONNAIS ÇA !</a:t>
            </a:r>
          </a:p>
          <a:p>
            <a:r>
              <a:rPr lang="fr-FR" smtClean="0">
                <a:latin typeface="Franklin Gothic Medium" pitchFamily="-105" charset="0"/>
              </a:rPr>
              <a:t>17-  SUR CE SON DE DESTINATION :</a:t>
            </a:r>
          </a:p>
          <a:p>
            <a:r>
              <a:rPr lang="fr-FR" smtClean="0">
                <a:latin typeface="Franklin Gothic Medium" pitchFamily="-105" charset="0"/>
              </a:rPr>
              <a:t>18-  ON TAPE DES MOON WALK À LA MICHAEL JACKSON !</a:t>
            </a:r>
          </a:p>
          <a:p>
            <a:r>
              <a:rPr lang="fr-FR" smtClean="0">
                <a:latin typeface="Franklin Gothic Medium" pitchFamily="-105" charset="0"/>
              </a:rPr>
              <a:t>19-  MÊME SI TU SAIS PAS, ESSAIE</a:t>
            </a:r>
          </a:p>
          <a:p>
            <a:r>
              <a:rPr lang="fr-FR" smtClean="0">
                <a:latin typeface="Franklin Gothic Medium" pitchFamily="-105" charset="0"/>
              </a:rPr>
              <a:t>20-  ON SE TAPE DES BARRES DE RIRE ON SE PERMET L’EXCES </a:t>
            </a:r>
          </a:p>
          <a:p>
            <a:r>
              <a:rPr lang="fr-FR" smtClean="0">
                <a:latin typeface="Franklin Gothic Medium" pitchFamily="-105" charset="0"/>
              </a:rPr>
              <a:t>21-  DESTINATION… TU BOUGES TA TÊTE ON TE LAISSE MEME PAS LE CHOIX MEC</a:t>
            </a:r>
          </a:p>
          <a:p>
            <a:r>
              <a:rPr lang="fr-FR" smtClean="0">
                <a:latin typeface="Franklin Gothic Medium" pitchFamily="-105" charset="0"/>
              </a:rPr>
              <a:t>22-  ON BOOSTE TA FÊTE ! ON SE DÉFOULE TU TE DÉFILE</a:t>
            </a:r>
          </a:p>
          <a:p>
            <a:r>
              <a:rPr lang="fr-FR" smtClean="0">
                <a:latin typeface="Franklin Gothic Medium" pitchFamily="-105" charset="0"/>
              </a:rPr>
              <a:t>23-  ON BOUGE LA FOULE LES FAINÉANTS FILENT</a:t>
            </a:r>
          </a:p>
          <a:p>
            <a:r>
              <a:rPr lang="fr-FR" smtClean="0">
                <a:latin typeface="Franklin Gothic Medium" pitchFamily="-105" charset="0"/>
              </a:rPr>
              <a:t>24-  SI TU AIMES CE SON LADY LÈVE TES MAINS</a:t>
            </a:r>
          </a:p>
          <a:p>
            <a:r>
              <a:rPr lang="fr-FR" smtClean="0">
                <a:latin typeface="Franklin Gothic Medium" pitchFamily="-105" charset="0"/>
              </a:rPr>
              <a:t>25-  SI TU AIME CE SON MC BOUGE TES PIEDS</a:t>
            </a:r>
          </a:p>
          <a:p>
            <a:r>
              <a:rPr lang="fr-FR" smtClean="0">
                <a:latin typeface="Franklin Gothic Medium" pitchFamily="-105" charset="0"/>
              </a:rPr>
              <a:t>26-  PUISSANCE RIME AVEC AISANCE J.E.S.U.S</a:t>
            </a:r>
          </a:p>
          <a:p>
            <a:r>
              <a:rPr lang="fr-FR" smtClean="0">
                <a:latin typeface="Franklin Gothic Medium" pitchFamily="-105" charset="0"/>
              </a:rPr>
              <a:t>27-  SA PRÉSENCE, MA RÉFÉRENCE L'AMBIANCE OU TOUT LE MONDE DANSE</a:t>
            </a:r>
          </a:p>
          <a:p>
            <a:r>
              <a:rPr lang="fr-FR" smtClean="0">
                <a:latin typeface="Franklin Gothic Medium" pitchFamily="-105" charset="0"/>
              </a:rPr>
              <a:t>28-  LIBERTE, FRATERNITÉ ET LA RÉVÉRENCE</a:t>
            </a:r>
          </a:p>
          <a:p>
            <a:r>
              <a:rPr lang="fr-FR" smtClean="0">
                <a:latin typeface="Franklin Gothic Medium" pitchFamily="-105" charset="0"/>
              </a:rPr>
              <a:t>29-  BOUGES TA TÊTE, DESTINATION SUR LA VERSION, ATTENTION</a:t>
            </a:r>
          </a:p>
          <a:p>
            <a:r>
              <a:rPr lang="fr-FR" smtClean="0">
                <a:latin typeface="Franklin Gothic Medium" pitchFamily="-105" charset="0"/>
              </a:rPr>
              <a:t>30-  METS TA CASQUETTE ET GROOVE C'EST SIMPLE EN POSITION SUR CE SON</a:t>
            </a:r>
          </a:p>
          <a:p>
            <a:endParaRPr lang="fr-FR" smtClean="0">
              <a:latin typeface="Franklin Gothic Medium" pitchFamily="-105" charset="0"/>
            </a:endParaRP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z="600" smtClean="0"/>
              <a:t>1-  ON AMBIANCE, TOUT LE MONDE SUR LA PISTE 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2-  DESTINATION ON AMBIANCE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3-  LÈVES TES BRAS EN L'AIR SI TU KIFFES ÇA 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4-  TU VOULAIS BOUGER RESTES ICI TU VAS GOUTER DESTINATION, SI SI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5-  LE SON QUE T'APPRÉCIES TOUJOURS NET ET PRÉCIS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6-  VOICI LES MC SKARO   OMC   KOSSI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7-  POUR QUE LE SON PÈTE BOUGE, BOUGE,TA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8-  TOUS EN MODE FÊTE BOUGE, BOUGE 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9-  JEAN BASKETS BOUGE, BOUGE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10-  DESTINATION BOUGE, BOUGE TA TÊTE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11-  ON SE MET TOUS DANS L’AMBIANCE ON KIFF TOUS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12-  QUAND LE SON EST CADENCE COMME ÇA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13-  YO KA DANSE KON SA DROITE – GAUCHE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14-  MONTE LE SON J’AI CAPTÉ QUE LES GARS KIFFENT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15-  LES SPOTS T’AVEUGLENT T’EN A RIEN À FAIRE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16-  TU DOIS FAIRE TON BUZZ JE CONNAIS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17-  SUR CE SON DE DESTINATION :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18-  ON TAPE DES MOON WALK À LA MICHAEL JACKSON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19-  MÊME SI TU SAIS PAS, ESSAIE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20-  ON SE TAPE DES BARRES DE RIRE ON SE PERMET L’EXCES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21-  DESTINATION… TU BOUGES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22-  ON TE LAISSE MEME PAS LE CHOIX MEC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23-  ON BOOSTE TA FÊTE ! ON SE DÉFOULE TU TE DÉFILE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24-  ON BOUGE LA FOULE LES FAINÉANTS FILENT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25-  SI TU AIMES CE SON LADY LÈVE TES MAINS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26-  SI TU AIME CE SON MC BOUGE TES PIEDS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27-  PUISSANCE RIME AVEC AISANCE J.E.S.U.S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28-  SA PRÉSENCE, MA RÉFÉRENCE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29-  L'AMBIANCE OU TOUT LE MONDE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30-  LIBERTE, FRATERNITÉ ET LA RÉVÉRENCE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31-  BOUGES TA TÊTE, DESTINATION SUR LA VERSION, ATTENTION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32-  METS TA CASQUETTE ET GROOVE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33- C'EST SIMPLE EN POSITION SUR CE SON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ON AMBIANCE, TOUT LE MONDE SUR LA PISTE DE DANSE</a:t>
            </a:r>
          </a:p>
          <a:p>
            <a:r>
              <a:rPr lang="fr-FR" smtClean="0">
                <a:latin typeface="Franklin Gothic Medium" pitchFamily="-105" charset="0"/>
              </a:rPr>
              <a:t>2-  DESTINATION ON AMBIANCE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3-  LÈVES TES BRAS EN L'AIR SI TU KIFFES ÇA 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4-  TU VOULAIS BOUGER RESTES ICI TU VAS GOUTER DESTINATION, SI SI</a:t>
            </a:r>
          </a:p>
          <a:p>
            <a:r>
              <a:rPr lang="fr-FR" smtClean="0">
                <a:latin typeface="Franklin Gothic Medium" pitchFamily="-105" charset="0"/>
              </a:rPr>
              <a:t>5-  LE SON QUE T'APPRÉCIES TOUJOURS NET ET PRÉCIS</a:t>
            </a:r>
          </a:p>
          <a:p>
            <a:r>
              <a:rPr lang="fr-FR" smtClean="0">
                <a:latin typeface="Franklin Gothic Medium" pitchFamily="-105" charset="0"/>
              </a:rPr>
              <a:t>6-  VOICI LES MC SKARO   OMC   KOSSI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7-  POUR QUE LE SON PÈTE BOUGE, BOUGE,TA TÊTE</a:t>
            </a:r>
          </a:p>
          <a:p>
            <a:r>
              <a:rPr lang="fr-FR" smtClean="0">
                <a:latin typeface="Franklin Gothic Medium" pitchFamily="-105" charset="0"/>
              </a:rPr>
              <a:t>8-  TOUS EN MODE FÊTE BOUGE, BOUGE ,TA TÊTE</a:t>
            </a:r>
          </a:p>
          <a:p>
            <a:r>
              <a:rPr lang="fr-FR" smtClean="0">
                <a:latin typeface="Franklin Gothic Medium" pitchFamily="-105" charset="0"/>
              </a:rPr>
              <a:t>9-  JEAN BASKETS BOUGE, BOUGE TA TÊTE</a:t>
            </a:r>
          </a:p>
          <a:p>
            <a:r>
              <a:rPr lang="fr-FR" smtClean="0">
                <a:latin typeface="Franklin Gothic Medium" pitchFamily="-105" charset="0"/>
              </a:rPr>
              <a:t>10-  DESTINATION BOUGE, BOUGE TA TÊTE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11-  ON SE MET TOUS DANS L’AMBIANCE ON KIFF TOUS </a:t>
            </a:r>
          </a:p>
          <a:p>
            <a:r>
              <a:rPr lang="fr-FR" smtClean="0">
                <a:latin typeface="Franklin Gothic Medium" pitchFamily="-105" charset="0"/>
              </a:rPr>
              <a:t>12-  QUAND LE SON EST CADENCE COMME ÇA</a:t>
            </a:r>
          </a:p>
          <a:p>
            <a:r>
              <a:rPr lang="fr-FR" smtClean="0">
                <a:latin typeface="Franklin Gothic Medium" pitchFamily="-105" charset="0"/>
              </a:rPr>
              <a:t>13-  YO KA DANSE KON SA DROITE – GAUCHE</a:t>
            </a:r>
          </a:p>
          <a:p>
            <a:r>
              <a:rPr lang="fr-FR" smtClean="0">
                <a:latin typeface="Franklin Gothic Medium" pitchFamily="-105" charset="0"/>
              </a:rPr>
              <a:t>14-  MONTE LE SON J’AI CAPTÉ QUE LES GARS KIFFENT ÇA !</a:t>
            </a:r>
          </a:p>
          <a:p>
            <a:r>
              <a:rPr lang="fr-FR" smtClean="0">
                <a:latin typeface="Franklin Gothic Medium" pitchFamily="-105" charset="0"/>
              </a:rPr>
              <a:t>15-  LES SPOTS T’AVEUGLENT T’EN A RIEN À FAIRE</a:t>
            </a:r>
          </a:p>
          <a:p>
            <a:r>
              <a:rPr lang="fr-FR" smtClean="0">
                <a:latin typeface="Franklin Gothic Medium" pitchFamily="-105" charset="0"/>
              </a:rPr>
              <a:t>16-  TU DOIS FAIRE TON BUZZ JE CONNAIS ÇA !</a:t>
            </a:r>
          </a:p>
          <a:p>
            <a:r>
              <a:rPr lang="fr-FR" smtClean="0">
                <a:latin typeface="Franklin Gothic Medium" pitchFamily="-105" charset="0"/>
              </a:rPr>
              <a:t>17-  SUR CE SON DE DESTINATION :</a:t>
            </a:r>
          </a:p>
          <a:p>
            <a:r>
              <a:rPr lang="fr-FR" smtClean="0">
                <a:latin typeface="Franklin Gothic Medium" pitchFamily="-105" charset="0"/>
              </a:rPr>
              <a:t>18-  ON TAPE DES MOON WALK À LA MICHAEL JACKSON !</a:t>
            </a:r>
          </a:p>
          <a:p>
            <a:r>
              <a:rPr lang="fr-FR" smtClean="0">
                <a:latin typeface="Franklin Gothic Medium" pitchFamily="-105" charset="0"/>
              </a:rPr>
              <a:t>19-  MÊME SI TU SAIS PAS, ESSAIE</a:t>
            </a:r>
          </a:p>
          <a:p>
            <a:r>
              <a:rPr lang="fr-FR" smtClean="0">
                <a:latin typeface="Franklin Gothic Medium" pitchFamily="-105" charset="0"/>
              </a:rPr>
              <a:t>20-  ON SE TAPE DES BARRES DE RIRE ON SE PERMET L’EXCES </a:t>
            </a:r>
          </a:p>
          <a:p>
            <a:r>
              <a:rPr lang="fr-FR" smtClean="0">
                <a:latin typeface="Franklin Gothic Medium" pitchFamily="-105" charset="0"/>
              </a:rPr>
              <a:t>21-  DESTINATION… TU BOUGES TA TÊTE ON TE LAISSE MEME PAS LE CHOIX MEC</a:t>
            </a:r>
          </a:p>
          <a:p>
            <a:r>
              <a:rPr lang="fr-FR" smtClean="0">
                <a:latin typeface="Franklin Gothic Medium" pitchFamily="-105" charset="0"/>
              </a:rPr>
              <a:t>22-  ON BOOSTE TA FÊTE ! ON SE DÉFOULE TU TE DÉFILE</a:t>
            </a:r>
          </a:p>
          <a:p>
            <a:r>
              <a:rPr lang="fr-FR" smtClean="0">
                <a:latin typeface="Franklin Gothic Medium" pitchFamily="-105" charset="0"/>
              </a:rPr>
              <a:t>23-  ON BOUGE LA FOULE LES FAINÉANTS FILENT</a:t>
            </a:r>
          </a:p>
          <a:p>
            <a:r>
              <a:rPr lang="fr-FR" smtClean="0">
                <a:latin typeface="Franklin Gothic Medium" pitchFamily="-105" charset="0"/>
              </a:rPr>
              <a:t>24-  SI TU AIMES CE SON LADY LÈVE TES MAINS</a:t>
            </a:r>
          </a:p>
          <a:p>
            <a:r>
              <a:rPr lang="fr-FR" smtClean="0">
                <a:latin typeface="Franklin Gothic Medium" pitchFamily="-105" charset="0"/>
              </a:rPr>
              <a:t>25-  SI TU AIME CE SON MC BOUGE TES PIEDS</a:t>
            </a:r>
          </a:p>
          <a:p>
            <a:r>
              <a:rPr lang="fr-FR" smtClean="0">
                <a:latin typeface="Franklin Gothic Medium" pitchFamily="-105" charset="0"/>
              </a:rPr>
              <a:t>26-  PUISSANCE RIME AVEC AISANCE J.E.S.U.S</a:t>
            </a:r>
          </a:p>
          <a:p>
            <a:r>
              <a:rPr lang="fr-FR" smtClean="0">
                <a:latin typeface="Franklin Gothic Medium" pitchFamily="-105" charset="0"/>
              </a:rPr>
              <a:t>27-  SA PRÉSENCE, MA RÉFÉRENCE L'AMBIANCE OU TOUT LE MONDE DANSE</a:t>
            </a:r>
          </a:p>
          <a:p>
            <a:r>
              <a:rPr lang="fr-FR" smtClean="0">
                <a:latin typeface="Franklin Gothic Medium" pitchFamily="-105" charset="0"/>
              </a:rPr>
              <a:t>28-  LIBERTE, FRATERNITÉ ET LA RÉVÉRENCE</a:t>
            </a:r>
          </a:p>
          <a:p>
            <a:r>
              <a:rPr lang="fr-FR" smtClean="0">
                <a:latin typeface="Franklin Gothic Medium" pitchFamily="-105" charset="0"/>
              </a:rPr>
              <a:t>29-  BOUGES TA TÊTE, DESTINATION SUR LA VERSION, ATTENTION</a:t>
            </a:r>
          </a:p>
          <a:p>
            <a:r>
              <a:rPr lang="fr-FR" smtClean="0">
                <a:latin typeface="Franklin Gothic Medium" pitchFamily="-105" charset="0"/>
              </a:rPr>
              <a:t>30-  METS TA CASQUETTE ET GROOVE C'EST SIMPLE EN POSITION SUR CE SON</a:t>
            </a:r>
          </a:p>
          <a:p>
            <a:endParaRPr lang="fr-FR" smtClean="0">
              <a:latin typeface="Franklin Gothic Medium" pitchFamily="-105" charset="0"/>
            </a:endParaRP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z="600" smtClean="0"/>
              <a:t>1-  ON AMBIANCE, TOUT LE MONDE SUR LA PISTE 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2-  DESTINATION ON AMBIANCE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3-  LÈVES TES BRAS EN L'AIR SI TU KIFFES ÇA 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4-  TU VOULAIS BOUGER RESTES ICI TU VAS GOUTER DESTINATION, SI SI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5-  LE SON QUE T'APPRÉCIES TOUJOURS NET ET PRÉCIS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6-  VOICI LES MC SKARO   OMC   KOSSI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7-  POUR QUE LE SON PÈTE BOUGE, BOUGE,TA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8-  TOUS EN MODE FÊTE BOUGE, BOUGE 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9-  JEAN BASKETS BOUGE, BOUGE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10-  DESTINATION BOUGE, BOUGE TA TÊTE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11-  ON SE MET TOUS DANS L’AMBIANCE ON KIFF TOUS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12-  QUAND LE SON EST CADENCE COMME ÇA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13-  YO KA DANSE KON SA DROITE – GAUCHE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14-  MONTE LE SON J’AI CAPTÉ QUE LES GARS KIFFENT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15-  LES SPOTS T’AVEUGLENT T’EN A RIEN À FAIRE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16-  TU DOIS FAIRE TON BUZZ JE CONNAIS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17-  SUR CE SON DE DESTINATION :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18-  ON TAPE DES MOON WALK À LA MICHAEL JACKSON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19-  MÊME SI TU SAIS PAS, ESSAIE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20-  ON SE TAPE DES BARRES DE RIRE ON SE PERMET L’EXCES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21-  DESTINATION… TU BOUGES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22-  ON TE LAISSE MEME PAS LE CHOIX MEC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23-  ON BOOSTE TA FÊTE ! ON SE DÉFOULE TU TE DÉFILE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24-  ON BOUGE LA FOULE LES FAINÉANTS FILENT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25-  SI TU AIMES CE SON LADY LÈVE TES MAINS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26-  SI TU AIME CE SON MC BOUGE TES PIEDS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27-  PUISSANCE RIME AVEC AISANCE J.E.S.U.S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28-  SA PRÉSENCE, MA RÉFÉRENCE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29-  L'AMBIANCE OU TOUT LE MONDE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30-  LIBERTE, FRATERNITÉ ET LA RÉVÉRENCE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31-  BOUGES TA TÊTE, DESTINATION SUR LA VERSION, ATTENTION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32-  METS TA CASQUETTE ET GROOVE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33- C'EST SIMPLE EN POSITION SUR CE SON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ON AMBIANCE, TOUT LE MONDE SUR LA PISTE DE DANSE</a:t>
            </a:r>
          </a:p>
          <a:p>
            <a:r>
              <a:rPr lang="fr-FR" smtClean="0">
                <a:latin typeface="Franklin Gothic Medium" pitchFamily="-105" charset="0"/>
              </a:rPr>
              <a:t>2-  DESTINATION ON AMBIANCE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3-  LÈVES TES BRAS EN L'AIR SI TU KIFFES ÇA 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4-  TU VOULAIS BOUGER RESTES ICI TU VAS GOUTER DESTINATION, SI SI</a:t>
            </a:r>
          </a:p>
          <a:p>
            <a:r>
              <a:rPr lang="fr-FR" smtClean="0">
                <a:latin typeface="Franklin Gothic Medium" pitchFamily="-105" charset="0"/>
              </a:rPr>
              <a:t>5-  LE SON QUE T'APPRÉCIES TOUJOURS NET ET PRÉCIS</a:t>
            </a:r>
          </a:p>
          <a:p>
            <a:r>
              <a:rPr lang="fr-FR" smtClean="0">
                <a:latin typeface="Franklin Gothic Medium" pitchFamily="-105" charset="0"/>
              </a:rPr>
              <a:t>6-  VOICI LES MC SKARO   OMC   KOSSI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7-  POUR QUE LE SON PÈTE BOUGE, BOUGE,TA TÊTE</a:t>
            </a:r>
          </a:p>
          <a:p>
            <a:r>
              <a:rPr lang="fr-FR" smtClean="0">
                <a:latin typeface="Franklin Gothic Medium" pitchFamily="-105" charset="0"/>
              </a:rPr>
              <a:t>8-  TOUS EN MODE FÊTE BOUGE, BOUGE ,TA TÊTE</a:t>
            </a:r>
          </a:p>
          <a:p>
            <a:r>
              <a:rPr lang="fr-FR" smtClean="0">
                <a:latin typeface="Franklin Gothic Medium" pitchFamily="-105" charset="0"/>
              </a:rPr>
              <a:t>9-  JEAN BASKETS BOUGE, BOUGE TA TÊTE</a:t>
            </a:r>
          </a:p>
          <a:p>
            <a:r>
              <a:rPr lang="fr-FR" smtClean="0">
                <a:latin typeface="Franklin Gothic Medium" pitchFamily="-105" charset="0"/>
              </a:rPr>
              <a:t>10-  DESTINATION BOUGE, BOUGE TA TÊTE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11-  ON SE MET TOUS DANS L’AMBIANCE ON KIFF TOUS </a:t>
            </a:r>
          </a:p>
          <a:p>
            <a:r>
              <a:rPr lang="fr-FR" smtClean="0">
                <a:latin typeface="Franklin Gothic Medium" pitchFamily="-105" charset="0"/>
              </a:rPr>
              <a:t>12-  QUAND LE SON EST CADENCE COMME ÇA</a:t>
            </a:r>
          </a:p>
          <a:p>
            <a:r>
              <a:rPr lang="fr-FR" smtClean="0">
                <a:latin typeface="Franklin Gothic Medium" pitchFamily="-105" charset="0"/>
              </a:rPr>
              <a:t>13-  YO KA DANSE KON SA DROITE – GAUCHE</a:t>
            </a:r>
          </a:p>
          <a:p>
            <a:r>
              <a:rPr lang="fr-FR" smtClean="0">
                <a:latin typeface="Franklin Gothic Medium" pitchFamily="-105" charset="0"/>
              </a:rPr>
              <a:t>14-  MONTE LE SON J’AI CAPTÉ QUE LES GARS KIFFENT ÇA !</a:t>
            </a:r>
          </a:p>
          <a:p>
            <a:r>
              <a:rPr lang="fr-FR" smtClean="0">
                <a:latin typeface="Franklin Gothic Medium" pitchFamily="-105" charset="0"/>
              </a:rPr>
              <a:t>15-  LES SPOTS T’AVEUGLENT T’EN A RIEN À FAIRE</a:t>
            </a:r>
          </a:p>
          <a:p>
            <a:r>
              <a:rPr lang="fr-FR" smtClean="0">
                <a:latin typeface="Franklin Gothic Medium" pitchFamily="-105" charset="0"/>
              </a:rPr>
              <a:t>16-  TU DOIS FAIRE TON BUZZ JE CONNAIS ÇA !</a:t>
            </a:r>
          </a:p>
          <a:p>
            <a:r>
              <a:rPr lang="fr-FR" smtClean="0">
                <a:latin typeface="Franklin Gothic Medium" pitchFamily="-105" charset="0"/>
              </a:rPr>
              <a:t>17-  SUR CE SON DE DESTINATION :</a:t>
            </a:r>
          </a:p>
          <a:p>
            <a:r>
              <a:rPr lang="fr-FR" smtClean="0">
                <a:latin typeface="Franklin Gothic Medium" pitchFamily="-105" charset="0"/>
              </a:rPr>
              <a:t>18-  ON TAPE DES MOON WALK À LA MICHAEL JACKSON !</a:t>
            </a:r>
          </a:p>
          <a:p>
            <a:r>
              <a:rPr lang="fr-FR" smtClean="0">
                <a:latin typeface="Franklin Gothic Medium" pitchFamily="-105" charset="0"/>
              </a:rPr>
              <a:t>19-  MÊME SI TU SAIS PAS, ESSAIE</a:t>
            </a:r>
          </a:p>
          <a:p>
            <a:r>
              <a:rPr lang="fr-FR" smtClean="0">
                <a:latin typeface="Franklin Gothic Medium" pitchFamily="-105" charset="0"/>
              </a:rPr>
              <a:t>20-  ON SE TAPE DES BARRES DE RIRE ON SE PERMET L’EXCES </a:t>
            </a:r>
          </a:p>
          <a:p>
            <a:r>
              <a:rPr lang="fr-FR" smtClean="0">
                <a:latin typeface="Franklin Gothic Medium" pitchFamily="-105" charset="0"/>
              </a:rPr>
              <a:t>21-  DESTINATION… TU BOUGES TA TÊTE ON TE LAISSE MEME PAS LE CHOIX MEC</a:t>
            </a:r>
          </a:p>
          <a:p>
            <a:r>
              <a:rPr lang="fr-FR" smtClean="0">
                <a:latin typeface="Franklin Gothic Medium" pitchFamily="-105" charset="0"/>
              </a:rPr>
              <a:t>22-  ON BOOSTE TA FÊTE ! ON SE DÉFOULE TU TE DÉFILE</a:t>
            </a:r>
          </a:p>
          <a:p>
            <a:r>
              <a:rPr lang="fr-FR" smtClean="0">
                <a:latin typeface="Franklin Gothic Medium" pitchFamily="-105" charset="0"/>
              </a:rPr>
              <a:t>23-  ON BOUGE LA FOULE LES FAINÉANTS FILENT</a:t>
            </a:r>
          </a:p>
          <a:p>
            <a:r>
              <a:rPr lang="fr-FR" smtClean="0">
                <a:latin typeface="Franklin Gothic Medium" pitchFamily="-105" charset="0"/>
              </a:rPr>
              <a:t>24-  SI TU AIMES CE SON LADY LÈVE TES MAINS</a:t>
            </a:r>
          </a:p>
          <a:p>
            <a:r>
              <a:rPr lang="fr-FR" smtClean="0">
                <a:latin typeface="Franklin Gothic Medium" pitchFamily="-105" charset="0"/>
              </a:rPr>
              <a:t>25-  SI TU AIME CE SON MC BOUGE TES PIEDS</a:t>
            </a:r>
          </a:p>
          <a:p>
            <a:r>
              <a:rPr lang="fr-FR" smtClean="0">
                <a:latin typeface="Franklin Gothic Medium" pitchFamily="-105" charset="0"/>
              </a:rPr>
              <a:t>26-  PUISSANCE RIME AVEC AISANCE J.E.S.U.S</a:t>
            </a:r>
          </a:p>
          <a:p>
            <a:r>
              <a:rPr lang="fr-FR" smtClean="0">
                <a:latin typeface="Franklin Gothic Medium" pitchFamily="-105" charset="0"/>
              </a:rPr>
              <a:t>27-  SA PRÉSENCE, MA RÉFÉRENCE L'AMBIANCE OU TOUT LE MONDE DANSE</a:t>
            </a:r>
          </a:p>
          <a:p>
            <a:r>
              <a:rPr lang="fr-FR" smtClean="0">
                <a:latin typeface="Franklin Gothic Medium" pitchFamily="-105" charset="0"/>
              </a:rPr>
              <a:t>28-  LIBERTE, FRATERNITÉ ET LA RÉVÉRENCE</a:t>
            </a:r>
          </a:p>
          <a:p>
            <a:r>
              <a:rPr lang="fr-FR" smtClean="0">
                <a:latin typeface="Franklin Gothic Medium" pitchFamily="-105" charset="0"/>
              </a:rPr>
              <a:t>29-  BOUGES TA TÊTE, DESTINATION SUR LA VERSION, ATTENTION</a:t>
            </a:r>
          </a:p>
          <a:p>
            <a:r>
              <a:rPr lang="fr-FR" smtClean="0">
                <a:latin typeface="Franklin Gothic Medium" pitchFamily="-105" charset="0"/>
              </a:rPr>
              <a:t>30-  METS TA CASQUETTE ET GROOVE C'EST SIMPLE EN POSITION SUR CE SON</a:t>
            </a:r>
          </a:p>
          <a:p>
            <a:endParaRPr lang="fr-FR" smtClean="0">
              <a:latin typeface="Franklin Gothic Medium" pitchFamily="-105" charset="0"/>
            </a:endParaRP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z="600" smtClean="0"/>
              <a:t>1-  ON AMBIANCE, TOUT LE MONDE SUR LA PISTE 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2-  DESTINATION ON AMBIANCE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3-  LÈVES TES BRAS EN L'AIR SI TU KIFFES ÇA 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4-  TU VOULAIS BOUGER RESTES ICI TU VAS GOUTER DESTINATION, SI SI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5-  LE SON QUE T'APPRÉCIES TOUJOURS NET ET PRÉCIS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6-  VOICI LES MC SKARO   OMC   KOSSI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7-  POUR QUE LE SON PÈTE BOUGE, BOUGE,TA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8-  TOUS EN MODE FÊTE BOUGE, BOUGE 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9-  JEAN BASKETS BOUGE, BOUGE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10-  DESTINATION BOUGE, BOUGE TA TÊTE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11-  ON SE MET TOUS DANS L’AMBIANCE ON KIFF TOUS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12-  QUAND LE SON EST CADENCE COMME ÇA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13-  YO KA DANSE KON SA DROITE – GAUCHE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14-  MONTE LE SON J’AI CAPTÉ QUE LES GARS KIFFENT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15-  LES SPOTS T’AVEUGLENT T’EN A RIEN À FAIRE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16-  TU DOIS FAIRE TON BUZZ JE CONNAIS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17-  SUR CE SON DE DESTINATION :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18-  ON TAPE DES MOON WALK À LA MICHAEL JACKSON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19-  MÊME SI TU SAIS PAS, ESSAIE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20-  ON SE TAPE DES BARRES DE RIRE ON SE PERMET L’EXCES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21-  DESTINATION… TU BOUGES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22-  ON TE LAISSE MEME PAS LE CHOIX MEC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23-  ON BOOSTE TA FÊTE ! ON SE DÉFOULE TU TE DÉFILE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24-  ON BOUGE LA FOULE LES FAINÉANTS FILENT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25-  SI TU AIMES CE SON LADY LÈVE TES MAINS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26-  SI TU AIME CE SON MC BOUGE TES PIEDS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27-  PUISSANCE RIME AVEC AISANCE J.E.S.U.S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28-  SA PRÉSENCE, MA RÉFÉRENCE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29-  L'AMBIANCE OU TOUT LE MONDE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30-  LIBERTE, FRATERNITÉ ET LA RÉVÉRENCE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31-  BOUGES TA TÊTE, DESTINATION SUR LA VERSION, ATTENTION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32-  METS TA CASQUETTE ET GROOVE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33- C'EST SIMPLE EN POSITION SUR CE SON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ON AMBIANCE, TOUT LE MONDE SUR LA PISTE DE DANSE</a:t>
            </a:r>
          </a:p>
          <a:p>
            <a:r>
              <a:rPr lang="fr-FR" smtClean="0">
                <a:latin typeface="Franklin Gothic Medium" pitchFamily="-105" charset="0"/>
              </a:rPr>
              <a:t>2-  DESTINATION ON AMBIANCE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3-  LÈVES TES BRAS EN L'AIR SI TU KIFFES ÇA 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4-  TU VOULAIS BOUGER RESTES ICI TU VAS GOUTER DESTINATION, SI SI</a:t>
            </a:r>
          </a:p>
          <a:p>
            <a:r>
              <a:rPr lang="fr-FR" smtClean="0">
                <a:latin typeface="Franklin Gothic Medium" pitchFamily="-105" charset="0"/>
              </a:rPr>
              <a:t>5-  LE SON QUE T'APPRÉCIES TOUJOURS NET ET PRÉCIS</a:t>
            </a:r>
          </a:p>
          <a:p>
            <a:r>
              <a:rPr lang="fr-FR" smtClean="0">
                <a:latin typeface="Franklin Gothic Medium" pitchFamily="-105" charset="0"/>
              </a:rPr>
              <a:t>6-  VOICI LES MC SKARO   OMC   KOSSI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7-  POUR QUE LE SON PÈTE BOUGE, BOUGE,TA TÊTE</a:t>
            </a:r>
          </a:p>
          <a:p>
            <a:r>
              <a:rPr lang="fr-FR" smtClean="0">
                <a:latin typeface="Franklin Gothic Medium" pitchFamily="-105" charset="0"/>
              </a:rPr>
              <a:t>8-  TOUS EN MODE FÊTE BOUGE, BOUGE ,TA TÊTE</a:t>
            </a:r>
          </a:p>
          <a:p>
            <a:r>
              <a:rPr lang="fr-FR" smtClean="0">
                <a:latin typeface="Franklin Gothic Medium" pitchFamily="-105" charset="0"/>
              </a:rPr>
              <a:t>9-  JEAN BASKETS BOUGE, BOUGE TA TÊTE</a:t>
            </a:r>
          </a:p>
          <a:p>
            <a:r>
              <a:rPr lang="fr-FR" smtClean="0">
                <a:latin typeface="Franklin Gothic Medium" pitchFamily="-105" charset="0"/>
              </a:rPr>
              <a:t>10-  DESTINATION BOUGE, BOUGE TA TÊTE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11-  ON SE MET TOUS DANS L’AMBIANCE ON KIFF TOUS </a:t>
            </a:r>
          </a:p>
          <a:p>
            <a:r>
              <a:rPr lang="fr-FR" smtClean="0">
                <a:latin typeface="Franklin Gothic Medium" pitchFamily="-105" charset="0"/>
              </a:rPr>
              <a:t>12-  QUAND LE SON EST CADENCE COMME ÇA</a:t>
            </a:r>
          </a:p>
          <a:p>
            <a:r>
              <a:rPr lang="fr-FR" smtClean="0">
                <a:latin typeface="Franklin Gothic Medium" pitchFamily="-105" charset="0"/>
              </a:rPr>
              <a:t>13-  YO KA DANSE KON SA DROITE – GAUCHE</a:t>
            </a:r>
          </a:p>
          <a:p>
            <a:r>
              <a:rPr lang="fr-FR" smtClean="0">
                <a:latin typeface="Franklin Gothic Medium" pitchFamily="-105" charset="0"/>
              </a:rPr>
              <a:t>14-  MONTE LE SON J’AI CAPTÉ QUE LES GARS KIFFENT ÇA !</a:t>
            </a:r>
          </a:p>
          <a:p>
            <a:r>
              <a:rPr lang="fr-FR" smtClean="0">
                <a:latin typeface="Franklin Gothic Medium" pitchFamily="-105" charset="0"/>
              </a:rPr>
              <a:t>15-  LES SPOTS T’AVEUGLENT T’EN A RIEN À FAIRE</a:t>
            </a:r>
          </a:p>
          <a:p>
            <a:r>
              <a:rPr lang="fr-FR" smtClean="0">
                <a:latin typeface="Franklin Gothic Medium" pitchFamily="-105" charset="0"/>
              </a:rPr>
              <a:t>16-  TU DOIS FAIRE TON BUZZ JE CONNAIS ÇA !</a:t>
            </a:r>
          </a:p>
          <a:p>
            <a:r>
              <a:rPr lang="fr-FR" smtClean="0">
                <a:latin typeface="Franklin Gothic Medium" pitchFamily="-105" charset="0"/>
              </a:rPr>
              <a:t>17-  SUR CE SON DE DESTINATION :</a:t>
            </a:r>
          </a:p>
          <a:p>
            <a:r>
              <a:rPr lang="fr-FR" smtClean="0">
                <a:latin typeface="Franklin Gothic Medium" pitchFamily="-105" charset="0"/>
              </a:rPr>
              <a:t>18-  ON TAPE DES MOON WALK À LA MICHAEL JACKSON !</a:t>
            </a:r>
          </a:p>
          <a:p>
            <a:r>
              <a:rPr lang="fr-FR" smtClean="0">
                <a:latin typeface="Franklin Gothic Medium" pitchFamily="-105" charset="0"/>
              </a:rPr>
              <a:t>19-  MÊME SI TU SAIS PAS, ESSAIE</a:t>
            </a:r>
          </a:p>
          <a:p>
            <a:r>
              <a:rPr lang="fr-FR" smtClean="0">
                <a:latin typeface="Franklin Gothic Medium" pitchFamily="-105" charset="0"/>
              </a:rPr>
              <a:t>20-  ON SE TAPE DES BARRES DE RIRE ON SE PERMET L’EXCES </a:t>
            </a:r>
          </a:p>
          <a:p>
            <a:r>
              <a:rPr lang="fr-FR" smtClean="0">
                <a:latin typeface="Franklin Gothic Medium" pitchFamily="-105" charset="0"/>
              </a:rPr>
              <a:t>21-  DESTINATION… TU BOUGES TA TÊTE ON TE LAISSE MEME PAS LE CHOIX MEC</a:t>
            </a:r>
          </a:p>
          <a:p>
            <a:r>
              <a:rPr lang="fr-FR" smtClean="0">
                <a:latin typeface="Franklin Gothic Medium" pitchFamily="-105" charset="0"/>
              </a:rPr>
              <a:t>22-  ON BOOSTE TA FÊTE ! ON SE DÉFOULE TU TE DÉFILE</a:t>
            </a:r>
          </a:p>
          <a:p>
            <a:r>
              <a:rPr lang="fr-FR" smtClean="0">
                <a:latin typeface="Franklin Gothic Medium" pitchFamily="-105" charset="0"/>
              </a:rPr>
              <a:t>23-  ON BOUGE LA FOULE LES FAINÉANTS FILENT</a:t>
            </a:r>
          </a:p>
          <a:p>
            <a:r>
              <a:rPr lang="fr-FR" smtClean="0">
                <a:latin typeface="Franklin Gothic Medium" pitchFamily="-105" charset="0"/>
              </a:rPr>
              <a:t>24-  SI TU AIMES CE SON LADY LÈVE TES MAINS</a:t>
            </a:r>
          </a:p>
          <a:p>
            <a:r>
              <a:rPr lang="fr-FR" smtClean="0">
                <a:latin typeface="Franklin Gothic Medium" pitchFamily="-105" charset="0"/>
              </a:rPr>
              <a:t>25-  SI TU AIME CE SON MC BOUGE TES PIEDS</a:t>
            </a:r>
          </a:p>
          <a:p>
            <a:r>
              <a:rPr lang="fr-FR" smtClean="0">
                <a:latin typeface="Franklin Gothic Medium" pitchFamily="-105" charset="0"/>
              </a:rPr>
              <a:t>26-  PUISSANCE RIME AVEC AISANCE J.E.S.U.S</a:t>
            </a:r>
          </a:p>
          <a:p>
            <a:r>
              <a:rPr lang="fr-FR" smtClean="0">
                <a:latin typeface="Franklin Gothic Medium" pitchFamily="-105" charset="0"/>
              </a:rPr>
              <a:t>27-  SA PRÉSENCE, MA RÉFÉRENCE L'AMBIANCE OU TOUT LE MONDE DANSE</a:t>
            </a:r>
          </a:p>
          <a:p>
            <a:r>
              <a:rPr lang="fr-FR" smtClean="0">
                <a:latin typeface="Franklin Gothic Medium" pitchFamily="-105" charset="0"/>
              </a:rPr>
              <a:t>28-  LIBERTE, FRATERNITÉ ET LA RÉVÉRENCE</a:t>
            </a:r>
          </a:p>
          <a:p>
            <a:r>
              <a:rPr lang="fr-FR" smtClean="0">
                <a:latin typeface="Franklin Gothic Medium" pitchFamily="-105" charset="0"/>
              </a:rPr>
              <a:t>29-  BOUGES TA TÊTE, DESTINATION SUR LA VERSION, ATTENTION</a:t>
            </a:r>
          </a:p>
          <a:p>
            <a:r>
              <a:rPr lang="fr-FR" smtClean="0">
                <a:latin typeface="Franklin Gothic Medium" pitchFamily="-105" charset="0"/>
              </a:rPr>
              <a:t>30-  METS TA CASQUETTE ET GROOVE C'EST SIMPLE EN POSITION SUR CE SON</a:t>
            </a:r>
          </a:p>
          <a:p>
            <a:endParaRPr lang="fr-FR" smtClean="0">
              <a:latin typeface="Franklin Gothic Medium" pitchFamily="-105" charset="0"/>
            </a:endParaRP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z="600" smtClean="0"/>
              <a:t>1-  ON AMBIANCE, TOUT LE MONDE SUR LA PISTE 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2-  DESTINATION ON AMBIANCE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3-  LÈVES TES BRAS EN L'AIR SI TU KIFFES ÇA 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4-  TU VOULAIS BOUGER RESTES ICI TU VAS GOUTER DESTINATION, SI SI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5-  LE SON QUE T'APPRÉCIES TOUJOURS NET ET PRÉCIS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6-  VOICI LES MC SKARO   OMC   KOSSI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7-  POUR QUE LE SON PÈTE BOUGE, BOUGE,TA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8-  TOUS EN MODE FÊTE BOUGE, BOUGE 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9-  JEAN BASKETS BOUGE, BOUGE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10-  DESTINATION BOUGE, BOUGE TA TÊTE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11-  ON SE MET TOUS DANS L’AMBIANCE ON KIFF TOUS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12-  QUAND LE SON EST CADENCE COMME ÇA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13-  YO KA DANSE KON SA DROITE – GAUCHE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14-  MONTE LE SON J’AI CAPTÉ QUE LES GARS KIFFENT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15-  LES SPOTS T’AVEUGLENT T’EN A RIEN À FAIRE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16-  TU DOIS FAIRE TON BUZZ JE CONNAIS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17-  SUR CE SON DE DESTINATION :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18-  ON TAPE DES MOON WALK À LA MICHAEL JACKSON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19-  MÊME SI TU SAIS PAS, ESSAIE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20-  ON SE TAPE DES BARRES DE RIRE ON SE PERMET L’EXCES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21-  DESTINATION… TU BOUGES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22-  ON TE LAISSE MEME PAS LE CHOIX MEC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23-  ON BOOSTE TA FÊTE ! ON SE DÉFOULE TU TE DÉFILE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24-  ON BOUGE LA FOULE LES FAINÉANTS FILENT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25-  SI TU AIMES CE SON LADY LÈVE TES MAINS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26-  SI TU AIME CE SON MC BOUGE TES PIEDS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27-  PUISSANCE RIME AVEC AISANCE J.E.S.U.S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28-  SA PRÉSENCE, MA RÉFÉRENCE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29-  L'AMBIANCE OU TOUT LE MONDE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30-  LIBERTE, FRATERNITÉ ET LA RÉVÉRENCE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31-  BOUGES TA TÊTE, DESTINATION SUR LA VERSION, ATTENTION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32-  METS TA CASQUETTE ET GROOVE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33- C'EST SIMPLE EN POSITION SUR CE SON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ON AMBIANCE, TOUT LE MONDE SUR LA PISTE DE DANSE</a:t>
            </a:r>
          </a:p>
          <a:p>
            <a:r>
              <a:rPr lang="fr-FR" smtClean="0">
                <a:latin typeface="Franklin Gothic Medium" pitchFamily="-105" charset="0"/>
              </a:rPr>
              <a:t>2-  DESTINATION ON AMBIANCE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3-  LÈVES TES BRAS EN L'AIR SI TU KIFFES ÇA 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4-  TU VOULAIS BOUGER RESTES ICI TU VAS GOUTER DESTINATION, SI SI</a:t>
            </a:r>
          </a:p>
          <a:p>
            <a:r>
              <a:rPr lang="fr-FR" smtClean="0">
                <a:latin typeface="Franklin Gothic Medium" pitchFamily="-105" charset="0"/>
              </a:rPr>
              <a:t>5-  LE SON QUE T'APPRÉCIES TOUJOURS NET ET PRÉCIS</a:t>
            </a:r>
          </a:p>
          <a:p>
            <a:r>
              <a:rPr lang="fr-FR" smtClean="0">
                <a:latin typeface="Franklin Gothic Medium" pitchFamily="-105" charset="0"/>
              </a:rPr>
              <a:t>6-  VOICI LES MC SKARO   OMC   KOSSI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7-  POUR QUE LE SON PÈTE BOUGE, BOUGE,TA TÊTE</a:t>
            </a:r>
          </a:p>
          <a:p>
            <a:r>
              <a:rPr lang="fr-FR" smtClean="0">
                <a:latin typeface="Franklin Gothic Medium" pitchFamily="-105" charset="0"/>
              </a:rPr>
              <a:t>8-  TOUS EN MODE FÊTE BOUGE, BOUGE ,TA TÊTE</a:t>
            </a:r>
          </a:p>
          <a:p>
            <a:r>
              <a:rPr lang="fr-FR" smtClean="0">
                <a:latin typeface="Franklin Gothic Medium" pitchFamily="-105" charset="0"/>
              </a:rPr>
              <a:t>9-  JEAN BASKETS BOUGE, BOUGE TA TÊTE</a:t>
            </a:r>
          </a:p>
          <a:p>
            <a:r>
              <a:rPr lang="fr-FR" smtClean="0">
                <a:latin typeface="Franklin Gothic Medium" pitchFamily="-105" charset="0"/>
              </a:rPr>
              <a:t>10-  DESTINATION BOUGE, BOUGE TA TÊTE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11-  ON SE MET TOUS DANS L’AMBIANCE ON KIFF TOUS </a:t>
            </a:r>
          </a:p>
          <a:p>
            <a:r>
              <a:rPr lang="fr-FR" smtClean="0">
                <a:latin typeface="Franklin Gothic Medium" pitchFamily="-105" charset="0"/>
              </a:rPr>
              <a:t>12-  QUAND LE SON EST CADENCE COMME ÇA</a:t>
            </a:r>
          </a:p>
          <a:p>
            <a:r>
              <a:rPr lang="fr-FR" smtClean="0">
                <a:latin typeface="Franklin Gothic Medium" pitchFamily="-105" charset="0"/>
              </a:rPr>
              <a:t>13-  YO KA DANSE KON SA DROITE – GAUCHE</a:t>
            </a:r>
          </a:p>
          <a:p>
            <a:r>
              <a:rPr lang="fr-FR" smtClean="0">
                <a:latin typeface="Franklin Gothic Medium" pitchFamily="-105" charset="0"/>
              </a:rPr>
              <a:t>14-  MONTE LE SON J’AI CAPTÉ QUE LES GARS KIFFENT ÇA !</a:t>
            </a:r>
          </a:p>
          <a:p>
            <a:r>
              <a:rPr lang="fr-FR" smtClean="0">
                <a:latin typeface="Franklin Gothic Medium" pitchFamily="-105" charset="0"/>
              </a:rPr>
              <a:t>15-  LES SPOTS T’AVEUGLENT T’EN A RIEN À FAIRE</a:t>
            </a:r>
          </a:p>
          <a:p>
            <a:r>
              <a:rPr lang="fr-FR" smtClean="0">
                <a:latin typeface="Franklin Gothic Medium" pitchFamily="-105" charset="0"/>
              </a:rPr>
              <a:t>16-  TU DOIS FAIRE TON BUZZ JE CONNAIS ÇA !</a:t>
            </a:r>
          </a:p>
          <a:p>
            <a:r>
              <a:rPr lang="fr-FR" smtClean="0">
                <a:latin typeface="Franklin Gothic Medium" pitchFamily="-105" charset="0"/>
              </a:rPr>
              <a:t>17-  SUR CE SON DE DESTINATION :</a:t>
            </a:r>
          </a:p>
          <a:p>
            <a:r>
              <a:rPr lang="fr-FR" smtClean="0">
                <a:latin typeface="Franklin Gothic Medium" pitchFamily="-105" charset="0"/>
              </a:rPr>
              <a:t>18-  ON TAPE DES MOON WALK À LA MICHAEL JACKSON !</a:t>
            </a:r>
          </a:p>
          <a:p>
            <a:r>
              <a:rPr lang="fr-FR" smtClean="0">
                <a:latin typeface="Franklin Gothic Medium" pitchFamily="-105" charset="0"/>
              </a:rPr>
              <a:t>19-  MÊME SI TU SAIS PAS, ESSAIE</a:t>
            </a:r>
          </a:p>
          <a:p>
            <a:r>
              <a:rPr lang="fr-FR" smtClean="0">
                <a:latin typeface="Franklin Gothic Medium" pitchFamily="-105" charset="0"/>
              </a:rPr>
              <a:t>20-  ON SE TAPE DES BARRES DE RIRE ON SE PERMET L’EXCES </a:t>
            </a:r>
          </a:p>
          <a:p>
            <a:r>
              <a:rPr lang="fr-FR" smtClean="0">
                <a:latin typeface="Franklin Gothic Medium" pitchFamily="-105" charset="0"/>
              </a:rPr>
              <a:t>21-  DESTINATION… TU BOUGES TA TÊTE ON TE LAISSE MEME PAS LE CHOIX MEC</a:t>
            </a:r>
          </a:p>
          <a:p>
            <a:r>
              <a:rPr lang="fr-FR" smtClean="0">
                <a:latin typeface="Franklin Gothic Medium" pitchFamily="-105" charset="0"/>
              </a:rPr>
              <a:t>22-  ON BOOSTE TA FÊTE ! ON SE DÉFOULE TU TE DÉFILE</a:t>
            </a:r>
          </a:p>
          <a:p>
            <a:r>
              <a:rPr lang="fr-FR" smtClean="0">
                <a:latin typeface="Franklin Gothic Medium" pitchFamily="-105" charset="0"/>
              </a:rPr>
              <a:t>23-  ON BOUGE LA FOULE LES FAINÉANTS FILENT</a:t>
            </a:r>
          </a:p>
          <a:p>
            <a:r>
              <a:rPr lang="fr-FR" smtClean="0">
                <a:latin typeface="Franklin Gothic Medium" pitchFamily="-105" charset="0"/>
              </a:rPr>
              <a:t>24-  SI TU AIMES CE SON LADY LÈVE TES MAINS</a:t>
            </a:r>
          </a:p>
          <a:p>
            <a:r>
              <a:rPr lang="fr-FR" smtClean="0">
                <a:latin typeface="Franklin Gothic Medium" pitchFamily="-105" charset="0"/>
              </a:rPr>
              <a:t>25-  SI TU AIME CE SON MC BOUGE TES PIEDS</a:t>
            </a:r>
          </a:p>
          <a:p>
            <a:r>
              <a:rPr lang="fr-FR" smtClean="0">
                <a:latin typeface="Franklin Gothic Medium" pitchFamily="-105" charset="0"/>
              </a:rPr>
              <a:t>26-  PUISSANCE RIME AVEC AISANCE J.E.S.U.S</a:t>
            </a:r>
          </a:p>
          <a:p>
            <a:r>
              <a:rPr lang="fr-FR" smtClean="0">
                <a:latin typeface="Franklin Gothic Medium" pitchFamily="-105" charset="0"/>
              </a:rPr>
              <a:t>27-  SA PRÉSENCE, MA RÉFÉRENCE L'AMBIANCE OU TOUT LE MONDE DANSE</a:t>
            </a:r>
          </a:p>
          <a:p>
            <a:r>
              <a:rPr lang="fr-FR" smtClean="0">
                <a:latin typeface="Franklin Gothic Medium" pitchFamily="-105" charset="0"/>
              </a:rPr>
              <a:t>28-  LIBERTE, FRATERNITÉ ET LA RÉVÉRENCE</a:t>
            </a:r>
          </a:p>
          <a:p>
            <a:r>
              <a:rPr lang="fr-FR" smtClean="0">
                <a:latin typeface="Franklin Gothic Medium" pitchFamily="-105" charset="0"/>
              </a:rPr>
              <a:t>29-  BOUGES TA TÊTE, DESTINATION SUR LA VERSION, ATTENTION</a:t>
            </a:r>
          </a:p>
          <a:p>
            <a:r>
              <a:rPr lang="fr-FR" smtClean="0">
                <a:latin typeface="Franklin Gothic Medium" pitchFamily="-105" charset="0"/>
              </a:rPr>
              <a:t>30-  METS TA CASQUETTE ET GROOVE C'EST SIMPLE EN POSITION SUR CE SON</a:t>
            </a:r>
          </a:p>
          <a:p>
            <a:endParaRPr lang="fr-FR" smtClean="0">
              <a:latin typeface="Franklin Gothic Medium" pitchFamily="-105" charset="0"/>
            </a:endParaRP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z="600" smtClean="0"/>
              <a:t>1-  ON AMBIANCE, TOUT LE MONDE SUR LA PISTE 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2-  DESTINATION ON AMBIANCE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3-  LÈVES TES BRAS EN L'AIR SI TU KIFFES ÇA 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4-  TU VOULAIS BOUGER RESTES ICI TU VAS GOUTER DESTINATION, SI SI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5-  LE SON QUE T'APPRÉCIES TOUJOURS NET ET PRÉCIS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6-  VOICI LES MC SKARO   OMC   KOSSI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7-  POUR QUE LE SON PÈTE BOUGE, BOUGE,TA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8-  TOUS EN MODE FÊTE BOUGE, BOUGE 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9-  JEAN BASKETS BOUGE, BOUGE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10-  DESTINATION BOUGE, BOUGE TA TÊTE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11-  ON SE MET TOUS DANS L’AMBIANCE ON KIFF TOUS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12-  QUAND LE SON EST CADENCE COMME ÇA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13-  YO KA DANSE KON SA DROITE – GAUCHE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14-  MONTE LE SON J’AI CAPTÉ QUE LES GARS KIFFENT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15-  LES SPOTS T’AVEUGLENT T’EN A RIEN À FAIRE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16-  TU DOIS FAIRE TON BUZZ JE CONNAIS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17-  SUR CE SON DE DESTINATION :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18-  ON TAPE DES MOON WALK À LA MICHAEL JACKSON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19-  MÊME SI TU SAIS PAS, ESSAIE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20-  ON SE TAPE DES BARRES DE RIRE ON SE PERMET L’EXCES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21-  DESTINATION… TU BOUGES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22-  ON TE LAISSE MEME PAS LE CHOIX MEC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23-  ON BOOSTE TA FÊTE ! ON SE DÉFOULE TU TE DÉFILE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24-  ON BOUGE LA FOULE LES FAINÉANTS FILENT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25-  SI TU AIMES CE SON LADY LÈVE TES MAINS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26-  SI TU AIME CE SON MC BOUGE TES PIEDS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27-  PUISSANCE RIME AVEC AISANCE J.E.S.U.S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28-  SA PRÉSENCE, MA RÉFÉRENCE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29-  L'AMBIANCE OU TOUT LE MONDE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30-  LIBERTE, FRATERNITÉ ET LA RÉVÉRENCE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31-  BOUGES TA TÊTE, DESTINATION SUR LA VERSION, ATTENTION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32-  METS TA CASQUETTE ET GROOVE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33- C'EST SIMPLE EN POSITION SUR CE SON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ON AMBIANCE, TOUT LE MONDE SUR LA PISTE DE DANSE</a:t>
            </a:r>
          </a:p>
          <a:p>
            <a:r>
              <a:rPr lang="fr-FR" smtClean="0">
                <a:latin typeface="Franklin Gothic Medium" pitchFamily="-105" charset="0"/>
              </a:rPr>
              <a:t>2-  DESTINATION ON AMBIANCE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3-  LÈVES TES BRAS EN L'AIR SI TU KIFFES ÇA 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4-  TU VOULAIS BOUGER RESTES ICI TU VAS GOUTER DESTINATION, SI SI</a:t>
            </a:r>
          </a:p>
          <a:p>
            <a:r>
              <a:rPr lang="fr-FR" smtClean="0">
                <a:latin typeface="Franklin Gothic Medium" pitchFamily="-105" charset="0"/>
              </a:rPr>
              <a:t>5-  LE SON QUE T'APPRÉCIES TOUJOURS NET ET PRÉCIS</a:t>
            </a:r>
          </a:p>
          <a:p>
            <a:r>
              <a:rPr lang="fr-FR" smtClean="0">
                <a:latin typeface="Franklin Gothic Medium" pitchFamily="-105" charset="0"/>
              </a:rPr>
              <a:t>6-  VOICI LES MC SKARO   OMC   KOSSI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7-  POUR QUE LE SON PÈTE BOUGE, BOUGE,TA TÊTE</a:t>
            </a:r>
          </a:p>
          <a:p>
            <a:r>
              <a:rPr lang="fr-FR" smtClean="0">
                <a:latin typeface="Franklin Gothic Medium" pitchFamily="-105" charset="0"/>
              </a:rPr>
              <a:t>8-  TOUS EN MODE FÊTE BOUGE, BOUGE ,TA TÊTE</a:t>
            </a:r>
          </a:p>
          <a:p>
            <a:r>
              <a:rPr lang="fr-FR" smtClean="0">
                <a:latin typeface="Franklin Gothic Medium" pitchFamily="-105" charset="0"/>
              </a:rPr>
              <a:t>9-  JEAN BASKETS BOUGE, BOUGE TA TÊTE</a:t>
            </a:r>
          </a:p>
          <a:p>
            <a:r>
              <a:rPr lang="fr-FR" smtClean="0">
                <a:latin typeface="Franklin Gothic Medium" pitchFamily="-105" charset="0"/>
              </a:rPr>
              <a:t>10-  DESTINATION BOUGE, BOUGE TA TÊTE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11-  ON SE MET TOUS DANS L’AMBIANCE ON KIFF TOUS </a:t>
            </a:r>
          </a:p>
          <a:p>
            <a:r>
              <a:rPr lang="fr-FR" smtClean="0">
                <a:latin typeface="Franklin Gothic Medium" pitchFamily="-105" charset="0"/>
              </a:rPr>
              <a:t>12-  QUAND LE SON EST CADENCE COMME ÇA</a:t>
            </a:r>
          </a:p>
          <a:p>
            <a:r>
              <a:rPr lang="fr-FR" smtClean="0">
                <a:latin typeface="Franklin Gothic Medium" pitchFamily="-105" charset="0"/>
              </a:rPr>
              <a:t>13-  YO KA DANSE KON SA DROITE – GAUCHE</a:t>
            </a:r>
          </a:p>
          <a:p>
            <a:r>
              <a:rPr lang="fr-FR" smtClean="0">
                <a:latin typeface="Franklin Gothic Medium" pitchFamily="-105" charset="0"/>
              </a:rPr>
              <a:t>14-  MONTE LE SON J’AI CAPTÉ QUE LES GARS KIFFENT ÇA !</a:t>
            </a:r>
          </a:p>
          <a:p>
            <a:r>
              <a:rPr lang="fr-FR" smtClean="0">
                <a:latin typeface="Franklin Gothic Medium" pitchFamily="-105" charset="0"/>
              </a:rPr>
              <a:t>15-  LES SPOTS T’AVEUGLENT T’EN A RIEN À FAIRE</a:t>
            </a:r>
          </a:p>
          <a:p>
            <a:r>
              <a:rPr lang="fr-FR" smtClean="0">
                <a:latin typeface="Franklin Gothic Medium" pitchFamily="-105" charset="0"/>
              </a:rPr>
              <a:t>16-  TU DOIS FAIRE TON BUZZ JE CONNAIS ÇA !</a:t>
            </a:r>
          </a:p>
          <a:p>
            <a:r>
              <a:rPr lang="fr-FR" smtClean="0">
                <a:latin typeface="Franklin Gothic Medium" pitchFamily="-105" charset="0"/>
              </a:rPr>
              <a:t>17-  SUR CE SON DE DESTINATION :</a:t>
            </a:r>
          </a:p>
          <a:p>
            <a:r>
              <a:rPr lang="fr-FR" smtClean="0">
                <a:latin typeface="Franklin Gothic Medium" pitchFamily="-105" charset="0"/>
              </a:rPr>
              <a:t>18-  ON TAPE DES MOON WALK À LA MICHAEL JACKSON !</a:t>
            </a:r>
          </a:p>
          <a:p>
            <a:r>
              <a:rPr lang="fr-FR" smtClean="0">
                <a:latin typeface="Franklin Gothic Medium" pitchFamily="-105" charset="0"/>
              </a:rPr>
              <a:t>19-  MÊME SI TU SAIS PAS, ESSAIE</a:t>
            </a:r>
          </a:p>
          <a:p>
            <a:r>
              <a:rPr lang="fr-FR" smtClean="0">
                <a:latin typeface="Franklin Gothic Medium" pitchFamily="-105" charset="0"/>
              </a:rPr>
              <a:t>20-  ON SE TAPE DES BARRES DE RIRE ON SE PERMET L’EXCES </a:t>
            </a:r>
          </a:p>
          <a:p>
            <a:r>
              <a:rPr lang="fr-FR" smtClean="0">
                <a:latin typeface="Franklin Gothic Medium" pitchFamily="-105" charset="0"/>
              </a:rPr>
              <a:t>21-  DESTINATION… TU BOUGES TA TÊTE ON TE LAISSE MEME PAS LE CHOIX MEC</a:t>
            </a:r>
          </a:p>
          <a:p>
            <a:r>
              <a:rPr lang="fr-FR" smtClean="0">
                <a:latin typeface="Franklin Gothic Medium" pitchFamily="-105" charset="0"/>
              </a:rPr>
              <a:t>22-  ON BOOSTE TA FÊTE ! ON SE DÉFOULE TU TE DÉFILE</a:t>
            </a:r>
          </a:p>
          <a:p>
            <a:r>
              <a:rPr lang="fr-FR" smtClean="0">
                <a:latin typeface="Franklin Gothic Medium" pitchFamily="-105" charset="0"/>
              </a:rPr>
              <a:t>23-  ON BOUGE LA FOULE LES FAINÉANTS FILENT</a:t>
            </a:r>
          </a:p>
          <a:p>
            <a:r>
              <a:rPr lang="fr-FR" smtClean="0">
                <a:latin typeface="Franklin Gothic Medium" pitchFamily="-105" charset="0"/>
              </a:rPr>
              <a:t>24-  SI TU AIMES CE SON LADY LÈVE TES MAINS</a:t>
            </a:r>
          </a:p>
          <a:p>
            <a:r>
              <a:rPr lang="fr-FR" smtClean="0">
                <a:latin typeface="Franklin Gothic Medium" pitchFamily="-105" charset="0"/>
              </a:rPr>
              <a:t>25-  SI TU AIME CE SON MC BOUGE TES PIEDS</a:t>
            </a:r>
          </a:p>
          <a:p>
            <a:r>
              <a:rPr lang="fr-FR" smtClean="0">
                <a:latin typeface="Franklin Gothic Medium" pitchFamily="-105" charset="0"/>
              </a:rPr>
              <a:t>26-  PUISSANCE RIME AVEC AISANCE J.E.S.U.S</a:t>
            </a:r>
          </a:p>
          <a:p>
            <a:r>
              <a:rPr lang="fr-FR" smtClean="0">
                <a:latin typeface="Franklin Gothic Medium" pitchFamily="-105" charset="0"/>
              </a:rPr>
              <a:t>27-  SA PRÉSENCE, MA RÉFÉRENCE L'AMBIANCE OU TOUT LE MONDE DANSE</a:t>
            </a:r>
          </a:p>
          <a:p>
            <a:r>
              <a:rPr lang="fr-FR" smtClean="0">
                <a:latin typeface="Franklin Gothic Medium" pitchFamily="-105" charset="0"/>
              </a:rPr>
              <a:t>28-  LIBERTE, FRATERNITÉ ET LA RÉVÉRENCE</a:t>
            </a:r>
          </a:p>
          <a:p>
            <a:r>
              <a:rPr lang="fr-FR" smtClean="0">
                <a:latin typeface="Franklin Gothic Medium" pitchFamily="-105" charset="0"/>
              </a:rPr>
              <a:t>29-  BOUGES TA TÊTE, DESTINATION SUR LA VERSION, ATTENTION</a:t>
            </a:r>
          </a:p>
          <a:p>
            <a:r>
              <a:rPr lang="fr-FR" smtClean="0">
                <a:latin typeface="Franklin Gothic Medium" pitchFamily="-105" charset="0"/>
              </a:rPr>
              <a:t>30-  METS TA CASQUETTE ET GROOVE C'EST SIMPLE EN POSITION SUR CE SON</a:t>
            </a:r>
          </a:p>
          <a:p>
            <a:endParaRPr lang="fr-FR" smtClean="0">
              <a:latin typeface="Franklin Gothic Medium" pitchFamily="-105" charset="0"/>
            </a:endParaRP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z="600" smtClean="0"/>
              <a:t>1-  ON AMBIANCE, TOUT LE MONDE SUR LA PISTE 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2-  DESTINATION ON AMBIANCE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3-  LÈVES TES BRAS EN L'AIR SI TU KIFFES ÇA 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4-  TU VOULAIS BOUGER RESTES ICI TU VAS GOUTER DESTINATION, SI SI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5-  LE SON QUE T'APPRÉCIES TOUJOURS NET ET PRÉCIS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6-  VOICI LES MC SKARO   OMC   KOSSI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7-  POUR QUE LE SON PÈTE BOUGE, BOUGE,TA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8-  TOUS EN MODE FÊTE BOUGE, BOUGE 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9-  JEAN BASKETS BOUGE, BOUGE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10-  DESTINATION BOUGE, BOUGE TA TÊTE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11-  ON SE MET TOUS DANS L’AMBIANCE ON KIFF TOUS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12-  QUAND LE SON EST CADENCE COMME ÇA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13-  YO KA DANSE KON SA DROITE – GAUCHE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14-  MONTE LE SON J’AI CAPTÉ QUE LES GARS KIFFENT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15-  LES SPOTS T’AVEUGLENT T’EN A RIEN À FAIRE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16-  TU DOIS FAIRE TON BUZZ JE CONNAIS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17-  SUR CE SON DE DESTINATION :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18-  ON TAPE DES MOON WALK À LA MICHAEL JACKSON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19-  MÊME SI TU SAIS PAS, ESSAIE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20-  ON SE TAPE DES BARRES DE RIRE ON SE PERMET L’EXCES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21-  DESTINATION… TU BOUGES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22-  ON TE LAISSE MEME PAS LE CHOIX MEC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23-  ON BOOSTE TA FÊTE ! ON SE DÉFOULE TU TE DÉFILE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24-  ON BOUGE LA FOULE LES FAINÉANTS FILENT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25-  SI TU AIMES CE SON LADY LÈVE TES MAINS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26-  SI TU AIME CE SON MC BOUGE TES PIEDS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27-  PUISSANCE RIME AVEC AISANCE J.E.S.U.S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28-  SA PRÉSENCE, MA RÉFÉRENCE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29-  L'AMBIANCE OU TOUT LE MONDE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30-  LIBERTE, FRATERNITÉ ET LA RÉVÉRENCE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31-  BOUGES TA TÊTE, DESTINATION SUR LA VERSION, ATTENTION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32-  METS TA CASQUETTE ET GROOVE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33- C'EST SIMPLE EN POSITION SUR CE SON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ON AMBIANCE, TOUT LE MONDE SUR LA PISTE DE DANSE</a:t>
            </a:r>
          </a:p>
          <a:p>
            <a:r>
              <a:rPr lang="fr-FR" smtClean="0">
                <a:latin typeface="Franklin Gothic Medium" pitchFamily="-105" charset="0"/>
              </a:rPr>
              <a:t>2-  DESTINATION ON AMBIANCE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3-  LÈVES TES BRAS EN L'AIR SI TU KIFFES ÇA 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4-  TU VOULAIS BOUGER RESTES ICI TU VAS GOUTER DESTINATION, SI SI</a:t>
            </a:r>
          </a:p>
          <a:p>
            <a:r>
              <a:rPr lang="fr-FR" smtClean="0">
                <a:latin typeface="Franklin Gothic Medium" pitchFamily="-105" charset="0"/>
              </a:rPr>
              <a:t>5-  LE SON QUE T'APPRÉCIES TOUJOURS NET ET PRÉCIS</a:t>
            </a:r>
          </a:p>
          <a:p>
            <a:r>
              <a:rPr lang="fr-FR" smtClean="0">
                <a:latin typeface="Franklin Gothic Medium" pitchFamily="-105" charset="0"/>
              </a:rPr>
              <a:t>6-  VOICI LES MC SKARO   OMC   KOSSI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7-  POUR QUE LE SON PÈTE BOUGE, BOUGE,TA TÊTE</a:t>
            </a:r>
          </a:p>
          <a:p>
            <a:r>
              <a:rPr lang="fr-FR" smtClean="0">
                <a:latin typeface="Franklin Gothic Medium" pitchFamily="-105" charset="0"/>
              </a:rPr>
              <a:t>8-  TOUS EN MODE FÊTE BOUGE, BOUGE ,TA TÊTE</a:t>
            </a:r>
          </a:p>
          <a:p>
            <a:r>
              <a:rPr lang="fr-FR" smtClean="0">
                <a:latin typeface="Franklin Gothic Medium" pitchFamily="-105" charset="0"/>
              </a:rPr>
              <a:t>9-  JEAN BASKETS BOUGE, BOUGE TA TÊTE</a:t>
            </a:r>
          </a:p>
          <a:p>
            <a:r>
              <a:rPr lang="fr-FR" smtClean="0">
                <a:latin typeface="Franklin Gothic Medium" pitchFamily="-105" charset="0"/>
              </a:rPr>
              <a:t>10-  DESTINATION BOUGE, BOUGE TA TÊTE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11-  ON SE MET TOUS DANS L’AMBIANCE ON KIFF TOUS </a:t>
            </a:r>
          </a:p>
          <a:p>
            <a:r>
              <a:rPr lang="fr-FR" smtClean="0">
                <a:latin typeface="Franklin Gothic Medium" pitchFamily="-105" charset="0"/>
              </a:rPr>
              <a:t>12-  QUAND LE SON EST CADENCE COMME ÇA</a:t>
            </a:r>
          </a:p>
          <a:p>
            <a:r>
              <a:rPr lang="fr-FR" smtClean="0">
                <a:latin typeface="Franklin Gothic Medium" pitchFamily="-105" charset="0"/>
              </a:rPr>
              <a:t>13-  YO KA DANSE KON SA DROITE – GAUCHE</a:t>
            </a:r>
          </a:p>
          <a:p>
            <a:r>
              <a:rPr lang="fr-FR" smtClean="0">
                <a:latin typeface="Franklin Gothic Medium" pitchFamily="-105" charset="0"/>
              </a:rPr>
              <a:t>14-  MONTE LE SON J’AI CAPTÉ QUE LES GARS KIFFENT ÇA !</a:t>
            </a:r>
          </a:p>
          <a:p>
            <a:r>
              <a:rPr lang="fr-FR" smtClean="0">
                <a:latin typeface="Franklin Gothic Medium" pitchFamily="-105" charset="0"/>
              </a:rPr>
              <a:t>15-  LES SPOTS T’AVEUGLENT T’EN A RIEN À FAIRE</a:t>
            </a:r>
          </a:p>
          <a:p>
            <a:r>
              <a:rPr lang="fr-FR" smtClean="0">
                <a:latin typeface="Franklin Gothic Medium" pitchFamily="-105" charset="0"/>
              </a:rPr>
              <a:t>16-  TU DOIS FAIRE TON BUZZ JE CONNAIS ÇA !</a:t>
            </a:r>
          </a:p>
          <a:p>
            <a:r>
              <a:rPr lang="fr-FR" smtClean="0">
                <a:latin typeface="Franklin Gothic Medium" pitchFamily="-105" charset="0"/>
              </a:rPr>
              <a:t>17-  SUR CE SON DE DESTINATION :</a:t>
            </a:r>
          </a:p>
          <a:p>
            <a:r>
              <a:rPr lang="fr-FR" smtClean="0">
                <a:latin typeface="Franklin Gothic Medium" pitchFamily="-105" charset="0"/>
              </a:rPr>
              <a:t>18-  ON TAPE DES MOON WALK À LA MICHAEL JACKSON !</a:t>
            </a:r>
          </a:p>
          <a:p>
            <a:r>
              <a:rPr lang="fr-FR" smtClean="0">
                <a:latin typeface="Franklin Gothic Medium" pitchFamily="-105" charset="0"/>
              </a:rPr>
              <a:t>19-  MÊME SI TU SAIS PAS, ESSAIE</a:t>
            </a:r>
          </a:p>
          <a:p>
            <a:r>
              <a:rPr lang="fr-FR" smtClean="0">
                <a:latin typeface="Franklin Gothic Medium" pitchFamily="-105" charset="0"/>
              </a:rPr>
              <a:t>20-  ON SE TAPE DES BARRES DE RIRE ON SE PERMET L’EXCES </a:t>
            </a:r>
          </a:p>
          <a:p>
            <a:r>
              <a:rPr lang="fr-FR" smtClean="0">
                <a:latin typeface="Franklin Gothic Medium" pitchFamily="-105" charset="0"/>
              </a:rPr>
              <a:t>21-  DESTINATION… TU BOUGES TA TÊTE ON TE LAISSE MEME PAS LE CHOIX MEC</a:t>
            </a:r>
          </a:p>
          <a:p>
            <a:r>
              <a:rPr lang="fr-FR" smtClean="0">
                <a:latin typeface="Franklin Gothic Medium" pitchFamily="-105" charset="0"/>
              </a:rPr>
              <a:t>22-  ON BOOSTE TA FÊTE ! ON SE DÉFOULE TU TE DÉFILE</a:t>
            </a:r>
          </a:p>
          <a:p>
            <a:r>
              <a:rPr lang="fr-FR" smtClean="0">
                <a:latin typeface="Franklin Gothic Medium" pitchFamily="-105" charset="0"/>
              </a:rPr>
              <a:t>23-  ON BOUGE LA FOULE LES FAINÉANTS FILENT</a:t>
            </a:r>
          </a:p>
          <a:p>
            <a:r>
              <a:rPr lang="fr-FR" smtClean="0">
                <a:latin typeface="Franklin Gothic Medium" pitchFamily="-105" charset="0"/>
              </a:rPr>
              <a:t>24-  SI TU AIMES CE SON LADY LÈVE TES MAINS</a:t>
            </a:r>
          </a:p>
          <a:p>
            <a:r>
              <a:rPr lang="fr-FR" smtClean="0">
                <a:latin typeface="Franklin Gothic Medium" pitchFamily="-105" charset="0"/>
              </a:rPr>
              <a:t>25-  SI TU AIME CE SON MC BOUGE TES PIEDS</a:t>
            </a:r>
          </a:p>
          <a:p>
            <a:r>
              <a:rPr lang="fr-FR" smtClean="0">
                <a:latin typeface="Franklin Gothic Medium" pitchFamily="-105" charset="0"/>
              </a:rPr>
              <a:t>26-  PUISSANCE RIME AVEC AISANCE J.E.S.U.S</a:t>
            </a:r>
          </a:p>
          <a:p>
            <a:r>
              <a:rPr lang="fr-FR" smtClean="0">
                <a:latin typeface="Franklin Gothic Medium" pitchFamily="-105" charset="0"/>
              </a:rPr>
              <a:t>27-  SA PRÉSENCE, MA RÉFÉRENCE L'AMBIANCE OU TOUT LE MONDE DANSE</a:t>
            </a:r>
          </a:p>
          <a:p>
            <a:r>
              <a:rPr lang="fr-FR" smtClean="0">
                <a:latin typeface="Franklin Gothic Medium" pitchFamily="-105" charset="0"/>
              </a:rPr>
              <a:t>28-  LIBERTE, FRATERNITÉ ET LA RÉVÉRENCE</a:t>
            </a:r>
          </a:p>
          <a:p>
            <a:r>
              <a:rPr lang="fr-FR" smtClean="0">
                <a:latin typeface="Franklin Gothic Medium" pitchFamily="-105" charset="0"/>
              </a:rPr>
              <a:t>29-  BOUGES TA TÊTE, DESTINATION SUR LA VERSION, ATTENTION</a:t>
            </a:r>
          </a:p>
          <a:p>
            <a:r>
              <a:rPr lang="fr-FR" smtClean="0">
                <a:latin typeface="Franklin Gothic Medium" pitchFamily="-105" charset="0"/>
              </a:rPr>
              <a:t>30-  METS TA CASQUETTE ET GROOVE C'EST SIMPLE EN POSITION SUR CE SON</a:t>
            </a:r>
          </a:p>
          <a:p>
            <a:endParaRPr lang="fr-FR" smtClean="0">
              <a:latin typeface="Franklin Gothic Medium" pitchFamily="-105" charset="0"/>
            </a:endParaRP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z="600" smtClean="0"/>
              <a:t>1-  ON AMBIANCE, TOUT LE MONDE SUR LA PISTE 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2-  DESTINATION ON AMBIANCE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3-  LÈVES TES BRAS EN L'AIR SI TU KIFFES ÇA 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4-  TU VOULAIS BOUGER RESTES ICI TU VAS GOUTER DESTINATION, SI SI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5-  LE SON QUE T'APPRÉCIES TOUJOURS NET ET PRÉCIS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6-  VOICI LES MC SKARO   OMC   KOSSI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7-  POUR QUE LE SON PÈTE BOUGE, BOUGE,TA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8-  TOUS EN MODE FÊTE BOUGE, BOUGE 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9-  JEAN BASKETS BOUGE, BOUGE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10-  DESTINATION BOUGE, BOUGE TA TÊTE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11-  ON SE MET TOUS DANS L’AMBIANCE ON KIFF TOUS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12-  QUAND LE SON EST CADENCE COMME ÇA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13-  YO KA DANSE KON SA DROITE – GAUCHE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14-  MONTE LE SON J’AI CAPTÉ QUE LES GARS KIFFENT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15-  LES SPOTS T’AVEUGLENT T’EN A RIEN À FAIRE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16-  TU DOIS FAIRE TON BUZZ JE CONNAIS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17-  SUR CE SON DE DESTINATION :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18-  ON TAPE DES MOON WALK À LA MICHAEL JACKSON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19-  MÊME SI TU SAIS PAS, ESSAIE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20-  ON SE TAPE DES BARRES DE RIRE ON SE PERMET L’EXCES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21-  DESTINATION… TU BOUGES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22-  ON TE LAISSE MEME PAS LE CHOIX MEC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23-  ON BOOSTE TA FÊTE ! ON SE DÉFOULE TU TE DÉFILE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24-  ON BOUGE LA FOULE LES FAINÉANTS FILENT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25-  SI TU AIMES CE SON LADY LÈVE TES MAINS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26-  SI TU AIME CE SON MC BOUGE TES PIEDS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27-  PUISSANCE RIME AVEC AISANCE J.E.S.U.S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28-  SA PRÉSENCE, MA RÉFÉRENCE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29-  L'AMBIANCE OU TOUT LE MONDE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30-  LIBERTE, FRATERNITÉ ET LA RÉVÉRENCE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31-  BOUGES TA TÊTE, DESTINATION SUR LA VERSION, ATTENTION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32-  METS TA CASQUETTE ET GROOVE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33- C'EST SIMPLE EN POSITION SUR CE SON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ON AMBIANCE, TOUT LE MONDE SUR LA PISTE DE DANSE</a:t>
            </a:r>
          </a:p>
          <a:p>
            <a:r>
              <a:rPr lang="fr-FR" smtClean="0">
                <a:latin typeface="Franklin Gothic Medium" pitchFamily="-105" charset="0"/>
              </a:rPr>
              <a:t>2-  DESTINATION ON AMBIANCE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3-  LÈVES TES BRAS EN L'AIR SI TU KIFFES ÇA 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4-  TU VOULAIS BOUGER RESTES ICI TU VAS GOUTER DESTINATION, SI SI</a:t>
            </a:r>
          </a:p>
          <a:p>
            <a:r>
              <a:rPr lang="fr-FR" smtClean="0">
                <a:latin typeface="Franklin Gothic Medium" pitchFamily="-105" charset="0"/>
              </a:rPr>
              <a:t>5-  LE SON QUE T'APPRÉCIES TOUJOURS NET ET PRÉCIS</a:t>
            </a:r>
          </a:p>
          <a:p>
            <a:r>
              <a:rPr lang="fr-FR" smtClean="0">
                <a:latin typeface="Franklin Gothic Medium" pitchFamily="-105" charset="0"/>
              </a:rPr>
              <a:t>6-  VOICI LES MC SKARO   OMC   KOSSI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7-  POUR QUE LE SON PÈTE BOUGE, BOUGE,TA TÊTE</a:t>
            </a:r>
          </a:p>
          <a:p>
            <a:r>
              <a:rPr lang="fr-FR" smtClean="0">
                <a:latin typeface="Franklin Gothic Medium" pitchFamily="-105" charset="0"/>
              </a:rPr>
              <a:t>8-  TOUS EN MODE FÊTE BOUGE, BOUGE ,TA TÊTE</a:t>
            </a:r>
          </a:p>
          <a:p>
            <a:r>
              <a:rPr lang="fr-FR" smtClean="0">
                <a:latin typeface="Franklin Gothic Medium" pitchFamily="-105" charset="0"/>
              </a:rPr>
              <a:t>9-  JEAN BASKETS BOUGE, BOUGE TA TÊTE</a:t>
            </a:r>
          </a:p>
          <a:p>
            <a:r>
              <a:rPr lang="fr-FR" smtClean="0">
                <a:latin typeface="Franklin Gothic Medium" pitchFamily="-105" charset="0"/>
              </a:rPr>
              <a:t>10-  DESTINATION BOUGE, BOUGE TA TÊTE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11-  ON SE MET TOUS DANS L’AMBIANCE ON KIFF TOUS </a:t>
            </a:r>
          </a:p>
          <a:p>
            <a:r>
              <a:rPr lang="fr-FR" smtClean="0">
                <a:latin typeface="Franklin Gothic Medium" pitchFamily="-105" charset="0"/>
              </a:rPr>
              <a:t>12-  QUAND LE SON EST CADENCE COMME ÇA</a:t>
            </a:r>
          </a:p>
          <a:p>
            <a:r>
              <a:rPr lang="fr-FR" smtClean="0">
                <a:latin typeface="Franklin Gothic Medium" pitchFamily="-105" charset="0"/>
              </a:rPr>
              <a:t>13-  YO KA DANSE KON SA DROITE – GAUCHE</a:t>
            </a:r>
          </a:p>
          <a:p>
            <a:r>
              <a:rPr lang="fr-FR" smtClean="0">
                <a:latin typeface="Franklin Gothic Medium" pitchFamily="-105" charset="0"/>
              </a:rPr>
              <a:t>14-  MONTE LE SON J’AI CAPTÉ QUE LES GARS KIFFENT ÇA !</a:t>
            </a:r>
          </a:p>
          <a:p>
            <a:r>
              <a:rPr lang="fr-FR" smtClean="0">
                <a:latin typeface="Franklin Gothic Medium" pitchFamily="-105" charset="0"/>
              </a:rPr>
              <a:t>15-  LES SPOTS T’AVEUGLENT T’EN A RIEN À FAIRE</a:t>
            </a:r>
          </a:p>
          <a:p>
            <a:r>
              <a:rPr lang="fr-FR" smtClean="0">
                <a:latin typeface="Franklin Gothic Medium" pitchFamily="-105" charset="0"/>
              </a:rPr>
              <a:t>16-  TU DOIS FAIRE TON BUZZ JE CONNAIS ÇA !</a:t>
            </a:r>
          </a:p>
          <a:p>
            <a:r>
              <a:rPr lang="fr-FR" smtClean="0">
                <a:latin typeface="Franklin Gothic Medium" pitchFamily="-105" charset="0"/>
              </a:rPr>
              <a:t>17-  SUR CE SON DE DESTINATION :</a:t>
            </a:r>
          </a:p>
          <a:p>
            <a:r>
              <a:rPr lang="fr-FR" smtClean="0">
                <a:latin typeface="Franklin Gothic Medium" pitchFamily="-105" charset="0"/>
              </a:rPr>
              <a:t>18-  ON TAPE DES MOON WALK À LA MICHAEL JACKSON !</a:t>
            </a:r>
          </a:p>
          <a:p>
            <a:r>
              <a:rPr lang="fr-FR" smtClean="0">
                <a:latin typeface="Franklin Gothic Medium" pitchFamily="-105" charset="0"/>
              </a:rPr>
              <a:t>19-  MÊME SI TU SAIS PAS, ESSAIE</a:t>
            </a:r>
          </a:p>
          <a:p>
            <a:r>
              <a:rPr lang="fr-FR" smtClean="0">
                <a:latin typeface="Franklin Gothic Medium" pitchFamily="-105" charset="0"/>
              </a:rPr>
              <a:t>20-  ON SE TAPE DES BARRES DE RIRE ON SE PERMET L’EXCES </a:t>
            </a:r>
          </a:p>
          <a:p>
            <a:r>
              <a:rPr lang="fr-FR" smtClean="0">
                <a:latin typeface="Franklin Gothic Medium" pitchFamily="-105" charset="0"/>
              </a:rPr>
              <a:t>21-  DESTINATION… TU BOUGES TA TÊTE ON TE LAISSE MEME PAS LE CHOIX MEC</a:t>
            </a:r>
          </a:p>
          <a:p>
            <a:r>
              <a:rPr lang="fr-FR" smtClean="0">
                <a:latin typeface="Franklin Gothic Medium" pitchFamily="-105" charset="0"/>
              </a:rPr>
              <a:t>22-  ON BOOSTE TA FÊTE ! ON SE DÉFOULE TU TE DÉFILE</a:t>
            </a:r>
          </a:p>
          <a:p>
            <a:r>
              <a:rPr lang="fr-FR" smtClean="0">
                <a:latin typeface="Franklin Gothic Medium" pitchFamily="-105" charset="0"/>
              </a:rPr>
              <a:t>23-  ON BOUGE LA FOULE LES FAINÉANTS FILENT</a:t>
            </a:r>
          </a:p>
          <a:p>
            <a:r>
              <a:rPr lang="fr-FR" smtClean="0">
                <a:latin typeface="Franklin Gothic Medium" pitchFamily="-105" charset="0"/>
              </a:rPr>
              <a:t>24-  SI TU AIMES CE SON LADY LÈVE TES MAINS</a:t>
            </a:r>
          </a:p>
          <a:p>
            <a:r>
              <a:rPr lang="fr-FR" smtClean="0">
                <a:latin typeface="Franklin Gothic Medium" pitchFamily="-105" charset="0"/>
              </a:rPr>
              <a:t>25-  SI TU AIME CE SON MC BOUGE TES PIEDS</a:t>
            </a:r>
          </a:p>
          <a:p>
            <a:r>
              <a:rPr lang="fr-FR" smtClean="0">
                <a:latin typeface="Franklin Gothic Medium" pitchFamily="-105" charset="0"/>
              </a:rPr>
              <a:t>26-  PUISSANCE RIME AVEC AISANCE J.E.S.U.S</a:t>
            </a:r>
          </a:p>
          <a:p>
            <a:r>
              <a:rPr lang="fr-FR" smtClean="0">
                <a:latin typeface="Franklin Gothic Medium" pitchFamily="-105" charset="0"/>
              </a:rPr>
              <a:t>27-  SA PRÉSENCE, MA RÉFÉRENCE L'AMBIANCE OU TOUT LE MONDE DANSE</a:t>
            </a:r>
          </a:p>
          <a:p>
            <a:r>
              <a:rPr lang="fr-FR" smtClean="0">
                <a:latin typeface="Franklin Gothic Medium" pitchFamily="-105" charset="0"/>
              </a:rPr>
              <a:t>28-  LIBERTE, FRATERNITÉ ET LA RÉVÉRENCE</a:t>
            </a:r>
          </a:p>
          <a:p>
            <a:r>
              <a:rPr lang="fr-FR" smtClean="0">
                <a:latin typeface="Franklin Gothic Medium" pitchFamily="-105" charset="0"/>
              </a:rPr>
              <a:t>29-  BOUGES TA TÊTE, DESTINATION SUR LA VERSION, ATTENTION</a:t>
            </a:r>
          </a:p>
          <a:p>
            <a:r>
              <a:rPr lang="fr-FR" smtClean="0">
                <a:latin typeface="Franklin Gothic Medium" pitchFamily="-105" charset="0"/>
              </a:rPr>
              <a:t>30-  METS TA CASQUETTE ET GROOVE C'EST SIMPLE EN POSITION SUR CE SON</a:t>
            </a:r>
          </a:p>
          <a:p>
            <a:endParaRPr lang="fr-FR" smtClean="0">
              <a:latin typeface="Franklin Gothic Medium" pitchFamily="-105" charset="0"/>
            </a:endParaRP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z="600" smtClean="0"/>
              <a:t>1-  ON AMBIANCE, TOUT LE MONDE SUR LA PISTE 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2-  DESTINATION ON AMBIANCE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3-  LÈVES TES BRAS EN L'AIR SI TU KIFFES ÇA 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4-  TU VOULAIS BOUGER RESTES ICI TU VAS GOUTER DESTINATION, SI SI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5-  LE SON QUE T'APPRÉCIES TOUJOURS NET ET PRÉCIS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6-  VOICI LES MC SKARO   OMC   KOSSI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7-  POUR QUE LE SON PÈTE BOUGE, BOUGE,TA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8-  TOUS EN MODE FÊTE BOUGE, BOUGE 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9-  JEAN BASKETS BOUGE, BOUGE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10-  DESTINATION BOUGE, BOUGE TA TÊTE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11-  ON SE MET TOUS DANS L’AMBIANCE ON KIFF TOUS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12-  QUAND LE SON EST CADENCE COMME ÇA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13-  YO KA DANSE KON SA DROITE – GAUCHE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14-  MONTE LE SON J’AI CAPTÉ QUE LES GARS KIFFENT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15-  LES SPOTS T’AVEUGLENT T’EN A RIEN À FAIRE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16-  TU DOIS FAIRE TON BUZZ JE CONNAIS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17-  SUR CE SON DE DESTINATION :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18-  ON TAPE DES MOON WALK À LA MICHAEL JACKSON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19-  MÊME SI TU SAIS PAS, ESSAIE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20-  ON SE TAPE DES BARRES DE RIRE ON SE PERMET L’EXCES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21-  DESTINATION… TU BOUGES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22-  ON TE LAISSE MEME PAS LE CHOIX MEC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23-  ON BOOSTE TA FÊTE ! ON SE DÉFOULE TU TE DÉFILE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24-  ON BOUGE LA FOULE LES FAINÉANTS FILENT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25-  SI TU AIMES CE SON LADY LÈVE TES MAINS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26-  SI TU AIME CE SON MC BOUGE TES PIEDS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27-  PUISSANCE RIME AVEC AISANCE J.E.S.U.S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28-  SA PRÉSENCE, MA RÉFÉRENCE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29-  L'AMBIANCE OU TOUT LE MONDE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30-  LIBERTE, FRATERNITÉ ET LA RÉVÉRENCE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31-  BOUGES TA TÊTE, DESTINATION SUR LA VERSION, ATTENTION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32-  METS TA CASQUETTE ET GROOVE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33- C'EST SIMPLE EN POSITION SUR CE SON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ON AMBIANCE, TOUT LE MONDE SUR LA PISTE DE DANSE</a:t>
            </a:r>
          </a:p>
          <a:p>
            <a:r>
              <a:rPr lang="fr-FR" smtClean="0">
                <a:latin typeface="Franklin Gothic Medium" pitchFamily="-105" charset="0"/>
              </a:rPr>
              <a:t>2-  DESTINATION ON AMBIANCE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3-  LÈVES TES BRAS EN L'AIR SI TU KIFFES ÇA 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4-  TU VOULAIS BOUGER RESTES ICI TU VAS GOUTER DESTINATION, SI SI</a:t>
            </a:r>
          </a:p>
          <a:p>
            <a:r>
              <a:rPr lang="fr-FR" smtClean="0">
                <a:latin typeface="Franklin Gothic Medium" pitchFamily="-105" charset="0"/>
              </a:rPr>
              <a:t>5-  LE SON QUE T'APPRÉCIES TOUJOURS NET ET PRÉCIS</a:t>
            </a:r>
          </a:p>
          <a:p>
            <a:r>
              <a:rPr lang="fr-FR" smtClean="0">
                <a:latin typeface="Franklin Gothic Medium" pitchFamily="-105" charset="0"/>
              </a:rPr>
              <a:t>6-  VOICI LES MC SKARO   OMC   KOSSI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7-  POUR QUE LE SON PÈTE BOUGE, BOUGE,TA TÊTE</a:t>
            </a:r>
          </a:p>
          <a:p>
            <a:r>
              <a:rPr lang="fr-FR" smtClean="0">
                <a:latin typeface="Franklin Gothic Medium" pitchFamily="-105" charset="0"/>
              </a:rPr>
              <a:t>8-  TOUS EN MODE FÊTE BOUGE, BOUGE ,TA TÊTE</a:t>
            </a:r>
          </a:p>
          <a:p>
            <a:r>
              <a:rPr lang="fr-FR" smtClean="0">
                <a:latin typeface="Franklin Gothic Medium" pitchFamily="-105" charset="0"/>
              </a:rPr>
              <a:t>9-  JEAN BASKETS BOUGE, BOUGE TA TÊTE</a:t>
            </a:r>
          </a:p>
          <a:p>
            <a:r>
              <a:rPr lang="fr-FR" smtClean="0">
                <a:latin typeface="Franklin Gothic Medium" pitchFamily="-105" charset="0"/>
              </a:rPr>
              <a:t>10-  DESTINATION BOUGE, BOUGE TA TÊTE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11-  ON SE MET TOUS DANS L’AMBIANCE ON KIFF TOUS </a:t>
            </a:r>
          </a:p>
          <a:p>
            <a:r>
              <a:rPr lang="fr-FR" smtClean="0">
                <a:latin typeface="Franklin Gothic Medium" pitchFamily="-105" charset="0"/>
              </a:rPr>
              <a:t>12-  QUAND LE SON EST CADENCE COMME ÇA</a:t>
            </a:r>
          </a:p>
          <a:p>
            <a:r>
              <a:rPr lang="fr-FR" smtClean="0">
                <a:latin typeface="Franklin Gothic Medium" pitchFamily="-105" charset="0"/>
              </a:rPr>
              <a:t>13-  YO KA DANSE KON SA DROITE – GAUCHE</a:t>
            </a:r>
          </a:p>
          <a:p>
            <a:r>
              <a:rPr lang="fr-FR" smtClean="0">
                <a:latin typeface="Franklin Gothic Medium" pitchFamily="-105" charset="0"/>
              </a:rPr>
              <a:t>14-  MONTE LE SON J’AI CAPTÉ QUE LES GARS KIFFENT ÇA !</a:t>
            </a:r>
          </a:p>
          <a:p>
            <a:r>
              <a:rPr lang="fr-FR" smtClean="0">
                <a:latin typeface="Franklin Gothic Medium" pitchFamily="-105" charset="0"/>
              </a:rPr>
              <a:t>15-  LES SPOTS T’AVEUGLENT T’EN A RIEN À FAIRE</a:t>
            </a:r>
          </a:p>
          <a:p>
            <a:r>
              <a:rPr lang="fr-FR" smtClean="0">
                <a:latin typeface="Franklin Gothic Medium" pitchFamily="-105" charset="0"/>
              </a:rPr>
              <a:t>16-  TU DOIS FAIRE TON BUZZ JE CONNAIS ÇA !</a:t>
            </a:r>
          </a:p>
          <a:p>
            <a:r>
              <a:rPr lang="fr-FR" smtClean="0">
                <a:latin typeface="Franklin Gothic Medium" pitchFamily="-105" charset="0"/>
              </a:rPr>
              <a:t>17-  SUR CE SON DE DESTINATION :</a:t>
            </a:r>
          </a:p>
          <a:p>
            <a:r>
              <a:rPr lang="fr-FR" smtClean="0">
                <a:latin typeface="Franklin Gothic Medium" pitchFamily="-105" charset="0"/>
              </a:rPr>
              <a:t>18-  ON TAPE DES MOON WALK À LA MICHAEL JACKSON !</a:t>
            </a:r>
          </a:p>
          <a:p>
            <a:r>
              <a:rPr lang="fr-FR" smtClean="0">
                <a:latin typeface="Franklin Gothic Medium" pitchFamily="-105" charset="0"/>
              </a:rPr>
              <a:t>19-  MÊME SI TU SAIS PAS, ESSAIE</a:t>
            </a:r>
          </a:p>
          <a:p>
            <a:r>
              <a:rPr lang="fr-FR" smtClean="0">
                <a:latin typeface="Franklin Gothic Medium" pitchFamily="-105" charset="0"/>
              </a:rPr>
              <a:t>20-  ON SE TAPE DES BARRES DE RIRE ON SE PERMET L’EXCES </a:t>
            </a:r>
          </a:p>
          <a:p>
            <a:r>
              <a:rPr lang="fr-FR" smtClean="0">
                <a:latin typeface="Franklin Gothic Medium" pitchFamily="-105" charset="0"/>
              </a:rPr>
              <a:t>21-  DESTINATION… TU BOUGES TA TÊTE ON TE LAISSE MEME PAS LE CHOIX MEC</a:t>
            </a:r>
          </a:p>
          <a:p>
            <a:r>
              <a:rPr lang="fr-FR" smtClean="0">
                <a:latin typeface="Franklin Gothic Medium" pitchFamily="-105" charset="0"/>
              </a:rPr>
              <a:t>22-  ON BOOSTE TA FÊTE ! ON SE DÉFOULE TU TE DÉFILE</a:t>
            </a:r>
          </a:p>
          <a:p>
            <a:r>
              <a:rPr lang="fr-FR" smtClean="0">
                <a:latin typeface="Franklin Gothic Medium" pitchFamily="-105" charset="0"/>
              </a:rPr>
              <a:t>23-  ON BOUGE LA FOULE LES FAINÉANTS FILENT</a:t>
            </a:r>
          </a:p>
          <a:p>
            <a:r>
              <a:rPr lang="fr-FR" smtClean="0">
                <a:latin typeface="Franklin Gothic Medium" pitchFamily="-105" charset="0"/>
              </a:rPr>
              <a:t>24-  SI TU AIMES CE SON LADY LÈVE TES MAINS</a:t>
            </a:r>
          </a:p>
          <a:p>
            <a:r>
              <a:rPr lang="fr-FR" smtClean="0">
                <a:latin typeface="Franklin Gothic Medium" pitchFamily="-105" charset="0"/>
              </a:rPr>
              <a:t>25-  SI TU AIME CE SON MC BOUGE TES PIEDS</a:t>
            </a:r>
          </a:p>
          <a:p>
            <a:r>
              <a:rPr lang="fr-FR" smtClean="0">
                <a:latin typeface="Franklin Gothic Medium" pitchFamily="-105" charset="0"/>
              </a:rPr>
              <a:t>26-  PUISSANCE RIME AVEC AISANCE J.E.S.U.S</a:t>
            </a:r>
          </a:p>
          <a:p>
            <a:r>
              <a:rPr lang="fr-FR" smtClean="0">
                <a:latin typeface="Franklin Gothic Medium" pitchFamily="-105" charset="0"/>
              </a:rPr>
              <a:t>27-  SA PRÉSENCE, MA RÉFÉRENCE L'AMBIANCE OU TOUT LE MONDE DANSE</a:t>
            </a:r>
          </a:p>
          <a:p>
            <a:r>
              <a:rPr lang="fr-FR" smtClean="0">
                <a:latin typeface="Franklin Gothic Medium" pitchFamily="-105" charset="0"/>
              </a:rPr>
              <a:t>28-  LIBERTE, FRATERNITÉ ET LA RÉVÉRENCE</a:t>
            </a:r>
          </a:p>
          <a:p>
            <a:r>
              <a:rPr lang="fr-FR" smtClean="0">
                <a:latin typeface="Franklin Gothic Medium" pitchFamily="-105" charset="0"/>
              </a:rPr>
              <a:t>29-  BOUGES TA TÊTE, DESTINATION SUR LA VERSION, ATTENTION</a:t>
            </a:r>
          </a:p>
          <a:p>
            <a:r>
              <a:rPr lang="fr-FR" smtClean="0">
                <a:latin typeface="Franklin Gothic Medium" pitchFamily="-105" charset="0"/>
              </a:rPr>
              <a:t>30-  METS TA CASQUETTE ET GROOVE C'EST SIMPLE EN POSITION SUR CE SON</a:t>
            </a:r>
          </a:p>
          <a:p>
            <a:endParaRPr lang="fr-FR" smtClean="0">
              <a:latin typeface="Franklin Gothic Medium" pitchFamily="-105" charset="0"/>
            </a:endParaRP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z="600" smtClean="0"/>
              <a:t>1-  ON AMBIANCE, TOUT LE MONDE SUR LA PISTE 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2-  DESTINATION ON AMBIANCE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3-  LÈVES TES BRAS EN L'AIR SI TU KIFFES ÇA 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4-  TU VOULAIS BOUGER RESTES ICI TU VAS GOUTER DESTINATION, SI SI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5-  LE SON QUE T'APPRÉCIES TOUJOURS NET ET PRÉCIS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6-  VOICI LES MC SKARO   OMC   KOSSI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7-  POUR QUE LE SON PÈTE BOUGE, BOUGE,TA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8-  TOUS EN MODE FÊTE BOUGE, BOUGE 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9-  JEAN BASKETS BOUGE, BOUGE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10-  DESTINATION BOUGE, BOUGE TA TÊTE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11-  ON SE MET TOUS DANS L’AMBIANCE ON KIFF TOUS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12-  QUAND LE SON EST CADENCE COMME ÇA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13-  YO KA DANSE KON SA DROITE – GAUCHE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14-  MONTE LE SON J’AI CAPTÉ QUE LES GARS KIFFENT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15-  LES SPOTS T’AVEUGLENT T’EN A RIEN À FAIRE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16-  TU DOIS FAIRE TON BUZZ JE CONNAIS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17-  SUR CE SON DE DESTINATION :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18-  ON TAPE DES MOON WALK À LA MICHAEL JACKSON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19-  MÊME SI TU SAIS PAS, ESSAIE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20-  ON SE TAPE DES BARRES DE RIRE ON SE PERMET L’EXCES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21-  DESTINATION… TU BOUGES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22-  ON TE LAISSE MEME PAS LE CHOIX MEC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23-  ON BOOSTE TA FÊTE ! ON SE DÉFOULE TU TE DÉFILE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24-  ON BOUGE LA FOULE LES FAINÉANTS FILENT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25-  SI TU AIMES CE SON LADY LÈVE TES MAINS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26-  SI TU AIME CE SON MC BOUGE TES PIEDS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27-  PUISSANCE RIME AVEC AISANCE J.E.S.U.S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28-  SA PRÉSENCE, MA RÉFÉRENCE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29-  L'AMBIANCE OU TOUT LE MONDE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30-  LIBERTE, FRATERNITÉ ET LA RÉVÉRENCE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31-  BOUGES TA TÊTE, DESTINATION SUR LA VERSION, ATTENTION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32-  METS TA CASQUETTE ET GROOVE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33- C'EST SIMPLE EN POSITION SUR CE SON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ON AMBIANCE, TOUT LE MONDE SUR LA PISTE DE DANSE</a:t>
            </a:r>
          </a:p>
          <a:p>
            <a:r>
              <a:rPr lang="fr-FR" smtClean="0">
                <a:latin typeface="Franklin Gothic Medium" pitchFamily="-105" charset="0"/>
              </a:rPr>
              <a:t>2-  DESTINATION ON AMBIANCE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3-  LÈVES TES BRAS EN L'AIR SI TU KIFFES ÇA 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4-  TU VOULAIS BOUGER RESTES ICI TU VAS GOUTER DESTINATION, SI SI</a:t>
            </a:r>
          </a:p>
          <a:p>
            <a:r>
              <a:rPr lang="fr-FR" smtClean="0">
                <a:latin typeface="Franklin Gothic Medium" pitchFamily="-105" charset="0"/>
              </a:rPr>
              <a:t>5-  LE SON QUE T'APPRÉCIES TOUJOURS NET ET PRÉCIS</a:t>
            </a:r>
          </a:p>
          <a:p>
            <a:r>
              <a:rPr lang="fr-FR" smtClean="0">
                <a:latin typeface="Franklin Gothic Medium" pitchFamily="-105" charset="0"/>
              </a:rPr>
              <a:t>6-  VOICI LES MC SKARO   OMC   KOSSI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7-  POUR QUE LE SON PÈTE BOUGE, BOUGE,TA TÊTE</a:t>
            </a:r>
          </a:p>
          <a:p>
            <a:r>
              <a:rPr lang="fr-FR" smtClean="0">
                <a:latin typeface="Franklin Gothic Medium" pitchFamily="-105" charset="0"/>
              </a:rPr>
              <a:t>8-  TOUS EN MODE FÊTE BOUGE, BOUGE ,TA TÊTE</a:t>
            </a:r>
          </a:p>
          <a:p>
            <a:r>
              <a:rPr lang="fr-FR" smtClean="0">
                <a:latin typeface="Franklin Gothic Medium" pitchFamily="-105" charset="0"/>
              </a:rPr>
              <a:t>9-  JEAN BASKETS BOUGE, BOUGE TA TÊTE</a:t>
            </a:r>
          </a:p>
          <a:p>
            <a:r>
              <a:rPr lang="fr-FR" smtClean="0">
                <a:latin typeface="Franklin Gothic Medium" pitchFamily="-105" charset="0"/>
              </a:rPr>
              <a:t>10-  DESTINATION BOUGE, BOUGE TA TÊTE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11-  ON SE MET TOUS DANS L’AMBIANCE ON KIFF TOUS </a:t>
            </a:r>
          </a:p>
          <a:p>
            <a:r>
              <a:rPr lang="fr-FR" smtClean="0">
                <a:latin typeface="Franklin Gothic Medium" pitchFamily="-105" charset="0"/>
              </a:rPr>
              <a:t>12-  QUAND LE SON EST CADENCE COMME ÇA</a:t>
            </a:r>
          </a:p>
          <a:p>
            <a:r>
              <a:rPr lang="fr-FR" smtClean="0">
                <a:latin typeface="Franklin Gothic Medium" pitchFamily="-105" charset="0"/>
              </a:rPr>
              <a:t>13-  YO KA DANSE KON SA DROITE – GAUCHE</a:t>
            </a:r>
          </a:p>
          <a:p>
            <a:r>
              <a:rPr lang="fr-FR" smtClean="0">
                <a:latin typeface="Franklin Gothic Medium" pitchFamily="-105" charset="0"/>
              </a:rPr>
              <a:t>14-  MONTE LE SON J’AI CAPTÉ QUE LES GARS KIFFENT ÇA !</a:t>
            </a:r>
          </a:p>
          <a:p>
            <a:r>
              <a:rPr lang="fr-FR" smtClean="0">
                <a:latin typeface="Franklin Gothic Medium" pitchFamily="-105" charset="0"/>
              </a:rPr>
              <a:t>15-  LES SPOTS T’AVEUGLENT T’EN A RIEN À FAIRE</a:t>
            </a:r>
          </a:p>
          <a:p>
            <a:r>
              <a:rPr lang="fr-FR" smtClean="0">
                <a:latin typeface="Franklin Gothic Medium" pitchFamily="-105" charset="0"/>
              </a:rPr>
              <a:t>16-  TU DOIS FAIRE TON BUZZ JE CONNAIS ÇA !</a:t>
            </a:r>
          </a:p>
          <a:p>
            <a:r>
              <a:rPr lang="fr-FR" smtClean="0">
                <a:latin typeface="Franklin Gothic Medium" pitchFamily="-105" charset="0"/>
              </a:rPr>
              <a:t>17-  SUR CE SON DE DESTINATION :</a:t>
            </a:r>
          </a:p>
          <a:p>
            <a:r>
              <a:rPr lang="fr-FR" smtClean="0">
                <a:latin typeface="Franklin Gothic Medium" pitchFamily="-105" charset="0"/>
              </a:rPr>
              <a:t>18-  ON TAPE DES MOON WALK À LA MICHAEL JACKSON !</a:t>
            </a:r>
          </a:p>
          <a:p>
            <a:r>
              <a:rPr lang="fr-FR" smtClean="0">
                <a:latin typeface="Franklin Gothic Medium" pitchFamily="-105" charset="0"/>
              </a:rPr>
              <a:t>19-  MÊME SI TU SAIS PAS, ESSAIE</a:t>
            </a:r>
          </a:p>
          <a:p>
            <a:r>
              <a:rPr lang="fr-FR" smtClean="0">
                <a:latin typeface="Franklin Gothic Medium" pitchFamily="-105" charset="0"/>
              </a:rPr>
              <a:t>20-  ON SE TAPE DES BARRES DE RIRE ON SE PERMET L’EXCES </a:t>
            </a:r>
          </a:p>
          <a:p>
            <a:r>
              <a:rPr lang="fr-FR" smtClean="0">
                <a:latin typeface="Franklin Gothic Medium" pitchFamily="-105" charset="0"/>
              </a:rPr>
              <a:t>21-  DESTINATION… TU BOUGES TA TÊTE ON TE LAISSE MEME PAS LE CHOIX MEC</a:t>
            </a:r>
          </a:p>
          <a:p>
            <a:r>
              <a:rPr lang="fr-FR" smtClean="0">
                <a:latin typeface="Franklin Gothic Medium" pitchFamily="-105" charset="0"/>
              </a:rPr>
              <a:t>22-  ON BOOSTE TA FÊTE ! ON SE DÉFOULE TU TE DÉFILE</a:t>
            </a:r>
          </a:p>
          <a:p>
            <a:r>
              <a:rPr lang="fr-FR" smtClean="0">
                <a:latin typeface="Franklin Gothic Medium" pitchFamily="-105" charset="0"/>
              </a:rPr>
              <a:t>23-  ON BOUGE LA FOULE LES FAINÉANTS FILENT</a:t>
            </a:r>
          </a:p>
          <a:p>
            <a:r>
              <a:rPr lang="fr-FR" smtClean="0">
                <a:latin typeface="Franklin Gothic Medium" pitchFamily="-105" charset="0"/>
              </a:rPr>
              <a:t>24-  SI TU AIMES CE SON LADY LÈVE TES MAINS</a:t>
            </a:r>
          </a:p>
          <a:p>
            <a:r>
              <a:rPr lang="fr-FR" smtClean="0">
                <a:latin typeface="Franklin Gothic Medium" pitchFamily="-105" charset="0"/>
              </a:rPr>
              <a:t>25-  SI TU AIME CE SON MC BOUGE TES PIEDS</a:t>
            </a:r>
          </a:p>
          <a:p>
            <a:r>
              <a:rPr lang="fr-FR" smtClean="0">
                <a:latin typeface="Franklin Gothic Medium" pitchFamily="-105" charset="0"/>
              </a:rPr>
              <a:t>26-  PUISSANCE RIME AVEC AISANCE J.E.S.U.S</a:t>
            </a:r>
          </a:p>
          <a:p>
            <a:r>
              <a:rPr lang="fr-FR" smtClean="0">
                <a:latin typeface="Franklin Gothic Medium" pitchFamily="-105" charset="0"/>
              </a:rPr>
              <a:t>27-  SA PRÉSENCE, MA RÉFÉRENCE L'AMBIANCE OU TOUT LE MONDE DANSE</a:t>
            </a:r>
          </a:p>
          <a:p>
            <a:r>
              <a:rPr lang="fr-FR" smtClean="0">
                <a:latin typeface="Franklin Gothic Medium" pitchFamily="-105" charset="0"/>
              </a:rPr>
              <a:t>28-  LIBERTE, FRATERNITÉ ET LA RÉVÉRENCE</a:t>
            </a:r>
          </a:p>
          <a:p>
            <a:r>
              <a:rPr lang="fr-FR" smtClean="0">
                <a:latin typeface="Franklin Gothic Medium" pitchFamily="-105" charset="0"/>
              </a:rPr>
              <a:t>29-  BOUGES TA TÊTE, DESTINATION SUR LA VERSION, ATTENTION</a:t>
            </a:r>
          </a:p>
          <a:p>
            <a:r>
              <a:rPr lang="fr-FR" smtClean="0">
                <a:latin typeface="Franklin Gothic Medium" pitchFamily="-105" charset="0"/>
              </a:rPr>
              <a:t>30-  METS TA CASQUETTE ET GROOVE C'EST SIMPLE EN POSITION SUR CE SON</a:t>
            </a:r>
          </a:p>
          <a:p>
            <a:endParaRPr lang="fr-FR" smtClean="0">
              <a:latin typeface="Franklin Gothic Medium" pitchFamily="-105" charset="0"/>
            </a:endParaRP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z="600" smtClean="0"/>
              <a:t>1-  ON AMBIANCE, TOUT LE MONDE SUR LA PISTE 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2-  DESTINATION ON AMBIANCE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3-  LÈVES TES BRAS EN L'AIR SI TU KIFFES ÇA 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4-  TU VOULAIS BOUGER RESTES ICI TU VAS GOUTER DESTINATION, SI SI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5-  LE SON QUE T'APPRÉCIES TOUJOURS NET ET PRÉCIS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6-  VOICI LES MC SKARO   OMC   KOSSI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7-  POUR QUE LE SON PÈTE BOUGE, BOUGE,TA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8-  TOUS EN MODE FÊTE BOUGE, BOUGE 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9-  JEAN BASKETS BOUGE, BOUGE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10-  DESTINATION BOUGE, BOUGE TA TÊTE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11-  ON SE MET TOUS DANS L’AMBIANCE ON KIFF TOUS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12-  QUAND LE SON EST CADENCE COMME ÇA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13-  YO KA DANSE KON SA DROITE – GAUCHE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14-  MONTE LE SON J’AI CAPTÉ QUE LES GARS KIFFENT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15-  LES SPOTS T’AVEUGLENT T’EN A RIEN À FAIRE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16-  TU DOIS FAIRE TON BUZZ JE CONNAIS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17-  SUR CE SON DE DESTINATION :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18-  ON TAPE DES MOON WALK À LA MICHAEL JACKSON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19-  MÊME SI TU SAIS PAS, ESSAIE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20-  ON SE TAPE DES BARRES DE RIRE ON SE PERMET L’EXCES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21-  DESTINATION… TU BOUGES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22-  ON TE LAISSE MEME PAS LE CHOIX MEC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23-  ON BOOSTE TA FÊTE ! ON SE DÉFOULE TU TE DÉFILE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24-  ON BOUGE LA FOULE LES FAINÉANTS FILENT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25-  SI TU AIMES CE SON LADY LÈVE TES MAINS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26-  SI TU AIME CE SON MC BOUGE TES PIEDS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27-  PUISSANCE RIME AVEC AISANCE J.E.S.U.S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28-  SA PRÉSENCE, MA RÉFÉRENCE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29-  L'AMBIANCE OU TOUT LE MONDE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30-  LIBERTE, FRATERNITÉ ET LA RÉVÉRENCE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31-  BOUGES TA TÊTE, DESTINATION SUR LA VERSION, ATTENTION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32-  METS TA CASQUETTE ET GROOVE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33- C'EST SIMPLE EN POSITION SUR CE SON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ON AMBIANCE, TOUT LE MONDE SUR LA PISTE DE DANSE</a:t>
            </a:r>
          </a:p>
          <a:p>
            <a:r>
              <a:rPr lang="fr-FR" smtClean="0">
                <a:latin typeface="Franklin Gothic Medium" pitchFamily="-105" charset="0"/>
              </a:rPr>
              <a:t>2-  DESTINATION ON AMBIANCE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3-  LÈVES TES BRAS EN L'AIR SI TU KIFFES ÇA 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4-  TU VOULAIS BOUGER RESTES ICI TU VAS GOUTER DESTINATION, SI SI</a:t>
            </a:r>
          </a:p>
          <a:p>
            <a:r>
              <a:rPr lang="fr-FR" smtClean="0">
                <a:latin typeface="Franklin Gothic Medium" pitchFamily="-105" charset="0"/>
              </a:rPr>
              <a:t>5-  LE SON QUE T'APPRÉCIES TOUJOURS NET ET PRÉCIS</a:t>
            </a:r>
          </a:p>
          <a:p>
            <a:r>
              <a:rPr lang="fr-FR" smtClean="0">
                <a:latin typeface="Franklin Gothic Medium" pitchFamily="-105" charset="0"/>
              </a:rPr>
              <a:t>6-  VOICI LES MC SKARO   OMC   KOSSI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7-  POUR QUE LE SON PÈTE BOUGE, BOUGE,TA TÊTE</a:t>
            </a:r>
          </a:p>
          <a:p>
            <a:r>
              <a:rPr lang="fr-FR" smtClean="0">
                <a:latin typeface="Franklin Gothic Medium" pitchFamily="-105" charset="0"/>
              </a:rPr>
              <a:t>8-  TOUS EN MODE FÊTE BOUGE, BOUGE ,TA TÊTE</a:t>
            </a:r>
          </a:p>
          <a:p>
            <a:r>
              <a:rPr lang="fr-FR" smtClean="0">
                <a:latin typeface="Franklin Gothic Medium" pitchFamily="-105" charset="0"/>
              </a:rPr>
              <a:t>9-  JEAN BASKETS BOUGE, BOUGE TA TÊTE</a:t>
            </a:r>
          </a:p>
          <a:p>
            <a:r>
              <a:rPr lang="fr-FR" smtClean="0">
                <a:latin typeface="Franklin Gothic Medium" pitchFamily="-105" charset="0"/>
              </a:rPr>
              <a:t>10-  DESTINATION BOUGE, BOUGE TA TÊTE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11-  ON SE MET TOUS DANS L’AMBIANCE ON KIFF TOUS </a:t>
            </a:r>
          </a:p>
          <a:p>
            <a:r>
              <a:rPr lang="fr-FR" smtClean="0">
                <a:latin typeface="Franklin Gothic Medium" pitchFamily="-105" charset="0"/>
              </a:rPr>
              <a:t>12-  QUAND LE SON EST CADENCE COMME ÇA</a:t>
            </a:r>
          </a:p>
          <a:p>
            <a:r>
              <a:rPr lang="fr-FR" smtClean="0">
                <a:latin typeface="Franklin Gothic Medium" pitchFamily="-105" charset="0"/>
              </a:rPr>
              <a:t>13-  YO KA DANSE KON SA DROITE – GAUCHE</a:t>
            </a:r>
          </a:p>
          <a:p>
            <a:r>
              <a:rPr lang="fr-FR" smtClean="0">
                <a:latin typeface="Franklin Gothic Medium" pitchFamily="-105" charset="0"/>
              </a:rPr>
              <a:t>14-  MONTE LE SON J’AI CAPTÉ QUE LES GARS KIFFENT ÇA !</a:t>
            </a:r>
          </a:p>
          <a:p>
            <a:r>
              <a:rPr lang="fr-FR" smtClean="0">
                <a:latin typeface="Franklin Gothic Medium" pitchFamily="-105" charset="0"/>
              </a:rPr>
              <a:t>15-  LES SPOTS T’AVEUGLENT T’EN A RIEN À FAIRE</a:t>
            </a:r>
          </a:p>
          <a:p>
            <a:r>
              <a:rPr lang="fr-FR" smtClean="0">
                <a:latin typeface="Franklin Gothic Medium" pitchFamily="-105" charset="0"/>
              </a:rPr>
              <a:t>16-  TU DOIS FAIRE TON BUZZ JE CONNAIS ÇA !</a:t>
            </a:r>
          </a:p>
          <a:p>
            <a:r>
              <a:rPr lang="fr-FR" smtClean="0">
                <a:latin typeface="Franklin Gothic Medium" pitchFamily="-105" charset="0"/>
              </a:rPr>
              <a:t>17-  SUR CE SON DE DESTINATION :</a:t>
            </a:r>
          </a:p>
          <a:p>
            <a:r>
              <a:rPr lang="fr-FR" smtClean="0">
                <a:latin typeface="Franklin Gothic Medium" pitchFamily="-105" charset="0"/>
              </a:rPr>
              <a:t>18-  ON TAPE DES MOON WALK À LA MICHAEL JACKSON !</a:t>
            </a:r>
          </a:p>
          <a:p>
            <a:r>
              <a:rPr lang="fr-FR" smtClean="0">
                <a:latin typeface="Franklin Gothic Medium" pitchFamily="-105" charset="0"/>
              </a:rPr>
              <a:t>19-  MÊME SI TU SAIS PAS, ESSAIE</a:t>
            </a:r>
          </a:p>
          <a:p>
            <a:r>
              <a:rPr lang="fr-FR" smtClean="0">
                <a:latin typeface="Franklin Gothic Medium" pitchFamily="-105" charset="0"/>
              </a:rPr>
              <a:t>20-  ON SE TAPE DES BARRES DE RIRE ON SE PERMET L’EXCES </a:t>
            </a:r>
          </a:p>
          <a:p>
            <a:r>
              <a:rPr lang="fr-FR" smtClean="0">
                <a:latin typeface="Franklin Gothic Medium" pitchFamily="-105" charset="0"/>
              </a:rPr>
              <a:t>21-  DESTINATION… TU BOUGES TA TÊTE ON TE LAISSE MEME PAS LE CHOIX MEC</a:t>
            </a:r>
          </a:p>
          <a:p>
            <a:r>
              <a:rPr lang="fr-FR" smtClean="0">
                <a:latin typeface="Franklin Gothic Medium" pitchFamily="-105" charset="0"/>
              </a:rPr>
              <a:t>22-  ON BOOSTE TA FÊTE ! ON SE DÉFOULE TU TE DÉFILE</a:t>
            </a:r>
          </a:p>
          <a:p>
            <a:r>
              <a:rPr lang="fr-FR" smtClean="0">
                <a:latin typeface="Franklin Gothic Medium" pitchFamily="-105" charset="0"/>
              </a:rPr>
              <a:t>23-  ON BOUGE LA FOULE LES FAINÉANTS FILENT</a:t>
            </a:r>
          </a:p>
          <a:p>
            <a:r>
              <a:rPr lang="fr-FR" smtClean="0">
                <a:latin typeface="Franklin Gothic Medium" pitchFamily="-105" charset="0"/>
              </a:rPr>
              <a:t>24-  SI TU AIMES CE SON LADY LÈVE TES MAINS</a:t>
            </a:r>
          </a:p>
          <a:p>
            <a:r>
              <a:rPr lang="fr-FR" smtClean="0">
                <a:latin typeface="Franklin Gothic Medium" pitchFamily="-105" charset="0"/>
              </a:rPr>
              <a:t>25-  SI TU AIME CE SON MC BOUGE TES PIEDS</a:t>
            </a:r>
          </a:p>
          <a:p>
            <a:r>
              <a:rPr lang="fr-FR" smtClean="0">
                <a:latin typeface="Franklin Gothic Medium" pitchFamily="-105" charset="0"/>
              </a:rPr>
              <a:t>26-  PUISSANCE RIME AVEC AISANCE J.E.S.U.S</a:t>
            </a:r>
          </a:p>
          <a:p>
            <a:r>
              <a:rPr lang="fr-FR" smtClean="0">
                <a:latin typeface="Franklin Gothic Medium" pitchFamily="-105" charset="0"/>
              </a:rPr>
              <a:t>27-  SA PRÉSENCE, MA RÉFÉRENCE L'AMBIANCE OU TOUT LE MONDE DANSE</a:t>
            </a:r>
          </a:p>
          <a:p>
            <a:r>
              <a:rPr lang="fr-FR" smtClean="0">
                <a:latin typeface="Franklin Gothic Medium" pitchFamily="-105" charset="0"/>
              </a:rPr>
              <a:t>28-  LIBERTE, FRATERNITÉ ET LA RÉVÉRENCE</a:t>
            </a:r>
          </a:p>
          <a:p>
            <a:r>
              <a:rPr lang="fr-FR" smtClean="0">
                <a:latin typeface="Franklin Gothic Medium" pitchFamily="-105" charset="0"/>
              </a:rPr>
              <a:t>29-  BOUGES TA TÊTE, DESTINATION SUR LA VERSION, ATTENTION</a:t>
            </a:r>
          </a:p>
          <a:p>
            <a:r>
              <a:rPr lang="fr-FR" smtClean="0">
                <a:latin typeface="Franklin Gothic Medium" pitchFamily="-105" charset="0"/>
              </a:rPr>
              <a:t>30-  METS TA CASQUETTE ET GROOVE C'EST SIMPLE EN POSITION SUR CE SON</a:t>
            </a:r>
          </a:p>
          <a:p>
            <a:endParaRPr lang="fr-FR" smtClean="0">
              <a:latin typeface="Franklin Gothic Medium" pitchFamily="-105" charset="0"/>
            </a:endParaRP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z="600" smtClean="0"/>
              <a:t>1-  ON AMBIANCE, TOUT LE MONDE SUR LA PISTE 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2-  DESTINATION ON AMBIANCE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3-  LÈVES TES BRAS EN L'AIR SI TU KIFFES ÇA 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4-  TU VOULAIS BOUGER RESTES ICI TU VAS GOUTER DESTINATION, SI SI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5-  LE SON QUE T'APPRÉCIES TOUJOURS NET ET PRÉCIS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6-  VOICI LES MC SKARO   OMC   KOSSI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7-  POUR QUE LE SON PÈTE BOUGE, BOUGE,TA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8-  TOUS EN MODE FÊTE BOUGE, BOUGE 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9-  JEAN BASKETS BOUGE, BOUGE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10-  DESTINATION BOUGE, BOUGE TA TÊTE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11-  ON SE MET TOUS DANS L’AMBIANCE ON KIFF TOUS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12-  QUAND LE SON EST CADENCE COMME ÇA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13-  YO KA DANSE KON SA DROITE – GAUCHE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14-  MONTE LE SON J’AI CAPTÉ QUE LES GARS KIFFENT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15-  LES SPOTS T’AVEUGLENT T’EN A RIEN À FAIRE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16-  TU DOIS FAIRE TON BUZZ JE CONNAIS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17-  SUR CE SON DE DESTINATION :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18-  ON TAPE DES MOON WALK À LA MICHAEL JACKSON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19-  MÊME SI TU SAIS PAS, ESSAIE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20-  ON SE TAPE DES BARRES DE RIRE ON SE PERMET L’EXCES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21-  DESTINATION… TU BOUGES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22-  ON TE LAISSE MEME PAS LE CHOIX MEC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23-  ON BOOSTE TA FÊTE ! ON SE DÉFOULE TU TE DÉFILE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24-  ON BOUGE LA FOULE LES FAINÉANTS FILENT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25-  SI TU AIMES CE SON LADY LÈVE TES MAINS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26-  SI TU AIME CE SON MC BOUGE TES PIEDS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27-  PUISSANCE RIME AVEC AISANCE J.E.S.U.S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28-  SA PRÉSENCE, MA RÉFÉRENCE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29-  L'AMBIANCE OU TOUT LE MONDE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30-  LIBERTE, FRATERNITÉ ET LA RÉVÉRENCE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31-  BOUGES TA TÊTE, DESTINATION SUR LA VERSION, ATTENTION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32-  METS TA CASQUETTE ET GROOVE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33- C'EST SIMPLE EN POSITION SUR CE SON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ON AMBIANCE, TOUT LE MONDE SUR LA PISTE DE DANSE</a:t>
            </a:r>
          </a:p>
          <a:p>
            <a:r>
              <a:rPr lang="fr-FR" smtClean="0">
                <a:latin typeface="Franklin Gothic Medium" pitchFamily="-105" charset="0"/>
              </a:rPr>
              <a:t>2-  DESTINATION ON AMBIANCE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3-  LÈVES TES BRAS EN L'AIR SI TU KIFFES ÇA 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4-  TU VOULAIS BOUGER RESTES ICI TU VAS GOUTER DESTINATION, SI SI</a:t>
            </a:r>
          </a:p>
          <a:p>
            <a:r>
              <a:rPr lang="fr-FR" smtClean="0">
                <a:latin typeface="Franklin Gothic Medium" pitchFamily="-105" charset="0"/>
              </a:rPr>
              <a:t>5-  LE SON QUE T'APPRÉCIES TOUJOURS NET ET PRÉCIS</a:t>
            </a:r>
          </a:p>
          <a:p>
            <a:r>
              <a:rPr lang="fr-FR" smtClean="0">
                <a:latin typeface="Franklin Gothic Medium" pitchFamily="-105" charset="0"/>
              </a:rPr>
              <a:t>6-  VOICI LES MC SKARO   OMC   KOSSI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7-  POUR QUE LE SON PÈTE BOUGE, BOUGE,TA TÊTE</a:t>
            </a:r>
          </a:p>
          <a:p>
            <a:r>
              <a:rPr lang="fr-FR" smtClean="0">
                <a:latin typeface="Franklin Gothic Medium" pitchFamily="-105" charset="0"/>
              </a:rPr>
              <a:t>8-  TOUS EN MODE FÊTE BOUGE, BOUGE ,TA TÊTE</a:t>
            </a:r>
          </a:p>
          <a:p>
            <a:r>
              <a:rPr lang="fr-FR" smtClean="0">
                <a:latin typeface="Franklin Gothic Medium" pitchFamily="-105" charset="0"/>
              </a:rPr>
              <a:t>9-  JEAN BASKETS BOUGE, BOUGE TA TÊTE</a:t>
            </a:r>
          </a:p>
          <a:p>
            <a:r>
              <a:rPr lang="fr-FR" smtClean="0">
                <a:latin typeface="Franklin Gothic Medium" pitchFamily="-105" charset="0"/>
              </a:rPr>
              <a:t>10-  DESTINATION BOUGE, BOUGE TA TÊTE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11-  ON SE MET TOUS DANS L’AMBIANCE ON KIFF TOUS </a:t>
            </a:r>
          </a:p>
          <a:p>
            <a:r>
              <a:rPr lang="fr-FR" smtClean="0">
                <a:latin typeface="Franklin Gothic Medium" pitchFamily="-105" charset="0"/>
              </a:rPr>
              <a:t>12-  QUAND LE SON EST CADENCE COMME ÇA</a:t>
            </a:r>
          </a:p>
          <a:p>
            <a:r>
              <a:rPr lang="fr-FR" smtClean="0">
                <a:latin typeface="Franklin Gothic Medium" pitchFamily="-105" charset="0"/>
              </a:rPr>
              <a:t>13-  YO KA DANSE KON SA DROITE – GAUCHE</a:t>
            </a:r>
          </a:p>
          <a:p>
            <a:r>
              <a:rPr lang="fr-FR" smtClean="0">
                <a:latin typeface="Franklin Gothic Medium" pitchFamily="-105" charset="0"/>
              </a:rPr>
              <a:t>14-  MONTE LE SON J’AI CAPTÉ QUE LES GARS KIFFENT ÇA !</a:t>
            </a:r>
          </a:p>
          <a:p>
            <a:r>
              <a:rPr lang="fr-FR" smtClean="0">
                <a:latin typeface="Franklin Gothic Medium" pitchFamily="-105" charset="0"/>
              </a:rPr>
              <a:t>15-  LES SPOTS T’AVEUGLENT T’EN A RIEN À FAIRE</a:t>
            </a:r>
          </a:p>
          <a:p>
            <a:r>
              <a:rPr lang="fr-FR" smtClean="0">
                <a:latin typeface="Franklin Gothic Medium" pitchFamily="-105" charset="0"/>
              </a:rPr>
              <a:t>16-  TU DOIS FAIRE TON BUZZ JE CONNAIS ÇA !</a:t>
            </a:r>
          </a:p>
          <a:p>
            <a:r>
              <a:rPr lang="fr-FR" smtClean="0">
                <a:latin typeface="Franklin Gothic Medium" pitchFamily="-105" charset="0"/>
              </a:rPr>
              <a:t>17-  SUR CE SON DE DESTINATION :</a:t>
            </a:r>
          </a:p>
          <a:p>
            <a:r>
              <a:rPr lang="fr-FR" smtClean="0">
                <a:latin typeface="Franklin Gothic Medium" pitchFamily="-105" charset="0"/>
              </a:rPr>
              <a:t>18-  ON TAPE DES MOON WALK À LA MICHAEL JACKSON !</a:t>
            </a:r>
          </a:p>
          <a:p>
            <a:r>
              <a:rPr lang="fr-FR" smtClean="0">
                <a:latin typeface="Franklin Gothic Medium" pitchFamily="-105" charset="0"/>
              </a:rPr>
              <a:t>19-  MÊME SI TU SAIS PAS, ESSAIE</a:t>
            </a:r>
          </a:p>
          <a:p>
            <a:r>
              <a:rPr lang="fr-FR" smtClean="0">
                <a:latin typeface="Franklin Gothic Medium" pitchFamily="-105" charset="0"/>
              </a:rPr>
              <a:t>20-  ON SE TAPE DES BARRES DE RIRE ON SE PERMET L’EXCES </a:t>
            </a:r>
          </a:p>
          <a:p>
            <a:r>
              <a:rPr lang="fr-FR" smtClean="0">
                <a:latin typeface="Franklin Gothic Medium" pitchFamily="-105" charset="0"/>
              </a:rPr>
              <a:t>21-  DESTINATION… TU BOUGES TA TÊTE ON TE LAISSE MEME PAS LE CHOIX MEC</a:t>
            </a:r>
          </a:p>
          <a:p>
            <a:r>
              <a:rPr lang="fr-FR" smtClean="0">
                <a:latin typeface="Franklin Gothic Medium" pitchFamily="-105" charset="0"/>
              </a:rPr>
              <a:t>22-  ON BOOSTE TA FÊTE ! ON SE DÉFOULE TU TE DÉFILE</a:t>
            </a:r>
          </a:p>
          <a:p>
            <a:r>
              <a:rPr lang="fr-FR" smtClean="0">
                <a:latin typeface="Franklin Gothic Medium" pitchFamily="-105" charset="0"/>
              </a:rPr>
              <a:t>23-  ON BOUGE LA FOULE LES FAINÉANTS FILENT</a:t>
            </a:r>
          </a:p>
          <a:p>
            <a:r>
              <a:rPr lang="fr-FR" smtClean="0">
                <a:latin typeface="Franklin Gothic Medium" pitchFamily="-105" charset="0"/>
              </a:rPr>
              <a:t>24-  SI TU AIMES CE SON LADY LÈVE TES MAINS</a:t>
            </a:r>
          </a:p>
          <a:p>
            <a:r>
              <a:rPr lang="fr-FR" smtClean="0">
                <a:latin typeface="Franklin Gothic Medium" pitchFamily="-105" charset="0"/>
              </a:rPr>
              <a:t>25-  SI TU AIME CE SON MC BOUGE TES PIEDS</a:t>
            </a:r>
          </a:p>
          <a:p>
            <a:r>
              <a:rPr lang="fr-FR" smtClean="0">
                <a:latin typeface="Franklin Gothic Medium" pitchFamily="-105" charset="0"/>
              </a:rPr>
              <a:t>26-  PUISSANCE RIME AVEC AISANCE J.E.S.U.S</a:t>
            </a:r>
          </a:p>
          <a:p>
            <a:r>
              <a:rPr lang="fr-FR" smtClean="0">
                <a:latin typeface="Franklin Gothic Medium" pitchFamily="-105" charset="0"/>
              </a:rPr>
              <a:t>27-  SA PRÉSENCE, MA RÉFÉRENCE L'AMBIANCE OU TOUT LE MONDE DANSE</a:t>
            </a:r>
          </a:p>
          <a:p>
            <a:r>
              <a:rPr lang="fr-FR" smtClean="0">
                <a:latin typeface="Franklin Gothic Medium" pitchFamily="-105" charset="0"/>
              </a:rPr>
              <a:t>28-  LIBERTE, FRATERNITÉ ET LA RÉVÉRENCE</a:t>
            </a:r>
          </a:p>
          <a:p>
            <a:r>
              <a:rPr lang="fr-FR" smtClean="0">
                <a:latin typeface="Franklin Gothic Medium" pitchFamily="-105" charset="0"/>
              </a:rPr>
              <a:t>29-  BOUGES TA TÊTE, DESTINATION SUR LA VERSION, ATTENTION</a:t>
            </a:r>
          </a:p>
          <a:p>
            <a:r>
              <a:rPr lang="fr-FR" smtClean="0">
                <a:latin typeface="Franklin Gothic Medium" pitchFamily="-105" charset="0"/>
              </a:rPr>
              <a:t>30-  METS TA CASQUETTE ET GROOVE C'EST SIMPLE EN POSITION SUR CE SON</a:t>
            </a:r>
          </a:p>
          <a:p>
            <a:endParaRPr lang="fr-FR" smtClean="0">
              <a:latin typeface="Franklin Gothic Medium" pitchFamily="-105" charset="0"/>
            </a:endParaRP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z="600" smtClean="0"/>
              <a:t>1-  ON AMBIANCE, TOUT LE MONDE SUR LA PISTE 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2-  DESTINATION ON AMBIANCE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3-  LÈVES TES BRAS EN L'AIR SI TU KIFFES ÇA 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4-  TU VOULAIS BOUGER RESTES ICI TU VAS GOUTER DESTINATION, SI SI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5-  LE SON QUE T'APPRÉCIES TOUJOURS NET ET PRÉCIS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6-  VOICI LES MC SKARO   OMC   KOSSI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7-  POUR QUE LE SON PÈTE BOUGE, BOUGE,TA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8-  TOUS EN MODE FÊTE BOUGE, BOUGE 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9-  JEAN BASKETS BOUGE, BOUGE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10-  DESTINATION BOUGE, BOUGE TA TÊTE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11-  ON SE MET TOUS DANS L’AMBIANCE ON KIFF TOUS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12-  QUAND LE SON EST CADENCE COMME ÇA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13-  YO KA DANSE KON SA DROITE – GAUCHE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14-  MONTE LE SON J’AI CAPTÉ QUE LES GARS KIFFENT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15-  LES SPOTS T’AVEUGLENT T’EN A RIEN À FAIRE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16-  TU DOIS FAIRE TON BUZZ JE CONNAIS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17-  SUR CE SON DE DESTINATION :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18-  ON TAPE DES MOON WALK À LA MICHAEL JACKSON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19-  MÊME SI TU SAIS PAS, ESSAIE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20-  ON SE TAPE DES BARRES DE RIRE ON SE PERMET L’EXCES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21-  DESTINATION… TU BOUGES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22-  ON TE LAISSE MEME PAS LE CHOIX MEC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23-  ON BOOSTE TA FÊTE ! ON SE DÉFOULE TU TE DÉFILE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24-  ON BOUGE LA FOULE LES FAINÉANTS FILENT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25-  SI TU AIMES CE SON LADY LÈVE TES MAINS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26-  SI TU AIME CE SON MC BOUGE TES PIEDS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27-  PUISSANCE RIME AVEC AISANCE J.E.S.U.S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28-  SA PRÉSENCE, MA RÉFÉRENCE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29-  L'AMBIANCE OU TOUT LE MONDE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30-  LIBERTE, FRATERNITÉ ET LA RÉVÉRENCE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31-  BOUGES TA TÊTE, DESTINATION SUR LA VERSION, ATTENTION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32-  METS TA CASQUETTE ET GROOVE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33- C'EST SIMPLE EN POSITION SUR CE SON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ON AMBIANCE, TOUT LE MONDE SUR LA PISTE DE DANSE</a:t>
            </a:r>
          </a:p>
          <a:p>
            <a:r>
              <a:rPr lang="fr-FR" smtClean="0">
                <a:latin typeface="Franklin Gothic Medium" pitchFamily="-105" charset="0"/>
              </a:rPr>
              <a:t>2-  DESTINATION ON AMBIANCE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3-  LÈVES TES BRAS EN L'AIR SI TU KIFFES ÇA 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4-  TU VOULAIS BOUGER RESTES ICI TU VAS GOUTER DESTINATION, SI SI</a:t>
            </a:r>
          </a:p>
          <a:p>
            <a:r>
              <a:rPr lang="fr-FR" smtClean="0">
                <a:latin typeface="Franklin Gothic Medium" pitchFamily="-105" charset="0"/>
              </a:rPr>
              <a:t>5-  LE SON QUE T'APPRÉCIES TOUJOURS NET ET PRÉCIS</a:t>
            </a:r>
          </a:p>
          <a:p>
            <a:r>
              <a:rPr lang="fr-FR" smtClean="0">
                <a:latin typeface="Franklin Gothic Medium" pitchFamily="-105" charset="0"/>
              </a:rPr>
              <a:t>6-  VOICI LES MC SKARO   OMC   KOSSI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7-  POUR QUE LE SON PÈTE BOUGE, BOUGE,TA TÊTE</a:t>
            </a:r>
          </a:p>
          <a:p>
            <a:r>
              <a:rPr lang="fr-FR" smtClean="0">
                <a:latin typeface="Franklin Gothic Medium" pitchFamily="-105" charset="0"/>
              </a:rPr>
              <a:t>8-  TOUS EN MODE FÊTE BOUGE, BOUGE ,TA TÊTE</a:t>
            </a:r>
          </a:p>
          <a:p>
            <a:r>
              <a:rPr lang="fr-FR" smtClean="0">
                <a:latin typeface="Franklin Gothic Medium" pitchFamily="-105" charset="0"/>
              </a:rPr>
              <a:t>9-  JEAN BASKETS BOUGE, BOUGE TA TÊTE</a:t>
            </a:r>
          </a:p>
          <a:p>
            <a:r>
              <a:rPr lang="fr-FR" smtClean="0">
                <a:latin typeface="Franklin Gothic Medium" pitchFamily="-105" charset="0"/>
              </a:rPr>
              <a:t>10-  DESTINATION BOUGE, BOUGE TA TÊTE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11-  ON SE MET TOUS DANS L’AMBIANCE ON KIFF TOUS </a:t>
            </a:r>
          </a:p>
          <a:p>
            <a:r>
              <a:rPr lang="fr-FR" smtClean="0">
                <a:latin typeface="Franklin Gothic Medium" pitchFamily="-105" charset="0"/>
              </a:rPr>
              <a:t>12-  QUAND LE SON EST CADENCE COMME ÇA</a:t>
            </a:r>
          </a:p>
          <a:p>
            <a:r>
              <a:rPr lang="fr-FR" smtClean="0">
                <a:latin typeface="Franklin Gothic Medium" pitchFamily="-105" charset="0"/>
              </a:rPr>
              <a:t>13-  YO KA DANSE KON SA DROITE – GAUCHE</a:t>
            </a:r>
          </a:p>
          <a:p>
            <a:r>
              <a:rPr lang="fr-FR" smtClean="0">
                <a:latin typeface="Franklin Gothic Medium" pitchFamily="-105" charset="0"/>
              </a:rPr>
              <a:t>14-  MONTE LE SON J’AI CAPTÉ QUE LES GARS KIFFENT ÇA !</a:t>
            </a:r>
          </a:p>
          <a:p>
            <a:r>
              <a:rPr lang="fr-FR" smtClean="0">
                <a:latin typeface="Franklin Gothic Medium" pitchFamily="-105" charset="0"/>
              </a:rPr>
              <a:t>15-  LES SPOTS T’AVEUGLENT T’EN A RIEN À FAIRE</a:t>
            </a:r>
          </a:p>
          <a:p>
            <a:r>
              <a:rPr lang="fr-FR" smtClean="0">
                <a:latin typeface="Franklin Gothic Medium" pitchFamily="-105" charset="0"/>
              </a:rPr>
              <a:t>16-  TU DOIS FAIRE TON BUZZ JE CONNAIS ÇA !</a:t>
            </a:r>
          </a:p>
          <a:p>
            <a:r>
              <a:rPr lang="fr-FR" smtClean="0">
                <a:latin typeface="Franklin Gothic Medium" pitchFamily="-105" charset="0"/>
              </a:rPr>
              <a:t>17-  SUR CE SON DE DESTINATION :</a:t>
            </a:r>
          </a:p>
          <a:p>
            <a:r>
              <a:rPr lang="fr-FR" smtClean="0">
                <a:latin typeface="Franklin Gothic Medium" pitchFamily="-105" charset="0"/>
              </a:rPr>
              <a:t>18-  ON TAPE DES MOON WALK À LA MICHAEL JACKSON !</a:t>
            </a:r>
          </a:p>
          <a:p>
            <a:r>
              <a:rPr lang="fr-FR" smtClean="0">
                <a:latin typeface="Franklin Gothic Medium" pitchFamily="-105" charset="0"/>
              </a:rPr>
              <a:t>19-  MÊME SI TU SAIS PAS, ESSAIE</a:t>
            </a:r>
          </a:p>
          <a:p>
            <a:r>
              <a:rPr lang="fr-FR" smtClean="0">
                <a:latin typeface="Franklin Gothic Medium" pitchFamily="-105" charset="0"/>
              </a:rPr>
              <a:t>20-  ON SE TAPE DES BARRES DE RIRE ON SE PERMET L’EXCES </a:t>
            </a:r>
          </a:p>
          <a:p>
            <a:r>
              <a:rPr lang="fr-FR" smtClean="0">
                <a:latin typeface="Franklin Gothic Medium" pitchFamily="-105" charset="0"/>
              </a:rPr>
              <a:t>21-  DESTINATION… TU BOUGES TA TÊTE ON TE LAISSE MEME PAS LE CHOIX MEC</a:t>
            </a:r>
          </a:p>
          <a:p>
            <a:r>
              <a:rPr lang="fr-FR" smtClean="0">
                <a:latin typeface="Franklin Gothic Medium" pitchFamily="-105" charset="0"/>
              </a:rPr>
              <a:t>22-  ON BOOSTE TA FÊTE ! ON SE DÉFOULE TU TE DÉFILE</a:t>
            </a:r>
          </a:p>
          <a:p>
            <a:r>
              <a:rPr lang="fr-FR" smtClean="0">
                <a:latin typeface="Franklin Gothic Medium" pitchFamily="-105" charset="0"/>
              </a:rPr>
              <a:t>23-  ON BOUGE LA FOULE LES FAINÉANTS FILENT</a:t>
            </a:r>
          </a:p>
          <a:p>
            <a:r>
              <a:rPr lang="fr-FR" smtClean="0">
                <a:latin typeface="Franklin Gothic Medium" pitchFamily="-105" charset="0"/>
              </a:rPr>
              <a:t>24-  SI TU AIMES CE SON LADY LÈVE TES MAINS</a:t>
            </a:r>
          </a:p>
          <a:p>
            <a:r>
              <a:rPr lang="fr-FR" smtClean="0">
                <a:latin typeface="Franklin Gothic Medium" pitchFamily="-105" charset="0"/>
              </a:rPr>
              <a:t>25-  SI TU AIME CE SON MC BOUGE TES PIEDS</a:t>
            </a:r>
          </a:p>
          <a:p>
            <a:r>
              <a:rPr lang="fr-FR" smtClean="0">
                <a:latin typeface="Franklin Gothic Medium" pitchFamily="-105" charset="0"/>
              </a:rPr>
              <a:t>26-  PUISSANCE RIME AVEC AISANCE J.E.S.U.S</a:t>
            </a:r>
          </a:p>
          <a:p>
            <a:r>
              <a:rPr lang="fr-FR" smtClean="0">
                <a:latin typeface="Franklin Gothic Medium" pitchFamily="-105" charset="0"/>
              </a:rPr>
              <a:t>27-  SA PRÉSENCE, MA RÉFÉRENCE L'AMBIANCE OU TOUT LE MONDE DANSE</a:t>
            </a:r>
          </a:p>
          <a:p>
            <a:r>
              <a:rPr lang="fr-FR" smtClean="0">
                <a:latin typeface="Franklin Gothic Medium" pitchFamily="-105" charset="0"/>
              </a:rPr>
              <a:t>28-  LIBERTE, FRATERNITÉ ET LA RÉVÉRENCE</a:t>
            </a:r>
          </a:p>
          <a:p>
            <a:r>
              <a:rPr lang="fr-FR" smtClean="0">
                <a:latin typeface="Franklin Gothic Medium" pitchFamily="-105" charset="0"/>
              </a:rPr>
              <a:t>29-  BOUGES TA TÊTE, DESTINATION SUR LA VERSION, ATTENTION</a:t>
            </a:r>
          </a:p>
          <a:p>
            <a:r>
              <a:rPr lang="fr-FR" smtClean="0">
                <a:latin typeface="Franklin Gothic Medium" pitchFamily="-105" charset="0"/>
              </a:rPr>
              <a:t>30-  METS TA CASQUETTE ET GROOVE C'EST SIMPLE EN POSITION SUR CE SON</a:t>
            </a:r>
          </a:p>
          <a:p>
            <a:endParaRPr lang="fr-FR" smtClean="0">
              <a:latin typeface="Franklin Gothic Medium" pitchFamily="-105" charset="0"/>
            </a:endParaRP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z="600" smtClean="0"/>
              <a:t>1-  ON AMBIANCE, TOUT LE MONDE SUR LA PISTE 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2-  DESTINATION ON AMBIANCE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3-  LÈVES TES BRAS EN L'AIR SI TU KIFFES ÇA 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4-  TU VOULAIS BOUGER RESTES ICI TU VAS GOUTER DESTINATION, SI SI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5-  LE SON QUE T'APPRÉCIES TOUJOURS NET ET PRÉCIS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6-  VOICI LES MC SKARO   OMC   KOSSI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7-  POUR QUE LE SON PÈTE BOUGE, BOUGE,TA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8-  TOUS EN MODE FÊTE BOUGE, BOUGE 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9-  JEAN BASKETS BOUGE, BOUGE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10-  DESTINATION BOUGE, BOUGE TA TÊTE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11-  ON SE MET TOUS DANS L’AMBIANCE ON KIFF TOUS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12-  QUAND LE SON EST CADENCE COMME ÇA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13-  YO KA DANSE KON SA DROITE – GAUCHE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14-  MONTE LE SON J’AI CAPTÉ QUE LES GARS KIFFENT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15-  LES SPOTS T’AVEUGLENT T’EN A RIEN À FAIRE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16-  TU DOIS FAIRE TON BUZZ JE CONNAIS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17-  SUR CE SON DE DESTINATION :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18-  ON TAPE DES MOON WALK À LA MICHAEL JACKSON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19-  MÊME SI TU SAIS PAS, ESSAIE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20-  ON SE TAPE DES BARRES DE RIRE ON SE PERMET L’EXCES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21-  DESTINATION… TU BOUGES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22-  ON TE LAISSE MEME PAS LE CHOIX MEC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23-  ON BOOSTE TA FÊTE ! ON SE DÉFOULE TU TE DÉFILE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24-  ON BOUGE LA FOULE LES FAINÉANTS FILENT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25-  SI TU AIMES CE SON LADY LÈVE TES MAINS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26-  SI TU AIME CE SON MC BOUGE TES PIEDS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27-  PUISSANCE RIME AVEC AISANCE J.E.S.U.S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28-  SA PRÉSENCE, MA RÉFÉRENCE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29-  L'AMBIANCE OU TOUT LE MONDE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30-  LIBERTE, FRATERNITÉ ET LA RÉVÉRENCE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31-  BOUGES TA TÊTE, DESTINATION SUR LA VERSION, ATTENTION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32-  METS TA CASQUETTE ET GROOVE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33- C'EST SIMPLE EN POSITION SUR CE SON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ON AMBIANCE, TOUT LE MONDE SUR LA PISTE DE DANSE</a:t>
            </a:r>
          </a:p>
          <a:p>
            <a:r>
              <a:rPr lang="fr-FR" smtClean="0">
                <a:latin typeface="Franklin Gothic Medium" pitchFamily="-105" charset="0"/>
              </a:rPr>
              <a:t>2-  DESTINATION ON AMBIANCE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3-  LÈVES TES BRAS EN L'AIR SI TU KIFFES ÇA 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4-  TU VOULAIS BOUGER RESTES ICI TU VAS GOUTER DESTINATION, SI SI</a:t>
            </a:r>
          </a:p>
          <a:p>
            <a:r>
              <a:rPr lang="fr-FR" smtClean="0">
                <a:latin typeface="Franklin Gothic Medium" pitchFamily="-105" charset="0"/>
              </a:rPr>
              <a:t>5-  LE SON QUE T'APPRÉCIES TOUJOURS NET ET PRÉCIS</a:t>
            </a:r>
          </a:p>
          <a:p>
            <a:r>
              <a:rPr lang="fr-FR" smtClean="0">
                <a:latin typeface="Franklin Gothic Medium" pitchFamily="-105" charset="0"/>
              </a:rPr>
              <a:t>6-  VOICI LES MC SKARO   OMC   KOSSI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7-  POUR QUE LE SON PÈTE BOUGE, BOUGE,TA TÊTE</a:t>
            </a:r>
          </a:p>
          <a:p>
            <a:r>
              <a:rPr lang="fr-FR" smtClean="0">
                <a:latin typeface="Franklin Gothic Medium" pitchFamily="-105" charset="0"/>
              </a:rPr>
              <a:t>8-  TOUS EN MODE FÊTE BOUGE, BOUGE ,TA TÊTE</a:t>
            </a:r>
          </a:p>
          <a:p>
            <a:r>
              <a:rPr lang="fr-FR" smtClean="0">
                <a:latin typeface="Franklin Gothic Medium" pitchFamily="-105" charset="0"/>
              </a:rPr>
              <a:t>9-  JEAN BASKETS BOUGE, BOUGE TA TÊTE</a:t>
            </a:r>
          </a:p>
          <a:p>
            <a:r>
              <a:rPr lang="fr-FR" smtClean="0">
                <a:latin typeface="Franklin Gothic Medium" pitchFamily="-105" charset="0"/>
              </a:rPr>
              <a:t>10-  DESTINATION BOUGE, BOUGE TA TÊTE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11-  ON SE MET TOUS DANS L’AMBIANCE ON KIFF TOUS </a:t>
            </a:r>
          </a:p>
          <a:p>
            <a:r>
              <a:rPr lang="fr-FR" smtClean="0">
                <a:latin typeface="Franklin Gothic Medium" pitchFamily="-105" charset="0"/>
              </a:rPr>
              <a:t>12-  QUAND LE SON EST CADENCE COMME ÇA</a:t>
            </a:r>
          </a:p>
          <a:p>
            <a:r>
              <a:rPr lang="fr-FR" smtClean="0">
                <a:latin typeface="Franklin Gothic Medium" pitchFamily="-105" charset="0"/>
              </a:rPr>
              <a:t>13-  YO KA DANSE KON SA DROITE – GAUCHE</a:t>
            </a:r>
          </a:p>
          <a:p>
            <a:r>
              <a:rPr lang="fr-FR" smtClean="0">
                <a:latin typeface="Franklin Gothic Medium" pitchFamily="-105" charset="0"/>
              </a:rPr>
              <a:t>14-  MONTE LE SON J’AI CAPTÉ QUE LES GARS KIFFENT ÇA !</a:t>
            </a:r>
          </a:p>
          <a:p>
            <a:r>
              <a:rPr lang="fr-FR" smtClean="0">
                <a:latin typeface="Franklin Gothic Medium" pitchFamily="-105" charset="0"/>
              </a:rPr>
              <a:t>15-  LES SPOTS T’AVEUGLENT T’EN A RIEN À FAIRE</a:t>
            </a:r>
          </a:p>
          <a:p>
            <a:r>
              <a:rPr lang="fr-FR" smtClean="0">
                <a:latin typeface="Franklin Gothic Medium" pitchFamily="-105" charset="0"/>
              </a:rPr>
              <a:t>16-  TU DOIS FAIRE TON BUZZ JE CONNAIS ÇA !</a:t>
            </a:r>
          </a:p>
          <a:p>
            <a:r>
              <a:rPr lang="fr-FR" smtClean="0">
                <a:latin typeface="Franklin Gothic Medium" pitchFamily="-105" charset="0"/>
              </a:rPr>
              <a:t>17-  SUR CE SON DE DESTINATION :</a:t>
            </a:r>
          </a:p>
          <a:p>
            <a:r>
              <a:rPr lang="fr-FR" smtClean="0">
                <a:latin typeface="Franklin Gothic Medium" pitchFamily="-105" charset="0"/>
              </a:rPr>
              <a:t>18-  ON TAPE DES MOON WALK À LA MICHAEL JACKSON !</a:t>
            </a:r>
          </a:p>
          <a:p>
            <a:r>
              <a:rPr lang="fr-FR" smtClean="0">
                <a:latin typeface="Franklin Gothic Medium" pitchFamily="-105" charset="0"/>
              </a:rPr>
              <a:t>19-  MÊME SI TU SAIS PAS, ESSAIE</a:t>
            </a:r>
          </a:p>
          <a:p>
            <a:r>
              <a:rPr lang="fr-FR" smtClean="0">
                <a:latin typeface="Franklin Gothic Medium" pitchFamily="-105" charset="0"/>
              </a:rPr>
              <a:t>20-  ON SE TAPE DES BARRES DE RIRE ON SE PERMET L’EXCES </a:t>
            </a:r>
          </a:p>
          <a:p>
            <a:r>
              <a:rPr lang="fr-FR" smtClean="0">
                <a:latin typeface="Franklin Gothic Medium" pitchFamily="-105" charset="0"/>
              </a:rPr>
              <a:t>21-  DESTINATION… TU BOUGES TA TÊTE ON TE LAISSE MEME PAS LE CHOIX MEC</a:t>
            </a:r>
          </a:p>
          <a:p>
            <a:r>
              <a:rPr lang="fr-FR" smtClean="0">
                <a:latin typeface="Franklin Gothic Medium" pitchFamily="-105" charset="0"/>
              </a:rPr>
              <a:t>22-  ON BOOSTE TA FÊTE ! ON SE DÉFOULE TU TE DÉFILE</a:t>
            </a:r>
          </a:p>
          <a:p>
            <a:r>
              <a:rPr lang="fr-FR" smtClean="0">
                <a:latin typeface="Franklin Gothic Medium" pitchFamily="-105" charset="0"/>
              </a:rPr>
              <a:t>23-  ON BOUGE LA FOULE LES FAINÉANTS FILENT</a:t>
            </a:r>
          </a:p>
          <a:p>
            <a:r>
              <a:rPr lang="fr-FR" smtClean="0">
                <a:latin typeface="Franklin Gothic Medium" pitchFamily="-105" charset="0"/>
              </a:rPr>
              <a:t>24-  SI TU AIMES CE SON LADY LÈVE TES MAINS</a:t>
            </a:r>
          </a:p>
          <a:p>
            <a:r>
              <a:rPr lang="fr-FR" smtClean="0">
                <a:latin typeface="Franklin Gothic Medium" pitchFamily="-105" charset="0"/>
              </a:rPr>
              <a:t>25-  SI TU AIME CE SON MC BOUGE TES PIEDS</a:t>
            </a:r>
          </a:p>
          <a:p>
            <a:r>
              <a:rPr lang="fr-FR" smtClean="0">
                <a:latin typeface="Franklin Gothic Medium" pitchFamily="-105" charset="0"/>
              </a:rPr>
              <a:t>26-  PUISSANCE RIME AVEC AISANCE J.E.S.U.S</a:t>
            </a:r>
          </a:p>
          <a:p>
            <a:r>
              <a:rPr lang="fr-FR" smtClean="0">
                <a:latin typeface="Franklin Gothic Medium" pitchFamily="-105" charset="0"/>
              </a:rPr>
              <a:t>27-  SA PRÉSENCE, MA RÉFÉRENCE L'AMBIANCE OU TOUT LE MONDE DANSE</a:t>
            </a:r>
          </a:p>
          <a:p>
            <a:r>
              <a:rPr lang="fr-FR" smtClean="0">
                <a:latin typeface="Franklin Gothic Medium" pitchFamily="-105" charset="0"/>
              </a:rPr>
              <a:t>28-  LIBERTE, FRATERNITÉ ET LA RÉVÉRENCE</a:t>
            </a:r>
          </a:p>
          <a:p>
            <a:r>
              <a:rPr lang="fr-FR" smtClean="0">
                <a:latin typeface="Franklin Gothic Medium" pitchFamily="-105" charset="0"/>
              </a:rPr>
              <a:t>29-  BOUGES TA TÊTE, DESTINATION SUR LA VERSION, ATTENTION</a:t>
            </a:r>
          </a:p>
          <a:p>
            <a:r>
              <a:rPr lang="fr-FR" smtClean="0">
                <a:latin typeface="Franklin Gothic Medium" pitchFamily="-105" charset="0"/>
              </a:rPr>
              <a:t>30-  METS TA CASQUETTE ET GROOVE C'EST SIMPLE EN POSITION SUR CE SON</a:t>
            </a:r>
          </a:p>
          <a:p>
            <a:endParaRPr lang="fr-FR" smtClean="0">
              <a:latin typeface="Franklin Gothic Medium" pitchFamily="-105" charset="0"/>
            </a:endParaRP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z="600" smtClean="0"/>
              <a:t>1-  ON AMBIANCE, TOUT LE MONDE SUR LA PISTE 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2-  DESTINATION ON AMBIANCE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3-  LÈVES TES BRAS EN L'AIR SI TU KIFFES ÇA 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4-  TU VOULAIS BOUGER RESTES ICI TU VAS GOUTER DESTINATION, SI SI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5-  LE SON QUE T'APPRÉCIES TOUJOURS NET ET PRÉCIS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6-  VOICI LES MC SKARO   OMC   KOSSI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7-  POUR QUE LE SON PÈTE BOUGE, BOUGE,TA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8-  TOUS EN MODE FÊTE BOUGE, BOUGE 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9-  JEAN BASKETS BOUGE, BOUGE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10-  DESTINATION BOUGE, BOUGE TA TÊTE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11-  ON SE MET TOUS DANS L’AMBIANCE ON KIFF TOUS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12-  QUAND LE SON EST CADENCE COMME ÇA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13-  YO KA DANSE KON SA DROITE – GAUCHE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14-  MONTE LE SON J’AI CAPTÉ QUE LES GARS KIFFENT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15-  LES SPOTS T’AVEUGLENT T’EN A RIEN À FAIRE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16-  TU DOIS FAIRE TON BUZZ JE CONNAIS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17-  SUR CE SON DE DESTINATION :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18-  ON TAPE DES MOON WALK À LA MICHAEL JACKSON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19-  MÊME SI TU SAIS PAS, ESSAIE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20-  ON SE TAPE DES BARRES DE RIRE ON SE PERMET L’EXCES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21-  DESTINATION… TU BOUGES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22-  ON TE LAISSE MEME PAS LE CHOIX MEC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23-  ON BOOSTE TA FÊTE ! ON SE DÉFOULE TU TE DÉFILE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24-  ON BOUGE LA FOULE LES FAINÉANTS FILENT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25-  SI TU AIMES CE SON LADY LÈVE TES MAINS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26-  SI TU AIME CE SON MC BOUGE TES PIEDS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27-  PUISSANCE RIME AVEC AISANCE J.E.S.U.S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28-  SA PRÉSENCE, MA RÉFÉRENCE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29-  L'AMBIANCE OU TOUT LE MONDE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30-  LIBERTE, FRATERNITÉ ET LA RÉVÉRENCE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31-  BOUGES TA TÊTE, DESTINATION SUR LA VERSION, ATTENTION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32-  METS TA CASQUETTE ET GROOVE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33- C'EST SIMPLE EN POSITION SUR CE SON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ON AMBIANCE, TOUT LE MONDE SUR LA PISTE DE DANSE</a:t>
            </a:r>
          </a:p>
          <a:p>
            <a:r>
              <a:rPr lang="fr-FR" smtClean="0">
                <a:latin typeface="Franklin Gothic Medium" pitchFamily="-105" charset="0"/>
              </a:rPr>
              <a:t>2-  DESTINATION ON AMBIANCE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3-  LÈVES TES BRAS EN L'AIR SI TU KIFFES ÇA 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4-  TU VOULAIS BOUGER RESTES ICI TU VAS GOUTER DESTINATION, SI SI</a:t>
            </a:r>
          </a:p>
          <a:p>
            <a:r>
              <a:rPr lang="fr-FR" smtClean="0">
                <a:latin typeface="Franklin Gothic Medium" pitchFamily="-105" charset="0"/>
              </a:rPr>
              <a:t>5-  LE SON QUE T'APPRÉCIES TOUJOURS NET ET PRÉCIS</a:t>
            </a:r>
          </a:p>
          <a:p>
            <a:r>
              <a:rPr lang="fr-FR" smtClean="0">
                <a:latin typeface="Franklin Gothic Medium" pitchFamily="-105" charset="0"/>
              </a:rPr>
              <a:t>6-  VOICI LES MC SKARO   OMC   KOSSI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7-  POUR QUE LE SON PÈTE BOUGE, BOUGE,TA TÊTE</a:t>
            </a:r>
          </a:p>
          <a:p>
            <a:r>
              <a:rPr lang="fr-FR" smtClean="0">
                <a:latin typeface="Franklin Gothic Medium" pitchFamily="-105" charset="0"/>
              </a:rPr>
              <a:t>8-  TOUS EN MODE FÊTE BOUGE, BOUGE ,TA TÊTE</a:t>
            </a:r>
          </a:p>
          <a:p>
            <a:r>
              <a:rPr lang="fr-FR" smtClean="0">
                <a:latin typeface="Franklin Gothic Medium" pitchFamily="-105" charset="0"/>
              </a:rPr>
              <a:t>9-  JEAN BASKETS BOUGE, BOUGE TA TÊTE</a:t>
            </a:r>
          </a:p>
          <a:p>
            <a:r>
              <a:rPr lang="fr-FR" smtClean="0">
                <a:latin typeface="Franklin Gothic Medium" pitchFamily="-105" charset="0"/>
              </a:rPr>
              <a:t>10-  DESTINATION BOUGE, BOUGE TA TÊTE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11-  ON SE MET TOUS DANS L’AMBIANCE ON KIFF TOUS </a:t>
            </a:r>
          </a:p>
          <a:p>
            <a:r>
              <a:rPr lang="fr-FR" smtClean="0">
                <a:latin typeface="Franklin Gothic Medium" pitchFamily="-105" charset="0"/>
              </a:rPr>
              <a:t>12-  QUAND LE SON EST CADENCE COMME ÇA</a:t>
            </a:r>
          </a:p>
          <a:p>
            <a:r>
              <a:rPr lang="fr-FR" smtClean="0">
                <a:latin typeface="Franklin Gothic Medium" pitchFamily="-105" charset="0"/>
              </a:rPr>
              <a:t>13-  YO KA DANSE KON SA DROITE – GAUCHE</a:t>
            </a:r>
          </a:p>
          <a:p>
            <a:r>
              <a:rPr lang="fr-FR" smtClean="0">
                <a:latin typeface="Franklin Gothic Medium" pitchFamily="-105" charset="0"/>
              </a:rPr>
              <a:t>14-  MONTE LE SON J’AI CAPTÉ QUE LES GARS KIFFENT ÇA !</a:t>
            </a:r>
          </a:p>
          <a:p>
            <a:r>
              <a:rPr lang="fr-FR" smtClean="0">
                <a:latin typeface="Franklin Gothic Medium" pitchFamily="-105" charset="0"/>
              </a:rPr>
              <a:t>15-  LES SPOTS T’AVEUGLENT T’EN A RIEN À FAIRE</a:t>
            </a:r>
          </a:p>
          <a:p>
            <a:r>
              <a:rPr lang="fr-FR" smtClean="0">
                <a:latin typeface="Franklin Gothic Medium" pitchFamily="-105" charset="0"/>
              </a:rPr>
              <a:t>16-  TU DOIS FAIRE TON BUZZ JE CONNAIS ÇA !</a:t>
            </a:r>
          </a:p>
          <a:p>
            <a:r>
              <a:rPr lang="fr-FR" smtClean="0">
                <a:latin typeface="Franklin Gothic Medium" pitchFamily="-105" charset="0"/>
              </a:rPr>
              <a:t>17-  SUR CE SON DE DESTINATION :</a:t>
            </a:r>
          </a:p>
          <a:p>
            <a:r>
              <a:rPr lang="fr-FR" smtClean="0">
                <a:latin typeface="Franklin Gothic Medium" pitchFamily="-105" charset="0"/>
              </a:rPr>
              <a:t>18-  ON TAPE DES MOON WALK À LA MICHAEL JACKSON !</a:t>
            </a:r>
          </a:p>
          <a:p>
            <a:r>
              <a:rPr lang="fr-FR" smtClean="0">
                <a:latin typeface="Franklin Gothic Medium" pitchFamily="-105" charset="0"/>
              </a:rPr>
              <a:t>19-  MÊME SI TU SAIS PAS, ESSAIE</a:t>
            </a:r>
          </a:p>
          <a:p>
            <a:r>
              <a:rPr lang="fr-FR" smtClean="0">
                <a:latin typeface="Franklin Gothic Medium" pitchFamily="-105" charset="0"/>
              </a:rPr>
              <a:t>20-  ON SE TAPE DES BARRES DE RIRE ON SE PERMET L’EXCES </a:t>
            </a:r>
          </a:p>
          <a:p>
            <a:r>
              <a:rPr lang="fr-FR" smtClean="0">
                <a:latin typeface="Franklin Gothic Medium" pitchFamily="-105" charset="0"/>
              </a:rPr>
              <a:t>21-  DESTINATION… TU BOUGES TA TÊTE ON TE LAISSE MEME PAS LE CHOIX MEC</a:t>
            </a:r>
          </a:p>
          <a:p>
            <a:r>
              <a:rPr lang="fr-FR" smtClean="0">
                <a:latin typeface="Franklin Gothic Medium" pitchFamily="-105" charset="0"/>
              </a:rPr>
              <a:t>22-  ON BOOSTE TA FÊTE ! ON SE DÉFOULE TU TE DÉFILE</a:t>
            </a:r>
          </a:p>
          <a:p>
            <a:r>
              <a:rPr lang="fr-FR" smtClean="0">
                <a:latin typeface="Franklin Gothic Medium" pitchFamily="-105" charset="0"/>
              </a:rPr>
              <a:t>23-  ON BOUGE LA FOULE LES FAINÉANTS FILENT</a:t>
            </a:r>
          </a:p>
          <a:p>
            <a:r>
              <a:rPr lang="fr-FR" smtClean="0">
                <a:latin typeface="Franklin Gothic Medium" pitchFamily="-105" charset="0"/>
              </a:rPr>
              <a:t>24-  SI TU AIMES CE SON LADY LÈVE TES MAINS</a:t>
            </a:r>
          </a:p>
          <a:p>
            <a:r>
              <a:rPr lang="fr-FR" smtClean="0">
                <a:latin typeface="Franklin Gothic Medium" pitchFamily="-105" charset="0"/>
              </a:rPr>
              <a:t>25-  SI TU AIME CE SON MC BOUGE TES PIEDS</a:t>
            </a:r>
          </a:p>
          <a:p>
            <a:r>
              <a:rPr lang="fr-FR" smtClean="0">
                <a:latin typeface="Franklin Gothic Medium" pitchFamily="-105" charset="0"/>
              </a:rPr>
              <a:t>26-  PUISSANCE RIME AVEC AISANCE J.E.S.U.S</a:t>
            </a:r>
          </a:p>
          <a:p>
            <a:r>
              <a:rPr lang="fr-FR" smtClean="0">
                <a:latin typeface="Franklin Gothic Medium" pitchFamily="-105" charset="0"/>
              </a:rPr>
              <a:t>27-  SA PRÉSENCE, MA RÉFÉRENCE L'AMBIANCE OU TOUT LE MONDE DANSE</a:t>
            </a:r>
          </a:p>
          <a:p>
            <a:r>
              <a:rPr lang="fr-FR" smtClean="0">
                <a:latin typeface="Franklin Gothic Medium" pitchFamily="-105" charset="0"/>
              </a:rPr>
              <a:t>28-  LIBERTE, FRATERNITÉ ET LA RÉVÉRENCE</a:t>
            </a:r>
          </a:p>
          <a:p>
            <a:r>
              <a:rPr lang="fr-FR" smtClean="0">
                <a:latin typeface="Franklin Gothic Medium" pitchFamily="-105" charset="0"/>
              </a:rPr>
              <a:t>29-  BOUGES TA TÊTE, DESTINATION SUR LA VERSION, ATTENTION</a:t>
            </a:r>
          </a:p>
          <a:p>
            <a:r>
              <a:rPr lang="fr-FR" smtClean="0">
                <a:latin typeface="Franklin Gothic Medium" pitchFamily="-105" charset="0"/>
              </a:rPr>
              <a:t>30-  METS TA CASQUETTE ET GROOVE C'EST SIMPLE EN POSITION SUR CE SON</a:t>
            </a:r>
          </a:p>
          <a:p>
            <a:endParaRPr lang="fr-FR" smtClean="0">
              <a:latin typeface="Franklin Gothic Medium" pitchFamily="-105" charset="0"/>
            </a:endParaRP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z="600" smtClean="0"/>
              <a:t>1-  ON AMBIANCE, TOUT LE MONDE SUR LA PISTE 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2-  DESTINATION ON AMBIANCE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3-  LÈVES TES BRAS EN L'AIR SI TU KIFFES ÇA 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4-  TU VOULAIS BOUGER RESTES ICI TU VAS GOUTER DESTINATION, SI SI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5-  LE SON QUE T'APPRÉCIES TOUJOURS NET ET PRÉCIS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6-  VOICI LES MC SKARO   OMC   KOSSI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7-  POUR QUE LE SON PÈTE BOUGE, BOUGE,TA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8-  TOUS EN MODE FÊTE BOUGE, BOUGE 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9-  JEAN BASKETS BOUGE, BOUGE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10-  DESTINATION BOUGE, BOUGE TA TÊTE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11-  ON SE MET TOUS DANS L’AMBIANCE ON KIFF TOUS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12-  QUAND LE SON EST CADENCE COMME ÇA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13-  YO KA DANSE KON SA DROITE – GAUCHE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14-  MONTE LE SON J’AI CAPTÉ QUE LES GARS KIFFENT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15-  LES SPOTS T’AVEUGLENT T’EN A RIEN À FAIRE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16-  TU DOIS FAIRE TON BUZZ JE CONNAIS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17-  SUR CE SON DE DESTINATION :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18-  ON TAPE DES MOON WALK À LA MICHAEL JACKSON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19-  MÊME SI TU SAIS PAS, ESSAIE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20-  ON SE TAPE DES BARRES DE RIRE ON SE PERMET L’EXCES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21-  DESTINATION… TU BOUGES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22-  ON TE LAISSE MEME PAS LE CHOIX MEC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23-  ON BOOSTE TA FÊTE ! ON SE DÉFOULE TU TE DÉFILE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24-  ON BOUGE LA FOULE LES FAINÉANTS FILENT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25-  SI TU AIMES CE SON LADY LÈVE TES MAINS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26-  SI TU AIME CE SON MC BOUGE TES PIEDS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27-  PUISSANCE RIME AVEC AISANCE J.E.S.U.S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28-  SA PRÉSENCE, MA RÉFÉRENCE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29-  L'AMBIANCE OU TOUT LE MONDE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30-  LIBERTE, FRATERNITÉ ET LA RÉVÉRENCE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31-  BOUGES TA TÊTE, DESTINATION SUR LA VERSION, ATTENTION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32-  METS TA CASQUETTE ET GROOVE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33- C'EST SIMPLE EN POSITION SUR CE SON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ON AMBIANCE, TOUT LE MONDE SUR LA PISTE DE DANSE</a:t>
            </a:r>
          </a:p>
          <a:p>
            <a:r>
              <a:rPr lang="fr-FR" smtClean="0">
                <a:latin typeface="Franklin Gothic Medium" pitchFamily="-105" charset="0"/>
              </a:rPr>
              <a:t>2-  DESTINATION ON AMBIANCE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3-  LÈVES TES BRAS EN L'AIR SI TU KIFFES ÇA 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4-  TU VOULAIS BOUGER RESTES ICI TU VAS GOUTER DESTINATION, SI SI</a:t>
            </a:r>
          </a:p>
          <a:p>
            <a:r>
              <a:rPr lang="fr-FR" smtClean="0">
                <a:latin typeface="Franklin Gothic Medium" pitchFamily="-105" charset="0"/>
              </a:rPr>
              <a:t>5-  LE SON QUE T'APPRÉCIES TOUJOURS NET ET PRÉCIS</a:t>
            </a:r>
          </a:p>
          <a:p>
            <a:r>
              <a:rPr lang="fr-FR" smtClean="0">
                <a:latin typeface="Franklin Gothic Medium" pitchFamily="-105" charset="0"/>
              </a:rPr>
              <a:t>6-  VOICI LES MC SKARO   OMC   KOSSI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7-  POUR QUE LE SON PÈTE BOUGE, BOUGE,TA TÊTE</a:t>
            </a:r>
          </a:p>
          <a:p>
            <a:r>
              <a:rPr lang="fr-FR" smtClean="0">
                <a:latin typeface="Franklin Gothic Medium" pitchFamily="-105" charset="0"/>
              </a:rPr>
              <a:t>8-  TOUS EN MODE FÊTE BOUGE, BOUGE ,TA TÊTE</a:t>
            </a:r>
          </a:p>
          <a:p>
            <a:r>
              <a:rPr lang="fr-FR" smtClean="0">
                <a:latin typeface="Franklin Gothic Medium" pitchFamily="-105" charset="0"/>
              </a:rPr>
              <a:t>9-  JEAN BASKETS BOUGE, BOUGE TA TÊTE</a:t>
            </a:r>
          </a:p>
          <a:p>
            <a:r>
              <a:rPr lang="fr-FR" smtClean="0">
                <a:latin typeface="Franklin Gothic Medium" pitchFamily="-105" charset="0"/>
              </a:rPr>
              <a:t>10-  DESTINATION BOUGE, BOUGE TA TÊTE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11-  ON SE MET TOUS DANS L’AMBIANCE ON KIFF TOUS </a:t>
            </a:r>
          </a:p>
          <a:p>
            <a:r>
              <a:rPr lang="fr-FR" smtClean="0">
                <a:latin typeface="Franklin Gothic Medium" pitchFamily="-105" charset="0"/>
              </a:rPr>
              <a:t>12-  QUAND LE SON EST CADENCE COMME ÇA</a:t>
            </a:r>
          </a:p>
          <a:p>
            <a:r>
              <a:rPr lang="fr-FR" smtClean="0">
                <a:latin typeface="Franklin Gothic Medium" pitchFamily="-105" charset="0"/>
              </a:rPr>
              <a:t>13-  YO KA DANSE KON SA DROITE – GAUCHE</a:t>
            </a:r>
          </a:p>
          <a:p>
            <a:r>
              <a:rPr lang="fr-FR" smtClean="0">
                <a:latin typeface="Franklin Gothic Medium" pitchFamily="-105" charset="0"/>
              </a:rPr>
              <a:t>14-  MONTE LE SON J’AI CAPTÉ QUE LES GARS KIFFENT ÇA !</a:t>
            </a:r>
          </a:p>
          <a:p>
            <a:r>
              <a:rPr lang="fr-FR" smtClean="0">
                <a:latin typeface="Franklin Gothic Medium" pitchFamily="-105" charset="0"/>
              </a:rPr>
              <a:t>15-  LES SPOTS T’AVEUGLENT T’EN A RIEN À FAIRE</a:t>
            </a:r>
          </a:p>
          <a:p>
            <a:r>
              <a:rPr lang="fr-FR" smtClean="0">
                <a:latin typeface="Franklin Gothic Medium" pitchFamily="-105" charset="0"/>
              </a:rPr>
              <a:t>16-  TU DOIS FAIRE TON BUZZ JE CONNAIS ÇA !</a:t>
            </a:r>
          </a:p>
          <a:p>
            <a:r>
              <a:rPr lang="fr-FR" smtClean="0">
                <a:latin typeface="Franklin Gothic Medium" pitchFamily="-105" charset="0"/>
              </a:rPr>
              <a:t>17-  SUR CE SON DE DESTINATION :</a:t>
            </a:r>
          </a:p>
          <a:p>
            <a:r>
              <a:rPr lang="fr-FR" smtClean="0">
                <a:latin typeface="Franklin Gothic Medium" pitchFamily="-105" charset="0"/>
              </a:rPr>
              <a:t>18-  ON TAPE DES MOON WALK À LA MICHAEL JACKSON !</a:t>
            </a:r>
          </a:p>
          <a:p>
            <a:r>
              <a:rPr lang="fr-FR" smtClean="0">
                <a:latin typeface="Franklin Gothic Medium" pitchFamily="-105" charset="0"/>
              </a:rPr>
              <a:t>19-  MÊME SI TU SAIS PAS, ESSAIE</a:t>
            </a:r>
          </a:p>
          <a:p>
            <a:r>
              <a:rPr lang="fr-FR" smtClean="0">
                <a:latin typeface="Franklin Gothic Medium" pitchFamily="-105" charset="0"/>
              </a:rPr>
              <a:t>20-  ON SE TAPE DES BARRES DE RIRE ON SE PERMET L’EXCES </a:t>
            </a:r>
          </a:p>
          <a:p>
            <a:r>
              <a:rPr lang="fr-FR" smtClean="0">
                <a:latin typeface="Franklin Gothic Medium" pitchFamily="-105" charset="0"/>
              </a:rPr>
              <a:t>21-  DESTINATION… TU BOUGES TA TÊTE ON TE LAISSE MEME PAS LE CHOIX MEC</a:t>
            </a:r>
          </a:p>
          <a:p>
            <a:r>
              <a:rPr lang="fr-FR" smtClean="0">
                <a:latin typeface="Franklin Gothic Medium" pitchFamily="-105" charset="0"/>
              </a:rPr>
              <a:t>22-  ON BOOSTE TA FÊTE ! ON SE DÉFOULE TU TE DÉFILE</a:t>
            </a:r>
          </a:p>
          <a:p>
            <a:r>
              <a:rPr lang="fr-FR" smtClean="0">
                <a:latin typeface="Franklin Gothic Medium" pitchFamily="-105" charset="0"/>
              </a:rPr>
              <a:t>23-  ON BOUGE LA FOULE LES FAINÉANTS FILENT</a:t>
            </a:r>
          </a:p>
          <a:p>
            <a:r>
              <a:rPr lang="fr-FR" smtClean="0">
                <a:latin typeface="Franklin Gothic Medium" pitchFamily="-105" charset="0"/>
              </a:rPr>
              <a:t>24-  SI TU AIMES CE SON LADY LÈVE TES MAINS</a:t>
            </a:r>
          </a:p>
          <a:p>
            <a:r>
              <a:rPr lang="fr-FR" smtClean="0">
                <a:latin typeface="Franklin Gothic Medium" pitchFamily="-105" charset="0"/>
              </a:rPr>
              <a:t>25-  SI TU AIME CE SON MC BOUGE TES PIEDS</a:t>
            </a:r>
          </a:p>
          <a:p>
            <a:r>
              <a:rPr lang="fr-FR" smtClean="0">
                <a:latin typeface="Franklin Gothic Medium" pitchFamily="-105" charset="0"/>
              </a:rPr>
              <a:t>26-  PUISSANCE RIME AVEC AISANCE J.E.S.U.S</a:t>
            </a:r>
          </a:p>
          <a:p>
            <a:r>
              <a:rPr lang="fr-FR" smtClean="0">
                <a:latin typeface="Franklin Gothic Medium" pitchFamily="-105" charset="0"/>
              </a:rPr>
              <a:t>27-  SA PRÉSENCE, MA RÉFÉRENCE L'AMBIANCE OU TOUT LE MONDE DANSE</a:t>
            </a:r>
          </a:p>
          <a:p>
            <a:r>
              <a:rPr lang="fr-FR" smtClean="0">
                <a:latin typeface="Franklin Gothic Medium" pitchFamily="-105" charset="0"/>
              </a:rPr>
              <a:t>28-  LIBERTE, FRATERNITÉ ET LA RÉVÉRENCE</a:t>
            </a:r>
          </a:p>
          <a:p>
            <a:r>
              <a:rPr lang="fr-FR" smtClean="0">
                <a:latin typeface="Franklin Gothic Medium" pitchFamily="-105" charset="0"/>
              </a:rPr>
              <a:t>29-  BOUGES TA TÊTE, DESTINATION SUR LA VERSION, ATTENTION</a:t>
            </a:r>
          </a:p>
          <a:p>
            <a:r>
              <a:rPr lang="fr-FR" smtClean="0">
                <a:latin typeface="Franklin Gothic Medium" pitchFamily="-105" charset="0"/>
              </a:rPr>
              <a:t>30-  METS TA CASQUETTE ET GROOVE C'EST SIMPLE EN POSITION SUR CE SON</a:t>
            </a:r>
          </a:p>
          <a:p>
            <a:endParaRPr lang="fr-FR" smtClean="0">
              <a:latin typeface="Franklin Gothic Medium" pitchFamily="-105" charset="0"/>
            </a:endParaRP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z="600" smtClean="0"/>
              <a:t>1-  ON AMBIANCE, TOUT LE MONDE SUR LA PISTE 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2-  DESTINATION ON AMBIANCE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3-  LÈVES TES BRAS EN L'AIR SI TU KIFFES ÇA 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4-  TU VOULAIS BOUGER RESTES ICI TU VAS GOUTER DESTINATION, SI SI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5-  LE SON QUE T'APPRÉCIES TOUJOURS NET ET PRÉCIS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6-  VOICI LES MC SKARO   OMC   KOSSI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7-  POUR QUE LE SON PÈTE BOUGE, BOUGE,TA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8-  TOUS EN MODE FÊTE BOUGE, BOUGE 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9-  JEAN BASKETS BOUGE, BOUGE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10-  DESTINATION BOUGE, BOUGE TA TÊTE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11-  ON SE MET TOUS DANS L’AMBIANCE ON KIFF TOUS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12-  QUAND LE SON EST CADENCE COMME ÇA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13-  YO KA DANSE KON SA DROITE – GAUCHE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14-  MONTE LE SON J’AI CAPTÉ QUE LES GARS KIFFENT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15-  LES SPOTS T’AVEUGLENT T’EN A RIEN À FAIRE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16-  TU DOIS FAIRE TON BUZZ JE CONNAIS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17-  SUR CE SON DE DESTINATION :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18-  ON TAPE DES MOON WALK À LA MICHAEL JACKSON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19-  MÊME SI TU SAIS PAS, ESSAIE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20-  ON SE TAPE DES BARRES DE RIRE ON SE PERMET L’EXCES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21-  DESTINATION… TU BOUGES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22-  ON TE LAISSE MEME PAS LE CHOIX MEC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23-  ON BOOSTE TA FÊTE ! ON SE DÉFOULE TU TE DÉFILE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24-  ON BOUGE LA FOULE LES FAINÉANTS FILENT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25-  SI TU AIMES CE SON LADY LÈVE TES MAINS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26-  SI TU AIME CE SON MC BOUGE TES PIEDS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27-  PUISSANCE RIME AVEC AISANCE J.E.S.U.S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28-  SA PRÉSENCE, MA RÉFÉRENCE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29-  L'AMBIANCE OU TOUT LE MONDE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30-  LIBERTE, FRATERNITÉ ET LA RÉVÉRENCE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31-  BOUGES TA TÊTE, DESTINATION SUR LA VERSION, ATTENTION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32-  METS TA CASQUETTE ET GROOVE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33- C'EST SIMPLE EN POSITION SUR CE SON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ON AMBIANCE, TOUT LE MONDE SUR LA PISTE DE DANSE</a:t>
            </a:r>
          </a:p>
          <a:p>
            <a:r>
              <a:rPr lang="fr-FR" smtClean="0">
                <a:latin typeface="Franklin Gothic Medium" pitchFamily="-105" charset="0"/>
              </a:rPr>
              <a:t>2-  DESTINATION ON AMBIANCE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3-  LÈVES TES BRAS EN L'AIR SI TU KIFFES ÇA 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4-  TU VOULAIS BOUGER RESTES ICI TU VAS GOUTER DESTINATION, SI SI</a:t>
            </a:r>
          </a:p>
          <a:p>
            <a:r>
              <a:rPr lang="fr-FR" smtClean="0">
                <a:latin typeface="Franklin Gothic Medium" pitchFamily="-105" charset="0"/>
              </a:rPr>
              <a:t>5-  LE SON QUE T'APPRÉCIES TOUJOURS NET ET PRÉCIS</a:t>
            </a:r>
          </a:p>
          <a:p>
            <a:r>
              <a:rPr lang="fr-FR" smtClean="0">
                <a:latin typeface="Franklin Gothic Medium" pitchFamily="-105" charset="0"/>
              </a:rPr>
              <a:t>6-  VOICI LES MC SKARO   OMC   KOSSI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7-  POUR QUE LE SON PÈTE BOUGE, BOUGE,TA TÊTE</a:t>
            </a:r>
          </a:p>
          <a:p>
            <a:r>
              <a:rPr lang="fr-FR" smtClean="0">
                <a:latin typeface="Franklin Gothic Medium" pitchFamily="-105" charset="0"/>
              </a:rPr>
              <a:t>8-  TOUS EN MODE FÊTE BOUGE, BOUGE ,TA TÊTE</a:t>
            </a:r>
          </a:p>
          <a:p>
            <a:r>
              <a:rPr lang="fr-FR" smtClean="0">
                <a:latin typeface="Franklin Gothic Medium" pitchFamily="-105" charset="0"/>
              </a:rPr>
              <a:t>9-  JEAN BASKETS BOUGE, BOUGE TA TÊTE</a:t>
            </a:r>
          </a:p>
          <a:p>
            <a:r>
              <a:rPr lang="fr-FR" smtClean="0">
                <a:latin typeface="Franklin Gothic Medium" pitchFamily="-105" charset="0"/>
              </a:rPr>
              <a:t>10-  DESTINATION BOUGE, BOUGE TA TÊTE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11-  ON SE MET TOUS DANS L’AMBIANCE ON KIFF TOUS </a:t>
            </a:r>
          </a:p>
          <a:p>
            <a:r>
              <a:rPr lang="fr-FR" smtClean="0">
                <a:latin typeface="Franklin Gothic Medium" pitchFamily="-105" charset="0"/>
              </a:rPr>
              <a:t>12-  QUAND LE SON EST CADENCE COMME ÇA</a:t>
            </a:r>
          </a:p>
          <a:p>
            <a:r>
              <a:rPr lang="fr-FR" smtClean="0">
                <a:latin typeface="Franklin Gothic Medium" pitchFamily="-105" charset="0"/>
              </a:rPr>
              <a:t>13-  YO KA DANSE KON SA DROITE – GAUCHE</a:t>
            </a:r>
          </a:p>
          <a:p>
            <a:r>
              <a:rPr lang="fr-FR" smtClean="0">
                <a:latin typeface="Franklin Gothic Medium" pitchFamily="-105" charset="0"/>
              </a:rPr>
              <a:t>14-  MONTE LE SON J’AI CAPTÉ QUE LES GARS KIFFENT ÇA !</a:t>
            </a:r>
          </a:p>
          <a:p>
            <a:r>
              <a:rPr lang="fr-FR" smtClean="0">
                <a:latin typeface="Franklin Gothic Medium" pitchFamily="-105" charset="0"/>
              </a:rPr>
              <a:t>15-  LES SPOTS T’AVEUGLENT T’EN A RIEN À FAIRE</a:t>
            </a:r>
          </a:p>
          <a:p>
            <a:r>
              <a:rPr lang="fr-FR" smtClean="0">
                <a:latin typeface="Franklin Gothic Medium" pitchFamily="-105" charset="0"/>
              </a:rPr>
              <a:t>16-  TU DOIS FAIRE TON BUZZ JE CONNAIS ÇA !</a:t>
            </a:r>
          </a:p>
          <a:p>
            <a:r>
              <a:rPr lang="fr-FR" smtClean="0">
                <a:latin typeface="Franklin Gothic Medium" pitchFamily="-105" charset="0"/>
              </a:rPr>
              <a:t>17-  SUR CE SON DE DESTINATION :</a:t>
            </a:r>
          </a:p>
          <a:p>
            <a:r>
              <a:rPr lang="fr-FR" smtClean="0">
                <a:latin typeface="Franklin Gothic Medium" pitchFamily="-105" charset="0"/>
              </a:rPr>
              <a:t>18-  ON TAPE DES MOON WALK À LA MICHAEL JACKSON !</a:t>
            </a:r>
          </a:p>
          <a:p>
            <a:r>
              <a:rPr lang="fr-FR" smtClean="0">
                <a:latin typeface="Franklin Gothic Medium" pitchFamily="-105" charset="0"/>
              </a:rPr>
              <a:t>19-  MÊME SI TU SAIS PAS, ESSAIE</a:t>
            </a:r>
          </a:p>
          <a:p>
            <a:r>
              <a:rPr lang="fr-FR" smtClean="0">
                <a:latin typeface="Franklin Gothic Medium" pitchFamily="-105" charset="0"/>
              </a:rPr>
              <a:t>20-  ON SE TAPE DES BARRES DE RIRE ON SE PERMET L’EXCES </a:t>
            </a:r>
          </a:p>
          <a:p>
            <a:r>
              <a:rPr lang="fr-FR" smtClean="0">
                <a:latin typeface="Franklin Gothic Medium" pitchFamily="-105" charset="0"/>
              </a:rPr>
              <a:t>21-  DESTINATION… TU BOUGES TA TÊTE ON TE LAISSE MEME PAS LE CHOIX MEC</a:t>
            </a:r>
          </a:p>
          <a:p>
            <a:r>
              <a:rPr lang="fr-FR" smtClean="0">
                <a:latin typeface="Franklin Gothic Medium" pitchFamily="-105" charset="0"/>
              </a:rPr>
              <a:t>22-  ON BOOSTE TA FÊTE ! ON SE DÉFOULE TU TE DÉFILE</a:t>
            </a:r>
          </a:p>
          <a:p>
            <a:r>
              <a:rPr lang="fr-FR" smtClean="0">
                <a:latin typeface="Franklin Gothic Medium" pitchFamily="-105" charset="0"/>
              </a:rPr>
              <a:t>23-  ON BOUGE LA FOULE LES FAINÉANTS FILENT</a:t>
            </a:r>
          </a:p>
          <a:p>
            <a:r>
              <a:rPr lang="fr-FR" smtClean="0">
                <a:latin typeface="Franklin Gothic Medium" pitchFamily="-105" charset="0"/>
              </a:rPr>
              <a:t>24-  SI TU AIMES CE SON LADY LÈVE TES MAINS</a:t>
            </a:r>
          </a:p>
          <a:p>
            <a:r>
              <a:rPr lang="fr-FR" smtClean="0">
                <a:latin typeface="Franklin Gothic Medium" pitchFamily="-105" charset="0"/>
              </a:rPr>
              <a:t>25-  SI TU AIME CE SON MC BOUGE TES PIEDS</a:t>
            </a:r>
          </a:p>
          <a:p>
            <a:r>
              <a:rPr lang="fr-FR" smtClean="0">
                <a:latin typeface="Franklin Gothic Medium" pitchFamily="-105" charset="0"/>
              </a:rPr>
              <a:t>26-  PUISSANCE RIME AVEC AISANCE J.E.S.U.S</a:t>
            </a:r>
          </a:p>
          <a:p>
            <a:r>
              <a:rPr lang="fr-FR" smtClean="0">
                <a:latin typeface="Franklin Gothic Medium" pitchFamily="-105" charset="0"/>
              </a:rPr>
              <a:t>27-  SA PRÉSENCE, MA RÉFÉRENCE L'AMBIANCE OU TOUT LE MONDE DANSE</a:t>
            </a:r>
          </a:p>
          <a:p>
            <a:r>
              <a:rPr lang="fr-FR" smtClean="0">
                <a:latin typeface="Franklin Gothic Medium" pitchFamily="-105" charset="0"/>
              </a:rPr>
              <a:t>28-  LIBERTE, FRATERNITÉ ET LA RÉVÉRENCE</a:t>
            </a:r>
          </a:p>
          <a:p>
            <a:r>
              <a:rPr lang="fr-FR" smtClean="0">
                <a:latin typeface="Franklin Gothic Medium" pitchFamily="-105" charset="0"/>
              </a:rPr>
              <a:t>29-  BOUGES TA TÊTE, DESTINATION SUR LA VERSION, ATTENTION</a:t>
            </a:r>
          </a:p>
          <a:p>
            <a:r>
              <a:rPr lang="fr-FR" smtClean="0">
                <a:latin typeface="Franklin Gothic Medium" pitchFamily="-105" charset="0"/>
              </a:rPr>
              <a:t>30-  METS TA CASQUETTE ET GROOVE C'EST SIMPLE EN POSITION SUR CE SON</a:t>
            </a:r>
          </a:p>
          <a:p>
            <a:endParaRPr lang="fr-FR" smtClean="0">
              <a:latin typeface="Franklin Gothic Medium" pitchFamily="-105" charset="0"/>
            </a:endParaRP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600" smtClean="0"/>
              <a:t>1-  ON AMBIANCE, TOUT LE MONDE SUR LA PISTE DE DANSE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600" smtClean="0"/>
              <a:t>2-  DESTINATION ON AMBIANCE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6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600" smtClean="0"/>
              <a:t>3-  LÈVES TES BRAS EN L'AIR SI TU KIFFES ÇA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6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600" smtClean="0"/>
              <a:t>4-  TU VOULAIS BOUGER RESTES ICI TU VAS GOUTER DESTINATION, SI SI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600" smtClean="0"/>
              <a:t>5-  LE SON QUE T'APPRÉCIES TOUJOURS NET ET PRÉCIS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600" smtClean="0"/>
              <a:t>6-  VOICI LES MC SKARO   OMC   KOSSI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6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600" smtClean="0"/>
              <a:t>7-  POUR QUE LE SON PÈTE BOUGE, BOUGE,TA TÊTE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600" smtClean="0"/>
              <a:t>8-  TOUS EN MODE FÊTE BOUGE, BOUGE ,TA TÊTE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600" smtClean="0"/>
              <a:t>9-  JEAN BASKETS BOUGE, BOUGE TA TÊTE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600" smtClean="0"/>
              <a:t>10-  DESTINATION BOUGE, BOUGE TA TÊTE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6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600" smtClean="0"/>
              <a:t>11-  ON SE MET TOUS DANS L’AMBIANCE ON KIFF TOUS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600" smtClean="0"/>
              <a:t>12-  QUAND LE SON EST CADENCE COMME ÇA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600" smtClean="0"/>
              <a:t>13-  YO KA DANSE KON SA DROITE – GAUCHE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600" smtClean="0"/>
              <a:t>14-  MONTE LE SON J’AI CAPTÉ QUE LES GARS KIFFENT ÇA !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600" smtClean="0"/>
              <a:t>15-  LES SPOTS T’AVEUGLENT T’EN A RIEN À FAIRE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600" smtClean="0"/>
              <a:t>16-  TU DOIS FAIRE TON BUZZ JE CONNAIS ÇA !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600" smtClean="0"/>
              <a:t>17-  SUR CE SON DE DESTINATION 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600" smtClean="0"/>
              <a:t>18-  ON TAPE DES MOON WALK À LA MICHAEL JACKSON !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600" smtClean="0"/>
              <a:t>19-  MÊME SI TU SAIS PAS, ESSAIE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600" smtClean="0"/>
              <a:t>20-  ON SE TAPE DES BARRES DE RIRE ON SE PERMET L’EXCES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600" smtClean="0"/>
              <a:t>21-  DESTINATION… TU BOUGES TA TÊTE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600" smtClean="0"/>
              <a:t>22-  ON TE LAISSE MEME PAS LE CHOIX MEC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600" smtClean="0"/>
              <a:t>23-  ON BOOSTE TA FÊTE ! ON SE DÉFOULE TU TE DÉFILE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600" smtClean="0"/>
              <a:t>24-  ON BOUGE LA FOULE LES FAINÉANTS FILENT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600" smtClean="0"/>
              <a:t>25-  SI TU AIMES CE SON LADY LÈVE TES MAINS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600" smtClean="0"/>
              <a:t>26-  SI TU AIME CE SON MC BOUGE TES PIEDS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600" smtClean="0"/>
              <a:t>27-  PUISSANCE RIME AVEC AISANCE J.E.S.U.S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600" smtClean="0"/>
              <a:t>28-  SA PRÉSENCE, MA RÉFÉRENCE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600" smtClean="0"/>
              <a:t>29-  L'AMBIANCE OU TOUT LE MONDE DANSE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600" smtClean="0"/>
              <a:t>30-  LIBERTE, FRATERNITÉ ET LA RÉVÉRENCE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600" smtClean="0"/>
              <a:t>31-  BOUGES TA TÊTE, DESTINATION SUR LA VERSION, ATTENTION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600" smtClean="0"/>
              <a:t>32-  METS TA CASQUETTE ET GROOVE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600" smtClean="0"/>
              <a:t>33- C'EST SIMPLE EN POSITION SUR CE SON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6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60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ON AMBIANCE, TOUT LE MONDE SUR LA PISTE DE DANSE</a:t>
            </a:r>
          </a:p>
          <a:p>
            <a:r>
              <a:rPr lang="fr-FR" smtClean="0">
                <a:latin typeface="Franklin Gothic Medium" pitchFamily="-105" charset="0"/>
              </a:rPr>
              <a:t>2-  DESTINATION ON AMBIANCE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3-  LÈVES TES BRAS EN L'AIR SI TU KIFFES ÇA 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4-  TU VOULAIS BOUGER RESTES ICI TU VAS GOUTER DESTINATION, SI SI</a:t>
            </a:r>
          </a:p>
          <a:p>
            <a:r>
              <a:rPr lang="fr-FR" smtClean="0">
                <a:latin typeface="Franklin Gothic Medium" pitchFamily="-105" charset="0"/>
              </a:rPr>
              <a:t>5-  LE SON QUE T'APPRÉCIES TOUJOURS NET ET PRÉCIS</a:t>
            </a:r>
          </a:p>
          <a:p>
            <a:r>
              <a:rPr lang="fr-FR" smtClean="0">
                <a:latin typeface="Franklin Gothic Medium" pitchFamily="-105" charset="0"/>
              </a:rPr>
              <a:t>6-  VOICI LES MC SKARO   OMC   KOSSI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7-  POUR QUE LE SON PÈTE BOUGE, BOUGE,TA TÊTE</a:t>
            </a:r>
          </a:p>
          <a:p>
            <a:r>
              <a:rPr lang="fr-FR" smtClean="0">
                <a:latin typeface="Franklin Gothic Medium" pitchFamily="-105" charset="0"/>
              </a:rPr>
              <a:t>8-  TOUS EN MODE FÊTE BOUGE, BOUGE ,TA TÊTE</a:t>
            </a:r>
          </a:p>
          <a:p>
            <a:r>
              <a:rPr lang="fr-FR" smtClean="0">
                <a:latin typeface="Franklin Gothic Medium" pitchFamily="-105" charset="0"/>
              </a:rPr>
              <a:t>9-  JEAN BASKETS BOUGE, BOUGE TA TÊTE</a:t>
            </a:r>
          </a:p>
          <a:p>
            <a:r>
              <a:rPr lang="fr-FR" smtClean="0">
                <a:latin typeface="Franklin Gothic Medium" pitchFamily="-105" charset="0"/>
              </a:rPr>
              <a:t>10-  DESTINATION BOUGE, BOUGE TA TÊTE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11-  ON SE MET TOUS DANS L’AMBIANCE ON KIFF TOUS </a:t>
            </a:r>
          </a:p>
          <a:p>
            <a:r>
              <a:rPr lang="fr-FR" smtClean="0">
                <a:latin typeface="Franklin Gothic Medium" pitchFamily="-105" charset="0"/>
              </a:rPr>
              <a:t>12-  QUAND LE SON EST CADENCE COMME ÇA</a:t>
            </a:r>
          </a:p>
          <a:p>
            <a:r>
              <a:rPr lang="fr-FR" smtClean="0">
                <a:latin typeface="Franklin Gothic Medium" pitchFamily="-105" charset="0"/>
              </a:rPr>
              <a:t>13-  YO KA DANSE KON SA DROITE – GAUCHE</a:t>
            </a:r>
          </a:p>
          <a:p>
            <a:r>
              <a:rPr lang="fr-FR" smtClean="0">
                <a:latin typeface="Franklin Gothic Medium" pitchFamily="-105" charset="0"/>
              </a:rPr>
              <a:t>14-  MONTE LE SON J’AI CAPTÉ QUE LES GARS KIFFENT ÇA !</a:t>
            </a:r>
          </a:p>
          <a:p>
            <a:r>
              <a:rPr lang="fr-FR" smtClean="0">
                <a:latin typeface="Franklin Gothic Medium" pitchFamily="-105" charset="0"/>
              </a:rPr>
              <a:t>15-  LES SPOTS T’AVEUGLENT T’EN A RIEN À FAIRE</a:t>
            </a:r>
          </a:p>
          <a:p>
            <a:r>
              <a:rPr lang="fr-FR" smtClean="0">
                <a:latin typeface="Franklin Gothic Medium" pitchFamily="-105" charset="0"/>
              </a:rPr>
              <a:t>16-  TU DOIS FAIRE TON BUZZ JE CONNAIS ÇA !</a:t>
            </a:r>
          </a:p>
          <a:p>
            <a:r>
              <a:rPr lang="fr-FR" smtClean="0">
                <a:latin typeface="Franklin Gothic Medium" pitchFamily="-105" charset="0"/>
              </a:rPr>
              <a:t>17-  SUR CE SON DE DESTINATION :</a:t>
            </a:r>
          </a:p>
          <a:p>
            <a:r>
              <a:rPr lang="fr-FR" smtClean="0">
                <a:latin typeface="Franklin Gothic Medium" pitchFamily="-105" charset="0"/>
              </a:rPr>
              <a:t>18-  ON TAPE DES MOON WALK À LA MICHAEL JACKSON !</a:t>
            </a:r>
          </a:p>
          <a:p>
            <a:r>
              <a:rPr lang="fr-FR" smtClean="0">
                <a:latin typeface="Franklin Gothic Medium" pitchFamily="-105" charset="0"/>
              </a:rPr>
              <a:t>19-  MÊME SI TU SAIS PAS, ESSAIE</a:t>
            </a:r>
          </a:p>
          <a:p>
            <a:r>
              <a:rPr lang="fr-FR" smtClean="0">
                <a:latin typeface="Franklin Gothic Medium" pitchFamily="-105" charset="0"/>
              </a:rPr>
              <a:t>20-  ON SE TAPE DES BARRES DE RIRE ON SE PERMET L’EXCES </a:t>
            </a:r>
          </a:p>
          <a:p>
            <a:r>
              <a:rPr lang="fr-FR" smtClean="0">
                <a:latin typeface="Franklin Gothic Medium" pitchFamily="-105" charset="0"/>
              </a:rPr>
              <a:t>21-  DESTINATION… TU BOUGES TA TÊTE ON TE LAISSE MEME PAS LE CHOIX MEC</a:t>
            </a:r>
          </a:p>
          <a:p>
            <a:r>
              <a:rPr lang="fr-FR" smtClean="0">
                <a:latin typeface="Franklin Gothic Medium" pitchFamily="-105" charset="0"/>
              </a:rPr>
              <a:t>22-  ON BOOSTE TA FÊTE ! ON SE DÉFOULE TU TE DÉFILE</a:t>
            </a:r>
          </a:p>
          <a:p>
            <a:r>
              <a:rPr lang="fr-FR" smtClean="0">
                <a:latin typeface="Franklin Gothic Medium" pitchFamily="-105" charset="0"/>
              </a:rPr>
              <a:t>23-  ON BOUGE LA FOULE LES FAINÉANTS FILENT</a:t>
            </a:r>
          </a:p>
          <a:p>
            <a:r>
              <a:rPr lang="fr-FR" smtClean="0">
                <a:latin typeface="Franklin Gothic Medium" pitchFamily="-105" charset="0"/>
              </a:rPr>
              <a:t>24-  SI TU AIMES CE SON LADY LÈVE TES MAINS</a:t>
            </a:r>
          </a:p>
          <a:p>
            <a:r>
              <a:rPr lang="fr-FR" smtClean="0">
                <a:latin typeface="Franklin Gothic Medium" pitchFamily="-105" charset="0"/>
              </a:rPr>
              <a:t>25-  SI TU AIME CE SON MC BOUGE TES PIEDS</a:t>
            </a:r>
          </a:p>
          <a:p>
            <a:r>
              <a:rPr lang="fr-FR" smtClean="0">
                <a:latin typeface="Franklin Gothic Medium" pitchFamily="-105" charset="0"/>
              </a:rPr>
              <a:t>26-  PUISSANCE RIME AVEC AISANCE J.E.S.U.S</a:t>
            </a:r>
          </a:p>
          <a:p>
            <a:r>
              <a:rPr lang="fr-FR" smtClean="0">
                <a:latin typeface="Franklin Gothic Medium" pitchFamily="-105" charset="0"/>
              </a:rPr>
              <a:t>27-  SA PRÉSENCE, MA RÉFÉRENCE L'AMBIANCE OU TOUT LE MONDE DANSE</a:t>
            </a:r>
          </a:p>
          <a:p>
            <a:r>
              <a:rPr lang="fr-FR" smtClean="0">
                <a:latin typeface="Franklin Gothic Medium" pitchFamily="-105" charset="0"/>
              </a:rPr>
              <a:t>28-  LIBERTE, FRATERNITÉ ET LA RÉVÉRENCE</a:t>
            </a:r>
          </a:p>
          <a:p>
            <a:r>
              <a:rPr lang="fr-FR" smtClean="0">
                <a:latin typeface="Franklin Gothic Medium" pitchFamily="-105" charset="0"/>
              </a:rPr>
              <a:t>29-  BOUGES TA TÊTE, DESTINATION SUR LA VERSION, ATTENTION</a:t>
            </a:r>
          </a:p>
          <a:p>
            <a:r>
              <a:rPr lang="fr-FR" smtClean="0">
                <a:latin typeface="Franklin Gothic Medium" pitchFamily="-105" charset="0"/>
              </a:rPr>
              <a:t>30-  METS TA CASQUETTE ET GROOVE C'EST SIMPLE EN POSITION SUR CE SON</a:t>
            </a:r>
          </a:p>
          <a:p>
            <a:endParaRPr lang="fr-FR" smtClean="0">
              <a:latin typeface="Franklin Gothic Medium" pitchFamily="-105" charset="0"/>
            </a:endParaRP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z="600" smtClean="0"/>
              <a:t>1-  ON AMBIANCE, TOUT LE MONDE SUR LA PISTE 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2-  DESTINATION ON AMBIANCE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3-  LÈVES TES BRAS EN L'AIR SI TU KIFFES ÇA 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4-  TU VOULAIS BOUGER RESTES ICI TU VAS GOUTER DESTINATION, SI SI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5-  LE SON QUE T'APPRÉCIES TOUJOURS NET ET PRÉCIS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6-  VOICI LES MC SKARO   OMC   KOSSI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7-  POUR QUE LE SON PÈTE BOUGE, BOUGE,TA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8-  TOUS EN MODE FÊTE BOUGE, BOUGE 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9-  JEAN BASKETS BOUGE, BOUGE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10-  DESTINATION BOUGE, BOUGE TA TÊTE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11-  ON SE MET TOUS DANS L’AMBIANCE ON KIFF TOUS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12-  QUAND LE SON EST CADENCE COMME ÇA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13-  YO KA DANSE KON SA DROITE – GAUCHE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14-  MONTE LE SON J’AI CAPTÉ QUE LES GARS KIFFENT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15-  LES SPOTS T’AVEUGLENT T’EN A RIEN À FAIRE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16-  TU DOIS FAIRE TON BUZZ JE CONNAIS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17-  SUR CE SON DE DESTINATION :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18-  ON TAPE DES MOON WALK À LA MICHAEL JACKSON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19-  MÊME SI TU SAIS PAS, ESSAIE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20-  ON SE TAPE DES BARRES DE RIRE ON SE PERMET L’EXCES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21-  DESTINATION… TU BOUGES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22-  ON TE LAISSE MEME PAS LE CHOIX MEC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23-  ON BOOSTE TA FÊTE ! ON SE DÉFOULE TU TE DÉFILE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24-  ON BOUGE LA FOULE LES FAINÉANTS FILENT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25-  SI TU AIMES CE SON LADY LÈVE TES MAINS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26-  SI TU AIME CE SON MC BOUGE TES PIEDS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27-  PUISSANCE RIME AVEC AISANCE J.E.S.U.S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28-  SA PRÉSENCE, MA RÉFÉRENCE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29-  L'AMBIANCE OU TOUT LE MONDE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30-  LIBERTE, FRATERNITÉ ET LA RÉVÉRENCE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31-  BOUGES TA TÊTE, DESTINATION SUR LA VERSION, ATTENTION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32-  METS TA CASQUETTE ET GROOVE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33- C'EST SIMPLE EN POSITION SUR CE SON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</p:txBody>
      </p:sp>
      <p:sp>
        <p:nvSpPr>
          <p:cNvPr id="58372" name="Espace réservé du numéro de diapositive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fr-FR" sz="1200"/>
              <a:t>1-  ON AMBIANCE, TOUT LE MONDE SUR LA PISTE DE DANSE</a:t>
            </a:r>
          </a:p>
          <a:p>
            <a:pPr algn="r"/>
            <a:r>
              <a:rPr lang="fr-FR" sz="1200"/>
              <a:t>2-  DESTINATION ON AMBIANCE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3-  LÈVES TES BRAS EN L'AIR SI TU KIFFES ÇA 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4-  TU VOULAIS BOUGER RESTES ICI TU VAS GOUTER DESTINATION, SI SI</a:t>
            </a:r>
          </a:p>
          <a:p>
            <a:pPr algn="r"/>
            <a:r>
              <a:rPr lang="fr-FR" sz="1200"/>
              <a:t>5-  LE SON QUE T'APPRÉCIES TOUJOURS NET ET PRÉCIS</a:t>
            </a:r>
          </a:p>
          <a:p>
            <a:pPr algn="r"/>
            <a:r>
              <a:rPr lang="fr-FR" sz="1200"/>
              <a:t>6-  VOICI LES MC SKARO   OMC   KOSSI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7-  POUR QUE LE SON PÈTE BOUGE, BOUGE,TA TÊTE</a:t>
            </a:r>
          </a:p>
          <a:p>
            <a:pPr algn="r"/>
            <a:r>
              <a:rPr lang="fr-FR" sz="1200"/>
              <a:t>8-  TOUS EN MODE FÊTE BOUGE, BOUGE ,TA TÊTE</a:t>
            </a:r>
          </a:p>
          <a:p>
            <a:pPr algn="r"/>
            <a:r>
              <a:rPr lang="fr-FR" sz="1200"/>
              <a:t>9-  JEAN BASKETS BOUGE, BOUGE TA TÊTE</a:t>
            </a:r>
          </a:p>
          <a:p>
            <a:pPr algn="r"/>
            <a:r>
              <a:rPr lang="fr-FR" sz="1200"/>
              <a:t>10-  DESTINATION BOUGE, BOUGE TA TÊTE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11-  ON SE MET TOUS DANS L’AMBIANCE ON KIFF TOUS </a:t>
            </a:r>
          </a:p>
          <a:p>
            <a:pPr algn="r"/>
            <a:r>
              <a:rPr lang="fr-FR" sz="1200"/>
              <a:t>12-  QUAND LE SON EST CADENCE COMME ÇA</a:t>
            </a:r>
          </a:p>
          <a:p>
            <a:pPr algn="r"/>
            <a:r>
              <a:rPr lang="fr-FR" sz="1200"/>
              <a:t>13-  YO KA DANSE KON SA DROITE – GAUCHE</a:t>
            </a:r>
          </a:p>
          <a:p>
            <a:pPr algn="r"/>
            <a:r>
              <a:rPr lang="fr-FR" sz="1200"/>
              <a:t>14-  MONTE LE SON J’AI CAPTÉ QUE LES GARS KIFFENT ÇA !</a:t>
            </a:r>
          </a:p>
          <a:p>
            <a:pPr algn="r"/>
            <a:r>
              <a:rPr lang="fr-FR" sz="1200"/>
              <a:t>15-  LES SPOTS T’AVEUGLENT T’EN A RIEN À FAIRE</a:t>
            </a:r>
          </a:p>
          <a:p>
            <a:pPr algn="r"/>
            <a:r>
              <a:rPr lang="fr-FR" sz="1200"/>
              <a:t>16-  TU DOIS FAIRE TON BUZZ JE CONNAIS ÇA !</a:t>
            </a:r>
          </a:p>
          <a:p>
            <a:pPr algn="r"/>
            <a:r>
              <a:rPr lang="fr-FR" sz="1200"/>
              <a:t>17-  SUR CE SON DE DESTINATION :</a:t>
            </a:r>
          </a:p>
          <a:p>
            <a:pPr algn="r"/>
            <a:r>
              <a:rPr lang="fr-FR" sz="1200"/>
              <a:t>18-  ON TAPE DES MOON WALK À LA MICHAEL JACKSON !</a:t>
            </a:r>
          </a:p>
          <a:p>
            <a:pPr algn="r"/>
            <a:r>
              <a:rPr lang="fr-FR" sz="1200"/>
              <a:t>19-  MÊME SI TU SAIS PAS, ESSAIE</a:t>
            </a:r>
          </a:p>
          <a:p>
            <a:pPr algn="r"/>
            <a:r>
              <a:rPr lang="fr-FR" sz="1200"/>
              <a:t>20-  ON SE TAPE DES BARRES DE RIRE ON SE PERMET L’EXCES </a:t>
            </a:r>
          </a:p>
          <a:p>
            <a:pPr algn="r"/>
            <a:r>
              <a:rPr lang="fr-FR" sz="1200"/>
              <a:t>21-  DESTINATION… TU BOUGES TA TÊTE ON TE LAISSE MEME PAS LE CHOIX MEC</a:t>
            </a:r>
          </a:p>
          <a:p>
            <a:pPr algn="r"/>
            <a:r>
              <a:rPr lang="fr-FR" sz="1200"/>
              <a:t>22-  ON BOOSTE TA FÊTE ! ON SE DÉFOULE TU TE DÉFILE</a:t>
            </a:r>
          </a:p>
          <a:p>
            <a:pPr algn="r"/>
            <a:r>
              <a:rPr lang="fr-FR" sz="1200"/>
              <a:t>23-  ON BOUGE LA FOULE LES FAINÉANTS FILENT</a:t>
            </a:r>
          </a:p>
          <a:p>
            <a:pPr algn="r"/>
            <a:r>
              <a:rPr lang="fr-FR" sz="1200"/>
              <a:t>24-  SI TU AIMES CE SON LADY LÈVE TES MAINS</a:t>
            </a:r>
          </a:p>
          <a:p>
            <a:pPr algn="r"/>
            <a:r>
              <a:rPr lang="fr-FR" sz="1200"/>
              <a:t>25-  SI TU AIME CE SON MC BOUGE TES PIEDS</a:t>
            </a:r>
          </a:p>
          <a:p>
            <a:pPr algn="r"/>
            <a:r>
              <a:rPr lang="fr-FR" sz="1200"/>
              <a:t>26-  PUISSANCE RIME AVEC AISANCE J.E.S.U.S</a:t>
            </a:r>
          </a:p>
          <a:p>
            <a:pPr algn="r"/>
            <a:r>
              <a:rPr lang="fr-FR" sz="1200"/>
              <a:t>27-  SA PRÉSENCE, MA RÉFÉRENCE L'AMBIANCE OU TOUT LE MONDE DANSE</a:t>
            </a:r>
          </a:p>
          <a:p>
            <a:pPr algn="r"/>
            <a:r>
              <a:rPr lang="fr-FR" sz="1200"/>
              <a:t>28-  LIBERTE, FRATERNITÉ ET LA RÉVÉRENCE</a:t>
            </a:r>
          </a:p>
          <a:p>
            <a:pPr algn="r"/>
            <a:r>
              <a:rPr lang="fr-FR" sz="1200"/>
              <a:t>29-  BOUGES TA TÊTE, DESTINATION SUR LA VERSION, ATTENTION</a:t>
            </a:r>
          </a:p>
          <a:p>
            <a:pPr algn="r"/>
            <a:r>
              <a:rPr lang="fr-FR" sz="1200"/>
              <a:t>30-  METS TA CASQUETTE ET GROOVE C'EST SIMPLE EN POSITION SUR CE SON</a:t>
            </a:r>
          </a:p>
          <a:p>
            <a:pPr algn="r"/>
            <a:endParaRPr lang="fr-FR" sz="1200"/>
          </a:p>
          <a:p>
            <a:pPr algn="r"/>
            <a:endParaRPr lang="fr-FR" sz="12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z="600" smtClean="0"/>
              <a:t>1-  ON AMBIANCE, TOUT LE MONDE SUR LA PISTE 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2-  DESTINATION ON AMBIANCE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3-  LÈVES TES BRAS EN L'AIR SI TU KIFFES ÇA 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4-  TU VOULAIS BOUGER RESTES ICI TU VAS GOUTER DESTINATION, SI SI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5-  LE SON QUE T'APPRÉCIES TOUJOURS NET ET PRÉCIS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6-  VOICI LES MC SKARO   OMC   KOSSI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7-  POUR QUE LE SON PÈTE BOUGE, BOUGE,TA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8-  TOUS EN MODE FÊTE BOUGE, BOUGE 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9-  JEAN BASKETS BOUGE, BOUGE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10-  DESTINATION BOUGE, BOUGE TA TÊTE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11-  ON SE MET TOUS DANS L’AMBIANCE ON KIFF TOUS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12-  QUAND LE SON EST CADENCE COMME ÇA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13-  YO KA DANSE KON SA DROITE – GAUCHE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14-  MONTE LE SON J’AI CAPTÉ QUE LES GARS KIFFENT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15-  LES SPOTS T’AVEUGLENT T’EN A RIEN À FAIRE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16-  TU DOIS FAIRE TON BUZZ JE CONNAIS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17-  SUR CE SON DE DESTINATION :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18-  ON TAPE DES MOON WALK À LA MICHAEL JACKSON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19-  MÊME SI TU SAIS PAS, ESSAIE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20-  ON SE TAPE DES BARRES DE RIRE ON SE PERMET L’EXCES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21-  DESTINATION… TU BOUGES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22-  ON TE LAISSE MEME PAS LE CHOIX MEC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23-  ON BOOSTE TA FÊTE ! ON SE DÉFOULE TU TE DÉFILE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24-  ON BOUGE LA FOULE LES FAINÉANTS FILENT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25-  SI TU AIMES CE SON LADY LÈVE TES MAINS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26-  SI TU AIME CE SON MC BOUGE TES PIEDS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27-  PUISSANCE RIME AVEC AISANCE J.E.S.U.S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28-  SA PRÉSENCE, MA RÉFÉRENCE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29-  L'AMBIANCE OU TOUT LE MONDE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30-  LIBERTE, FRATERNITÉ ET LA RÉVÉRENCE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31-  BOUGES TA TÊTE, DESTINATION SUR LA VERSION, ATTENTION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32-  METS TA CASQUETTE ET GROOVE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33- C'EST SIMPLE EN POSITION SUR CE SON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ON AMBIANCE, TOUT LE MONDE SUR LA PISTE DE DANSE</a:t>
            </a:r>
          </a:p>
          <a:p>
            <a:r>
              <a:rPr lang="fr-FR" smtClean="0">
                <a:latin typeface="Franklin Gothic Medium" pitchFamily="-105" charset="0"/>
              </a:rPr>
              <a:t>2-  DESTINATION ON AMBIANCE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3-  LÈVES TES BRAS EN L'AIR SI TU KIFFES ÇA 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4-  TU VOULAIS BOUGER RESTES ICI TU VAS GOUTER DESTINATION, SI SI</a:t>
            </a:r>
          </a:p>
          <a:p>
            <a:r>
              <a:rPr lang="fr-FR" smtClean="0">
                <a:latin typeface="Franklin Gothic Medium" pitchFamily="-105" charset="0"/>
              </a:rPr>
              <a:t>5-  LE SON QUE T'APPRÉCIES TOUJOURS NET ET PRÉCIS</a:t>
            </a:r>
          </a:p>
          <a:p>
            <a:r>
              <a:rPr lang="fr-FR" smtClean="0">
                <a:latin typeface="Franklin Gothic Medium" pitchFamily="-105" charset="0"/>
              </a:rPr>
              <a:t>6-  VOICI LES MC SKARO   OMC   KOSSI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7-  POUR QUE LE SON PÈTE BOUGE, BOUGE,TA TÊTE</a:t>
            </a:r>
          </a:p>
          <a:p>
            <a:r>
              <a:rPr lang="fr-FR" smtClean="0">
                <a:latin typeface="Franklin Gothic Medium" pitchFamily="-105" charset="0"/>
              </a:rPr>
              <a:t>8-  TOUS EN MODE FÊTE BOUGE, BOUGE ,TA TÊTE</a:t>
            </a:r>
          </a:p>
          <a:p>
            <a:r>
              <a:rPr lang="fr-FR" smtClean="0">
                <a:latin typeface="Franklin Gothic Medium" pitchFamily="-105" charset="0"/>
              </a:rPr>
              <a:t>9-  JEAN BASKETS BOUGE, BOUGE TA TÊTE</a:t>
            </a:r>
          </a:p>
          <a:p>
            <a:r>
              <a:rPr lang="fr-FR" smtClean="0">
                <a:latin typeface="Franklin Gothic Medium" pitchFamily="-105" charset="0"/>
              </a:rPr>
              <a:t>10-  DESTINATION BOUGE, BOUGE TA TÊTE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11-  ON SE MET TOUS DANS L’AMBIANCE ON KIFF TOUS </a:t>
            </a:r>
          </a:p>
          <a:p>
            <a:r>
              <a:rPr lang="fr-FR" smtClean="0">
                <a:latin typeface="Franklin Gothic Medium" pitchFamily="-105" charset="0"/>
              </a:rPr>
              <a:t>12-  QUAND LE SON EST CADENCE COMME ÇA</a:t>
            </a:r>
          </a:p>
          <a:p>
            <a:r>
              <a:rPr lang="fr-FR" smtClean="0">
                <a:latin typeface="Franklin Gothic Medium" pitchFamily="-105" charset="0"/>
              </a:rPr>
              <a:t>13-  YO KA DANSE KON SA DROITE – GAUCHE</a:t>
            </a:r>
          </a:p>
          <a:p>
            <a:r>
              <a:rPr lang="fr-FR" smtClean="0">
                <a:latin typeface="Franklin Gothic Medium" pitchFamily="-105" charset="0"/>
              </a:rPr>
              <a:t>14-  MONTE LE SON J’AI CAPTÉ QUE LES GARS KIFFENT ÇA !</a:t>
            </a:r>
          </a:p>
          <a:p>
            <a:r>
              <a:rPr lang="fr-FR" smtClean="0">
                <a:latin typeface="Franklin Gothic Medium" pitchFamily="-105" charset="0"/>
              </a:rPr>
              <a:t>15-  LES SPOTS T’AVEUGLENT T’EN A RIEN À FAIRE</a:t>
            </a:r>
          </a:p>
          <a:p>
            <a:r>
              <a:rPr lang="fr-FR" smtClean="0">
                <a:latin typeface="Franklin Gothic Medium" pitchFamily="-105" charset="0"/>
              </a:rPr>
              <a:t>16-  TU DOIS FAIRE TON BUZZ JE CONNAIS ÇA !</a:t>
            </a:r>
          </a:p>
          <a:p>
            <a:r>
              <a:rPr lang="fr-FR" smtClean="0">
                <a:latin typeface="Franklin Gothic Medium" pitchFamily="-105" charset="0"/>
              </a:rPr>
              <a:t>17-  SUR CE SON DE DESTINATION :</a:t>
            </a:r>
          </a:p>
          <a:p>
            <a:r>
              <a:rPr lang="fr-FR" smtClean="0">
                <a:latin typeface="Franklin Gothic Medium" pitchFamily="-105" charset="0"/>
              </a:rPr>
              <a:t>18-  ON TAPE DES MOON WALK À LA MICHAEL JACKSON !</a:t>
            </a:r>
          </a:p>
          <a:p>
            <a:r>
              <a:rPr lang="fr-FR" smtClean="0">
                <a:latin typeface="Franklin Gothic Medium" pitchFamily="-105" charset="0"/>
              </a:rPr>
              <a:t>19-  MÊME SI TU SAIS PAS, ESSAIE</a:t>
            </a:r>
          </a:p>
          <a:p>
            <a:r>
              <a:rPr lang="fr-FR" smtClean="0">
                <a:latin typeface="Franklin Gothic Medium" pitchFamily="-105" charset="0"/>
              </a:rPr>
              <a:t>20-  ON SE TAPE DES BARRES DE RIRE ON SE PERMET L’EXCES </a:t>
            </a:r>
          </a:p>
          <a:p>
            <a:r>
              <a:rPr lang="fr-FR" smtClean="0">
                <a:latin typeface="Franklin Gothic Medium" pitchFamily="-105" charset="0"/>
              </a:rPr>
              <a:t>21-  DESTINATION… TU BOUGES TA TÊTE ON TE LAISSE MEME PAS LE CHOIX MEC</a:t>
            </a:r>
          </a:p>
          <a:p>
            <a:r>
              <a:rPr lang="fr-FR" smtClean="0">
                <a:latin typeface="Franklin Gothic Medium" pitchFamily="-105" charset="0"/>
              </a:rPr>
              <a:t>22-  ON BOOSTE TA FÊTE ! ON SE DÉFOULE TU TE DÉFILE</a:t>
            </a:r>
          </a:p>
          <a:p>
            <a:r>
              <a:rPr lang="fr-FR" smtClean="0">
                <a:latin typeface="Franklin Gothic Medium" pitchFamily="-105" charset="0"/>
              </a:rPr>
              <a:t>23-  ON BOUGE LA FOULE LES FAINÉANTS FILENT</a:t>
            </a:r>
          </a:p>
          <a:p>
            <a:r>
              <a:rPr lang="fr-FR" smtClean="0">
                <a:latin typeface="Franklin Gothic Medium" pitchFamily="-105" charset="0"/>
              </a:rPr>
              <a:t>24-  SI TU AIMES CE SON LADY LÈVE TES MAINS</a:t>
            </a:r>
          </a:p>
          <a:p>
            <a:r>
              <a:rPr lang="fr-FR" smtClean="0">
                <a:latin typeface="Franklin Gothic Medium" pitchFamily="-105" charset="0"/>
              </a:rPr>
              <a:t>25-  SI TU AIME CE SON MC BOUGE TES PIEDS</a:t>
            </a:r>
          </a:p>
          <a:p>
            <a:r>
              <a:rPr lang="fr-FR" smtClean="0">
                <a:latin typeface="Franklin Gothic Medium" pitchFamily="-105" charset="0"/>
              </a:rPr>
              <a:t>26-  PUISSANCE RIME AVEC AISANCE J.E.S.U.S</a:t>
            </a:r>
          </a:p>
          <a:p>
            <a:r>
              <a:rPr lang="fr-FR" smtClean="0">
                <a:latin typeface="Franklin Gothic Medium" pitchFamily="-105" charset="0"/>
              </a:rPr>
              <a:t>27-  SA PRÉSENCE, MA RÉFÉRENCE L'AMBIANCE OU TOUT LE MONDE DANSE</a:t>
            </a:r>
          </a:p>
          <a:p>
            <a:r>
              <a:rPr lang="fr-FR" smtClean="0">
                <a:latin typeface="Franklin Gothic Medium" pitchFamily="-105" charset="0"/>
              </a:rPr>
              <a:t>28-  LIBERTE, FRATERNITÉ ET LA RÉVÉRENCE</a:t>
            </a:r>
          </a:p>
          <a:p>
            <a:r>
              <a:rPr lang="fr-FR" smtClean="0">
                <a:latin typeface="Franklin Gothic Medium" pitchFamily="-105" charset="0"/>
              </a:rPr>
              <a:t>29-  BOUGES TA TÊTE, DESTINATION SUR LA VERSION, ATTENTION</a:t>
            </a:r>
          </a:p>
          <a:p>
            <a:r>
              <a:rPr lang="fr-FR" smtClean="0">
                <a:latin typeface="Franklin Gothic Medium" pitchFamily="-105" charset="0"/>
              </a:rPr>
              <a:t>30-  METS TA CASQUETTE ET GROOVE C'EST SIMPLE EN POSITION SUR CE SON</a:t>
            </a:r>
          </a:p>
          <a:p>
            <a:endParaRPr lang="fr-FR" smtClean="0">
              <a:latin typeface="Franklin Gothic Medium" pitchFamily="-105" charset="0"/>
            </a:endParaRP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z="600" smtClean="0"/>
              <a:t>1-  ON AMBIANCE, TOUT LE MONDE SUR LA PISTE 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2-  DESTINATION ON AMBIANCE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3-  LÈVES TES BRAS EN L'AIR SI TU KIFFES ÇA 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4-  TU VOULAIS BOUGER RESTES ICI TU VAS GOUTER DESTINATION, SI SI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5-  LE SON QUE T'APPRÉCIES TOUJOURS NET ET PRÉCIS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6-  VOICI LES MC SKARO   OMC   KOSSI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7-  POUR QUE LE SON PÈTE BOUGE, BOUGE,TA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8-  TOUS EN MODE FÊTE BOUGE, BOUGE 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9-  JEAN BASKETS BOUGE, BOUGE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10-  DESTINATION BOUGE, BOUGE TA TÊTE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11-  ON SE MET TOUS DANS L’AMBIANCE ON KIFF TOUS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12-  QUAND LE SON EST CADENCE COMME ÇA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13-  YO KA DANSE KON SA DROITE – GAUCHE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14-  MONTE LE SON J’AI CAPTÉ QUE LES GARS KIFFENT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15-  LES SPOTS T’AVEUGLENT T’EN A RIEN À FAIRE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16-  TU DOIS FAIRE TON BUZZ JE CONNAIS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17-  SUR CE SON DE DESTINATION :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18-  ON TAPE DES MOON WALK À LA MICHAEL JACKSON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19-  MÊME SI TU SAIS PAS, ESSAIE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20-  ON SE TAPE DES BARRES DE RIRE ON SE PERMET L’EXCES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21-  DESTINATION… TU BOUGES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22-  ON TE LAISSE MEME PAS LE CHOIX MEC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23-  ON BOOSTE TA FÊTE ! ON SE DÉFOULE TU TE DÉFILE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24-  ON BOUGE LA FOULE LES FAINÉANTS FILENT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25-  SI TU AIMES CE SON LADY LÈVE TES MAINS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26-  SI TU AIME CE SON MC BOUGE TES PIEDS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27-  PUISSANCE RIME AVEC AISANCE J.E.S.U.S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28-  SA PRÉSENCE, MA RÉFÉRENCE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29-  L'AMBIANCE OU TOUT LE MONDE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30-  LIBERTE, FRATERNITÉ ET LA RÉVÉRENCE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31-  BOUGES TA TÊTE, DESTINATION SUR LA VERSION, ATTENTION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32-  METS TA CASQUETTE ET GROOVE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33- C'EST SIMPLE EN POSITION SUR CE SON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ON AMBIANCE, TOUT LE MONDE SUR LA PISTE DE DANSE</a:t>
            </a:r>
          </a:p>
          <a:p>
            <a:r>
              <a:rPr lang="fr-FR" smtClean="0">
                <a:latin typeface="Franklin Gothic Medium" pitchFamily="-105" charset="0"/>
              </a:rPr>
              <a:t>2-  DESTINATION ON AMBIANCE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3-  LÈVES TES BRAS EN L'AIR SI TU KIFFES ÇA 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4-  TU VOULAIS BOUGER RESTES ICI TU VAS GOUTER DESTINATION, SI SI</a:t>
            </a:r>
          </a:p>
          <a:p>
            <a:r>
              <a:rPr lang="fr-FR" smtClean="0">
                <a:latin typeface="Franklin Gothic Medium" pitchFamily="-105" charset="0"/>
              </a:rPr>
              <a:t>5-  LE SON QUE T'APPRÉCIES TOUJOURS NET ET PRÉCIS</a:t>
            </a:r>
          </a:p>
          <a:p>
            <a:r>
              <a:rPr lang="fr-FR" smtClean="0">
                <a:latin typeface="Franklin Gothic Medium" pitchFamily="-105" charset="0"/>
              </a:rPr>
              <a:t>6-  VOICI LES MC SKARO   OMC   KOSSI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7-  POUR QUE LE SON PÈTE BOUGE, BOUGE,TA TÊTE</a:t>
            </a:r>
          </a:p>
          <a:p>
            <a:r>
              <a:rPr lang="fr-FR" smtClean="0">
                <a:latin typeface="Franklin Gothic Medium" pitchFamily="-105" charset="0"/>
              </a:rPr>
              <a:t>8-  TOUS EN MODE FÊTE BOUGE, BOUGE ,TA TÊTE</a:t>
            </a:r>
          </a:p>
          <a:p>
            <a:r>
              <a:rPr lang="fr-FR" smtClean="0">
                <a:latin typeface="Franklin Gothic Medium" pitchFamily="-105" charset="0"/>
              </a:rPr>
              <a:t>9-  JEAN BASKETS BOUGE, BOUGE TA TÊTE</a:t>
            </a:r>
          </a:p>
          <a:p>
            <a:r>
              <a:rPr lang="fr-FR" smtClean="0">
                <a:latin typeface="Franklin Gothic Medium" pitchFamily="-105" charset="0"/>
              </a:rPr>
              <a:t>10-  DESTINATION BOUGE, BOUGE TA TÊTE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11-  ON SE MET TOUS DANS L’AMBIANCE ON KIFF TOUS </a:t>
            </a:r>
          </a:p>
          <a:p>
            <a:r>
              <a:rPr lang="fr-FR" smtClean="0">
                <a:latin typeface="Franklin Gothic Medium" pitchFamily="-105" charset="0"/>
              </a:rPr>
              <a:t>12-  QUAND LE SON EST CADENCE COMME ÇA</a:t>
            </a:r>
          </a:p>
          <a:p>
            <a:r>
              <a:rPr lang="fr-FR" smtClean="0">
                <a:latin typeface="Franklin Gothic Medium" pitchFamily="-105" charset="0"/>
              </a:rPr>
              <a:t>13-  YO KA DANSE KON SA DROITE – GAUCHE</a:t>
            </a:r>
          </a:p>
          <a:p>
            <a:r>
              <a:rPr lang="fr-FR" smtClean="0">
                <a:latin typeface="Franklin Gothic Medium" pitchFamily="-105" charset="0"/>
              </a:rPr>
              <a:t>14-  MONTE LE SON J’AI CAPTÉ QUE LES GARS KIFFENT ÇA !</a:t>
            </a:r>
          </a:p>
          <a:p>
            <a:r>
              <a:rPr lang="fr-FR" smtClean="0">
                <a:latin typeface="Franklin Gothic Medium" pitchFamily="-105" charset="0"/>
              </a:rPr>
              <a:t>15-  LES SPOTS T’AVEUGLENT T’EN A RIEN À FAIRE</a:t>
            </a:r>
          </a:p>
          <a:p>
            <a:r>
              <a:rPr lang="fr-FR" smtClean="0">
                <a:latin typeface="Franklin Gothic Medium" pitchFamily="-105" charset="0"/>
              </a:rPr>
              <a:t>16-  TU DOIS FAIRE TON BUZZ JE CONNAIS ÇA !</a:t>
            </a:r>
          </a:p>
          <a:p>
            <a:r>
              <a:rPr lang="fr-FR" smtClean="0">
                <a:latin typeface="Franklin Gothic Medium" pitchFamily="-105" charset="0"/>
              </a:rPr>
              <a:t>17-  SUR CE SON DE DESTINATION :</a:t>
            </a:r>
          </a:p>
          <a:p>
            <a:r>
              <a:rPr lang="fr-FR" smtClean="0">
                <a:latin typeface="Franklin Gothic Medium" pitchFamily="-105" charset="0"/>
              </a:rPr>
              <a:t>18-  ON TAPE DES MOON WALK À LA MICHAEL JACKSON !</a:t>
            </a:r>
          </a:p>
          <a:p>
            <a:r>
              <a:rPr lang="fr-FR" smtClean="0">
                <a:latin typeface="Franklin Gothic Medium" pitchFamily="-105" charset="0"/>
              </a:rPr>
              <a:t>19-  MÊME SI TU SAIS PAS, ESSAIE</a:t>
            </a:r>
          </a:p>
          <a:p>
            <a:r>
              <a:rPr lang="fr-FR" smtClean="0">
                <a:latin typeface="Franklin Gothic Medium" pitchFamily="-105" charset="0"/>
              </a:rPr>
              <a:t>20-  ON SE TAPE DES BARRES DE RIRE ON SE PERMET L’EXCES </a:t>
            </a:r>
          </a:p>
          <a:p>
            <a:r>
              <a:rPr lang="fr-FR" smtClean="0">
                <a:latin typeface="Franklin Gothic Medium" pitchFamily="-105" charset="0"/>
              </a:rPr>
              <a:t>21-  DESTINATION… TU BOUGES TA TÊTE ON TE LAISSE MEME PAS LE CHOIX MEC</a:t>
            </a:r>
          </a:p>
          <a:p>
            <a:r>
              <a:rPr lang="fr-FR" smtClean="0">
                <a:latin typeface="Franklin Gothic Medium" pitchFamily="-105" charset="0"/>
              </a:rPr>
              <a:t>22-  ON BOOSTE TA FÊTE ! ON SE DÉFOULE TU TE DÉFILE</a:t>
            </a:r>
          </a:p>
          <a:p>
            <a:r>
              <a:rPr lang="fr-FR" smtClean="0">
                <a:latin typeface="Franklin Gothic Medium" pitchFamily="-105" charset="0"/>
              </a:rPr>
              <a:t>23-  ON BOUGE LA FOULE LES FAINÉANTS FILENT</a:t>
            </a:r>
          </a:p>
          <a:p>
            <a:r>
              <a:rPr lang="fr-FR" smtClean="0">
                <a:latin typeface="Franklin Gothic Medium" pitchFamily="-105" charset="0"/>
              </a:rPr>
              <a:t>24-  SI TU AIMES CE SON LADY LÈVE TES MAINS</a:t>
            </a:r>
          </a:p>
          <a:p>
            <a:r>
              <a:rPr lang="fr-FR" smtClean="0">
                <a:latin typeface="Franklin Gothic Medium" pitchFamily="-105" charset="0"/>
              </a:rPr>
              <a:t>25-  SI TU AIME CE SON MC BOUGE TES PIEDS</a:t>
            </a:r>
          </a:p>
          <a:p>
            <a:r>
              <a:rPr lang="fr-FR" smtClean="0">
                <a:latin typeface="Franklin Gothic Medium" pitchFamily="-105" charset="0"/>
              </a:rPr>
              <a:t>26-  PUISSANCE RIME AVEC AISANCE J.E.S.U.S</a:t>
            </a:r>
          </a:p>
          <a:p>
            <a:r>
              <a:rPr lang="fr-FR" smtClean="0">
                <a:latin typeface="Franklin Gothic Medium" pitchFamily="-105" charset="0"/>
              </a:rPr>
              <a:t>27-  SA PRÉSENCE, MA RÉFÉRENCE L'AMBIANCE OU TOUT LE MONDE DANSE</a:t>
            </a:r>
          </a:p>
          <a:p>
            <a:r>
              <a:rPr lang="fr-FR" smtClean="0">
                <a:latin typeface="Franklin Gothic Medium" pitchFamily="-105" charset="0"/>
              </a:rPr>
              <a:t>28-  LIBERTE, FRATERNITÉ ET LA RÉVÉRENCE</a:t>
            </a:r>
          </a:p>
          <a:p>
            <a:r>
              <a:rPr lang="fr-FR" smtClean="0">
                <a:latin typeface="Franklin Gothic Medium" pitchFamily="-105" charset="0"/>
              </a:rPr>
              <a:t>29-  BOUGES TA TÊTE, DESTINATION SUR LA VERSION, ATTENTION</a:t>
            </a:r>
          </a:p>
          <a:p>
            <a:r>
              <a:rPr lang="fr-FR" smtClean="0">
                <a:latin typeface="Franklin Gothic Medium" pitchFamily="-105" charset="0"/>
              </a:rPr>
              <a:t>30-  METS TA CASQUETTE ET GROOVE C'EST SIMPLE EN POSITION SUR CE SON</a:t>
            </a:r>
          </a:p>
          <a:p>
            <a:endParaRPr lang="fr-FR" smtClean="0">
              <a:latin typeface="Franklin Gothic Medium" pitchFamily="-105" charset="0"/>
            </a:endParaRP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z="600" smtClean="0"/>
              <a:t>1-  ON AMBIANCE, TOUT LE MONDE SUR LA PISTE 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2-  DESTINATION ON AMBIANCE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3-  LÈVES TES BRAS EN L'AIR SI TU KIFFES ÇA 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4-  TU VOULAIS BOUGER RESTES ICI TU VAS GOUTER DESTINATION, SI SI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5-  LE SON QUE T'APPRÉCIES TOUJOURS NET ET PRÉCIS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6-  VOICI LES MC SKARO   OMC   KOSSI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7-  POUR QUE LE SON PÈTE BOUGE, BOUGE,TA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8-  TOUS EN MODE FÊTE BOUGE, BOUGE 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9-  JEAN BASKETS BOUGE, BOUGE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10-  DESTINATION BOUGE, BOUGE TA TÊTE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11-  ON SE MET TOUS DANS L’AMBIANCE ON KIFF TOUS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12-  QUAND LE SON EST CADENCE COMME ÇA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13-  YO KA DANSE KON SA DROITE – GAUCHE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14-  MONTE LE SON J’AI CAPTÉ QUE LES GARS KIFFENT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15-  LES SPOTS T’AVEUGLENT T’EN A RIEN À FAIRE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16-  TU DOIS FAIRE TON BUZZ JE CONNAIS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17-  SUR CE SON DE DESTINATION :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18-  ON TAPE DES MOON WALK À LA MICHAEL JACKSON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19-  MÊME SI TU SAIS PAS, ESSAIE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20-  ON SE TAPE DES BARRES DE RIRE ON SE PERMET L’EXCES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21-  DESTINATION… TU BOUGES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22-  ON TE LAISSE MEME PAS LE CHOIX MEC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23-  ON BOOSTE TA FÊTE ! ON SE DÉFOULE TU TE DÉFILE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24-  ON BOUGE LA FOULE LES FAINÉANTS FILENT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25-  SI TU AIMES CE SON LADY LÈVE TES MAINS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26-  SI TU AIME CE SON MC BOUGE TES PIEDS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27-  PUISSANCE RIME AVEC AISANCE J.E.S.U.S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28-  SA PRÉSENCE, MA RÉFÉRENCE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29-  L'AMBIANCE OU TOUT LE MONDE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30-  LIBERTE, FRATERNITÉ ET LA RÉVÉRENCE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31-  BOUGES TA TÊTE, DESTINATION SUR LA VERSION, ATTENTION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32-  METS TA CASQUETTE ET GROOVE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33- C'EST SIMPLE EN POSITION SUR CE SON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ON AMBIANCE, TOUT LE MONDE SUR LA PISTE DE DANSE</a:t>
            </a:r>
          </a:p>
          <a:p>
            <a:r>
              <a:rPr lang="fr-FR" smtClean="0">
                <a:latin typeface="Franklin Gothic Medium" pitchFamily="-105" charset="0"/>
              </a:rPr>
              <a:t>2-  DESTINATION ON AMBIANCE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3-  LÈVES TES BRAS EN L'AIR SI TU KIFFES ÇA 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4-  TU VOULAIS BOUGER RESTES ICI TU VAS GOUTER DESTINATION, SI SI</a:t>
            </a:r>
          </a:p>
          <a:p>
            <a:r>
              <a:rPr lang="fr-FR" smtClean="0">
                <a:latin typeface="Franklin Gothic Medium" pitchFamily="-105" charset="0"/>
              </a:rPr>
              <a:t>5-  LE SON QUE T'APPRÉCIES TOUJOURS NET ET PRÉCIS</a:t>
            </a:r>
          </a:p>
          <a:p>
            <a:r>
              <a:rPr lang="fr-FR" smtClean="0">
                <a:latin typeface="Franklin Gothic Medium" pitchFamily="-105" charset="0"/>
              </a:rPr>
              <a:t>6-  VOICI LES MC SKARO   OMC   KOSSI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7-  POUR QUE LE SON PÈTE BOUGE, BOUGE,TA TÊTE</a:t>
            </a:r>
          </a:p>
          <a:p>
            <a:r>
              <a:rPr lang="fr-FR" smtClean="0">
                <a:latin typeface="Franklin Gothic Medium" pitchFamily="-105" charset="0"/>
              </a:rPr>
              <a:t>8-  TOUS EN MODE FÊTE BOUGE, BOUGE ,TA TÊTE</a:t>
            </a:r>
          </a:p>
          <a:p>
            <a:r>
              <a:rPr lang="fr-FR" smtClean="0">
                <a:latin typeface="Franklin Gothic Medium" pitchFamily="-105" charset="0"/>
              </a:rPr>
              <a:t>9-  JEAN BASKETS BOUGE, BOUGE TA TÊTE</a:t>
            </a:r>
          </a:p>
          <a:p>
            <a:r>
              <a:rPr lang="fr-FR" smtClean="0">
                <a:latin typeface="Franklin Gothic Medium" pitchFamily="-105" charset="0"/>
              </a:rPr>
              <a:t>10-  DESTINATION BOUGE, BOUGE TA TÊTE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11-  ON SE MET TOUS DANS L’AMBIANCE ON KIFF TOUS </a:t>
            </a:r>
          </a:p>
          <a:p>
            <a:r>
              <a:rPr lang="fr-FR" smtClean="0">
                <a:latin typeface="Franklin Gothic Medium" pitchFamily="-105" charset="0"/>
              </a:rPr>
              <a:t>12-  QUAND LE SON EST CADENCE COMME ÇA</a:t>
            </a:r>
          </a:p>
          <a:p>
            <a:r>
              <a:rPr lang="fr-FR" smtClean="0">
                <a:latin typeface="Franklin Gothic Medium" pitchFamily="-105" charset="0"/>
              </a:rPr>
              <a:t>13-  YO KA DANSE KON SA DROITE – GAUCHE</a:t>
            </a:r>
          </a:p>
          <a:p>
            <a:r>
              <a:rPr lang="fr-FR" smtClean="0">
                <a:latin typeface="Franklin Gothic Medium" pitchFamily="-105" charset="0"/>
              </a:rPr>
              <a:t>14-  MONTE LE SON J’AI CAPTÉ QUE LES GARS KIFFENT ÇA !</a:t>
            </a:r>
          </a:p>
          <a:p>
            <a:r>
              <a:rPr lang="fr-FR" smtClean="0">
                <a:latin typeface="Franklin Gothic Medium" pitchFamily="-105" charset="0"/>
              </a:rPr>
              <a:t>15-  LES SPOTS T’AVEUGLENT T’EN A RIEN À FAIRE</a:t>
            </a:r>
          </a:p>
          <a:p>
            <a:r>
              <a:rPr lang="fr-FR" smtClean="0">
                <a:latin typeface="Franklin Gothic Medium" pitchFamily="-105" charset="0"/>
              </a:rPr>
              <a:t>16-  TU DOIS FAIRE TON BUZZ JE CONNAIS ÇA !</a:t>
            </a:r>
          </a:p>
          <a:p>
            <a:r>
              <a:rPr lang="fr-FR" smtClean="0">
                <a:latin typeface="Franklin Gothic Medium" pitchFamily="-105" charset="0"/>
              </a:rPr>
              <a:t>17-  SUR CE SON DE DESTINATION :</a:t>
            </a:r>
          </a:p>
          <a:p>
            <a:r>
              <a:rPr lang="fr-FR" smtClean="0">
                <a:latin typeface="Franklin Gothic Medium" pitchFamily="-105" charset="0"/>
              </a:rPr>
              <a:t>18-  ON TAPE DES MOON WALK À LA MICHAEL JACKSON !</a:t>
            </a:r>
          </a:p>
          <a:p>
            <a:r>
              <a:rPr lang="fr-FR" smtClean="0">
                <a:latin typeface="Franklin Gothic Medium" pitchFamily="-105" charset="0"/>
              </a:rPr>
              <a:t>19-  MÊME SI TU SAIS PAS, ESSAIE</a:t>
            </a:r>
          </a:p>
          <a:p>
            <a:r>
              <a:rPr lang="fr-FR" smtClean="0">
                <a:latin typeface="Franklin Gothic Medium" pitchFamily="-105" charset="0"/>
              </a:rPr>
              <a:t>20-  ON SE TAPE DES BARRES DE RIRE ON SE PERMET L’EXCES </a:t>
            </a:r>
          </a:p>
          <a:p>
            <a:r>
              <a:rPr lang="fr-FR" smtClean="0">
                <a:latin typeface="Franklin Gothic Medium" pitchFamily="-105" charset="0"/>
              </a:rPr>
              <a:t>21-  DESTINATION… TU BOUGES TA TÊTE ON TE LAISSE MEME PAS LE CHOIX MEC</a:t>
            </a:r>
          </a:p>
          <a:p>
            <a:r>
              <a:rPr lang="fr-FR" smtClean="0">
                <a:latin typeface="Franklin Gothic Medium" pitchFamily="-105" charset="0"/>
              </a:rPr>
              <a:t>22-  ON BOOSTE TA FÊTE ! ON SE DÉFOULE TU TE DÉFILE</a:t>
            </a:r>
          </a:p>
          <a:p>
            <a:r>
              <a:rPr lang="fr-FR" smtClean="0">
                <a:latin typeface="Franklin Gothic Medium" pitchFamily="-105" charset="0"/>
              </a:rPr>
              <a:t>23-  ON BOUGE LA FOULE LES FAINÉANTS FILENT</a:t>
            </a:r>
          </a:p>
          <a:p>
            <a:r>
              <a:rPr lang="fr-FR" smtClean="0">
                <a:latin typeface="Franklin Gothic Medium" pitchFamily="-105" charset="0"/>
              </a:rPr>
              <a:t>24-  SI TU AIMES CE SON LADY LÈVE TES MAINS</a:t>
            </a:r>
          </a:p>
          <a:p>
            <a:r>
              <a:rPr lang="fr-FR" smtClean="0">
                <a:latin typeface="Franklin Gothic Medium" pitchFamily="-105" charset="0"/>
              </a:rPr>
              <a:t>25-  SI TU AIME CE SON MC BOUGE TES PIEDS</a:t>
            </a:r>
          </a:p>
          <a:p>
            <a:r>
              <a:rPr lang="fr-FR" smtClean="0">
                <a:latin typeface="Franklin Gothic Medium" pitchFamily="-105" charset="0"/>
              </a:rPr>
              <a:t>26-  PUISSANCE RIME AVEC AISANCE J.E.S.U.S</a:t>
            </a:r>
          </a:p>
          <a:p>
            <a:r>
              <a:rPr lang="fr-FR" smtClean="0">
                <a:latin typeface="Franklin Gothic Medium" pitchFamily="-105" charset="0"/>
              </a:rPr>
              <a:t>27-  SA PRÉSENCE, MA RÉFÉRENCE L'AMBIANCE OU TOUT LE MONDE DANSE</a:t>
            </a:r>
          </a:p>
          <a:p>
            <a:r>
              <a:rPr lang="fr-FR" smtClean="0">
                <a:latin typeface="Franklin Gothic Medium" pitchFamily="-105" charset="0"/>
              </a:rPr>
              <a:t>28-  LIBERTE, FRATERNITÉ ET LA RÉVÉRENCE</a:t>
            </a:r>
          </a:p>
          <a:p>
            <a:r>
              <a:rPr lang="fr-FR" smtClean="0">
                <a:latin typeface="Franklin Gothic Medium" pitchFamily="-105" charset="0"/>
              </a:rPr>
              <a:t>29-  BOUGES TA TÊTE, DESTINATION SUR LA VERSION, ATTENTION</a:t>
            </a:r>
          </a:p>
          <a:p>
            <a:r>
              <a:rPr lang="fr-FR" smtClean="0">
                <a:latin typeface="Franklin Gothic Medium" pitchFamily="-105" charset="0"/>
              </a:rPr>
              <a:t>30-  METS TA CASQUETTE ET GROOVE C'EST SIMPLE EN POSITION SUR CE SON</a:t>
            </a:r>
          </a:p>
          <a:p>
            <a:endParaRPr lang="fr-FR" smtClean="0">
              <a:latin typeface="Franklin Gothic Medium" pitchFamily="-105" charset="0"/>
            </a:endParaRP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z="600" smtClean="0"/>
              <a:t>1-  ON AMBIANCE, TOUT LE MONDE SUR LA PISTE 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2-  DESTINATION ON AMBIANCE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3-  LÈVES TES BRAS EN L'AIR SI TU KIFFES ÇA 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4-  TU VOULAIS BOUGER RESTES ICI TU VAS GOUTER DESTINATION, SI SI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5-  LE SON QUE T'APPRÉCIES TOUJOURS NET ET PRÉCIS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6-  VOICI LES MC SKARO   OMC   KOSSI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7-  POUR QUE LE SON PÈTE BOUGE, BOUGE,TA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8-  TOUS EN MODE FÊTE BOUGE, BOUGE 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9-  JEAN BASKETS BOUGE, BOUGE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10-  DESTINATION BOUGE, BOUGE TA TÊTE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11-  ON SE MET TOUS DANS L’AMBIANCE ON KIFF TOUS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12-  QUAND LE SON EST CADENCE COMME ÇA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13-  YO KA DANSE KON SA DROITE – GAUCHE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14-  MONTE LE SON J’AI CAPTÉ QUE LES GARS KIFFENT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15-  LES SPOTS T’AVEUGLENT T’EN A RIEN À FAIRE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16-  TU DOIS FAIRE TON BUZZ JE CONNAIS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17-  SUR CE SON DE DESTINATION :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18-  ON TAPE DES MOON WALK À LA MICHAEL JACKSON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19-  MÊME SI TU SAIS PAS, ESSAIE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20-  ON SE TAPE DES BARRES DE RIRE ON SE PERMET L’EXCES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21-  DESTINATION… TU BOUGES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22-  ON TE LAISSE MEME PAS LE CHOIX MEC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23-  ON BOOSTE TA FÊTE ! ON SE DÉFOULE TU TE DÉFILE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24-  ON BOUGE LA FOULE LES FAINÉANTS FILENT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25-  SI TU AIMES CE SON LADY LÈVE TES MAINS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26-  SI TU AIME CE SON MC BOUGE TES PIEDS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27-  PUISSANCE RIME AVEC AISANCE J.E.S.U.S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28-  SA PRÉSENCE, MA RÉFÉRENCE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29-  L'AMBIANCE OU TOUT LE MONDE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30-  LIBERTE, FRATERNITÉ ET LA RÉVÉRENCE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31-  BOUGES TA TÊTE, DESTINATION SUR LA VERSION, ATTENTION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32-  METS TA CASQUETTE ET GROOVE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33- C'EST SIMPLE EN POSITION SUR CE SON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ON AMBIANCE, TOUT LE MONDE SUR LA PISTE DE DANSE</a:t>
            </a:r>
          </a:p>
          <a:p>
            <a:r>
              <a:rPr lang="fr-FR" smtClean="0">
                <a:latin typeface="Franklin Gothic Medium" pitchFamily="-105" charset="0"/>
              </a:rPr>
              <a:t>2-  DESTINATION ON AMBIANCE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3-  LÈVES TES BRAS EN L'AIR SI TU KIFFES ÇA 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4-  TU VOULAIS BOUGER RESTES ICI TU VAS GOUTER DESTINATION, SI SI</a:t>
            </a:r>
          </a:p>
          <a:p>
            <a:r>
              <a:rPr lang="fr-FR" smtClean="0">
                <a:latin typeface="Franklin Gothic Medium" pitchFamily="-105" charset="0"/>
              </a:rPr>
              <a:t>5-  LE SON QUE T'APPRÉCIES TOUJOURS NET ET PRÉCIS</a:t>
            </a:r>
          </a:p>
          <a:p>
            <a:r>
              <a:rPr lang="fr-FR" smtClean="0">
                <a:latin typeface="Franklin Gothic Medium" pitchFamily="-105" charset="0"/>
              </a:rPr>
              <a:t>6-  VOICI LES MC SKARO   OMC   KOSSI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7-  POUR QUE LE SON PÈTE BOUGE, BOUGE,TA TÊTE</a:t>
            </a:r>
          </a:p>
          <a:p>
            <a:r>
              <a:rPr lang="fr-FR" smtClean="0">
                <a:latin typeface="Franklin Gothic Medium" pitchFamily="-105" charset="0"/>
              </a:rPr>
              <a:t>8-  TOUS EN MODE FÊTE BOUGE, BOUGE ,TA TÊTE</a:t>
            </a:r>
          </a:p>
          <a:p>
            <a:r>
              <a:rPr lang="fr-FR" smtClean="0">
                <a:latin typeface="Franklin Gothic Medium" pitchFamily="-105" charset="0"/>
              </a:rPr>
              <a:t>9-  JEAN BASKETS BOUGE, BOUGE TA TÊTE</a:t>
            </a:r>
          </a:p>
          <a:p>
            <a:r>
              <a:rPr lang="fr-FR" smtClean="0">
                <a:latin typeface="Franklin Gothic Medium" pitchFamily="-105" charset="0"/>
              </a:rPr>
              <a:t>10-  DESTINATION BOUGE, BOUGE TA TÊTE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11-  ON SE MET TOUS DANS L’AMBIANCE ON KIFF TOUS </a:t>
            </a:r>
          </a:p>
          <a:p>
            <a:r>
              <a:rPr lang="fr-FR" smtClean="0">
                <a:latin typeface="Franklin Gothic Medium" pitchFamily="-105" charset="0"/>
              </a:rPr>
              <a:t>12-  QUAND LE SON EST CADENCE COMME ÇA</a:t>
            </a:r>
          </a:p>
          <a:p>
            <a:r>
              <a:rPr lang="fr-FR" smtClean="0">
                <a:latin typeface="Franklin Gothic Medium" pitchFamily="-105" charset="0"/>
              </a:rPr>
              <a:t>13-  YO KA DANSE KON SA DROITE – GAUCHE</a:t>
            </a:r>
          </a:p>
          <a:p>
            <a:r>
              <a:rPr lang="fr-FR" smtClean="0">
                <a:latin typeface="Franklin Gothic Medium" pitchFamily="-105" charset="0"/>
              </a:rPr>
              <a:t>14-  MONTE LE SON J’AI CAPTÉ QUE LES GARS KIFFENT ÇA !</a:t>
            </a:r>
          </a:p>
          <a:p>
            <a:r>
              <a:rPr lang="fr-FR" smtClean="0">
                <a:latin typeface="Franklin Gothic Medium" pitchFamily="-105" charset="0"/>
              </a:rPr>
              <a:t>15-  LES SPOTS T’AVEUGLENT T’EN A RIEN À FAIRE</a:t>
            </a:r>
          </a:p>
          <a:p>
            <a:r>
              <a:rPr lang="fr-FR" smtClean="0">
                <a:latin typeface="Franklin Gothic Medium" pitchFamily="-105" charset="0"/>
              </a:rPr>
              <a:t>16-  TU DOIS FAIRE TON BUZZ JE CONNAIS ÇA !</a:t>
            </a:r>
          </a:p>
          <a:p>
            <a:r>
              <a:rPr lang="fr-FR" smtClean="0">
                <a:latin typeface="Franklin Gothic Medium" pitchFamily="-105" charset="0"/>
              </a:rPr>
              <a:t>17-  SUR CE SON DE DESTINATION :</a:t>
            </a:r>
          </a:p>
          <a:p>
            <a:r>
              <a:rPr lang="fr-FR" smtClean="0">
                <a:latin typeface="Franklin Gothic Medium" pitchFamily="-105" charset="0"/>
              </a:rPr>
              <a:t>18-  ON TAPE DES MOON WALK À LA MICHAEL JACKSON !</a:t>
            </a:r>
          </a:p>
          <a:p>
            <a:r>
              <a:rPr lang="fr-FR" smtClean="0">
                <a:latin typeface="Franklin Gothic Medium" pitchFamily="-105" charset="0"/>
              </a:rPr>
              <a:t>19-  MÊME SI TU SAIS PAS, ESSAIE</a:t>
            </a:r>
          </a:p>
          <a:p>
            <a:r>
              <a:rPr lang="fr-FR" smtClean="0">
                <a:latin typeface="Franklin Gothic Medium" pitchFamily="-105" charset="0"/>
              </a:rPr>
              <a:t>20-  ON SE TAPE DES BARRES DE RIRE ON SE PERMET L’EXCES </a:t>
            </a:r>
          </a:p>
          <a:p>
            <a:r>
              <a:rPr lang="fr-FR" smtClean="0">
                <a:latin typeface="Franklin Gothic Medium" pitchFamily="-105" charset="0"/>
              </a:rPr>
              <a:t>21-  DESTINATION… TU BOUGES TA TÊTE ON TE LAISSE MEME PAS LE CHOIX MEC</a:t>
            </a:r>
          </a:p>
          <a:p>
            <a:r>
              <a:rPr lang="fr-FR" smtClean="0">
                <a:latin typeface="Franklin Gothic Medium" pitchFamily="-105" charset="0"/>
              </a:rPr>
              <a:t>22-  ON BOOSTE TA FÊTE ! ON SE DÉFOULE TU TE DÉFILE</a:t>
            </a:r>
          </a:p>
          <a:p>
            <a:r>
              <a:rPr lang="fr-FR" smtClean="0">
                <a:latin typeface="Franklin Gothic Medium" pitchFamily="-105" charset="0"/>
              </a:rPr>
              <a:t>23-  ON BOUGE LA FOULE LES FAINÉANTS FILENT</a:t>
            </a:r>
          </a:p>
          <a:p>
            <a:r>
              <a:rPr lang="fr-FR" smtClean="0">
                <a:latin typeface="Franklin Gothic Medium" pitchFamily="-105" charset="0"/>
              </a:rPr>
              <a:t>24-  SI TU AIMES CE SON LADY LÈVE TES MAINS</a:t>
            </a:r>
          </a:p>
          <a:p>
            <a:r>
              <a:rPr lang="fr-FR" smtClean="0">
                <a:latin typeface="Franklin Gothic Medium" pitchFamily="-105" charset="0"/>
              </a:rPr>
              <a:t>25-  SI TU AIME CE SON MC BOUGE TES PIEDS</a:t>
            </a:r>
          </a:p>
          <a:p>
            <a:r>
              <a:rPr lang="fr-FR" smtClean="0">
                <a:latin typeface="Franklin Gothic Medium" pitchFamily="-105" charset="0"/>
              </a:rPr>
              <a:t>26-  PUISSANCE RIME AVEC AISANCE J.E.S.U.S</a:t>
            </a:r>
          </a:p>
          <a:p>
            <a:r>
              <a:rPr lang="fr-FR" smtClean="0">
                <a:latin typeface="Franklin Gothic Medium" pitchFamily="-105" charset="0"/>
              </a:rPr>
              <a:t>27-  SA PRÉSENCE, MA RÉFÉRENCE L'AMBIANCE OU TOUT LE MONDE DANSE</a:t>
            </a:r>
          </a:p>
          <a:p>
            <a:r>
              <a:rPr lang="fr-FR" smtClean="0">
                <a:latin typeface="Franklin Gothic Medium" pitchFamily="-105" charset="0"/>
              </a:rPr>
              <a:t>28-  LIBERTE, FRATERNITÉ ET LA RÉVÉRENCE</a:t>
            </a:r>
          </a:p>
          <a:p>
            <a:r>
              <a:rPr lang="fr-FR" smtClean="0">
                <a:latin typeface="Franklin Gothic Medium" pitchFamily="-105" charset="0"/>
              </a:rPr>
              <a:t>29-  BOUGES TA TÊTE, DESTINATION SUR LA VERSION, ATTENTION</a:t>
            </a:r>
          </a:p>
          <a:p>
            <a:r>
              <a:rPr lang="fr-FR" smtClean="0">
                <a:latin typeface="Franklin Gothic Medium" pitchFamily="-105" charset="0"/>
              </a:rPr>
              <a:t>30-  METS TA CASQUETTE ET GROOVE C'EST SIMPLE EN POSITION SUR CE SON</a:t>
            </a:r>
          </a:p>
          <a:p>
            <a:endParaRPr lang="fr-FR" smtClean="0">
              <a:latin typeface="Franklin Gothic Medium" pitchFamily="-105" charset="0"/>
            </a:endParaRP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z="600" smtClean="0"/>
              <a:t>1-  ON AMBIANCE, TOUT LE MONDE SUR LA PISTE 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2-  DESTINATION ON AMBIANCE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3-  LÈVES TES BRAS EN L'AIR SI TU KIFFES ÇA 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4-  TU VOULAIS BOUGER RESTES ICI TU VAS GOUTER DESTINATION, SI SI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5-  LE SON QUE T'APPRÉCIES TOUJOURS NET ET PRÉCIS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6-  VOICI LES MC SKARO   OMC   KOSSI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7-  POUR QUE LE SON PÈTE BOUGE, BOUGE,TA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8-  TOUS EN MODE FÊTE BOUGE, BOUGE 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9-  JEAN BASKETS BOUGE, BOUGE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10-  DESTINATION BOUGE, BOUGE TA TÊTE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11-  ON SE MET TOUS DANS L’AMBIANCE ON KIFF TOUS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12-  QUAND LE SON EST CADENCE COMME ÇA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13-  YO KA DANSE KON SA DROITE – GAUCHE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14-  MONTE LE SON J’AI CAPTÉ QUE LES GARS KIFFENT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15-  LES SPOTS T’AVEUGLENT T’EN A RIEN À FAIRE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16-  TU DOIS FAIRE TON BUZZ JE CONNAIS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17-  SUR CE SON DE DESTINATION :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18-  ON TAPE DES MOON WALK À LA MICHAEL JACKSON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19-  MÊME SI TU SAIS PAS, ESSAIE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20-  ON SE TAPE DES BARRES DE RIRE ON SE PERMET L’EXCES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21-  DESTINATION… TU BOUGES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22-  ON TE LAISSE MEME PAS LE CHOIX MEC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23-  ON BOOSTE TA FÊTE ! ON SE DÉFOULE TU TE DÉFILE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24-  ON BOUGE LA FOULE LES FAINÉANTS FILENT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25-  SI TU AIMES CE SON LADY LÈVE TES MAINS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26-  SI TU AIME CE SON MC BOUGE TES PIEDS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27-  PUISSANCE RIME AVEC AISANCE J.E.S.U.S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28-  SA PRÉSENCE, MA RÉFÉRENCE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29-  L'AMBIANCE OU TOUT LE MONDE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30-  LIBERTE, FRATERNITÉ ET LA RÉVÉRENCE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31-  BOUGES TA TÊTE, DESTINATION SUR LA VERSION, ATTENTION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32-  METS TA CASQUETTE ET GROOVE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33- C'EST SIMPLE EN POSITION SUR CE SON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ON AMBIANCE, TOUT LE MONDE SUR LA PISTE DE DANSE</a:t>
            </a:r>
          </a:p>
          <a:p>
            <a:r>
              <a:rPr lang="fr-FR" smtClean="0">
                <a:latin typeface="Franklin Gothic Medium" pitchFamily="-105" charset="0"/>
              </a:rPr>
              <a:t>2-  DESTINATION ON AMBIANCE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3-  LÈVES TES BRAS EN L'AIR SI TU KIFFES ÇA 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4-  TU VOULAIS BOUGER RESTES ICI TU VAS GOUTER DESTINATION, SI SI</a:t>
            </a:r>
          </a:p>
          <a:p>
            <a:r>
              <a:rPr lang="fr-FR" smtClean="0">
                <a:latin typeface="Franklin Gothic Medium" pitchFamily="-105" charset="0"/>
              </a:rPr>
              <a:t>5-  LE SON QUE T'APPRÉCIES TOUJOURS NET ET PRÉCIS</a:t>
            </a:r>
          </a:p>
          <a:p>
            <a:r>
              <a:rPr lang="fr-FR" smtClean="0">
                <a:latin typeface="Franklin Gothic Medium" pitchFamily="-105" charset="0"/>
              </a:rPr>
              <a:t>6-  VOICI LES MC SKARO   OMC   KOSSI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7-  POUR QUE LE SON PÈTE BOUGE, BOUGE,TA TÊTE</a:t>
            </a:r>
          </a:p>
          <a:p>
            <a:r>
              <a:rPr lang="fr-FR" smtClean="0">
                <a:latin typeface="Franklin Gothic Medium" pitchFamily="-105" charset="0"/>
              </a:rPr>
              <a:t>8-  TOUS EN MODE FÊTE BOUGE, BOUGE ,TA TÊTE</a:t>
            </a:r>
          </a:p>
          <a:p>
            <a:r>
              <a:rPr lang="fr-FR" smtClean="0">
                <a:latin typeface="Franklin Gothic Medium" pitchFamily="-105" charset="0"/>
              </a:rPr>
              <a:t>9-  JEAN BASKETS BOUGE, BOUGE TA TÊTE</a:t>
            </a:r>
          </a:p>
          <a:p>
            <a:r>
              <a:rPr lang="fr-FR" smtClean="0">
                <a:latin typeface="Franklin Gothic Medium" pitchFamily="-105" charset="0"/>
              </a:rPr>
              <a:t>10-  DESTINATION BOUGE, BOUGE TA TÊTE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11-  ON SE MET TOUS DANS L’AMBIANCE ON KIFF TOUS </a:t>
            </a:r>
          </a:p>
          <a:p>
            <a:r>
              <a:rPr lang="fr-FR" smtClean="0">
                <a:latin typeface="Franklin Gothic Medium" pitchFamily="-105" charset="0"/>
              </a:rPr>
              <a:t>12-  QUAND LE SON EST CADENCE COMME ÇA</a:t>
            </a:r>
          </a:p>
          <a:p>
            <a:r>
              <a:rPr lang="fr-FR" smtClean="0">
                <a:latin typeface="Franklin Gothic Medium" pitchFamily="-105" charset="0"/>
              </a:rPr>
              <a:t>13-  YO KA DANSE KON SA DROITE – GAUCHE</a:t>
            </a:r>
          </a:p>
          <a:p>
            <a:r>
              <a:rPr lang="fr-FR" smtClean="0">
                <a:latin typeface="Franklin Gothic Medium" pitchFamily="-105" charset="0"/>
              </a:rPr>
              <a:t>14-  MONTE LE SON J’AI CAPTÉ QUE LES GARS KIFFENT ÇA !</a:t>
            </a:r>
          </a:p>
          <a:p>
            <a:r>
              <a:rPr lang="fr-FR" smtClean="0">
                <a:latin typeface="Franklin Gothic Medium" pitchFamily="-105" charset="0"/>
              </a:rPr>
              <a:t>15-  LES SPOTS T’AVEUGLENT T’EN A RIEN À FAIRE</a:t>
            </a:r>
          </a:p>
          <a:p>
            <a:r>
              <a:rPr lang="fr-FR" smtClean="0">
                <a:latin typeface="Franklin Gothic Medium" pitchFamily="-105" charset="0"/>
              </a:rPr>
              <a:t>16-  TU DOIS FAIRE TON BUZZ JE CONNAIS ÇA !</a:t>
            </a:r>
          </a:p>
          <a:p>
            <a:r>
              <a:rPr lang="fr-FR" smtClean="0">
                <a:latin typeface="Franklin Gothic Medium" pitchFamily="-105" charset="0"/>
              </a:rPr>
              <a:t>17-  SUR CE SON DE DESTINATION :</a:t>
            </a:r>
          </a:p>
          <a:p>
            <a:r>
              <a:rPr lang="fr-FR" smtClean="0">
                <a:latin typeface="Franklin Gothic Medium" pitchFamily="-105" charset="0"/>
              </a:rPr>
              <a:t>18-  ON TAPE DES MOON WALK À LA MICHAEL JACKSON !</a:t>
            </a:r>
          </a:p>
          <a:p>
            <a:r>
              <a:rPr lang="fr-FR" smtClean="0">
                <a:latin typeface="Franklin Gothic Medium" pitchFamily="-105" charset="0"/>
              </a:rPr>
              <a:t>19-  MÊME SI TU SAIS PAS, ESSAIE</a:t>
            </a:r>
          </a:p>
          <a:p>
            <a:r>
              <a:rPr lang="fr-FR" smtClean="0">
                <a:latin typeface="Franklin Gothic Medium" pitchFamily="-105" charset="0"/>
              </a:rPr>
              <a:t>20-  ON SE TAPE DES BARRES DE RIRE ON SE PERMET L’EXCES </a:t>
            </a:r>
          </a:p>
          <a:p>
            <a:r>
              <a:rPr lang="fr-FR" smtClean="0">
                <a:latin typeface="Franklin Gothic Medium" pitchFamily="-105" charset="0"/>
              </a:rPr>
              <a:t>21-  DESTINATION… TU BOUGES TA TÊTE ON TE LAISSE MEME PAS LE CHOIX MEC</a:t>
            </a:r>
          </a:p>
          <a:p>
            <a:r>
              <a:rPr lang="fr-FR" smtClean="0">
                <a:latin typeface="Franklin Gothic Medium" pitchFamily="-105" charset="0"/>
              </a:rPr>
              <a:t>22-  ON BOOSTE TA FÊTE ! ON SE DÉFOULE TU TE DÉFILE</a:t>
            </a:r>
          </a:p>
          <a:p>
            <a:r>
              <a:rPr lang="fr-FR" smtClean="0">
                <a:latin typeface="Franklin Gothic Medium" pitchFamily="-105" charset="0"/>
              </a:rPr>
              <a:t>23-  ON BOUGE LA FOULE LES FAINÉANTS FILENT</a:t>
            </a:r>
          </a:p>
          <a:p>
            <a:r>
              <a:rPr lang="fr-FR" smtClean="0">
                <a:latin typeface="Franklin Gothic Medium" pitchFamily="-105" charset="0"/>
              </a:rPr>
              <a:t>24-  SI TU AIMES CE SON LADY LÈVE TES MAINS</a:t>
            </a:r>
          </a:p>
          <a:p>
            <a:r>
              <a:rPr lang="fr-FR" smtClean="0">
                <a:latin typeface="Franklin Gothic Medium" pitchFamily="-105" charset="0"/>
              </a:rPr>
              <a:t>25-  SI TU AIME CE SON MC BOUGE TES PIEDS</a:t>
            </a:r>
          </a:p>
          <a:p>
            <a:r>
              <a:rPr lang="fr-FR" smtClean="0">
                <a:latin typeface="Franklin Gothic Medium" pitchFamily="-105" charset="0"/>
              </a:rPr>
              <a:t>26-  PUISSANCE RIME AVEC AISANCE J.E.S.U.S</a:t>
            </a:r>
          </a:p>
          <a:p>
            <a:r>
              <a:rPr lang="fr-FR" smtClean="0">
                <a:latin typeface="Franklin Gothic Medium" pitchFamily="-105" charset="0"/>
              </a:rPr>
              <a:t>27-  SA PRÉSENCE, MA RÉFÉRENCE L'AMBIANCE OU TOUT LE MONDE DANSE</a:t>
            </a:r>
          </a:p>
          <a:p>
            <a:r>
              <a:rPr lang="fr-FR" smtClean="0">
                <a:latin typeface="Franklin Gothic Medium" pitchFamily="-105" charset="0"/>
              </a:rPr>
              <a:t>28-  LIBERTE, FRATERNITÉ ET LA RÉVÉRENCE</a:t>
            </a:r>
          </a:p>
          <a:p>
            <a:r>
              <a:rPr lang="fr-FR" smtClean="0">
                <a:latin typeface="Franklin Gothic Medium" pitchFamily="-105" charset="0"/>
              </a:rPr>
              <a:t>29-  BOUGES TA TÊTE, DESTINATION SUR LA VERSION, ATTENTION</a:t>
            </a:r>
          </a:p>
          <a:p>
            <a:r>
              <a:rPr lang="fr-FR" smtClean="0">
                <a:latin typeface="Franklin Gothic Medium" pitchFamily="-105" charset="0"/>
              </a:rPr>
              <a:t>30-  METS TA CASQUETTE ET GROOVE C'EST SIMPLE EN POSITION SUR CE SON</a:t>
            </a:r>
          </a:p>
          <a:p>
            <a:endParaRPr lang="fr-FR" smtClean="0">
              <a:latin typeface="Franklin Gothic Medium" pitchFamily="-105" charset="0"/>
            </a:endParaRP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z="600" smtClean="0"/>
              <a:t>1-  ON AMBIANCE, TOUT LE MONDE SUR LA PISTE 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2-  DESTINATION ON AMBIANCE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3-  LÈVES TES BRAS EN L'AIR SI TU KIFFES ÇA 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4-  TU VOULAIS BOUGER RESTES ICI TU VAS GOUTER DESTINATION, SI SI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5-  LE SON QUE T'APPRÉCIES TOUJOURS NET ET PRÉCIS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6-  VOICI LES MC SKARO   OMC   KOSSI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7-  POUR QUE LE SON PÈTE BOUGE, BOUGE,TA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8-  TOUS EN MODE FÊTE BOUGE, BOUGE 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9-  JEAN BASKETS BOUGE, BOUGE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10-  DESTINATION BOUGE, BOUGE TA TÊTE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11-  ON SE MET TOUS DANS L’AMBIANCE ON KIFF TOUS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12-  QUAND LE SON EST CADENCE COMME ÇA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13-  YO KA DANSE KON SA DROITE – GAUCHE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14-  MONTE LE SON J’AI CAPTÉ QUE LES GARS KIFFENT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15-  LES SPOTS T’AVEUGLENT T’EN A RIEN À FAIRE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16-  TU DOIS FAIRE TON BUZZ JE CONNAIS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17-  SUR CE SON DE DESTINATION :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18-  ON TAPE DES MOON WALK À LA MICHAEL JACKSON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19-  MÊME SI TU SAIS PAS, ESSAIE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20-  ON SE TAPE DES BARRES DE RIRE ON SE PERMET L’EXCES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21-  DESTINATION… TU BOUGES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22-  ON TE LAISSE MEME PAS LE CHOIX MEC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23-  ON BOOSTE TA FÊTE ! ON SE DÉFOULE TU TE DÉFILE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24-  ON BOUGE LA FOULE LES FAINÉANTS FILENT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25-  SI TU AIMES CE SON LADY LÈVE TES MAINS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26-  SI TU AIME CE SON MC BOUGE TES PIEDS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27-  PUISSANCE RIME AVEC AISANCE J.E.S.U.S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28-  SA PRÉSENCE, MA RÉFÉRENCE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29-  L'AMBIANCE OU TOUT LE MONDE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30-  LIBERTE, FRATERNITÉ ET LA RÉVÉRENCE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31-  BOUGES TA TÊTE, DESTINATION SUR LA VERSION, ATTENTION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32-  METS TA CASQUETTE ET GROOVE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33- C'EST SIMPLE EN POSITION SUR CE SON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ON AMBIANCE, TOUT LE MONDE SUR LA PISTE DE DANSE</a:t>
            </a:r>
          </a:p>
          <a:p>
            <a:r>
              <a:rPr lang="fr-FR" smtClean="0">
                <a:latin typeface="Franklin Gothic Medium" pitchFamily="-105" charset="0"/>
              </a:rPr>
              <a:t>2-  DESTINATION ON AMBIANCE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3-  LÈVES TES BRAS EN L'AIR SI TU KIFFES ÇA 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4-  TU VOULAIS BOUGER RESTES ICI TU VAS GOUTER DESTINATION, SI SI</a:t>
            </a:r>
          </a:p>
          <a:p>
            <a:r>
              <a:rPr lang="fr-FR" smtClean="0">
                <a:latin typeface="Franklin Gothic Medium" pitchFamily="-105" charset="0"/>
              </a:rPr>
              <a:t>5-  LE SON QUE T'APPRÉCIES TOUJOURS NET ET PRÉCIS</a:t>
            </a:r>
          </a:p>
          <a:p>
            <a:r>
              <a:rPr lang="fr-FR" smtClean="0">
                <a:latin typeface="Franklin Gothic Medium" pitchFamily="-105" charset="0"/>
              </a:rPr>
              <a:t>6-  VOICI LES MC SKARO   OMC   KOSSI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7-  POUR QUE LE SON PÈTE BOUGE, BOUGE,TA TÊTE</a:t>
            </a:r>
          </a:p>
          <a:p>
            <a:r>
              <a:rPr lang="fr-FR" smtClean="0">
                <a:latin typeface="Franklin Gothic Medium" pitchFamily="-105" charset="0"/>
              </a:rPr>
              <a:t>8-  TOUS EN MODE FÊTE BOUGE, BOUGE ,TA TÊTE</a:t>
            </a:r>
          </a:p>
          <a:p>
            <a:r>
              <a:rPr lang="fr-FR" smtClean="0">
                <a:latin typeface="Franklin Gothic Medium" pitchFamily="-105" charset="0"/>
              </a:rPr>
              <a:t>9-  JEAN BASKETS BOUGE, BOUGE TA TÊTE</a:t>
            </a:r>
          </a:p>
          <a:p>
            <a:r>
              <a:rPr lang="fr-FR" smtClean="0">
                <a:latin typeface="Franklin Gothic Medium" pitchFamily="-105" charset="0"/>
              </a:rPr>
              <a:t>10-  DESTINATION BOUGE, BOUGE TA TÊTE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11-  ON SE MET TOUS DANS L’AMBIANCE ON KIFF TOUS </a:t>
            </a:r>
          </a:p>
          <a:p>
            <a:r>
              <a:rPr lang="fr-FR" smtClean="0">
                <a:latin typeface="Franklin Gothic Medium" pitchFamily="-105" charset="0"/>
              </a:rPr>
              <a:t>12-  QUAND LE SON EST CADENCE COMME ÇA</a:t>
            </a:r>
          </a:p>
          <a:p>
            <a:r>
              <a:rPr lang="fr-FR" smtClean="0">
                <a:latin typeface="Franklin Gothic Medium" pitchFamily="-105" charset="0"/>
              </a:rPr>
              <a:t>13-  YO KA DANSE KON SA DROITE – GAUCHE</a:t>
            </a:r>
          </a:p>
          <a:p>
            <a:r>
              <a:rPr lang="fr-FR" smtClean="0">
                <a:latin typeface="Franklin Gothic Medium" pitchFamily="-105" charset="0"/>
              </a:rPr>
              <a:t>14-  MONTE LE SON J’AI CAPTÉ QUE LES GARS KIFFENT ÇA !</a:t>
            </a:r>
          </a:p>
          <a:p>
            <a:r>
              <a:rPr lang="fr-FR" smtClean="0">
                <a:latin typeface="Franklin Gothic Medium" pitchFamily="-105" charset="0"/>
              </a:rPr>
              <a:t>15-  LES SPOTS T’AVEUGLENT T’EN A RIEN À FAIRE</a:t>
            </a:r>
          </a:p>
          <a:p>
            <a:r>
              <a:rPr lang="fr-FR" smtClean="0">
                <a:latin typeface="Franklin Gothic Medium" pitchFamily="-105" charset="0"/>
              </a:rPr>
              <a:t>16-  TU DOIS FAIRE TON BUZZ JE CONNAIS ÇA !</a:t>
            </a:r>
          </a:p>
          <a:p>
            <a:r>
              <a:rPr lang="fr-FR" smtClean="0">
                <a:latin typeface="Franklin Gothic Medium" pitchFamily="-105" charset="0"/>
              </a:rPr>
              <a:t>17-  SUR CE SON DE DESTINATION :</a:t>
            </a:r>
          </a:p>
          <a:p>
            <a:r>
              <a:rPr lang="fr-FR" smtClean="0">
                <a:latin typeface="Franklin Gothic Medium" pitchFamily="-105" charset="0"/>
              </a:rPr>
              <a:t>18-  ON TAPE DES MOON WALK À LA MICHAEL JACKSON !</a:t>
            </a:r>
          </a:p>
          <a:p>
            <a:r>
              <a:rPr lang="fr-FR" smtClean="0">
                <a:latin typeface="Franklin Gothic Medium" pitchFamily="-105" charset="0"/>
              </a:rPr>
              <a:t>19-  MÊME SI TU SAIS PAS, ESSAIE</a:t>
            </a:r>
          </a:p>
          <a:p>
            <a:r>
              <a:rPr lang="fr-FR" smtClean="0">
                <a:latin typeface="Franklin Gothic Medium" pitchFamily="-105" charset="0"/>
              </a:rPr>
              <a:t>20-  ON SE TAPE DES BARRES DE RIRE ON SE PERMET L’EXCES </a:t>
            </a:r>
          </a:p>
          <a:p>
            <a:r>
              <a:rPr lang="fr-FR" smtClean="0">
                <a:latin typeface="Franklin Gothic Medium" pitchFamily="-105" charset="0"/>
              </a:rPr>
              <a:t>21-  DESTINATION… TU BOUGES TA TÊTE ON TE LAISSE MEME PAS LE CHOIX MEC</a:t>
            </a:r>
          </a:p>
          <a:p>
            <a:r>
              <a:rPr lang="fr-FR" smtClean="0">
                <a:latin typeface="Franklin Gothic Medium" pitchFamily="-105" charset="0"/>
              </a:rPr>
              <a:t>22-  ON BOOSTE TA FÊTE ! ON SE DÉFOULE TU TE DÉFILE</a:t>
            </a:r>
          </a:p>
          <a:p>
            <a:r>
              <a:rPr lang="fr-FR" smtClean="0">
                <a:latin typeface="Franklin Gothic Medium" pitchFamily="-105" charset="0"/>
              </a:rPr>
              <a:t>23-  ON BOUGE LA FOULE LES FAINÉANTS FILENT</a:t>
            </a:r>
          </a:p>
          <a:p>
            <a:r>
              <a:rPr lang="fr-FR" smtClean="0">
                <a:latin typeface="Franklin Gothic Medium" pitchFamily="-105" charset="0"/>
              </a:rPr>
              <a:t>24-  SI TU AIMES CE SON LADY LÈVE TES MAINS</a:t>
            </a:r>
          </a:p>
          <a:p>
            <a:r>
              <a:rPr lang="fr-FR" smtClean="0">
                <a:latin typeface="Franklin Gothic Medium" pitchFamily="-105" charset="0"/>
              </a:rPr>
              <a:t>25-  SI TU AIME CE SON MC BOUGE TES PIEDS</a:t>
            </a:r>
          </a:p>
          <a:p>
            <a:r>
              <a:rPr lang="fr-FR" smtClean="0">
                <a:latin typeface="Franklin Gothic Medium" pitchFamily="-105" charset="0"/>
              </a:rPr>
              <a:t>26-  PUISSANCE RIME AVEC AISANCE J.E.S.U.S</a:t>
            </a:r>
          </a:p>
          <a:p>
            <a:r>
              <a:rPr lang="fr-FR" smtClean="0">
                <a:latin typeface="Franklin Gothic Medium" pitchFamily="-105" charset="0"/>
              </a:rPr>
              <a:t>27-  SA PRÉSENCE, MA RÉFÉRENCE L'AMBIANCE OU TOUT LE MONDE DANSE</a:t>
            </a:r>
          </a:p>
          <a:p>
            <a:r>
              <a:rPr lang="fr-FR" smtClean="0">
                <a:latin typeface="Franklin Gothic Medium" pitchFamily="-105" charset="0"/>
              </a:rPr>
              <a:t>28-  LIBERTE, FRATERNITÉ ET LA RÉVÉRENCE</a:t>
            </a:r>
          </a:p>
          <a:p>
            <a:r>
              <a:rPr lang="fr-FR" smtClean="0">
                <a:latin typeface="Franklin Gothic Medium" pitchFamily="-105" charset="0"/>
              </a:rPr>
              <a:t>29-  BOUGES TA TÊTE, DESTINATION SUR LA VERSION, ATTENTION</a:t>
            </a:r>
          </a:p>
          <a:p>
            <a:r>
              <a:rPr lang="fr-FR" smtClean="0">
                <a:latin typeface="Franklin Gothic Medium" pitchFamily="-105" charset="0"/>
              </a:rPr>
              <a:t>30-  METS TA CASQUETTE ET GROOVE C'EST SIMPLE EN POSITION SUR CE SON</a:t>
            </a:r>
          </a:p>
          <a:p>
            <a:endParaRPr lang="fr-FR" smtClean="0">
              <a:latin typeface="Franklin Gothic Medium" pitchFamily="-105" charset="0"/>
            </a:endParaRP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z="600" smtClean="0"/>
              <a:t>1-  ON AMBIANCE, TOUT LE MONDE SUR LA PISTE 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2-  DESTINATION ON AMBIANCE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3-  LÈVES TES BRAS EN L'AIR SI TU KIFFES ÇA 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4-  TU VOULAIS BOUGER RESTES ICI TU VAS GOUTER DESTINATION, SI SI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5-  LE SON QUE T'APPRÉCIES TOUJOURS NET ET PRÉCIS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6-  VOICI LES MC SKARO   OMC   KOSSI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7-  POUR QUE LE SON PÈTE BOUGE, BOUGE,TA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8-  TOUS EN MODE FÊTE BOUGE, BOUGE 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9-  JEAN BASKETS BOUGE, BOUGE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10-  DESTINATION BOUGE, BOUGE TA TÊTE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11-  ON SE MET TOUS DANS L’AMBIANCE ON KIFF TOUS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12-  QUAND LE SON EST CADENCE COMME ÇA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13-  YO KA DANSE KON SA DROITE – GAUCHE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14-  MONTE LE SON J’AI CAPTÉ QUE LES GARS KIFFENT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15-  LES SPOTS T’AVEUGLENT T’EN A RIEN À FAIRE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16-  TU DOIS FAIRE TON BUZZ JE CONNAIS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17-  SUR CE SON DE DESTINATION :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18-  ON TAPE DES MOON WALK À LA MICHAEL JACKSON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19-  MÊME SI TU SAIS PAS, ESSAIE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20-  ON SE TAPE DES BARRES DE RIRE ON SE PERMET L’EXCES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21-  DESTINATION… TU BOUGES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22-  ON TE LAISSE MEME PAS LE CHOIX MEC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23-  ON BOOSTE TA FÊTE ! ON SE DÉFOULE TU TE DÉFILE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24-  ON BOUGE LA FOULE LES FAINÉANTS FILENT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25-  SI TU AIMES CE SON LADY LÈVE TES MAINS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26-  SI TU AIME CE SON MC BOUGE TES PIEDS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27-  PUISSANCE RIME AVEC AISANCE J.E.S.U.S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28-  SA PRÉSENCE, MA RÉFÉRENCE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29-  L'AMBIANCE OU TOUT LE MONDE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30-  LIBERTE, FRATERNITÉ ET LA RÉVÉRENCE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31-  BOUGES TA TÊTE, DESTINATION SUR LA VERSION, ATTENTION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32-  METS TA CASQUETTE ET GROOVE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33- C'EST SIMPLE EN POSITION SUR CE SON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</p:txBody>
      </p:sp>
      <p:sp>
        <p:nvSpPr>
          <p:cNvPr id="65540" name="Espace réservé du numéro de diapositive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fr-FR" sz="1200"/>
              <a:t>1-  ON AMBIANCE, TOUT LE MONDE SUR LA PISTE DE DANSE</a:t>
            </a:r>
          </a:p>
          <a:p>
            <a:pPr algn="r"/>
            <a:r>
              <a:rPr lang="fr-FR" sz="1200"/>
              <a:t>2-  DESTINATION ON AMBIANCE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3-  LÈVES TES BRAS EN L'AIR SI TU KIFFES ÇA 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4-  TU VOULAIS BOUGER RESTES ICI TU VAS GOUTER DESTINATION, SI SI</a:t>
            </a:r>
          </a:p>
          <a:p>
            <a:pPr algn="r"/>
            <a:r>
              <a:rPr lang="fr-FR" sz="1200"/>
              <a:t>5-  LE SON QUE T'APPRÉCIES TOUJOURS NET ET PRÉCIS</a:t>
            </a:r>
          </a:p>
          <a:p>
            <a:pPr algn="r"/>
            <a:r>
              <a:rPr lang="fr-FR" sz="1200"/>
              <a:t>6-  VOICI LES MC SKARO   OMC   KOSSI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7-  POUR QUE LE SON PÈTE BOUGE, BOUGE,TA TÊTE</a:t>
            </a:r>
          </a:p>
          <a:p>
            <a:pPr algn="r"/>
            <a:r>
              <a:rPr lang="fr-FR" sz="1200"/>
              <a:t>8-  TOUS EN MODE FÊTE BOUGE, BOUGE ,TA TÊTE</a:t>
            </a:r>
          </a:p>
          <a:p>
            <a:pPr algn="r"/>
            <a:r>
              <a:rPr lang="fr-FR" sz="1200"/>
              <a:t>9-  JEAN BASKETS BOUGE, BOUGE TA TÊTE</a:t>
            </a:r>
          </a:p>
          <a:p>
            <a:pPr algn="r"/>
            <a:r>
              <a:rPr lang="fr-FR" sz="1200"/>
              <a:t>10-  DESTINATION BOUGE, BOUGE TA TÊTE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11-  ON SE MET TOUS DANS L’AMBIANCE ON KIFF TOUS </a:t>
            </a:r>
          </a:p>
          <a:p>
            <a:pPr algn="r"/>
            <a:r>
              <a:rPr lang="fr-FR" sz="1200"/>
              <a:t>12-  QUAND LE SON EST CADENCE COMME ÇA</a:t>
            </a:r>
          </a:p>
          <a:p>
            <a:pPr algn="r"/>
            <a:r>
              <a:rPr lang="fr-FR" sz="1200"/>
              <a:t>13-  YO KA DANSE KON SA DROITE – GAUCHE</a:t>
            </a:r>
          </a:p>
          <a:p>
            <a:pPr algn="r"/>
            <a:r>
              <a:rPr lang="fr-FR" sz="1200"/>
              <a:t>14-  MONTE LE SON J’AI CAPTÉ QUE LES GARS KIFFENT ÇA !</a:t>
            </a:r>
          </a:p>
          <a:p>
            <a:pPr algn="r"/>
            <a:r>
              <a:rPr lang="fr-FR" sz="1200"/>
              <a:t>15-  LES SPOTS T’AVEUGLENT T’EN A RIEN À FAIRE</a:t>
            </a:r>
          </a:p>
          <a:p>
            <a:pPr algn="r"/>
            <a:r>
              <a:rPr lang="fr-FR" sz="1200"/>
              <a:t>16-  TU DOIS FAIRE TON BUZZ JE CONNAIS ÇA !</a:t>
            </a:r>
          </a:p>
          <a:p>
            <a:pPr algn="r"/>
            <a:r>
              <a:rPr lang="fr-FR" sz="1200"/>
              <a:t>17-  SUR CE SON DE DESTINATION :</a:t>
            </a:r>
          </a:p>
          <a:p>
            <a:pPr algn="r"/>
            <a:r>
              <a:rPr lang="fr-FR" sz="1200"/>
              <a:t>18-  ON TAPE DES MOON WALK À LA MICHAEL JACKSON !</a:t>
            </a:r>
          </a:p>
          <a:p>
            <a:pPr algn="r"/>
            <a:r>
              <a:rPr lang="fr-FR" sz="1200"/>
              <a:t>19-  MÊME SI TU SAIS PAS, ESSAIE</a:t>
            </a:r>
          </a:p>
          <a:p>
            <a:pPr algn="r"/>
            <a:r>
              <a:rPr lang="fr-FR" sz="1200"/>
              <a:t>20-  ON SE TAPE DES BARRES DE RIRE ON SE PERMET L’EXCES </a:t>
            </a:r>
          </a:p>
          <a:p>
            <a:pPr algn="r"/>
            <a:r>
              <a:rPr lang="fr-FR" sz="1200"/>
              <a:t>21-  DESTINATION… TU BOUGES TA TÊTE ON TE LAISSE MEME PAS LE CHOIX MEC</a:t>
            </a:r>
          </a:p>
          <a:p>
            <a:pPr algn="r"/>
            <a:r>
              <a:rPr lang="fr-FR" sz="1200"/>
              <a:t>22-  ON BOOSTE TA FÊTE ! ON SE DÉFOULE TU TE DÉFILE</a:t>
            </a:r>
          </a:p>
          <a:p>
            <a:pPr algn="r"/>
            <a:r>
              <a:rPr lang="fr-FR" sz="1200"/>
              <a:t>23-  ON BOUGE LA FOULE LES FAINÉANTS FILENT</a:t>
            </a:r>
          </a:p>
          <a:p>
            <a:pPr algn="r"/>
            <a:r>
              <a:rPr lang="fr-FR" sz="1200"/>
              <a:t>24-  SI TU AIMES CE SON LADY LÈVE TES MAINS</a:t>
            </a:r>
          </a:p>
          <a:p>
            <a:pPr algn="r"/>
            <a:r>
              <a:rPr lang="fr-FR" sz="1200"/>
              <a:t>25-  SI TU AIME CE SON MC BOUGE TES PIEDS</a:t>
            </a:r>
          </a:p>
          <a:p>
            <a:pPr algn="r"/>
            <a:r>
              <a:rPr lang="fr-FR" sz="1200"/>
              <a:t>26-  PUISSANCE RIME AVEC AISANCE J.E.S.U.S</a:t>
            </a:r>
          </a:p>
          <a:p>
            <a:pPr algn="r"/>
            <a:r>
              <a:rPr lang="fr-FR" sz="1200"/>
              <a:t>27-  SA PRÉSENCE, MA RÉFÉRENCE L'AMBIANCE OU TOUT LE MONDE DANSE</a:t>
            </a:r>
          </a:p>
          <a:p>
            <a:pPr algn="r"/>
            <a:r>
              <a:rPr lang="fr-FR" sz="1200"/>
              <a:t>28-  LIBERTE, FRATERNITÉ ET LA RÉVÉRENCE</a:t>
            </a:r>
          </a:p>
          <a:p>
            <a:pPr algn="r"/>
            <a:r>
              <a:rPr lang="fr-FR" sz="1200"/>
              <a:t>29-  BOUGES TA TÊTE, DESTINATION SUR LA VERSION, ATTENTION</a:t>
            </a:r>
          </a:p>
          <a:p>
            <a:pPr algn="r"/>
            <a:r>
              <a:rPr lang="fr-FR" sz="1200"/>
              <a:t>30-  METS TA CASQUETTE ET GROOVE C'EST SIMPLE EN POSITION SUR CE SON</a:t>
            </a:r>
          </a:p>
          <a:p>
            <a:pPr algn="r"/>
            <a:endParaRPr lang="fr-FR" sz="1200"/>
          </a:p>
          <a:p>
            <a:pPr algn="r"/>
            <a:endParaRPr lang="fr-FR" sz="12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z="600" smtClean="0"/>
              <a:t>1-  ON AMBIANCE, TOUT LE MONDE SUR LA PISTE 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2-  DESTINATION ON AMBIANCE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3-  LÈVES TES BRAS EN L'AIR SI TU KIFFES ÇA 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4-  TU VOULAIS BOUGER RESTES ICI TU VAS GOUTER DESTINATION, SI SI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5-  LE SON QUE T'APPRÉCIES TOUJOURS NET ET PRÉCIS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6-  VOICI LES MC SKARO   OMC   KOSSI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7-  POUR QUE LE SON PÈTE BOUGE, BOUGE,TA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8-  TOUS EN MODE FÊTE BOUGE, BOUGE 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9-  JEAN BASKETS BOUGE, BOUGE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10-  DESTINATION BOUGE, BOUGE TA TÊTE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11-  ON SE MET TOUS DANS L’AMBIANCE ON KIFF TOUS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12-  QUAND LE SON EST CADENCE COMME ÇA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13-  YO KA DANSE KON SA DROITE – GAUCHE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14-  MONTE LE SON J’AI CAPTÉ QUE LES GARS KIFFENT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15-  LES SPOTS T’AVEUGLENT T’EN A RIEN À FAIRE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16-  TU DOIS FAIRE TON BUZZ JE CONNAIS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17-  SUR CE SON DE DESTINATION :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18-  ON TAPE DES MOON WALK À LA MICHAEL JACKSON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19-  MÊME SI TU SAIS PAS, ESSAIE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20-  ON SE TAPE DES BARRES DE RIRE ON SE PERMET L’EXCES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21-  DESTINATION… TU BOUGES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22-  ON TE LAISSE MEME PAS LE CHOIX MEC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23-  ON BOOSTE TA FÊTE ! ON SE DÉFOULE TU TE DÉFILE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24-  ON BOUGE LA FOULE LES FAINÉANTS FILENT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25-  SI TU AIMES CE SON LADY LÈVE TES MAINS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26-  SI TU AIME CE SON MC BOUGE TES PIEDS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27-  PUISSANCE RIME AVEC AISANCE J.E.S.U.S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28-  SA PRÉSENCE, MA RÉFÉRENCE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29-  L'AMBIANCE OU TOUT LE MONDE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30-  LIBERTE, FRATERNITÉ ET LA RÉVÉRENCE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31-  BOUGES TA TÊTE, DESTINATION SUR LA VERSION, ATTENTION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32-  METS TA CASQUETTE ET GROOVE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33- C'EST SIMPLE EN POSITION SUR CE SON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ON AMBIANCE, TOUT LE MONDE SUR LA PISTE DE DANSE</a:t>
            </a:r>
          </a:p>
          <a:p>
            <a:r>
              <a:rPr lang="fr-FR" smtClean="0">
                <a:latin typeface="Franklin Gothic Medium" pitchFamily="-105" charset="0"/>
              </a:rPr>
              <a:t>2-  DESTINATION ON AMBIANCE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3-  LÈVES TES BRAS EN L'AIR SI TU KIFFES ÇA 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4-  TU VOULAIS BOUGER RESTES ICI TU VAS GOUTER DESTINATION, SI SI</a:t>
            </a:r>
          </a:p>
          <a:p>
            <a:r>
              <a:rPr lang="fr-FR" smtClean="0">
                <a:latin typeface="Franklin Gothic Medium" pitchFamily="-105" charset="0"/>
              </a:rPr>
              <a:t>5-  LE SON QUE T'APPRÉCIES TOUJOURS NET ET PRÉCIS</a:t>
            </a:r>
          </a:p>
          <a:p>
            <a:r>
              <a:rPr lang="fr-FR" smtClean="0">
                <a:latin typeface="Franklin Gothic Medium" pitchFamily="-105" charset="0"/>
              </a:rPr>
              <a:t>6-  VOICI LES MC SKARO   OMC   KOSSI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7-  POUR QUE LE SON PÈTE BOUGE, BOUGE,TA TÊTE</a:t>
            </a:r>
          </a:p>
          <a:p>
            <a:r>
              <a:rPr lang="fr-FR" smtClean="0">
                <a:latin typeface="Franklin Gothic Medium" pitchFamily="-105" charset="0"/>
              </a:rPr>
              <a:t>8-  TOUS EN MODE FÊTE BOUGE, BOUGE ,TA TÊTE</a:t>
            </a:r>
          </a:p>
          <a:p>
            <a:r>
              <a:rPr lang="fr-FR" smtClean="0">
                <a:latin typeface="Franklin Gothic Medium" pitchFamily="-105" charset="0"/>
              </a:rPr>
              <a:t>9-  JEAN BASKETS BOUGE, BOUGE TA TÊTE</a:t>
            </a:r>
          </a:p>
          <a:p>
            <a:r>
              <a:rPr lang="fr-FR" smtClean="0">
                <a:latin typeface="Franklin Gothic Medium" pitchFamily="-105" charset="0"/>
              </a:rPr>
              <a:t>10-  DESTINATION BOUGE, BOUGE TA TÊTE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11-  ON SE MET TOUS DANS L’AMBIANCE ON KIFF TOUS </a:t>
            </a:r>
          </a:p>
          <a:p>
            <a:r>
              <a:rPr lang="fr-FR" smtClean="0">
                <a:latin typeface="Franklin Gothic Medium" pitchFamily="-105" charset="0"/>
              </a:rPr>
              <a:t>12-  QUAND LE SON EST CADENCE COMME ÇA</a:t>
            </a:r>
          </a:p>
          <a:p>
            <a:r>
              <a:rPr lang="fr-FR" smtClean="0">
                <a:latin typeface="Franklin Gothic Medium" pitchFamily="-105" charset="0"/>
              </a:rPr>
              <a:t>13-  YO KA DANSE KON SA DROITE – GAUCHE</a:t>
            </a:r>
          </a:p>
          <a:p>
            <a:r>
              <a:rPr lang="fr-FR" smtClean="0">
                <a:latin typeface="Franklin Gothic Medium" pitchFamily="-105" charset="0"/>
              </a:rPr>
              <a:t>14-  MONTE LE SON J’AI CAPTÉ QUE LES GARS KIFFENT ÇA !</a:t>
            </a:r>
          </a:p>
          <a:p>
            <a:r>
              <a:rPr lang="fr-FR" smtClean="0">
                <a:latin typeface="Franklin Gothic Medium" pitchFamily="-105" charset="0"/>
              </a:rPr>
              <a:t>15-  LES SPOTS T’AVEUGLENT T’EN A RIEN À FAIRE</a:t>
            </a:r>
          </a:p>
          <a:p>
            <a:r>
              <a:rPr lang="fr-FR" smtClean="0">
                <a:latin typeface="Franklin Gothic Medium" pitchFamily="-105" charset="0"/>
              </a:rPr>
              <a:t>16-  TU DOIS FAIRE TON BUZZ JE CONNAIS ÇA !</a:t>
            </a:r>
          </a:p>
          <a:p>
            <a:r>
              <a:rPr lang="fr-FR" smtClean="0">
                <a:latin typeface="Franklin Gothic Medium" pitchFamily="-105" charset="0"/>
              </a:rPr>
              <a:t>17-  SUR CE SON DE DESTINATION :</a:t>
            </a:r>
          </a:p>
          <a:p>
            <a:r>
              <a:rPr lang="fr-FR" smtClean="0">
                <a:latin typeface="Franklin Gothic Medium" pitchFamily="-105" charset="0"/>
              </a:rPr>
              <a:t>18-  ON TAPE DES MOON WALK À LA MICHAEL JACKSON !</a:t>
            </a:r>
          </a:p>
          <a:p>
            <a:r>
              <a:rPr lang="fr-FR" smtClean="0">
                <a:latin typeface="Franklin Gothic Medium" pitchFamily="-105" charset="0"/>
              </a:rPr>
              <a:t>19-  MÊME SI TU SAIS PAS, ESSAIE</a:t>
            </a:r>
          </a:p>
          <a:p>
            <a:r>
              <a:rPr lang="fr-FR" smtClean="0">
                <a:latin typeface="Franklin Gothic Medium" pitchFamily="-105" charset="0"/>
              </a:rPr>
              <a:t>20-  ON SE TAPE DES BARRES DE RIRE ON SE PERMET L’EXCES </a:t>
            </a:r>
          </a:p>
          <a:p>
            <a:r>
              <a:rPr lang="fr-FR" smtClean="0">
                <a:latin typeface="Franklin Gothic Medium" pitchFamily="-105" charset="0"/>
              </a:rPr>
              <a:t>21-  DESTINATION… TU BOUGES TA TÊTE ON TE LAISSE MEME PAS LE CHOIX MEC</a:t>
            </a:r>
          </a:p>
          <a:p>
            <a:r>
              <a:rPr lang="fr-FR" smtClean="0">
                <a:latin typeface="Franklin Gothic Medium" pitchFamily="-105" charset="0"/>
              </a:rPr>
              <a:t>22-  ON BOOSTE TA FÊTE ! ON SE DÉFOULE TU TE DÉFILE</a:t>
            </a:r>
          </a:p>
          <a:p>
            <a:r>
              <a:rPr lang="fr-FR" smtClean="0">
                <a:latin typeface="Franklin Gothic Medium" pitchFamily="-105" charset="0"/>
              </a:rPr>
              <a:t>23-  ON BOUGE LA FOULE LES FAINÉANTS FILENT</a:t>
            </a:r>
          </a:p>
          <a:p>
            <a:r>
              <a:rPr lang="fr-FR" smtClean="0">
                <a:latin typeface="Franklin Gothic Medium" pitchFamily="-105" charset="0"/>
              </a:rPr>
              <a:t>24-  SI TU AIMES CE SON LADY LÈVE TES MAINS</a:t>
            </a:r>
          </a:p>
          <a:p>
            <a:r>
              <a:rPr lang="fr-FR" smtClean="0">
                <a:latin typeface="Franklin Gothic Medium" pitchFamily="-105" charset="0"/>
              </a:rPr>
              <a:t>25-  SI TU AIME CE SON MC BOUGE TES PIEDS</a:t>
            </a:r>
          </a:p>
          <a:p>
            <a:r>
              <a:rPr lang="fr-FR" smtClean="0">
                <a:latin typeface="Franklin Gothic Medium" pitchFamily="-105" charset="0"/>
              </a:rPr>
              <a:t>26-  PUISSANCE RIME AVEC AISANCE J.E.S.U.S</a:t>
            </a:r>
          </a:p>
          <a:p>
            <a:r>
              <a:rPr lang="fr-FR" smtClean="0">
                <a:latin typeface="Franklin Gothic Medium" pitchFamily="-105" charset="0"/>
              </a:rPr>
              <a:t>27-  SA PRÉSENCE, MA RÉFÉRENCE L'AMBIANCE OU TOUT LE MONDE DANSE</a:t>
            </a:r>
          </a:p>
          <a:p>
            <a:r>
              <a:rPr lang="fr-FR" smtClean="0">
                <a:latin typeface="Franklin Gothic Medium" pitchFamily="-105" charset="0"/>
              </a:rPr>
              <a:t>28-  LIBERTE, FRATERNITÉ ET LA RÉVÉRENCE</a:t>
            </a:r>
          </a:p>
          <a:p>
            <a:r>
              <a:rPr lang="fr-FR" smtClean="0">
                <a:latin typeface="Franklin Gothic Medium" pitchFamily="-105" charset="0"/>
              </a:rPr>
              <a:t>29-  BOUGES TA TÊTE, DESTINATION SUR LA VERSION, ATTENTION</a:t>
            </a:r>
          </a:p>
          <a:p>
            <a:r>
              <a:rPr lang="fr-FR" smtClean="0">
                <a:latin typeface="Franklin Gothic Medium" pitchFamily="-105" charset="0"/>
              </a:rPr>
              <a:t>30-  METS TA CASQUETTE ET GROOVE C'EST SIMPLE EN POSITION SUR CE SON</a:t>
            </a:r>
          </a:p>
          <a:p>
            <a:endParaRPr lang="fr-FR" smtClean="0">
              <a:latin typeface="Franklin Gothic Medium" pitchFamily="-105" charset="0"/>
            </a:endParaRP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z="600" smtClean="0"/>
              <a:t>1-  ON AMBIANCE, TOUT LE MONDE SUR LA PISTE 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2-  DESTINATION ON AMBIANCE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3-  LÈVES TES BRAS EN L'AIR SI TU KIFFES ÇA 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4-  TU VOULAIS BOUGER RESTES ICI TU VAS GOUTER DESTINATION, SI SI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5-  LE SON QUE T'APPRÉCIES TOUJOURS NET ET PRÉCIS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6-  VOICI LES MC SKARO   OMC   KOSSI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7-  POUR QUE LE SON PÈTE BOUGE, BOUGE,TA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8-  TOUS EN MODE FÊTE BOUGE, BOUGE 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9-  JEAN BASKETS BOUGE, BOUGE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10-  DESTINATION BOUGE, BOUGE TA TÊTE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11-  ON SE MET TOUS DANS L’AMBIANCE ON KIFF TOUS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12-  QUAND LE SON EST CADENCE COMME ÇA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13-  YO KA DANSE KON SA DROITE – GAUCHE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14-  MONTE LE SON J’AI CAPTÉ QUE LES GARS KIFFENT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15-  LES SPOTS T’AVEUGLENT T’EN A RIEN À FAIRE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16-  TU DOIS FAIRE TON BUZZ JE CONNAIS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17-  SUR CE SON DE DESTINATION :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18-  ON TAPE DES MOON WALK À LA MICHAEL JACKSON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19-  MÊME SI TU SAIS PAS, ESSAIE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20-  ON SE TAPE DES BARRES DE RIRE ON SE PERMET L’EXCES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21-  DESTINATION… TU BOUGES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22-  ON TE LAISSE MEME PAS LE CHOIX MEC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23-  ON BOOSTE TA FÊTE ! ON SE DÉFOULE TU TE DÉFILE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24-  ON BOUGE LA FOULE LES FAINÉANTS FILENT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25-  SI TU AIMES CE SON LADY LÈVE TES MAINS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26-  SI TU AIME CE SON MC BOUGE TES PIEDS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27-  PUISSANCE RIME AVEC AISANCE J.E.S.U.S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28-  SA PRÉSENCE, MA RÉFÉRENCE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29-  L'AMBIANCE OU TOUT LE MONDE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30-  LIBERTE, FRATERNITÉ ET LA RÉVÉRENCE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31-  BOUGES TA TÊTE, DESTINATION SUR LA VERSION, ATTENTION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32-  METS TA CASQUETTE ET GROOVE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33- C'EST SIMPLE EN POSITION SUR CE SON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ON AMBIANCE, TOUT LE MONDE SUR LA PISTE DE DANSE</a:t>
            </a:r>
          </a:p>
          <a:p>
            <a:r>
              <a:rPr lang="fr-FR" smtClean="0">
                <a:latin typeface="Franklin Gothic Medium" pitchFamily="-105" charset="0"/>
              </a:rPr>
              <a:t>2-  DESTINATION ON AMBIANCE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3-  LÈVES TES BRAS EN L'AIR SI TU KIFFES ÇA 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4-  TU VOULAIS BOUGER RESTES ICI TU VAS GOUTER DESTINATION, SI SI</a:t>
            </a:r>
          </a:p>
          <a:p>
            <a:r>
              <a:rPr lang="fr-FR" smtClean="0">
                <a:latin typeface="Franklin Gothic Medium" pitchFamily="-105" charset="0"/>
              </a:rPr>
              <a:t>5-  LE SON QUE T'APPRÉCIES TOUJOURS NET ET PRÉCIS</a:t>
            </a:r>
          </a:p>
          <a:p>
            <a:r>
              <a:rPr lang="fr-FR" smtClean="0">
                <a:latin typeface="Franklin Gothic Medium" pitchFamily="-105" charset="0"/>
              </a:rPr>
              <a:t>6-  VOICI LES MC SKARO   OMC   KOSSI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7-  POUR QUE LE SON PÈTE BOUGE, BOUGE,TA TÊTE</a:t>
            </a:r>
          </a:p>
          <a:p>
            <a:r>
              <a:rPr lang="fr-FR" smtClean="0">
                <a:latin typeface="Franklin Gothic Medium" pitchFamily="-105" charset="0"/>
              </a:rPr>
              <a:t>8-  TOUS EN MODE FÊTE BOUGE, BOUGE ,TA TÊTE</a:t>
            </a:r>
          </a:p>
          <a:p>
            <a:r>
              <a:rPr lang="fr-FR" smtClean="0">
                <a:latin typeface="Franklin Gothic Medium" pitchFamily="-105" charset="0"/>
              </a:rPr>
              <a:t>9-  JEAN BASKETS BOUGE, BOUGE TA TÊTE</a:t>
            </a:r>
          </a:p>
          <a:p>
            <a:r>
              <a:rPr lang="fr-FR" smtClean="0">
                <a:latin typeface="Franklin Gothic Medium" pitchFamily="-105" charset="0"/>
              </a:rPr>
              <a:t>10-  DESTINATION BOUGE, BOUGE TA TÊTE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11-  ON SE MET TOUS DANS L’AMBIANCE ON KIFF TOUS </a:t>
            </a:r>
          </a:p>
          <a:p>
            <a:r>
              <a:rPr lang="fr-FR" smtClean="0">
                <a:latin typeface="Franklin Gothic Medium" pitchFamily="-105" charset="0"/>
              </a:rPr>
              <a:t>12-  QUAND LE SON EST CADENCE COMME ÇA</a:t>
            </a:r>
          </a:p>
          <a:p>
            <a:r>
              <a:rPr lang="fr-FR" smtClean="0">
                <a:latin typeface="Franklin Gothic Medium" pitchFamily="-105" charset="0"/>
              </a:rPr>
              <a:t>13-  YO KA DANSE KON SA DROITE – GAUCHE</a:t>
            </a:r>
          </a:p>
          <a:p>
            <a:r>
              <a:rPr lang="fr-FR" smtClean="0">
                <a:latin typeface="Franklin Gothic Medium" pitchFamily="-105" charset="0"/>
              </a:rPr>
              <a:t>14-  MONTE LE SON J’AI CAPTÉ QUE LES GARS KIFFENT ÇA !</a:t>
            </a:r>
          </a:p>
          <a:p>
            <a:r>
              <a:rPr lang="fr-FR" smtClean="0">
                <a:latin typeface="Franklin Gothic Medium" pitchFamily="-105" charset="0"/>
              </a:rPr>
              <a:t>15-  LES SPOTS T’AVEUGLENT T’EN A RIEN À FAIRE</a:t>
            </a:r>
          </a:p>
          <a:p>
            <a:r>
              <a:rPr lang="fr-FR" smtClean="0">
                <a:latin typeface="Franklin Gothic Medium" pitchFamily="-105" charset="0"/>
              </a:rPr>
              <a:t>16-  TU DOIS FAIRE TON BUZZ JE CONNAIS ÇA !</a:t>
            </a:r>
          </a:p>
          <a:p>
            <a:r>
              <a:rPr lang="fr-FR" smtClean="0">
                <a:latin typeface="Franklin Gothic Medium" pitchFamily="-105" charset="0"/>
              </a:rPr>
              <a:t>17-  SUR CE SON DE DESTINATION :</a:t>
            </a:r>
          </a:p>
          <a:p>
            <a:r>
              <a:rPr lang="fr-FR" smtClean="0">
                <a:latin typeface="Franklin Gothic Medium" pitchFamily="-105" charset="0"/>
              </a:rPr>
              <a:t>18-  ON TAPE DES MOON WALK À LA MICHAEL JACKSON !</a:t>
            </a:r>
          </a:p>
          <a:p>
            <a:r>
              <a:rPr lang="fr-FR" smtClean="0">
                <a:latin typeface="Franklin Gothic Medium" pitchFamily="-105" charset="0"/>
              </a:rPr>
              <a:t>19-  MÊME SI TU SAIS PAS, ESSAIE</a:t>
            </a:r>
          </a:p>
          <a:p>
            <a:r>
              <a:rPr lang="fr-FR" smtClean="0">
                <a:latin typeface="Franklin Gothic Medium" pitchFamily="-105" charset="0"/>
              </a:rPr>
              <a:t>20-  ON SE TAPE DES BARRES DE RIRE ON SE PERMET L’EXCES </a:t>
            </a:r>
          </a:p>
          <a:p>
            <a:r>
              <a:rPr lang="fr-FR" smtClean="0">
                <a:latin typeface="Franklin Gothic Medium" pitchFamily="-105" charset="0"/>
              </a:rPr>
              <a:t>21-  DESTINATION… TU BOUGES TA TÊTE ON TE LAISSE MEME PAS LE CHOIX MEC</a:t>
            </a:r>
          </a:p>
          <a:p>
            <a:r>
              <a:rPr lang="fr-FR" smtClean="0">
                <a:latin typeface="Franklin Gothic Medium" pitchFamily="-105" charset="0"/>
              </a:rPr>
              <a:t>22-  ON BOOSTE TA FÊTE ! ON SE DÉFOULE TU TE DÉFILE</a:t>
            </a:r>
          </a:p>
          <a:p>
            <a:r>
              <a:rPr lang="fr-FR" smtClean="0">
                <a:latin typeface="Franklin Gothic Medium" pitchFamily="-105" charset="0"/>
              </a:rPr>
              <a:t>23-  ON BOUGE LA FOULE LES FAINÉANTS FILENT</a:t>
            </a:r>
          </a:p>
          <a:p>
            <a:r>
              <a:rPr lang="fr-FR" smtClean="0">
                <a:latin typeface="Franklin Gothic Medium" pitchFamily="-105" charset="0"/>
              </a:rPr>
              <a:t>24-  SI TU AIMES CE SON LADY LÈVE TES MAINS</a:t>
            </a:r>
          </a:p>
          <a:p>
            <a:r>
              <a:rPr lang="fr-FR" smtClean="0">
                <a:latin typeface="Franklin Gothic Medium" pitchFamily="-105" charset="0"/>
              </a:rPr>
              <a:t>25-  SI TU AIME CE SON MC BOUGE TES PIEDS</a:t>
            </a:r>
          </a:p>
          <a:p>
            <a:r>
              <a:rPr lang="fr-FR" smtClean="0">
                <a:latin typeface="Franklin Gothic Medium" pitchFamily="-105" charset="0"/>
              </a:rPr>
              <a:t>26-  PUISSANCE RIME AVEC AISANCE J.E.S.U.S</a:t>
            </a:r>
          </a:p>
          <a:p>
            <a:r>
              <a:rPr lang="fr-FR" smtClean="0">
                <a:latin typeface="Franklin Gothic Medium" pitchFamily="-105" charset="0"/>
              </a:rPr>
              <a:t>27-  SA PRÉSENCE, MA RÉFÉRENCE L'AMBIANCE OU TOUT LE MONDE DANSE</a:t>
            </a:r>
          </a:p>
          <a:p>
            <a:r>
              <a:rPr lang="fr-FR" smtClean="0">
                <a:latin typeface="Franklin Gothic Medium" pitchFamily="-105" charset="0"/>
              </a:rPr>
              <a:t>28-  LIBERTE, FRATERNITÉ ET LA RÉVÉRENCE</a:t>
            </a:r>
          </a:p>
          <a:p>
            <a:r>
              <a:rPr lang="fr-FR" smtClean="0">
                <a:latin typeface="Franklin Gothic Medium" pitchFamily="-105" charset="0"/>
              </a:rPr>
              <a:t>29-  BOUGES TA TÊTE, DESTINATION SUR LA VERSION, ATTENTION</a:t>
            </a:r>
          </a:p>
          <a:p>
            <a:r>
              <a:rPr lang="fr-FR" smtClean="0">
                <a:latin typeface="Franklin Gothic Medium" pitchFamily="-105" charset="0"/>
              </a:rPr>
              <a:t>30-  METS TA CASQUETTE ET GROOVE C'EST SIMPLE EN POSITION SUR CE SON</a:t>
            </a:r>
          </a:p>
          <a:p>
            <a:endParaRPr lang="fr-FR" smtClean="0">
              <a:latin typeface="Franklin Gothic Medium" pitchFamily="-105" charset="0"/>
            </a:endParaRP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z="600" smtClean="0"/>
              <a:t>1-  ON AMBIANCE, TOUT LE MONDE SUR LA PISTE 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2-  DESTINATION ON AMBIANCE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3-  LÈVES TES BRAS EN L'AIR SI TU KIFFES ÇA 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4-  TU VOULAIS BOUGER RESTES ICI TU VAS GOUTER DESTINATION, SI SI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5-  LE SON QUE T'APPRÉCIES TOUJOURS NET ET PRÉCIS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6-  VOICI LES MC SKARO   OMC   KOSSI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7-  POUR QUE LE SON PÈTE BOUGE, BOUGE,TA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8-  TOUS EN MODE FÊTE BOUGE, BOUGE 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9-  JEAN BASKETS BOUGE, BOUGE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10-  DESTINATION BOUGE, BOUGE TA TÊTE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11-  ON SE MET TOUS DANS L’AMBIANCE ON KIFF TOUS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12-  QUAND LE SON EST CADENCE COMME ÇA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13-  YO KA DANSE KON SA DROITE – GAUCHE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14-  MONTE LE SON J’AI CAPTÉ QUE LES GARS KIFFENT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15-  LES SPOTS T’AVEUGLENT T’EN A RIEN À FAIRE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16-  TU DOIS FAIRE TON BUZZ JE CONNAIS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17-  SUR CE SON DE DESTINATION :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18-  ON TAPE DES MOON WALK À LA MICHAEL JACKSON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19-  MÊME SI TU SAIS PAS, ESSAIE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20-  ON SE TAPE DES BARRES DE RIRE ON SE PERMET L’EXCES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21-  DESTINATION… TU BOUGES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22-  ON TE LAISSE MEME PAS LE CHOIX MEC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23-  ON BOOSTE TA FÊTE ! ON SE DÉFOULE TU TE DÉFILE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24-  ON BOUGE LA FOULE LES FAINÉANTS FILENT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25-  SI TU AIMES CE SON LADY LÈVE TES MAINS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26-  SI TU AIME CE SON MC BOUGE TES PIEDS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27-  PUISSANCE RIME AVEC AISANCE J.E.S.U.S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28-  SA PRÉSENCE, MA RÉFÉRENCE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29-  L'AMBIANCE OU TOUT LE MONDE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30-  LIBERTE, FRATERNITÉ ET LA RÉVÉRENCE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31-  BOUGES TA TÊTE, DESTINATION SUR LA VERSION, ATTENTION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32-  METS TA CASQUETTE ET GROOVE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33- C'EST SIMPLE EN POSITION SUR CE SON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Franklin Gothic Medium" pitchFamily="-105" charset="0"/>
              </a:rPr>
              <a:t>1-  ON AMBIANCE, TOUT LE MONDE SUR LA PISTE DE DANSE</a:t>
            </a:r>
          </a:p>
          <a:p>
            <a:r>
              <a:rPr lang="fr-FR" smtClean="0">
                <a:latin typeface="Franklin Gothic Medium" pitchFamily="-105" charset="0"/>
              </a:rPr>
              <a:t>2-  DESTINATION ON AMBIANCE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3-  LÈVES TES BRAS EN L'AIR SI TU KIFFES ÇA 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4-  TU VOULAIS BOUGER RESTES ICI TU VAS GOUTER DESTINATION, SI SI</a:t>
            </a:r>
          </a:p>
          <a:p>
            <a:r>
              <a:rPr lang="fr-FR" smtClean="0">
                <a:latin typeface="Franklin Gothic Medium" pitchFamily="-105" charset="0"/>
              </a:rPr>
              <a:t>5-  LE SON QUE T'APPRÉCIES TOUJOURS NET ET PRÉCIS</a:t>
            </a:r>
          </a:p>
          <a:p>
            <a:r>
              <a:rPr lang="fr-FR" smtClean="0">
                <a:latin typeface="Franklin Gothic Medium" pitchFamily="-105" charset="0"/>
              </a:rPr>
              <a:t>6-  VOICI LES MC SKARO   OMC   KOSSI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7-  POUR QUE LE SON PÈTE BOUGE, BOUGE,TA TÊTE</a:t>
            </a:r>
          </a:p>
          <a:p>
            <a:r>
              <a:rPr lang="fr-FR" smtClean="0">
                <a:latin typeface="Franklin Gothic Medium" pitchFamily="-105" charset="0"/>
              </a:rPr>
              <a:t>8-  TOUS EN MODE FÊTE BOUGE, BOUGE ,TA TÊTE</a:t>
            </a:r>
          </a:p>
          <a:p>
            <a:r>
              <a:rPr lang="fr-FR" smtClean="0">
                <a:latin typeface="Franklin Gothic Medium" pitchFamily="-105" charset="0"/>
              </a:rPr>
              <a:t>9-  JEAN BASKETS BOUGE, BOUGE TA TÊTE</a:t>
            </a:r>
          </a:p>
          <a:p>
            <a:r>
              <a:rPr lang="fr-FR" smtClean="0">
                <a:latin typeface="Franklin Gothic Medium" pitchFamily="-105" charset="0"/>
              </a:rPr>
              <a:t>10-  DESTINATION BOUGE, BOUGE TA TÊTE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11-  ON SE MET TOUS DANS L’AMBIANCE ON KIFF TOUS </a:t>
            </a:r>
          </a:p>
          <a:p>
            <a:r>
              <a:rPr lang="fr-FR" smtClean="0">
                <a:latin typeface="Franklin Gothic Medium" pitchFamily="-105" charset="0"/>
              </a:rPr>
              <a:t>12-  QUAND LE SON EST CADENCE COMME ÇA</a:t>
            </a:r>
          </a:p>
          <a:p>
            <a:r>
              <a:rPr lang="fr-FR" smtClean="0">
                <a:latin typeface="Franklin Gothic Medium" pitchFamily="-105" charset="0"/>
              </a:rPr>
              <a:t>13-  YO KA DANSE KON SA DROITE – GAUCHE</a:t>
            </a:r>
          </a:p>
          <a:p>
            <a:r>
              <a:rPr lang="fr-FR" smtClean="0">
                <a:latin typeface="Franklin Gothic Medium" pitchFamily="-105" charset="0"/>
              </a:rPr>
              <a:t>14-  MONTE LE SON J’AI CAPTÉ QUE LES GARS KIFFENT ÇA !</a:t>
            </a:r>
          </a:p>
          <a:p>
            <a:r>
              <a:rPr lang="fr-FR" smtClean="0">
                <a:latin typeface="Franklin Gothic Medium" pitchFamily="-105" charset="0"/>
              </a:rPr>
              <a:t>15-  LES SPOTS T’AVEUGLENT T’EN A RIEN À FAIRE</a:t>
            </a:r>
          </a:p>
          <a:p>
            <a:r>
              <a:rPr lang="fr-FR" smtClean="0">
                <a:latin typeface="Franklin Gothic Medium" pitchFamily="-105" charset="0"/>
              </a:rPr>
              <a:t>16-  TU DOIS FAIRE TON BUZZ JE CONNAIS ÇA !</a:t>
            </a:r>
          </a:p>
          <a:p>
            <a:r>
              <a:rPr lang="fr-FR" smtClean="0">
                <a:latin typeface="Franklin Gothic Medium" pitchFamily="-105" charset="0"/>
              </a:rPr>
              <a:t>17-  SUR CE SON DE DESTINATION :</a:t>
            </a:r>
          </a:p>
          <a:p>
            <a:r>
              <a:rPr lang="fr-FR" smtClean="0">
                <a:latin typeface="Franklin Gothic Medium" pitchFamily="-105" charset="0"/>
              </a:rPr>
              <a:t>18-  ON TAPE DES MOON WALK À LA MICHAEL JACKSON !</a:t>
            </a:r>
          </a:p>
          <a:p>
            <a:r>
              <a:rPr lang="fr-FR" smtClean="0">
                <a:latin typeface="Franklin Gothic Medium" pitchFamily="-105" charset="0"/>
              </a:rPr>
              <a:t>19-  MÊME SI TU SAIS PAS, ESSAIE</a:t>
            </a:r>
          </a:p>
          <a:p>
            <a:r>
              <a:rPr lang="fr-FR" smtClean="0">
                <a:latin typeface="Franklin Gothic Medium" pitchFamily="-105" charset="0"/>
              </a:rPr>
              <a:t>20-  ON SE TAPE DES BARRES DE RIRE ON SE PERMET L’EXCES </a:t>
            </a:r>
          </a:p>
          <a:p>
            <a:r>
              <a:rPr lang="fr-FR" smtClean="0">
                <a:latin typeface="Franklin Gothic Medium" pitchFamily="-105" charset="0"/>
              </a:rPr>
              <a:t>21-  DESTINATION… TU BOUGES TA TÊTE ON TE LAISSE MEME PAS LE CHOIX MEC</a:t>
            </a:r>
          </a:p>
          <a:p>
            <a:r>
              <a:rPr lang="fr-FR" smtClean="0">
                <a:latin typeface="Franklin Gothic Medium" pitchFamily="-105" charset="0"/>
              </a:rPr>
              <a:t>22-  ON BOOSTE TA FÊTE ! ON SE DÉFOULE TU TE DÉFILE</a:t>
            </a:r>
          </a:p>
          <a:p>
            <a:r>
              <a:rPr lang="fr-FR" smtClean="0">
                <a:latin typeface="Franklin Gothic Medium" pitchFamily="-105" charset="0"/>
              </a:rPr>
              <a:t>23-  ON BOUGE LA FOULE LES FAINÉANTS FILENT</a:t>
            </a:r>
          </a:p>
          <a:p>
            <a:r>
              <a:rPr lang="fr-FR" smtClean="0">
                <a:latin typeface="Franklin Gothic Medium" pitchFamily="-105" charset="0"/>
              </a:rPr>
              <a:t>24-  SI TU AIMES CE SON LADY LÈVE TES MAINS</a:t>
            </a:r>
          </a:p>
          <a:p>
            <a:r>
              <a:rPr lang="fr-FR" smtClean="0">
                <a:latin typeface="Franklin Gothic Medium" pitchFamily="-105" charset="0"/>
              </a:rPr>
              <a:t>25-  SI TU AIME CE SON MC BOUGE TES PIEDS</a:t>
            </a:r>
          </a:p>
          <a:p>
            <a:r>
              <a:rPr lang="fr-FR" smtClean="0">
                <a:latin typeface="Franklin Gothic Medium" pitchFamily="-105" charset="0"/>
              </a:rPr>
              <a:t>26-  PUISSANCE RIME AVEC AISANCE J.E.S.U.S</a:t>
            </a:r>
          </a:p>
          <a:p>
            <a:r>
              <a:rPr lang="fr-FR" smtClean="0">
                <a:latin typeface="Franklin Gothic Medium" pitchFamily="-105" charset="0"/>
              </a:rPr>
              <a:t>27-  SA PRÉSENCE, MA RÉFÉRENCE L'AMBIANCE OU TOUT LE MONDE DANSE</a:t>
            </a:r>
          </a:p>
          <a:p>
            <a:r>
              <a:rPr lang="fr-FR" smtClean="0">
                <a:latin typeface="Franklin Gothic Medium" pitchFamily="-105" charset="0"/>
              </a:rPr>
              <a:t>28-  LIBERTE, FRATERNITÉ ET LA RÉVÉRENCE</a:t>
            </a:r>
          </a:p>
          <a:p>
            <a:r>
              <a:rPr lang="fr-FR" smtClean="0">
                <a:latin typeface="Franklin Gothic Medium" pitchFamily="-105" charset="0"/>
              </a:rPr>
              <a:t>29-  BOUGES TA TÊTE, DESTINATION SUR LA VERSION, ATTENTION</a:t>
            </a:r>
          </a:p>
          <a:p>
            <a:r>
              <a:rPr lang="fr-FR" smtClean="0">
                <a:latin typeface="Franklin Gothic Medium" pitchFamily="-105" charset="0"/>
              </a:rPr>
              <a:t>30-  METS TA CASQUETTE ET GROOVE C'EST SIMPLE EN POSITION SUR CE SON</a:t>
            </a:r>
          </a:p>
          <a:p>
            <a:endParaRPr lang="fr-FR" smtClean="0">
              <a:latin typeface="Franklin Gothic Medium" pitchFamily="-105" charset="0"/>
            </a:endParaRP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z="600" smtClean="0"/>
              <a:t>1-  ON AMBIANCE, TOUT LE MONDE SUR LA PISTE 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2-  DESTINATION ON AMBIANCE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3-  LÈVES TES BRAS EN L'AIR SI TU KIFFES ÇA 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4-  TU VOULAIS BOUGER RESTES ICI TU VAS GOUTER DESTINATION, SI SI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5-  LE SON QUE T'APPRÉCIES TOUJOURS NET ET PRÉCIS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6-  VOICI LES MC SKARO   OMC   KOSSI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7-  POUR QUE LE SON PÈTE BOUGE, BOUGE,TA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8-  TOUS EN MODE FÊTE BOUGE, BOUGE ,TA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9-  JEAN BASKETS BOUGE, BOUGE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10-  DESTINATION BOUGE, BOUGE TA TÊTE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11-  ON SE MET TOUS DANS L’AMBIANCE ON KIFF TOUS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12-  QUAND LE SON EST CADENCE COMME ÇA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13-  YO KA DANSE KON SA DROITE – GAUCHE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14-  MONTE LE SON J’AI CAPTÉ QUE LES GARS KIFFENT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15-  LES SPOTS T’AVEUGLENT T’EN A RIEN À FAIRE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16-  TU DOIS FAIRE TON BUZZ JE CONNAIS ÇA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17-  SUR CE SON DE DESTINATION :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18-  ON TAPE DES MOON WALK À LA MICHAEL JACKSON !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19-  MÊME SI TU SAIS PAS, ESSAIE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20-  ON SE TAPE DES BARRES DE RIRE ON SE PERMET L’EXCES 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21-  DESTINATION… TU BOUGES TA TÊTE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22-  ON TE LAISSE MEME PAS LE CHOIX MEC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23-  ON BOOSTE TA FÊTE ! ON SE DÉFOULE TU TE DÉFILE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24-  ON BOUGE LA FOULE LES FAINÉANTS FILENT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25-  SI TU AIMES CE SON LADY LÈVE TES MAINS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26-  SI TU AIME CE SON MC BOUGE TES PIEDS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27-  PUISSANCE RIME AVEC AISANCE J.E.S.U.S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28-  SA PRÉSENCE, MA RÉFÉRENCE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29-  L'AMBIANCE OU TOUT LE MONDE DANSE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30-  LIBERTE, FRATERNITÉ ET LA RÉVÉRENCE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31-  BOUGES TA TÊTE, DESTINATION SUR LA VERSION, ATTENTION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32-  METS TA CASQUETTE ET GROOVE</a:t>
            </a:r>
          </a:p>
          <a:p>
            <a:pPr eaLnBrk="1" hangingPunct="1">
              <a:spcBef>
                <a:spcPct val="0"/>
              </a:spcBef>
            </a:pPr>
            <a:r>
              <a:rPr lang="fr-FR" sz="600" smtClean="0"/>
              <a:t>33- C'EST SIMPLE EN POSITION SUR CE SON</a:t>
            </a:r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  <a:p>
            <a:pPr eaLnBrk="1" hangingPunct="1">
              <a:spcBef>
                <a:spcPct val="0"/>
              </a:spcBef>
            </a:pPr>
            <a:endParaRPr lang="fr-FR" sz="600" smtClean="0"/>
          </a:p>
        </p:txBody>
      </p:sp>
      <p:sp>
        <p:nvSpPr>
          <p:cNvPr id="69636" name="Espace réservé du numéro de diapositive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fr-FR" sz="1200"/>
              <a:t>1-  ON AMBIANCE, TOUT LE MONDE SUR LA PISTE DE DANSE</a:t>
            </a:r>
          </a:p>
          <a:p>
            <a:pPr algn="r"/>
            <a:r>
              <a:rPr lang="fr-FR" sz="1200"/>
              <a:t>2-  DESTINATION ON AMBIANCE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3-  LÈVES TES BRAS EN L'AIR SI TU KIFFES ÇA 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4-  TU VOULAIS BOUGER RESTES ICI TU VAS GOUTER DESTINATION, SI SI</a:t>
            </a:r>
          </a:p>
          <a:p>
            <a:pPr algn="r"/>
            <a:r>
              <a:rPr lang="fr-FR" sz="1200"/>
              <a:t>5-  LE SON QUE T'APPRÉCIES TOUJOURS NET ET PRÉCIS</a:t>
            </a:r>
          </a:p>
          <a:p>
            <a:pPr algn="r"/>
            <a:r>
              <a:rPr lang="fr-FR" sz="1200"/>
              <a:t>6-  VOICI LES MC SKARO   OMC   KOSSI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7-  POUR QUE LE SON PÈTE BOUGE, BOUGE,TA TÊTE</a:t>
            </a:r>
          </a:p>
          <a:p>
            <a:pPr algn="r"/>
            <a:r>
              <a:rPr lang="fr-FR" sz="1200"/>
              <a:t>8-  TOUS EN MODE FÊTE BOUGE, BOUGE ,TA TÊTE</a:t>
            </a:r>
          </a:p>
          <a:p>
            <a:pPr algn="r"/>
            <a:r>
              <a:rPr lang="fr-FR" sz="1200"/>
              <a:t>9-  JEAN BASKETS BOUGE, BOUGE TA TÊTE</a:t>
            </a:r>
          </a:p>
          <a:p>
            <a:pPr algn="r"/>
            <a:r>
              <a:rPr lang="fr-FR" sz="1200"/>
              <a:t>10-  DESTINATION BOUGE, BOUGE TA TÊTE</a:t>
            </a:r>
          </a:p>
          <a:p>
            <a:pPr algn="r"/>
            <a:endParaRPr lang="fr-FR" sz="1200"/>
          </a:p>
          <a:p>
            <a:pPr algn="r"/>
            <a:r>
              <a:rPr lang="fr-FR" sz="1200"/>
              <a:t>11-  ON SE MET TOUS DANS L’AMBIANCE ON KIFF TOUS </a:t>
            </a:r>
          </a:p>
          <a:p>
            <a:pPr algn="r"/>
            <a:r>
              <a:rPr lang="fr-FR" sz="1200"/>
              <a:t>12-  QUAND LE SON EST CADENCE COMME ÇA</a:t>
            </a:r>
          </a:p>
          <a:p>
            <a:pPr algn="r"/>
            <a:r>
              <a:rPr lang="fr-FR" sz="1200"/>
              <a:t>13-  YO KA DANSE KON SA DROITE – GAUCHE</a:t>
            </a:r>
          </a:p>
          <a:p>
            <a:pPr algn="r"/>
            <a:r>
              <a:rPr lang="fr-FR" sz="1200"/>
              <a:t>14-  MONTE LE SON J’AI CAPTÉ QUE LES GARS KIFFENT ÇA !</a:t>
            </a:r>
          </a:p>
          <a:p>
            <a:pPr algn="r"/>
            <a:r>
              <a:rPr lang="fr-FR" sz="1200"/>
              <a:t>15-  LES SPOTS T’AVEUGLENT T’EN A RIEN À FAIRE</a:t>
            </a:r>
          </a:p>
          <a:p>
            <a:pPr algn="r"/>
            <a:r>
              <a:rPr lang="fr-FR" sz="1200"/>
              <a:t>16-  TU DOIS FAIRE TON BUZZ JE CONNAIS ÇA !</a:t>
            </a:r>
          </a:p>
          <a:p>
            <a:pPr algn="r"/>
            <a:r>
              <a:rPr lang="fr-FR" sz="1200"/>
              <a:t>17-  SUR CE SON DE DESTINATION :</a:t>
            </a:r>
          </a:p>
          <a:p>
            <a:pPr algn="r"/>
            <a:r>
              <a:rPr lang="fr-FR" sz="1200"/>
              <a:t>18-  ON TAPE DES MOON WALK À LA MICHAEL JACKSON !</a:t>
            </a:r>
          </a:p>
          <a:p>
            <a:pPr algn="r"/>
            <a:r>
              <a:rPr lang="fr-FR" sz="1200"/>
              <a:t>19-  MÊME SI TU SAIS PAS, ESSAIE</a:t>
            </a:r>
          </a:p>
          <a:p>
            <a:pPr algn="r"/>
            <a:r>
              <a:rPr lang="fr-FR" sz="1200"/>
              <a:t>20-  ON SE TAPE DES BARRES DE RIRE ON SE PERMET L’EXCES </a:t>
            </a:r>
          </a:p>
          <a:p>
            <a:pPr algn="r"/>
            <a:r>
              <a:rPr lang="fr-FR" sz="1200"/>
              <a:t>21-  DESTINATION… TU BOUGES TA TÊTE ON TE LAISSE MEME PAS LE CHOIX MEC</a:t>
            </a:r>
          </a:p>
          <a:p>
            <a:pPr algn="r"/>
            <a:r>
              <a:rPr lang="fr-FR" sz="1200"/>
              <a:t>22-  ON BOOSTE TA FÊTE ! ON SE DÉFOULE TU TE DÉFILE</a:t>
            </a:r>
          </a:p>
          <a:p>
            <a:pPr algn="r"/>
            <a:r>
              <a:rPr lang="fr-FR" sz="1200"/>
              <a:t>23-  ON BOUGE LA FOULE LES FAINÉANTS FILENT</a:t>
            </a:r>
          </a:p>
          <a:p>
            <a:pPr algn="r"/>
            <a:r>
              <a:rPr lang="fr-FR" sz="1200"/>
              <a:t>24-  SI TU AIMES CE SON LADY LÈVE TES MAINS</a:t>
            </a:r>
          </a:p>
          <a:p>
            <a:pPr algn="r"/>
            <a:r>
              <a:rPr lang="fr-FR" sz="1200"/>
              <a:t>25-  SI TU AIME CE SON MC BOUGE TES PIEDS</a:t>
            </a:r>
          </a:p>
          <a:p>
            <a:pPr algn="r"/>
            <a:r>
              <a:rPr lang="fr-FR" sz="1200"/>
              <a:t>26-  PUISSANCE RIME AVEC AISANCE J.E.S.U.S</a:t>
            </a:r>
          </a:p>
          <a:p>
            <a:pPr algn="r"/>
            <a:r>
              <a:rPr lang="fr-FR" sz="1200"/>
              <a:t>27-  SA PRÉSENCE, MA RÉFÉRENCE L'AMBIANCE OU TOUT LE MONDE DANSE</a:t>
            </a:r>
          </a:p>
          <a:p>
            <a:pPr algn="r"/>
            <a:r>
              <a:rPr lang="fr-FR" sz="1200"/>
              <a:t>28-  LIBERTE, FRATERNITÉ ET LA RÉVÉRENCE</a:t>
            </a:r>
          </a:p>
          <a:p>
            <a:pPr algn="r"/>
            <a:r>
              <a:rPr lang="fr-FR" sz="1200"/>
              <a:t>29-  BOUGES TA TÊTE, DESTINATION SUR LA VERSION, ATTENTION</a:t>
            </a:r>
          </a:p>
          <a:p>
            <a:pPr algn="r"/>
            <a:r>
              <a:rPr lang="fr-FR" sz="1200"/>
              <a:t>30-  METS TA CASQUETTE ET GROOVE C'EST SIMPLE EN POSITION SUR CE SON</a:t>
            </a:r>
          </a:p>
          <a:p>
            <a:pPr algn="r"/>
            <a:endParaRPr lang="fr-FR" sz="1200"/>
          </a:p>
          <a:p>
            <a:pPr algn="r"/>
            <a:endParaRPr lang="fr-FR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D0703F-F8DD-4EE7-A2CE-C8CE5046E437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E62058-26C8-44A0-BAC4-ACA597669DB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D64FF5-BCC2-46F3-96F5-7576D458EE5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400A07-3ADE-4A81-BD89-227FEC18A08E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224008-0978-4775-A294-D616F3A79C8E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D60E2-BFF3-4BC8-8342-8BB752C077B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3E9028-A345-46D1-B718-76E44147540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F701A1-E8B5-492F-ADE5-7AEF8A16CDB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dirty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DF4B62-9232-47E1-A31A-A9E519B25C88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EA7261-5AC0-4801-B579-B65ECADD6A17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A5AA65-9734-44BB-93EF-B2BF369E56DE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A76F956E-4117-4934-8D80-394B4F365012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ON AMBIANCE, TOUT LE MONDE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SUR LA PISTE DE DANSE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DESTINATION ON AMBIANCE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LÈVE TES BRAS EN L'AIR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SI TU KIFFES ÇA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VOULAIS BOUGER, RESTE ICI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VAS GOUTER DESTINATION, SI SI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 SON QUE T'APPRÉCIES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TOUJOURS NET ET PRÉCIS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VOICI LES MC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SKARO   OMC   KOSSI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QUE LE SON PÈTE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BOUGE, BOUGE TA TÊTE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TOUS EN MODE FÊTE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BOUGE, BOUGE TA TÊTE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JEAN, BASKETS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BOUGE, BOUGE TA TÊTE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DESTINATION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BOUGE, BOUGE TA TÊTE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ON SE MET TOUS DANS L’AMBIANCE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ON KIFFE TOUS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QUAND LE SON EST CADENCE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COMME ÇA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YO KA DANSE KON SA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DROITE – GAUCHE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MONTE LE SON J’AI CAPTÉ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LES GARS KIFFENT ÇA 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LES SPOTS T’AVEUGLENT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T’EN A RIEN À FAIRE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DOIS FAIRE TON BUZZ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CONNAIS ÇA 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SUR CE SON DE DESTINATION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ON TAPE DES MOON WALK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À LA MICHAEL JACKSON 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MÊME SI TU N’SAIS PAS, ESSAIE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ON SE TAPE DES BARRES DE RIRE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ON SE PERMET L’EXCES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725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DESTINATION… TU BOUGES TA TÊTE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TE LAISSE MEME PAS LE CHOIX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ON BOOSTE TA FÊTE !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ON SE DÉFOULE, TU TE DÉFILES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ON BOUGE LA FOULE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LES FAINÉANTS FILENT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SI TU AIMES CE SON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LADY, LÈVE TES MAINS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SI TU AIMES CE SON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MC, BOUGE TES PIEDS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PUISSANCE RIME AVEC AISANCE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J.E.S.U.S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725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 PRÉSENCE, MA RÉFÉRENCE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L'AMBIANCE OÙ TOUT LE MONDE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LIBERTE, FRATERNITÉ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LA RÉVÉRENCE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BOUGE TA TÊTE, DESTINATION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SUR LA VERSION, ATTENTION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METS TA CASQUETTE ET GROOVE</a:t>
            </a:r>
          </a:p>
          <a:p>
            <a:pPr algn="ctr">
              <a:lnSpc>
                <a:spcPct val="90000"/>
              </a:lnSpc>
              <a:defRPr/>
            </a:pPr>
            <a:endParaRPr lang="fr-FR" sz="4000"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C'EST SIMPLE EN POSITION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CE SON</a:t>
            </a:r>
          </a:p>
          <a:p>
            <a:pPr algn="ctr">
              <a:lnSpc>
                <a:spcPct val="90000"/>
              </a:lnSpc>
              <a:defRPr/>
            </a:pPr>
            <a:endParaRPr lang="fr-FR" sz="4000"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615</TotalTime>
  <Words>8764</Words>
  <Application>Microsoft Office PowerPoint</Application>
  <PresentationFormat>On-screen Show (4:3)</PresentationFormat>
  <Paragraphs>2402</Paragraphs>
  <Slides>33</Slides>
  <Notes>33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37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Brandon</cp:lastModifiedBy>
  <cp:revision>69</cp:revision>
  <dcterms:created xsi:type="dcterms:W3CDTF">2002-08-17T10:50:50Z</dcterms:created>
  <dcterms:modified xsi:type="dcterms:W3CDTF">2014-08-23T19:41:05Z</dcterms:modified>
</cp:coreProperties>
</file>