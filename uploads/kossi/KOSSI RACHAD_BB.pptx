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42391" autoAdjust="0"/>
  </p:normalViewPr>
  <p:slideViewPr>
    <p:cSldViewPr>
      <p:cViewPr varScale="1">
        <p:scale>
          <a:sx n="38" d="100"/>
          <a:sy n="38" d="100"/>
        </p:scale>
        <p:origin x="-1422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5566DAC3-2B8D-469F-AAF8-ADC23214F69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B825938-5BF6-4EDE-A389-7976ECDCFE51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COMBIEN DE FOIS, JE ME SUIS VU BAISSER LES BRAS, MAIS IL ÉTAIT LÀ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IL EST MON ÉNERGIE LA PUISSANCE EN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AFFRONTER MES DÉFIS J’EN AI FAIS LE CHOIX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TU ES MA SOURCE MA FORCE MON APPUI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SEUL TOI ME DONNE DE L'ÉNERGIE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6-  CE QUI PLAIT AU YEUX RÉJOUIT MON COEUR CAR TU ES 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TU ÉGAIES MES JOURS MES MOIS MA VIE OUI PAR TON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J'AI CONFIANCE EN TOI TOUT EST POSSIBLE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VU QUE TU ES MON ÉNERGIE TU ES MON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MA SEULE ÉNERGIE MON UNIQUE ÉNERGIE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COMBIEN DE FOIS, JE ME SUIS VU BAISSER LES BRAS, MAIS IL ÉTAIT LÀ</a:t>
            </a:r>
          </a:p>
          <a:p>
            <a:r>
              <a:rPr lang="fr-FR" smtClean="0"/>
              <a:t>2-  IL EST MON ÉNERGIE LA PUISSANCE EN MOI</a:t>
            </a:r>
          </a:p>
          <a:p>
            <a:r>
              <a:rPr lang="fr-FR" smtClean="0"/>
              <a:t>3-  AFFRONTER MES DÉFIS J’EN AI FAIS LE CHOIX</a:t>
            </a:r>
          </a:p>
          <a:p>
            <a:endParaRPr lang="fr-FR" smtClean="0"/>
          </a:p>
          <a:p>
            <a:r>
              <a:rPr lang="fr-FR" smtClean="0"/>
              <a:t>4-  TU ES MA SOURCE MA FORCE MON APPUI</a:t>
            </a:r>
          </a:p>
          <a:p>
            <a:r>
              <a:rPr lang="fr-FR" smtClean="0"/>
              <a:t>5-  SEUL TOI ME DONNE DE L'ÉNERGIE</a:t>
            </a:r>
          </a:p>
          <a:p>
            <a:r>
              <a:rPr lang="fr-FR" smtClean="0"/>
              <a:t>6-  CE QUI PLAIT AU YEUX RÉJOUIT MON COEUR CAR TU ES  MON ÉNERGIE</a:t>
            </a:r>
          </a:p>
          <a:p>
            <a:r>
              <a:rPr lang="fr-FR" smtClean="0"/>
              <a:t>7-  TU ÉGAIES MES JOURS MES MOIS MA VIE OUI PAR TON ÉNERGIE</a:t>
            </a:r>
          </a:p>
          <a:p>
            <a:r>
              <a:rPr lang="fr-FR" smtClean="0"/>
              <a:t>8-  J'AI CONFIANCE EN TOI TOUT EST POSSIBLE</a:t>
            </a:r>
          </a:p>
          <a:p>
            <a:r>
              <a:rPr lang="fr-FR" smtClean="0"/>
              <a:t>9-  VU QUE TU ES MON ÉNERGIE TU ES MON ÉNERGIE</a:t>
            </a:r>
          </a:p>
          <a:p>
            <a:r>
              <a:rPr lang="fr-FR" smtClean="0"/>
              <a:t>10-  MA SEULE ÉNERGIE MON UNIQUE ÉNERGIE</a:t>
            </a:r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A6DF0-DB18-4123-B895-A703E6E587B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8F101-5CE2-41ED-99E0-ECC114C02B1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EAEB38-BC31-4FB2-9152-F5B7A5F71D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0474D3-E2AF-4C90-A223-FB68553F3A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45A1A2-2A29-4AD3-B0EA-441C4EF5624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76E328-5AD0-47A2-9167-D89E488785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D27348-FC65-464C-87FB-D9BE12C3D3B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F14D85-4B32-4886-8446-3BBCFEE4905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F1BF95-9EB2-460B-AEE4-F6A46F6BE84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B21444-35D8-4246-B0BB-265B24EA0A2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F0BE30-1217-4598-872E-50D81567C2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9D1027F2-7715-42E8-B948-3F064D003F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COMBIEN DE FOIS, JE ME SUIS VU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BAISSER LES BRAS, MAIS IL ÉTAIT LÀ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IL EST MON ÉNERGIE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LA PUISSANCE EN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, AFFRONTER MES DÉFIS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J’EN AI FAIS LE CHOIX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ES MA SOURCE MA FORCE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MON APPUI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SEUL TOI ME DONNE DE L'ÉNERGIE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CE QUI PLAIT AU YEUX RÉJOUIT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MON COEUR CAR TU ES  MON ÉNERGIE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TU ÉGAIES MES JOURS MES MOIS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MA VIE OUI PAR TON ÉNERGIE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J'AI CONFIANCE EN TOI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TOUT EST POSSIBLE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VU QUE TU ES MON ÉNERGIE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 TU ES MON ÉNERGIE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3175"/>
            <a:ext cx="9144000" cy="546100"/>
          </a:xfrm>
        </p:spPr>
        <p:txBody>
          <a:bodyPr anchor="t"/>
          <a:lstStyle/>
          <a:p>
            <a:pPr eaLnBrk="1" hangingPunct="1">
              <a:defRPr/>
            </a:pP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MA SEULE ÉNERGIE</a:t>
            </a:r>
            <a:b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solidFill>
                  <a:schemeClr val="bg1"/>
                </a:solidFill>
                <a:effectLst>
                  <a:prstShdw prst="shdw14" dist="35921" dir="2700000">
                    <a:scrgbClr r="0" g="0" b="0">
                      <a:alpha val="43000"/>
                    </a:scrgbClr>
                  </a:prstShdw>
                </a:effectLst>
              </a:rPr>
              <a:t>MON UNIQUE ÉNERGIE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2133</Words>
  <Application>Microsoft PowerPoint</Application>
  <PresentationFormat>On-screen Show (4:3)</PresentationFormat>
  <Paragraphs>230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COMBIEN DE FOIS, JE ME SUIS VU BAISSER LES BRAS, MAIS IL ÉTAIT LÀ</vt:lpstr>
      <vt:lpstr>IL EST MON ÉNERGIE LA PUISSANCE EN MOI</vt:lpstr>
      <vt:lpstr>, AFFRONTER MES DÉFIS J’EN AI FAIS LE CHOIX</vt:lpstr>
      <vt:lpstr>TU ES MA SOURCE MA FORCE MON APPUI</vt:lpstr>
      <vt:lpstr>SEUL TOI ME DONNE DE L'ÉNERGIE</vt:lpstr>
      <vt:lpstr>CE QUI PLAIT AU YEUX RÉJOUIT MON COEUR CAR TU ES  MON ÉNERGIE</vt:lpstr>
      <vt:lpstr>TU ÉGAIES MES JOURS MES MOIS MA VIE OUI PAR TON ÉNERGIE</vt:lpstr>
      <vt:lpstr>J'AI CONFIANCE EN TOI TOUT EST POSSIBLE</vt:lpstr>
      <vt:lpstr>VU QUE TU ES MON ÉNERGIE  TU ES MON ÉNERGIE</vt:lpstr>
      <vt:lpstr>MA SEULE ÉNERGIE MON UNIQUE ÉNERGIE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Yomo</cp:lastModifiedBy>
  <cp:revision>80</cp:revision>
  <dcterms:created xsi:type="dcterms:W3CDTF">2002-08-17T10:50:50Z</dcterms:created>
  <dcterms:modified xsi:type="dcterms:W3CDTF">2012-07-21T23:15:18Z</dcterms:modified>
</cp:coreProperties>
</file>