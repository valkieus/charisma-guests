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80" r:id="rId11"/>
    <p:sldId id="278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87455" autoAdjust="0"/>
  </p:normalViewPr>
  <p:slideViewPr>
    <p:cSldViewPr>
      <p:cViewPr>
        <p:scale>
          <a:sx n="50" d="100"/>
          <a:sy n="50" d="100"/>
        </p:scale>
        <p:origin x="-1380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C1314ED-04AD-4F1D-A967-748126E0E9C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6F50A0E-489C-4245-B33E-25896ACF965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VISE LE MEILLEUR J’ATTEIND MA CIBLE COMME UN TIREUR</a:t>
            </a:r>
          </a:p>
          <a:p>
            <a:pPr>
              <a:defRPr/>
            </a:pPr>
            <a:r>
              <a:rPr lang="fr-FR" dirty="0" smtClean="0"/>
              <a:t>2-  L'OBJECTIF DE MON VISEUR L'EXCELLENCE JE SUIS LE POURSUIVEUR</a:t>
            </a:r>
          </a:p>
          <a:p>
            <a:pPr>
              <a:defRPr/>
            </a:pPr>
            <a:r>
              <a:rPr lang="fr-FR" dirty="0" smtClean="0"/>
              <a:t>3-  SON EXCELLENCE DEVIENT MA PERFECTION SUR TERRE  </a:t>
            </a:r>
          </a:p>
          <a:p>
            <a:pPr>
              <a:defRPr/>
            </a:pPr>
            <a:r>
              <a:rPr lang="fr-FR" dirty="0" smtClean="0"/>
              <a:t>4-  LE NOM DE LA BALLE QUI SORT DE MA BOUCHE</a:t>
            </a:r>
          </a:p>
          <a:p>
            <a:pPr>
              <a:defRPr/>
            </a:pPr>
            <a:r>
              <a:rPr lang="fr-FR" dirty="0" smtClean="0"/>
              <a:t>5-  SE PRENOMME : JE PERSEVÈRE</a:t>
            </a:r>
          </a:p>
          <a:p>
            <a:pPr>
              <a:defRPr/>
            </a:pPr>
            <a:r>
              <a:rPr lang="fr-FR" dirty="0" smtClean="0"/>
              <a:t>6-  IL EST L'ALPHA ET L'OMEGA IL EST SANS FIN, UN HOMME MÉGA </a:t>
            </a:r>
          </a:p>
          <a:p>
            <a:pPr>
              <a:defRPr/>
            </a:pPr>
            <a:r>
              <a:rPr lang="fr-FR" dirty="0" smtClean="0"/>
              <a:t>7-  JÉSUS J'EN SUIS FIER JE NE SUIS PAS UN RENÉGAT</a:t>
            </a:r>
          </a:p>
          <a:p>
            <a:pPr>
              <a:defRPr/>
            </a:pPr>
            <a:r>
              <a:rPr lang="fr-FR" dirty="0" smtClean="0"/>
              <a:t>8-  LE MANQUE D'EXCELLENCE</a:t>
            </a:r>
            <a:br>
              <a:rPr lang="fr-FR" dirty="0" smtClean="0"/>
            </a:br>
            <a:r>
              <a:rPr lang="fr-FR" dirty="0" smtClean="0"/>
              <a:t>9-  C'EST LA MÉDIOCRITÉ QUI SPONSORISE TA CONSCIENCE</a:t>
            </a:r>
          </a:p>
          <a:p>
            <a:pPr>
              <a:defRPr/>
            </a:pPr>
            <a:r>
              <a:rPr lang="fr-FR" dirty="0" smtClean="0"/>
              <a:t>10-  OU UN MÉDIUM QUI SE DIRAIT  CHRÉTIEN AVANT SON ENFANCE</a:t>
            </a:r>
          </a:p>
          <a:p>
            <a:pPr>
              <a:defRPr/>
            </a:pPr>
            <a:r>
              <a:rPr lang="fr-FR" dirty="0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dirty="0" smtClean="0"/>
              <a:t>12-  DÉLIMITER LA FRONTIÈRE DES MERCENAIRES IRRITÉS</a:t>
            </a:r>
          </a:p>
          <a:p>
            <a:pPr>
              <a:defRPr/>
            </a:pPr>
            <a:r>
              <a:rPr lang="fr-FR" dirty="0" smtClean="0"/>
              <a:t>13-  JE COURS CETTE COURSE NON POUR UNE BOURSE OU UN TITRE  </a:t>
            </a:r>
          </a:p>
          <a:p>
            <a:pPr>
              <a:defRPr/>
            </a:pPr>
            <a:r>
              <a:rPr lang="fr-FR" dirty="0" smtClean="0"/>
              <a:t>14-  LE GAIN N'EST PAS MA SOURCE REGARDE DANS LES ÉPITRES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CRI DE VICTOIRE, CRI </a:t>
            </a:r>
            <a:r>
              <a:rPr lang="fr-FR" dirty="0" err="1" smtClean="0"/>
              <a:t>CRI</a:t>
            </a:r>
            <a:r>
              <a:rPr lang="fr-FR" dirty="0" smtClean="0"/>
              <a:t> DE VICTOIRE  CRI DE VICTOIRE,CRI </a:t>
            </a:r>
            <a:r>
              <a:rPr lang="fr-FR" dirty="0" err="1" smtClean="0"/>
              <a:t>CRI</a:t>
            </a:r>
            <a:r>
              <a:rPr lang="fr-FR" dirty="0" smtClean="0"/>
              <a:t> DE VICTOIRE </a:t>
            </a:r>
          </a:p>
          <a:p>
            <a:pPr>
              <a:defRPr/>
            </a:pPr>
            <a:r>
              <a:rPr lang="fr-FR" dirty="0" smtClean="0"/>
              <a:t>16-  UN PREMIER AVERTISSEMENT DEUX 9.3 LE DEPARTEMENT</a:t>
            </a:r>
          </a:p>
          <a:p>
            <a:pPr>
              <a:defRPr/>
            </a:pPr>
            <a:r>
              <a:rPr lang="fr-FR" dirty="0" smtClean="0"/>
              <a:t>17-  MON ALLIANCE APPARTENANT AU TRES-HAUT LE SEUL DÉTENANT </a:t>
            </a:r>
          </a:p>
          <a:p>
            <a:pPr>
              <a:defRPr/>
            </a:pPr>
            <a:r>
              <a:rPr lang="fr-FR" dirty="0" smtClean="0"/>
              <a:t>18-  MA VICTOIRE ENTRE SES MAINSMON HISTOIRE SUIT SON CHEMIN</a:t>
            </a:r>
          </a:p>
          <a:p>
            <a:pPr>
              <a:defRPr/>
            </a:pPr>
            <a:r>
              <a:rPr lang="fr-FR" dirty="0" smtClean="0"/>
              <a:t>19-  SON PASSE EST MON DEMAIN JE RESTE UN ETRE HUMAIN</a:t>
            </a:r>
          </a:p>
          <a:p>
            <a:pPr>
              <a:defRPr/>
            </a:pPr>
            <a:r>
              <a:rPr lang="fr-FR" dirty="0" smtClean="0"/>
              <a:t>20-  DES RIMES SACCADÉES  UN FLOT TECHNIQUE </a:t>
            </a:r>
          </a:p>
          <a:p>
            <a:pPr>
              <a:defRPr/>
            </a:pPr>
            <a:r>
              <a:rPr lang="fr-FR" dirty="0" smtClean="0"/>
              <a:t>21-  KOSSI MARQUA LES ESPRITS ETHNIQUES </a:t>
            </a:r>
          </a:p>
          <a:p>
            <a:pPr>
              <a:defRPr/>
            </a:pPr>
            <a:r>
              <a:rPr lang="fr-FR" dirty="0" smtClean="0"/>
              <a:t>22-  MON SAUVEUR SAUVA LES PARALYTIQUES</a:t>
            </a:r>
          </a:p>
          <a:p>
            <a:pPr>
              <a:defRPr/>
            </a:pPr>
            <a:r>
              <a:rPr lang="fr-FR" dirty="0" smtClean="0"/>
              <a:t>23-  CRI DE VICTOIRE EN EFFET SUR CETTE MUSIQUE</a:t>
            </a:r>
          </a:p>
          <a:p>
            <a:pPr>
              <a:defRPr/>
            </a:pPr>
            <a:r>
              <a:rPr lang="fr-FR" dirty="0" smtClean="0"/>
              <a:t>24-  JE GARDE MA RESPIRATION  JE REÇOIS MON INSPIRATION</a:t>
            </a:r>
          </a:p>
          <a:p>
            <a:pPr>
              <a:defRPr/>
            </a:pPr>
            <a:r>
              <a:rPr lang="fr-FR" dirty="0" smtClean="0"/>
              <a:t>25-  EXPIRATION DES TOXINES MA COURSE UNE ENDURANCE </a:t>
            </a:r>
            <a:br>
              <a:rPr lang="fr-FR" dirty="0" smtClean="0"/>
            </a:br>
            <a:r>
              <a:rPr lang="fr-FR" dirty="0" smtClean="0"/>
              <a:t>26-  MA VIE EST UN 100M HAIE</a:t>
            </a:r>
          </a:p>
          <a:p>
            <a:pPr>
              <a:defRPr/>
            </a:pPr>
            <a:r>
              <a:rPr lang="fr-FR" dirty="0" smtClean="0"/>
              <a:t>27-  SANS ME METTRE EN PEINE DE L'ADVERSAIRE QUI ME HAIT</a:t>
            </a:r>
          </a:p>
          <a:p>
            <a:pPr>
              <a:defRPr/>
            </a:pPr>
            <a:r>
              <a:rPr lang="fr-FR" dirty="0" smtClean="0"/>
              <a:t>28-  CAR JE MENE LE BON COMBAT SANS MERCI CONTRE LES FAUX </a:t>
            </a:r>
          </a:p>
          <a:p>
            <a:pPr>
              <a:defRPr/>
            </a:pPr>
            <a:r>
              <a:rPr lang="fr-FR" dirty="0" smtClean="0"/>
              <a:t>29-  L'EFFET DE MON EFFORT SE FAIT SANS DÉFAUT</a:t>
            </a:r>
          </a:p>
          <a:p>
            <a:pPr>
              <a:defRPr/>
            </a:pPr>
            <a:r>
              <a:rPr lang="fr-FR" dirty="0" smtClean="0"/>
              <a:t>30-    EN ALLIANCE AVEC CHRIST JE MANIE MA LANCE </a:t>
            </a:r>
          </a:p>
          <a:p>
            <a:pPr>
              <a:defRPr/>
            </a:pPr>
            <a:r>
              <a:rPr lang="fr-FR" dirty="0" smtClean="0"/>
              <a:t>31-  ET SE CRISPENT LES RELIGIEUX  LA RELIGION NE SAUVE PAS</a:t>
            </a:r>
          </a:p>
          <a:p>
            <a:pPr>
              <a:defRPr/>
            </a:pPr>
            <a:r>
              <a:rPr lang="fr-FR" dirty="0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dirty="0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dirty="0" smtClean="0"/>
              <a:t>34-  C'EST COMME ALLER VERS DIEU SANS PASSER PAR LE CHEMIN</a:t>
            </a:r>
          </a:p>
          <a:p>
            <a:pPr>
              <a:defRPr/>
            </a:pPr>
            <a:r>
              <a:rPr lang="fr-FR" dirty="0" smtClean="0"/>
              <a:t>35-  MA CONSCIENCE EST MA BOUSSOLE C'EST ELLE QUI M'AIGUILLE</a:t>
            </a:r>
          </a:p>
          <a:p>
            <a:pPr>
              <a:defRPr/>
            </a:pPr>
            <a:r>
              <a:rPr lang="fr-FR" dirty="0" smtClean="0"/>
              <a:t>36-  JE ME NOURRIS DU SON J'AIME LE LAIT COMME UN NOURRISSON </a:t>
            </a:r>
          </a:p>
          <a:p>
            <a:pPr>
              <a:defRPr/>
            </a:pPr>
            <a:r>
              <a:rPr lang="fr-FR" dirty="0" smtClean="0"/>
              <a:t>37-  L'ESSENTIEL N'EST PAS DANS LACTEL MAIS EN L‘ÉTERNEL </a:t>
            </a:r>
          </a:p>
          <a:p>
            <a:pPr>
              <a:defRPr/>
            </a:pPr>
            <a:r>
              <a:rPr lang="fr-FR" dirty="0" smtClean="0"/>
              <a:t>38-  LE BEAT FRAPPE FORT TE MARTELE ET S'ENFONCE COMME UN CLOU </a:t>
            </a:r>
          </a:p>
          <a:p>
            <a:pPr>
              <a:defRPr/>
            </a:pPr>
            <a:r>
              <a:rPr lang="fr-FR" dirty="0" smtClean="0"/>
              <a:t>39-  IL EST L'HEURE DE CRUCIFIER TA CHAIR</a:t>
            </a:r>
          </a:p>
          <a:p>
            <a:pPr>
              <a:defRPr/>
            </a:pPr>
            <a:r>
              <a:rPr lang="fr-FR" dirty="0" smtClean="0"/>
              <a:t>40-  T’ES FORT HEIN ? OUAIS JE SUIS FORT</a:t>
            </a:r>
          </a:p>
          <a:p>
            <a:pPr>
              <a:defRPr/>
            </a:pPr>
            <a:r>
              <a:rPr lang="fr-FR" dirty="0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VISE LE MEILLEUR J’ATTEIND MA CIBLE COMME UN TIREUR</a:t>
            </a:r>
          </a:p>
          <a:p>
            <a:pPr>
              <a:defRPr/>
            </a:pPr>
            <a:r>
              <a:rPr lang="fr-FR" smtClean="0"/>
              <a:t>2-  L'OBJECTIF DE MON VISEUR L'EXCELLENCE JE SUIS LE POURSUIVEUR</a:t>
            </a:r>
          </a:p>
          <a:p>
            <a:pPr>
              <a:defRPr/>
            </a:pPr>
            <a:r>
              <a:rPr lang="fr-FR" smtClean="0"/>
              <a:t>3-  SON EXCELLENCE DEVIENT MA PERFECTION SUR TERRE  </a:t>
            </a:r>
          </a:p>
          <a:p>
            <a:pPr>
              <a:defRPr/>
            </a:pPr>
            <a:r>
              <a:rPr lang="fr-FR" smtClean="0"/>
              <a:t>4-  LE NOM DE LA BALLE QUI SORT DE MA BOUCHE</a:t>
            </a:r>
          </a:p>
          <a:p>
            <a:pPr>
              <a:defRPr/>
            </a:pPr>
            <a:r>
              <a:rPr lang="fr-FR" smtClean="0"/>
              <a:t>5-  SE PRENOMME : JE PERSEVÈRE</a:t>
            </a:r>
          </a:p>
          <a:p>
            <a:pPr>
              <a:defRPr/>
            </a:pPr>
            <a:r>
              <a:rPr lang="fr-FR" smtClean="0"/>
              <a:t>6-  IL EST L'ALPHA ET L'OMEGA IL EST SANS FIN, UN HOMME MÉGA </a:t>
            </a:r>
          </a:p>
          <a:p>
            <a:pPr>
              <a:defRPr/>
            </a:pPr>
            <a:r>
              <a:rPr lang="fr-FR" smtClean="0"/>
              <a:t>7-  JÉSUS J'EN SUIS FIER JE NE SUIS PAS UN RENÉGAT</a:t>
            </a:r>
          </a:p>
          <a:p>
            <a:pPr>
              <a:defRPr/>
            </a:pPr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C'EST LA MÉDIOCRITÉ QUI SPONSORISE TA CONSCIENCE</a:t>
            </a:r>
          </a:p>
          <a:p>
            <a:pPr>
              <a:defRPr/>
            </a:pPr>
            <a:r>
              <a:rPr lang="fr-FR" smtClean="0"/>
              <a:t>10-  OU UN MÉDIUM QUI SE DIRAIT  CHRÉTIEN AVANT SON ENFANCE</a:t>
            </a:r>
          </a:p>
          <a:p>
            <a:pPr>
              <a:defRPr/>
            </a:pPr>
            <a:r>
              <a:rPr lang="fr-FR" smtClean="0"/>
              <a:t>11-  UN DISCIPLE DOIT SUIVRE ET IMITER UN MENTOR  EST UN SUIVEUR À IMITER</a:t>
            </a:r>
          </a:p>
          <a:p>
            <a:pPr>
              <a:defRPr/>
            </a:pPr>
            <a:r>
              <a:rPr lang="fr-FR" smtClean="0"/>
              <a:t>12-  DÉLIMITER LA FRONTIÈRE DES MERCENAIRES IRRITÉS</a:t>
            </a:r>
          </a:p>
          <a:p>
            <a:pPr>
              <a:defRPr/>
            </a:pPr>
            <a:r>
              <a:rPr lang="fr-FR" smtClean="0"/>
              <a:t>13-  JE COURS CETTE COURSE NON POUR UNE BOURSE OU UN TITRE  </a:t>
            </a:r>
          </a:p>
          <a:p>
            <a:pPr>
              <a:defRPr/>
            </a:pPr>
            <a:r>
              <a:rPr lang="fr-FR" smtClean="0"/>
              <a:t>14-  LE GAIN N'EST PAS MA SOURCE REGARDE DANS LES ÉPITRES</a:t>
            </a:r>
          </a:p>
          <a:p>
            <a:pPr>
              <a:defRPr/>
            </a:pPr>
            <a:r>
              <a:rPr lang="fr-FR" smtClean="0"/>
              <a:t>15-  CRI DE VICTOIRE, CRI CRI DE VICTOIRE  CRI DE VICTOIRE,CRI CRI DE VICTOIRE </a:t>
            </a:r>
          </a:p>
          <a:p>
            <a:pPr>
              <a:defRPr/>
            </a:pPr>
            <a:r>
              <a:rPr lang="fr-FR" smtClean="0"/>
              <a:t>16-  UN PREMIER AVERTISSEMENT DEUX 9.3 LE DEPARTEMENT</a:t>
            </a:r>
          </a:p>
          <a:p>
            <a:pPr>
              <a:defRPr/>
            </a:pPr>
            <a:r>
              <a:rPr lang="fr-FR" smtClean="0"/>
              <a:t>17-  MON ALLIANCE APPARTENANT AU TRES-HAUT LE SEUL DÉTENANT </a:t>
            </a:r>
          </a:p>
          <a:p>
            <a:pPr>
              <a:defRPr/>
            </a:pPr>
            <a:r>
              <a:rPr lang="fr-FR" smtClean="0"/>
              <a:t>18-  MA VICTOIRE ENTRE SES MAINSMON HISTOIRE SUIT SON CHEMIN</a:t>
            </a:r>
          </a:p>
          <a:p>
            <a:pPr>
              <a:defRPr/>
            </a:pPr>
            <a:r>
              <a:rPr lang="fr-FR" smtClean="0"/>
              <a:t>19-  SON PASSE EST MON DEMAIN JE RESTE UN ETRE HUMAIN</a:t>
            </a:r>
          </a:p>
          <a:p>
            <a:pPr>
              <a:defRPr/>
            </a:pPr>
            <a:r>
              <a:rPr lang="fr-FR" smtClean="0"/>
              <a:t>20-  DES RIMES SACCADÉES  UN FLOT TECHNIQUE </a:t>
            </a:r>
          </a:p>
          <a:p>
            <a:pPr>
              <a:defRPr/>
            </a:pPr>
            <a:r>
              <a:rPr lang="fr-FR" smtClean="0"/>
              <a:t>21-  KOSSI MARQUA LES ESPRITS ETHNIQUES </a:t>
            </a:r>
          </a:p>
          <a:p>
            <a:pPr>
              <a:defRPr/>
            </a:pPr>
            <a:r>
              <a:rPr lang="fr-FR" smtClean="0"/>
              <a:t>22-  MON SAUVEUR SAUVA LES PARALYTIQUES</a:t>
            </a:r>
          </a:p>
          <a:p>
            <a:pPr>
              <a:defRPr/>
            </a:pPr>
            <a:r>
              <a:rPr lang="fr-FR" smtClean="0"/>
              <a:t>23-  CRI DE VICTOIRE EN EFFET SUR CETTE MUSIQUE</a:t>
            </a:r>
          </a:p>
          <a:p>
            <a:pPr>
              <a:defRPr/>
            </a:pPr>
            <a:r>
              <a:rPr lang="fr-FR" smtClean="0"/>
              <a:t>24-  JE GARDE MA RESPIRATION  JE REÇOIS MON INSPIRATION</a:t>
            </a:r>
          </a:p>
          <a:p>
            <a:pPr>
              <a:defRPr/>
            </a:pPr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26-  MA VIE EST UN 100M HAIE</a:t>
            </a:r>
          </a:p>
          <a:p>
            <a:pPr>
              <a:defRPr/>
            </a:pPr>
            <a:r>
              <a:rPr lang="fr-FR" smtClean="0"/>
              <a:t>27-  SANS ME METTRE EN PEINE DE L'ADVERSAIRE QUI ME HAIT</a:t>
            </a:r>
          </a:p>
          <a:p>
            <a:pPr>
              <a:defRPr/>
            </a:pPr>
            <a:r>
              <a:rPr lang="fr-FR" smtClean="0"/>
              <a:t>28-  CAR JE MENE LE BON COMBAT SANS MERCI CONTRE LES FAUX </a:t>
            </a:r>
          </a:p>
          <a:p>
            <a:pPr>
              <a:defRPr/>
            </a:pPr>
            <a:r>
              <a:rPr lang="fr-FR" smtClean="0"/>
              <a:t>29-  L'EFFET DE MON EFFORT SE FAIT SANS DÉFAUT</a:t>
            </a:r>
          </a:p>
          <a:p>
            <a:pPr>
              <a:defRPr/>
            </a:pPr>
            <a:r>
              <a:rPr lang="fr-FR" smtClean="0"/>
              <a:t>30-    EN ALLIANCE AVEC CHRIST JE MANIE MA LANCE </a:t>
            </a:r>
          </a:p>
          <a:p>
            <a:pPr>
              <a:defRPr/>
            </a:pPr>
            <a:r>
              <a:rPr lang="fr-FR" smtClean="0"/>
              <a:t>31-  ET SE CRISPENT LES RELIGIEUX  LA RELIGION NE SAUVE PAS</a:t>
            </a:r>
          </a:p>
          <a:p>
            <a:pPr>
              <a:defRPr/>
            </a:pPr>
            <a:r>
              <a:rPr lang="fr-FR" smtClean="0"/>
              <a:t>32-  IL EST POSSIBLE DE TROUVER UNE AIGUILLE DANS UNE BOTTE DE FOIN </a:t>
            </a:r>
          </a:p>
          <a:p>
            <a:pPr>
              <a:defRPr/>
            </a:pPr>
            <a:r>
              <a:rPr lang="fr-FR" smtClean="0"/>
              <a:t>33-  MAIS IMPOSSIBLE DE TROUVER UNE BOTTE DE FOIN DANS UNE AIGUILLE</a:t>
            </a:r>
          </a:p>
          <a:p>
            <a:pPr>
              <a:defRPr/>
            </a:pPr>
            <a:r>
              <a:rPr lang="fr-FR" smtClean="0"/>
              <a:t>34-  C'EST COMME ALLER VERS DIEU SANS PASSER PAR LE CHEMIN</a:t>
            </a:r>
          </a:p>
          <a:p>
            <a:pPr>
              <a:defRPr/>
            </a:pPr>
            <a:r>
              <a:rPr lang="fr-FR" smtClean="0"/>
              <a:t>35-  MA CONSCIENCE EST MA BOUSSOLE C'EST ELLE QUI M'AIGUILLE</a:t>
            </a:r>
          </a:p>
          <a:p>
            <a:pPr>
              <a:defRPr/>
            </a:pPr>
            <a:r>
              <a:rPr lang="fr-FR" smtClean="0"/>
              <a:t>36-  JE ME NOURRIS DU SON J'AIME LE LAIT COMME UN NOURRISSON </a:t>
            </a:r>
          </a:p>
          <a:p>
            <a:pPr>
              <a:defRPr/>
            </a:pPr>
            <a:r>
              <a:rPr lang="fr-FR" smtClean="0"/>
              <a:t>37-  L'ESSENTIEL N'EST PAS DANS LACTEL MAIS EN L‘ÉTERNEL </a:t>
            </a:r>
          </a:p>
          <a:p>
            <a:pPr>
              <a:defRPr/>
            </a:pPr>
            <a:r>
              <a:rPr lang="fr-FR" smtClean="0"/>
              <a:t>38-  LE BEAT FRAPPE FORT TE MARTELE ET S'ENFONCE COMME UN CLOU </a:t>
            </a:r>
          </a:p>
          <a:p>
            <a:pPr>
              <a:defRPr/>
            </a:pPr>
            <a:r>
              <a:rPr lang="fr-FR" smtClean="0"/>
              <a:t>39-  IL EST L'HEURE DE CRUCIFIER TA CHAIR</a:t>
            </a:r>
          </a:p>
          <a:p>
            <a:pPr>
              <a:defRPr/>
            </a:pPr>
            <a:r>
              <a:rPr lang="fr-FR" smtClean="0"/>
              <a:t>40-  T’ES FORT HEIN ? OUAIS JE SUIS FORT</a:t>
            </a:r>
          </a:p>
          <a:p>
            <a:pPr>
              <a:defRPr/>
            </a:pPr>
            <a:r>
              <a:rPr lang="fr-FR" smtClean="0"/>
              <a:t>41-  UN CHRÉTIEN NÉ DE NOUVEAU SAIT TOUJOURS QU’IL EST FORT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VISE LE MEILLEUR J’ATTEIND MA CIBLE COMME UN TIREUR</a:t>
            </a:r>
          </a:p>
          <a:p>
            <a:r>
              <a:rPr lang="fr-FR" smtClean="0"/>
              <a:t>2-  L'OBJECTIF DE MON VISEUR L'EXCELLENCE JE SUIS LE POURSUIVEUR</a:t>
            </a:r>
          </a:p>
          <a:p>
            <a:r>
              <a:rPr lang="fr-FR" smtClean="0"/>
              <a:t>3-  SON EXCELLENCE DEVIENT MA PERFECTION SUR TERRE  </a:t>
            </a:r>
          </a:p>
          <a:p>
            <a:r>
              <a:rPr lang="fr-FR" smtClean="0"/>
              <a:t>4-  LE NOM DE LA BALLE QUI SORT DE MA BOUCHE</a:t>
            </a:r>
          </a:p>
          <a:p>
            <a:r>
              <a:rPr lang="fr-FR" smtClean="0"/>
              <a:t>5-  SE PRENOMME : JE PERSEVÈRE</a:t>
            </a:r>
          </a:p>
          <a:p>
            <a:r>
              <a:rPr lang="fr-FR" smtClean="0"/>
              <a:t>6-  IL EST L'ALPHA ET L'OMEGA IL EST SANS FIN, UN HOMME MÉGA </a:t>
            </a:r>
          </a:p>
          <a:p>
            <a:r>
              <a:rPr lang="fr-FR" smtClean="0"/>
              <a:t>7-  JÉSUS J'EN SUIS FIER JE NE SUIS PAS UN RENÉGAT</a:t>
            </a:r>
          </a:p>
          <a:p>
            <a:r>
              <a:rPr lang="fr-FR" smtClean="0"/>
              <a:t>8-  LE MANQUE D'EXCELLENCE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C'EST LA MÉDIOCRITÉ QUI SPONSORISE TA CONSCIENCE</a:t>
            </a:r>
          </a:p>
          <a:p>
            <a:r>
              <a:rPr lang="fr-FR" smtClean="0"/>
              <a:t>10-  OU UN MÉDIUM QUI SE DIRAIT  CHRÉTIEN AVANT SON ENFANCE</a:t>
            </a:r>
          </a:p>
          <a:p>
            <a:r>
              <a:rPr lang="fr-FR" smtClean="0"/>
              <a:t>11-  UN DISCIPLE DOIT SUIVRE ET IMITER UN MENTOR  EST UN SUIVEUR À IMITER</a:t>
            </a:r>
          </a:p>
          <a:p>
            <a:r>
              <a:rPr lang="fr-FR" smtClean="0"/>
              <a:t>12-  DÉLIMITER LA FRONTIÈRE DES MERCENAIRES IRRITÉS</a:t>
            </a:r>
          </a:p>
          <a:p>
            <a:r>
              <a:rPr lang="fr-FR" smtClean="0"/>
              <a:t>13-  JE COURS CETTE COURSE NON POUR UNE BOURSE OU UN TITRE  </a:t>
            </a:r>
          </a:p>
          <a:p>
            <a:r>
              <a:rPr lang="fr-FR" smtClean="0"/>
              <a:t>14-  LE GAIN N'EST PAS MA SOURCE REGARDE DANS LES ÉPITRES</a:t>
            </a:r>
          </a:p>
          <a:p>
            <a:r>
              <a:rPr lang="fr-FR" smtClean="0"/>
              <a:t>15-  CRI DE VICTOIRE, CRI CRI DE VICTOIRE  CRI DE VICTOIRE,CRI CRI DE VICTOIRE </a:t>
            </a:r>
          </a:p>
          <a:p>
            <a:r>
              <a:rPr lang="fr-FR" smtClean="0"/>
              <a:t>16-  UN PREMIER AVERTISSEMENT DEUX 9.3 LE DEPARTEMENT</a:t>
            </a:r>
          </a:p>
          <a:p>
            <a:r>
              <a:rPr lang="fr-FR" smtClean="0"/>
              <a:t>17-  MON ALLIANCE APPARTENANT AU TRES-HAUT LE SEUL DÉTENANT </a:t>
            </a:r>
          </a:p>
          <a:p>
            <a:r>
              <a:rPr lang="fr-FR" smtClean="0"/>
              <a:t>18-  MA VICTOIRE ENTRE SES MAINSMON HISTOIRE SUIT SON CHEMIN</a:t>
            </a:r>
          </a:p>
          <a:p>
            <a:r>
              <a:rPr lang="fr-FR" smtClean="0"/>
              <a:t>19-  SON PASSE EST MON DEMAIN JE RESTE UN ETRE HUMAIN</a:t>
            </a:r>
          </a:p>
          <a:p>
            <a:r>
              <a:rPr lang="fr-FR" smtClean="0"/>
              <a:t>20-  DES RIMES SACCADÉES  UN FLOT TECHNIQUE </a:t>
            </a:r>
          </a:p>
          <a:p>
            <a:r>
              <a:rPr lang="fr-FR" smtClean="0"/>
              <a:t>21-  KOSSI MARQUA LES ESPRITS ETHNIQUES </a:t>
            </a:r>
          </a:p>
          <a:p>
            <a:r>
              <a:rPr lang="fr-FR" smtClean="0"/>
              <a:t>22-  MON SAUVEUR SAUVA LES PARALYTIQUES</a:t>
            </a:r>
          </a:p>
          <a:p>
            <a:r>
              <a:rPr lang="fr-FR" smtClean="0"/>
              <a:t>23-  CRI DE VICTOIRE EN EFFET SUR CETTE MUSIQUE</a:t>
            </a:r>
          </a:p>
          <a:p>
            <a:r>
              <a:rPr lang="fr-FR" smtClean="0"/>
              <a:t>24-  JE GARDE MA RESPIRATION  JE REÇOIS MON INSPIRATION</a:t>
            </a:r>
          </a:p>
          <a:p>
            <a:r>
              <a:rPr lang="fr-FR" smtClean="0"/>
              <a:t>25-  EXPIRATION DES TOXINES MA COURSE UNE ENDURANCE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MA VIE EST UN 100M HAIE</a:t>
            </a:r>
          </a:p>
          <a:p>
            <a:r>
              <a:rPr lang="fr-FR" smtClean="0"/>
              <a:t>27-  SANS ME METTRE EN PEINE DE L'ADVERSAIRE QUI ME HAIT</a:t>
            </a:r>
          </a:p>
          <a:p>
            <a:r>
              <a:rPr lang="fr-FR" smtClean="0"/>
              <a:t>28-  CAR JE MENE LE BON COMBAT SANS MERCI CONTRE LES FAUX </a:t>
            </a:r>
          </a:p>
          <a:p>
            <a:r>
              <a:rPr lang="fr-FR" smtClean="0"/>
              <a:t>29-  L'EFFET DE MON EFFORT SE FAIT SANS DÉFAUT</a:t>
            </a:r>
          </a:p>
          <a:p>
            <a:r>
              <a:rPr lang="fr-FR" smtClean="0"/>
              <a:t>30-    EN ALLIANCE AVEC CHRIST JE MANIE MA LANCE </a:t>
            </a:r>
          </a:p>
          <a:p>
            <a:r>
              <a:rPr lang="fr-FR" smtClean="0"/>
              <a:t>31-  ET SE CRISPENT LES RELIGIEUX  LA RELIGION NE SAUVE PAS</a:t>
            </a:r>
          </a:p>
          <a:p>
            <a:r>
              <a:rPr lang="fr-FR" smtClean="0"/>
              <a:t>32-  IL EST POSSIBLE DE TROUVER UNE AIGUILLE DANS UNE BOTTE DE FOIN </a:t>
            </a:r>
          </a:p>
          <a:p>
            <a:r>
              <a:rPr lang="fr-FR" smtClean="0"/>
              <a:t>33-  MAIS IMPOSSIBLE DE TROUVER UNE BOTTE DE FOIN DANS UNE AIGUILLE</a:t>
            </a:r>
          </a:p>
          <a:p>
            <a:r>
              <a:rPr lang="fr-FR" smtClean="0"/>
              <a:t>34-  C'EST COMME ALLER VERS DIEU SANS PASSER PAR LE CHEMIN</a:t>
            </a:r>
          </a:p>
          <a:p>
            <a:r>
              <a:rPr lang="fr-FR" smtClean="0"/>
              <a:t>35-  MA CONSCIENCE EST MA BOUSSOLE C'EST ELLE QUI M'AIGUILLE</a:t>
            </a:r>
          </a:p>
          <a:p>
            <a:r>
              <a:rPr lang="fr-FR" smtClean="0"/>
              <a:t>36-  JE ME NOURRIS DU SON J'AIME LE LAIT COMME UN NOURRISSON </a:t>
            </a:r>
          </a:p>
          <a:p>
            <a:r>
              <a:rPr lang="fr-FR" smtClean="0"/>
              <a:t>37-  L'ESSENTIEL N'EST PAS DANS LACTEL MAIS EN L‘ÉTERNEL </a:t>
            </a:r>
          </a:p>
          <a:p>
            <a:r>
              <a:rPr lang="fr-FR" smtClean="0"/>
              <a:t>38-  LE BEAT FRAPPE FORT TE MARTELE ET S'ENFONCE COMME UN CLOU </a:t>
            </a:r>
          </a:p>
          <a:p>
            <a:r>
              <a:rPr lang="fr-FR" smtClean="0"/>
              <a:t>39-  IL EST L'HEURE DE CRUCIFIER TA CHAIR</a:t>
            </a:r>
          </a:p>
          <a:p>
            <a:r>
              <a:rPr lang="fr-FR" smtClean="0"/>
              <a:t>40-  T’ES FORT HEIN ? OUAIS JE SUIS FORT</a:t>
            </a:r>
          </a:p>
          <a:p>
            <a:r>
              <a:rPr lang="fr-FR" smtClean="0"/>
              <a:t>41-  UN CHRÉTIEN NÉ DE NOUVEAU SAIT TOUJOURS QU’IL EST FORT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A196A-402D-49E6-B6F3-5B7F34E58B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E7DCF-B95B-41FE-B3C0-E25CB89771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0DD63C-5C5D-4E13-B2E4-D32D90B368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89682-C851-4F16-9A5F-44CCAA2B30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62D30-C313-4C6D-A43A-F031AEC352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6EF9B-7E8E-4A41-AFE0-56ACEF2DFA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1108D-645E-4E89-A4B1-6E7FB10D09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90A43-38A8-4B36-88C5-C10DC5BD9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A2A61-2920-43CE-90B7-765FE4113B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7B5D1-3E9F-4CD3-AE08-3679FE3D61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557EB-D1F6-4B25-96FC-F8F1C1F720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B6AA2B0-4216-4B07-8109-0A8A9C6005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VISE LE MEILLEUR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J’ATTEINS MA CIBLE COMME UN TIREUR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L'OBJECTIF DE MON VISEUR L'EXCELLENCE JE SUIS LE POURSUIVEUR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EXCELLENCE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DEVIENT MA PERFECTION SUR TERRE 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LA BALLE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SORT DE MA BOUCHE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PRENOMME : JE PERSÉVÈRE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L'ALPHA ET L'OMEGA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SANS FIN, UN HOMME MÉGA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J'EN SUIS FIER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PAS UN RENÉGAT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MANQUE D'EXCELLENCE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LA MÉDIOCRITÉ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SPONSORISE TA CONSCIENCE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UN MÉDIUM QUI SE DIRAIT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CHRÉTIEN AVANT SON ENFANCE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DISCIPLE DOIT SUIVRE ET IMITER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MENTOR EST UN SUIVEUR À IMITER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DÉLIMITER LA FRONTIÈRE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MERCENAIRES IRRITÉS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COURS CETTE COURSE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POUR UNE BOURSE OU UN TITRE 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GAIN N'EST PAS MA SOURCE REGARDE DANS LES ÉPITRES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 DE VICTOIRE, CRI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VICTOIRE  CRI DE VICTOIRE,CRI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VICTOIRE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PREMIER AVERTISSEMENT DEUX 9.3 LE DÉPARTEMENT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ALLIANCE APPARTENANT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TRÈS-HAUT LE SEUL DÉTENANT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VICTOIRE ENTRE SES 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HISTOIRE SUIT SON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PASSÉ EST MON DEMAIN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RESTE UN ÊTRE HUMAIN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RIMES SACCADÉES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FLOT TECHNIQUE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KOSSI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MARQUA LES ESPRITS ETHNIQUES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SAUVA LES PARALYTIQUES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 DE VICTOIRE EN EFFET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CETTE MUSIQUE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GARDE MA RESPIRATION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REÇOIS MON INSPIRATION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EXPIRATION DES TOXINES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COURSE UNE ENDURANCE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EST UN 100 MÈTRES HAIE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 METTRE EN PEINE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L'ADVERSAIRE QUI ME HAIT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MÈNE LE BON COMBAT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MERCI CONTRE LES FAUX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L'EFFET DE MON EFFORT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FAIT SANS DÉFAUT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 EN ALLIANCE AVEC CHRIST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MANIE MA LANCE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 CRISPENT LES RELIGIEUX 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RELIGION NE SAUVE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POSSIBLE DE TROUVER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AIGUILLE DANS UNE BOTTE DE FOIN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IMPOSSIBLE DE TROUVER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BOTTE DE FOIN DANS UNE AIGUILLE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COMME ALLER VERS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PASSER PAR LE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CONSCIENCE EST MA BOUSSOLE C'EST ELLE QUI M'AIGUILLE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NOURRIS DU SON J'AIME LE LAIT COMME UN NOURRISSON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L'ESSENTIEL N'EST PAS DANS LACTEL MAIS EN L‘ÉTERNEL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BEAT FRAPPE FORT, TE MARTÈLE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S'ENFONCE COMME UN CLOU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L'HEURE DE CRUCIFIER TA CHAIR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T’ES FORT HEIN 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OUAIS JE SUIS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tabLst>
                <a:tab pos="2876550" algn="l"/>
              </a:tabLst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CHRÉTIEN NÉ DE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QU’IL EST FORT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610</Words>
  <Application>Microsoft Office PowerPoint</Application>
  <PresentationFormat>On-screen Show (4:3)</PresentationFormat>
  <Paragraphs>3402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Franklin Gothic Medium</vt:lpstr>
      <vt:lpstr>Arial</vt:lpstr>
      <vt:lpstr>Calibri</vt:lpstr>
      <vt:lpstr>Default Design</vt:lpstr>
      <vt:lpstr>JE VISE LE MEILLEUR  J’ATTEINS MA CIBLE COMME UN TIREUR</vt:lpstr>
      <vt:lpstr>L'OBJECTIF DE MON VISEUR L'EXCELLENCE JE SUIS LE POURSUIVEUR</vt:lpstr>
      <vt:lpstr>SON EXCELLENCE  DEVIENT MA PERFECTION SUR TERRE  </vt:lpstr>
      <vt:lpstr>LE NOM DE LA BALLE QUI SORT DE MA BOUCHE</vt:lpstr>
      <vt:lpstr>SE PRENOMME : JE PERSÉVÈRE</vt:lpstr>
      <vt:lpstr>IL EST L'ALPHA ET L'OMEGA IL EST SANS FIN, UN HOMME MÉGA </vt:lpstr>
      <vt:lpstr>JÉSUS J'EN SUIS FIER JE NE SUIS PAS UN RENÉGAT</vt:lpstr>
      <vt:lpstr>LE MANQUE D'EXCELLENCE </vt:lpstr>
      <vt:lpstr>C'EST LA MÉDIOCRITÉ QUI SPONSORISE TA CONSCIENCE</vt:lpstr>
      <vt:lpstr>OU UN MÉDIUM QUI SE DIRAIT  CHRÉTIEN AVANT SON ENFANCE</vt:lpstr>
      <vt:lpstr>UN DISCIPLE DOIT SUIVRE ET IMITER UN MENTOR EST UN SUIVEUR À IMITER</vt:lpstr>
      <vt:lpstr>DÉLIMITER LA FRONTIÈRE DES MERCENAIRES IRRITÉS</vt:lpstr>
      <vt:lpstr>JE COURS CETTE COURSE NON POUR UNE BOURSE OU UN TITRE  </vt:lpstr>
      <vt:lpstr>LE GAIN N'EST PAS MA SOURCE REGARDE DANS LES ÉPITRES</vt:lpstr>
      <vt:lpstr>CRI DE VICTOIRE, CRI CRI DE VICTOIRE  CRI DE VICTOIRE,CRI CRI DE VICTOIRE </vt:lpstr>
      <vt:lpstr>UN PREMIER AVERTISSEMENT DEUX 9.3 LE DÉPARTEMENT</vt:lpstr>
      <vt:lpstr>MON ALLIANCE APPARTENANT AU TRÈS-HAUT LE SEUL DÉTENANT </vt:lpstr>
      <vt:lpstr>MA VICTOIRE ENTRE SES MAINS MON HISTOIRE SUIT SON CHEMIN</vt:lpstr>
      <vt:lpstr>SON PASSÉ EST MON DEMAIN  JE RESTE UN ÊTRE HUMAIN</vt:lpstr>
      <vt:lpstr>DES RIMES SACCADÉES  UN FLOT TECHNIQUE </vt:lpstr>
      <vt:lpstr>KOSSI MARQUA LES ESPRITS ETHNIQUES </vt:lpstr>
      <vt:lpstr>MON SAUVEUR SAUVA LES PARALYTIQUES</vt:lpstr>
      <vt:lpstr>CRI DE VICTOIRE EN EFFET SUR CETTE MUSIQUE</vt:lpstr>
      <vt:lpstr>JE GARDE MA RESPIRATION  JE REÇOIS MON INSPIRATION</vt:lpstr>
      <vt:lpstr>EXPIRATION DES TOXINES MA COURSE UNE ENDURANCE  </vt:lpstr>
      <vt:lpstr>MA VIE EST UN 100 MÈTRES HAIE</vt:lpstr>
      <vt:lpstr>SANS ME METTRE EN PEINE DE L'ADVERSAIRE QUI ME HAIT</vt:lpstr>
      <vt:lpstr>CAR JE MÈNE LE BON COMBAT SANS MERCI CONTRE LES FAUX </vt:lpstr>
      <vt:lpstr>L'EFFET DE MON EFFORT SE FAIT SANS DÉFAUT</vt:lpstr>
      <vt:lpstr>  EN ALLIANCE AVEC CHRIST JE MANIE MA LANCE </vt:lpstr>
      <vt:lpstr>ET SE CRISPENT LES RELIGIEUX  LA RELIGION NE SAUVE PAS</vt:lpstr>
      <vt:lpstr>IL EST POSSIBLE DE TROUVER UNE AIGUILLE DANS UNE BOTTE DE FOIN </vt:lpstr>
      <vt:lpstr>MAIS IMPOSSIBLE DE TROUVER UNE BOTTE DE FOIN DANS UNE AIGUILLE</vt:lpstr>
      <vt:lpstr>C'EST COMME ALLER VERS DIEU SANS PASSER PAR LE CHEMIN</vt:lpstr>
      <vt:lpstr>MA CONSCIENCE EST MA BOUSSOLE C'EST ELLE QUI M'AIGUILLE</vt:lpstr>
      <vt:lpstr>JE ME NOURRIS DU SON J'AIME LE LAIT COMME UN NOURRISSON </vt:lpstr>
      <vt:lpstr>L'ESSENTIEL N'EST PAS DANS LACTEL MAIS EN L‘ÉTERNEL </vt:lpstr>
      <vt:lpstr>LE BEAT FRAPPE FORT, TE MARTÈLE ET S'ENFONCE COMME UN CLOU </vt:lpstr>
      <vt:lpstr>IL EST L'HEURE DE CRUCIFIER TA CHAIR</vt:lpstr>
      <vt:lpstr>T’ES FORT HEIN ? OUAIS JE SUIS FORT</vt:lpstr>
      <vt:lpstr>UN CHRÉTIEN NÉ DE NOUVEAU  SAIT TOUJOURS QU’IL EST FORT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2002-08-17T10:50:50Z</dcterms:created>
  <dcterms:modified xsi:type="dcterms:W3CDTF">2012-12-29T17:28:00Z</dcterms:modified>
</cp:coreProperties>
</file>