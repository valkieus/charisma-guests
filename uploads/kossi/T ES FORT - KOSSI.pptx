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0" r:id="rId4"/>
    <p:sldId id="269" r:id="rId5"/>
    <p:sldId id="261" r:id="rId6"/>
    <p:sldId id="262" r:id="rId7"/>
    <p:sldId id="263" r:id="rId8"/>
    <p:sldId id="264" r:id="rId9"/>
    <p:sldId id="270" r:id="rId10"/>
    <p:sldId id="265" r:id="rId11"/>
    <p:sldId id="271" r:id="rId12"/>
    <p:sldId id="267" r:id="rId13"/>
    <p:sldId id="272" r:id="rId14"/>
    <p:sldId id="27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3DD2D4AE-7AC7-4B4C-825D-4ECAD9DD72B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A1C976-A836-4E56-9845-32699217F4A1}" type="slidenum">
              <a:rPr lang="fr-FR" smtClean="0">
                <a:ea typeface="ＭＳ Ｐゴシック" pitchFamily="34" charset="-128"/>
              </a:rPr>
              <a:pPr/>
              <a:t>1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FEC65E-AEA9-4976-9700-B0EF1D215AE3}" type="slidenum">
              <a:rPr lang="fr-FR" smtClean="0">
                <a:ea typeface="ＭＳ Ｐゴシック" pitchFamily="34" charset="-128"/>
              </a:rPr>
              <a:pPr/>
              <a:t>2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ACAC8C-4F10-4F88-90BF-3753ADA9A59D}" type="slidenum">
              <a:rPr lang="fr-FR" smtClean="0">
                <a:ea typeface="ＭＳ Ｐゴシック" pitchFamily="34" charset="-128"/>
              </a:rPr>
              <a:pPr/>
              <a:t>3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83284A-509B-4239-92F3-C13D40EED101}" type="slidenum">
              <a:rPr lang="fr-FR" smtClean="0">
                <a:ea typeface="ＭＳ Ｐゴシック" pitchFamily="34" charset="-128"/>
              </a:rPr>
              <a:pPr/>
              <a:t>4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38BF7B-E0D7-49B7-BA1D-331B194303AC}" type="slidenum">
              <a:rPr lang="fr-FR" smtClean="0">
                <a:ea typeface="ＭＳ Ｐゴシック" pitchFamily="34" charset="-128"/>
              </a:rPr>
              <a:pPr/>
              <a:t>5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AB193D-CE8C-48E1-A744-FA2C654CE811}" type="slidenum">
              <a:rPr lang="fr-FR" smtClean="0">
                <a:ea typeface="ＭＳ Ｐゴシック" pitchFamily="34" charset="-128"/>
              </a:rPr>
              <a:pPr/>
              <a:t>6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78190E-BE1A-46AF-B631-7F0654AB224F}" type="slidenum">
              <a:rPr lang="fr-FR" smtClean="0">
                <a:ea typeface="ＭＳ Ｐゴシック" pitchFamily="34" charset="-128"/>
              </a:rPr>
              <a:pPr/>
              <a:t>7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93D0C9-BEF4-4E36-AE43-518CE03AB680}" type="slidenum">
              <a:rPr lang="fr-FR" smtClean="0">
                <a:ea typeface="ＭＳ Ｐゴシック" pitchFamily="34" charset="-128"/>
              </a:rPr>
              <a:pPr/>
              <a:t>8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2353D1-1D47-4A7E-8A0E-039749ADA462}" type="slidenum">
              <a:rPr lang="fr-FR" smtClean="0">
                <a:ea typeface="ＭＳ Ｐゴシック" pitchFamily="34" charset="-128"/>
              </a:rPr>
              <a:pPr/>
              <a:t>9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A714B7-7C69-43BB-91F6-2E1E55F1213A}" type="slidenum">
              <a:rPr lang="fr-FR" smtClean="0">
                <a:ea typeface="ＭＳ Ｐゴシック" pitchFamily="34" charset="-128"/>
              </a:rPr>
              <a:pPr/>
              <a:t>10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56D355-1FC8-4D6A-9618-7F3E5395DF10}" type="slidenum">
              <a:rPr lang="fr-FR" smtClean="0">
                <a:ea typeface="ＭＳ Ｐゴシック" pitchFamily="34" charset="-128"/>
              </a:rPr>
              <a:pPr/>
              <a:t>11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513E32-C886-43CA-9B68-6B50B0DA50D6}" type="slidenum">
              <a:rPr lang="fr-FR" smtClean="0">
                <a:ea typeface="ＭＳ Ｐゴシック" pitchFamily="34" charset="-128"/>
              </a:rPr>
              <a:pPr/>
              <a:t>12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759118-FA9C-4AD8-BD5B-3E04E80FF75B}" type="slidenum">
              <a:rPr lang="fr-FR" smtClean="0">
                <a:ea typeface="ＭＳ Ｐゴシック" pitchFamily="34" charset="-128"/>
              </a:rPr>
              <a:pPr/>
              <a:t>13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3D718C-CB1D-40C7-83AC-E1FEC965FB30}" type="slidenum">
              <a:rPr lang="fr-FR" smtClean="0">
                <a:ea typeface="ＭＳ Ｐゴシック" pitchFamily="34" charset="-128"/>
              </a:rPr>
              <a:pPr/>
              <a:t>14</a:t>
            </a:fld>
            <a:endParaRPr lang="fr-FR" smtClean="0">
              <a:ea typeface="ＭＳ Ｐゴシック" pitchFamily="34" charset="-128"/>
            </a:endParaRPr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9A7641-902F-4BD5-8035-BFEAF7FAF1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884140-C90B-492A-BC4F-8C870B6A84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7BE79-2A47-4D82-8940-420AB6ADED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87D56-ADFA-4178-A585-07B693DB5E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DEAD5-CC1C-4E68-8D4E-71EEFDBF6F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D514E-1228-4FF6-8FE1-F2CBDD8C88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BBDFE-A216-4B0F-A2A8-1722D11EC0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C2F23-04B7-4269-9C59-8EF70F4749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B4869-B96B-4715-BC19-98F19C1E7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DB728-332C-4C6F-AE5A-14244675FA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BAB95-9707-442D-B1E4-E54A710D05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105" charset="-128"/>
              </a:defRPr>
            </a:lvl1pPr>
          </a:lstStyle>
          <a:p>
            <a:pPr>
              <a:defRPr/>
            </a:pPr>
            <a:fld id="{5BA0368B-05A9-49F4-A2C7-DDC7187E1E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T'ES FORT HEIN 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OUAIS, J’SUIS FORT</a:t>
            </a:r>
          </a:p>
          <a:p>
            <a:pPr algn="ctr">
              <a:lnSpc>
                <a:spcPct val="110000"/>
              </a:lnSpc>
            </a:pPr>
            <a:endParaRPr lang="fr-FR" sz="2800"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NE TE CONFORME PAS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AU SIÈCLE PRÉSENT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RÉCENT LES GENS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AU DÉSIR MÉCHANT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MAUVAIS PENCHANT DANS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LEUR CŒUR INFLUENÇANT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LA SOCIÉTÉ OFFENSANT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LES VALEURS DE MON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DIEU MON PARENT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APPAREMMENT TES SENTIMENTS SONT CORROMPUS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CECI S'APPELLE DÉTOURNEMENT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RESTE FORT HEIN?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COMME JOSUÉ FORTIFIE-TOI PUISSAMMENT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JE CONFESSE LA PAROLE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QUI EST L'ALIMENT DE MON ESPRIT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MA FOI RESTE L'INSTRUMENT J'APPELLE LES CHRÉTIENS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AU RALLIEMENT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FORCE, COURAGE, REPRÉSENTONS CHRIST UNANIMEMENT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RENIEMENT DE PIERRE : REPENTANCE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IL PLEURA AMÈREMENT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JUDAS TOURNE LE DOS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IL MANQUE UN DISCIPLE : REMANIEMENT !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ABANDONNER LE SENTIER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C'EST LE CHÂTIMENT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PRIER SANS CESSE INTENSÉMENT AMENER SA VOLONTÉ SUR TERRE : ACCOMPLISSEMENT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AJOUTE TA PIERRE À L'ÉDIFICE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PAS POUR UN BÂTIMENT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TU ES PUISSANT, COURAGEUX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FORT, UN CHRÉTIEN EXCELLENT !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T'ES FORT HEIN 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OUAIS, J’SUIS FORT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 UN CHRÉTIEN NÉ DE NOUVEAU SAIT TOUJOURS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QU'IL EST FORT</a:t>
            </a:r>
          </a:p>
          <a:p>
            <a:pPr algn="ctr">
              <a:lnSpc>
                <a:spcPct val="110000"/>
              </a:lnSpc>
            </a:pPr>
            <a:endParaRPr lang="fr-FR" sz="28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N'ABANDONNE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JAMAIS TA MISSION, VISION,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PUISSIONS ARRIVER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À DESTINATION SANS GUERRE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DE SÉCESSION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UNE NATION DONNÉE PAR LE DIEU DE LA CRÉATION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L'UNION FAIT LA FORCE :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UNISSONS, MUNISSONS-NOUS DE SON ONCTION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OPPOSITION À L'IMPOSITION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DU MAL, RÉSURRECTION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JÉSUS VIT MON CHEF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DE MA SECTION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ORIGINAIRE DE SION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JE SUIS SON SERVITEUR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TEL EST MON INTENTION !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OMNIPRÉSENT, OMNIPOTENT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C'EST PAS UNE IMPRESSION : J.E.S.U.S MON MAITRE GARDE TOUJOURS SA POSITION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RÉSISTE A LA PRESSION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FAIT SENSATION, PRENDS POSSESSION DE TON AVENIR PAR LA PAROLE :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FAIS DES CONFESSIONS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DÉCLARATION VIENT L'OBTENTION JUBILATION, ÉLÉVATION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LA PROMOTION FRAPPE A TA PORTE : SATISFACTION !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INTERDICTION D'ÊTRE FAIBLE SOIS FORT : C’EST UNE INSTRUCTION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LÈVE- TOI,  BATS-TOI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ASSUME TON DESSEIN D'ÉLECTION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T'ES FORT HEIN 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OUAIS, J’SUIS FORT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 UN CHRÉTIEN NÉ DE NOUVEAU SAIT TOUJOURS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QU'IL EST FORT</a:t>
            </a:r>
          </a:p>
          <a:p>
            <a:pPr algn="ctr">
              <a:lnSpc>
                <a:spcPct val="110000"/>
              </a:lnSpc>
            </a:pPr>
            <a:endParaRPr lang="fr-FR" sz="28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IL FAUT TOUS NOUS OPPOSER AUX STRATÉGIES DE L'ADVERSAIRE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DÉCOMPOSER LES MAUVAISES PENSÉES ET SUGGESTIONS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QU’IL VEUT NOUS PROPOSER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NOUS DEVONS OSER CONNAITRE SON PLAN, SA RUSE CAR DANS OSÉE LE PEUPLE EST DÉTRUIT PAR MANQUE DE CONNAISSANCE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EXPOSER SES MAUVAIS DESSEINS DÉSIRS ET DÉPOSER NOS VALEURS ET CONVICTIONS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SE REPOSER DANS LE REPOS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DE LA FOI AFIN QUE ÇA CHANGE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S'INTERPOSER À L'INCRÉDULITÉ  QUI DONNE LA NAUSÉE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T'ES FORT HEIN 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OUAIS, J’SUIS FORT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 UN CHRÉTIEN NÉ DE NOUVEAU SAIT TOUJOURS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latin typeface="Arial Black" pitchFamily="34" charset="0"/>
              </a:rPr>
              <a:t>QU'IL EST 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342</Words>
  <Application>Microsoft Office PowerPoint</Application>
  <PresentationFormat>On-screen Show (4:3)</PresentationFormat>
  <Paragraphs>92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Franklin Gothic Medium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CTK</cp:lastModifiedBy>
  <cp:revision>66</cp:revision>
  <dcterms:created xsi:type="dcterms:W3CDTF">2011-01-30T08:54:46Z</dcterms:created>
  <dcterms:modified xsi:type="dcterms:W3CDTF">2012-07-08T03:11:21Z</dcterms:modified>
</cp:coreProperties>
</file>