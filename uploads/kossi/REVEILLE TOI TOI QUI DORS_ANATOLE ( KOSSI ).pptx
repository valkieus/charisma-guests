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8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1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70" r:id="rId2"/>
    <p:sldId id="271" r:id="rId3"/>
    <p:sldId id="272" r:id="rId4"/>
    <p:sldId id="273" r:id="rId5"/>
    <p:sldId id="274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99" r:id="rId30"/>
    <p:sldId id="300" r:id="rId31"/>
    <p:sldId id="301" r:id="rId32"/>
    <p:sldId id="302" r:id="rId33"/>
    <p:sldId id="303" r:id="rId34"/>
    <p:sldId id="304" r:id="rId35"/>
    <p:sldId id="305" r:id="rId36"/>
    <p:sldId id="306" r:id="rId37"/>
    <p:sldId id="322" r:id="rId38"/>
    <p:sldId id="323" r:id="rId39"/>
    <p:sldId id="307" r:id="rId40"/>
    <p:sldId id="308" r:id="rId41"/>
    <p:sldId id="309" r:id="rId42"/>
    <p:sldId id="310" r:id="rId43"/>
    <p:sldId id="311" r:id="rId44"/>
    <p:sldId id="312" r:id="rId45"/>
    <p:sldId id="313" r:id="rId46"/>
    <p:sldId id="314" r:id="rId47"/>
    <p:sldId id="316" r:id="rId48"/>
    <p:sldId id="317" r:id="rId49"/>
    <p:sldId id="318" r:id="rId50"/>
    <p:sldId id="319" r:id="rId51"/>
    <p:sldId id="320" r:id="rId52"/>
    <p:sldId id="321" r:id="rId5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54" autoAdjust="0"/>
    <p:restoredTop sz="50554" autoAdjust="0"/>
  </p:normalViewPr>
  <p:slideViewPr>
    <p:cSldViewPr>
      <p:cViewPr>
        <p:scale>
          <a:sx n="30" d="100"/>
          <a:sy n="30" d="100"/>
        </p:scale>
        <p:origin x="-426" y="-1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1D1E8F62-A710-4874-827E-6F2DCD653586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72F0DA0E-8D35-4FAC-93FA-0A25B9F833EF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J'EVEILLE MA CONSCIENCE CAR MA FOI EST UN ESCALATOR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MAIS AVEC LE FIL DU TEMPS JE RACOMMODE MON AVENIR.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47-  LE FER AIGUISE LE FER L'ENFER AIGUISE LA CHAIR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890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911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921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931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942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952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962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972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983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993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003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013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024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MA VIE EST UNE ÉCLIPSE JE SORS  DE L'OMBRE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VERS LA LUMIÈRE CAR L'OMBRE JE L'ÉCLIPSE.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SUIS LA LUMIÈRE JE ME GARDE ET JE VEILLE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POUR MOI LA NUIT N'EST PLUS NOIRE MAIS ELLE DEVIENT BLANCHE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QUI M'AMÈNE AU PROCHAIN NIVEAU QUI EST LE NIVEAU D'UN MENTOR.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LE MONDE VEUT M'ADOPTER MAIS JE NE SUIS PAS ORPHELIN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 J'AI UNE ÉGLISE ET C'EST ELLE QUI EST MA MÈRE.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 TOUT EST PAR SA GRACE.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AVEC DIEU JE N'AI AUCUN POINT FAIBLE.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T'ÉCRASE AVEC MON TALON QUI N'EST PAS CELUI D'ACHILLE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SUIS COMME UNE AIGUILLE SUR UNE MONTRE J'INDIQUE LE TEMPS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DIEU EST MON SEUL REFUGE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J''ÉTAIS UN PEU GAUCHE AVANT D'ÊTRE ADROIT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VISE LE CENTRE CAR JE SUIS SÛR D'ATTEINDRE MA CIBLE.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TES TRADITIONS ENTRETIENNENT TA RELIGIOSITÉ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MAIS TON CŒUR ENTRETIEN UNE RELATION ET C'EST UNE VÉRITÉ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ACTION OU VERITÉ, MA VÉRITÉ M'AMENE À L'ACTION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LÀ  OU LE MENSONGE LUI VEUT IMITER.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QUAND TON MENSONGE RANCARDE  LA VERITÉ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ELLE LUI POSE UN LAPIN ET LE MENTEUR EST IRRITÉ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DARWIN NOUS SORT QUE L'HOMME DESCEND DU SINGE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MON ARBRE GÉNÉALOGIQUE M'INDIQUE QUE DIEU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EST LE PÈRE ET MOI JE SUIS SON FILS.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IL EST MON REPÈRE JE RÉPERTORIE LE VRAI DU FAUX.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MAIS QUI T'A DIT QU IL Y A DE LA VÉRITÉ DANS LE MENSONGE?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LES GENS SONGENT MAIS MOI J'AI FAIS UN RÊVE!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35-  ENDORMI DES RÉALITÉS DU MONDE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36-  EN VÉRITÉ JE TE LE DIS AUCUN D'EUX NE LE SONDE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RÉVEILLE-TOI, TOI QUI DORS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39-  LA VIE EST COMME UN BUS L'ÉTERNITÉ LE TERMINUS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40-  CHOISIS TA DESTINATION AVANT D'ARRIVER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42-  LE CHEMIN DU PTS: PROSPÉRITÉ TRIOMPHE ET SUCCÈS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43-  CE MONDE EST PARSEMÉ DE TEST.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44-  A L'EXAMINATEUR TU RENDS TA COPIE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48-  FAIS ATTENTION LE PÉCHÉ DEVIENT TRANCHANT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49-  JE SUIS DÉTER A SUIVRE  SEUL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50-  LE FILS DE L'HOMME CELUI QU'ON  APPELLE LE FILS DU PERE.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51-  AVEC UN STYLE DE VIE DE PÉCHÉ  MÊME AVEC LE GPS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52-  TU NE TROUVERAS PAS LE PARADIS QUI T'EST CACHÉ.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034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4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MA VIE EST UNE ÉCLIPSE JE SORS  DE L'OMBRE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VERS LA LUMIÈRE CAR L'OMBRE JE L'ÉCLIPSE.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JE SUIS LA LUMIÈRE JE ME GARDE ET JE VEILLE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POUR MOI LA NUIT N'EST PLUS NOIRE MAIS ELLE DEVIENT BLANCHE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QUI M'AMÈNE AU PROCHAIN NIVEAU QUI EST LE NIVEAU D'UN MENTOR.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LE MONDE VEUT M'ADOPTER MAIS JE NE SUIS PAS ORPHELIN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 J'AI UNE ÉGLISE ET C'EST ELLE QUI EST MA MÈRE.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MER JE SURFE SUR LES VAGUES DE LA GRÂCE,JE VIS DANS LA GRACE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 TOUT EST PAR SA GRACE.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AVEC DIEU JE N'AI AUCUN POINT FAIBLE.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JE T'ÉCRASE AVEC MON TALON QUI N'EST PAS CELUI D'ACHILLE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JE SUIS COMME UNE AIGUILLE SUR UNE MONTRE J'INDIQUE LE TEMPS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DIEU EST MON SEUL REFUGE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J''ÉTAIS UN PEU GAUCHE AVANT D'ÊTRE ADROIT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JE VISE LE CENTRE CAR JE SUIS SÛR D'ATTEINDRE MA CIBLE. 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19-  RÉVEILLE-TOI, TOI QUI DORS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20-   N'ATTENDS PAS QUE LE SOMMEIL T'ENDORME  JUSQU'À L'AURORE..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TES TRADITIONS ENTRETIENNENT TA RELIGIOSITÉ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MAIS TON CŒUR ENTRETIEN UNE RELATION ET C'EST UNE VÉRITÉ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ACTION OU VERITÉ, MA VÉRITÉ M'AMENE À L'ACTION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LÀ  OU LE MENSONGE LUI VEUT IMITER.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QUAND TON MENSONGE RANCARDE  LA VERITÉ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ELLE LUI POSE UN LAPIN ET LE MENTEUR EST IRRITÉ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DARWIN NOUS SORT QUE L'HOMME DESCEND DU SINGE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MAIS PERSONNE LUI AS DIT  QU' UN SINGE PEUT DESCENDRE D'UN ARBRE.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MON ARBRE GÉNÉALOGIQUE M'INDIQUE QUE DIEU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EST LE PÈRE ET MOI JE SUIS SON FILS.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IL EST MON REPÈRE JE RÉPERTORIE LE VRAI DU FAUX.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MAIS QUI T'A DIT QU IL Y A DE LA VÉRITÉ DANS LE MENSONGE?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LES GENS SONGENT MAIS MOI J'AI FAIS UN RÊVE!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ILS SONT COINCÉS DANS LEUR CAUCHEMAR LEUR SOMMEIL EST UN PIÈGE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ENDORMI DES RÉALITÉS DU MONDE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EN VÉRITÉ JE TE LE DIS AUCUN D'EUX NE LE SONDE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37-  RÉVEILLE-TOI, TOI QUI DORS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38-   N'ATTENDS PAS QUE LE SOMMEIL T'ENDORME  JUSQU'À L'AURORE..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LA VIE EST COMME UN BUS L'ÉTERNITÉ LE TERMINUS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CHOISIS TA DESTINATION AVANT D'ARRIVER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UN TRAJET SANS GPS EST UNE TRAGÉDIE C'EST POUR ÇA QUE T'ES À L'OUEST.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LE CHEMIN DU PTS: PROSPÉRITÉ TRIOMPHE ET SUCCÈS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CE MONDE EST PARSEMÉ DE TEST.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A L'EXAMINATEUR TU RENDS TA COPIE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DIEU SEUL, JUGE NOS FAUTES ET TOMBE LE VERDICT: LE CIEL OU L'ENFER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CELA DÉPEND DE QUI A ÉTÉ TON CHEMIN PENDANT TA VIE SUR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48-  FAIS ATTENTION LE PÉCHÉ DEVIENT TRANCHANT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49-  JE SUIS DÉTER A SUIVRE  SEUL CHEMIN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50-  LE FILS DE L'HOMME CELUI QU'ON  APPELLE LE FILS DU PERE.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51-  AVEC UN STYLE DE VIE DE PÉCHÉ  MÊME AVEC LE GPS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52-  TU NE TROUVERAS PAS LE PARADIS QUI T'EST CACHÉ. 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044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54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MA VIE EST UNE ÉCLIPSE JE SORS  DE L'OMBRE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VERS LA LUMIÈRE CAR L'OMBRE JE L'ÉCLIPSE.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JE SUIS LA LUMIÈRE JE ME GARDE ET JE VEILLE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POUR MOI LA NUIT N'EST PLUS NOIRE MAIS ELLE DEVIENT BLANCHE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QUI M'AMÈNE AU PROCHAIN NIVEAU QUI EST LE NIVEAU D'UN MENTOR.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LE MONDE VEUT M'ADOPTER MAIS JE NE SUIS PAS ORPHELIN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 J'AI UNE ÉGLISE ET C'EST ELLE QUI EST MA MÈRE.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MER JE SURFE SUR LES VAGUES DE LA GRÂCE,JE VIS DANS LA GRACE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 TOUT EST PAR SA GRACE.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AVEC DIEU JE N'AI AUCUN POINT FAIBLE.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JE T'ÉCRASE AVEC MON TALON QUI N'EST PAS CELUI D'ACHILLE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JE SUIS COMME UNE AIGUILLE SUR UNE MONTRE J'INDIQUE LE TEMPS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DIEU EST MON SEUL REFUGE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J''ÉTAIS UN PEU GAUCHE AVANT D'ÊTRE ADROIT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JE VISE LE CENTRE CAR JE SUIS SÛR D'ATTEINDRE MA CIBLE. 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19-  RÉVEILLE-TOI, TOI QUI DORS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20-   N'ATTENDS PAS QUE LE SOMMEIL T'ENDORME  JUSQU'À L'AURORE..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TES TRADITIONS ENTRETIENNENT TA RELIGIOSITÉ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MAIS TON CŒUR ENTRETIEN UNE RELATION ET C'EST UNE VÉRITÉ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ACTION OU VERITÉ, MA VÉRITÉ M'AMENE À L'ACTION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LÀ  OU LE MENSONGE LUI VEUT IMITER.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QUAND TON MENSONGE RANCARDE  LA VERITÉ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ELLE LUI POSE UN LAPIN ET LE MENTEUR EST IRRITÉ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DARWIN NOUS SORT QUE L'HOMME DESCEND DU SINGE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MAIS PERSONNE LUI AS DIT  QU' UN SINGE PEUT DESCENDRE D'UN ARBRE.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MON ARBRE GÉNÉALOGIQUE M'INDIQUE QUE DIEU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EST LE PÈRE ET MOI JE SUIS SON FILS.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IL EST MON REPÈRE JE RÉPERTORIE LE VRAI DU FAUX.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MAIS QUI T'A DIT QU IL Y A DE LA VÉRITÉ DANS LE MENSONGE?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LES GENS SONGENT MAIS MOI J'AI FAIS UN RÊVE!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ILS SONT COINCÉS DANS LEUR CAUCHEMAR LEUR SOMMEIL EST UN PIÈGE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ENDORMI DES RÉALITÉS DU MONDE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EN VÉRITÉ JE TE LE DIS AUCUN D'EUX NE LE SONDE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37-  RÉVEILLE-TOI, TOI QUI DORS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38-   N'ATTENDS PAS QUE LE SOMMEIL T'ENDORME  JUSQU'À L'AURORE..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LA VIE EST COMME UN BUS L'ÉTERNITÉ LE TERMINUS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CHOISIS TA DESTINATION AVANT D'ARRIVER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UN TRAJET SANS GPS EST UNE TRAGÉDIE C'EST POUR ÇA QUE T'ES À L'OUEST.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LE CHEMIN DU PTS: PROSPÉRITÉ TRIOMPHE ET SUCCÈS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CE MONDE EST PARSEMÉ DE TEST.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A L'EXAMINATEUR TU RENDS TA COPIE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DIEU SEUL, JUGE NOS FAUTES ET TOMBE LE VERDICT: LE CIEL OU L'ENFER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CELA DÉPEND DE QUI A ÉTÉ TON CHEMIN PENDANT TA VIE SUR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48-  FAIS ATTENTION LE PÉCHÉ DEVIENT TRANCHANT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49-  JE SUIS DÉTER A SUIVRE  SEUL CHEMIN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50-  LE FILS DE L'HOMME CELUI QU'ON  APPELLE LE FILS DU PERE.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51-  AVEC UN STYLE DE VIE DE PÉCHÉ  MÊME AVEC LE GPS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52-  TU NE TROUVERAS PAS LE PARADIS QUI T'EST CACHÉ. 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054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64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MA VIE EST UNE ÉCLIPSE JE SORS  DE L'OMBRE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VERS LA LUMIÈRE CAR L'OMBRE JE L'ÉCLIPSE.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JE SUIS LA LUMIÈRE JE ME GARDE ET JE VEILLE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POUR MOI LA NUIT N'EST PLUS NOIRE MAIS ELLE DEVIENT BLANCHE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QUI M'AMÈNE AU PROCHAIN NIVEAU QUI EST LE NIVEAU D'UN MENTOR.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LE MONDE VEUT M'ADOPTER MAIS JE NE SUIS PAS ORPHELIN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 J'AI UNE ÉGLISE ET C'EST ELLE QUI EST MA MÈRE.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MER JE SURFE SUR LES VAGUES DE LA GRÂCE,JE VIS DANS LA GRACE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 TOUT EST PAR SA GRACE.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AVEC DIEU JE N'AI AUCUN POINT FAIBLE.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JE T'ÉCRASE AVEC MON TALON QUI N'EST PAS CELUI D'ACHILLE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JE SUIS COMME UNE AIGUILLE SUR UNE MONTRE J'INDIQUE LE TEMPS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DIEU EST MON SEUL REFUGE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J''ÉTAIS UN PEU GAUCHE AVANT D'ÊTRE ADROIT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JE VISE LE CENTRE CAR JE SUIS SÛR D'ATTEINDRE MA CIBLE. 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19-  RÉVEILLE-TOI, TOI QUI DORS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20-   N'ATTENDS PAS QUE LE SOMMEIL T'ENDORME  JUSQU'À L'AURORE..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TES TRADITIONS ENTRETIENNENT TA RELIGIOSITÉ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MAIS TON CŒUR ENTRETIEN UNE RELATION ET C'EST UNE VÉRITÉ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ACTION OU VERITÉ, MA VÉRITÉ M'AMENE À L'ACTION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LÀ  OU LE MENSONGE LUI VEUT IMITER.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QUAND TON MENSONGE RANCARDE  LA VERITÉ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ELLE LUI POSE UN LAPIN ET LE MENTEUR EST IRRITÉ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DARWIN NOUS SORT QUE L'HOMME DESCEND DU SINGE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MAIS PERSONNE LUI AS DIT  QU' UN SINGE PEUT DESCENDRE D'UN ARBRE.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MON ARBRE GÉNÉALOGIQUE M'INDIQUE QUE DIEU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EST LE PÈRE ET MOI JE SUIS SON FILS.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IL EST MON REPÈRE JE RÉPERTORIE LE VRAI DU FAUX.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MAIS QUI T'A DIT QU IL Y A DE LA VÉRITÉ DANS LE MENSONGE?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LES GENS SONGENT MAIS MOI J'AI FAIS UN RÊVE!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ILS SONT COINCÉS DANS LEUR CAUCHEMAR LEUR SOMMEIL EST UN PIÈGE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ENDORMI DES RÉALITÉS DU MONDE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EN VÉRITÉ JE TE LE DIS AUCUN D'EUX NE LE SONDE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37-  RÉVEILLE-TOI, TOI QUI DORS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38-   N'ATTENDS PAS QUE LE SOMMEIL T'ENDORME  JUSQU'À L'AURORE..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LA VIE EST COMME UN BUS L'ÉTERNITÉ LE TERMINUS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CHOISIS TA DESTINATION AVANT D'ARRIVER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UN TRAJET SANS GPS EST UNE TRAGÉDIE C'EST POUR ÇA QUE T'ES À L'OUEST.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LE CHEMIN DU PTS: PROSPÉRITÉ TRIOMPHE ET SUCCÈS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CE MONDE EST PARSEMÉ DE TEST.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A L'EXAMINATEUR TU RENDS TA COPIE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DIEU SEUL, JUGE NOS FAUTES ET TOMBE LE VERDICT: LE CIEL OU L'ENFER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CELA DÉPEND DE QUI A ÉTÉ TON CHEMIN PENDANT TA VIE SUR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48-  FAIS ATTENTION LE PÉCHÉ DEVIENT TRANCHANT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49-  JE SUIS DÉTER A SUIVRE  SEUL CHEMIN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50-  LE FILS DE L'HOMME CELUI QU'ON  APPELLE LE FILS DU PERE.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51-  AVEC UN STYLE DE VIE DE PÉCHÉ  MÊME AVEC LE GPS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52-  TU NE TROUVERAS PAS LE PARADIS QUI T'EST CACHÉ. 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065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5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MA VIE EST UNE ÉCLIPSE JE SORS  DE L'OMBRE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VERS LA LUMIÈRE CAR L'OMBRE JE L'ÉCLIPSE.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JE SUIS LA LUMIÈRE JE ME GARDE ET JE VEILLE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POUR MOI LA NUIT N'EST PLUS NOIRE MAIS ELLE DEVIENT BLANCHE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QUI M'AMÈNE AU PROCHAIN NIVEAU QUI EST LE NIVEAU D'UN MENTOR.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LE MONDE VEUT M'ADOPTER MAIS JE NE SUIS PAS ORPHELIN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 J'AI UNE ÉGLISE ET C'EST ELLE QUI EST MA MÈRE.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MER JE SURFE SUR LES VAGUES DE LA GRÂCE,JE VIS DANS LA GRACE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 TOUT EST PAR SA GRACE.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AVEC DIEU JE N'AI AUCUN POINT FAIBLE.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JE T'ÉCRASE AVEC MON TALON QUI N'EST PAS CELUI D'ACHILLE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JE SUIS COMME UNE AIGUILLE SUR UNE MONTRE J'INDIQUE LE TEMPS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DIEU EST MON SEUL REFUGE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J''ÉTAIS UN PEU GAUCHE AVANT D'ÊTRE ADROIT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JE VISE LE CENTRE CAR JE SUIS SÛR D'ATTEINDRE MA CIBLE. 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19-  RÉVEILLE-TOI, TOI QUI DORS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20-   N'ATTENDS PAS QUE LE SOMMEIL T'ENDORME  JUSQU'À L'AURORE..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TES TRADITIONS ENTRETIENNENT TA RELIGIOSITÉ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MAIS TON CŒUR ENTRETIEN UNE RELATION ET C'EST UNE VÉRITÉ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ACTION OU VERITÉ, MA VÉRITÉ M'AMENE À L'ACTION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LÀ  OU LE MENSONGE LUI VEUT IMITER.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QUAND TON MENSONGE RANCARDE  LA VERITÉ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ELLE LUI POSE UN LAPIN ET LE MENTEUR EST IRRITÉ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DARWIN NOUS SORT QUE L'HOMME DESCEND DU SINGE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MAIS PERSONNE LUI AS DIT  QU' UN SINGE PEUT DESCENDRE D'UN ARBRE.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MON ARBRE GÉNÉALOGIQUE M'INDIQUE QUE DIEU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EST LE PÈRE ET MOI JE SUIS SON FILS.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IL EST MON REPÈRE JE RÉPERTORIE LE VRAI DU FAUX.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MAIS QUI T'A DIT QU IL Y A DE LA VÉRITÉ DANS LE MENSONGE?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LES GENS SONGENT MAIS MOI J'AI FAIS UN RÊVE!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ILS SONT COINCÉS DANS LEUR CAUCHEMAR LEUR SOMMEIL EST UN PIÈGE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ENDORMI DES RÉALITÉS DU MONDE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EN VÉRITÉ JE TE LE DIS AUCUN D'EUX NE LE SONDE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37-  RÉVEILLE-TOI, TOI QUI DORS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38-   N'ATTENDS PAS QUE LE SOMMEIL T'ENDORME  JUSQU'À L'AURORE..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LA VIE EST COMME UN BUS L'ÉTERNITÉ LE TERMINUS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CHOISIS TA DESTINATION AVANT D'ARRIVER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UN TRAJET SANS GPS EST UNE TRAGÉDIE C'EST POUR ÇA QUE T'ES À L'OUEST.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LE CHEMIN DU PTS: PROSPÉRITÉ TRIOMPHE ET SUCCÈS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CE MONDE EST PARSEMÉ DE TEST.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A L'EXAMINATEUR TU RENDS TA COPIE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DIEU SEUL, JUGE NOS FAUTES ET TOMBE LE VERDICT: LE CIEL OU L'ENFER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CELA DÉPEND DE QUI A ÉTÉ TON CHEMIN PENDANT TA VIE SUR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48-  FAIS ATTENTION LE PÉCHÉ DEVIENT TRANCHANT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49-  JE SUIS DÉTER A SUIVRE  SEUL CHEMIN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50-  LE FILS DE L'HOMME CELUI QU'ON  APPELLE LE FILS DU PERE.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51-  AVEC UN STYLE DE VIE DE PÉCHÉ  MÊME AVEC LE GPS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52-  TU NE TROUVERAS PAS LE PARADIS QUI T'EST CACHÉ. 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075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85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MA VIE EST UNE ÉCLIPSE JE SORS  DE L'OMBRE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VERS LA LUMIÈRE CAR L'OMBRE JE L'ÉCLIPSE.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JE SUIS LA LUMIÈRE JE ME GARDE ET JE VEILLE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POUR MOI LA NUIT N'EST PLUS NOIRE MAIS ELLE DEVIENT BLANCHE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QUI M'AMÈNE AU PROCHAIN NIVEAU QUI EST LE NIVEAU D'UN MENTOR.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LE MONDE VEUT M'ADOPTER MAIS JE NE SUIS PAS ORPHELIN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 J'AI UNE ÉGLISE ET C'EST ELLE QUI EST MA MÈRE.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MER JE SURFE SUR LES VAGUES DE LA GRÂCE,JE VIS DANS LA GRACE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 TOUT EST PAR SA GRACE.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AVEC DIEU JE N'AI AUCUN POINT FAIBLE.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JE T'ÉCRASE AVEC MON TALON QUI N'EST PAS CELUI D'ACHILLE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JE SUIS COMME UNE AIGUILLE SUR UNE MONTRE J'INDIQUE LE TEMPS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DIEU EST MON SEUL REFUGE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NE M'APPELLE PAS RÉFUGIÉ POLITIQUE PARCE QUE JE VEUX  M'ASSEOIR A SA DROITE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J''ÉTAIS UN PEU GAUCHE AVANT D'ÊTRE ADROIT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JE VISE LE CENTRE CAR JE SUIS SÛR D'ATTEINDRE MA CIBLE. 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19-  RÉVEILLE-TOI, TOI QUI DORS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20-   N'ATTENDS PAS QUE LE SOMMEIL T'ENDORME  JUSQU'À L'AURORE..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TES TRADITIONS ENTRETIENNENT TA RELIGIOSITÉ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MAIS TON CŒUR ENTRETIEN UNE RELATION ET C'EST UNE VÉRITÉ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ACTION OU VERITÉ, MA VÉRITÉ M'AMENE À L'ACTION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LÀ  OU LE MENSONGE LUI VEUT IMITER.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QUAND TON MENSONGE RANCARDE  LA VERITÉ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ELLE LUI POSE UN LAPIN ET LE MENTEUR EST IRRITÉ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DARWIN NOUS SORT QUE L'HOMME DESCEND DU SINGE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MAIS PERSONNE LUI AS DIT  QU' UN SINGE PEUT DESCENDRE D'UN ARBRE.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MON ARBRE GÉNÉALOGIQUE M'INDIQUE QUE DIEU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EST LE PÈRE ET MOI JE SUIS SON FILS.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IL EST MON REPÈRE JE RÉPERTORIE LE VRAI DU FAUX.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MAIS QUI T'A DIT QU IL Y A DE LA VÉRITÉ DANS LE MENSONGE?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LES GENS SONGENT MAIS MOI J'AI FAIS UN RÊVE!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ILS SONT COINCÉS DANS LEUR CAUCHEMAR LEUR SOMMEIL EST UN PIÈGE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ENDORMI DES RÉALITÉS DU MONDE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36-  EN VÉRITÉ JE TE LE DIS AUCUN D'EUX NE LE SONDE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37-  RÉVEILLE-TOI, TOI QUI DORS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38-   N'ATTENDS PAS QUE LE SOMMEIL T'ENDORME  JUSQU'À L'AURORE..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39-  LA VIE EST COMME UN BUS L'ÉTERNITÉ LE TERMINUS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40-  CHOISIS TA DESTINATION AVANT D'ARRIVER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41-  UN TRAJET SANS GPS EST UNE TRAGÉDIE C'EST POUR ÇA QUE T'ES À L'OUEST.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42-  LE CHEMIN DU PTS: PROSPÉRITÉ TRIOMPHE ET SUCCÈS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43-  CE MONDE EST PARSEMÉ DE TEST.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44-  A L'EXAMINATEUR TU RENDS TA COPIE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45-  DIEU SEUL, JUGE NOS FAUTES ET TOMBE LE VERDICT: LE CIEL OU L'ENFER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46-  CELA DÉPEND DE QUI A ÉTÉ TON CHEMIN PENDANT TA VIE SUR TERRE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48-  FAIS ATTENTION LE PÉCHÉ DEVIENT TRANCHANT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49-  JE SUIS DÉTER A SUIVRE  SEUL CHEMIN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50-  LE FILS DE L'HOMME CELUI QU'ON  APPELLE LE FILS DU PERE.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51-  AVEC UN STYLE DE VIE DE PÉCHÉ  MÊME AVEC LE GPS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52-  TU NE TROUVERAS PAS LE PARADIS QUI T'EST CACHÉ. 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1085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MA VIE EST UNE ÉCLIPSE JE SORS  DE L'OMBRE</a:t>
            </a:r>
          </a:p>
          <a:p>
            <a:pPr>
              <a:defRPr/>
            </a:pPr>
            <a:r>
              <a:rPr lang="fr-FR" smtClean="0"/>
              <a:t>2-  VERS LA LUMIÈRE CAR L'OMBRE JE L'ÉCLIPSE.</a:t>
            </a:r>
          </a:p>
          <a:p>
            <a:pPr>
              <a:defRPr/>
            </a:pPr>
            <a:r>
              <a:rPr lang="fr-FR" smtClean="0"/>
              <a:t>3-  JE SUIS LA LUMIÈRE JE ME GARDE ET JE VEILLE</a:t>
            </a:r>
          </a:p>
          <a:p>
            <a:pPr>
              <a:defRPr/>
            </a:pPr>
            <a:r>
              <a:rPr lang="fr-FR" smtClean="0"/>
              <a:t>4-  POUR MOI LA NUIT N'EST PLUS NOIRE MAIS ELLE DEVIENT BLANCHE</a:t>
            </a:r>
          </a:p>
          <a:p>
            <a:pPr>
              <a:defRPr/>
            </a:pPr>
            <a:r>
              <a:rPr lang="fr-FR" smtClean="0"/>
              <a:t>5-  J'EVEILLE MA CONSCIENCE CAR MA FOI EST UN ESCALATOR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6-  QUI M'AMÈNE AU PROCHAIN NIVEAU QUI EST LE NIVEAU D'UN MENTOR.</a:t>
            </a:r>
          </a:p>
          <a:p>
            <a:pPr>
              <a:defRPr/>
            </a:pPr>
            <a:r>
              <a:rPr lang="fr-FR" smtClean="0"/>
              <a:t>7-  LE MONDE VEUT M'ADOPTER MAIS JE NE SUIS PAS ORPHELIN</a:t>
            </a:r>
          </a:p>
          <a:p>
            <a:pPr>
              <a:defRPr/>
            </a:pPr>
            <a:r>
              <a:rPr lang="fr-FR" smtClean="0"/>
              <a:t>8-   J'AI UNE ÉGLISE ET C'EST ELLE QUI EST MA MÈRE.</a:t>
            </a:r>
          </a:p>
          <a:p>
            <a:pPr>
              <a:defRPr/>
            </a:pPr>
            <a:r>
              <a:rPr lang="fr-FR" smtClean="0"/>
              <a:t>9-  EN MER JE SURFE SUR LES VAGUES DE LA GRÂCE,JE VIS DANS LA GRACE</a:t>
            </a:r>
          </a:p>
          <a:p>
            <a:pPr>
              <a:defRPr/>
            </a:pPr>
            <a:r>
              <a:rPr lang="fr-FR" smtClean="0"/>
              <a:t>10-   TOUT EST PAR SA GRACE.</a:t>
            </a:r>
          </a:p>
          <a:p>
            <a:pPr>
              <a:defRPr/>
            </a:pPr>
            <a:r>
              <a:rPr lang="fr-FR" smtClean="0"/>
              <a:t>11-  AVEC DIEU JE N'AI AUCUN POINT FAIBLE.</a:t>
            </a:r>
          </a:p>
          <a:p>
            <a:pPr>
              <a:defRPr/>
            </a:pPr>
            <a:r>
              <a:rPr lang="fr-FR" smtClean="0"/>
              <a:t>12-  JE T'ÉCRASE AVEC MON TALON QUI N'EST PAS CELUI D'ACHILLE</a:t>
            </a:r>
          </a:p>
          <a:p>
            <a:pPr>
              <a:defRPr/>
            </a:pPr>
            <a:r>
              <a:rPr lang="fr-FR" smtClean="0"/>
              <a:t>13-  JE SUIS COMME UNE AIGUILLE SUR UNE MONTRE J'INDIQUE LE TEMPS</a:t>
            </a:r>
          </a:p>
          <a:p>
            <a:pPr>
              <a:defRPr/>
            </a:pPr>
            <a:r>
              <a:rPr lang="fr-FR" smtClean="0"/>
              <a:t>14-  MAIS AVEC LE FIL DU TEMPS JE RACOMMODE MON AVENIR.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15-  DIEU EST MON SEUL REFUGE</a:t>
            </a:r>
          </a:p>
          <a:p>
            <a:pPr>
              <a:defRPr/>
            </a:pPr>
            <a:r>
              <a:rPr lang="fr-FR" smtClean="0"/>
              <a:t>16-  NE M'APPELLE PAS RÉFUGIÉ POLITIQUE PARCE QUE JE VEUX  M'ASSEOIR A SA DROITE</a:t>
            </a:r>
          </a:p>
          <a:p>
            <a:pPr>
              <a:defRPr/>
            </a:pPr>
            <a:r>
              <a:rPr lang="fr-FR" smtClean="0"/>
              <a:t>17-  J''ÉTAIS UN PEU GAUCHE AVANT D'ÊTRE ADROIT</a:t>
            </a:r>
          </a:p>
          <a:p>
            <a:pPr>
              <a:defRPr/>
            </a:pPr>
            <a:r>
              <a:rPr lang="fr-FR" smtClean="0"/>
              <a:t>18-  JE VISE LE CENTRE CAR JE SUIS SÛR D'ATTEINDRE MA CIBLE. 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19-  RÉVEILLE-TOI, TOI QUI DORS</a:t>
            </a:r>
          </a:p>
          <a:p>
            <a:pPr>
              <a:defRPr/>
            </a:pPr>
            <a:r>
              <a:rPr lang="fr-FR" smtClean="0"/>
              <a:t>	20-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TES TRADITIONS ENTRETIENNENT TA RELIGIOSITÉ</a:t>
            </a:r>
          </a:p>
          <a:p>
            <a:pPr>
              <a:defRPr/>
            </a:pPr>
            <a:r>
              <a:rPr lang="fr-FR" smtClean="0"/>
              <a:t>22-  MAIS TON CŒUR ENTRETIEN UNE RELATION ET C'EST UNE VÉRITÉ</a:t>
            </a:r>
          </a:p>
          <a:p>
            <a:pPr>
              <a:defRPr/>
            </a:pPr>
            <a:r>
              <a:rPr lang="fr-FR" smtClean="0"/>
              <a:t>23-  ACTION OU VERITÉ, MA VÉRITÉ M'AMENE À L'ACTION</a:t>
            </a:r>
          </a:p>
          <a:p>
            <a:pPr>
              <a:defRPr/>
            </a:pPr>
            <a:r>
              <a:rPr lang="fr-FR" smtClean="0"/>
              <a:t>24-  LÀ  OU LE MENSONGE LUI VEUT IMITER.</a:t>
            </a:r>
          </a:p>
          <a:p>
            <a:pPr>
              <a:defRPr/>
            </a:pPr>
            <a:r>
              <a:rPr lang="fr-FR" smtClean="0"/>
              <a:t>25-  QUAND TON MENSONGE RANCARDE  LA VERITÉ</a:t>
            </a:r>
          </a:p>
          <a:p>
            <a:pPr>
              <a:defRPr/>
            </a:pPr>
            <a:r>
              <a:rPr lang="fr-FR" smtClean="0"/>
              <a:t>26-  ELLE LUI POSE UN LAPIN ET LE MENTEUR EST IRRITÉ</a:t>
            </a:r>
          </a:p>
          <a:p>
            <a:pPr>
              <a:defRPr/>
            </a:pPr>
            <a:r>
              <a:rPr lang="fr-FR" smtClean="0"/>
              <a:t>27-  DARWIN NOUS SORT QUE L'HOMME DESCEND DU SINGE</a:t>
            </a:r>
          </a:p>
          <a:p>
            <a:pPr>
              <a:defRPr/>
            </a:pPr>
            <a:r>
              <a:rPr lang="fr-FR" smtClean="0"/>
              <a:t>28-  MAIS PERSONNE LUI AS DIT  QU' UN SINGE PEUT DESCENDRE D'UN ARBRE.</a:t>
            </a:r>
          </a:p>
          <a:p>
            <a:pPr>
              <a:defRPr/>
            </a:pPr>
            <a:r>
              <a:rPr lang="fr-FR" smtClean="0"/>
              <a:t>29-  MON ARBRE GÉNÉALOGIQUE M'INDIQUE QUE DIEU</a:t>
            </a:r>
          </a:p>
          <a:p>
            <a:pPr>
              <a:defRPr/>
            </a:pPr>
            <a:r>
              <a:rPr lang="fr-FR" smtClean="0"/>
              <a:t>30-  EST LE PÈRE ET MOI JE SUIS SON FILS.</a:t>
            </a:r>
          </a:p>
          <a:p>
            <a:pPr>
              <a:defRPr/>
            </a:pPr>
            <a:r>
              <a:rPr lang="fr-FR" smtClean="0"/>
              <a:t>31-  IL EST MON REPÈRE JE RÉPERTORIE LE VRAI DU FAUX.</a:t>
            </a:r>
          </a:p>
          <a:p>
            <a:pPr>
              <a:defRPr/>
            </a:pPr>
            <a:r>
              <a:rPr lang="fr-FR" smtClean="0"/>
              <a:t>32-  MAIS QUI T'A DIT QU IL Y A DE LA VÉRITÉ DANS LE MENSONGE?</a:t>
            </a:r>
          </a:p>
          <a:p>
            <a:pPr>
              <a:defRPr/>
            </a:pPr>
            <a:r>
              <a:rPr lang="fr-FR" smtClean="0"/>
              <a:t>33-  LES GENS SONGENT MAIS MOI J'AI FAIS UN RÊVE!</a:t>
            </a:r>
          </a:p>
          <a:p>
            <a:pPr>
              <a:defRPr/>
            </a:pPr>
            <a:r>
              <a:rPr lang="fr-FR" smtClean="0"/>
              <a:t>34-  ILS SONT COINCÉS DANS LEUR CAUCHEMAR LEUR SOMMEIL EST UN PIÈGE</a:t>
            </a:r>
          </a:p>
          <a:p>
            <a:pPr>
              <a:defRPr/>
            </a:pPr>
            <a:r>
              <a:rPr lang="fr-FR" smtClean="0"/>
              <a:t>35-  ENDORMI DES RÉALITÉS DU MONDE</a:t>
            </a:r>
          </a:p>
          <a:p>
            <a:pPr>
              <a:defRPr/>
            </a:pPr>
            <a:r>
              <a:rPr lang="fr-FR" smtClean="0"/>
              <a:t>36-  EN VÉRITÉ JE TE LE DIS AUCUN D'EUX NE LE SONDE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37-  RÉVEILLE-TOI, TOI QUI DORS</a:t>
            </a:r>
          </a:p>
          <a:p>
            <a:pPr>
              <a:defRPr/>
            </a:pPr>
            <a:r>
              <a:rPr lang="fr-FR" smtClean="0"/>
              <a:t>	38-   N'ATTENDS PAS QUE LE SOMMEIL T'ENDORME  JUSQU'À L'AURORE..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39-  LA VIE EST COMME UN BUS L'ÉTERNITÉ LE TERMINUS</a:t>
            </a:r>
          </a:p>
          <a:p>
            <a:pPr>
              <a:defRPr/>
            </a:pPr>
            <a:r>
              <a:rPr lang="fr-FR" smtClean="0"/>
              <a:t>40-  CHOISIS TA DESTINATION AVANT D'ARRIVER</a:t>
            </a:r>
          </a:p>
          <a:p>
            <a:pPr>
              <a:defRPr/>
            </a:pPr>
            <a:r>
              <a:rPr lang="fr-FR" smtClean="0"/>
              <a:t>41-  UN TRAJET SANS GPS EST UNE TRAGÉDIE C'EST POUR ÇA QUE T'ES À L'OUEST.</a:t>
            </a:r>
          </a:p>
          <a:p>
            <a:pPr>
              <a:defRPr/>
            </a:pPr>
            <a:r>
              <a:rPr lang="fr-FR" smtClean="0"/>
              <a:t>42-  LE CHEMIN DU PTS: PROSPÉRITÉ TRIOMPHE ET SUCCÈS</a:t>
            </a:r>
          </a:p>
          <a:p>
            <a:pPr>
              <a:defRPr/>
            </a:pPr>
            <a:r>
              <a:rPr lang="fr-FR" smtClean="0"/>
              <a:t>43-  CE MONDE EST PARSEMÉ DE TEST.</a:t>
            </a:r>
          </a:p>
          <a:p>
            <a:pPr>
              <a:defRPr/>
            </a:pPr>
            <a:r>
              <a:rPr lang="fr-FR" smtClean="0"/>
              <a:t>44-  A L'EXAMINATEUR TU RENDS TA COPIE</a:t>
            </a:r>
          </a:p>
          <a:p>
            <a:pPr>
              <a:defRPr/>
            </a:pPr>
            <a:r>
              <a:rPr lang="fr-FR" smtClean="0"/>
              <a:t>45-  DIEU SEUL, JUGE NOS FAUTES ET TOMBE LE VERDICT: LE CIEL OU L'ENFER</a:t>
            </a:r>
          </a:p>
          <a:p>
            <a:pPr>
              <a:defRPr/>
            </a:pPr>
            <a:r>
              <a:rPr lang="fr-FR" smtClean="0"/>
              <a:t>46-  CELA DÉPEND DE QUI A ÉTÉ TON CHEMIN PENDANT TA VIE SUR TERRE</a:t>
            </a:r>
          </a:p>
          <a:p>
            <a:pPr>
              <a:defRPr/>
            </a:pPr>
            <a:r>
              <a:rPr lang="fr-FR" smtClean="0"/>
              <a:t>47-  LE FER AIGUISE LE FER L'ENFER AIGUISE LA CHAIR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48-  FAIS ATTENTION LE PÉCHÉ DEVIENT TRANCHANT</a:t>
            </a:r>
          </a:p>
          <a:p>
            <a:pPr>
              <a:defRPr/>
            </a:pPr>
            <a:r>
              <a:rPr lang="fr-FR" smtClean="0"/>
              <a:t>49-  JE SUIS DÉTER A SUIVRE  SEUL CHEMIN</a:t>
            </a:r>
          </a:p>
          <a:p>
            <a:pPr>
              <a:defRPr/>
            </a:pPr>
            <a:r>
              <a:rPr lang="fr-FR" smtClean="0"/>
              <a:t>50-  LE FILS DE L'HOMME CELUI QU'ON  APPELLE LE FILS DU PERE.</a:t>
            </a:r>
          </a:p>
          <a:p>
            <a:pPr>
              <a:defRPr/>
            </a:pPr>
            <a:r>
              <a:rPr lang="fr-FR" smtClean="0"/>
              <a:t>51-  AVEC UN STYLE DE VIE DE PÉCHÉ  MÊME AVEC LE GPS</a:t>
            </a:r>
          </a:p>
          <a:p>
            <a:pPr>
              <a:defRPr/>
            </a:pPr>
            <a:r>
              <a:rPr lang="fr-FR" smtClean="0"/>
              <a:t>52-  TU NE TROUVERAS PAS LE PARADIS QUI T'EST CACHÉ. 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F4E70E-5348-42E6-8EB6-A044EFD6289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059E4F-20E8-4589-8E3F-9640CBCD08F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5ED218-9AB1-44BD-B827-27DB577858B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2C7B89-43F8-4741-B346-04188B3FE0A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5A2F5A-F8D6-44A3-B92F-3389EDF464F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88D9C8-459F-4C52-912E-E595E3ECB6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288C30-8443-4F38-8643-3272668FFC0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345FE1-1BE1-4848-A9A4-2AA811A553E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654702-BDCC-42CA-86E4-849AC84A256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E47DB5-BDCA-4CCC-9F09-2469395B6BE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2D106F-6170-4AF2-9DED-01B294B9E09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  <a:cs typeface="+mn-cs"/>
              </a:defRPr>
            </a:lvl1pPr>
          </a:lstStyle>
          <a:p>
            <a:pPr>
              <a:defRPr/>
            </a:pPr>
            <a:fld id="{276124C9-0059-4576-8EA2-DA0946E709F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VIE EST UNE ÉCLIPSE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SORS  DE L'OMBRE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VERS LA LUMIÈRE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L'OMBRE JE L'ÉCLIPSE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LA LUMIÈRE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ME GARDE ET JE VEILLE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MOI LA NUIT N'EST PLUS NOIRE MAIS ELLE DEVIENT BLANCHE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J‘ÉVEILLE MA CONSCIENCE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MA FOI EST UN ESCALATOR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M'AMÈNE AU PROCHAIN NIVEAU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EST LE NIVEAU D'UN MENTOR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MONDE VEUT M'ADOPTER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JE NE SUIS PAS ORPHELIN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J'AI UNE ÉGLISE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C'EST ELLE QUI EST MA MÈRE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MER JE SURFE SUR LES VAGUES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LA GRÂCE JE VIS DANS LA GRÂCE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TOUT EST PAR SA GRÂCE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DIEU JE N'AI AUCUN POINT FAIBLE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T'ÉCRASE AVEC MON TALON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N'EST PAS CELUI D'ACHILLE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COMME UNE AIGUILLE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UNE MONTRE J'INDIQUE LE TEMPS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AVEC LE FIL DU TEMPS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RACCOMMODE MON AVENIR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EST MON SEUL REFUGE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35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M'APPELLE PAS RÉFUGIÉ POLITIQUE PARCE QUE JE VEUX  M'ASSEOIR À SA DROITE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J'ÉTAIS UN PEU GAUCHE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AVANT D'ÊTRE ADROIT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VISE LE CENTRE CAR JE SUIS SÛR D'ATTEINDRE MA CIBLE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RÉVEILLE-TOI, TOI QUI DORS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N'ATTENDS PAS QUE LE SOMMEIL T'ENDORME  JUSQU'À L'AURORE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TES TRADITIONS ENTRETIENNENT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RELIGIOSITÉ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TON CŒUR ENTRETIENT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RELATION ET C'EST UNE VÉRITÉ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ACTION OU VÉRITÉ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VÉRITÉ M'AMÈNE À L'ACTION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LÀ OÙ LE MENSONGE LUI VEUT IMITER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TON MENSONGE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RANCARDE LA VÉRITÉ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ELLE LUI POSE UN LAPIN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LE MENTEUR EST IRRITÉ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DARWIN NOUS SORT QUE L'HOMME DESCEND DU SINGE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PERSONNE NE LUI A DIT QU' UN SINGE PEUT DESCENDRE D'UN ARBRE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ARBRE GÉNÉALOGIQUE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M'INDIQUE QUE DIEU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LE PÈRE ET MOI JE SUIS SON FILS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MON REPÈRE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JE RÉPERTORIE LE VRAI DU FAUX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QUI T'A DIT QU IL Y A DE LA VÉRITÉ DANS LE MENSONGE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GENS SONGENT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MOI J'AI FAIS UN RÊVE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37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ILS SONT COINCÉS DANS LEUR CAUCHEMAR LEUR SOMMEIL EST UN PIÈGE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ENDORMIS DES RÉALITÉS DU MONDE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VÉRITÉ JE TE LE DIS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AUCUN D'EUX NE LE SONDE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RÉVEILLE-TOI, TOI QUI DORS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N'ATTENDS PAS QUE LE SOMMEIL T'ENDORME JUSQU'À L'AURORE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VIE EST COMME UN BUS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L'ÉTERNITÉ LE TERMINUS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6558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CHOISIS TA DESTINATION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AVANT D'ARRIVER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38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TRAJET SANS GPS EST UNE TRAGÉDIE C'EST POUR ÇA QUE T'ES À L'OUEST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126558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CHEMIN DU PTS :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PROSPÉRITÉ, TRIOMPHE ET SUCCÈS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MONDE EST PARSEMÉ DE TESTS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L'EXAMINATEUR TU RENDS TA COPIE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SEUL, JUGE NOS FAUTES ET TOMBE LE VERDICT: LE CIEL OU L'ENFER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38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CELA DÉPEND DE QUI A ÉTÉ TON CHEMIN PENDANT TA VIE SUR TERRE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FER AIGUISE LE FER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L'ENFER AIGUISE LA CHAIR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FAIS ATTENTION LE PÉCHÉ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DEVIENT TRANCHANT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« DÉTER » À SUIVRE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SEUL CHEMIN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FILS DE L'HOMME CELUI QU'ON  APPELLE LE FILS DU PÈRE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UN STYLE DE VIE DE PÉCHÉ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MÊME AVEC LE GPS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5505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NE TROUVERAS PAS LE PARADIS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T'EST CACHÉ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897</TotalTime>
  <Words>1140</Words>
  <Application>Microsoft Office PowerPoint</Application>
  <PresentationFormat>On-screen Show (4:3)</PresentationFormat>
  <Paragraphs>5876</Paragraphs>
  <Slides>52</Slides>
  <Notes>52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52</vt:i4>
      </vt:variant>
    </vt:vector>
  </HeadingPairs>
  <TitlesOfParts>
    <vt:vector size="56" baseType="lpstr">
      <vt:lpstr>Franklin Gothic Medium</vt:lpstr>
      <vt:lpstr>Arial</vt:lpstr>
      <vt:lpstr>Calibri</vt:lpstr>
      <vt:lpstr>Default Design</vt:lpstr>
      <vt:lpstr>MA VIE EST UNE ÉCLIPSE  JE SORS  DE L'OMBRE</vt:lpstr>
      <vt:lpstr>VERS LA LUMIÈRE  CAR L'OMBRE JE L'ÉCLIPSE</vt:lpstr>
      <vt:lpstr>JE SUIS LA LUMIÈRE  JE ME GARDE ET JE VEILLE</vt:lpstr>
      <vt:lpstr>POUR MOI LA NUIT N'EST PLUS NOIRE MAIS ELLE DEVIENT BLANCHE</vt:lpstr>
      <vt:lpstr>J‘ÉVEILLE MA CONSCIENCE CAR MA FOI EST UN ESCALATOR </vt:lpstr>
      <vt:lpstr>QUI M'AMÈNE AU PROCHAIN NIVEAU QUI EST LE NIVEAU D'UN MENTOR</vt:lpstr>
      <vt:lpstr>LE MONDE VEUT M'ADOPTER  MAIS JE NE SUIS PAS ORPHELIN</vt:lpstr>
      <vt:lpstr> J'AI UNE ÉGLISE  ET C'EST ELLE QUI EST MA MÈRE</vt:lpstr>
      <vt:lpstr>EN MER JE SURFE SUR LES VAGUES DE LA GRÂCE JE VIS DANS LA GRÂCE</vt:lpstr>
      <vt:lpstr> TOUT EST PAR SA GRÂCE</vt:lpstr>
      <vt:lpstr>AVEC DIEU JE N'AI AUCUN POINT FAIBLE</vt:lpstr>
      <vt:lpstr>JE T'ÉCRASE AVEC MON TALON  QUI N'EST PAS CELUI D'ACHILLE</vt:lpstr>
      <vt:lpstr>JE SUIS COMME UNE AIGUILLE SUR UNE MONTRE J'INDIQUE LE TEMPS</vt:lpstr>
      <vt:lpstr>MAIS AVEC LE FIL DU TEMPS  JE RACCOMMODE MON AVENIR </vt:lpstr>
      <vt:lpstr>DIEU EST MON SEUL REFUGE</vt:lpstr>
      <vt:lpstr>NE M'APPELLE PAS RÉFUGIÉ POLITIQUE PARCE QUE JE VEUX  M'ASSEOIR À SA DROITE</vt:lpstr>
      <vt:lpstr>J'ÉTAIS UN PEU GAUCHE  AVANT D'ÊTRE ADROIT</vt:lpstr>
      <vt:lpstr>JE VISE LE CENTRE CAR JE SUIS SÛR D'ATTEINDRE MA CIBLE</vt:lpstr>
      <vt:lpstr>RÉVEILLE-TOI, TOI QUI DORS !</vt:lpstr>
      <vt:lpstr> N'ATTENDS PAS QUE LE SOMMEIL T'ENDORME  JUSQU'À L'AURORE</vt:lpstr>
      <vt:lpstr>TES TRADITIONS ENTRETIENNENT  TA RELIGIOSITÉ</vt:lpstr>
      <vt:lpstr>MAIS TON CŒUR ENTRETIENT UNE RELATION ET C'EST UNE VÉRITÉ</vt:lpstr>
      <vt:lpstr>ACTION OU VÉRITÉ MA VÉRITÉ M'AMÈNE À L'ACTION</vt:lpstr>
      <vt:lpstr>LÀ OÙ LE MENSONGE LUI VEUT IMITER</vt:lpstr>
      <vt:lpstr>QUAND TON MENSONGE   RANCARDE LA VÉRITÉ</vt:lpstr>
      <vt:lpstr>ELLE LUI POSE UN LAPIN  ET LE MENTEUR EST IRRITÉ</vt:lpstr>
      <vt:lpstr>DARWIN NOUS SORT QUE L'HOMME DESCEND DU SINGE</vt:lpstr>
      <vt:lpstr>MAIS PERSONNE NE LUI A DIT QU' UN SINGE PEUT DESCENDRE D'UN ARBRE</vt:lpstr>
      <vt:lpstr>MON ARBRE GÉNÉALOGIQUE  M'INDIQUE QUE DIEU</vt:lpstr>
      <vt:lpstr>EST LE PÈRE ET MOI JE SUIS SON FILS</vt:lpstr>
      <vt:lpstr>IL EST MON REPÈRE  JE RÉPERTORIE LE VRAI DU FAUX</vt:lpstr>
      <vt:lpstr>MAIS QUI T'A DIT QU IL Y A DE LA VÉRITÉ DANS LE MENSONGE ?</vt:lpstr>
      <vt:lpstr>LES GENS SONGENT  MAIS MOI J'AI FAIS UN RÊVE</vt:lpstr>
      <vt:lpstr>ILS SONT COINCÉS DANS LEUR CAUCHEMAR LEUR SOMMEIL EST UN PIÈGE</vt:lpstr>
      <vt:lpstr>ENDORMIS DES RÉALITÉS DU MONDE</vt:lpstr>
      <vt:lpstr>EN VÉRITÉ JE TE LE DIS  AUCUN D'EUX NE LE SONDE</vt:lpstr>
      <vt:lpstr>RÉVEILLE-TOI, TOI QUI DORS !</vt:lpstr>
      <vt:lpstr> N'ATTENDS PAS QUE LE SOMMEIL T'ENDORME JUSQU'À L'AURORE</vt:lpstr>
      <vt:lpstr>LA VIE EST COMME UN BUS L'ÉTERNITÉ LE TERMINUS</vt:lpstr>
      <vt:lpstr>CHOISIS TA DESTINATION  AVANT D'ARRIVER</vt:lpstr>
      <vt:lpstr>UN TRAJET SANS GPS EST UNE TRAGÉDIE C'EST POUR ÇA QUE T'ES À L'OUEST</vt:lpstr>
      <vt:lpstr>LE CHEMIN DU PTS :  PROSPÉRITÉ, TRIOMPHE ET SUCCÈS</vt:lpstr>
      <vt:lpstr>CE MONDE EST PARSEMÉ DE TESTS</vt:lpstr>
      <vt:lpstr>À L'EXAMINATEUR TU RENDS TA COPIE</vt:lpstr>
      <vt:lpstr>DIEU SEUL, JUGE NOS FAUTES ET TOMBE LE VERDICT: LE CIEL OU L'ENFER</vt:lpstr>
      <vt:lpstr>CELA DÉPEND DE QUI A ÉTÉ TON CHEMIN PENDANT TA VIE SUR TERRE</vt:lpstr>
      <vt:lpstr>LE FER AIGUISE LE FER L'ENFER AIGUISE LA CHAIR </vt:lpstr>
      <vt:lpstr>FAIS ATTENTION LE PÉCHÉ  DEVIENT TRANCHANT</vt:lpstr>
      <vt:lpstr>JE SUIS « DÉTER » À SUIVRE  SEUL CHEMIN</vt:lpstr>
      <vt:lpstr>LE FILS DE L'HOMME CELUI QU'ON  APPELLE LE FILS DU PÈRE</vt:lpstr>
      <vt:lpstr>AVEC UN STYLE DE VIE DE PÉCHÉ  MÊME AVEC LE GPS</vt:lpstr>
      <vt:lpstr>TU NE TROUVERAS PAS LE PARADIS  QUI T'EST CACHÉ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95</cp:revision>
  <dcterms:created xsi:type="dcterms:W3CDTF">2002-08-17T10:50:50Z</dcterms:created>
  <dcterms:modified xsi:type="dcterms:W3CDTF">2012-12-29T18:44:22Z</dcterms:modified>
</cp:coreProperties>
</file>