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12" r:id="rId2"/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340" r:id="rId29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8" r:id="rId37"/>
    <p:sldId id="349" r:id="rId38"/>
    <p:sldId id="350" r:id="rId39"/>
    <p:sldId id="351" r:id="rId4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44" autoAdjust="0"/>
    <p:restoredTop sz="55897" autoAdjust="0"/>
  </p:normalViewPr>
  <p:slideViewPr>
    <p:cSldViewPr>
      <p:cViewPr varScale="1">
        <p:scale>
          <a:sx n="59" d="100"/>
          <a:sy n="59" d="100"/>
        </p:scale>
        <p:origin x="-119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1206BB0B-B592-4FB4-BCFE-7D75BA65983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5D810575-E54A-4E7D-BA88-0DE8ED77FEE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MES FRÈRES, MES BRAVES MES FRÈRES, MES BRAVES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1-  MES FRÈRES, MES BRAVES NOTRE LIBERTÉ EST EN GARDAV'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2-  UNE SOCIÉTÉ SANS HOMMES C'EST UN CORPS SANS VIE, UN CADAVRE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3-  REGARDER DANS LES HAUTEURS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4-  MA FORCE VIENT D'EN HAUT ET NON D'AILLEURS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JE SUIS RECHARGÉ TEL UN VAINQUEUR EN ENFER, IL N'Y A PAS D'EXTINCTEUR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LE TATOUAGE DE TA VIE, C'EST TON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LES EXCUSES DANS LA VIE SONT POUR LES VAINCUS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TA CARTE VITALE AUX FUNÉRAILLES PERD SA SÉCU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LES LINGOTS D'OR SONT DÉNIGRÉS PAR LES ÉCUS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LES HOMMES D'HIER VOULAIENT DEVENIR COMME HERCULE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ET LES GARS AUJOURD'HUI, ILS SONT EN PE-JU (JUPE)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VISION, MISSION : LA DIRECTION POUR MA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13-  PRISE DE POSITION, À BAS L'OPPOSITION ! AUCUNE TRANSITION DANS MES ACTIONS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14-  SI TIGER WOODS VISITE L'IRAK C'EST QUE LA GUERRE DU GOLFE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LE GRAND TÉNOR DE TOUS LES ALTOS SOPRANO OU GANDOL FINI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MES FRÈRES, MES BRAVES CEUX QUI PORTENT LE BRASSARD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MES FRÈRES, MES BRAVES MES FRÈRES, MES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INTÉGRITÉ, CAPACITÉ BOULEVERSER CE MONDE JE VAIS T'INCITER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MATURITÉ, RESPONSABILITÉ L'HOMME S'Y EST PERDU, ATTEINT DE CÉCITÉ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LE CŒUR, MA FACE CACHÉE RANCŒUR, ILS S'Y SONT ATTACHÉS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MENTEURS, SOCIÉTÉ GÂCHÉE ON EN MEURT, MAIS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SI LE BOIS EST UN DIALECTE VOUS PARLEREZ LA LANGUE DE BOIS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SUR DOUZE AMIS, SACHE QUE L'UN D'ENTRE EUX SERA APPELÉ JUDAS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UN LEADER RESTE UN LEADER UN HOMME D'ACTION, ET NON UN BAVARD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OUI À MON ÉGARD TU L'ÉGARES ET REGARDE, POMPE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DIEU N'A QUE D'ÉGARD POUR LES GARS OU LES HOMMES BONS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L'ALPHA, L'OMEGA OMEGA SON 2ER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LE POINT DE DÉPART DE MES GARS EST D’ÊTRE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J'POURSUIS MON SENTIER ILS NE L'ONT PAS SENTI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ACHÈTE UN DENTIER, ON NE MORD PAS AVEC LES GENCIVES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EN BOURSE, J'INVESTIS SUR MA FOI C'EST UNE VALEUR MONTANTE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JE TENTE DE LA SAISIR DE MANIÈRE PERMANENTE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LA BALANCE DÉNONCE LE POIDS DES ACCUSATIONS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« L'AVENIR NOUS LE DIRA » POUR UN MAYA N'EST PLUS UN DICTON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37-  OÙ SONT MES FRÈRES, MES BRAVES CEUX QUI PORTENT LE BRASSARD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38-  MES FRÈRES, MES BRAVES CEUX QUI PORTENT LE BRASSARD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39-  MES FRÈRES, MES BRAVES MES FRÈRES, MES BRAVES</a:t>
            </a:r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MES FRÈRES, MES BRAVES NOTRE LIBERTÉ EST EN GARDAV' </a:t>
            </a:r>
          </a:p>
          <a:p>
            <a:r>
              <a:rPr lang="fr-FR" smtClean="0"/>
              <a:t>	2-  UNE SOCIÉTÉ SANS HOMMES C'EST UN CORPS SANS VIE, UN CADAVRE</a:t>
            </a:r>
          </a:p>
          <a:p>
            <a:r>
              <a:rPr lang="fr-FR" smtClean="0"/>
              <a:t>	3-  REGARDER DANS LES HAUTEURS </a:t>
            </a:r>
          </a:p>
          <a:p>
            <a:r>
              <a:rPr lang="fr-FR" smtClean="0"/>
              <a:t>	4-  MA FORCE VIENT D'EN HAUT ET NON D'AILLEURS  </a:t>
            </a:r>
          </a:p>
          <a:p>
            <a:r>
              <a:rPr lang="fr-FR" smtClean="0"/>
              <a:t>	5-  JE SUIS RECHARGÉ TEL UN VAINQUEUR EN ENFER, IL N'Y A PAS D'EXTINCTEUR</a:t>
            </a:r>
          </a:p>
          <a:p>
            <a:r>
              <a:rPr lang="fr-FR" smtClean="0"/>
              <a:t>	6-  LE TATOUAGE DE TA VIE, C'EST TON VÉCU</a:t>
            </a:r>
          </a:p>
          <a:p>
            <a:r>
              <a:rPr lang="fr-FR" smtClean="0"/>
              <a:t>	7-  LES EXCUSES DANS LA VIE SONT POUR LES VAINCUS </a:t>
            </a:r>
          </a:p>
          <a:p>
            <a:r>
              <a:rPr lang="fr-FR" smtClean="0"/>
              <a:t>	8-  TA CARTE VITALE AUX FUNÉRAILLES PERD SA SÉCU</a:t>
            </a:r>
          </a:p>
          <a:p>
            <a:r>
              <a:rPr lang="fr-FR" smtClean="0"/>
              <a:t>	9-  LES LINGOTS D'OR SONT DÉNIGRÉS PAR LES ÉCUS</a:t>
            </a:r>
          </a:p>
          <a:p>
            <a:r>
              <a:rPr lang="fr-FR" smtClean="0"/>
              <a:t>	10-  LES HOMMES D'HIER VOULAIENT DEVENIR COMME HERCULE</a:t>
            </a:r>
          </a:p>
          <a:p>
            <a:r>
              <a:rPr lang="fr-FR" smtClean="0"/>
              <a:t>	11-  ET LES GARS AUJOURD'HUI, ILS SONT EN PE-JU (JUPE)</a:t>
            </a:r>
          </a:p>
          <a:p>
            <a:r>
              <a:rPr lang="fr-FR" smtClean="0"/>
              <a:t>	12-  VISION, MISSION : LA DIRECTION POUR MA NATION</a:t>
            </a:r>
          </a:p>
          <a:p>
            <a:r>
              <a:rPr lang="fr-FR" smtClean="0"/>
              <a:t>	13-  PRISE DE POSITION, À BAS L'OPPOSITION ! AUCUNE TRANSITION DANS MES ACTIONS</a:t>
            </a:r>
          </a:p>
          <a:p>
            <a:r>
              <a:rPr lang="fr-FR" smtClean="0"/>
              <a:t>	14-  SI TIGER WOODS VISITE L'IRAK C'EST QUE LA GUERRE DU GOLFE EST FINIE </a:t>
            </a:r>
          </a:p>
          <a:p>
            <a:r>
              <a:rPr lang="fr-FR" smtClean="0"/>
              <a:t>	15-  LE GRAND TÉNOR DE TOUS LES ALTOS SOPRANO OU GANDOL FINI ?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16-  OÙ SONT MES FRÈRES, MES BRAVES CEUX QUI PORTENT LE BRASSARD </a:t>
            </a:r>
          </a:p>
          <a:p>
            <a:r>
              <a:rPr lang="fr-FR" smtClean="0"/>
              <a:t>17-  MES FRÈRES, MES BRAVES CEUX QUI PORTENT LE BRASSARD       X4</a:t>
            </a:r>
          </a:p>
          <a:p>
            <a:r>
              <a:rPr lang="fr-FR" smtClean="0"/>
              <a:t>18-  MES FRÈRES, MES BRAVES MES FRÈRES, MES BRAVES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INTÉGRITÉ, CAPACITÉ BOULEVERSER CE MONDE JE VAIS T'INCITER</a:t>
            </a:r>
          </a:p>
          <a:p>
            <a:r>
              <a:rPr lang="fr-FR" smtClean="0"/>
              <a:t>20-  MATURITÉ, RESPONSABILITÉ L'HOMME S'Y EST PERDU, ATTEINT DE CÉCITÉ</a:t>
            </a:r>
          </a:p>
          <a:p>
            <a:r>
              <a:rPr lang="fr-FR" smtClean="0"/>
              <a:t>21-  LE CŒUR, MA FACE CACHÉE RANCŒUR, ILS S'Y SONT ATTACHÉS </a:t>
            </a:r>
          </a:p>
          <a:p>
            <a:r>
              <a:rPr lang="fr-FR" smtClean="0"/>
              <a:t>22-  MENTEURS, SOCIÉTÉ GÂCHÉE ON EN MEURT, MAIS RESSUSCITÉ</a:t>
            </a:r>
          </a:p>
          <a:p>
            <a:r>
              <a:rPr lang="fr-FR" smtClean="0"/>
              <a:t>23-  SI LE BOIS EST UN DIALECTE VOUS PARLEREZ LA LANGUE DE BOIS </a:t>
            </a:r>
          </a:p>
          <a:p>
            <a:r>
              <a:rPr lang="fr-FR" smtClean="0"/>
              <a:t>24-  SUR DOUZE AMIS, SACHE QUE L'UN D'ENTRE EUX SERA APPELÉ JUDAS</a:t>
            </a:r>
          </a:p>
          <a:p>
            <a:r>
              <a:rPr lang="fr-FR" smtClean="0"/>
              <a:t>25-  MES FRÈRES, MES BRAVES CEUX QUI PORTENT LE BRASSARD </a:t>
            </a:r>
          </a:p>
          <a:p>
            <a:r>
              <a:rPr lang="fr-FR" smtClean="0"/>
              <a:t>26-  UN LEADER RESTE UN LEADER UN HOMME D'ACTION, ET NON UN BAVARD</a:t>
            </a:r>
          </a:p>
          <a:p>
            <a:r>
              <a:rPr lang="fr-FR" smtClean="0"/>
              <a:t>27-  OUI À MON ÉGARD TU L'ÉGARES ET REGARDE, POMPE </a:t>
            </a:r>
          </a:p>
          <a:p>
            <a:r>
              <a:rPr lang="fr-FR" smtClean="0"/>
              <a:t>28-  DIEU N'A QUE D'ÉGARD POUR LES GARS OU LES HOMMES BONS </a:t>
            </a:r>
          </a:p>
          <a:p>
            <a:r>
              <a:rPr lang="fr-FR" smtClean="0"/>
              <a:t>29-  L'ALPHA, L'OMEGA OMEGA SON 2ER NOM</a:t>
            </a:r>
          </a:p>
          <a:p>
            <a:r>
              <a:rPr lang="fr-FR" smtClean="0"/>
              <a:t>30-  LE POINT DE DÉPART DE MES GARS EST D’ÊTRE BON</a:t>
            </a:r>
          </a:p>
          <a:p>
            <a:r>
              <a:rPr lang="fr-FR" smtClean="0"/>
              <a:t>31-  J'POURSUIS MON SENTIER ILS NE L'ONT PAS SENTI</a:t>
            </a:r>
          </a:p>
          <a:p>
            <a:r>
              <a:rPr lang="fr-FR" smtClean="0"/>
              <a:t>32-  ACHÈTE UN DENTIER, ON NE MORD PAS AVEC LES GENCIVES</a:t>
            </a:r>
          </a:p>
          <a:p>
            <a:r>
              <a:rPr lang="fr-FR" smtClean="0"/>
              <a:t>33-  EN BOURSE, J'INVESTIS SUR MA FOI C'EST UNE VALEUR MONTANTE </a:t>
            </a:r>
          </a:p>
          <a:p>
            <a:r>
              <a:rPr lang="fr-FR" smtClean="0"/>
              <a:t>34-  JE TENTE DE LA SAISIR DE MANIÈRE PERMANENTE</a:t>
            </a:r>
          </a:p>
          <a:p>
            <a:r>
              <a:rPr lang="fr-FR" smtClean="0"/>
              <a:t>35-  LA BALANCE DÉNONCE LE POIDS DES ACCUSATIONS</a:t>
            </a:r>
          </a:p>
          <a:p>
            <a:r>
              <a:rPr lang="fr-FR" smtClean="0"/>
              <a:t>36-  « L'AVENIR NOUS LE DIRA » POUR UN MAYA N'EST PLUS UN DICTON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37-  OÙ SONT MES FRÈRES, MES BRAVES CEUX QUI PORTENT LE BRASSARD </a:t>
            </a:r>
          </a:p>
          <a:p>
            <a:r>
              <a:rPr lang="fr-FR" smtClean="0"/>
              <a:t>	38-  MES FRÈRES, MES BRAVES CEUX QUI PORTENT LE BRASSARD                   X4</a:t>
            </a:r>
          </a:p>
          <a:p>
            <a:r>
              <a:rPr lang="fr-FR" smtClean="0"/>
              <a:t>	39-  MES FRÈRES, MES BRAVES MES FRÈRES, MES BRAVES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93BAC-16E5-4C62-9C1D-7F7DB138F8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828A27-D568-446B-86D8-BF778150AA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53914C-106F-48B0-B1C1-8D0C35BA12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BEDAB5-FCC7-4C95-8DD9-F4B446DDBE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70C84-F26D-40D6-A38B-3269CCFFFD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0524E-9615-4C2E-98C6-96CE7999A6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AE82A0-EC5B-47AC-B2AA-03EBCE58D4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770D3E-90F9-4E2E-8EDC-C7B0C20F28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C0D39-A4B1-40C6-B10D-8C60A4F42A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A41D1E-3EDA-40E8-BF5D-39CEED5975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8AE28A-767E-45F4-9565-08BE98756A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35363047-C9A9-4121-A868-96F885E5AB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FRÈRES, MES BRAVES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LIBERTÉ EST EN GARDAV'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SOCIÉTÉ SANS HOMMES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UN CORPS SANS VIE, UN CADAVRE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REGARDER DANS LES HAUTEURS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FORCE VIENT D'EN HAUT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NON D'AILLEURS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RECHARGÉ TEL UN VAINQUEUR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ENFER, IL N'Y A PAS D'EXTINCTEUR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TATOUAGE DE TA VIE, C'EST TON VÉCU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EXCUSES DANS LA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SONT POUR LES VAINCUS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CARTE VITALE AUX FUNÉRAILLES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PERD SA SÉCU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LINGOTS D'OR SONT DÉNIGRÉS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LES ÉCUS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HOMMES D'HIER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VOULAIENT DEVENIR COMME HERCULE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LES GARS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AUJOURD'HUI, ILS SONT EN PE-JU (JUPE)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VISION, MISSION :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DIRECTION POUR MA NATION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PRISE DE POSITION, À BAS L'OPPOSITION !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AUCUNE TRANSITION DANS MES ACTIONS</a:t>
            </a:r>
          </a:p>
          <a:p>
            <a:pPr algn="ctr">
              <a:lnSpc>
                <a:spcPct val="90000"/>
              </a:lnSpc>
              <a:defRPr/>
            </a:pPr>
            <a:endParaRPr lang="fr-FR" sz="36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TIGER WOODS VISITE L'IRAK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QUE LA GUERRE DU GOLFE EST FINIE </a:t>
            </a:r>
          </a:p>
          <a:p>
            <a:pPr algn="ctr">
              <a:lnSpc>
                <a:spcPct val="90000"/>
              </a:lnSpc>
              <a:defRPr/>
            </a:pPr>
            <a:endParaRPr lang="fr-FR" sz="36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GRAND TÉNOR DE TOUS LES ALTOS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SOPRANO OU GANDOL FINI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SONT MES FRÈRES, MES BRAVES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CEUX QUI PORTENT LE BRASSARD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FRÈRES, MES BRAVES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CEUX QUI PORTENT LE BRASSARD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FRÈRES, MES BRAVES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FRÈRES, MES BRAVES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INTÉGRITÉ, CAPACITÉ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BOULEVERSER CE MONDE JE VAIS T'INCITER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MATURITÉ, RESPONSABILITÉ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L'HOMME S'Y EST PERDU, ATTEINT DE CÉCITÉ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CŒUR, MA FACE CACHÉE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RANCŒUR, ILS S'Y SONT ATTACHÉS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MENTEURS, SOCIÉTÉ GÂCHÉE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EN MEURT, MAIS RESSUSCITÉ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LE BOIS EST UN DIALECTE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VOUS PARLEREZ LA LANGUE DE BOIS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DOUZE AMIS, SACHE QUE L'UN D'ENTRE EUX SERA APPELÉ JUDAS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FRÈRES, MES BRAVES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CEUX QUI PORTENT LE BRASSARD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LEADER RESTE UN LEADER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HOMME D'ACTION, ET NON UN BAVARD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À MON ÉGARD TU L'ÉGARES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REGARDE, POMPE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N'A QUE D'ÉGARD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LES GARS OU LES HOMMES BONS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L'ALPHA, L'OMEGA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OMEGA SON </a:t>
            </a: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2</a:t>
            </a:r>
            <a:r>
              <a:rPr lang="fr-FR" sz="3600" baseline="30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</a:t>
            </a: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POINT DE DÉPART DE MES GARS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D’ÊTRE BON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J'POURSUIS MON SENTIER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NE L'ONT PAS SENTI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ACHÈTE UN DENTIER, ON NE MORD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LES GENCIVES </a:t>
            </a:r>
          </a:p>
          <a:p>
            <a:pPr algn="ctr">
              <a:lnSpc>
                <a:spcPct val="90000"/>
              </a:lnSpc>
              <a:defRPr/>
            </a:pPr>
            <a:endParaRPr lang="fr-FR" sz="36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BOURSE, J'INVESTIS SUR MA FOI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UNE VALEUR MONTANTE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TENTE DE LA SAISIR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MANIÈRE PERMANENTE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BALANCE DÉNONCE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POIDS DES ACCUSATIONS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 L'AVENIR NOUS LE DIRA »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UN MAYA N'EST PLUS UN DICTON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SONT MES FRÈRES, MES BRAVES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CEUX QUI PORTENT LE BRASSARD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FRÈRES, MES BRAVES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CEUX QUI PORTENT LE BRASSARD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46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FRÈRES, MES BRAVES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FRÈRES, MES BRAVES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387</Words>
  <Application>Microsoft Office PowerPoint</Application>
  <PresentationFormat>On-screen Show (4:3)</PresentationFormat>
  <Paragraphs>3742</Paragraphs>
  <Slides>39</Slides>
  <Notes>39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3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114</cp:revision>
  <dcterms:created xsi:type="dcterms:W3CDTF">2002-08-17T10:50:50Z</dcterms:created>
  <dcterms:modified xsi:type="dcterms:W3CDTF">2014-11-19T09:44:10Z</dcterms:modified>
</cp:coreProperties>
</file>