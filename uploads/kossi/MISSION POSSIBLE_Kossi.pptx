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92" r:id="rId2"/>
    <p:sldId id="332" r:id="rId3"/>
    <p:sldId id="331" r:id="rId4"/>
    <p:sldId id="330" r:id="rId5"/>
    <p:sldId id="329" r:id="rId6"/>
    <p:sldId id="328" r:id="rId7"/>
    <p:sldId id="327" r:id="rId8"/>
    <p:sldId id="326" r:id="rId9"/>
    <p:sldId id="325" r:id="rId10"/>
    <p:sldId id="324" r:id="rId11"/>
    <p:sldId id="323" r:id="rId12"/>
    <p:sldId id="322" r:id="rId13"/>
    <p:sldId id="321" r:id="rId14"/>
    <p:sldId id="320" r:id="rId15"/>
    <p:sldId id="319" r:id="rId16"/>
    <p:sldId id="318" r:id="rId17"/>
    <p:sldId id="317" r:id="rId18"/>
    <p:sldId id="316" r:id="rId19"/>
    <p:sldId id="315" r:id="rId20"/>
    <p:sldId id="314" r:id="rId21"/>
    <p:sldId id="313" r:id="rId22"/>
    <p:sldId id="312" r:id="rId23"/>
    <p:sldId id="311" r:id="rId24"/>
    <p:sldId id="310" r:id="rId25"/>
    <p:sldId id="309" r:id="rId26"/>
    <p:sldId id="308" r:id="rId27"/>
    <p:sldId id="307" r:id="rId28"/>
    <p:sldId id="306" r:id="rId29"/>
    <p:sldId id="305" r:id="rId30"/>
    <p:sldId id="304" r:id="rId31"/>
    <p:sldId id="303" r:id="rId32"/>
    <p:sldId id="302" r:id="rId33"/>
    <p:sldId id="301" r:id="rId34"/>
    <p:sldId id="300" r:id="rId35"/>
    <p:sldId id="299" r:id="rId36"/>
    <p:sldId id="298" r:id="rId37"/>
    <p:sldId id="297" r:id="rId38"/>
    <p:sldId id="296" r:id="rId39"/>
    <p:sldId id="295" r:id="rId40"/>
    <p:sldId id="333" r:id="rId41"/>
    <p:sldId id="334" r:id="rId42"/>
    <p:sldId id="335" r:id="rId4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4840" autoAdjust="0"/>
  </p:normalViewPr>
  <p:slideViewPr>
    <p:cSldViewPr>
      <p:cViewPr>
        <p:scale>
          <a:sx n="71" d="100"/>
          <a:sy n="71" d="100"/>
        </p:scale>
        <p:origin x="-96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110D7F5-F21E-4B26-B8D7-D78B0D5C2BF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40EB31B-C48A-4B3C-BFEB-2E5BF404A04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</a:t>
            </a:r>
            <a:r>
              <a:rPr lang="fr-FR" dirty="0" err="1" smtClean="0"/>
              <a:t>BRISONS</a:t>
            </a:r>
            <a:r>
              <a:rPr lang="fr-FR" dirty="0" smtClean="0"/>
              <a:t> </a:t>
            </a:r>
            <a:r>
              <a:rPr lang="fr-FR" dirty="0" err="1" smtClean="0"/>
              <a:t>BRISONS</a:t>
            </a:r>
            <a:r>
              <a:rPr lang="fr-FR" dirty="0" smtClean="0"/>
              <a:t> LE MUR VISONS </a:t>
            </a:r>
            <a:r>
              <a:rPr lang="fr-FR" dirty="0" err="1" smtClean="0"/>
              <a:t>VISONS</a:t>
            </a:r>
            <a:r>
              <a:rPr lang="fr-FR" dirty="0" smtClean="0"/>
              <a:t> </a:t>
            </a:r>
            <a:r>
              <a:rPr lang="fr-FR" dirty="0" err="1" smtClean="0"/>
              <a:t>VISONS</a:t>
            </a:r>
            <a:r>
              <a:rPr lang="fr-FR" dirty="0" smtClean="0"/>
              <a:t>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dirty="0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18-  JE TOURNE AUTOUR DE JERICHO  x6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19-  AAAAH NOS MURS SONT TOMBÉS </a:t>
            </a:r>
            <a:r>
              <a:rPr lang="fr-FR" dirty="0" err="1" smtClean="0"/>
              <a:t>TOMBÉS</a:t>
            </a:r>
            <a:r>
              <a:rPr lang="fr-FR" dirty="0" smtClean="0"/>
              <a:t> ! TOMBÉS ! TOMBÉS ! 
	20-  TOUT </a:t>
            </a:r>
            <a:r>
              <a:rPr lang="fr-FR" dirty="0" err="1" smtClean="0"/>
              <a:t>TOUT</a:t>
            </a:r>
            <a:r>
              <a:rPr lang="fr-FR" dirty="0" smtClean="0"/>
              <a:t> EST POSSIBLE  x3
	21-  L'IMPOSSIBLE DEVIENT POSSIBLE </a:t>
            </a:r>
          </a:p>
          <a:p>
            <a:pPr>
              <a:defRPr/>
            </a:pPr>
            <a:r>
              <a:rPr lang="fr-FR" dirty="0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</a:t>
            </a:r>
            <a:r>
              <a:rPr lang="fr-FR" dirty="0" err="1" smtClean="0"/>
              <a:t>TOUT</a:t>
            </a:r>
            <a:r>
              <a:rPr lang="fr-FR" dirty="0" smtClean="0"/>
              <a:t>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 
	38-  JE TOURNE AUTOUR DE JERICHO  x6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39-  AAAAH NOS MURS SONT TOMBÉS </a:t>
            </a:r>
            <a:r>
              <a:rPr lang="fr-FR" dirty="0" err="1" smtClean="0"/>
              <a:t>TOMBÉS</a:t>
            </a:r>
            <a:r>
              <a:rPr lang="fr-FR" dirty="0" smtClean="0"/>
              <a:t> ! TOMBÉS ! TOMBÉS ! 
	40-  TOUT </a:t>
            </a:r>
            <a:r>
              <a:rPr lang="fr-FR" dirty="0" err="1" smtClean="0"/>
              <a:t>TOUT</a:t>
            </a:r>
            <a:r>
              <a:rPr lang="fr-FR" dirty="0" smtClean="0"/>
              <a:t> EST POSSIBLE </a:t>
            </a:r>
          </a:p>
          <a:p>
            <a:pPr>
              <a:defRPr/>
            </a:pPr>
            <a:r>
              <a:rPr lang="fr-FR" dirty="0" smtClean="0"/>
              <a:t>	41-  L'IMPOSSIBLE DEVIENT POSSIBLE 
</a:t>
            </a:r>
          </a:p>
          <a:p>
            <a:pPr>
              <a:defRPr/>
            </a:pPr>
            <a:r>
              <a:rPr lang="fr-FR" dirty="0" smtClean="0"/>
              <a:t>42- FOR GOD I LIVE FOR GOD I DIE    x4</a:t>
            </a:r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AAAAH NOS MURS SONT TOMBÉS TOMBÉS ! TOMBÉS ! TOMBÉS ! 
	20-  TOUT TOUT EST POSSIBLE  x3
	21-  L'IMPOSSIBLE DEVIENT POSSIBLE </a:t>
            </a:r>
          </a:p>
          <a:p>
            <a:pPr>
              <a:defRPr/>
            </a:pPr>
            <a:r>
              <a:rPr 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
	38-  JE TOURNE AUTOUR DE JERICHO  x6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39-  AAAAH NOS MURS SONT TOMBÉS TOMBÉS ! TOMBÉS ! TOMBÉS ! 
	40-  TOUT TOUT EST POSSIBLE </a:t>
            </a:r>
          </a:p>
          <a:p>
            <a:pPr>
              <a:defRPr/>
            </a:pPr>
            <a:r>
              <a:rPr lang="fr-FR" smtClean="0"/>
              <a:t>	41-  L'IMPOSSIBLE DEVIENT POSSIBLE 
</a:t>
            </a:r>
          </a:p>
          <a:p>
            <a:pPr>
              <a:defRPr/>
            </a:pPr>
            <a:r>
              <a:rPr lang="fr-FR" smtClean="0"/>
              <a:t>42- FOR GOD I LIVE FOR GOD I DIE    x4</a:t>
            </a: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</a:t>
            </a:r>
            <a:r>
              <a:rPr lang="fr-FR" dirty="0" err="1" smtClean="0"/>
              <a:t>BRISONS</a:t>
            </a:r>
            <a:r>
              <a:rPr lang="fr-FR" dirty="0" smtClean="0"/>
              <a:t> </a:t>
            </a:r>
            <a:r>
              <a:rPr lang="fr-FR" dirty="0" err="1" smtClean="0"/>
              <a:t>BRISONS</a:t>
            </a:r>
            <a:r>
              <a:rPr lang="fr-FR" dirty="0" smtClean="0"/>
              <a:t> LE MUR VISONS </a:t>
            </a:r>
            <a:r>
              <a:rPr lang="fr-FR" dirty="0" err="1" smtClean="0"/>
              <a:t>VISONS</a:t>
            </a:r>
            <a:r>
              <a:rPr lang="fr-FR" dirty="0" smtClean="0"/>
              <a:t> </a:t>
            </a:r>
            <a:r>
              <a:rPr lang="fr-FR" dirty="0" err="1" smtClean="0"/>
              <a:t>VISONS</a:t>
            </a:r>
            <a:r>
              <a:rPr lang="fr-FR" dirty="0" smtClean="0"/>
              <a:t>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dirty="0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18-  JE TOURNE AUTOUR DE JERICHO  x6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19-  AAAAH NOS MURS SONT TOMBÉS </a:t>
            </a:r>
            <a:r>
              <a:rPr lang="fr-FR" dirty="0" err="1" smtClean="0"/>
              <a:t>TOMBÉS</a:t>
            </a:r>
            <a:r>
              <a:rPr lang="fr-FR" dirty="0" smtClean="0"/>
              <a:t> ! TOMBÉS ! TOMBÉS ! 
	20-  TOUT </a:t>
            </a:r>
            <a:r>
              <a:rPr lang="fr-FR" dirty="0" err="1" smtClean="0"/>
              <a:t>TOUT</a:t>
            </a:r>
            <a:r>
              <a:rPr lang="fr-FR" dirty="0" smtClean="0"/>
              <a:t> EST POSSIBLE  x3
	21-  L'IMPOSSIBLE DEVIENT POSSIBLE </a:t>
            </a:r>
          </a:p>
          <a:p>
            <a:pPr>
              <a:defRPr/>
            </a:pPr>
            <a:r>
              <a:rPr lang="fr-FR" dirty="0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</a:t>
            </a:r>
            <a:r>
              <a:rPr lang="fr-FR" dirty="0" err="1" smtClean="0"/>
              <a:t>TOUT</a:t>
            </a:r>
            <a:r>
              <a:rPr lang="fr-FR" dirty="0" smtClean="0"/>
              <a:t>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 
	38-  JE TOURNE AUTOUR DE JERICHO  x6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39-  AAAAH NOS MURS SONT TOMBÉS </a:t>
            </a:r>
            <a:r>
              <a:rPr lang="fr-FR" dirty="0" err="1" smtClean="0"/>
              <a:t>TOMBÉS</a:t>
            </a:r>
            <a:r>
              <a:rPr lang="fr-FR" dirty="0" smtClean="0"/>
              <a:t> ! TOMBÉS ! TOMBÉS ! 
	40-  TOUT </a:t>
            </a:r>
            <a:r>
              <a:rPr lang="fr-FR" dirty="0" err="1" smtClean="0"/>
              <a:t>TOUT</a:t>
            </a:r>
            <a:r>
              <a:rPr lang="fr-FR" dirty="0" smtClean="0"/>
              <a:t> EST POSSIBLE </a:t>
            </a:r>
          </a:p>
          <a:p>
            <a:pPr>
              <a:defRPr/>
            </a:pPr>
            <a:r>
              <a:rPr lang="fr-FR" dirty="0" smtClean="0"/>
              <a:t>	41-  L'IMPOSSIBLE DEVIENT POSSIBLE 
</a:t>
            </a:r>
          </a:p>
          <a:p>
            <a:pPr>
              <a:defRPr/>
            </a:pPr>
            <a:r>
              <a:rPr lang="fr-FR" dirty="0" smtClean="0"/>
              <a:t>42- FOR GOD I LIVE FOR GOD I DIE    x4</a:t>
            </a:r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</a:t>
            </a:r>
            <a:r>
              <a:rPr lang="fr-FR" dirty="0" err="1" smtClean="0"/>
              <a:t>BRISONS</a:t>
            </a:r>
            <a:r>
              <a:rPr lang="fr-FR" dirty="0" smtClean="0"/>
              <a:t> </a:t>
            </a:r>
            <a:r>
              <a:rPr lang="fr-FR" dirty="0" err="1" smtClean="0"/>
              <a:t>BRISONS</a:t>
            </a:r>
            <a:r>
              <a:rPr lang="fr-FR" dirty="0" smtClean="0"/>
              <a:t> LE MUR VISONS </a:t>
            </a:r>
            <a:r>
              <a:rPr lang="fr-FR" dirty="0" err="1" smtClean="0"/>
              <a:t>VISONS</a:t>
            </a:r>
            <a:r>
              <a:rPr lang="fr-FR" dirty="0" smtClean="0"/>
              <a:t> </a:t>
            </a:r>
            <a:r>
              <a:rPr lang="fr-FR" dirty="0" err="1" smtClean="0"/>
              <a:t>VISONS</a:t>
            </a:r>
            <a:r>
              <a:rPr lang="fr-FR" dirty="0" smtClean="0"/>
              <a:t>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pPr>
              <a:defRPr/>
            </a:pPr>
            <a:r>
              <a:rPr lang="fr-FR" dirty="0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18-  JE TOURNE AUTOUR DE JERICHO  x6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19-  AAAAH NOS MURS SONT TOMBÉS </a:t>
            </a:r>
            <a:r>
              <a:rPr lang="fr-FR" dirty="0" err="1" smtClean="0"/>
              <a:t>TOMBÉS</a:t>
            </a:r>
            <a:r>
              <a:rPr lang="fr-FR" dirty="0" smtClean="0"/>
              <a:t> ! TOMBÉS ! TOMBÉS ! 
	20-  TOUT </a:t>
            </a:r>
            <a:r>
              <a:rPr lang="fr-FR" dirty="0" err="1" smtClean="0"/>
              <a:t>TOUT</a:t>
            </a:r>
            <a:r>
              <a:rPr lang="fr-FR" dirty="0" smtClean="0"/>
              <a:t> EST POSSIBLE  x3
	21-  L'IMPOSSIBLE DEVIENT POSSIBLE </a:t>
            </a:r>
          </a:p>
          <a:p>
            <a:pPr>
              <a:defRPr/>
            </a:pPr>
            <a:r>
              <a:rPr lang="fr-FR" dirty="0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</a:t>
            </a:r>
            <a:r>
              <a:rPr lang="fr-FR" dirty="0" err="1" smtClean="0"/>
              <a:t>TOUT</a:t>
            </a:r>
            <a:r>
              <a:rPr lang="fr-FR" dirty="0" smtClean="0"/>
              <a:t> EST POSSIBLE L'IMPOSSIBLE DEVIENT POSSIBLE  
35-  UN PEUPLE, UNE NATION UNE VISION NON UN POSSEE  
36-  L'A-L'A- L'ABANDON C'EST LE LUXE DE L'HOMME FAIBLE  
37-  A-A-AVANÇONS MENTALITÉ D'UN HOMME PRÊT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 
	38-  JE TOURNE AUTOUR DE JERICHO  x6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39-  AAAAH NOS MURS SONT TOMBÉS </a:t>
            </a:r>
            <a:r>
              <a:rPr lang="fr-FR" dirty="0" err="1" smtClean="0"/>
              <a:t>TOMBÉS</a:t>
            </a:r>
            <a:r>
              <a:rPr lang="fr-FR" dirty="0" smtClean="0"/>
              <a:t> ! TOMBÉS ! TOMBÉS ! 
	40-  TOUT </a:t>
            </a:r>
            <a:r>
              <a:rPr lang="fr-FR" dirty="0" err="1" smtClean="0"/>
              <a:t>TOUT</a:t>
            </a:r>
            <a:r>
              <a:rPr lang="fr-FR" dirty="0" smtClean="0"/>
              <a:t> EST POSSIBLE </a:t>
            </a:r>
          </a:p>
          <a:p>
            <a:pPr>
              <a:defRPr/>
            </a:pPr>
            <a:r>
              <a:rPr lang="fr-FR" dirty="0" smtClean="0"/>
              <a:t>	41-  L'IMPOSSIBLE DEVIENT POSSIBLE 
</a:t>
            </a:r>
          </a:p>
          <a:p>
            <a:pPr>
              <a:defRPr/>
            </a:pPr>
            <a:r>
              <a:rPr lang="fr-FR" dirty="0" smtClean="0"/>
              <a:t>42- FOR GOD I LIVE FOR GOD I DIE    x4</a:t>
            </a:r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ME PRÉSENTE K.O.2.S.I  CE MONDE ME PRÉSENTE 
2-  COMME L'UN DES MC JE SUIS DANS L'ATTENTE 
3-  DE MON MESSIE  TEL LE BALLON D'OR 
4-  POUR LIONEL MESSI  JE RÉPONDS À TOUTE CES INERTIES 
5-  L'AVENIR EST MEILLEUR OUI DIEU MERCI  LE CHOIX ÉTANT FERME ET NON INDÉCIS 
6-  LE SOMMEIL A DES CERNES ET LEURS YEUX AUSSI 
7-  LE MUR D'OBSTACLES EST À CASSER LA DÉFAITE CHEZ NOUS EST DÉPASSÉE 
8-  VÊTEMENTS DE LOUANGE JE SUIS SAPÉ  RÉVISE TES CLASSIQUES OH HAPPY DAY  
9-  BRISONS BRISONS BRISONS LE MUR VISONS VISONS VISONS L'FUTUR  
10-  ILS ONT, ILS ONT, ILS ONT L'ARMURE NOUS ON A LE SÛR 
11-  UN TEMPS SUR EUX PEU IMPORTE LE BEAT 
12-  J'AI UN TEMPS SUR EUX  PEU IMPORTE LA GUERRE 
13-  ON A UN TEMPS SUR EUX UN TEMPS SUR EUX </a:t>
            </a:r>
          </a:p>
          <a:p>
            <a:r>
              <a:rPr lang="fr-FR" altLang="fr-FR" smtClean="0"/>
              <a:t>14-  UN TEMPS SUR EUX DEVANT NOTRE ROI 
15-  ON A UN TEMPS SUR EUX  GENOU À TERRE 
16-  ON A UN TEMPS SUR EUX  FACE À L'ADVERSAIRE 
17-  ON A UN TEMPS SUR EUX UN TEMPS SUR EUX  </a:t>
            </a:r>
          </a:p>
          <a:p>
            <a:endParaRPr lang="fr-FR" altLang="fr-FR" smtClean="0"/>
          </a:p>
          <a:p>
            <a:r>
              <a:rPr lang="fr-FR" altLang="fr-FR" smtClean="0"/>
              <a:t>	18-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19-  AAAAH NOS MURS SONT TOMBÉS TOMBÉS ! TOMBÉS ! TOMBÉS ! 
	20-  TOUT TOUT EST POSSIBLE  x3
	21-  L'IMPOSSIBLE DEVIENT POSSIBLE </a:t>
            </a:r>
          </a:p>
          <a:p>
            <a:r>
              <a:rPr lang="fr-FR" altLang="fr-FR" smtClean="0"/>
              <a:t>22-  ALLER IL LE FAUT, ALLER SUR LE FRONT RÉCUPÉRER NOS TALENTS 
23-  BIEN SUR ET NOS FONDS BRISER LES LIMITES 
24-  ET LES BARRIÈRES CULTURELLES LE RACISME 
25-  EST UNE DE VOS LIMITES ÉVENTUELLES HUUUUM PAS DE K.O 
26-  BIG UP À MANNY PACQUIAO  HUUUUM PAS DE K.O 
27-  LE CHEF DE L'ARMÉE C'EST LE TRÈS HAUT 
28-  LE BONHEUR DES UNS FAIT LE MALHEUR DES AUTRES  
29-  LE MALHEUR DÉTEINT SUR LA COULEUR DES AUTRES 
30-  LA PEUR EST UN FREIN MAIS L'ASSURANCE EST NÔTRE 
31-  LE COURAGE EST UNE PENTE OÙ CERTAINS SE VAUTRENT 
32-  TA VIE EST LE MIROIR DE QUI TU ES  LE BUT DE LA MORT C'EST DE TUER 
33-  MY GOD ME REND FORT ME TRANSFORME ME TRANSFERT 
34-  TOUT TOUT EST POSSIBLE L'IMPOSSIBLE DEVIENT POSSIBLE  
35-  UN PEUPLE, UNE NATION UNE VISION NON UN POSSEE  
36-  L'A-L'A- L'ABANDON C'EST LE LUXE DE L'HOMME FAIBLE  
37-  A-A-AVANÇONS MENTALITÉ D'UN HOMME PRÊT</a:t>
            </a:r>
          </a:p>
          <a:p>
            <a:endParaRPr lang="fr-FR" altLang="fr-FR" smtClean="0"/>
          </a:p>
          <a:p>
            <a:r>
              <a:rPr lang="fr-FR" altLang="fr-FR" smtClean="0"/>
              <a:t>  
	38-  JE TOURNE AUTOUR DE JERICHO  x6</a:t>
            </a:r>
          </a:p>
          <a:p>
            <a:endParaRPr lang="fr-FR" altLang="fr-FR" smtClean="0"/>
          </a:p>
          <a:p>
            <a:r>
              <a:rPr lang="fr-FR" altLang="fr-FR" smtClean="0"/>
              <a:t>	39-  AAAAH NOS MURS SONT TOMBÉS TOMBÉS ! TOMBÉS ! TOMBÉS ! 
	40-  TOUT TOUT EST POSSIBLE </a:t>
            </a:r>
          </a:p>
          <a:p>
            <a:r>
              <a:rPr lang="fr-FR" altLang="fr-FR" smtClean="0"/>
              <a:t>	41-  L'IMPOSSIBLE DEVIENT POSSIBLE 
</a:t>
            </a:r>
          </a:p>
          <a:p>
            <a:r>
              <a:rPr lang="fr-FR" altLang="fr-FR" smtClean="0"/>
              <a:t>42- FOR GOD I LIVE FOR GOD I DIE    x4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6BD93C-C975-45E9-A809-EB3B497D54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70CC95-0395-4948-86FD-7AC57B0092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5F98C3-C921-44A3-A286-71247846A2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252EF5-4EC6-4C75-B99F-EDC587FB1F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36FFBD-4E45-44F2-A820-CF7BB58D4D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0AF7AB-24A0-4CE8-91F8-08A64091DA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7410B9-1F94-4A3B-BC55-72ECD98A99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1779E-7199-4E0F-9521-D9B9004CBE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EF4638-3678-4CCD-8DA8-796295350D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4C106-9BF9-4539-9E51-FCE3BAF7F5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477265-4888-4662-85A0-7642BEB1B3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BF0A51F-F78A-46DD-AA3E-5FC1FCEE81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PRÉSENTE K.O.2.S.I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MONDE ME PRÉSENTE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L'UN DES MC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DANS L'ATTENTE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MON MESSIE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TEL LE BALLON D'OR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LIONEL MESSI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RÉPONDS À TOUTES CES INERTIES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61884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L'AVENIR EST MEILLEUR, OUI, DIEU MERCI </a:t>
            </a:r>
          </a:p>
          <a:p>
            <a:pPr algn="ctr"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CHOIX ÉTANT FERME ET NON INDÉCIS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SOMMEIL A DES CERNES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LEURS YEUX AUSSI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MUR D'OBSTACLES EST À CASSER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DÉFAITE CHEZ NOUS EST DÉPASSÉE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VÊTEMENTS DE LOUANGE JE SUIS SAPÉ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RÉVISE TES CLASSIQUES OH HAPPY DAY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BRISONS, BRISONS, BRISONS LE MUR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VISONS, VISONS, VISONS L'FUTUR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ONT, ILS ONT, ILS ONT L'ARMURE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ON A LE SÛR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TEMPS SUR EUX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 IMPORTE LE BEAT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UN TEMPS SUR EUX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 IMPORTE LA GUERRE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A UN TEMPS SUR EUX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TEMPS SUR 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TEMPS SUR EUX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DEVANT NOTRE ROI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A UN TEMPS SUR EUX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GENOU À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A UN TEMPS SUR EUX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À L'ADVERSAIRE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A UN TEMPS SUR EUX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TEMPS SUR EUX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TOURNE AUTOUR DE JÉRICHO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AAAAH ! NOS MURS SONT TOMBÉS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TOMBÉS ! TOMBÉS ! TOMBÉS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TOUT, TOUT EST POSSIBLE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L'IMPOSSIBLE DEVIENT POSSIBLE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ALLER IL LE FAUT, ALLER SUR LE FRONT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RÉCUPÉRER NOS TALENTS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BIEN SÛR ET NOS FONDS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BRISER LES LIMITES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LES BARRIÈRES CULTURELLES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RACISME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UNE DE VOS LIMITES ÉVENTUELLES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HUUUUM PAS DE K.O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BIG UP À MANNY PACQUIAO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HUUUUM PAS DE K.O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CHEF DE L'ARMÉE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LE TRÈS-HAUT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BONHEUR DES UNS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FAIT LE MALHEUR DES AUTRES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MALHEUR DÉTEINT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LA COULEUR DES AUTRES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PEUR EST UN FREIN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L'ASSURANCE EST NÔTRE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COURAGE EST UNE PENTE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CERTAINS SE VAUTRENT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VIE EST LE MIROIR DE QUI TU ES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BUT DE LA MORT, C'EST DE TUER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MY GOD ME REND FORT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TRANSFORME, ME TRANSFERT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TOUT, TOUT EST POSSIBLE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L'IMPOSSIBLE DEVIENT POSSIBLE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PEUPLE, UNE NATION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VISION, NON UN « </a:t>
            </a:r>
            <a:r>
              <a:rPr lang="fr-FR" sz="4000" i="1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POSSEE »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L'A-L'A- L'ABANDON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LE LUXE DE L'HOMME FAIBLE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A-A-AVANÇONS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MENTALITÉ D'UN HOMME PRÊT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TOURNE AUTOUR DE JÉRICHO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AAAAH ! NOS MURS SONT TOMBÉS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TOMBÉS ! TOMBÉS ! TOMBÉS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TOUT, TOUT EST POSSIBLE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L'IMPOSSIBLE DEVIENT POSSIBLE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FOR GOD 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LIVE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FOR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GOD I DIE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1130</Words>
  <Application>Microsoft Office PowerPoint</Application>
  <PresentationFormat>On-screen Show (4:3)</PresentationFormat>
  <Paragraphs>1170</Paragraphs>
  <Slides>42</Slides>
  <Notes>42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42</vt:i4>
      </vt:variant>
    </vt:vector>
  </HeadingPairs>
  <TitlesOfParts>
    <vt:vector size="46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141</cp:revision>
  <dcterms:created xsi:type="dcterms:W3CDTF">2002-08-17T10:50:50Z</dcterms:created>
  <dcterms:modified xsi:type="dcterms:W3CDTF">2017-11-26T08:51:47Z</dcterms:modified>
</cp:coreProperties>
</file>