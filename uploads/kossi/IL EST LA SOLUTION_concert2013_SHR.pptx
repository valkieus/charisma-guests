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01" r:id="rId38"/>
    <p:sldId id="302" r:id="rId39"/>
    <p:sldId id="303" r:id="rId40"/>
    <p:sldId id="304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32419" autoAdjust="0"/>
  </p:normalViewPr>
  <p:slideViewPr>
    <p:cSldViewPr>
      <p:cViewPr varScale="1">
        <p:scale>
          <a:sx n="26" d="100"/>
          <a:sy n="26" d="100"/>
        </p:scale>
        <p:origin x="-92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8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4A2C829-9B9D-4856-BF07-3EFDB7D7031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4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83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59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0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1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2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4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55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696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16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37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88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08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19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29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39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49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60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70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80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890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01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11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21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31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42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52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62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72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EN MILIEU HOSTILE JE RENTRE DEDANS COMME KOSSI</a:t>
            </a:r>
          </a:p>
          <a:p>
            <a:r>
              <a:rPr lang="fr-FR" smtClean="0"/>
              <a:t>2-  MATTE LE SON C’EST STYLÉ JE FAIS DU LOURD, OUI JE GROSSIS</a:t>
            </a:r>
          </a:p>
          <a:p>
            <a:r>
              <a:rPr lang="fr-FR" smtClean="0"/>
              <a:t>3-  MON HISTOIRE EST BISARD JE TE VOIS PAS, JE SUIS DANS LE BLIZARD</a:t>
            </a:r>
          </a:p>
          <a:p>
            <a:r>
              <a:rPr lang="fr-FR" smtClean="0"/>
              <a:t>4-  LAISSE NOUS AIRÉ, LAISSE NOUS PLEURÉ POUR LE ROI, LAISSE NOUS L’ENTERRÉ</a:t>
            </a:r>
          </a:p>
          <a:p>
            <a:r>
              <a:rPr lang="fr-FR" smtClean="0"/>
              <a:t>5-  DÉDICACÉ AU MESSIE EST CE QUE TA FLAIRÉ</a:t>
            </a:r>
          </a:p>
          <a:p>
            <a:r>
              <a:rPr lang="fr-FR" smtClean="0"/>
              <a:t>6-  LES PORTES CASSÉES, OUI JE PRÉCISE JE VOUDRAIS OPÉRER</a:t>
            </a:r>
          </a:p>
          <a:p>
            <a:r>
              <a:rPr lang="fr-FR" smtClean="0"/>
              <a:t>7-  DIRE AU MONDE, C’EST TROP MORTEL SI IMMORTEL</a:t>
            </a:r>
          </a:p>
          <a:p>
            <a:r>
              <a:rPr lang="fr-FR" smtClean="0"/>
              <a:t>8-  ON AVANCE TOUS ENSEMBLE ON VISE LE TOP TEN</a:t>
            </a:r>
          </a:p>
          <a:p>
            <a:r>
              <a:rPr lang="fr-FR" smtClean="0"/>
              <a:t>9-  Y’A PAS D’HISTOIRE QUE DES VRAIS TU SAIS, ON FAIT L’HISTOIRE</a:t>
            </a:r>
          </a:p>
          <a:p>
            <a:r>
              <a:rPr lang="fr-FR" smtClean="0"/>
              <a:t>10-  CAR SA PÉRISSAIT, MON CŒUR REÇOIS</a:t>
            </a:r>
          </a:p>
          <a:p>
            <a:r>
              <a:rPr lang="fr-FR" smtClean="0"/>
              <a:t>11-  ET C’EST VRAI QU’ON SAIT, QUE LA SOLUTION, ÉTAIT PAR ICI</a:t>
            </a:r>
          </a:p>
          <a:p>
            <a:r>
              <a:rPr lang="fr-FR" smtClean="0"/>
              <a:t>12-  SA VISE LES GROS TITRES ON AVANCE TOUS ENSEMBLES</a:t>
            </a:r>
          </a:p>
          <a:p>
            <a:r>
              <a:rPr lang="fr-FR" smtClean="0"/>
              <a:t>13-  ESQUIVE LES GROSSES GIFLES</a:t>
            </a:r>
          </a:p>
          <a:p>
            <a:r>
              <a:rPr lang="fr-FR" smtClean="0"/>
              <a:t>14-  MON HISTOIRE JE VAIS PORTER, ON Y CROIT</a:t>
            </a:r>
          </a:p>
          <a:p>
            <a:r>
              <a:rPr lang="fr-FR" smtClean="0"/>
              <a:t>15-  MON ÉTOILE, VOUDRAIS ME BERCER JUSQU’AU SOIR</a:t>
            </a:r>
          </a:p>
          <a:p>
            <a:r>
              <a:rPr lang="fr-FR" smtClean="0"/>
              <a:t>16-  MON ESPOIR, C’EST DE M’EMPORTER ÊTRE LIBRE EN SOIT</a:t>
            </a:r>
          </a:p>
          <a:p>
            <a:r>
              <a:rPr lang="fr-FR" smtClean="0"/>
              <a:t>17-  SANS HISTOIRE, JE VOUDRAIS CHANTER POUR MON ROI</a:t>
            </a:r>
          </a:p>
          <a:p>
            <a:r>
              <a:rPr lang="fr-FR" smtClean="0"/>
              <a:t>18-  UNE SEULE SOLUTION CHRIST EST LA SOLUTION</a:t>
            </a:r>
          </a:p>
          <a:p>
            <a:r>
              <a:rPr lang="fr-FR" smtClean="0"/>
              <a:t>19-  ECOUTE SOIT DANS LES TEMPS</a:t>
            </a:r>
          </a:p>
          <a:p>
            <a:r>
              <a:rPr lang="fr-FR" smtClean="0"/>
              <a:t>20-  UNE SEULE SOLUTION, IL EST LA SEULE SOLUTION, ECOUTE SOIT DANS LES TEMPS</a:t>
            </a:r>
          </a:p>
          <a:p>
            <a:r>
              <a:rPr lang="fr-FR" smtClean="0"/>
              <a:t>21-  SA FAIT ; HÉ HO, HÉ HO, HÉ, HÉ HO </a:t>
            </a:r>
          </a:p>
          <a:p>
            <a:endParaRPr lang="fr-FR" smtClean="0"/>
          </a:p>
          <a:p>
            <a:r>
              <a:rPr lang="fr-FR" smtClean="0"/>
              <a:t>22-  J’RENTRE DANS LE GAME COMME DEK-SA 2 FREESTYLE QUE PASSA </a:t>
            </a:r>
          </a:p>
          <a:p>
            <a:r>
              <a:rPr lang="fr-FR" smtClean="0"/>
              <a:t>23-  LE RAP PERD DE SON GOUT ? STF VAZY SEL ÇA !! MONTE LES BASSE</a:t>
            </a:r>
          </a:p>
          <a:p>
            <a:r>
              <a:rPr lang="fr-FR" smtClean="0"/>
              <a:t>24-  QU’ON CE METTENT BIEN JE ME SENS D’HUMEUR ESTIALE </a:t>
            </a:r>
          </a:p>
          <a:p>
            <a:r>
              <a:rPr lang="fr-FR" smtClean="0"/>
              <a:t>25-  MA VIE ENTRE SES MAINS J’AI PAS PEUR DE MON DESTIN</a:t>
            </a:r>
          </a:p>
          <a:p>
            <a:r>
              <a:rPr lang="fr-FR" smtClean="0"/>
              <a:t>26-  LUMIERE DANS UN MONDE OU LA VERITÉ VIE DANS L’OMBRE</a:t>
            </a:r>
          </a:p>
          <a:p>
            <a:r>
              <a:rPr lang="fr-FR" smtClean="0"/>
              <a:t>27-  POUR L’EXPRIMER AU PLUS GRAND NOMBRE</a:t>
            </a:r>
          </a:p>
          <a:p>
            <a:r>
              <a:rPr lang="fr-FR" smtClean="0"/>
              <a:t>28-  JE LE DIRAI PAS EN LANGUE MA VOIX T’ADOUCIE</a:t>
            </a:r>
          </a:p>
          <a:p>
            <a:r>
              <a:rPr lang="fr-FR" smtClean="0"/>
              <a:t>29-  LA RUE TE DURCIE C’EST DURE C TEMPS SI TU VIE EN DENT SCIE</a:t>
            </a:r>
          </a:p>
          <a:p>
            <a:r>
              <a:rPr lang="fr-FR" smtClean="0"/>
              <a:t>30-  LAISSE MOI TE DIRE MON EQUATION : X+TOI C’EST LA FRACTION PROBLEME</a:t>
            </a:r>
          </a:p>
          <a:p>
            <a:r>
              <a:rPr lang="fr-FR" smtClean="0"/>
              <a:t>31-  G.O.D EST EGALE A LA SOLUTION</a:t>
            </a:r>
          </a:p>
          <a:p>
            <a:r>
              <a:rPr lang="fr-FR" smtClean="0"/>
              <a:t>32-  LUI +MOI ÇA FAIT 500 DANS LES 7 SENS TOUT CE DISPERSE</a:t>
            </a:r>
          </a:p>
          <a:p>
            <a:r>
              <a:rPr lang="fr-FR" smtClean="0"/>
              <a:t>33-  PAS BESOIN DE MES 5 SENS NI D’ENCENT EN ESPRIT TOUT CE PASSE</a:t>
            </a:r>
          </a:p>
          <a:p>
            <a:r>
              <a:rPr lang="fr-FR" smtClean="0"/>
              <a:t>34-  STP VAZY POUSSE TOI, TRES PEU SAVENT MAIS TOUS PARLE</a:t>
            </a:r>
          </a:p>
          <a:p>
            <a:r>
              <a:rPr lang="fr-FR" smtClean="0"/>
              <a:t>35-  JCOUPE LE GAME EN DOUZE PART COUPLET FINI EN DOUCE JE PARS</a:t>
            </a:r>
          </a:p>
          <a:p>
            <a:r>
              <a:rPr lang="fr-FR" smtClean="0"/>
              <a:t>36-  C’EST JP, STF ET STYLE AXA, POUR LE ROI, ICI-BAS, VAS-Y TCHEK SA</a:t>
            </a:r>
          </a:p>
          <a:p>
            <a:endParaRPr lang="fr-FR" smtClean="0"/>
          </a:p>
          <a:p>
            <a:r>
              <a:rPr lang="fr-FR" smtClean="0"/>
              <a:t>37-  UNE SEULE SOLUTION CHRIST EST LA SOLUTION</a:t>
            </a:r>
          </a:p>
          <a:p>
            <a:r>
              <a:rPr lang="fr-FR" smtClean="0"/>
              <a:t>38-  ECOUTE SOIT DANS LES TEMPS</a:t>
            </a:r>
          </a:p>
          <a:p>
            <a:r>
              <a:rPr lang="fr-FR" smtClean="0"/>
              <a:t>39-  UNE SEULE SOLUTION, IL EST LA SEULE SOLUTION, ÉCOUTE SOIT DANS LES TEMPS</a:t>
            </a:r>
          </a:p>
          <a:p>
            <a:r>
              <a:rPr lang="fr-FR" smtClean="0"/>
              <a:t>40-  ÇA FAIT ; HÉ HO, HÉ HO, HÉ, HÉ HO</a:t>
            </a:r>
          </a:p>
          <a:p>
            <a:endParaRPr lang="fr-FR" smtClean="0"/>
          </a:p>
          <a:p>
            <a:r>
              <a:rPr lang="fr-FR" smtClean="0"/>
              <a:t>41-  FOCALISE-TOI SUR CE QU'IL Y A À L'INTÉRIEUR DE TOI</a:t>
            </a:r>
          </a:p>
          <a:p>
            <a:r>
              <a:rPr lang="fr-FR" smtClean="0"/>
              <a:t>42-  REGARDE BIEN AUTOUR DE TOI SOUVENT C'EST DU CINÉMA </a:t>
            </a:r>
          </a:p>
          <a:p>
            <a:r>
              <a:rPr lang="fr-FR" smtClean="0"/>
              <a:t>43-  LA SOLUTION EST LÀ AU FOND DE TON COEUR</a:t>
            </a:r>
          </a:p>
          <a:p>
            <a:r>
              <a:rPr lang="fr-FR" smtClean="0"/>
              <a:t>44-  TOUT CE QUE T'AS À FAIRE C'EST LIBÉRER CETTE GRANDEUR</a:t>
            </a:r>
          </a:p>
          <a:p>
            <a:r>
              <a:rPr lang="fr-FR" smtClean="0"/>
              <a:t>45-  TU PEUX MISER JAHVÉ JIRÉ J'TE PROMETS, TU VERRAS, C'EST STYLÉ</a:t>
            </a:r>
          </a:p>
          <a:p>
            <a:r>
              <a:rPr lang="fr-FR" smtClean="0"/>
              <a:t>46-  ET MAÎTRISER ET T'ENJAILLER LE BONHEUR VA VOULOIR T'EMBRASSER</a:t>
            </a:r>
          </a:p>
          <a:p>
            <a:r>
              <a:rPr lang="fr-FR" smtClean="0"/>
              <a:t>47-  TU VAS DANSER, SAUTER, CRIER AIMER COMME JAMAIS TU L'AS FAIT</a:t>
            </a:r>
          </a:p>
          <a:p>
            <a:endParaRPr lang="fr-FR" smtClean="0"/>
          </a:p>
        </p:txBody>
      </p:sp>
      <p:sp>
        <p:nvSpPr>
          <p:cNvPr id="983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EN MILIEU HOSTILE JE RENTRE DEDANS COMME KOSSI</a:t>
            </a:r>
          </a:p>
          <a:p>
            <a:pPr eaLnBrk="1" hangingPunct="1"/>
            <a:r>
              <a:rPr lang="fr-FR" smtClean="0"/>
              <a:t>2-  MATTE LE SON C’EST STYLÉ JE FAIS DU LOURD, OUI JE GROSSIS</a:t>
            </a:r>
          </a:p>
          <a:p>
            <a:pPr eaLnBrk="1" hangingPunct="1"/>
            <a:r>
              <a:rPr lang="fr-FR" smtClean="0"/>
              <a:t>3-  MON HISTOIRE EST BISARD JE TE VOIS PAS, JE SUIS DANS LE BLIZARD</a:t>
            </a:r>
          </a:p>
          <a:p>
            <a:pPr eaLnBrk="1" hangingPunct="1"/>
            <a:r>
              <a:rPr lang="fr-FR" smtClean="0"/>
              <a:t>4-  LAISSE NOUS AIRÉ, LAISSE NOUS PLEURÉ POUR LE ROI, LAISSE NOUS L’ENTERRÉ</a:t>
            </a:r>
          </a:p>
          <a:p>
            <a:pPr eaLnBrk="1" hangingPunct="1"/>
            <a:r>
              <a:rPr lang="fr-FR" smtClean="0"/>
              <a:t>5-  DÉDICACÉ AU MESSIE EST CE QUE TA FLAIRÉ</a:t>
            </a:r>
          </a:p>
          <a:p>
            <a:pPr eaLnBrk="1" hangingPunct="1"/>
            <a:r>
              <a:rPr lang="fr-FR" smtClean="0"/>
              <a:t>6-  LES PORTES CASSÉES, OUI JE PRÉCISE JE VOUDRAIS OPÉRER</a:t>
            </a:r>
          </a:p>
          <a:p>
            <a:pPr eaLnBrk="1" hangingPunct="1"/>
            <a:r>
              <a:rPr lang="fr-FR" smtClean="0"/>
              <a:t>7-  DIRE AU MONDE, C’EST TROP MORTEL SI IMMORTEL</a:t>
            </a:r>
          </a:p>
          <a:p>
            <a:pPr eaLnBrk="1" hangingPunct="1"/>
            <a:r>
              <a:rPr lang="fr-FR" smtClean="0"/>
              <a:t>8-  ON AVANCE TOUS ENSEMBLE ON VISE LE TOP TEN</a:t>
            </a:r>
          </a:p>
          <a:p>
            <a:pPr eaLnBrk="1" hangingPunct="1"/>
            <a:r>
              <a:rPr lang="fr-FR" smtClean="0"/>
              <a:t>9-  Y’A PAS D’HISTOIRE QUE DES VRAIS TU SAIS, ON FAIT L’HISTOIRE</a:t>
            </a:r>
          </a:p>
          <a:p>
            <a:pPr eaLnBrk="1" hangingPunct="1"/>
            <a:r>
              <a:rPr lang="fr-FR" smtClean="0"/>
              <a:t>10-  CAR SA PÉRISSAIT, MON CŒUR REÇOIS</a:t>
            </a:r>
          </a:p>
          <a:p>
            <a:pPr eaLnBrk="1" hangingPunct="1"/>
            <a:r>
              <a:rPr lang="fr-FR" smtClean="0"/>
              <a:t>11-  ET C’EST VRAI QU’ON SAIT, QUE LA SOLUTION, ÉTAIT PAR ICI</a:t>
            </a:r>
          </a:p>
          <a:p>
            <a:pPr eaLnBrk="1" hangingPunct="1"/>
            <a:r>
              <a:rPr lang="fr-FR" smtClean="0"/>
              <a:t>12-  SA VISE LES GROS TITRES ON AVANCE TOUS ENSEMBLES</a:t>
            </a:r>
          </a:p>
          <a:p>
            <a:pPr eaLnBrk="1" hangingPunct="1"/>
            <a:r>
              <a:rPr lang="fr-FR" smtClean="0"/>
              <a:t>13-  ESQUIVE LES GROSSES GIFLES</a:t>
            </a:r>
          </a:p>
          <a:p>
            <a:pPr eaLnBrk="1" hangingPunct="1"/>
            <a:r>
              <a:rPr lang="fr-FR" smtClean="0"/>
              <a:t>14-  MON HISTOIRE JE VAIS PORTER, ON Y CROIT</a:t>
            </a:r>
          </a:p>
          <a:p>
            <a:pPr eaLnBrk="1" hangingPunct="1"/>
            <a:r>
              <a:rPr lang="fr-FR" smtClean="0"/>
              <a:t>15-  MON ÉTOILE, VOUDRAIS ME BERCER JUSQU’AU SOIR</a:t>
            </a:r>
          </a:p>
          <a:p>
            <a:pPr eaLnBrk="1" hangingPunct="1"/>
            <a:r>
              <a:rPr lang="fr-FR" smtClean="0"/>
              <a:t>16-  MON ESPOIR, C’EST DE M’EMPORTER ÊTRE LIBRE EN SOIT</a:t>
            </a:r>
          </a:p>
          <a:p>
            <a:pPr eaLnBrk="1" hangingPunct="1"/>
            <a:r>
              <a:rPr lang="fr-FR" smtClean="0"/>
              <a:t>17-  SANS HISTOIRE, JE VOUDRAIS CHANTER POUR MON ROI</a:t>
            </a:r>
          </a:p>
          <a:p>
            <a:pPr eaLnBrk="1" hangingPunct="1"/>
            <a:r>
              <a:rPr lang="fr-FR" smtClean="0"/>
              <a:t>18-  UNE SEULE SOLUTION CHRIST EST LA SOLUTION</a:t>
            </a:r>
          </a:p>
          <a:p>
            <a:pPr eaLnBrk="1" hangingPunct="1"/>
            <a:r>
              <a:rPr lang="fr-FR" smtClean="0"/>
              <a:t>19-  ECOUTE SOIT DANS LES TEMPS</a:t>
            </a:r>
          </a:p>
          <a:p>
            <a:pPr eaLnBrk="1" hangingPunct="1"/>
            <a:r>
              <a:rPr lang="fr-FR" smtClean="0"/>
              <a:t>20-  UNE SEULE SOLUTION, IL EST LA SEULE SOLUTION, ECOUTE SOIT DANS LES TEMPS</a:t>
            </a:r>
          </a:p>
          <a:p>
            <a:pPr eaLnBrk="1" hangingPunct="1"/>
            <a:r>
              <a:rPr lang="fr-FR" smtClean="0"/>
              <a:t>21-  SA FAIT ; HÉ HO, HÉ HO, HÉ, HÉ HO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22-  J’RENTRE DANS LE GAME COMME DEK-SA 2 FREESTYLE QUE PASSA </a:t>
            </a:r>
          </a:p>
          <a:p>
            <a:pPr eaLnBrk="1" hangingPunct="1"/>
            <a:r>
              <a:rPr lang="fr-FR" smtClean="0"/>
              <a:t>23-  LE RAP PERD DE SON GOUT ? STF VAZY SEL ÇA !! MONTE LES BASSE</a:t>
            </a:r>
          </a:p>
          <a:p>
            <a:pPr eaLnBrk="1" hangingPunct="1"/>
            <a:r>
              <a:rPr lang="fr-FR" smtClean="0"/>
              <a:t>24-  QU’ON CE METTENT BIEN JE ME SENS D’HUMEUR ESTIALE </a:t>
            </a:r>
          </a:p>
          <a:p>
            <a:pPr eaLnBrk="1" hangingPunct="1"/>
            <a:r>
              <a:rPr lang="fr-FR" smtClean="0"/>
              <a:t>25-  MA VIE ENTRE SES MAINS J’AI PAS PEUR DE MON DESTIN</a:t>
            </a:r>
          </a:p>
          <a:p>
            <a:pPr eaLnBrk="1" hangingPunct="1"/>
            <a:r>
              <a:rPr lang="fr-FR" smtClean="0"/>
              <a:t>26-  LUMIERE DANS UN MONDE OU LA VERITÉ VIE DANS L’OMBRE</a:t>
            </a:r>
          </a:p>
          <a:p>
            <a:pPr eaLnBrk="1" hangingPunct="1"/>
            <a:r>
              <a:rPr lang="fr-FR" smtClean="0"/>
              <a:t>27-  POUR L’EXPRIMER AU PLUS GRAND NOMBRE</a:t>
            </a:r>
          </a:p>
          <a:p>
            <a:pPr eaLnBrk="1" hangingPunct="1"/>
            <a:r>
              <a:rPr lang="fr-FR" smtClean="0"/>
              <a:t>28-  JE LE DIRAI PAS EN LANGUE MA VOIX T’ADOUCIE</a:t>
            </a:r>
          </a:p>
          <a:p>
            <a:pPr eaLnBrk="1" hangingPunct="1"/>
            <a:r>
              <a:rPr lang="fr-FR" smtClean="0"/>
              <a:t>29-  LA RUE TE DURCIE C’EST DURE C TEMPS SI TU VIE EN DENT SCIE</a:t>
            </a:r>
          </a:p>
          <a:p>
            <a:pPr eaLnBrk="1" hangingPunct="1"/>
            <a:r>
              <a:rPr lang="fr-FR" smtClean="0"/>
              <a:t>30-  LAISSE MOI TE DIRE MON EQUATION : X+TOI C’EST LA FRACTION PROBLEME</a:t>
            </a:r>
          </a:p>
          <a:p>
            <a:pPr eaLnBrk="1" hangingPunct="1"/>
            <a:r>
              <a:rPr lang="fr-FR" smtClean="0"/>
              <a:t>31-  G.O.D EST EGALE A LA SOLUTION</a:t>
            </a:r>
          </a:p>
          <a:p>
            <a:pPr eaLnBrk="1" hangingPunct="1"/>
            <a:r>
              <a:rPr lang="fr-FR" smtClean="0"/>
              <a:t>32-  LUI +MOI ÇA FAIT 500 DANS LES 7 SENS TOUT CE DISPERSE</a:t>
            </a:r>
          </a:p>
          <a:p>
            <a:pPr eaLnBrk="1" hangingPunct="1"/>
            <a:r>
              <a:rPr lang="fr-FR" smtClean="0"/>
              <a:t>33-  PAS BESOIN DE MES 5 SENS NI D’ENCENT EN ESPRIT TOUT CE PASSE</a:t>
            </a:r>
          </a:p>
          <a:p>
            <a:pPr eaLnBrk="1" hangingPunct="1"/>
            <a:r>
              <a:rPr lang="fr-FR" smtClean="0"/>
              <a:t>34-  STP VAZY POUSSE TOI, TRES PEU SAVENT MAIS TOUS PARLE</a:t>
            </a:r>
          </a:p>
          <a:p>
            <a:pPr eaLnBrk="1" hangingPunct="1"/>
            <a:r>
              <a:rPr lang="fr-FR" smtClean="0"/>
              <a:t>35-  JCOUPE LE GAME EN DOUZE PART COUPLET FINI EN DOUCE JE PARS</a:t>
            </a:r>
          </a:p>
          <a:p>
            <a:pPr eaLnBrk="1" hangingPunct="1"/>
            <a:r>
              <a:rPr lang="fr-FR" smtClean="0"/>
              <a:t>36-  C’EST JP, STF ET STYLE AXA, POUR LE ROI, ICI-BAS, VAS-Y TCHEK SA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37-  UNE SEULE SOLUTION CHRIST EST LA SOLUTION</a:t>
            </a:r>
          </a:p>
          <a:p>
            <a:pPr eaLnBrk="1" hangingPunct="1"/>
            <a:r>
              <a:rPr lang="fr-FR" smtClean="0"/>
              <a:t>38-  ECOUTE SOIT DANS LES TEMPS</a:t>
            </a:r>
          </a:p>
          <a:p>
            <a:pPr eaLnBrk="1" hangingPunct="1"/>
            <a:r>
              <a:rPr lang="fr-FR" smtClean="0"/>
              <a:t>39-  UNE SEULE SOLUTION, IL EST LA SEULE SOLUTION, ÉCOUTE SOIT DANS LES TEMPS</a:t>
            </a:r>
          </a:p>
          <a:p>
            <a:pPr eaLnBrk="1" hangingPunct="1"/>
            <a:r>
              <a:rPr lang="fr-FR" smtClean="0"/>
              <a:t>40-  ÇA FAIT ; HÉ HO, HÉ HO, HÉ, HÉ HO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41-  FOCALISE-TOI SUR CE QU'IL Y A À L'INTÉRIEUR DE TOI</a:t>
            </a:r>
          </a:p>
          <a:p>
            <a:pPr eaLnBrk="1" hangingPunct="1"/>
            <a:r>
              <a:rPr lang="fr-FR" smtClean="0"/>
              <a:t>42-  REGARDE BIEN AUTOUR DE TOI SOUVENT C'EST DU CINÉMA </a:t>
            </a:r>
          </a:p>
          <a:p>
            <a:pPr eaLnBrk="1" hangingPunct="1"/>
            <a:r>
              <a:rPr lang="fr-FR" smtClean="0"/>
              <a:t>43-  LA SOLUTION EST LÀ AU FOND DE TON COEUR</a:t>
            </a:r>
          </a:p>
          <a:p>
            <a:pPr eaLnBrk="1" hangingPunct="1"/>
            <a:r>
              <a:rPr lang="fr-FR" smtClean="0"/>
              <a:t>44-  TOUT CE QUE T'AS À FAIRE C'EST LIBÉRER CETTE GRANDEUR</a:t>
            </a:r>
          </a:p>
          <a:p>
            <a:pPr eaLnBrk="1" hangingPunct="1"/>
            <a:r>
              <a:rPr lang="fr-FR" smtClean="0"/>
              <a:t>45-  TU PEUX MISER JAHVÉ JIRÉ J'TE PROMETS, TU VERRAS, C'EST STYLÉ</a:t>
            </a:r>
          </a:p>
          <a:p>
            <a:pPr eaLnBrk="1" hangingPunct="1"/>
            <a:r>
              <a:rPr lang="fr-FR" smtClean="0"/>
              <a:t>46-  ET MAÎTRISER ET T'ENJAILLER LE BONHEUR VA VOULOIR T'EMBRASSER</a:t>
            </a:r>
          </a:p>
          <a:p>
            <a:pPr eaLnBrk="1" hangingPunct="1"/>
            <a:r>
              <a:rPr lang="fr-FR" smtClean="0"/>
              <a:t>47-  TU VAS DANSER, SAUTER, CRIER AIMER COMME JAMAIS TU L'AS FAIT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5D422-BF9D-4056-AA1C-76541B5820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71761-3E40-4B40-B6FE-155283459D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81592-DD1C-4FC8-82C3-B85E2AD4D6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9E04F-44B3-4D47-81D1-B3EA2A3037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69EA-4FC0-461C-97D3-28533E287F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6536A-F988-4765-8161-FC8E9F676D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5D3EC-26E7-4BE9-9120-D505337E8D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93B60-7ACB-429D-BDFC-DED656671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268C4-9835-424E-9205-FFA3845F1F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2683B-B757-4878-9BB3-A56140F71C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6500-6670-47B0-9A0C-B01C5C54A2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D458B12-4D9E-4299-AC41-2CE2D6BCF2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MILIEU HOSTILE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RENTRE DEDANS COMME KOSSI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MATE LE SON, C’EST STYLÉ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FAIS DU LOURD, OUI JE GROSSIS</a:t>
            </a:r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HISTOIRE EST BIZARRE, JE N’TE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PAS, JE SUIS DANS LE BLIZZARD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LAISSE-NOUS AIRÉ, LAISSE NOUS PLEURER POUR LE ROI, LAISSE-NOUS L’ENTERRER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DÉDICACÉ AU MESSIE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EST-CE QUE T’AS FLAIRÉ</a:t>
            </a: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PORTES CASSÉES, OUI JE PRÉCISE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OPÉRER</a:t>
            </a:r>
          </a:p>
        </p:txBody>
      </p:sp>
      <p:sp>
        <p:nvSpPr>
          <p:cNvPr id="71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DIRE AU MONDE, C’EST TROP MORTEL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IMMORTEL</a:t>
            </a:r>
          </a:p>
        </p:txBody>
      </p:sp>
      <p:sp>
        <p:nvSpPr>
          <p:cNvPr id="81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AVANCE TOUS ENSEMBLE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VISE LE TOP TEN</a:t>
            </a: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Y’A PAS D’HISTOIRE QUE DES VRAIES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SAIS, ON FAIT L’HISTOIRE</a:t>
            </a:r>
          </a:p>
        </p:txBody>
      </p:sp>
      <p:sp>
        <p:nvSpPr>
          <p:cNvPr id="102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ÇA PÉRISSAIT, MON CŒUR REÇOIT</a:t>
            </a:r>
          </a:p>
        </p:txBody>
      </p:sp>
      <p:sp>
        <p:nvSpPr>
          <p:cNvPr id="112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C’EST VRAI QU’ON SAIT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SOLUTION, ÉTAIT PAR ICI</a:t>
            </a:r>
          </a:p>
        </p:txBody>
      </p:sp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VISE LES GROS TITRES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AVANCE TOUS ENSEMBLE</a:t>
            </a:r>
          </a:p>
        </p:txBody>
      </p:sp>
      <p:sp>
        <p:nvSpPr>
          <p:cNvPr id="133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ESQUIVE LES GROSSES GIFLES</a:t>
            </a:r>
          </a:p>
        </p:txBody>
      </p:sp>
      <p:sp>
        <p:nvSpPr>
          <p:cNvPr id="143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PORTER, ON Y CROIT</a:t>
            </a:r>
          </a:p>
        </p:txBody>
      </p:sp>
      <p:sp>
        <p:nvSpPr>
          <p:cNvPr id="1536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ÉTOILE, VOUDRAIT ME BERCER JUSQU’AU SOIR</a:t>
            </a:r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ESPOIR, C’EST DE M’EMPORTER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LIBRE EN SOIT</a:t>
            </a:r>
          </a:p>
        </p:txBody>
      </p:sp>
      <p:sp>
        <p:nvSpPr>
          <p:cNvPr id="174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HISTOIRE, JE VOUDRAIS CHANTER POUR MON ROI</a:t>
            </a: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SOLUTION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LA SOLUTION</a:t>
            </a:r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SOIS DANS LES TEMPS</a:t>
            </a:r>
          </a:p>
        </p:txBody>
      </p:sp>
      <p:sp>
        <p:nvSpPr>
          <p:cNvPr id="2048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SOLUTION, IL EST LA SEULE SOLUTION, ÉCOUTE SOIT DANS LES TEMPS</a:t>
            </a:r>
          </a:p>
        </p:txBody>
      </p:sp>
      <p:sp>
        <p:nvSpPr>
          <p:cNvPr id="215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FAIT ; HÉ HO, HÉ HO, HÉ, HÉ HO </a:t>
            </a:r>
          </a:p>
        </p:txBody>
      </p:sp>
      <p:sp>
        <p:nvSpPr>
          <p:cNvPr id="2253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J’RENTRE DANS LE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GAME COMME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DEK-SA 2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FREESTYLE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PASSA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?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355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RAP PERD DE SON GOUT 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STF VAZY SEL ÇA 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 LES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BASSES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457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QU’ON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METTE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SENS D’HUMEUR BESTIALE </a:t>
            </a:r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ENTRE SES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JN’AI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PEUR DE MON DESTIN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LUMIÈRE DANS UN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LA VERITÉ VIT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L’OMBRE</a:t>
            </a:r>
          </a:p>
        </p:txBody>
      </p:sp>
      <p:sp>
        <p:nvSpPr>
          <p:cNvPr id="2765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L’EXPRIMER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PLUS GRAND NOMBRE</a:t>
            </a:r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N’LE DIRAI PAS EN LANGUE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VOIX T’ADOUCIT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RUE TE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DURCIT,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C’TEMPS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DENT SCIE</a:t>
            </a:r>
          </a:p>
        </p:txBody>
      </p:sp>
      <p:sp>
        <p:nvSpPr>
          <p:cNvPr id="307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LAISSE-MOI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DIRE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ÉQUATION 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X+TOI C’EST LA FRACTION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PROBLEME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G.O.D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EGALE A LA SOLUTION</a:t>
            </a:r>
          </a:p>
        </p:txBody>
      </p:sp>
      <p:sp>
        <p:nvSpPr>
          <p:cNvPr id="327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+MOI ÇA FAIT 500 DANS LES 7 SENS TOUT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DISPERSE</a:t>
            </a:r>
          </a:p>
        </p:txBody>
      </p:sp>
      <p:sp>
        <p:nvSpPr>
          <p:cNvPr id="337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BESOIN DE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CINQ SENS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D’ENCENT,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ESPRIT TOUT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PASSE</a:t>
            </a:r>
          </a:p>
        </p:txBody>
      </p:sp>
      <p:sp>
        <p:nvSpPr>
          <p:cNvPr id="348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STP VAZY POUSSE TOI, TRÈS PEU SAVENT MAIS TOUS PARLENT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58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JCOUPE LE GAME EN DOUZE PARTS COUPLET FINI, EN DOUCE JE PARS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68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JP, STF ET STYLE AXA,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ROI, ICI-BAS, VAS-Y CHECK ÇA</a:t>
            </a:r>
          </a:p>
        </p:txBody>
      </p:sp>
      <p:sp>
        <p:nvSpPr>
          <p:cNvPr id="378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SOLUTION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LA SOLUTION</a:t>
            </a:r>
          </a:p>
        </p:txBody>
      </p:sp>
      <p:sp>
        <p:nvSpPr>
          <p:cNvPr id="389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ECOUTE, SOIS DANS LES TEMPS</a:t>
            </a:r>
          </a:p>
        </p:txBody>
      </p:sp>
      <p:sp>
        <p:nvSpPr>
          <p:cNvPr id="399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SOLUTION, IL EST LA SEULE SOLUTION, ÉCOUTE SOIS DANS LES TEMPS</a:t>
            </a:r>
          </a:p>
        </p:txBody>
      </p:sp>
      <p:sp>
        <p:nvSpPr>
          <p:cNvPr id="4096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FAIT ; HÉ HO, HÉ HO, HÉ, HÉ HO</a:t>
            </a:r>
          </a:p>
        </p:txBody>
      </p:sp>
      <p:sp>
        <p:nvSpPr>
          <p:cNvPr id="419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FOCALISE-TOI SUR CE QU'IL Y 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L'INTÉRIEUR DE TOI</a:t>
            </a:r>
          </a:p>
        </p:txBody>
      </p:sp>
      <p:sp>
        <p:nvSpPr>
          <p:cNvPr id="430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 BIEN AUTOUR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SOUVENT C'EST DU CINÉMA </a:t>
            </a:r>
          </a:p>
        </p:txBody>
      </p:sp>
      <p:sp>
        <p:nvSpPr>
          <p:cNvPr id="4403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SOLUTION EST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FOND DE TON COEUR</a:t>
            </a:r>
          </a:p>
        </p:txBody>
      </p:sp>
      <p:sp>
        <p:nvSpPr>
          <p:cNvPr id="450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T'AS À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LIBÉRER CETTE GRANDEUR</a:t>
            </a:r>
          </a:p>
        </p:txBody>
      </p:sp>
      <p:sp>
        <p:nvSpPr>
          <p:cNvPr id="4608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MISER JAHVÉ JIRÉ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J'TE PROMETS, TU VERRAS, C'EST STYLÉ</a:t>
            </a:r>
          </a:p>
        </p:txBody>
      </p:sp>
      <p:sp>
        <p:nvSpPr>
          <p:cNvPr id="471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MAÎTRISER ET T'ENJAILLER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BONHEUR VA VOULOIR T'EMBRASSER</a:t>
            </a:r>
          </a:p>
        </p:txBody>
      </p:sp>
      <p:sp>
        <p:nvSpPr>
          <p:cNvPr id="4813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VAS DANSER, SAUTER, CRIER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AIMER COMME JAMAIS TU L'AS FAIT</a:t>
            </a:r>
          </a:p>
        </p:txBody>
      </p:sp>
      <p:sp>
        <p:nvSpPr>
          <p:cNvPr id="4915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20761</Words>
  <Application>Microsoft Office PowerPoint</Application>
  <PresentationFormat>On-screen Show (4:3)</PresentationFormat>
  <Paragraphs>4778</Paragraphs>
  <Slides>47</Slides>
  <Notes>47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0" baseType="lpstr">
      <vt:lpstr>Franklin Gothic Medium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yomog</cp:lastModifiedBy>
  <cp:revision>67</cp:revision>
  <dcterms:created xsi:type="dcterms:W3CDTF">2002-08-17T10:50:50Z</dcterms:created>
  <dcterms:modified xsi:type="dcterms:W3CDTF">2013-04-26T14:55:35Z</dcterms:modified>
</cp:coreProperties>
</file>