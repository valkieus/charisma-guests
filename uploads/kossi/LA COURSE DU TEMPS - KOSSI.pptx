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620"/>
    <p:restoredTop sz="64695" autoAdjust="0"/>
  </p:normalViewPr>
  <p:slideViewPr>
    <p:cSldViewPr>
      <p:cViewPr varScale="1">
        <p:scale>
          <a:sx n="21" d="100"/>
          <a:sy n="21" d="100"/>
        </p:scale>
        <p:origin x="-192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23F7E1-ED6F-485E-B9F1-51EDA71205C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2FA7AC-F547-480E-9674-C2F4DB92ACB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J'AI RATE LE DÉPART JE VISE MA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J'DÉMARRE DÉFIANT LE TEMPS LES MOIS, LES ANNÉES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LA VITESSE DU GUÉPARD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FIN D'UNE NUIT C'EST LA JOURNÉE QUI SE PRÉPARE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PASSÉ MINUIT PILE CE SONT LES AIGUILLES QUI SE SÉPARENT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LE MAITRE DU TEMPS A FAIT DU TEMPS NOTRE MAITRE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JOUR OU TU IGNORES QUE LE TEMPS EST TON ALLIE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EN FAIT ON COURT DERRIÈRE LES SECONDES, DERRIÈRE LES MINUTES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LES MINUTES SECONDENT LES HEURES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LES HEURES SE COMPTENT EN MINUTE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NE SOMMES PAS MAITRE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JOURNÉES PASSENT COMME LE VENT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LES PREMIERS SERONT LES DERNIERS LES DERNIERS SERONT LES PREMIERS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J'ACHÈVE MA COURSE SUR CETTE TERRE POUR ÊTRE COURONNE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COURRONS-NOUS POUR NOTRE DÉPART OU ATTEINDRE LA LIGNE D'ARRIVÉE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LES DEUX SE VALENT, JE PRÉPARE MON DÉPART POUR MA DESTINÉE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NOUS NE SOMMES PAS MAITRE DU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LES JOURNÉES PASSENT COMME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RATE LE DÉPART JE VISE MA LIGNE D'ARRIVÉE </a:t>
            </a:r>
          </a:p>
          <a:p>
            <a:r>
              <a:rPr lang="fr-FR" smtClean="0"/>
              <a:t>2-  J'DÉMARRE DÉFIANT LE TEMPS LES MOIS, LES ANNÉES </a:t>
            </a:r>
          </a:p>
          <a:p>
            <a:r>
              <a:rPr lang="fr-FR" smtClean="0"/>
              <a:t>3-  À LA VITESSE DU GUÉPARD </a:t>
            </a:r>
          </a:p>
          <a:p>
            <a:r>
              <a:rPr lang="fr-FR" smtClean="0"/>
              <a:t>4-  À CHAQUE FIN D'UNE NUIT C'EST LA JOURNÉE QUI SE PRÉPARE </a:t>
            </a:r>
          </a:p>
          <a:p>
            <a:r>
              <a:rPr lang="fr-FR" smtClean="0"/>
              <a:t>5-  PASSÉ MINUIT PILE CE SONT LES AIGUILLES QUI SE SÉPARENT </a:t>
            </a:r>
          </a:p>
          <a:p>
            <a:r>
              <a:rPr lang="fr-FR" smtClean="0"/>
              <a:t>6-  LE MAITRE DU TEMPS A FAIT DU TEMPS NOTRE MAITRE </a:t>
            </a:r>
          </a:p>
          <a:p>
            <a:r>
              <a:rPr lang="fr-FR" smtClean="0"/>
              <a:t>7-  LE JOUR OU TU IGNORES QUE LE TEMPS EST TON ALLIE </a:t>
            </a:r>
          </a:p>
          <a:p>
            <a:r>
              <a:rPr lang="fr-FR" smtClean="0"/>
              <a:t>8-  EN FAIT ON COURT DERRIÈRE LES SECONDES, DERRIÈRE LES MINUTES </a:t>
            </a:r>
          </a:p>
          <a:p>
            <a:r>
              <a:rPr lang="fr-FR" smtClean="0"/>
              <a:t>9-  ET LES MINUTES SECONDENT LES HEURES </a:t>
            </a:r>
          </a:p>
          <a:p>
            <a:r>
              <a:rPr lang="fr-FR" smtClean="0"/>
              <a:t>10-  ET LES HEURES SE COMPTENT EN MINUTE </a:t>
            </a:r>
          </a:p>
          <a:p>
            <a:endParaRPr lang="fr-FR" smtClean="0"/>
          </a:p>
          <a:p>
            <a:r>
              <a:rPr lang="fr-FR" smtClean="0"/>
              <a:t>11-  NOUS NE SOMMES PAS MAITRE DU TEMPS</a:t>
            </a:r>
          </a:p>
          <a:p>
            <a:r>
              <a:rPr lang="fr-FR" smtClean="0"/>
              <a:t>12-  LES JOURNÉES PASSENT COMME LE VENT  </a:t>
            </a:r>
          </a:p>
          <a:p>
            <a:endParaRPr lang="fr-FR" smtClean="0"/>
          </a:p>
          <a:p>
            <a:r>
              <a:rPr lang="fr-FR" smtClean="0"/>
              <a:t>13-  LES PREMIERS SERONT LES DERNIERS LES DERNIERS SERONT LES PREMIERS  </a:t>
            </a:r>
          </a:p>
          <a:p>
            <a:r>
              <a:rPr lang="fr-FR" smtClean="0"/>
              <a:t>14-  J'ACHÈVE MA COURSE SUR CETTE TERRE POUR ÊTRE COURONNE </a:t>
            </a:r>
          </a:p>
          <a:p>
            <a:r>
              <a:rPr lang="fr-FR" smtClean="0"/>
              <a:t>15-  COURRONS-NOUS POUR NOTRE DÉPART OU ATTEINDRE LA LIGNE D'ARRIVÉE </a:t>
            </a:r>
          </a:p>
          <a:p>
            <a:r>
              <a:rPr lang="fr-FR" smtClean="0"/>
              <a:t>16-  LES DEUX SE VALENT, JE PRÉPARE MON DÉPART POUR MA DESTINÉE </a:t>
            </a:r>
          </a:p>
          <a:p>
            <a:endParaRPr lang="fr-FR" smtClean="0"/>
          </a:p>
          <a:p>
            <a:r>
              <a:rPr lang="fr-FR" smtClean="0"/>
              <a:t>17-  NOUS NE SOMMES PAS MAITRE DU TEMPS </a:t>
            </a:r>
          </a:p>
          <a:p>
            <a:r>
              <a:rPr lang="fr-FR" smtClean="0"/>
              <a:t>18-  LES JOURNÉES PASSENT COMME LE VENT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3F6B-0CB9-4E8F-87D8-035DB08B09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FEA79-2087-4414-B999-24412898FD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02CE2-BACF-4278-98A4-A4C5C2001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6EAB0A-BF93-454B-885C-407535E71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E2D7B-7A11-4A45-A8BD-69CB876F9B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61CF3-A510-4FEC-9DC8-C56B6D8BD2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30598-E391-4C69-853B-1D6028005E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C71CD-C8CD-411E-A396-DE07516F42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50122-592F-452B-AD1F-B981A2FB79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62868-9E0F-47B2-A332-02D17273E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2BC2D-7076-4AB5-A8CA-BE9150033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0B06694-46E5-4EDB-8D1B-97AD374F47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J'AI RATÉ LE DÉPART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JE VISE MA LIGNE D'ARRIVÉE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J'DÉMARRE DÉFIANT LE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LES MOIS, LES ANNÉES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À LA VITESSE DU GUÉPARD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À CHAQUE FIN D'UNE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C'EST LA JOURNÉE QUI SE PRÉPARE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PASSÉ MINUIT PILE CE SONT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LES AIGUILLES QUI SE SÉPARENT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 MAITRE DU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A FAIT DU TEMPS NOTRE MAITRE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 JOUR OÙ TU IGNORES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QUE LE TEMPS EST TON ALLIE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EN FAIT, ON COURT DERRIÈRE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LES SECONDES, DERRIÈRE LES MINUTES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ET LES MINUTES SECONDENT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LES HEURES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ET LES HEURES SE COMPTENT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EN MINUTE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NOUS NE SOMMES PAS MAITRE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DU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LES JOURNÉES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PASSENT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COMME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VENT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LES PREMIERS SERONT LES DERNIERS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LES DERNIERS SERONT LES PREMIERS 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J'ACHÈVE MA COURSE SUR CETTE TERRE POUR ÊTRE COURONNE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COURRONS-NOUS POUR NOTRE DÉPART OU ATTEINDRE LA LIGNE D'ARRIVÉE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LES DEUX SE VALENT, JE PRÉPARE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MON DÉPART POUR MA DESTINÉE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NOUS NE SOMMES PAS MAITRE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DU TEMPS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LES JOURNÉES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PASSENT COMME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VENT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4198</Words>
  <Application>Microsoft Office PowerPoint</Application>
  <PresentationFormat>On-screen Show (4:3)</PresentationFormat>
  <Paragraphs>774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Franklin Gothic Medium</vt:lpstr>
      <vt:lpstr>MS PGothic</vt:lpstr>
      <vt:lpstr>Arial</vt:lpstr>
      <vt:lpstr>Calibri</vt:lpstr>
      <vt:lpstr>Default Design</vt:lpstr>
      <vt:lpstr>J'AI RATÉ LE DÉPART JE VISE MA LIGNE D'ARRIVÉE </vt:lpstr>
      <vt:lpstr>J'DÉMARRE DÉFIANT LE TEMPS LES MOIS, LES ANNÉES </vt:lpstr>
      <vt:lpstr>À LA VITESSE DU GUÉPARD </vt:lpstr>
      <vt:lpstr>À CHAQUE FIN D'UNE NUIT C'EST LA JOURNÉE QUI SE PRÉPARE </vt:lpstr>
      <vt:lpstr>PASSÉ MINUIT PILE CE SONT LES AIGUILLES QUI SE SÉPARENT </vt:lpstr>
      <vt:lpstr>LE MAITRE DU TEMPS A FAIT DU TEMPS NOTRE MAITRE </vt:lpstr>
      <vt:lpstr>LE JOUR OÙ TU IGNORES QUE LE TEMPS EST TON ALLIE </vt:lpstr>
      <vt:lpstr>EN FAIT, ON COURT DERRIÈRE LES SECONDES, DERRIÈRE LES MINUTES </vt:lpstr>
      <vt:lpstr>ET LES MINUTES SECONDENT LES HEURES </vt:lpstr>
      <vt:lpstr>ET LES HEURES SE COMPTENT EN MINUTE </vt:lpstr>
      <vt:lpstr>NOUS NE SOMMES PAS MAITRE DU TEMPS</vt:lpstr>
      <vt:lpstr>LES JOURNÉES PASSENT COMME LE VENT  </vt:lpstr>
      <vt:lpstr>LES PREMIERS SERONT LES DERNIERS LES DERNIERS SERONT LES PREMIERS  </vt:lpstr>
      <vt:lpstr>J'ACHÈVE MA COURSE SUR CETTE TERRE POUR ÊTRE COURONNE </vt:lpstr>
      <vt:lpstr>COURRONS-NOUS POUR NOTRE DÉPART OU ATTEINDRE LA LIGNE D'ARRIVÉE </vt:lpstr>
      <vt:lpstr>LES DEUX SE VALENT, JE PRÉPARE MON DÉPART POUR MA DESTINÉE </vt:lpstr>
      <vt:lpstr>NOUS NE SOMMES PAS MAITRE DU TEMPS </vt:lpstr>
      <vt:lpstr>LES JOURNÉES PASSENT COMME LE VENT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107</cp:revision>
  <dcterms:created xsi:type="dcterms:W3CDTF">2002-08-17T10:50:50Z</dcterms:created>
  <dcterms:modified xsi:type="dcterms:W3CDTF">2012-12-29T17:37:59Z</dcterms:modified>
</cp:coreProperties>
</file>