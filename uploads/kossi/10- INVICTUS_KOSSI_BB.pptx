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322" r:id="rId9"/>
    <p:sldId id="277" r:id="rId10"/>
    <p:sldId id="278" r:id="rId11"/>
    <p:sldId id="279" r:id="rId12"/>
    <p:sldId id="280" r:id="rId13"/>
    <p:sldId id="282" r:id="rId14"/>
    <p:sldId id="281" r:id="rId15"/>
    <p:sldId id="283" r:id="rId16"/>
    <p:sldId id="284" r:id="rId17"/>
    <p:sldId id="285" r:id="rId18"/>
    <p:sldId id="286" r:id="rId19"/>
    <p:sldId id="287" r:id="rId20"/>
    <p:sldId id="288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45700" autoAdjust="0"/>
  </p:normalViewPr>
  <p:slideViewPr>
    <p:cSldViewPr>
      <p:cViewPr>
        <p:scale>
          <a:sx n="44" d="100"/>
          <a:sy n="44" d="100"/>
        </p:scale>
        <p:origin x="-816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72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20EBDE9-AE4A-42C4-9F13-1A53BBF1901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BAFBBF4-EE4A-4803-8F42-16E5DD6B0A1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INVICTUS  x8
	52-  LE CAPITAINE DE MON DESTIN  IL RESTE LE CAPITAINE DE MON DESTIN  x3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</a:t>
            </a:r>
            <a:r>
              <a:rPr lang="fr-FR" dirty="0" smtClean="0"/>
              <a:t>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51-  INVICTUS  x8
	52-  LE CAPITAINE DE MON DESTIN  IL RESTE LE CAPITAINE DE MON DESTIN  x3
</a:t>
            </a:r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INVICTUS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36-  INVICTUS  x8
	37-  LE CAPITAINE DE MON DESTIN IL RESTE LE CAPITAINE DE MON DESTIN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CERTAINS ONT FAIM  MAIS MOI J'AI LES CROCS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51-  INVICTUS  x8
	52-  LE CAPITAINE DE MON DESTIN  IL RESTE LE CAPITAINE DE MON DESTIN  x3
</a:t>
            </a:r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TRICOTE MON AVENIR  AVEC LES AIGUILLES D'UNE MONTRE 
2-  POUR FAIRE PASSER LE TEMPS  LA PATIENCE JE DÉMONTRE 
3-  DIAMANT, BIJOU, DIAMANTAIRE 
4-  IL PEAUFINE  MES FACETTES DU CARACTÈRE 
5-  LA JUSTICE ET LA DROITURE  SONT ÉLÉMENTAIRES 
6-  CAR J'AI ÉTÉ ÉLEVÉ SUR LE TER-TER 
7-  ALLO JE SAIS BIG UP JOHN WESLEY 
8-  ALLO QUI C'EST ? FAUDRAIT TE RENSEIGNER 
9-  DEVANT TOUS LES GENS, INTELLIGENT DILIGENT IL EST, IL EST TANGIBLE 
10-  VIGILANT, MILITANT CE N'EST  QU'UNE PARTIE DISENT LES GENS ! 
11-  VIRULENT, SERAIT DE NE PAS DIRE L'ÉLÉMENT RÉVÉLANT QUI EST MON BOSS 
12-  YESHUA  J'ENDOSSE MON SAC QUESHUA 
13-  LA VENGEANCE EST UN PLAT  QUI NE SE GRAILLE MÊME PAS 
14-  LE CAUCHEMAR DE MA JEUNESSE 
15-  ESSAIE DE CROIRE  QUE LA STREET ÉTAIT MON RÊVE  
16-  J'AI CONSUMÉ TOUTE MA JEUNESSE 
17-  DANS LES FLAMMES  DE MES NOUVEAUX RÊVES 
18-  ENNEMI DU DIABLE EN PUBLIC  SON AMI EN PRIVÉ 
19-  CE GENRE DE PEUPLE  QUI T'APPELLE EN MASQUÉ 
20-  À LA BANQUE DE L'ANONYMAT  ILS SONT À DÉCOUVERT 
21-  LE MONDE EN A MARRE  L’ÉTAT N'ÉTAIT PAS SINCÈRE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22-  INVICTUS  x8</a:t>
            </a:r>
          </a:p>
          <a:p>
            <a:endParaRPr lang="fr-FR" altLang="fr-FR" smtClean="0"/>
          </a:p>
          <a:p>
            <a:r>
              <a:rPr lang="fr-FR" altLang="fr-FR" smtClean="0"/>
              <a:t>23-  FERMEZ LES FENÊTRES  NON MOI JE PASSE PAR LES PORTES 
24-  UN HOMME HONNÊTE  SAIT QUE LA VÉRITÉ L'ESCORTE 
25-  MOINS JE LES VOIS  MIEUX JE ME PORTE 
26-  CHAQUE MANCHOT  JE LEUR PRÊTE MAIN FORTE 
27-  BIG UP À CEUX QUI ME SUPPORTENT CHACUNE DES PRIÈRES ME TÉLÉPORTE 
28-  OÙ SONT LES TUEURS DE GÉANTS MES BRAVES, PAS LES RÊVEURS ERRANTS  
29-  C'EST GRAVE D'ÉLEVER TOUS LES TYRANS ON GRAVE LE NOM DES VÉTÉRANS 
30-  MUNITIONS CHARGÉES  MOTIVATION ENCLENCHÉE 
31-  MA DÉCISION EST ENGAGÉE J'AI POUR MISSION DE VOUS RENCARDER 
32-  J'AI DÉSARMÉ L'ERREUR EN DISANT  QUE L'AMOUR PARDONNE LA FAUTE  
33-  MON RESPECT S'EST ARMÉ D'HONNEUR QUAND SON SANG A COUVERT NOS FAUTES 
34-  VU COMME UNE MAFIA  INTERVERTIS LE M ET LE F 
35-  RAPPROCHE-TOI DE NOUS ET TU VERRAS QUE NOUS SOMMES UNE FAMIA </a:t>
            </a:r>
          </a:p>
          <a:p>
            <a:endParaRPr lang="fr-FR" altLang="fr-FR" smtClean="0"/>
          </a:p>
          <a:p>
            <a:r>
              <a:rPr lang="fr-FR" altLang="fr-FR" smtClean="0"/>
              <a:t>	Refrain:	</a:t>
            </a:r>
          </a:p>
          <a:p>
            <a:r>
              <a:rPr lang="fr-FR" altLang="fr-FR" smtClean="0"/>
              <a:t>	36-  INVICTUS  x8
	37-  LE CAPITAINE DE MON DESTIN IL RESTE LE CAPITAINE DE MON DESTIN  x3</a:t>
            </a:r>
          </a:p>
          <a:p>
            <a:r>
              <a:rPr lang="fr-FR" altLang="fr-FR" smtClean="0"/>
              <a:t>38-  CERTAINS ONT FAIM  MAIS MOI J'AI LES CROCS </a:t>
            </a:r>
          </a:p>
          <a:p>
            <a:r>
              <a:rPr lang="fr-FR" altLang="fr-FR" smtClean="0"/>
              <a:t>39-  LA PASSION DÉTERMINE LA RÉUSSITE MON BRO 
40-  IL N'Y A QUE LE ROI QUE JE FOLLOW  
41-  MON AVOCAT COMMIS D'OFFICE  SON NOM EST MANOLO 
42-  BRISER TOUTE MA CHAIR EST LE SEUL CRIME QUE JE PEUX COMMETTRE 
43-  VOILÀ LE SEUL SIGNE LES MAINS JOINTES QUE JE PEUX ÉMETTRE 
44-  LES REPRÉSAILLES C'EST LA HAINE  QUI VEUT SE VENGER 
45-  L'AMOUR DE LA HAINE A UNE DENT CONTRE TOI POUR TE RONGER 
46-  J'FAIS PAS DU RAP CONSCIENT  C'EST MA CONSCIENCE QUI FAIT MON RAP 
47-  JE KICK SUR TOUT INSTRU C'EST LA MÊME POUR MOI-MÊME SUR DE LA TRAP 
48-  LA DROGUE CHANGE D'APPARENCE QUAND T'AS DE LA POUDRE AUX YEUX 
49-  GÉNÉREUX COMME LE DON D'ORGANE 
50-  J'AI TOUJOURS LE CŒUR  SUR LA MAIN MON VIEUX 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51-  INVICTUS  x8
	52-  LE CAPITAINE DE MON DESTIN  IL RESTE LE CAPITAINE DE MON DESTIN  x3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CCD0A-0229-4158-A4D0-FB6E69B961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81B31-8592-42AB-A3C5-66BE6BDD31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92C34F-19B9-4121-AC7F-BB1A9D74E9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3E19-14EA-4A50-AA78-73ADD3E75D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4BDA2-5C98-4795-A2C6-A67634D429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AA3B4-BA7A-4BC5-B675-0BEBF1263F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71E9E-D4DC-4E93-917D-54C81D75F9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27357-F850-43D5-B662-FE227264CF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8E555-A052-4C48-9248-8658C68368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8C918-F4F8-4D15-9A02-2AB81F5115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C4F9F2-6F59-4711-83F0-08DDCBE64A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5F2BCC8-183B-4C64-AB87-96C0063536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TRICOTE MON AVENIR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LES AIGUILLES D'UNE MONTRE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FAIRE PASSER LE TEMPS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PATIENCE 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DÉMONTRE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DIAMANT, BIJOU, DIAMANTAIRE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PEAUFINE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FACETTES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CARACTÈRE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JUSTICE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DROITURE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ÉLÉMENTAIRES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J'AI ÉTÉ ÉLEVÉ SUR LE TER-TER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92497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ALLO JE SAIS BIG UP JOHN WESLEY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ALLO QUI C'EST </a:t>
            </a: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?</a:t>
            </a:r>
          </a:p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FAUDRAIT </a:t>
            </a: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RENSEIGNER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TOUS LES GENS, INTELLIGENT DILIGENT IL EST, IL EST TANGIBLE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VIGILANT, MILITANT CE N'EST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QU'UNE PARTIE DISENT LES GENS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61884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VIRULENT, SERAIT DE NE PAS DIRE L'ÉLÉMENT RÉVÉLANT QUI EST MON BOSS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J'ENDOSSE MON SAC QUESHUA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VENGEANCE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PLAT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SE GRAILLE MÊME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CAUCHEMAR DE MA JEUNESSE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ESSAIE DE CROIRE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STREET ÉTAIT MON RÊVE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CONSUMÉ TOUTE MA JEUNESSE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FLAMMES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NOUVEAUX RÊVES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ENNEMI DU DIABLE EN PUBLIC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SON AMI EN PRIVÉ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GENRE DE PEUPLE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T'APPELLE 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MASQUÉ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BANQUE DE L'ANONYMAT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ILS SONT À DÉCOUVERT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MONDE EN A MARRE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L’ÉTAT N'ÉTAIT PAS SINCÈRE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INVICTUS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FERMEZ LES FENÊTRES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 MOI JE PASSE PAR LES PORTES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HOMME HONNÊTE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SAIT QUE LA VÉRITÉ L'ESCORTE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MOINS JE LES VOIS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MIEUX JE ME PORTE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MANCHOT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LEUR PRÊTE MAIN FORTE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BIG UP À CEUX QUI ME SUPPORTENT CHACUNE DES PRIÈRES ME TÉLÉPORTE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61884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SONT LES TUEURS DE GÉANTS</a:t>
            </a:r>
          </a:p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BRAVES, PAS LES RÊVEURS ERRANTS 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61884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GRAVE D'ÉLEVER TOUS LES TYRANS ON GRAVE LE NOM DES VÉTÉRANS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61884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MUNITIONS CHARGÉES</a:t>
            </a:r>
          </a:p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MOTIVATION ENCLENCHÉE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61884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DÉCISION EST ENGAGÉE</a:t>
            </a:r>
          </a:p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POUR MISSION DE VOUS RENCARDER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DÉSARMÉ L'ERREUR EN DISANT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L'AMOUR PARDONNE LA FAUTE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3110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7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RESPECT S'EST ARMÉ D'HONNEUR QUAND SON SANG A COUVERT NOS FAUTES</a:t>
            </a:r>
            <a:endParaRPr lang="fr-FR" sz="37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VU COMME UNE MAFIA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INTERVERTIS LE M ET LE F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RAPPROCHE-TOI DE NOUS ET TU VERRAS QUE NOUS SOMMES UNE FAMIA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92497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INVICTUS 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CAPITAINE DE MON DESTIN</a:t>
            </a:r>
          </a:p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RESTE LE CAPITAINE DE MON DESTIN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CERTAINS ONT FAIM </a:t>
            </a:r>
          </a:p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MOI J'AI LES CROCS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PASSION DÉTERMINE LA RÉUSSITE MON BRO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92497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N'Y A QUE LE ROI QUE JE FOLLOW 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AVOCAT COMMIS D'OFFICE 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</a:t>
            </a: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NOM EST MANOLO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BRISER TOUTE MA CHAIR EST LE SEUL CRIME QUE JE PEUX COMMETTRE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VOILÀ LE SEUL SIGNE LES MAINS JOINTES QUE JE PEUX ÉMETTRE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REPRÉSAILLES C'EST LA HAINE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VEUT SE VENGER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L'AMOUR DE LA HAINE A UNE DENT CONTRE TOI POUR TE RONGER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61884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J'FAIS PAS DU RAP CONSCIENT </a:t>
            </a:r>
          </a:p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MA CONSCIENCE QUI FAIT MON RAP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61884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KICK SUR TOUT INSTRU C'EST LA MÊME POUR MOI-MÊME SUR DE LA TRAP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DROGUE CHANGE D'APPARENCE QUAND T'AS DE LA POUDRE AUX YEUX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GÉNÉREUX COMME LE DON D'ORGANE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TOUJOURS LE CŒUR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MAIN 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INVICTUS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CAPITAINE DE MON DESTIN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RESTE LE CAPITAINE DE MON DESTIN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1497</Words>
  <Application>Microsoft Office PowerPoint</Application>
  <PresentationFormat>On-screen Show (4:3)</PresentationFormat>
  <Paragraphs>1538</Paragraphs>
  <Slides>52</Slides>
  <Notes>52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56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137</cp:revision>
  <dcterms:created xsi:type="dcterms:W3CDTF">2002-08-17T10:50:50Z</dcterms:created>
  <dcterms:modified xsi:type="dcterms:W3CDTF">2016-04-27T09:08:49Z</dcterms:modified>
</cp:coreProperties>
</file>