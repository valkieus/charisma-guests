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238" autoAdjust="0"/>
    <p:restoredTop sz="99104" autoAdjust="0"/>
  </p:normalViewPr>
  <p:slideViewPr>
    <p:cSldViewPr>
      <p:cViewPr varScale="1">
        <p:scale>
          <a:sx n="116" d="100"/>
          <a:sy n="116" d="100"/>
        </p:scale>
        <p:origin x="-14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26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A9C90D6-9A03-405B-9F79-D5EE249EFB5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69EB1D-910E-468D-8081-0C3520FA2E13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F888FD-A9A4-47D1-A2C5-9A05A2342841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E1DF72-F98D-46B0-8378-C6CD82EA63EF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8A25B8-877B-4F23-9B13-478F3D292C3C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B44118-A742-4EBC-83CC-B5E890878EB3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33857A-9694-4EC3-81B4-19F490089D35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40A5CA-00F9-4175-8D60-F4B40FA8D69D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29EFE6-2DE8-48C7-A66C-22A93E7F7A3C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A30C7F-7B6F-47DF-89FC-4FD5E01EA659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690633-CC91-4E08-8EAA-4CCF1E4352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D51E8-9AE1-449B-8AB5-A490A6821E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78C-AF2C-471B-8399-A690A1D058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E5CA1-0F5A-4489-828B-FB467FB2C9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724DB-B32D-4FD5-8FF7-49888A636B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8CB40-1F87-4BC4-A84A-65393D97B9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9A18AE-3A00-495D-8E08-EA245D163F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3D870-68A1-4A58-BFBC-9AB73A1ABC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712828-BA82-4448-8EED-28BA1D4486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A5B88B-CA98-45E2-95E4-13B4965EF5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044F3-7A24-4FCB-B6D9-06E41DB347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B688BD3-7E25-4800-B529-C72D760AF4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JE RESTE PRÉCIS (PRÉCIS)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QUAND TOUT LE MONDE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EST STRÉSSÉ (STRÉSSÉ)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L'AVENIR EST MON RÉCIT (RÉCIT)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  CAR J'VIS PAS DANS LE PASSÉ (PASSÉ).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LA REUSSITE EST UN ACQUIS SI LE CIEL EST MON APPUI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ANAKIN  L'AVAIT PAS COMPRIS DARK VADOR L'ENVAHI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DEMANDE A SKYWALKER  MANQUE DE FILTRE DANS SON EGO  L'ORGUEIL S'ENCRASSE DANS LE CŒUR </a:t>
            </a:r>
            <a:endParaRPr lang="en-US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PERSEVERANCE ,L'HUMILITE  CE SONT MES SEULS MOTEURS.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SI LA PROMESSE AIMAIT LE DESTIN ELLE SERAIT SON AME SŒUR.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RÉUSSIR TORSE BOMBE HOMBRE DEVANT LES DEFIS NE PAS SUCCOMBER TOMBE DANS L'ADVERSITE  AVANCE SONDER TOUT LES OBSTACLES NON FONDE COMBLER NOTRE FORCE PAR LE COURAGE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SI L'ECHEC ME DONNE LA RAGE L'EPIDEMIE DE LA VICTOIRE EST LE SEUL REMEDE QUI SE PROPAGE</a:t>
            </a:r>
          </a:p>
          <a:p>
            <a:pPr algn="ctr">
              <a:lnSpc>
                <a:spcPct val="110000"/>
              </a:lnSpc>
            </a:pPr>
            <a:endParaRPr lang="en-US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QUAND TON ADVERSAIRE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 VEUT TE METTRE A TERRE,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QUE LES DOUTES ESSAIENT DE TE DETRUIRE.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QUE TA TETE ABONDE DE PENSÉES VAGABONDES,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QUE LES CIRCONSTANCES TENTENT DE TE NUIRE</a:t>
            </a:r>
            <a:endParaRPr lang="en-US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ON VA REUSSIR HEEEE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ON VA REUSSIR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 DIEU PREND LES COMMANDES 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LES DIRIGE VERS MA REUSSITE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ON VA REUSSIR C'EST CLAIR N'EN DOUTE PAS LE MONDE EST A NOUS SI C'EST DUR ACCROCHES TOI</a:t>
            </a:r>
            <a:endParaRPr lang="en-US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3000">
                <a:solidFill>
                  <a:schemeClr val="bg1"/>
                </a:solidFill>
                <a:latin typeface="Arial Black" pitchFamily="34" charset="0"/>
              </a:rPr>
              <a:t>KOSSI EN POLE POSITION NAJIM A LA COMPOSITION IL FAUT SE BATTRE ET PRENDRE POSITION </a:t>
            </a:r>
          </a:p>
          <a:p>
            <a:pPr algn="ctr">
              <a:lnSpc>
                <a:spcPct val="110000"/>
              </a:lnSpc>
            </a:pPr>
            <a:r>
              <a:rPr lang="fr-FR" sz="3000">
                <a:solidFill>
                  <a:schemeClr val="bg1"/>
                </a:solidFill>
                <a:latin typeface="Arial Black" pitchFamily="34" charset="0"/>
              </a:rPr>
              <a:t> C'EST LA FIN DE MA TRANSITION. </a:t>
            </a:r>
          </a:p>
          <a:p>
            <a:pPr algn="ctr">
              <a:lnSpc>
                <a:spcPct val="110000"/>
              </a:lnSpc>
            </a:pPr>
            <a:r>
              <a:rPr lang="fr-FR" sz="3000">
                <a:solidFill>
                  <a:schemeClr val="bg1"/>
                </a:solidFill>
                <a:latin typeface="Arial Black" pitchFamily="34" charset="0"/>
              </a:rPr>
              <a:t> OBJECTIF ATTEINT MON BUT C'EST SAUVE LES TIENS DEBUTE MA FORCE SE MAINTIEN JE LUTTE POUR PROUVE AU MIENS. </a:t>
            </a:r>
          </a:p>
          <a:p>
            <a:pPr algn="ctr">
              <a:lnSpc>
                <a:spcPct val="110000"/>
              </a:lnSpc>
            </a:pPr>
            <a:r>
              <a:rPr lang="fr-FR" sz="3000">
                <a:solidFill>
                  <a:schemeClr val="bg1"/>
                </a:solidFill>
                <a:latin typeface="Arial Black" pitchFamily="34" charset="0"/>
              </a:rPr>
              <a:t>ETRE FORT DANS LA VALLEE (VALLÉE)</a:t>
            </a:r>
          </a:p>
          <a:p>
            <a:pPr algn="ctr">
              <a:lnSpc>
                <a:spcPct val="110000"/>
              </a:lnSpc>
            </a:pPr>
            <a:r>
              <a:rPr lang="fr-FR" sz="3000">
                <a:solidFill>
                  <a:schemeClr val="bg1"/>
                </a:solidFill>
                <a:latin typeface="Arial Black" pitchFamily="34" charset="0"/>
              </a:rPr>
              <a:t> NE PAS SE LAISSER AVALER VALE DANS L'EPREUVE IL FALLAIT (FALLAIT) AVANCE NE PAS CALER CALER DANS LES VEINES DE LA VICTOIRE S'ECOULE </a:t>
            </a:r>
            <a:endParaRPr lang="en-US" sz="30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LE SANG DU  SUCCES 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LE DANGER DE L'HISTOIRE  C’EST LE PASSE EN  EXCES.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UNE FOI QUI DOUTE C'EST LE PARADOXE DE L'ENFER ON ENFERME PAS UN OURAGAN DEMANDE A HURRICANE CARTER EN MOI JE GARDE L' ETHIQUE DU SEUL REVOLUTIONNAIRE JE SERS  LE MEME KING QUE  MARTIN LUTHER</a:t>
            </a:r>
          </a:p>
          <a:p>
            <a:pPr algn="ctr">
              <a:lnSpc>
                <a:spcPct val="110000"/>
              </a:lnSpc>
            </a:pPr>
            <a:endParaRPr lang="en-US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QUAND TON ADVERSAIRE VEUT TE METTRE A TERRE,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 QUE LES DOUTES ESSAIENT DE TE DETRUIRE.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 QUE TA TETE ABONDE DE PENSEES VAGABONDES,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 QUE LES CIRCONSTANCES TENTENT DE TE NUIRE</a:t>
            </a:r>
            <a:endParaRPr lang="en-US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ON VA REUSSIR HEEEE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ON VA REUSSIR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DIEU  PREND LES COMMANDES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 LES DIRIGE VERS MA REUSSITE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ON VA REUSSIR C'EST CLAIR N'EN DOUTE PAS LE MONDE EST A NOUS SI C'EST DUR ACCROCHES TOI</a:t>
            </a:r>
            <a:endParaRPr lang="en-US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2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REGARDE VERS L'AVANT CAR TU VA REUSSIR 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ET DIS TOI TOUT LE TEMPS QUE TU VAS REUSSIR ,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 REMPLIS TOI D'ASSURANCE CAR TU VAS REUSSIR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 ET PENSE CONSTAMMENT QUE TU VAS REUSSIR.</a:t>
            </a:r>
            <a:endParaRPr lang="en-US" sz="32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8075613" y="6253163"/>
            <a:ext cx="1068387" cy="6048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438</Words>
  <Application>Microsoft Office PowerPoint</Application>
  <PresentationFormat>On-screen Show (4:3)</PresentationFormat>
  <Paragraphs>63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Arial Black</vt:lpstr>
      <vt:lpstr>Arial Narrow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JIMS</cp:lastModifiedBy>
  <cp:revision>65</cp:revision>
  <dcterms:created xsi:type="dcterms:W3CDTF">2002-08-17T12:16:38Z</dcterms:created>
  <dcterms:modified xsi:type="dcterms:W3CDTF">2013-07-21T01:49:14Z</dcterms:modified>
</cp:coreProperties>
</file>