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62" r:id="rId4"/>
    <p:sldId id="263" r:id="rId5"/>
    <p:sldId id="264" r:id="rId6"/>
    <p:sldId id="265" r:id="rId7"/>
    <p:sldId id="266" r:id="rId8"/>
    <p:sldId id="268" r:id="rId9"/>
    <p:sldId id="269" r:id="rId10"/>
    <p:sldId id="270" r:id="rId11"/>
  </p:sldIdLst>
  <p:sldSz cx="9144000" cy="6858000" type="screen4x3"/>
  <p:notesSz cx="6858000" cy="9144000"/>
  <p:defaultTextStyle>
    <a:defPPr>
      <a:defRPr lang="en-GB"/>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99"/>
    <a:srgbClr val="DDDDDD"/>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autoAdjust="0"/>
    <p:restoredTop sz="90929"/>
  </p:normalViewPr>
  <p:slideViewPr>
    <p:cSldViewPr>
      <p:cViewPr varScale="1">
        <p:scale>
          <a:sx n="48" d="100"/>
          <a:sy n="48" d="100"/>
        </p:scale>
        <p:origin x="-90" y="-3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fr-FR"/>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fr-FR"/>
          </a:p>
        </p:txBody>
      </p:sp>
      <p:sp>
        <p:nvSpPr>
          <p:cNvPr id="12292"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fr-FR" noProof="0" smtClean="0"/>
              <a:t>Cliquez pour modifier les styles du texte du masque</a:t>
            </a:r>
          </a:p>
          <a:p>
            <a:pPr lvl="1"/>
            <a:r>
              <a:rPr lang="fr-FR" noProof="0" smtClean="0"/>
              <a:t>Deuxième niveau</a:t>
            </a:r>
          </a:p>
          <a:p>
            <a:pPr lvl="2"/>
            <a:r>
              <a:rPr lang="fr-FR" noProof="0" smtClean="0"/>
              <a:t>Troisième niveau</a:t>
            </a:r>
          </a:p>
          <a:p>
            <a:pPr lvl="3"/>
            <a:r>
              <a:rPr lang="fr-FR" noProof="0" smtClean="0"/>
              <a:t>Quatrième niveau</a:t>
            </a:r>
          </a:p>
          <a:p>
            <a:pPr lvl="4"/>
            <a:r>
              <a:rPr lang="fr-FR" noProof="0" smtClean="0"/>
              <a:t>Cinquième niveau</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fr-FR"/>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73BCA45-157F-4F36-8C12-24F8BDD60479}" type="slidenum">
              <a:rPr lang="fr-FR"/>
              <a:pPr>
                <a:defRPr/>
              </a:pPr>
              <a:t>‹#›</a:t>
            </a:fld>
            <a:endParaRPr lang="fr-F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p:spPr>
        <p:txBody>
          <a:bodyPr/>
          <a:lstStyle/>
          <a:p>
            <a:fld id="{7C786ABD-BF53-4B1B-8FFB-9BC99F3CE29C}" type="slidenum">
              <a:rPr lang="fr-FR" smtClean="0"/>
              <a:pPr/>
              <a:t>1</a:t>
            </a:fld>
            <a:endParaRPr lang="fr-FR" smtClean="0"/>
          </a:p>
        </p:txBody>
      </p:sp>
      <p:sp>
        <p:nvSpPr>
          <p:cNvPr id="13315" name="Rectangle 2"/>
          <p:cNvSpPr>
            <a:spLocks noRot="1" noChangeArrowheads="1" noTextEdit="1"/>
          </p:cNvSpPr>
          <p:nvPr>
            <p:ph type="sldImg"/>
          </p:nvPr>
        </p:nvSpPr>
        <p:spPr>
          <a:ln/>
        </p:spPr>
      </p:sp>
      <p:sp>
        <p:nvSpPr>
          <p:cNvPr id="13316" name="Rectangle 3"/>
          <p:cNvSpPr>
            <a:spLocks noGrp="1" noChangeArrowheads="1"/>
          </p:cNvSpPr>
          <p:nvPr>
            <p:ph type="body" idx="1"/>
          </p:nvPr>
        </p:nvSpPr>
        <p:spPr>
          <a:noFill/>
          <a:ln/>
        </p:spPr>
        <p:txBody>
          <a:bodyPr/>
          <a:lstStyle/>
          <a:p>
            <a:pPr eaLnBrk="1" hangingPunct="1"/>
            <a:endParaRPr lang="fr-FR"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p>
            <a:fld id="{CE721755-CFA4-4ED6-99D0-481700A99D3B}" type="slidenum">
              <a:rPr lang="fr-FR" smtClean="0"/>
              <a:pPr/>
              <a:t>2</a:t>
            </a:fld>
            <a:endParaRPr lang="fr-FR" smtClean="0"/>
          </a:p>
        </p:txBody>
      </p:sp>
      <p:sp>
        <p:nvSpPr>
          <p:cNvPr id="14339" name="Rectangle 2"/>
          <p:cNvSpPr>
            <a:spLocks noRot="1" noChangeArrowheads="1" noTextEdit="1"/>
          </p:cNvSpPr>
          <p:nvPr>
            <p:ph type="sldImg"/>
          </p:nvPr>
        </p:nvSpPr>
        <p:spPr>
          <a:ln/>
        </p:spPr>
      </p:sp>
      <p:sp>
        <p:nvSpPr>
          <p:cNvPr id="14340" name="Rectangle 3"/>
          <p:cNvSpPr>
            <a:spLocks noGrp="1" noChangeArrowheads="1"/>
          </p:cNvSpPr>
          <p:nvPr>
            <p:ph type="body" idx="1"/>
          </p:nvPr>
        </p:nvSpPr>
        <p:spPr>
          <a:noFill/>
          <a:ln/>
        </p:spPr>
        <p:txBody>
          <a:bodyPr/>
          <a:lstStyle/>
          <a:p>
            <a:pPr eaLnBrk="1" hangingPunct="1"/>
            <a:endParaRPr lang="fr-FR"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30DC7561-E634-4244-8F1C-53FB857D7B26}" type="slidenum">
              <a:rPr lang="fr-FR" smtClean="0"/>
              <a:pPr/>
              <a:t>3</a:t>
            </a:fld>
            <a:endParaRPr lang="fr-FR" smtClean="0"/>
          </a:p>
        </p:txBody>
      </p:sp>
      <p:sp>
        <p:nvSpPr>
          <p:cNvPr id="15363" name="Rectangle 2"/>
          <p:cNvSpPr>
            <a:spLocks noRo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fr-FR"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p>
            <a:fld id="{5BB37EA3-C463-4BB2-8A75-9BEF8A8A3343}" type="slidenum">
              <a:rPr lang="fr-FR" smtClean="0"/>
              <a:pPr/>
              <a:t>4</a:t>
            </a:fld>
            <a:endParaRPr lang="fr-FR" smtClean="0"/>
          </a:p>
        </p:txBody>
      </p:sp>
      <p:sp>
        <p:nvSpPr>
          <p:cNvPr id="16387" name="Rectangle 2"/>
          <p:cNvSpPr>
            <a:spLocks noRot="1" noChangeArrowheads="1" noTextEdit="1"/>
          </p:cNvSpPr>
          <p:nvPr>
            <p:ph type="sldImg"/>
          </p:nvPr>
        </p:nvSpPr>
        <p:spPr>
          <a:ln/>
        </p:spPr>
      </p:sp>
      <p:sp>
        <p:nvSpPr>
          <p:cNvPr id="16388" name="Rectangle 3"/>
          <p:cNvSpPr>
            <a:spLocks noGrp="1" noChangeArrowheads="1"/>
          </p:cNvSpPr>
          <p:nvPr>
            <p:ph type="body" idx="1"/>
          </p:nvPr>
        </p:nvSpPr>
        <p:spPr>
          <a:noFill/>
          <a:ln/>
        </p:spPr>
        <p:txBody>
          <a:bodyPr/>
          <a:lstStyle/>
          <a:p>
            <a:pPr eaLnBrk="1" hangingPunct="1"/>
            <a:endParaRPr lang="fr-FR"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44C074D0-C287-401A-903E-D9FF5D844D2E}" type="slidenum">
              <a:rPr lang="fr-FR" smtClean="0"/>
              <a:pPr/>
              <a:t>5</a:t>
            </a:fld>
            <a:endParaRPr lang="fr-FR" smtClean="0"/>
          </a:p>
        </p:txBody>
      </p:sp>
      <p:sp>
        <p:nvSpPr>
          <p:cNvPr id="17411" name="Rectangle 2"/>
          <p:cNvSpPr>
            <a:spLocks noRo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fr-FR"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AD997388-F577-4278-9E9F-3D39815DBDD3}" type="slidenum">
              <a:rPr lang="fr-FR" smtClean="0"/>
              <a:pPr/>
              <a:t>6</a:t>
            </a:fld>
            <a:endParaRPr lang="fr-FR" smtClean="0"/>
          </a:p>
        </p:txBody>
      </p:sp>
      <p:sp>
        <p:nvSpPr>
          <p:cNvPr id="18435" name="Rectangle 2"/>
          <p:cNvSpPr>
            <a:spLocks noRo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endParaRPr lang="fr-FR"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AF960BF3-8C69-4085-823C-4CD1DA37269C}" type="slidenum">
              <a:rPr lang="fr-FR" smtClean="0"/>
              <a:pPr/>
              <a:t>7</a:t>
            </a:fld>
            <a:endParaRPr lang="fr-FR" smtClean="0"/>
          </a:p>
        </p:txBody>
      </p:sp>
      <p:sp>
        <p:nvSpPr>
          <p:cNvPr id="19459" name="Rectangle 2"/>
          <p:cNvSpPr>
            <a:spLocks noRo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endParaRPr lang="fr-FR"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8D3F7DBD-4BD5-4F07-A264-8CE8DB22CA2A}" type="slidenum">
              <a:rPr lang="fr-FR" smtClean="0"/>
              <a:pPr/>
              <a:t>8</a:t>
            </a:fld>
            <a:endParaRPr lang="fr-FR" smtClean="0"/>
          </a:p>
        </p:txBody>
      </p:sp>
      <p:sp>
        <p:nvSpPr>
          <p:cNvPr id="20483" name="Rectangle 2"/>
          <p:cNvSpPr>
            <a:spLocks noRo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pPr eaLnBrk="1" hangingPunct="1"/>
            <a:endParaRPr lang="fr-FR"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44FC6521-BBC2-4F7A-82F1-0E044E57D11A}" type="slidenum">
              <a:rPr lang="fr-FR" smtClean="0"/>
              <a:pPr/>
              <a:t>9</a:t>
            </a:fld>
            <a:endParaRPr lang="fr-FR" smtClean="0"/>
          </a:p>
        </p:txBody>
      </p:sp>
      <p:sp>
        <p:nvSpPr>
          <p:cNvPr id="21507" name="Rectangle 2"/>
          <p:cNvSpPr>
            <a:spLocks noRot="1" noChangeArrowheads="1" noTextEdit="1"/>
          </p:cNvSpPr>
          <p:nvPr>
            <p:ph type="sldImg"/>
          </p:nvPr>
        </p:nvSpPr>
        <p:spPr>
          <a:ln/>
        </p:spPr>
      </p:sp>
      <p:sp>
        <p:nvSpPr>
          <p:cNvPr id="21508" name="Rectangle 3"/>
          <p:cNvSpPr>
            <a:spLocks noGrp="1" noChangeArrowheads="1"/>
          </p:cNvSpPr>
          <p:nvPr>
            <p:ph type="body" idx="1"/>
          </p:nvPr>
        </p:nvSpPr>
        <p:spPr>
          <a:noFill/>
          <a:ln/>
        </p:spPr>
        <p:txBody>
          <a:bodyPr/>
          <a:lstStyle/>
          <a:p>
            <a:pPr eaLnBrk="1" hangingPunct="1"/>
            <a:endParaRPr lang="fr-FR"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C327BD00-E192-4E46-A626-9B8CC8D77E30}" type="slidenum">
              <a:rPr lang="fr-FR" smtClean="0"/>
              <a:pPr/>
              <a:t>10</a:t>
            </a:fld>
            <a:endParaRPr lang="fr-FR" smtClean="0"/>
          </a:p>
        </p:txBody>
      </p:sp>
      <p:sp>
        <p:nvSpPr>
          <p:cNvPr id="22531" name="Rectangle 2"/>
          <p:cNvSpPr>
            <a:spLocks noRo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pPr eaLnBrk="1" hangingPunct="1"/>
            <a:endParaRPr lang="fr-FR"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smtClean="0"/>
              <a:t>Cliquez pour modifier le style des sous-titres du masque</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CED59F6-5DE4-460A-982D-C59885064B96}" type="slidenum">
              <a:rPr lang="en-GB"/>
              <a:pPr>
                <a:defRPr/>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55BACCC-4E07-47BA-A3CF-328D3F6F159A}" type="slidenum">
              <a:rPr lang="en-GB"/>
              <a:pPr>
                <a:defRPr/>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Cliquez pour modifier les styles du texte du masque</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B01096E-53A0-429A-8FDA-4D9B0B04176C}" type="slidenum">
              <a:rPr lang="en-GB"/>
              <a:pPr>
                <a:defRPr/>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19E8E784-4826-4FE0-9A3C-9A0A2A860B00}" type="slidenum">
              <a:rPr lang="en-GB"/>
              <a:pPr>
                <a:defRPr/>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522AB62D-FCDB-41A0-942E-F1C6C667A08F}" type="slidenum">
              <a:rPr lang="en-GB"/>
              <a:pPr>
                <a:defRPr/>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7AC1121B-3479-4F19-B135-3C3378BF73B5}" type="slidenum">
              <a:rPr lang="en-GB"/>
              <a:pPr>
                <a:defRPr/>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6931C5C6-F04E-47F2-B683-185A27BC08F3}" type="slidenum">
              <a:rPr lang="en-GB"/>
              <a:pPr>
                <a:defRPr/>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05D12465-051A-4A54-8F50-BFB6A3CF9C51}" type="slidenum">
              <a:rPr lang="en-GB"/>
              <a:pPr>
                <a:defRPr/>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1C1F92A1-FA9C-4D75-B60A-1B24D7831961}" type="slidenum">
              <a:rPr lang="en-GB"/>
              <a:pPr>
                <a:defRPr/>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F163BF0-8E9E-4C39-BB2B-4EBD7BB0DF1A}" type="slidenum">
              <a:rPr lang="en-GB"/>
              <a:pPr>
                <a:defRPr/>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15100" y="609600"/>
            <a:ext cx="1943100" cy="5486400"/>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685800" y="609600"/>
            <a:ext cx="5676900" cy="5486400"/>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8E8D0A7B-86E5-475B-8769-5AEA57169F51}" type="slidenum">
              <a:rPr lang="en-GB"/>
              <a:pPr>
                <a:defRPr/>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FB533578-02E2-4083-911C-679E26C14DFA}" type="slidenum">
              <a:rPr lang="en-GB"/>
              <a:pPr>
                <a:defRPr/>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0"/>
            <a:ext cx="9105900" cy="6858000"/>
          </a:xfrm>
          <a:prstGeom prst="rect">
            <a:avLst/>
          </a:prstGeom>
          <a:noFill/>
          <a:ln w="9525">
            <a:noFill/>
            <a:miter lim="800000"/>
            <a:headEnd/>
            <a:tailEnd/>
          </a:ln>
        </p:spPr>
        <p:txBody>
          <a:bodyPr/>
          <a:lstStyle/>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r>
              <a:rPr lang="fr-FR" sz="2800">
                <a:solidFill>
                  <a:schemeClr val="bg1"/>
                </a:solidFill>
                <a:latin typeface="Arial Black" pitchFamily="34" charset="0"/>
              </a:rPr>
              <a:t>QUAND TA VIE SEMBLE DIFFICILE</a:t>
            </a:r>
          </a:p>
          <a:p>
            <a:pPr algn="ctr"/>
            <a:r>
              <a:rPr lang="fr-FR" sz="2800">
                <a:solidFill>
                  <a:schemeClr val="bg1"/>
                </a:solidFill>
                <a:latin typeface="Arial Black" pitchFamily="34" charset="0"/>
              </a:rPr>
              <a:t>LÈVE TES YEUX VERS LE CIEL</a:t>
            </a:r>
          </a:p>
          <a:p>
            <a:pPr algn="ctr"/>
            <a:r>
              <a:rPr lang="fr-FR" sz="2800">
                <a:solidFill>
                  <a:schemeClr val="bg1"/>
                </a:solidFill>
                <a:latin typeface="Arial Black" pitchFamily="34" charset="0"/>
              </a:rPr>
              <a:t>QUAND LES NUAGES VONT TOUT COUVRIR LAISSE ENTRER LE SOLEIL</a:t>
            </a:r>
          </a:p>
          <a:p>
            <a:pPr algn="ctr"/>
            <a:r>
              <a:rPr lang="fr-FR" sz="2800">
                <a:solidFill>
                  <a:schemeClr val="bg1"/>
                </a:solidFill>
                <a:latin typeface="Arial Black" pitchFamily="34" charset="0"/>
              </a:rPr>
              <a:t>LÈVE TES MAINS, HUMILIE-TOI</a:t>
            </a:r>
          </a:p>
          <a:p>
            <a:pPr algn="ctr"/>
            <a:r>
              <a:rPr lang="fr-FR" sz="2800">
                <a:solidFill>
                  <a:schemeClr val="bg1"/>
                </a:solidFill>
                <a:latin typeface="Arial Black" pitchFamily="34" charset="0"/>
              </a:rPr>
              <a:t>IL EFFACERA TA PEINE</a:t>
            </a:r>
          </a:p>
          <a:p>
            <a:pPr algn="ctr"/>
            <a:r>
              <a:rPr lang="fr-FR" sz="2800">
                <a:solidFill>
                  <a:schemeClr val="bg1"/>
                </a:solidFill>
                <a:latin typeface="Arial Black" pitchFamily="34" charset="0"/>
              </a:rPr>
              <a:t>IL TE SUFFIT SIMPLEMENT D’AVOIR</a:t>
            </a:r>
          </a:p>
          <a:p>
            <a:pPr algn="ctr"/>
            <a:r>
              <a:rPr lang="fr-FR" sz="2800">
                <a:solidFill>
                  <a:schemeClr val="bg1"/>
                </a:solidFill>
                <a:latin typeface="Arial Black" pitchFamily="34" charset="0"/>
              </a:rPr>
              <a:t>L’ATTITUDE GOSPEL</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0" y="0"/>
            <a:ext cx="9105900" cy="6858000"/>
          </a:xfrm>
          <a:prstGeom prst="rect">
            <a:avLst/>
          </a:prstGeom>
          <a:noFill/>
          <a:ln w="9525">
            <a:noFill/>
            <a:miter lim="800000"/>
            <a:headEnd/>
            <a:tailEnd/>
          </a:ln>
        </p:spPr>
        <p:txBody>
          <a:bodyPr/>
          <a:lstStyle/>
          <a:p>
            <a:pPr algn="ctr"/>
            <a:r>
              <a:rPr lang="fr-FR" sz="2700">
                <a:solidFill>
                  <a:schemeClr val="bg1"/>
                </a:solidFill>
                <a:latin typeface="Arial Black" pitchFamily="34" charset="0"/>
              </a:rPr>
              <a:t>AYANT REÇU UN SEUL VISAGE L'HYPOCRITE SE PLAÎT AVEC LES DEUX</a:t>
            </a:r>
            <a:br>
              <a:rPr lang="fr-FR" sz="2700">
                <a:solidFill>
                  <a:schemeClr val="bg1"/>
                </a:solidFill>
                <a:latin typeface="Arial Black" pitchFamily="34" charset="0"/>
              </a:rPr>
            </a:br>
            <a:r>
              <a:rPr lang="fr-FR" sz="2700">
                <a:solidFill>
                  <a:schemeClr val="bg1"/>
                </a:solidFill>
                <a:latin typeface="Arial Black" pitchFamily="34" charset="0"/>
              </a:rPr>
              <a:t>IL ENVISAGE DE LES CHANGER CHAQUE SEMAINE AMEN ET NON AMEN STYLE DE VIE OÙ RÈGNE L'INSTABILITÉ,  HABILITÉ À NE PAS IMITER CE QU'IL ENTEND, CE QU'IL VOIT CE QU'IL ÉCOUTE ET CE QU'IL CROIT EST TOUT AUTRE IL EST LA PROIE DE SON Mensonge... LES GENS SONGENT MAIS MOI J'AI FAIT UN RÊVE OÙ TOUS ADOPTENT LA GOSPEL ATTITUDE IL SE LÈVE UN PEUPLE NOMBREUX ET PUISSANT IMPUISSANT DEVANT EUX LE DIABLE S'INCLINE AFIN QU'IL PUISSE LES ÉVITER JE VIS CE QUE JE PRÊCHE JE PRÊCHE CE QUE JE VIS VOICI QUE LA GOSPEL ATTITUDE EST DÉFINIE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0" y="0"/>
            <a:ext cx="9105900" cy="6858000"/>
          </a:xfrm>
          <a:prstGeom prst="rect">
            <a:avLst/>
          </a:prstGeom>
          <a:noFill/>
          <a:ln w="9525">
            <a:noFill/>
            <a:miter lim="800000"/>
            <a:headEnd/>
            <a:tailEnd/>
          </a:ln>
        </p:spPr>
        <p:txBody>
          <a:bodyPr/>
          <a:lstStyle/>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r>
              <a:rPr lang="fr-FR" sz="2800">
                <a:solidFill>
                  <a:schemeClr val="bg1"/>
                </a:solidFill>
                <a:latin typeface="Arial Black" pitchFamily="34" charset="0"/>
              </a:rPr>
              <a:t>QUAND TA VIE SEMBLE DIFFICILE</a:t>
            </a:r>
          </a:p>
          <a:p>
            <a:pPr algn="ctr"/>
            <a:r>
              <a:rPr lang="fr-FR" sz="2800">
                <a:solidFill>
                  <a:schemeClr val="bg1"/>
                </a:solidFill>
                <a:latin typeface="Arial Black" pitchFamily="34" charset="0"/>
              </a:rPr>
              <a:t>LÈVE TES YEUX VERS LE CIEL</a:t>
            </a:r>
          </a:p>
          <a:p>
            <a:pPr algn="ctr"/>
            <a:r>
              <a:rPr lang="fr-FR" sz="2800">
                <a:solidFill>
                  <a:schemeClr val="bg1"/>
                </a:solidFill>
                <a:latin typeface="Arial Black" pitchFamily="34" charset="0"/>
              </a:rPr>
              <a:t>QUAND LES NUAGES VONT TOUT COUVRIR LAISSE ENTRER LE SOLEIL</a:t>
            </a:r>
          </a:p>
          <a:p>
            <a:pPr algn="ctr"/>
            <a:r>
              <a:rPr lang="fr-FR" sz="2800">
                <a:solidFill>
                  <a:schemeClr val="bg1"/>
                </a:solidFill>
                <a:latin typeface="Arial Black" pitchFamily="34" charset="0"/>
              </a:rPr>
              <a:t>LÈVE TES MAINS, HUMILIE-TOI</a:t>
            </a:r>
          </a:p>
          <a:p>
            <a:pPr algn="ctr"/>
            <a:r>
              <a:rPr lang="fr-FR" sz="2800">
                <a:solidFill>
                  <a:schemeClr val="bg1"/>
                </a:solidFill>
                <a:latin typeface="Arial Black" pitchFamily="34" charset="0"/>
              </a:rPr>
              <a:t>IL EFFACERA TA PEINE</a:t>
            </a:r>
          </a:p>
          <a:p>
            <a:pPr algn="ctr"/>
            <a:r>
              <a:rPr lang="fr-FR" sz="2800">
                <a:solidFill>
                  <a:schemeClr val="bg1"/>
                </a:solidFill>
                <a:latin typeface="Arial Black" pitchFamily="34" charset="0"/>
              </a:rPr>
              <a:t>IL TE SUFFIT SIMPLEMENT D’AVOIR</a:t>
            </a:r>
          </a:p>
          <a:p>
            <a:pPr algn="ctr"/>
            <a:r>
              <a:rPr lang="fr-FR" sz="2800">
                <a:solidFill>
                  <a:schemeClr val="bg1"/>
                </a:solidFill>
                <a:latin typeface="Arial Black" pitchFamily="34" charset="0"/>
              </a:rPr>
              <a:t>L’ATTITUDE GOSPEL</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0" y="0"/>
            <a:ext cx="9105900" cy="6858000"/>
          </a:xfrm>
          <a:prstGeom prst="rect">
            <a:avLst/>
          </a:prstGeom>
          <a:noFill/>
          <a:ln w="9525">
            <a:noFill/>
            <a:miter lim="800000"/>
            <a:headEnd/>
            <a:tailEnd/>
          </a:ln>
        </p:spPr>
        <p:txBody>
          <a:bodyPr/>
          <a:lstStyle/>
          <a:p>
            <a:pPr algn="ctr"/>
            <a:r>
              <a:rPr lang="fr-FR" sz="2800">
                <a:solidFill>
                  <a:schemeClr val="bg1"/>
                </a:solidFill>
                <a:latin typeface="Arial Black" pitchFamily="34" charset="0"/>
              </a:rPr>
              <a:t>QUAND J'AI ACQUIS UN ESPRIT SUPÉRIEUR  MON ADVERSAIRE EST TOMBÉ DANS UN COMPLEXE D'INFÉRIORITÉ MA PRIORITÉ...</a:t>
            </a:r>
            <a:br>
              <a:rPr lang="fr-FR" sz="2800">
                <a:solidFill>
                  <a:schemeClr val="bg1"/>
                </a:solidFill>
                <a:latin typeface="Arial Black" pitchFamily="34" charset="0"/>
              </a:rPr>
            </a:br>
            <a:r>
              <a:rPr lang="fr-FR" sz="2800">
                <a:solidFill>
                  <a:schemeClr val="bg1"/>
                </a:solidFill>
                <a:latin typeface="Arial Black" pitchFamily="34" charset="0"/>
              </a:rPr>
              <a:t>JE FERME MON FACE BOOK POUR OUVRIR LE FAITH BOOK MA BIBLE MON LIVRE DE FOI QUI REFAIT LE LOOK DE MON ÊTRE INTÉRIEUR MON</a:t>
            </a:r>
            <a:br>
              <a:rPr lang="fr-FR" sz="2800">
                <a:solidFill>
                  <a:schemeClr val="bg1"/>
                </a:solidFill>
                <a:latin typeface="Arial Black" pitchFamily="34" charset="0"/>
              </a:rPr>
            </a:br>
            <a:r>
              <a:rPr lang="fr-FR" sz="2800">
                <a:solidFill>
                  <a:schemeClr val="bg1"/>
                </a:solidFill>
                <a:latin typeface="Arial Black" pitchFamily="34" charset="0"/>
              </a:rPr>
              <a:t>MAITRE SUPÉRIEUR JÉSUS LE SAUVEUR DE L'ADULTE DE L'ENFANT MÊME  DU MINEUR</a:t>
            </a:r>
          </a:p>
          <a:p>
            <a:pPr algn="ctr"/>
            <a:r>
              <a:rPr lang="fr-FR" sz="2800">
                <a:solidFill>
                  <a:schemeClr val="bg1"/>
                </a:solidFill>
                <a:latin typeface="Arial Black" pitchFamily="34" charset="0"/>
              </a:rPr>
              <a:t>L’OSCAR N'EST PAS CONÇU POUR LE SPECTATEUR MAIS L'ACTEUR TA VIE EST TON LONG-MÉTRAGE ALORS ACTION!!!</a:t>
            </a:r>
          </a:p>
          <a:p>
            <a:pPr algn="ctr"/>
            <a:r>
              <a:rPr lang="fr-FR" sz="2800">
                <a:solidFill>
                  <a:schemeClr val="bg1"/>
                </a:solidFill>
                <a:latin typeface="Arial Black" pitchFamily="34" charset="0"/>
              </a:rPr>
              <a:t>ÇA TOURNE  EN SCÈNE DIEU EST TON METTEUR RÉALISATEUR TU EN ES LE SEUL PRENDS TON SCRIPT DEVIENS LE MEILLEUR</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0" y="0"/>
            <a:ext cx="9105900" cy="6858000"/>
          </a:xfrm>
          <a:prstGeom prst="rect">
            <a:avLst/>
          </a:prstGeom>
          <a:noFill/>
          <a:ln w="9525">
            <a:noFill/>
            <a:miter lim="800000"/>
            <a:headEnd/>
            <a:tailEnd/>
          </a:ln>
        </p:spPr>
        <p:txBody>
          <a:bodyPr/>
          <a:lstStyle/>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r>
              <a:rPr lang="fr-FR" sz="2800">
                <a:solidFill>
                  <a:schemeClr val="bg1"/>
                </a:solidFill>
                <a:latin typeface="Arial Black" pitchFamily="34" charset="0"/>
              </a:rPr>
              <a:t>LA FOI DANS L'AVENIR, LA FOI POUR LE MEILLEUR LE MEILLEUR RESTE À VENIR POUR UN AVENIR MEILLEUR DANS LA FOI…</a:t>
            </a:r>
          </a:p>
          <a:p>
            <a:pPr algn="ctr"/>
            <a:endParaRPr lang="fr-FR" sz="2800">
              <a:solidFill>
                <a:schemeClr val="bg1"/>
              </a:solidFill>
              <a:latin typeface="Arial Black" pitchFamily="34" charset="0"/>
            </a:endParaRPr>
          </a:p>
          <a:p>
            <a:pPr algn="ctr"/>
            <a:r>
              <a:rPr lang="fr-FR" sz="2800">
                <a:solidFill>
                  <a:schemeClr val="bg1"/>
                </a:solidFill>
                <a:latin typeface="Arial Black" pitchFamily="34" charset="0"/>
              </a:rPr>
              <a:t>QUAND TA VIE SEMBLE DIFFICILE</a:t>
            </a:r>
          </a:p>
          <a:p>
            <a:pPr algn="ctr"/>
            <a:r>
              <a:rPr lang="fr-FR" sz="2800">
                <a:solidFill>
                  <a:schemeClr val="bg1"/>
                </a:solidFill>
                <a:latin typeface="Arial Black" pitchFamily="34" charset="0"/>
              </a:rPr>
              <a:t>LÈVE TES YEUX VERS LE CIEL</a:t>
            </a:r>
          </a:p>
          <a:p>
            <a:pPr algn="ctr"/>
            <a:r>
              <a:rPr lang="fr-FR" sz="2800">
                <a:solidFill>
                  <a:schemeClr val="bg1"/>
                </a:solidFill>
                <a:latin typeface="Arial Black" pitchFamily="34" charset="0"/>
              </a:rPr>
              <a:t>QUAND LES NUAGES VONT TOUT COUVRIR LAISSE ENTRER LE SOLEIL</a:t>
            </a:r>
          </a:p>
          <a:p>
            <a:pPr algn="ctr"/>
            <a:r>
              <a:rPr lang="fr-FR" sz="2800">
                <a:solidFill>
                  <a:schemeClr val="bg1"/>
                </a:solidFill>
                <a:latin typeface="Arial Black" pitchFamily="34" charset="0"/>
              </a:rPr>
              <a:t>LÈVE TES MAINS, HUMILIE-TOI</a:t>
            </a:r>
          </a:p>
          <a:p>
            <a:pPr algn="ctr"/>
            <a:r>
              <a:rPr lang="fr-FR" sz="2800">
                <a:solidFill>
                  <a:schemeClr val="bg1"/>
                </a:solidFill>
                <a:latin typeface="Arial Black" pitchFamily="34" charset="0"/>
              </a:rPr>
              <a:t>IL EFFACERA TA PEINE</a:t>
            </a:r>
          </a:p>
          <a:p>
            <a:pPr algn="ctr"/>
            <a:r>
              <a:rPr lang="fr-FR" sz="2800">
                <a:solidFill>
                  <a:schemeClr val="bg1"/>
                </a:solidFill>
                <a:latin typeface="Arial Black" pitchFamily="34" charset="0"/>
              </a:rPr>
              <a:t>IL TE SUFFIT SIMPLEMENT D’AVOIR</a:t>
            </a:r>
          </a:p>
          <a:p>
            <a:pPr algn="ctr"/>
            <a:r>
              <a:rPr lang="fr-FR" sz="2800">
                <a:solidFill>
                  <a:schemeClr val="bg1"/>
                </a:solidFill>
                <a:latin typeface="Arial Black" pitchFamily="34" charset="0"/>
              </a:rPr>
              <a:t>L’ATTITUDE GOSPEL</a:t>
            </a:r>
          </a:p>
          <a:p>
            <a:pPr algn="ctr"/>
            <a:endParaRPr lang="fr-FR" sz="2800">
              <a:solidFill>
                <a:schemeClr val="bg1"/>
              </a:solidFill>
              <a:latin typeface="Arial Black"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0" y="0"/>
            <a:ext cx="9105900" cy="6858000"/>
          </a:xfrm>
          <a:prstGeom prst="rect">
            <a:avLst/>
          </a:prstGeom>
          <a:noFill/>
          <a:ln w="9525">
            <a:noFill/>
            <a:miter lim="800000"/>
            <a:headEnd/>
            <a:tailEnd/>
          </a:ln>
        </p:spPr>
        <p:txBody>
          <a:bodyPr/>
          <a:lstStyle/>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r>
              <a:rPr lang="fr-FR" sz="2800" u="sng">
                <a:solidFill>
                  <a:schemeClr val="bg1"/>
                </a:solidFill>
                <a:latin typeface="Arial Black" pitchFamily="34" charset="0"/>
              </a:rPr>
              <a:t>Pont : </a:t>
            </a:r>
            <a:r>
              <a:rPr lang="fr-FR" sz="2800">
                <a:solidFill>
                  <a:schemeClr val="bg1"/>
                </a:solidFill>
                <a:latin typeface="Arial Black" pitchFamily="34" charset="0"/>
              </a:rPr>
              <a:t/>
            </a:r>
            <a:br>
              <a:rPr lang="fr-FR" sz="2800">
                <a:solidFill>
                  <a:schemeClr val="bg1"/>
                </a:solidFill>
                <a:latin typeface="Arial Black" pitchFamily="34" charset="0"/>
              </a:rPr>
            </a:br>
            <a:r>
              <a:rPr lang="fr-FR" sz="2800">
                <a:solidFill>
                  <a:schemeClr val="bg1"/>
                </a:solidFill>
                <a:latin typeface="Arial Black" pitchFamily="34" charset="0"/>
              </a:rPr>
              <a:t>JE LA VIS JE L'AI ET JE L'ASSUME</a:t>
            </a:r>
          </a:p>
          <a:p>
            <a:pPr algn="ctr"/>
            <a:r>
              <a:rPr lang="fr-FR" sz="2800">
                <a:solidFill>
                  <a:schemeClr val="bg1"/>
                </a:solidFill>
                <a:latin typeface="Arial Black" pitchFamily="34" charset="0"/>
              </a:rPr>
              <a:t>C’EST LA GOSPEL ATTITUDE</a:t>
            </a:r>
            <a:br>
              <a:rPr lang="fr-FR" sz="2800">
                <a:solidFill>
                  <a:schemeClr val="bg1"/>
                </a:solidFill>
                <a:latin typeface="Arial Black" pitchFamily="34" charset="0"/>
              </a:rPr>
            </a:br>
            <a:r>
              <a:rPr lang="fr-FR" sz="2800">
                <a:solidFill>
                  <a:schemeClr val="bg1"/>
                </a:solidFill>
                <a:latin typeface="Arial Black" pitchFamily="34" charset="0"/>
              </a:rPr>
              <a:t>AUCUN COMPORTEMENT MAIS PLUTÔT UNE ATTITUDE C’EST LA GOSPEL ATTITUDE</a:t>
            </a:r>
            <a:br>
              <a:rPr lang="fr-FR" sz="2800">
                <a:solidFill>
                  <a:schemeClr val="bg1"/>
                </a:solidFill>
                <a:latin typeface="Arial Black" pitchFamily="34" charset="0"/>
              </a:rPr>
            </a:br>
            <a:r>
              <a:rPr lang="fr-FR" sz="2800">
                <a:solidFill>
                  <a:schemeClr val="bg1"/>
                </a:solidFill>
                <a:latin typeface="Arial Black" pitchFamily="34" charset="0"/>
              </a:rPr>
              <a:t>LA PAROLE RÉSIDE  ET SE TROUVE DANS MON CŒUR C’EST  LA GOSPEL ATTITUDE</a:t>
            </a:r>
            <a:br>
              <a:rPr lang="fr-FR" sz="2800">
                <a:solidFill>
                  <a:schemeClr val="bg1"/>
                </a:solidFill>
                <a:latin typeface="Arial Black" pitchFamily="34" charset="0"/>
              </a:rPr>
            </a:br>
            <a:r>
              <a:rPr lang="fr-FR" sz="2800">
                <a:solidFill>
                  <a:schemeClr val="bg1"/>
                </a:solidFill>
                <a:latin typeface="Arial Black" pitchFamily="34" charset="0"/>
              </a:rPr>
              <a:t>LA FOI DANS L’AVENIR</a:t>
            </a:r>
          </a:p>
          <a:p>
            <a:pPr algn="ctr"/>
            <a:r>
              <a:rPr lang="fr-FR" sz="2800">
                <a:solidFill>
                  <a:schemeClr val="bg1"/>
                </a:solidFill>
                <a:latin typeface="Arial Black" pitchFamily="34" charset="0"/>
              </a:rPr>
              <a:t>LA FOI POUR LE MEILLEUR</a:t>
            </a:r>
          </a:p>
          <a:p>
            <a:pPr algn="ctr"/>
            <a:r>
              <a:rPr lang="fr-FR" sz="2800">
                <a:solidFill>
                  <a:schemeClr val="bg1"/>
                </a:solidFill>
                <a:latin typeface="Arial Black" pitchFamily="34" charset="0"/>
              </a:rPr>
              <a:t>LA GOSPEL ATTITUDE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0" y="0"/>
            <a:ext cx="9105900" cy="6858000"/>
          </a:xfrm>
          <a:prstGeom prst="rect">
            <a:avLst/>
          </a:prstGeom>
          <a:noFill/>
          <a:ln w="9525">
            <a:noFill/>
            <a:miter lim="800000"/>
            <a:headEnd/>
            <a:tailEnd/>
          </a:ln>
        </p:spPr>
        <p:txBody>
          <a:bodyPr/>
          <a:lstStyle/>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r>
              <a:rPr lang="fr-FR" sz="2800">
                <a:solidFill>
                  <a:schemeClr val="bg1"/>
                </a:solidFill>
                <a:latin typeface="Arial Black" pitchFamily="34" charset="0"/>
              </a:rPr>
              <a:t>MA BOUCHE</a:t>
            </a:r>
          </a:p>
          <a:p>
            <a:pPr algn="ctr"/>
            <a:r>
              <a:rPr lang="fr-FR" sz="2800">
                <a:solidFill>
                  <a:schemeClr val="bg1"/>
                </a:solidFill>
                <a:latin typeface="Arial Black" pitchFamily="34" charset="0"/>
              </a:rPr>
              <a:t>EST TELLEMENT REMPLIE</a:t>
            </a:r>
            <a:br>
              <a:rPr lang="fr-FR" sz="2800">
                <a:solidFill>
                  <a:schemeClr val="bg1"/>
                </a:solidFill>
                <a:latin typeface="Arial Black" pitchFamily="34" charset="0"/>
              </a:rPr>
            </a:br>
            <a:r>
              <a:rPr lang="fr-FR" sz="2800">
                <a:solidFill>
                  <a:schemeClr val="bg1"/>
                </a:solidFill>
                <a:latin typeface="Arial Black" pitchFamily="34" charset="0"/>
              </a:rPr>
              <a:t>DE LA PAROLE QU'EN FACE DE MOI LE DIABLE DEVIENT MUET</a:t>
            </a:r>
          </a:p>
          <a:p>
            <a:pPr algn="ctr"/>
            <a:r>
              <a:rPr lang="fr-FR" sz="2800">
                <a:solidFill>
                  <a:schemeClr val="bg1"/>
                </a:solidFill>
                <a:latin typeface="Arial Black" pitchFamily="34" charset="0"/>
              </a:rPr>
              <a:t>MUÉ DE LA CHENILLE AU PAPILLON JE PRENDS MON ENVOL ÉPARPILLONS L'ÉVANGILE AU QUATRE COINS DES RUES</a:t>
            </a:r>
            <a:br>
              <a:rPr lang="fr-FR" sz="2800">
                <a:solidFill>
                  <a:schemeClr val="bg1"/>
                </a:solidFill>
                <a:latin typeface="Arial Black" pitchFamily="34" charset="0"/>
              </a:rPr>
            </a:br>
            <a:r>
              <a:rPr lang="fr-FR" sz="2800">
                <a:solidFill>
                  <a:schemeClr val="bg1"/>
                </a:solidFill>
                <a:latin typeface="Arial Black" pitchFamily="34" charset="0"/>
              </a:rPr>
              <a:t>DE LA GOSPEL ATTITUDE AU GOSPEL D'HABITUDE LE RELIGIEUX A UNE GROSSE PERTE D'ALTITUDE REGARDÉ COMME UN EXTRATERRESTRE ORDINAIRE MOI JE SUIS CHRÉTIEN  UN TERRESTRE EXTRAORDINAIRE</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0" y="0"/>
            <a:ext cx="9105900" cy="6858000"/>
          </a:xfrm>
          <a:prstGeom prst="rect">
            <a:avLst/>
          </a:prstGeom>
          <a:noFill/>
          <a:ln w="9525">
            <a:noFill/>
            <a:miter lim="800000"/>
            <a:headEnd/>
            <a:tailEnd/>
          </a:ln>
        </p:spPr>
        <p:txBody>
          <a:bodyPr/>
          <a:lstStyle/>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r>
              <a:rPr lang="fr-FR" sz="2800">
                <a:solidFill>
                  <a:schemeClr val="bg1"/>
                </a:solidFill>
                <a:latin typeface="Arial Black" pitchFamily="34" charset="0"/>
              </a:rPr>
              <a:t>QUAND TA VIE SEMBLE DIFFICILE</a:t>
            </a:r>
          </a:p>
          <a:p>
            <a:pPr algn="ctr"/>
            <a:r>
              <a:rPr lang="fr-FR" sz="2800">
                <a:solidFill>
                  <a:schemeClr val="bg1"/>
                </a:solidFill>
                <a:latin typeface="Arial Black" pitchFamily="34" charset="0"/>
              </a:rPr>
              <a:t>LÈVE TES YEUX VERS LE CIEL</a:t>
            </a:r>
          </a:p>
          <a:p>
            <a:pPr algn="ctr"/>
            <a:r>
              <a:rPr lang="fr-FR" sz="2800">
                <a:solidFill>
                  <a:schemeClr val="bg1"/>
                </a:solidFill>
                <a:latin typeface="Arial Black" pitchFamily="34" charset="0"/>
              </a:rPr>
              <a:t>QUAND LES NUAGES VONT TOUT COUVRIR LAISSE ENTRER LE SOLEIL</a:t>
            </a:r>
          </a:p>
          <a:p>
            <a:pPr algn="ctr"/>
            <a:r>
              <a:rPr lang="fr-FR" sz="2800">
                <a:solidFill>
                  <a:schemeClr val="bg1"/>
                </a:solidFill>
                <a:latin typeface="Arial Black" pitchFamily="34" charset="0"/>
              </a:rPr>
              <a:t>LÈVE TES MAINS, HUMILIE-TOI</a:t>
            </a:r>
          </a:p>
          <a:p>
            <a:pPr algn="ctr"/>
            <a:r>
              <a:rPr lang="fr-FR" sz="2800">
                <a:solidFill>
                  <a:schemeClr val="bg1"/>
                </a:solidFill>
                <a:latin typeface="Arial Black" pitchFamily="34" charset="0"/>
              </a:rPr>
              <a:t>IL EFFACERA TA PEINE</a:t>
            </a:r>
          </a:p>
          <a:p>
            <a:pPr algn="ctr"/>
            <a:r>
              <a:rPr lang="fr-FR" sz="2800">
                <a:solidFill>
                  <a:schemeClr val="bg1"/>
                </a:solidFill>
                <a:latin typeface="Arial Black" pitchFamily="34" charset="0"/>
              </a:rPr>
              <a:t>IL TE SUFFIT SIMPLEMENT D’AVOIR</a:t>
            </a:r>
          </a:p>
          <a:p>
            <a:pPr algn="ctr"/>
            <a:r>
              <a:rPr lang="fr-FR" sz="2800">
                <a:solidFill>
                  <a:schemeClr val="bg1"/>
                </a:solidFill>
                <a:latin typeface="Arial Black" pitchFamily="34" charset="0"/>
              </a:rPr>
              <a:t>L’ATTITUDE GOSPEL</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0" y="0"/>
            <a:ext cx="9105900" cy="6858000"/>
          </a:xfrm>
          <a:prstGeom prst="rect">
            <a:avLst/>
          </a:prstGeom>
          <a:noFill/>
          <a:ln w="9525">
            <a:noFill/>
            <a:miter lim="800000"/>
            <a:headEnd/>
            <a:tailEnd/>
          </a:ln>
        </p:spPr>
        <p:txBody>
          <a:bodyPr/>
          <a:lstStyle/>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r>
              <a:rPr lang="fr-FR" sz="2800" u="sng">
                <a:solidFill>
                  <a:schemeClr val="bg1"/>
                </a:solidFill>
                <a:latin typeface="Arial Black" pitchFamily="34" charset="0"/>
              </a:rPr>
              <a:t>Pont : </a:t>
            </a:r>
            <a:r>
              <a:rPr lang="fr-FR" sz="2800">
                <a:solidFill>
                  <a:schemeClr val="bg1"/>
                </a:solidFill>
                <a:latin typeface="Arial Black" pitchFamily="34" charset="0"/>
              </a:rPr>
              <a:t/>
            </a:r>
            <a:br>
              <a:rPr lang="fr-FR" sz="2800">
                <a:solidFill>
                  <a:schemeClr val="bg1"/>
                </a:solidFill>
                <a:latin typeface="Arial Black" pitchFamily="34" charset="0"/>
              </a:rPr>
            </a:br>
            <a:r>
              <a:rPr lang="fr-FR" sz="2800">
                <a:solidFill>
                  <a:schemeClr val="bg1"/>
                </a:solidFill>
                <a:latin typeface="Arial Black" pitchFamily="34" charset="0"/>
              </a:rPr>
              <a:t>JE LA VIS JE L'AI ET JE L'ASSUME</a:t>
            </a:r>
          </a:p>
          <a:p>
            <a:pPr algn="ctr"/>
            <a:r>
              <a:rPr lang="fr-FR" sz="2800">
                <a:solidFill>
                  <a:schemeClr val="bg1"/>
                </a:solidFill>
                <a:latin typeface="Arial Black" pitchFamily="34" charset="0"/>
              </a:rPr>
              <a:t>C’EST LA GOSPEL ATTITUDE</a:t>
            </a:r>
            <a:br>
              <a:rPr lang="fr-FR" sz="2800">
                <a:solidFill>
                  <a:schemeClr val="bg1"/>
                </a:solidFill>
                <a:latin typeface="Arial Black" pitchFamily="34" charset="0"/>
              </a:rPr>
            </a:br>
            <a:r>
              <a:rPr lang="fr-FR" sz="2800">
                <a:solidFill>
                  <a:schemeClr val="bg1"/>
                </a:solidFill>
                <a:latin typeface="Arial Black" pitchFamily="34" charset="0"/>
              </a:rPr>
              <a:t>AUCUN COMPORTEMENT MAIS PLUTÔT UNE ATTITUDE C’EST LA GOSPEL ATTITUDE</a:t>
            </a:r>
            <a:br>
              <a:rPr lang="fr-FR" sz="2800">
                <a:solidFill>
                  <a:schemeClr val="bg1"/>
                </a:solidFill>
                <a:latin typeface="Arial Black" pitchFamily="34" charset="0"/>
              </a:rPr>
            </a:br>
            <a:r>
              <a:rPr lang="fr-FR" sz="2800">
                <a:solidFill>
                  <a:schemeClr val="bg1"/>
                </a:solidFill>
                <a:latin typeface="Arial Black" pitchFamily="34" charset="0"/>
              </a:rPr>
              <a:t>LA PAROLE RÉSIDE  ET SE TROUVE DANS MON CŒUR C’EST  LA GOSPEL ATTITUDE</a:t>
            </a:r>
            <a:br>
              <a:rPr lang="fr-FR" sz="2800">
                <a:solidFill>
                  <a:schemeClr val="bg1"/>
                </a:solidFill>
                <a:latin typeface="Arial Black" pitchFamily="34" charset="0"/>
              </a:rPr>
            </a:br>
            <a:r>
              <a:rPr lang="fr-FR" sz="2800">
                <a:solidFill>
                  <a:schemeClr val="bg1"/>
                </a:solidFill>
                <a:latin typeface="Arial Black" pitchFamily="34" charset="0"/>
              </a:rPr>
              <a:t>LA FOI DANS L’AVENIR</a:t>
            </a:r>
          </a:p>
          <a:p>
            <a:pPr algn="ctr"/>
            <a:r>
              <a:rPr lang="fr-FR" sz="2800">
                <a:solidFill>
                  <a:schemeClr val="bg1"/>
                </a:solidFill>
                <a:latin typeface="Arial Black" pitchFamily="34" charset="0"/>
              </a:rPr>
              <a:t>LA FOI POUR LE MEILLEUR</a:t>
            </a:r>
          </a:p>
          <a:p>
            <a:pPr algn="ctr"/>
            <a:r>
              <a:rPr lang="fr-FR" sz="2800">
                <a:solidFill>
                  <a:schemeClr val="bg1"/>
                </a:solidFill>
                <a:latin typeface="Arial Black" pitchFamily="34" charset="0"/>
              </a:rPr>
              <a:t>LA GOSPEL ATTITUDE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0" y="0"/>
            <a:ext cx="9105900" cy="6858000"/>
          </a:xfrm>
          <a:prstGeom prst="rect">
            <a:avLst/>
          </a:prstGeom>
          <a:noFill/>
          <a:ln w="9525">
            <a:noFill/>
            <a:miter lim="800000"/>
            <a:headEnd/>
            <a:tailEnd/>
          </a:ln>
        </p:spPr>
        <p:txBody>
          <a:bodyPr/>
          <a:lstStyle/>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endParaRPr lang="fr-FR" sz="2800">
              <a:solidFill>
                <a:schemeClr val="bg1"/>
              </a:solidFill>
              <a:latin typeface="Arial Black" pitchFamily="34" charset="0"/>
            </a:endParaRPr>
          </a:p>
          <a:p>
            <a:pPr algn="ctr"/>
            <a:r>
              <a:rPr lang="fr-FR" sz="2800">
                <a:solidFill>
                  <a:schemeClr val="bg1"/>
                </a:solidFill>
                <a:latin typeface="Arial Black" pitchFamily="34" charset="0"/>
              </a:rPr>
              <a:t>QUAND TA VIE SEMBLE DIFFICILE</a:t>
            </a:r>
          </a:p>
          <a:p>
            <a:pPr algn="ctr"/>
            <a:r>
              <a:rPr lang="fr-FR" sz="2800">
                <a:solidFill>
                  <a:schemeClr val="bg1"/>
                </a:solidFill>
                <a:latin typeface="Arial Black" pitchFamily="34" charset="0"/>
              </a:rPr>
              <a:t>LÈVE TES YEUX VERS LE CIEL</a:t>
            </a:r>
          </a:p>
          <a:p>
            <a:pPr algn="ctr"/>
            <a:r>
              <a:rPr lang="fr-FR" sz="2800">
                <a:solidFill>
                  <a:schemeClr val="bg1"/>
                </a:solidFill>
                <a:latin typeface="Arial Black" pitchFamily="34" charset="0"/>
              </a:rPr>
              <a:t>QUAND LES NUAGES VONT TOUT COUVRIR LAISSE ENTRER LE SOLEIL</a:t>
            </a:r>
          </a:p>
          <a:p>
            <a:pPr algn="ctr"/>
            <a:r>
              <a:rPr lang="fr-FR" sz="2800">
                <a:solidFill>
                  <a:schemeClr val="bg1"/>
                </a:solidFill>
                <a:latin typeface="Arial Black" pitchFamily="34" charset="0"/>
              </a:rPr>
              <a:t>LÈVE TES MAINS, HUMILIE-TOI</a:t>
            </a:r>
          </a:p>
          <a:p>
            <a:pPr algn="ctr"/>
            <a:r>
              <a:rPr lang="fr-FR" sz="2800">
                <a:solidFill>
                  <a:schemeClr val="bg1"/>
                </a:solidFill>
                <a:latin typeface="Arial Black" pitchFamily="34" charset="0"/>
              </a:rPr>
              <a:t>IL EFFACERA TA PEINE</a:t>
            </a:r>
          </a:p>
          <a:p>
            <a:pPr algn="ctr"/>
            <a:r>
              <a:rPr lang="fr-FR" sz="2800">
                <a:solidFill>
                  <a:schemeClr val="bg1"/>
                </a:solidFill>
                <a:latin typeface="Arial Black" pitchFamily="34" charset="0"/>
              </a:rPr>
              <a:t>IL TE SUFFIT SIMPLEMENT D’AVOIR</a:t>
            </a:r>
          </a:p>
          <a:p>
            <a:pPr algn="ctr"/>
            <a:r>
              <a:rPr lang="fr-FR" sz="2800">
                <a:solidFill>
                  <a:schemeClr val="bg1"/>
                </a:solidFill>
                <a:latin typeface="Arial Black" pitchFamily="34" charset="0"/>
              </a:rPr>
              <a:t>L’ATTITUDE GOSPEL</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829</TotalTime>
  <Words>244</Words>
  <Application>Microsoft Office PowerPoint</Application>
  <PresentationFormat>On-screen Show (4:3)</PresentationFormat>
  <Paragraphs>88</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Times New Roman</vt:lpstr>
      <vt:lpstr>Arial</vt:lpstr>
      <vt:lpstr>Arial Black</vt:lpstr>
      <vt:lpstr>Default Design</vt:lpstr>
      <vt:lpstr>Diapositive 1</vt:lpstr>
      <vt:lpstr>Diapositive 2</vt:lpstr>
      <vt:lpstr>Diapositive 3</vt:lpstr>
      <vt:lpstr>Diapositive 4</vt:lpstr>
      <vt:lpstr>Diapositive 5</vt:lpstr>
      <vt:lpstr>Diapositive 6</vt:lpstr>
      <vt:lpstr>Diapositive 7</vt:lpstr>
      <vt:lpstr>Diapositive 8</vt:lpstr>
      <vt:lpstr>Diapositive 9</vt:lpstr>
      <vt:lpstr>Diapositive 10</vt:lpstr>
    </vt:vector>
  </TitlesOfParts>
  <Company>bbx</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bastide</dc:creator>
  <cp:lastModifiedBy>Incrustation</cp:lastModifiedBy>
  <cp:revision>61</cp:revision>
  <dcterms:created xsi:type="dcterms:W3CDTF">2002-08-17T11:07:59Z</dcterms:created>
  <dcterms:modified xsi:type="dcterms:W3CDTF">2014-11-16T08:47:39Z</dcterms:modified>
</cp:coreProperties>
</file>