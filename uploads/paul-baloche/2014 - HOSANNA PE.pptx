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60" r:id="rId4"/>
    <p:sldId id="263" r:id="rId5"/>
    <p:sldId id="261" r:id="rId6"/>
    <p:sldId id="264" r:id="rId7"/>
    <p:sldId id="262" r:id="rId8"/>
    <p:sldId id="265" r:id="rId9"/>
    <p:sldId id="266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8" autoAdjust="0"/>
    <p:restoredTop sz="90929"/>
  </p:normalViewPr>
  <p:slideViewPr>
    <p:cSldViewPr>
      <p:cViewPr>
        <p:scale>
          <a:sx n="48" d="100"/>
          <a:sy n="48" d="100"/>
        </p:scale>
        <p:origin x="-1086" y="-2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1268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9C58BAB-F295-4153-B91D-914375D1B2D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9816FB-26EA-45BE-AECB-2CE7E74989F4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71386C-61C1-4B07-99C2-87F3A22006A3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C74A3D-93FB-4B6D-A808-38A234D44829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59DADB-DA2F-4C14-82AA-0753182952D1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AD170C-4D09-4B79-A8A6-2270D12BE4EE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ED6AA9-6BF1-4A53-A028-0BE81ACF3A8D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9D3932-087A-4306-8A28-C0E7348DE286}" type="slidenum">
              <a:rPr lang="fr-FR" smtClean="0"/>
              <a:pPr/>
              <a:t>7</a:t>
            </a:fld>
            <a:endParaRPr lang="fr-FR" smtClean="0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200043-FE87-409E-A40F-3FB411C2E1DD}" type="slidenum">
              <a:rPr lang="fr-FR" smtClean="0"/>
              <a:pPr/>
              <a:t>8</a:t>
            </a:fld>
            <a:endParaRPr lang="fr-FR" smtClean="0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A7678F-5D7E-4DFF-A0C5-09D409B1FD5A}" type="slidenum">
              <a:rPr lang="fr-FR" smtClean="0"/>
              <a:pPr/>
              <a:t>9</a:t>
            </a:fld>
            <a:endParaRPr lang="fr-FR" smtClean="0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62D97-EE37-4BE0-A5D6-F7705AF934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9584E6-D6FB-483D-A401-BC2CD27CE2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AB9AB7-083F-43A7-854F-6C079FACFA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E176BD-F8ED-443E-AFF5-3C465F0BBE1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1B4DF-9E27-487E-AA86-9F7CC1E902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B9795-012C-4A13-9719-9D3D49BFEC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A0F96-2782-4609-BC19-EFEC7FDE66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567BEA-19FC-402C-A13D-24CFBAF8DF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6429CC-4C17-427C-9F0A-86CCDF5141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E7FCE7-6CB9-4A88-9770-A07022C943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45C0C-60B8-4FE1-BB5D-5DDFE36481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93E183A-534D-4F87-BD36-1145B413EE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 CHANT S’ÉLÈVE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LES YEUX SE TOURNENT VERS 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SE TOURNENT VERS TOI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L’ESPOIR RENAÎT, LES CŒURS SOUPIRENT APRÈS 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 APRÈS TOI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TE VOYANT, NOUS RETROUVONS LA FORCE DE VIVRE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NOUS SOMMES EN TA PRÉSENCE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NOS CRAINTES FUIENT, ELLES S’ENFUIENT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HOSANNA, HOSANNA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ES LE ROI, LE SAUVEUR,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TOI LA GLOIRE ET L’HONNEUR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HOSANNA, HOSANNA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T’ACCUEILLONS PARMI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SOIS LE BIENVENU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Ô JÉSUS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ENTENDS LE SON DES CŒURS QUI REVIENNENT À 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REVIENNENT À TOI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DANS TON ROYAUME, LES VIES BRISÉES SONT RESTAURÉES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SONT RESTAURÉES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TE VOYANT, NOUS RETROUVONS LA FORCE DE VIVRE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NOUS SOMMES EN TA PRÉSENCE NOS CRAINTES FUIENT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ELLES S’ENFUIENT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HOSANNA, HOSANNA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ES LE ROI, LE SAUVEUR,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TOI LA GLOIRE ET L’HONNEUR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HOSANNA, HOSANNA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T’ACCUEILLONS PARMI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SOIS LE BIENVENU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Ô JÉSUS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TE VOYANT, NOUS RETROUVONS LA FORCE DE VIVRE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NOUS SOMMES EN TA PRÉSENCE NOS CRAINTES FUIENT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TE VOYANT, NOUS RETROUVONS LA FORCE DE VIVRE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NOUS SOMMES EN TA PRÉSENCE NOS CRAINTES FUIENT,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ELLES S’ENFUIENT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HOSANNA, HOSANNA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ES LE ROI, LE SAUVEUR,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TOI LA GLOIRE ET L’HONNEUR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HOSANNA, HOSANNA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T’ACCUEILLONS PARMI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SOIS LE BIENVENU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Ô JÉSUS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TE VOYANT, NOUS RETROUVONS LA FORCE DE VIVRE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NOUS SOMMES EN TA PRÉSENCE NOS CRAINTES FUIENT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TE VOYANT, NOUS RETROUVONS LA FORCE DE VIVRE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NOUS SOMMES EN TA PRÉSENCE NOS CRAINTES FUIENT,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ELLES S’ENFUIENT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HOSANNA, HOSANNA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ES LE ROI, LE SAUVEUR,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À TOI LA GLOIRE ET L’HONNEUR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HOSANNA, HOSANNA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T’ACCUEILLONS PARMI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SOIS LE BIENVENU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Ô JÉSUS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HOSANNA ! HOSANNA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HOSANNA ! HOSANNA 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303</Words>
  <Application>Microsoft Office PowerPoint</Application>
  <PresentationFormat>On-screen Show (4:3)</PresentationFormat>
  <Paragraphs>80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RUTH JASOR</cp:lastModifiedBy>
  <cp:revision>66</cp:revision>
  <dcterms:created xsi:type="dcterms:W3CDTF">2002-08-17T12:16:38Z</dcterms:created>
  <dcterms:modified xsi:type="dcterms:W3CDTF">2014-05-24T14:55:38Z</dcterms:modified>
</cp:coreProperties>
</file>