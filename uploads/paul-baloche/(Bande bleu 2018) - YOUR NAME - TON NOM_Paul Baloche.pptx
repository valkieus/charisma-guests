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06" r:id="rId2"/>
    <p:sldId id="307" r:id="rId3"/>
    <p:sldId id="308" r:id="rId4"/>
    <p:sldId id="309" r:id="rId5"/>
    <p:sldId id="310" r:id="rId6"/>
    <p:sldId id="311" r:id="rId7"/>
    <p:sldId id="312" r:id="rId8"/>
    <p:sldId id="313" r:id="rId9"/>
    <p:sldId id="328" r:id="rId1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82" autoAdjust="0"/>
    <p:restoredTop sz="28829" autoAdjust="0"/>
  </p:normalViewPr>
  <p:slideViewPr>
    <p:cSldViewPr>
      <p:cViewPr>
        <p:scale>
          <a:sx n="40" d="100"/>
          <a:sy n="40" d="100"/>
        </p:scale>
        <p:origin x="-2082" y="2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92DE9A4-BD45-42C0-A6F4-44BC61D06631}" type="datetimeFigureOut">
              <a:rPr lang="fr-FR"/>
              <a:pPr>
                <a:defRPr/>
              </a:pPr>
              <a:t>18/11/2018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354CBA-1D48-4C11-8C2C-FE094C26A59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90077905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 
2-  ET NOTRE CŒUR D’ENFANT RÉPOND EN GLORIFIANT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3-  TON NOM, COMME UNE TOUR AUX QUATRE VENTS</a:t>
            </a:r>
            <a:br>
              <a:rPr lang="fr-FR" smtClean="0"/>
            </a:br>
            <a:r>
              <a:rPr lang="fr-FR" smtClean="0"/>
              <a:t>	4-  TON NOM NOUS REND FORTS À CHAQUE INSTANT 
	5-  TON NOM, QUE TOUS LES PEUPLES ENTONNENT UN CHANT 
	6-  CAR AUCUN AUTRE NOM N’EST PLUS GRAND QUE TON NOM </a:t>
            </a:r>
            <a:br>
              <a:rPr lang="fr-FR" smtClean="0"/>
            </a:br>
            <a:r>
              <a:rPr lang="fr-FR" smtClean="0"/>
              <a:t> 
7-  JÉSUS, FORTIFIE NOS CŒURS PAR TA GRÂCE ET TA GRANDEUR 
8-  CAR C’EST EN TOI QUE NOUS PRIONS VIENS GLORIFIER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9-  JÉSUS, FORTIFIE NOS CŒURS 
</a:t>
            </a: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 L’AUBE AU COUCHER DU SOLEIL TES SPLENDEURS NOUS ÉMERVEILLENT 
2-  ET NOTRE CŒUR D’ENFANT RÉPOND EN GLORIFIANT TON NOM </a:t>
            </a:r>
          </a:p>
          <a:p>
            <a:r>
              <a:rPr lang="fr-FR" smtClean="0"/>
              <a:t>
	3-  TON NOM, COMME UNE TOUR AUX QUATRE VENTS</a:t>
            </a:r>
            <a:br>
              <a:rPr lang="fr-FR" smtClean="0"/>
            </a:br>
            <a:r>
              <a:rPr lang="fr-FR" smtClean="0"/>
              <a:t>	4-  TON NOM NOUS REND FORTS À CHAQUE INSTANT 
	5-  TON NOM, QUE TOUS LES PEUPLES ENTONNENT UN CHANT 
	6-  CAR AUCUN AUTRE NOM N’EST PLUS GRAND QUE TON NOM </a:t>
            </a:r>
            <a:br>
              <a:rPr lang="fr-FR" smtClean="0"/>
            </a:br>
            <a:r>
              <a:rPr lang="fr-FR" smtClean="0"/>
              <a:t> 
7-  JÉSUS, FORTIFIE NOS CŒURS PAR TA GRÂCE ET TA GRANDEUR 
8-  CAR C’EST EN TOI QUE NOUS PRIONS VIENS GLORIFIER TON NOM </a:t>
            </a:r>
          </a:p>
          <a:p>
            <a:r>
              <a:rPr lang="fr-FR" smtClean="0"/>
              <a:t>
9-  JÉSUS, FORTIFIE NOS CŒURS 
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 
2-  ET NOTRE CŒUR D’ENFANT RÉPOND EN GLORIFIANT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3-  TON NOM, COMME UNE TOUR AUX QUATRE VENTS</a:t>
            </a:r>
            <a:br>
              <a:rPr lang="fr-FR" smtClean="0"/>
            </a:br>
            <a:r>
              <a:rPr lang="fr-FR" smtClean="0"/>
              <a:t>	4-  TON NOM NOUS REND FORTS À CHAQUE INSTANT 
	5-  TON NOM, QUE TOUS LES PEUPLES ENTONNENT UN CHANT 
	6-  CAR AUCUN AUTRE NOM N’EST PLUS GRAND QUE TON NOM </a:t>
            </a:r>
            <a:br>
              <a:rPr lang="fr-FR" smtClean="0"/>
            </a:br>
            <a:r>
              <a:rPr lang="fr-FR" smtClean="0"/>
              <a:t> 
7-  JÉSUS, FORTIFIE NOS CŒURS PAR TA GRÂCE ET TA GRANDEUR 
8-  CAR C’EST EN TOI QUE NOUS PRIONS VIENS GLORIFIER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9-  JÉSUS, FORTIFIE NOS CŒURS 
</a:t>
            </a: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 L’AUBE AU COUCHER DU SOLEIL TES SPLENDEURS NOUS ÉMERVEILLENT 
2-  ET NOTRE CŒUR D’ENFANT RÉPOND EN GLORIFIANT TON NOM </a:t>
            </a:r>
          </a:p>
          <a:p>
            <a:r>
              <a:rPr lang="fr-FR" smtClean="0"/>
              <a:t>
	3-  TON NOM, COMME UNE TOUR AUX QUATRE VENTS</a:t>
            </a:r>
            <a:br>
              <a:rPr lang="fr-FR" smtClean="0"/>
            </a:br>
            <a:r>
              <a:rPr lang="fr-FR" smtClean="0"/>
              <a:t>	4-  TON NOM NOUS REND FORTS À CHAQUE INSTANT 
	5-  TON NOM, QUE TOUS LES PEUPLES ENTONNENT UN CHANT 
	6-  CAR AUCUN AUTRE NOM N’EST PLUS GRAND QUE TON NOM </a:t>
            </a:r>
            <a:br>
              <a:rPr lang="fr-FR" smtClean="0"/>
            </a:br>
            <a:r>
              <a:rPr lang="fr-FR" smtClean="0"/>
              <a:t> 
7-  JÉSUS, FORTIFIE NOS CŒURS PAR TA GRÂCE ET TA GRANDEUR 
8-  CAR C’EST EN TOI QUE NOUS PRIONS VIENS GLORIFIER TON NOM </a:t>
            </a:r>
          </a:p>
          <a:p>
            <a:r>
              <a:rPr lang="fr-FR" smtClean="0"/>
              <a:t>
9-  JÉSUS, FORTIFIE NOS CŒURS 
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 
2-  ET NOTRE CŒUR D’ENFANT RÉPOND EN GLORIFIANT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3-  TON NOM, COMME UNE TOUR AUX QUATRE VENTS</a:t>
            </a:r>
            <a:br>
              <a:rPr lang="fr-FR" smtClean="0"/>
            </a:br>
            <a:r>
              <a:rPr lang="fr-FR" smtClean="0"/>
              <a:t>	4-  TON NOM NOUS REND FORTS À CHAQUE INSTANT 
	5-  TON NOM, QUE TOUS LES PEUPLES ENTONNENT UN CHANT 
	6-  CAR AUCUN AUTRE NOM N’EST PLUS GRAND QUE TON NOM </a:t>
            </a:r>
            <a:br>
              <a:rPr lang="fr-FR" smtClean="0"/>
            </a:br>
            <a:r>
              <a:rPr lang="fr-FR" smtClean="0"/>
              <a:t> 
7-  JÉSUS, FORTIFIE NOS CŒURS PAR TA GRÂCE ET TA GRANDEUR 
8-  CAR C’EST EN TOI QUE NOUS PRIONS VIENS GLORIFIER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9-  JÉSUS, FORTIFIE NOS CŒURS 
</a:t>
            </a: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 L’AUBE AU COUCHER DU SOLEIL TES SPLENDEURS NOUS ÉMERVEILLENT 
2-  ET NOTRE CŒUR D’ENFANT RÉPOND EN GLORIFIANT TON NOM </a:t>
            </a:r>
          </a:p>
          <a:p>
            <a:r>
              <a:rPr lang="fr-FR" smtClean="0"/>
              <a:t>
	3-  TON NOM, COMME UNE TOUR AUX QUATRE VENTS</a:t>
            </a:r>
            <a:br>
              <a:rPr lang="fr-FR" smtClean="0"/>
            </a:br>
            <a:r>
              <a:rPr lang="fr-FR" smtClean="0"/>
              <a:t>	4-  TON NOM NOUS REND FORTS À CHAQUE INSTANT 
	5-  TON NOM, QUE TOUS LES PEUPLES ENTONNENT UN CHANT 
	6-  CAR AUCUN AUTRE NOM N’EST PLUS GRAND QUE TON NOM </a:t>
            </a:r>
            <a:br>
              <a:rPr lang="fr-FR" smtClean="0"/>
            </a:br>
            <a:r>
              <a:rPr lang="fr-FR" smtClean="0"/>
              <a:t> 
7-  JÉSUS, FORTIFIE NOS CŒURS PAR TA GRÂCE ET TA GRANDEUR 
8-  CAR C’EST EN TOI QUE NOUS PRIONS VIENS GLORIFIER TON NOM </a:t>
            </a:r>
          </a:p>
          <a:p>
            <a:r>
              <a:rPr lang="fr-FR" smtClean="0"/>
              <a:t>
9-  JÉSUS, FORTIFIE NOS CŒURS 
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 
2-  ET NOTRE CŒUR D’ENFANT RÉPOND EN GLORIFIANT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3-  TON NOM, COMME UNE TOUR AUX QUATRE VENTS</a:t>
            </a:r>
            <a:br>
              <a:rPr lang="fr-FR" smtClean="0"/>
            </a:br>
            <a:r>
              <a:rPr lang="fr-FR" smtClean="0"/>
              <a:t>	4-  TON NOM NOUS REND FORTS À CHAQUE INSTANT 
	5-  TON NOM, QUE TOUS LES PEUPLES ENTONNENT UN CHANT 
	6-  CAR AUCUN AUTRE NOM N’EST PLUS GRAND QUE TON NOM </a:t>
            </a:r>
            <a:br>
              <a:rPr lang="fr-FR" smtClean="0"/>
            </a:br>
            <a:r>
              <a:rPr lang="fr-FR" smtClean="0"/>
              <a:t> 
7-  JÉSUS, FORTIFIE NOS CŒURS PAR TA GRÂCE ET TA GRANDEUR 
8-  CAR C’EST EN TOI QUE NOUS PRIONS VIENS GLORIFIER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9-  JÉSUS, FORTIFIE NOS CŒURS 
</a:t>
            </a: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 L’AUBE AU COUCHER DU SOLEIL TES SPLENDEURS NOUS ÉMERVEILLENT 
2-  ET NOTRE CŒUR D’ENFANT RÉPOND EN GLORIFIANT TON NOM </a:t>
            </a:r>
          </a:p>
          <a:p>
            <a:r>
              <a:rPr lang="fr-FR" smtClean="0"/>
              <a:t>
	3-  TON NOM, COMME UNE TOUR AUX QUATRE VENTS</a:t>
            </a:r>
            <a:br>
              <a:rPr lang="fr-FR" smtClean="0"/>
            </a:br>
            <a:r>
              <a:rPr lang="fr-FR" smtClean="0"/>
              <a:t>	4-  TON NOM NOUS REND FORTS À CHAQUE INSTANT 
	5-  TON NOM, QUE TOUS LES PEUPLES ENTONNENT UN CHANT 
	6-  CAR AUCUN AUTRE NOM N’EST PLUS GRAND QUE TON NOM </a:t>
            </a:r>
            <a:br>
              <a:rPr lang="fr-FR" smtClean="0"/>
            </a:br>
            <a:r>
              <a:rPr lang="fr-FR" smtClean="0"/>
              <a:t> 
7-  JÉSUS, FORTIFIE NOS CŒURS PAR TA GRÂCE ET TA GRANDEUR 
8-  CAR C’EST EN TOI QUE NOUS PRIONS VIENS GLORIFIER TON NOM </a:t>
            </a:r>
          </a:p>
          <a:p>
            <a:r>
              <a:rPr lang="fr-FR" smtClean="0"/>
              <a:t>
9-  JÉSUS, FORTIFIE NOS CŒURS 
</a:t>
            </a: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 
2-  ET NOTRE CŒUR D’ENFANT RÉPOND EN GLORIFIANT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3-  TON NOM, COMME UNE TOUR AUX QUATRE VENTS</a:t>
            </a:r>
            <a:br>
              <a:rPr lang="fr-FR" smtClean="0"/>
            </a:br>
            <a:r>
              <a:rPr lang="fr-FR" smtClean="0"/>
              <a:t>	4-  TON NOM NOUS REND FORTS À CHAQUE INSTANT 
	5-  TON NOM, QUE TOUS LES PEUPLES ENTONNENT UN CHANT 
	6-  CAR AUCUN AUTRE NOM N’EST PLUS GRAND QUE TON NOM </a:t>
            </a:r>
            <a:br>
              <a:rPr lang="fr-FR" smtClean="0"/>
            </a:br>
            <a:r>
              <a:rPr lang="fr-FR" smtClean="0"/>
              <a:t> 
7-  JÉSUS, FORTIFIE NOS CŒURS PAR TA GRÂCE ET TA GRANDEUR 
8-  CAR C’EST EN TOI QUE NOUS PRIONS VIENS GLORIFIER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9-  JÉSUS, FORTIFIE NOS CŒURS 
</a:t>
            </a: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 L’AUBE AU COUCHER DU SOLEIL TES SPLENDEURS NOUS ÉMERVEILLENT 
2-  ET NOTRE CŒUR D’ENFANT RÉPOND EN GLORIFIANT TON NOM </a:t>
            </a:r>
          </a:p>
          <a:p>
            <a:r>
              <a:rPr lang="fr-FR" smtClean="0"/>
              <a:t>
	3-  TON NOM, COMME UNE TOUR AUX QUATRE VENTS</a:t>
            </a:r>
            <a:br>
              <a:rPr lang="fr-FR" smtClean="0"/>
            </a:br>
            <a:r>
              <a:rPr lang="fr-FR" smtClean="0"/>
              <a:t>	4-  TON NOM NOUS REND FORTS À CHAQUE INSTANT 
	5-  TON NOM, QUE TOUS LES PEUPLES ENTONNENT UN CHANT 
	6-  CAR AUCUN AUTRE NOM N’EST PLUS GRAND QUE TON NOM </a:t>
            </a:r>
            <a:br>
              <a:rPr lang="fr-FR" smtClean="0"/>
            </a:br>
            <a:r>
              <a:rPr lang="fr-FR" smtClean="0"/>
              <a:t> 
7-  JÉSUS, FORTIFIE NOS CŒURS PAR TA GRÂCE ET TA GRANDEUR 
8-  CAR C’EST EN TOI QUE NOUS PRIONS VIENS GLORIFIER TON NOM </a:t>
            </a:r>
          </a:p>
          <a:p>
            <a:r>
              <a:rPr lang="fr-FR" smtClean="0"/>
              <a:t>
9-  JÉSUS, FORTIFIE NOS CŒURS 
</a:t>
            </a: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DE L’AUBE AU COUCHER DU SOLEIL TES SPLENDEURS NOUS ÉMERVEILLENT 
2-  ET NOTRE CŒUR D’ENFANT RÉPOND EN GLORIFIANT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
	3-  TON NOM, COMME UNE TOUR AUX QUATRE VENTS</a:t>
            </a:r>
            <a:br>
              <a:rPr lang="fr-FR" dirty="0" smtClean="0"/>
            </a:br>
            <a:r>
              <a:rPr lang="fr-FR" dirty="0" smtClean="0"/>
              <a:t>	4-  TON NOM NOUS REND FORTS À CHAQUE INSTANT 
	5-  TON NOM, QUE TOUS LES PEUPLES ENTONNENT UN CHANT 
	6-  CAR AUCUN AUTRE NOM N’EST PLUS GRAND QUE TON NOM </a:t>
            </a:r>
            <a:br>
              <a:rPr lang="fr-FR" dirty="0" smtClean="0"/>
            </a:br>
            <a:r>
              <a:rPr lang="fr-FR" dirty="0" smtClean="0"/>
              <a:t> 
7-  JÉSUS, FORTIFIE NOS CŒURS PAR TA GRÂCE ET TA GRANDEUR 
8-  CAR C’EST EN TOI QUE NOUS PRIONS VIENS GLORIFIER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
9-  JÉSUS, FORTIFIE NOS CŒURS 
</a:t>
            </a: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 L’AUBE AU COUCHER DU SOLEIL TES SPLENDEURS NOUS ÉMERVEILLENT 
2-  ET NOTRE CŒUR D’ENFANT RÉPOND EN GLORIFIANT TON NOM </a:t>
            </a:r>
          </a:p>
          <a:p>
            <a:r>
              <a:rPr lang="fr-FR" smtClean="0"/>
              <a:t>
	3-  TON NOM, COMME UNE TOUR AUX QUATRE VENTS</a:t>
            </a:r>
            <a:br>
              <a:rPr lang="fr-FR" smtClean="0"/>
            </a:br>
            <a:r>
              <a:rPr lang="fr-FR" smtClean="0"/>
              <a:t>	4-  TON NOM NOUS REND FORTS À CHAQUE INSTANT 
	5-  TON NOM, QUE TOUS LES PEUPLES ENTONNENT UN CHANT 
	6-  CAR AUCUN AUTRE NOM N’EST PLUS GRAND QUE TON NOM </a:t>
            </a:r>
            <a:br>
              <a:rPr lang="fr-FR" smtClean="0"/>
            </a:br>
            <a:r>
              <a:rPr lang="fr-FR" smtClean="0"/>
              <a:t> 
7-  JÉSUS, FORTIFIE NOS CŒURS PAR TA GRÂCE ET TA GRANDEUR 
8-  CAR C’EST EN TOI QUE NOUS PRIONS VIENS GLORIFIER TON NOM </a:t>
            </a:r>
          </a:p>
          <a:p>
            <a:r>
              <a:rPr lang="fr-FR" smtClean="0"/>
              <a:t>
9-  JÉSUS, FORTIFIE NOS CŒURS 
</a:t>
            </a: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 
2-  ET NOTRE CŒUR D’ENFANT RÉPOND EN GLORIFIANT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3-  TON NOM, COMME UNE TOUR AUX QUATRE VENTS</a:t>
            </a:r>
            <a:br>
              <a:rPr lang="fr-FR" smtClean="0"/>
            </a:br>
            <a:r>
              <a:rPr lang="fr-FR" smtClean="0"/>
              <a:t>	4-  TON NOM NOUS REND FORTS À CHAQUE INSTANT 
	5-  TON NOM, QUE TOUS LES PEUPLES ENTONNENT UN CHANT 
	6-  CAR AUCUN AUTRE NOM N’EST PLUS GRAND QUE TON NOM </a:t>
            </a:r>
            <a:br>
              <a:rPr lang="fr-FR" smtClean="0"/>
            </a:br>
            <a:r>
              <a:rPr lang="fr-FR" smtClean="0"/>
              <a:t> 
7-  JÉSUS, FORTIFIE NOS CŒURS PAR TA GRÂCE ET TA GRANDEUR 
8-  CAR C’EST EN TOI QUE NOUS PRIONS VIENS GLORIFIER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9-  JÉSUS, FORTIFIE NOS CŒURS 
</a:t>
            </a: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 L’AUBE AU COUCHER DU SOLEIL TES SPLENDEURS NOUS ÉMERVEILLENT 
2-  ET NOTRE CŒUR D’ENFANT RÉPOND EN GLORIFIANT TON NOM </a:t>
            </a:r>
          </a:p>
          <a:p>
            <a:r>
              <a:rPr lang="fr-FR" smtClean="0"/>
              <a:t>
	3-  TON NOM, COMME UNE TOUR AUX QUATRE VENTS</a:t>
            </a:r>
            <a:br>
              <a:rPr lang="fr-FR" smtClean="0"/>
            </a:br>
            <a:r>
              <a:rPr lang="fr-FR" smtClean="0"/>
              <a:t>	4-  TON NOM NOUS REND FORTS À CHAQUE INSTANT 
	5-  TON NOM, QUE TOUS LES PEUPLES ENTONNENT UN CHANT 
	6-  CAR AUCUN AUTRE NOM N’EST PLUS GRAND QUE TON NOM </a:t>
            </a:r>
            <a:br>
              <a:rPr lang="fr-FR" smtClean="0"/>
            </a:br>
            <a:r>
              <a:rPr lang="fr-FR" smtClean="0"/>
              <a:t> 
7-  JÉSUS, FORTIFIE NOS CŒURS PAR TA GRÂCE ET TA GRANDEUR 
8-  CAR C’EST EN TOI QUE NOUS PRIONS VIENS GLORIFIER TON NOM </a:t>
            </a:r>
          </a:p>
          <a:p>
            <a:r>
              <a:rPr lang="fr-FR" smtClean="0"/>
              <a:t>
9-  JÉSUS, FORTIFIE NOS CŒURS 
</a:t>
            </a: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 
2-  ET NOTRE CŒUR D’ENFANT RÉPOND EN GLORIFIANT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3-  TON NOM, COMME UNE TOUR AUX QUATRE VENTS</a:t>
            </a:r>
            <a:br>
              <a:rPr lang="fr-FR" smtClean="0"/>
            </a:br>
            <a:r>
              <a:rPr lang="fr-FR" smtClean="0"/>
              <a:t>	4-  TON NOM NOUS REND FORTS À CHAQUE INSTANT 
	5-  TON NOM, QUE TOUS LES PEUPLES ENTONNENT UN CHANT 
	6-  CAR AUCUN AUTRE NOM N’EST PLUS GRAND QUE TON NOM </a:t>
            </a:r>
            <a:br>
              <a:rPr lang="fr-FR" smtClean="0"/>
            </a:br>
            <a:r>
              <a:rPr lang="fr-FR" smtClean="0"/>
              <a:t> 
7-  JÉSUS, FORTIFIE NOS CŒURS PAR TA GRÂCE ET TA GRANDEUR 
8-  CAR C’EST EN TOI QUE NOUS PRIONS VIENS GLORIFIER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9-  JÉSUS, FORTIFIE NOS CŒURS 
</a:t>
            </a: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 L’AUBE AU COUCHER DU SOLEIL TES SPLENDEURS NOUS ÉMERVEILLENT 
2-  ET NOTRE CŒUR D’ENFANT RÉPOND EN GLORIFIANT TON NOM </a:t>
            </a:r>
          </a:p>
          <a:p>
            <a:r>
              <a:rPr lang="fr-FR" smtClean="0"/>
              <a:t>
	3-  TON NOM, COMME UNE TOUR AUX QUATRE VENTS</a:t>
            </a:r>
            <a:br>
              <a:rPr lang="fr-FR" smtClean="0"/>
            </a:br>
            <a:r>
              <a:rPr lang="fr-FR" smtClean="0"/>
              <a:t>	4-  TON NOM NOUS REND FORTS À CHAQUE INSTANT 
	5-  TON NOM, QUE TOUS LES PEUPLES ENTONNENT UN CHANT 
	6-  CAR AUCUN AUTRE NOM N’EST PLUS GRAND QUE TON NOM </a:t>
            </a:r>
            <a:br>
              <a:rPr lang="fr-FR" smtClean="0"/>
            </a:br>
            <a:r>
              <a:rPr lang="fr-FR" smtClean="0"/>
              <a:t> 
7-  JÉSUS, FORTIFIE NOS CŒURS PAR TA GRÂCE ET TA GRANDEUR 
8-  CAR C’EST EN TOI QUE NOUS PRIONS VIENS GLORIFIER TON NOM </a:t>
            </a:r>
          </a:p>
          <a:p>
            <a:r>
              <a:rPr lang="fr-FR" smtClean="0"/>
              <a:t>
9-  JÉSUS, FORTIFIE NOS CŒURS 
</a:t>
            </a: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 
2-  ET NOTRE CŒUR D’ENFANT RÉPOND EN GLORIFIANT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3-  TON NOM, COMME UNE TOUR AUX QUATRE VENTS</a:t>
            </a:r>
            <a:br>
              <a:rPr lang="fr-FR" smtClean="0"/>
            </a:br>
            <a:r>
              <a:rPr lang="fr-FR" smtClean="0"/>
              <a:t>	4-  TON NOM NOUS REND FORTS À CHAQUE INSTANT 
	5-  TON NOM, QUE TOUS LES PEUPLES ENTONNENT UN CHANT 
	6-  CAR AUCUN AUTRE NOM N’EST PLUS GRAND QUE TON NOM </a:t>
            </a:r>
            <a:br>
              <a:rPr lang="fr-FR" smtClean="0"/>
            </a:br>
            <a:r>
              <a:rPr lang="fr-FR" smtClean="0"/>
              <a:t> 
7-  JÉSUS, FORTIFIE NOS CŒURS PAR TA GRÂCE ET TA GRANDEUR 
8-  CAR C’EST EN TOI QUE NOUS PRIONS VIENS GLORIFIER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9-  JÉSUS, FORTIFIE NOS CŒURS 
</a:t>
            </a: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 L’AUBE AU COUCHER DU SOLEIL TES SPLENDEURS NOUS ÉMERVEILLENT 
2-  ET NOTRE CŒUR D’ENFANT RÉPOND EN GLORIFIANT TON NOM </a:t>
            </a:r>
          </a:p>
          <a:p>
            <a:r>
              <a:rPr lang="fr-FR" smtClean="0"/>
              <a:t>
	3-  TON NOM, COMME UNE TOUR AUX QUATRE VENTS</a:t>
            </a:r>
            <a:br>
              <a:rPr lang="fr-FR" smtClean="0"/>
            </a:br>
            <a:r>
              <a:rPr lang="fr-FR" smtClean="0"/>
              <a:t>	4-  TON NOM NOUS REND FORTS À CHAQUE INSTANT 
	5-  TON NOM, QUE TOUS LES PEUPLES ENTONNENT UN CHANT 
	6-  CAR AUCUN AUTRE NOM N’EST PLUS GRAND QUE TON NOM </a:t>
            </a:r>
            <a:br>
              <a:rPr lang="fr-FR" smtClean="0"/>
            </a:br>
            <a:r>
              <a:rPr lang="fr-FR" smtClean="0"/>
              <a:t> 
7-  JÉSUS, FORTIFIE NOS CŒURS PAR TA GRÂCE ET TA GRANDEUR 
8-  CAR C’EST EN TOI QUE NOUS PRIONS VIENS GLORIFIER TON NOM </a:t>
            </a:r>
          </a:p>
          <a:p>
            <a:r>
              <a:rPr lang="fr-FR" smtClean="0"/>
              <a:t>
9-  JÉSUS, FORTIFIE NOS CŒURS 
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69DFAC-FD1B-4BFD-AFA5-FA9B69D3B15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6C93FB-BD81-4C44-A2DE-F5B285E77E4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7A634C-EEBD-41B6-86BF-DE878536FD0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6E571B-BEFA-4E9D-B0A8-B071548BAAE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7F3AE9-F70B-40B0-9AE1-CF04F61365D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404F18-507A-4149-9B2E-C45048BA80A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3DC022-79BE-4F6A-94D3-78F10618A62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43363B-A5AC-4E25-A950-3DAC67D352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ADDCC1-30D6-4621-9E73-29C9D184B62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C653C1-67E8-42E0-B355-47E3AF05473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574616-9200-4C43-B760-A3159DAFDBB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DBF3EAA-4D8F-4A2C-8E0D-D768B39285F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L’AUBE AU COUCHER DU SOLEIL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TES SPLENDEURS NOUS ÉMERVEILLENT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NOTRE CŒUR D’ENFANT RÉPOND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GLORIFIANT TON NOM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NOM, COMME UNE TOUR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AUX QUATRE VENTS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NOM NOUS REND FORTS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CHAQUE INSTANT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NOM, QUE TOUS LES PEUPLES ENTONNENT UN CHANT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AUCUN AUTRE NOM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N’EST PLUS GRAND QUE TON NOM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JÉSUS, FORTIFIE NOS CŒURS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 TA GRÂCE ET TA GRANDEUR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C’EST EN TOI QUE NOUS PRIONS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VIENS GLORIFIER TON NOM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JÉSUS, FORTIFIE NOS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CŒURS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3170</TotalTime>
  <Words>251</Words>
  <Application>Microsoft Office PowerPoint</Application>
  <PresentationFormat>Affichage à l'écran (4:3)</PresentationFormat>
  <Paragraphs>63</Paragraphs>
  <Slides>9</Slides>
  <Notes>9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0" baseType="lpstr">
      <vt:lpstr>Default Design</vt:lpstr>
      <vt:lpstr>DE L’AUBE AU COUCHER DU SOLEIL TES SPLENDEURS NOUS ÉMERVEILLENT</vt:lpstr>
      <vt:lpstr>ET NOTRE CŒUR D’ENFANT RÉPOND EN GLORIFIANT TON NOM</vt:lpstr>
      <vt:lpstr>TON NOM, COMME UNE TOUR  AUX QUATRE VENTS </vt:lpstr>
      <vt:lpstr>TON NOM NOUS REND FORTS  À CHAQUE INSTANT</vt:lpstr>
      <vt:lpstr>TON NOM, QUE TOUS LES PEUPLES ENTONNENT UN CHANT</vt:lpstr>
      <vt:lpstr>CAR AUCUN AUTRE NOM  N’EST PLUS GRAND QUE TON NOM  </vt:lpstr>
      <vt:lpstr>JÉSUS, FORTIFIE NOS CŒURS PAR TA GRÂCE ET TA GRANDEUR</vt:lpstr>
      <vt:lpstr>CAR C’EST EN TOI QUE NOUS PRIONS VIENS GLORIFIER TON NOM</vt:lpstr>
      <vt:lpstr>JÉSUS, FORTIFIE NOS CŒURS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151</cp:revision>
  <dcterms:created xsi:type="dcterms:W3CDTF">2002-08-17T10:50:50Z</dcterms:created>
  <dcterms:modified xsi:type="dcterms:W3CDTF">2018-11-18T12:22:17Z</dcterms:modified>
</cp:coreProperties>
</file>