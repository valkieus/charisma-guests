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8" autoAdjust="0"/>
    <p:restoredTop sz="90929"/>
  </p:normalViewPr>
  <p:slideViewPr>
    <p:cSldViewPr>
      <p:cViewPr>
        <p:scale>
          <a:sx n="48" d="100"/>
          <a:sy n="48" d="100"/>
        </p:scale>
        <p:origin x="36" y="-7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D759F39-7188-42E1-8575-0307BB985B4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13DE64-B561-4F63-ABDF-650BF21B478D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2A9A61-4C12-4A4E-BB87-FF3592E9E89E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2F0168-6DC9-4E57-8D46-55C82C0D39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4E16D-184F-44BB-BDE7-8B598B84B0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BB4885-5C9F-4732-8C81-EAD82633FF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450190-9C7D-4027-837C-2CEA42852D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D2DB6D-F8A5-40BA-A4FE-11CE5D7DC4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A9B860-2FA3-44F7-BEB5-2E449D4EC0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AA861A-255C-4B4C-85E7-0752B00DAF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D3C167-2EC5-4C40-AEC7-4E175842BF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A692C0-7FAD-48BE-995F-0B38335158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73B0C4-F4DA-45EB-A80E-DDFB4A918F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ABA835-0280-41FD-B726-86BCA72912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2184374-38E5-4219-80F7-84CF8FE8B5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JÉSUS, QUE TON RÈGNE VIENNE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TA VOLONTÉ SOIT FAITE EN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JÉSUS, NUL N'EST COMPARABLE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SAUVEUR ADMIRABLE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RÉVÈLE TON AMOUR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ROI DES CIEUX, VIENS VERS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ROI DES CIEUX, VIENS EN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TA GLOIRE BRILLE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COMME EN PLEIN MIDI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ROI DES CIEUX, DESCENDS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ROI DES CIEUX, VIENS POUR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TIENDRA DEVANT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CAR TON NOM PUISSANT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REND TRIOMPHANT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ROI DES CIEUX, DESCENDS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SOMMES ENFANTS DE TA GRÂCE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SAUVÉS POUR TA GLOIRE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CRIONS JÉSUS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NOS CŒURS TE SUIVENT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QUE CHACUN ADMIRE TA GRANDEUR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ROI DES CIEUX, DESCENDS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ROI DES CIEUX, DESCENDS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47</Words>
  <Application>Microsoft Office PowerPoint</Application>
  <PresentationFormat>On-screen Show (4:3)</PresentationFormat>
  <Paragraphs>27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Family_01</cp:lastModifiedBy>
  <cp:revision>63</cp:revision>
  <dcterms:created xsi:type="dcterms:W3CDTF">2002-08-17T12:16:38Z</dcterms:created>
  <dcterms:modified xsi:type="dcterms:W3CDTF">2014-05-24T05:56:01Z</dcterms:modified>
</cp:coreProperties>
</file>