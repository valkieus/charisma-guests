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6" r:id="rId5"/>
    <p:sldId id="267" r:id="rId6"/>
    <p:sldId id="268" r:id="rId7"/>
    <p:sldId id="269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1" d="100"/>
          <a:sy n="111" d="100"/>
        </p:scale>
        <p:origin x="-81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781E235-7CB2-45E8-9BDE-23C9758AE623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6D104B-BD90-4FAB-91E3-BD40D6188DB0}" type="slidenum">
              <a:rPr lang="fr-FR"/>
              <a:pPr/>
              <a:t>1</a:t>
            </a:fld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28380FD-09EB-4DC1-B863-C1C66622EC53}" type="slidenum">
              <a:rPr lang="fr-FR" sz="1200"/>
              <a:pPr algn="r"/>
              <a:t>2</a:t>
            </a:fld>
            <a:endParaRPr lang="fr-FR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1BE82F1-9C50-4DE6-BA8F-F32BF357DAD6}" type="slidenum">
              <a:rPr lang="fr-FR" sz="1200"/>
              <a:pPr algn="r"/>
              <a:t>3</a:t>
            </a:fld>
            <a:endParaRPr lang="fr-FR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81E44A0-2036-49F0-A4C1-84BD2D436402}" type="slidenum">
              <a:rPr lang="fr-FR" sz="1200"/>
              <a:pPr algn="r"/>
              <a:t>4</a:t>
            </a:fld>
            <a:endParaRPr lang="fr-FR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F7D0D9B-3E3D-4037-9945-49A023B57988}" type="slidenum">
              <a:rPr lang="fr-FR" sz="1200"/>
              <a:pPr algn="r"/>
              <a:t>5</a:t>
            </a:fld>
            <a:endParaRPr lang="fr-FR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B754E8-DFCF-450D-90C2-22EEBD855676}" type="slidenum">
              <a:rPr lang="fr-FR" sz="1200"/>
              <a:pPr algn="r"/>
              <a:t>6</a:t>
            </a:fld>
            <a:endParaRPr lang="fr-FR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6CCD916-1518-4F20-9E68-789322C4254B}" type="slidenum">
              <a:rPr lang="fr-FR" sz="1200"/>
              <a:pPr algn="r"/>
              <a:t>7</a:t>
            </a:fld>
            <a:endParaRPr lang="fr-FR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A89B84-6F21-4F28-B3FC-F8E2B823E09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16295A-53BE-47C8-A880-ACC98134ADC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8B8067-4780-46C7-94C9-0A49438410D8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7BFE0F-4703-4E14-BF0D-804A5317C35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809716-2FDB-4DA1-B8E3-D6A9E960165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7AF191-74A5-4CF0-A638-C351A906397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A0C1E1-9E36-48B7-99FD-8134B5F57E7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3F0CEB-BCE9-4FD2-A8B6-ADB551A6273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E2136-04E9-4669-948C-A753E52B5E51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F47AF4-519E-4A6D-953D-FD0FCB2D812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E433-5E62-4653-B1E7-0E4110D6DE7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6F9F722-99EB-48E6-913F-CE2540410AAA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RIEN N’A PLUS DE SPLENDEUR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QUE L’ÉCLAT DE TON AMOUR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IL N’Y A POINT D’OMBRE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EN TA PRÉSENCE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QUI PEUT VRAIMENT OSER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 TENIR DEVANT LE TRÔNE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DEVANT TA FACE, Ô ÉTERNEL</a:t>
            </a:r>
          </a:p>
          <a:p>
            <a:pPr algn="ctr">
              <a:lnSpc>
                <a:spcPct val="110000"/>
              </a:lnSpc>
            </a:pPr>
            <a:endParaRPr lang="fr-FR" sz="14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MAIS C’EST PAR TA GRÂCE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ET C’EST PAR TON SANG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Ô JÉSUS QUE JE VIENS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J’ÉLÈVE UN CHANT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COMME UNE OFFRANDE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VERS TOI 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NUL NE MÉRITE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CES LOUANGES ICI-BAS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REÇOIS L’HONNEUR ET LA GLOIRE QUI T’ES DUE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REÇOIS MON OFFRANDE, Ô JÉSUS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REÇOIS MON OFFRANDE, Ô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MAIS C’EST PAR TA GRÂCE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ET C’EST PAR TON SANG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Ô JÉSUS QUE JE VIENS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J’ÉLÈVE UNE OFFRANDE VERS TOI 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VERS TOI 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J’ÉLÈVE UNE OFFRANDE VERS TOI OH 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JÉSUS MON ROI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I BRING AN OFFERING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OF WORSHIP TO MY KING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NO ONE ON EARTH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DESERVES THE PRAISES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THAT I SING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JESUS MAY YOU RECEIVE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THE HONOR THAT YOU'RE DUE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 LORD I BRING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AN OFFERING TO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I BRING AN OFFERING TO YOU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OVER THE SKIES OF BETHLEHEM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APPEARED A STAR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WHILE ANGELS SANG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TO LOWLY SHEPHERDS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THREE WISE MEN SEEKING TRUTH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TRAVELLED FROM AFAR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HOPING TO FIND THE CHILD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FROM HEAVEN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FALLING ON THEIR KNEES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THEY BOWED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BEFORE THE HUMBLE PRINCE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OF PEACE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THE SUN CANNOT COMPARE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TO THE GLORY OF YOUR LOVE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THERE IS NO SHADOW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IN YOUR PRESENCE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NO MORTAL MAN WOULD DARE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TO STAND BEFORE YOUR THRONE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BEFORE THE HOLY ONE OF HEAVEN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IT'S ONLY BY YOUR BLOOD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AND IT'S ONLY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THROUGH YOUR MERCY</a:t>
            </a:r>
            <a:br>
              <a:rPr lang="fr-FR" sz="34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400">
                <a:solidFill>
                  <a:schemeClr val="bg1"/>
                </a:solidFill>
                <a:latin typeface="Arial Black" pitchFamily="-110" charset="0"/>
              </a:rPr>
              <a:t>LORD I COME</a:t>
            </a:r>
          </a:p>
          <a:p>
            <a:pPr algn="ctr">
              <a:lnSpc>
                <a:spcPct val="110000"/>
              </a:lnSpc>
            </a:pPr>
            <a:endParaRPr lang="fr-FR" sz="34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282</Words>
  <Application>Microsoft PowerPoint</Application>
  <PresentationFormat>On-screen Show (4:3)</PresentationFormat>
  <Paragraphs>59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Times New Roman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Geraldy Badeau</cp:lastModifiedBy>
  <cp:revision>88</cp:revision>
  <dcterms:created xsi:type="dcterms:W3CDTF">2002-08-17T09:53:17Z</dcterms:created>
  <dcterms:modified xsi:type="dcterms:W3CDTF">2009-07-11T20:44:09Z</dcterms:modified>
</cp:coreProperties>
</file>