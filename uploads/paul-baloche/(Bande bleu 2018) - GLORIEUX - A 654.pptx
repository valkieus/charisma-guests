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19430" autoAdjust="0"/>
    <p:restoredTop sz="78372" autoAdjust="0"/>
  </p:normalViewPr>
  <p:slideViewPr>
    <p:cSldViewPr>
      <p:cViewPr varScale="1">
        <p:scale>
          <a:sx n="71" d="100"/>
          <a:sy n="71" d="100"/>
        </p:scale>
        <p:origin x="-20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785738B-21D3-4F65-BF9C-0DBDEECABAC8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9097843-365D-4E53-945E-7CB1D1B7100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MIRACULEUX MYSTÈRE LA CROIX PARLE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DU SAUVEUR DE L’UNIVERS VICTORIEUX ET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DERRIÈRE CETTE PIERRE SE TIENT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MIRACULEUX MYSTÈRE LA CROIX PARLE ENCORE</a:t>
            </a:r>
          </a:p>
          <a:p>
            <a:r>
              <a:rPr lang="fr-FR" smtClean="0"/>
              <a:t>2-  DU SAUVEUR DE L’UNIVERS VICTORIEUX ET FORT</a:t>
            </a:r>
          </a:p>
          <a:p>
            <a:r>
              <a:rPr lang="fr-FR" smtClean="0"/>
              <a:t>3-  QUI POUVAIT COMME JÉSUS SAUVER CETTE TERRE</a:t>
            </a:r>
            <a:br>
              <a:rPr lang="fr-FR" smtClean="0"/>
            </a:br>
            <a:r>
              <a:rPr lang="fr-FR" smtClean="0"/>
              <a:t>4-  CAR LUI SEUL A VAINCU LA PUISSANCE DE L’ENFER</a:t>
            </a:r>
          </a:p>
          <a:p>
            <a:endParaRPr lang="fr-FR" smtClean="0"/>
          </a:p>
          <a:p>
            <a:r>
              <a:rPr lang="fr-FR" smtClean="0"/>
              <a:t>     	5-  GLORIEUX MES YEUX ONT VU LA GLOIRE DU SEIGNEUR</a:t>
            </a:r>
            <a:br>
              <a:rPr lang="fr-FR" smtClean="0"/>
            </a:br>
            <a:r>
              <a:rPr lang="fr-FR" smtClean="0"/>
              <a:t>     	6-  GLORIEUX LES ROIS DE LA TERRE VERRONT SA SPLENDEUR</a:t>
            </a:r>
          </a:p>
          <a:p>
            <a:r>
              <a:rPr lang="fr-FR" smtClean="0"/>
              <a:t>     	7-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ET DERRIÈRE CETTE PIERRE SE TIENT LE SEIGNEUR</a:t>
            </a:r>
          </a:p>
          <a:p>
            <a:r>
              <a:rPr lang="fr-FR" smtClean="0"/>
              <a:t>9-  LE DIEU VIVANT ET SAINT-PÈRE LE BERGER DE MON CŒUR</a:t>
            </a:r>
            <a:br>
              <a:rPr lang="fr-FR" smtClean="0"/>
            </a:br>
            <a:r>
              <a:rPr lang="fr-FR" smtClean="0"/>
              <a:t>10-  SOUVERAIN POUR TOUJOURS QUI EST COMME LUI</a:t>
            </a:r>
            <a:br>
              <a:rPr lang="fr-FR" smtClean="0"/>
            </a:br>
            <a:r>
              <a:rPr lang="fr-FR" smtClean="0"/>
              <a:t>11-  L’ESPOIR DE SON RETOUR ECLAIRE NOS VIES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12-  GLORIEUX MES YEUX ONT VU LA GLOIRE DU SEIGNEUR</a:t>
            </a:r>
            <a:br>
              <a:rPr lang="fr-FR" smtClean="0"/>
            </a:br>
            <a:r>
              <a:rPr lang="fr-FR" smtClean="0"/>
              <a:t>     	13-  GLORIEUX LES ROIS DE LA TERRE VERRONT SA SPLENDEUR</a:t>
            </a:r>
          </a:p>
          <a:p>
            <a:r>
              <a:rPr lang="fr-FR" smtClean="0"/>
              <a:t>     	14-  GLORIEUX, GLORIEUX, GLORIEUX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   	15-  OH, OH,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E0632-3A3C-4FAC-B859-89713F00A6A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AAC2D-DF00-4D7E-BFCC-30484B99C2E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0EDE1-95E6-46F3-A057-897495F1FA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78D89E-224E-46CD-B6D0-7891023545A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0FDEA-B5ED-4D59-8CA4-B831EEBEDB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79689-8F2A-4BAC-A1FE-7078EB4664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F2DED-D4FC-4DFB-B70F-E8BE0FE493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60595-CF1A-4302-A8B8-5E1F0F0711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58F52-181B-40ED-8C05-EEF343EC7C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A8F85-BC4F-4175-B5B0-46D5C045752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F1AF-D84D-4DA9-93B0-C8220EF2A58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538B141-6C35-41BD-9A9E-77C7A9C321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MIRACULEUX MYSTÈRE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CROIX PARLE ENCORE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SAUVEUR DE L’UNIVERS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VICTORIEUX ET FORT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POUVAIT COMME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SAUVER CETTE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LUI SEUL A VAINCU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PUISSANCE DE L’ENFER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 MES YEUX ONT VU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 LES ROIS DE LA TERRE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VERRONT SA SPLENDEUR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GLORIEUX, GLORIEUX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DERRIÈRE CETTE PIERRE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TIENT LE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DIEU VIVANT ET SAINT-PÈRE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BERGER DE MON CŒUR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SOUVERAIN POUR TOUJOURS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COMME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 DE SON RETOUR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ECLAIRE NOS VIES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 MES YEUX ONT VU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 LES ROIS DE LA TERRE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VERRONT SA SPLENDEUR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GLORIEUX, GLORIEUX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758</Words>
  <Application>Microsoft PowerPoint</Application>
  <PresentationFormat>Affichage à l'écran (4:3)</PresentationFormat>
  <Paragraphs>345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MIRACULEUX MYSTÈRE LA CROIX PARLE ENCORE</vt:lpstr>
      <vt:lpstr>DU SAUVEUR DE L’UNIVERS VICTORIEUX ET FORT</vt:lpstr>
      <vt:lpstr>QUI POUVAIT COMME JÉSUS SAUVER CETTE TERRE </vt:lpstr>
      <vt:lpstr>CAR LUI SEUL A VAINCU LA PUISSANCE DE L’ENFER</vt:lpstr>
      <vt:lpstr>GLORIEUX MES YEUX ONT VU LA GLOIRE DU SEIGNEUR </vt:lpstr>
      <vt:lpstr>GLORIEUX LES ROIS DE LA TERRE  VERRONT SA SPLENDEUR</vt:lpstr>
      <vt:lpstr>GLORIEUX, GLORIEUX, GLORIEUX </vt:lpstr>
      <vt:lpstr>ET DERRIÈRE CETTE PIERRE SE TIENT LE SEIGNEUR</vt:lpstr>
      <vt:lpstr>LE DIEU VIVANT ET SAINT-PÈRE LE BERGER DE MON CŒUR </vt:lpstr>
      <vt:lpstr>SOUVERAIN POUR TOUJOURS QUI EST COMME LUI  </vt:lpstr>
      <vt:lpstr>L’ESPOIR DE SON RETOUR ECLAIRE NOS VIES </vt:lpstr>
      <vt:lpstr>GLORIEUX MES YEUX ONT VU LA GLOIRE DU SEIGNEUR </vt:lpstr>
      <vt:lpstr>GLORIEUX LES ROIS DE LA TERRE  VERRONT SA SPLENDEUR</vt:lpstr>
      <vt:lpstr>GLORIEUX, GLORIEUX, GLORIEUX </vt:lpstr>
      <vt:lpstr>OH, OH, OH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74</cp:revision>
  <dcterms:created xsi:type="dcterms:W3CDTF">2002-08-17T10:50:50Z</dcterms:created>
  <dcterms:modified xsi:type="dcterms:W3CDTF">2018-10-20T00:50:01Z</dcterms:modified>
</cp:coreProperties>
</file>