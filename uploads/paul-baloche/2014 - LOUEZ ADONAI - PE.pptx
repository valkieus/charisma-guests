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-126" y="-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DDD0230-83B1-44A5-9004-7432E6FF5E2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6F0F70-1130-4945-B559-070822713897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EE91A8-4143-45D4-BE7A-9205F2C5AC80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BECD00-FA8B-46C2-92F6-9DCA04203843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A10FC-64A5-4403-B1F1-85FAD8B10D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E52B4-B517-4DEE-8B42-8E610F3B92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CFB8B-FFD0-4071-980E-6A506FFB98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69246-5342-4AFC-AC24-DEE2BCB04F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B749B-E8FE-4E3E-94E3-1A5BF88AE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7BAD9-22CF-42C5-909F-4F226BC699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F191D-B80C-4D91-BB48-4AD60E8AB5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0EC20-57F0-4D5B-BD63-EE2EB46987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5611C-B294-494D-893C-98A949D0F7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A670D-4C08-4444-BA52-C52230D850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FD1CF-5178-42E5-9250-17CEE2A002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3D7391B-6AA7-43E1-8DBF-588D5F11BD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EST SEMBLABLE AU LION À L’AGNEAU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ASSIS SUR LE TRÔNE?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MONTS S’INCLINENT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L’OCÉAN RUGIT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DEVANT LE SEIGNEUR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LOUEZ ADONAÏ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DU LEVER DU SOLEIL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JUSQU’À LA FIN DU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LOUEZ ADONAÏ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LES NATIONS DU MONDE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TOUS LES ANGES ET TOUS LES SAINTS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TE LOUENT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EST SEMBLABLE AU LION À L’AGNEAU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ASSIS SUR LE TRÔNE?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MONTS S’INCLINENT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L’OCÉAN RUGIT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DEVANT LE SEIGNEUR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LOUEZ ADONAÏ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DU LEVER DU SOLEIL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JUSQU’À LA FIN DU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LOUEZ ADONAÏ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LES NATIONS DU MONDE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TOUS LES ANGES ET TOUS LES SAINTS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TE LOUENT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LOUEZ ADONAÏ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DU LEVER DU SOLEIL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JUSQU’À LA FIN DU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LOUEZ ADONAÏ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LES NATIONS DU MONDE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TOUS LES ANGES ET TOUS LES SAINTS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TE LOUENT ADONAÏ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DU LEVER DU SOLEIL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JUSQU’À LA FIN DU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LOUEZ ADONAÏ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LES NATIONS DU MONDE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TOUS LES ANGES ET TOUS LES SAINTS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TE LOUENT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43</Words>
  <Application>Microsoft Office PowerPoint</Application>
  <PresentationFormat>On-screen Show (4:3)</PresentationFormat>
  <Paragraphs>46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Herve</cp:lastModifiedBy>
  <cp:revision>63</cp:revision>
  <dcterms:created xsi:type="dcterms:W3CDTF">2002-08-17T12:16:38Z</dcterms:created>
  <dcterms:modified xsi:type="dcterms:W3CDTF">2014-05-24T09:13:39Z</dcterms:modified>
</cp:coreProperties>
</file>