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3" r:id="rId3"/>
    <p:sldId id="257" r:id="rId4"/>
    <p:sldId id="274" r:id="rId5"/>
    <p:sldId id="264" r:id="rId6"/>
    <p:sldId id="258" r:id="rId7"/>
    <p:sldId id="269" r:id="rId8"/>
    <p:sldId id="270" r:id="rId9"/>
    <p:sldId id="267" r:id="rId10"/>
    <p:sldId id="271" r:id="rId11"/>
    <p:sldId id="272" r:id="rId12"/>
    <p:sldId id="273" r:id="rId13"/>
    <p:sldId id="275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2397" autoAdjust="0"/>
    <p:restoredTop sz="60518" autoAdjust="0"/>
  </p:normalViewPr>
  <p:slideViewPr>
    <p:cSldViewPr>
      <p:cViewPr varScale="1">
        <p:scale>
          <a:sx n="54" d="100"/>
          <a:sy n="54" d="100"/>
        </p:scale>
        <p:origin x="-182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0C644E4-0D6A-4919-B41C-F1A841B87D32}" type="datetimeFigureOut">
              <a:rPr lang="fr-FR"/>
              <a:pPr>
                <a:defRPr/>
              </a:pPr>
              <a:t>20/10/2018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296F3A1-2D33-4A4D-BC03-BB7B61FBA93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OUVRE LES YEUX DE MON CŒUR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VEUX TE VOIR SEIGNEUR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POUR TE VOIR ÉLEVÉ,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BRILLER DANS LA LUMIÈRE DE TA GLOIRE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VERSE TA PUISSANCE, TON AMOUR NOUS CRIONS SAINT, SAINT, SAINT                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SAINT, SAINT, SAINT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JE VEUX TE VOIR SEIGNEUR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VEUX TE TOUCHER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PARDON, PARDON, PARDON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TOUCHE LES YEUX DE MON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VEUX VOIR PLUS CLAIR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LIBRE, LIBRE, JE SUIS LIBRE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JE VEUX T’ADORER SEIGNEUR</a:t>
            </a:r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YEUX DE MON CŒUR  X2</a:t>
            </a:r>
          </a:p>
          <a:p>
            <a:r>
              <a:rPr lang="fr-FR" smtClean="0"/>
              <a:t>2-  JE VEUX TE VOIR SEIGNEUR  X2</a:t>
            </a:r>
          </a:p>
          <a:p>
            <a:endParaRPr lang="fr-FR" smtClean="0"/>
          </a:p>
          <a:p>
            <a:r>
              <a:rPr lang="fr-FR" smtClean="0"/>
              <a:t>	3-  POUR TE VOIR ÉLEVÉ, SEIGNEUR </a:t>
            </a:r>
          </a:p>
          <a:p>
            <a:r>
              <a:rPr lang="fr-FR" smtClean="0"/>
              <a:t>	4-  BRILLER DANS LA LUMIÈRE DE TA GLOIRE </a:t>
            </a:r>
          </a:p>
          <a:p>
            <a:r>
              <a:rPr lang="fr-FR" smtClean="0"/>
              <a:t>	5-  VERSE TA PUISSANCE, TON AMOUR NOUS CRIONS SAINT, SAINT, SAINT                   X2</a:t>
            </a:r>
          </a:p>
          <a:p>
            <a:endParaRPr lang="fr-FR" smtClean="0"/>
          </a:p>
          <a:p>
            <a:r>
              <a:rPr lang="fr-FR" smtClean="0"/>
              <a:t>6-  SAINT, SAINT, SAINT</a:t>
            </a:r>
          </a:p>
          <a:p>
            <a:r>
              <a:rPr lang="fr-FR" smtClean="0"/>
              <a:t>7-  JE VEUX TE VOIR SEIGNEUR  (BOUCLE)</a:t>
            </a:r>
          </a:p>
          <a:p>
            <a:endParaRPr lang="fr-FR" smtClean="0"/>
          </a:p>
          <a:p>
            <a:r>
              <a:rPr lang="fr-FR" smtClean="0"/>
              <a:t>8-  JE VEUX TE TOUCHER SEIGNEUR </a:t>
            </a:r>
          </a:p>
          <a:p>
            <a:endParaRPr lang="fr-FR" smtClean="0"/>
          </a:p>
          <a:p>
            <a:r>
              <a:rPr lang="fr-FR" smtClean="0"/>
              <a:t>9-  PARDON, PARDON, PARDON</a:t>
            </a:r>
          </a:p>
          <a:p>
            <a:endParaRPr lang="fr-FR" smtClean="0"/>
          </a:p>
          <a:p>
            <a:r>
              <a:rPr lang="fr-FR" smtClean="0"/>
              <a:t>10-  TOUCHE LES YEUX DE MON CŒUR</a:t>
            </a:r>
          </a:p>
          <a:p>
            <a:endParaRPr lang="fr-FR" smtClean="0"/>
          </a:p>
          <a:p>
            <a:r>
              <a:rPr lang="fr-FR" smtClean="0"/>
              <a:t>11-  JE VEUX VOIR PLUS CLAIR </a:t>
            </a:r>
          </a:p>
          <a:p>
            <a:endParaRPr lang="fr-FR" smtClean="0"/>
          </a:p>
          <a:p>
            <a:r>
              <a:rPr lang="fr-FR" smtClean="0"/>
              <a:t>12-  LIBRE, LIBRE, JE SUIS LIBRE SEIGNEUR</a:t>
            </a:r>
          </a:p>
          <a:p>
            <a:endParaRPr lang="fr-FR" smtClean="0"/>
          </a:p>
          <a:p>
            <a:r>
              <a:rPr lang="fr-FR" smtClean="0"/>
              <a:t>13- JE VEUX T’ADORER SEIGNEUR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OUVRE LES YEUX DE MON CŒUR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VEUX TE VOIR SEIGNEUR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POUR TE VOIR ÉLEVÉ,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BRILLER DANS LA LUMIÈRE DE TA GLOIRE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VERSE TA PUISSANCE, TON AMOUR NOUS CRIONS SAINT, SAINT, SAINT                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SAINT, SAINT, SAINT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JE VEUX TE VOIR SEIGNEUR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VEUX TE TOUCHER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PARDON, PARDON, PARDON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TOUCHE LES YEUX DE MON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VEUX VOIR PLUS CLAIR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LIBRE, LIBRE, JE SUIS LIBRE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JE VEUX T’ADORER SEIGNEUR</a:t>
            </a:r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YEUX DE MON CŒUR  X2</a:t>
            </a:r>
          </a:p>
          <a:p>
            <a:r>
              <a:rPr lang="fr-FR" smtClean="0"/>
              <a:t>2-  JE VEUX TE VOIR SEIGNEUR  X2</a:t>
            </a:r>
          </a:p>
          <a:p>
            <a:endParaRPr lang="fr-FR" smtClean="0"/>
          </a:p>
          <a:p>
            <a:r>
              <a:rPr lang="fr-FR" smtClean="0"/>
              <a:t>	3-  POUR TE VOIR ÉLEVÉ, SEIGNEUR </a:t>
            </a:r>
          </a:p>
          <a:p>
            <a:r>
              <a:rPr lang="fr-FR" smtClean="0"/>
              <a:t>	4-  BRILLER DANS LA LUMIÈRE DE TA GLOIRE </a:t>
            </a:r>
          </a:p>
          <a:p>
            <a:r>
              <a:rPr lang="fr-FR" smtClean="0"/>
              <a:t>	5-  VERSE TA PUISSANCE, TON AMOUR NOUS CRIONS SAINT, SAINT, SAINT                   X2</a:t>
            </a:r>
          </a:p>
          <a:p>
            <a:endParaRPr lang="fr-FR" smtClean="0"/>
          </a:p>
          <a:p>
            <a:r>
              <a:rPr lang="fr-FR" smtClean="0"/>
              <a:t>6-  SAINT, SAINT, SAINT</a:t>
            </a:r>
          </a:p>
          <a:p>
            <a:r>
              <a:rPr lang="fr-FR" smtClean="0"/>
              <a:t>7-  JE VEUX TE VOIR SEIGNEUR  (BOUCLE)</a:t>
            </a:r>
          </a:p>
          <a:p>
            <a:endParaRPr lang="fr-FR" smtClean="0"/>
          </a:p>
          <a:p>
            <a:r>
              <a:rPr lang="fr-FR" smtClean="0"/>
              <a:t>8-  JE VEUX TE TOUCHER SEIGNEUR </a:t>
            </a:r>
          </a:p>
          <a:p>
            <a:endParaRPr lang="fr-FR" smtClean="0"/>
          </a:p>
          <a:p>
            <a:r>
              <a:rPr lang="fr-FR" smtClean="0"/>
              <a:t>9-  PARDON, PARDON, PARDON</a:t>
            </a:r>
          </a:p>
          <a:p>
            <a:endParaRPr lang="fr-FR" smtClean="0"/>
          </a:p>
          <a:p>
            <a:r>
              <a:rPr lang="fr-FR" smtClean="0"/>
              <a:t>10-  TOUCHE LES YEUX DE MON CŒUR</a:t>
            </a:r>
          </a:p>
          <a:p>
            <a:endParaRPr lang="fr-FR" smtClean="0"/>
          </a:p>
          <a:p>
            <a:r>
              <a:rPr lang="fr-FR" smtClean="0"/>
              <a:t>11-  JE VEUX VOIR PLUS CLAIR </a:t>
            </a:r>
          </a:p>
          <a:p>
            <a:endParaRPr lang="fr-FR" smtClean="0"/>
          </a:p>
          <a:p>
            <a:r>
              <a:rPr lang="fr-FR" smtClean="0"/>
              <a:t>12-  LIBRE, LIBRE, JE SUIS LIBRE SEIGNEUR</a:t>
            </a:r>
          </a:p>
          <a:p>
            <a:endParaRPr lang="fr-FR" smtClean="0"/>
          </a:p>
          <a:p>
            <a:r>
              <a:rPr lang="fr-FR" smtClean="0"/>
              <a:t>13- JE VEUX T’ADORER SEIGNEUR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OUVRE LES YEUX DE MON CŒUR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VEUX TE VOIR SEIGNEUR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POUR TE VOIR ÉLEVÉ,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BRILLER DANS LA LUMIÈRE DE TA GLOIRE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VERSE TA PUISSANCE, TON AMOUR NOUS CRIONS SAINT, SAINT, SAINT                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SAINT, SAINT, SAINT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JE VEUX TE VOIR SEIGNEUR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VEUX TE TOUCHER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PARDON, PARDON, PARDON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TOUCHE LES YEUX DE MON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VEUX VOIR PLUS CLAIR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LIBRE, LIBRE, JE SUIS LIBRE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JE VEUX T’ADORER SEIGNEUR</a:t>
            </a:r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YEUX DE MON CŒUR  X2</a:t>
            </a:r>
          </a:p>
          <a:p>
            <a:r>
              <a:rPr lang="fr-FR" smtClean="0"/>
              <a:t>2-  JE VEUX TE VOIR SEIGNEUR  X2</a:t>
            </a:r>
          </a:p>
          <a:p>
            <a:endParaRPr lang="fr-FR" smtClean="0"/>
          </a:p>
          <a:p>
            <a:r>
              <a:rPr lang="fr-FR" smtClean="0"/>
              <a:t>	3-  POUR TE VOIR ÉLEVÉ, SEIGNEUR </a:t>
            </a:r>
          </a:p>
          <a:p>
            <a:r>
              <a:rPr lang="fr-FR" smtClean="0"/>
              <a:t>	4-  BRILLER DANS LA LUMIÈRE DE TA GLOIRE </a:t>
            </a:r>
          </a:p>
          <a:p>
            <a:r>
              <a:rPr lang="fr-FR" smtClean="0"/>
              <a:t>	5-  VERSE TA PUISSANCE, TON AMOUR NOUS CRIONS SAINT, SAINT, SAINT                   X2</a:t>
            </a:r>
          </a:p>
          <a:p>
            <a:endParaRPr lang="fr-FR" smtClean="0"/>
          </a:p>
          <a:p>
            <a:r>
              <a:rPr lang="fr-FR" smtClean="0"/>
              <a:t>6-  SAINT, SAINT, SAINT</a:t>
            </a:r>
          </a:p>
          <a:p>
            <a:r>
              <a:rPr lang="fr-FR" smtClean="0"/>
              <a:t>7-  JE VEUX TE VOIR SEIGNEUR  (BOUCLE)</a:t>
            </a:r>
          </a:p>
          <a:p>
            <a:endParaRPr lang="fr-FR" smtClean="0"/>
          </a:p>
          <a:p>
            <a:r>
              <a:rPr lang="fr-FR" smtClean="0"/>
              <a:t>8-  JE VEUX TE TOUCHER SEIGNEUR </a:t>
            </a:r>
          </a:p>
          <a:p>
            <a:endParaRPr lang="fr-FR" smtClean="0"/>
          </a:p>
          <a:p>
            <a:r>
              <a:rPr lang="fr-FR" smtClean="0"/>
              <a:t>9-  PARDON, PARDON, PARDON</a:t>
            </a:r>
          </a:p>
          <a:p>
            <a:endParaRPr lang="fr-FR" smtClean="0"/>
          </a:p>
          <a:p>
            <a:r>
              <a:rPr lang="fr-FR" smtClean="0"/>
              <a:t>10-  TOUCHE LES YEUX DE MON CŒUR</a:t>
            </a:r>
          </a:p>
          <a:p>
            <a:endParaRPr lang="fr-FR" smtClean="0"/>
          </a:p>
          <a:p>
            <a:r>
              <a:rPr lang="fr-FR" smtClean="0"/>
              <a:t>11-  JE VEUX VOIR PLUS CLAIR </a:t>
            </a:r>
          </a:p>
          <a:p>
            <a:endParaRPr lang="fr-FR" smtClean="0"/>
          </a:p>
          <a:p>
            <a:r>
              <a:rPr lang="fr-FR" smtClean="0"/>
              <a:t>12-  LIBRE, LIBRE, JE SUIS LIBRE SEIGNEUR</a:t>
            </a:r>
          </a:p>
          <a:p>
            <a:endParaRPr lang="fr-FR" smtClean="0"/>
          </a:p>
          <a:p>
            <a:r>
              <a:rPr lang="fr-FR" smtClean="0"/>
              <a:t>13- JE VEUX T’ADORER SEIGNEUR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OUVRE LES YEUX DE MON CŒUR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VEUX TE VOIR SEIGNEUR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POUR TE VOIR ÉLEVÉ,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BRILLER DANS LA LUMIÈRE DE TA GLOIRE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VERSE TA PUISSANCE, TON AMOUR NOUS CRIONS SAINT, SAINT, SAINT                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SAINT, SAINT, SAINT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JE VEUX TE VOIR SEIGNEUR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VEUX TE TOUCHER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PARDON, PARDON, PARDON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TOUCHE LES YEUX DE MON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VEUX VOIR PLUS CLAIR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LIBRE, LIBRE, JE SUIS LIBRE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JE VEUX T’ADORER SEIGNEUR</a:t>
            </a:r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YEUX DE MON CŒUR  X2</a:t>
            </a:r>
          </a:p>
          <a:p>
            <a:r>
              <a:rPr lang="fr-FR" smtClean="0"/>
              <a:t>2-  JE VEUX TE VOIR SEIGNEUR  X2</a:t>
            </a:r>
          </a:p>
          <a:p>
            <a:endParaRPr lang="fr-FR" smtClean="0"/>
          </a:p>
          <a:p>
            <a:r>
              <a:rPr lang="fr-FR" smtClean="0"/>
              <a:t>	3-  POUR TE VOIR ÉLEVÉ, SEIGNEUR </a:t>
            </a:r>
          </a:p>
          <a:p>
            <a:r>
              <a:rPr lang="fr-FR" smtClean="0"/>
              <a:t>	4-  BRILLER DANS LA LUMIÈRE DE TA GLOIRE </a:t>
            </a:r>
          </a:p>
          <a:p>
            <a:r>
              <a:rPr lang="fr-FR" smtClean="0"/>
              <a:t>	5-  VERSE TA PUISSANCE, TON AMOUR NOUS CRIONS SAINT, SAINT, SAINT                   X2</a:t>
            </a:r>
          </a:p>
          <a:p>
            <a:endParaRPr lang="fr-FR" smtClean="0"/>
          </a:p>
          <a:p>
            <a:r>
              <a:rPr lang="fr-FR" smtClean="0"/>
              <a:t>6-  SAINT, SAINT, SAINT</a:t>
            </a:r>
          </a:p>
          <a:p>
            <a:r>
              <a:rPr lang="fr-FR" smtClean="0"/>
              <a:t>7-  JE VEUX TE VOIR SEIGNEUR  (BOUCLE)</a:t>
            </a:r>
          </a:p>
          <a:p>
            <a:endParaRPr lang="fr-FR" smtClean="0"/>
          </a:p>
          <a:p>
            <a:r>
              <a:rPr lang="fr-FR" smtClean="0"/>
              <a:t>8-  JE VEUX TE TOUCHER SEIGNEUR </a:t>
            </a:r>
          </a:p>
          <a:p>
            <a:endParaRPr lang="fr-FR" smtClean="0"/>
          </a:p>
          <a:p>
            <a:r>
              <a:rPr lang="fr-FR" smtClean="0"/>
              <a:t>9-  PARDON, PARDON, PARDON</a:t>
            </a:r>
          </a:p>
          <a:p>
            <a:endParaRPr lang="fr-FR" smtClean="0"/>
          </a:p>
          <a:p>
            <a:r>
              <a:rPr lang="fr-FR" smtClean="0"/>
              <a:t>10-  TOUCHE LES YEUX DE MON CŒUR</a:t>
            </a:r>
          </a:p>
          <a:p>
            <a:endParaRPr lang="fr-FR" smtClean="0"/>
          </a:p>
          <a:p>
            <a:r>
              <a:rPr lang="fr-FR" smtClean="0"/>
              <a:t>11-  JE VEUX VOIR PLUS CLAIR </a:t>
            </a:r>
          </a:p>
          <a:p>
            <a:endParaRPr lang="fr-FR" smtClean="0"/>
          </a:p>
          <a:p>
            <a:r>
              <a:rPr lang="fr-FR" smtClean="0"/>
              <a:t>12-  LIBRE, LIBRE, JE SUIS LIBRE SEIGNEUR</a:t>
            </a:r>
          </a:p>
          <a:p>
            <a:endParaRPr lang="fr-FR" smtClean="0"/>
          </a:p>
          <a:p>
            <a:r>
              <a:rPr lang="fr-FR" smtClean="0"/>
              <a:t>13- JE VEUX T’ADORER SEIGNEUR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OUVRE LES YEUX DE MON CŒUR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VEUX TE VOIR SEIGNEUR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POUR TE VOIR ÉLEVÉ,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BRILLER DANS LA LUMIÈRE DE TA GLOIRE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VERSE TA PUISSANCE, TON AMOUR NOUS CRIONS SAINT, SAINT, SAINT                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SAINT, SAINT, SAINT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JE VEUX TE VOIR SEIGNEUR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VEUX TE TOUCHER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PARDON, PARDON, PARDON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TOUCHE LES YEUX DE MON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VEUX VOIR PLUS CLAIR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LIBRE, LIBRE, JE SUIS LIBRE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JE VEUX T’ADORER SEIGNEUR</a:t>
            </a:r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YEUX DE MON CŒUR  X2</a:t>
            </a:r>
          </a:p>
          <a:p>
            <a:r>
              <a:rPr lang="fr-FR" smtClean="0"/>
              <a:t>2-  JE VEUX TE VOIR SEIGNEUR  X2</a:t>
            </a:r>
          </a:p>
          <a:p>
            <a:endParaRPr lang="fr-FR" smtClean="0"/>
          </a:p>
          <a:p>
            <a:r>
              <a:rPr lang="fr-FR" smtClean="0"/>
              <a:t>	3-  POUR TE VOIR ÉLEVÉ, SEIGNEUR </a:t>
            </a:r>
          </a:p>
          <a:p>
            <a:r>
              <a:rPr lang="fr-FR" smtClean="0"/>
              <a:t>	4-  BRILLER DANS LA LUMIÈRE DE TA GLOIRE </a:t>
            </a:r>
          </a:p>
          <a:p>
            <a:r>
              <a:rPr lang="fr-FR" smtClean="0"/>
              <a:t>	5-  VERSE TA PUISSANCE, TON AMOUR NOUS CRIONS SAINT, SAINT, SAINT                   X2</a:t>
            </a:r>
          </a:p>
          <a:p>
            <a:endParaRPr lang="fr-FR" smtClean="0"/>
          </a:p>
          <a:p>
            <a:r>
              <a:rPr lang="fr-FR" smtClean="0"/>
              <a:t>6-  SAINT, SAINT, SAINT</a:t>
            </a:r>
          </a:p>
          <a:p>
            <a:r>
              <a:rPr lang="fr-FR" smtClean="0"/>
              <a:t>7-  JE VEUX TE VOIR SEIGNEUR  (BOUCLE)</a:t>
            </a:r>
          </a:p>
          <a:p>
            <a:endParaRPr lang="fr-FR" smtClean="0"/>
          </a:p>
          <a:p>
            <a:r>
              <a:rPr lang="fr-FR" smtClean="0"/>
              <a:t>8-  JE VEUX TE TOUCHER SEIGNEUR </a:t>
            </a:r>
          </a:p>
          <a:p>
            <a:endParaRPr lang="fr-FR" smtClean="0"/>
          </a:p>
          <a:p>
            <a:r>
              <a:rPr lang="fr-FR" smtClean="0"/>
              <a:t>9-  PARDON, PARDON, PARDON</a:t>
            </a:r>
          </a:p>
          <a:p>
            <a:endParaRPr lang="fr-FR" smtClean="0"/>
          </a:p>
          <a:p>
            <a:r>
              <a:rPr lang="fr-FR" smtClean="0"/>
              <a:t>10-  TOUCHE LES YEUX DE MON CŒUR</a:t>
            </a:r>
          </a:p>
          <a:p>
            <a:endParaRPr lang="fr-FR" smtClean="0"/>
          </a:p>
          <a:p>
            <a:r>
              <a:rPr lang="fr-FR" smtClean="0"/>
              <a:t>11-  JE VEUX VOIR PLUS CLAIR </a:t>
            </a:r>
          </a:p>
          <a:p>
            <a:endParaRPr lang="fr-FR" smtClean="0"/>
          </a:p>
          <a:p>
            <a:r>
              <a:rPr lang="fr-FR" smtClean="0"/>
              <a:t>12-  LIBRE, LIBRE, JE SUIS LIBRE SEIGNEUR</a:t>
            </a:r>
          </a:p>
          <a:p>
            <a:endParaRPr lang="fr-FR" smtClean="0"/>
          </a:p>
          <a:p>
            <a:r>
              <a:rPr lang="fr-FR" smtClean="0"/>
              <a:t>13- JE VEUX T’ADORER SEIGNEUR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OUVRE LES YEUX DE MON CŒUR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VEUX TE VOIR SEIGNEUR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POUR TE VOIR ÉLEVÉ,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BRILLER DANS LA LUMIÈRE DE TA GLOIRE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VERSE TA PUISSANCE, TON AMOUR NOUS CRIONS SAINT, SAINT, SAINT                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SAINT, SAINT, SAINT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JE VEUX TE VOIR SEIGNEUR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VEUX TE TOUCHER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PARDON, PARDON, PARDON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TOUCHE LES YEUX DE MON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VEUX VOIR PLUS CLAIR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LIBRE, LIBRE, JE SUIS LIBRE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JE VEUX T’ADORER SEIGNEUR</a:t>
            </a:r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YEUX DE MON CŒUR  X2</a:t>
            </a:r>
          </a:p>
          <a:p>
            <a:r>
              <a:rPr lang="fr-FR" smtClean="0"/>
              <a:t>2-  JE VEUX TE VOIR SEIGNEUR  X2</a:t>
            </a:r>
          </a:p>
          <a:p>
            <a:endParaRPr lang="fr-FR" smtClean="0"/>
          </a:p>
          <a:p>
            <a:r>
              <a:rPr lang="fr-FR" smtClean="0"/>
              <a:t>	3-  POUR TE VOIR ÉLEVÉ, SEIGNEUR </a:t>
            </a:r>
          </a:p>
          <a:p>
            <a:r>
              <a:rPr lang="fr-FR" smtClean="0"/>
              <a:t>	4-  BRILLER DANS LA LUMIÈRE DE TA GLOIRE </a:t>
            </a:r>
          </a:p>
          <a:p>
            <a:r>
              <a:rPr lang="fr-FR" smtClean="0"/>
              <a:t>	5-  VERSE TA PUISSANCE, TON AMOUR NOUS CRIONS SAINT, SAINT, SAINT                   X2</a:t>
            </a:r>
          </a:p>
          <a:p>
            <a:endParaRPr lang="fr-FR" smtClean="0"/>
          </a:p>
          <a:p>
            <a:r>
              <a:rPr lang="fr-FR" smtClean="0"/>
              <a:t>6-  SAINT, SAINT, SAINT</a:t>
            </a:r>
          </a:p>
          <a:p>
            <a:r>
              <a:rPr lang="fr-FR" smtClean="0"/>
              <a:t>7-  JE VEUX TE VOIR SEIGNEUR  (BOUCLE)</a:t>
            </a:r>
          </a:p>
          <a:p>
            <a:endParaRPr lang="fr-FR" smtClean="0"/>
          </a:p>
          <a:p>
            <a:r>
              <a:rPr lang="fr-FR" smtClean="0"/>
              <a:t>8-  JE VEUX TE TOUCHER SEIGNEUR </a:t>
            </a:r>
          </a:p>
          <a:p>
            <a:endParaRPr lang="fr-FR" smtClean="0"/>
          </a:p>
          <a:p>
            <a:r>
              <a:rPr lang="fr-FR" smtClean="0"/>
              <a:t>9-  PARDON, PARDON, PARDON</a:t>
            </a:r>
          </a:p>
          <a:p>
            <a:endParaRPr lang="fr-FR" smtClean="0"/>
          </a:p>
          <a:p>
            <a:r>
              <a:rPr lang="fr-FR" smtClean="0"/>
              <a:t>10-  TOUCHE LES YEUX DE MON CŒUR</a:t>
            </a:r>
          </a:p>
          <a:p>
            <a:endParaRPr lang="fr-FR" smtClean="0"/>
          </a:p>
          <a:p>
            <a:r>
              <a:rPr lang="fr-FR" smtClean="0"/>
              <a:t>11-  JE VEUX VOIR PLUS CLAIR </a:t>
            </a:r>
          </a:p>
          <a:p>
            <a:endParaRPr lang="fr-FR" smtClean="0"/>
          </a:p>
          <a:p>
            <a:r>
              <a:rPr lang="fr-FR" smtClean="0"/>
              <a:t>12-  LIBRE, LIBRE, JE SUIS LIBRE SEIGNEUR</a:t>
            </a:r>
          </a:p>
          <a:p>
            <a:endParaRPr lang="fr-FR" smtClean="0"/>
          </a:p>
          <a:p>
            <a:r>
              <a:rPr lang="fr-FR" smtClean="0"/>
              <a:t>13- JE VEUX T’ADORER SEIGNEUR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OUVRE LES YEUX DE MON CŒUR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VEUX TE VOIR SEIGNEUR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POUR TE VOIR ÉLEVÉ,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BRILLER DANS LA LUMIÈRE DE TA GLOIRE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VERSE TA PUISSANCE, TON AMOUR NOUS CRIONS SAINT, SAINT, SAINT                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SAINT, SAINT, SAINT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JE VEUX TE VOIR SEIGNEUR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VEUX TE TOUCHER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PARDON, PARDON, PARDON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TOUCHE LES YEUX DE MON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VEUX VOIR PLUS CLAIR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LIBRE, LIBRE, JE SUIS LIBRE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JE VEUX T’ADORER SEIGNEUR</a:t>
            </a: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YEUX DE MON CŒUR  X2</a:t>
            </a:r>
          </a:p>
          <a:p>
            <a:r>
              <a:rPr lang="fr-FR" smtClean="0"/>
              <a:t>2-  JE VEUX TE VOIR SEIGNEUR  X2</a:t>
            </a:r>
          </a:p>
          <a:p>
            <a:endParaRPr lang="fr-FR" smtClean="0"/>
          </a:p>
          <a:p>
            <a:r>
              <a:rPr lang="fr-FR" smtClean="0"/>
              <a:t>	3-  POUR TE VOIR ÉLEVÉ, SEIGNEUR </a:t>
            </a:r>
          </a:p>
          <a:p>
            <a:r>
              <a:rPr lang="fr-FR" smtClean="0"/>
              <a:t>	4-  BRILLER DANS LA LUMIÈRE DE TA GLOIRE </a:t>
            </a:r>
          </a:p>
          <a:p>
            <a:r>
              <a:rPr lang="fr-FR" smtClean="0"/>
              <a:t>	5-  VERSE TA PUISSANCE, TON AMOUR NOUS CRIONS SAINT, SAINT, SAINT                   X2</a:t>
            </a:r>
          </a:p>
          <a:p>
            <a:endParaRPr lang="fr-FR" smtClean="0"/>
          </a:p>
          <a:p>
            <a:r>
              <a:rPr lang="fr-FR" smtClean="0"/>
              <a:t>6-  SAINT, SAINT, SAINT</a:t>
            </a:r>
          </a:p>
          <a:p>
            <a:r>
              <a:rPr lang="fr-FR" smtClean="0"/>
              <a:t>7-  JE VEUX TE VOIR SEIGNEUR  (BOUCLE)</a:t>
            </a:r>
          </a:p>
          <a:p>
            <a:endParaRPr lang="fr-FR" smtClean="0"/>
          </a:p>
          <a:p>
            <a:r>
              <a:rPr lang="fr-FR" smtClean="0"/>
              <a:t>8-  JE VEUX TE TOUCHER SEIGNEUR </a:t>
            </a:r>
          </a:p>
          <a:p>
            <a:endParaRPr lang="fr-FR" smtClean="0"/>
          </a:p>
          <a:p>
            <a:r>
              <a:rPr lang="fr-FR" smtClean="0"/>
              <a:t>9-  PARDON, PARDON, PARDON</a:t>
            </a:r>
          </a:p>
          <a:p>
            <a:endParaRPr lang="fr-FR" smtClean="0"/>
          </a:p>
          <a:p>
            <a:r>
              <a:rPr lang="fr-FR" smtClean="0"/>
              <a:t>10-  TOUCHE LES YEUX DE MON CŒUR</a:t>
            </a:r>
          </a:p>
          <a:p>
            <a:endParaRPr lang="fr-FR" smtClean="0"/>
          </a:p>
          <a:p>
            <a:r>
              <a:rPr lang="fr-FR" smtClean="0"/>
              <a:t>11-  JE VEUX VOIR PLUS CLAIR </a:t>
            </a:r>
          </a:p>
          <a:p>
            <a:endParaRPr lang="fr-FR" smtClean="0"/>
          </a:p>
          <a:p>
            <a:r>
              <a:rPr lang="fr-FR" smtClean="0"/>
              <a:t>12-  LIBRE, LIBRE, JE SUIS LIBRE SEIGNEUR</a:t>
            </a:r>
          </a:p>
          <a:p>
            <a:endParaRPr lang="fr-FR" smtClean="0"/>
          </a:p>
          <a:p>
            <a:r>
              <a:rPr lang="fr-FR" smtClean="0"/>
              <a:t>13- JE VEUX T’ADORER SEIGNEUR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OUVRE LES YEUX DE MON CŒUR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VEUX TE VOIR SEIGNEUR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POUR TE VOIR ÉLEVÉ,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BRILLER DANS LA LUMIÈRE DE TA GLOIRE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VERSE TA PUISSANCE, TON AMOUR NOUS CRIONS SAINT, SAINT, SAINT                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SAINT, SAINT, SAINT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JE VEUX TE VOIR SEIGNEUR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VEUX TE TOUCHER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PARDON, PARDON, PARDON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TOUCHE LES YEUX DE MON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VEUX VOIR PLUS CLAIR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LIBRE, LIBRE, JE SUIS LIBRE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JE VEUX T’ADORER SEIGNEUR</a:t>
            </a:r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YEUX DE MON CŒUR  X2</a:t>
            </a:r>
          </a:p>
          <a:p>
            <a:r>
              <a:rPr lang="fr-FR" smtClean="0"/>
              <a:t>2-  JE VEUX TE VOIR SEIGNEUR  X2</a:t>
            </a:r>
          </a:p>
          <a:p>
            <a:endParaRPr lang="fr-FR" smtClean="0"/>
          </a:p>
          <a:p>
            <a:r>
              <a:rPr lang="fr-FR" smtClean="0"/>
              <a:t>	3-  POUR TE VOIR ÉLEVÉ, SEIGNEUR </a:t>
            </a:r>
          </a:p>
          <a:p>
            <a:r>
              <a:rPr lang="fr-FR" smtClean="0"/>
              <a:t>	4-  BRILLER DANS LA LUMIÈRE DE TA GLOIRE </a:t>
            </a:r>
          </a:p>
          <a:p>
            <a:r>
              <a:rPr lang="fr-FR" smtClean="0"/>
              <a:t>	5-  VERSE TA PUISSANCE, TON AMOUR NOUS CRIONS SAINT, SAINT, SAINT                   X2</a:t>
            </a:r>
          </a:p>
          <a:p>
            <a:endParaRPr lang="fr-FR" smtClean="0"/>
          </a:p>
          <a:p>
            <a:r>
              <a:rPr lang="fr-FR" smtClean="0"/>
              <a:t>6-  SAINT, SAINT, SAINT</a:t>
            </a:r>
          </a:p>
          <a:p>
            <a:r>
              <a:rPr lang="fr-FR" smtClean="0"/>
              <a:t>7-  JE VEUX TE VOIR SEIGNEUR  (BOUCLE)</a:t>
            </a:r>
          </a:p>
          <a:p>
            <a:endParaRPr lang="fr-FR" smtClean="0"/>
          </a:p>
          <a:p>
            <a:r>
              <a:rPr lang="fr-FR" smtClean="0"/>
              <a:t>8-  JE VEUX TE TOUCHER SEIGNEUR </a:t>
            </a:r>
          </a:p>
          <a:p>
            <a:endParaRPr lang="fr-FR" smtClean="0"/>
          </a:p>
          <a:p>
            <a:r>
              <a:rPr lang="fr-FR" smtClean="0"/>
              <a:t>9-  PARDON, PARDON, PARDON</a:t>
            </a:r>
          </a:p>
          <a:p>
            <a:endParaRPr lang="fr-FR" smtClean="0"/>
          </a:p>
          <a:p>
            <a:r>
              <a:rPr lang="fr-FR" smtClean="0"/>
              <a:t>10-  TOUCHE LES YEUX DE MON CŒUR</a:t>
            </a:r>
          </a:p>
          <a:p>
            <a:endParaRPr lang="fr-FR" smtClean="0"/>
          </a:p>
          <a:p>
            <a:r>
              <a:rPr lang="fr-FR" smtClean="0"/>
              <a:t>11-  JE VEUX VOIR PLUS CLAIR </a:t>
            </a:r>
          </a:p>
          <a:p>
            <a:endParaRPr lang="fr-FR" smtClean="0"/>
          </a:p>
          <a:p>
            <a:r>
              <a:rPr lang="fr-FR" smtClean="0"/>
              <a:t>12-  LIBRE, LIBRE, JE SUIS LIBRE SEIGNEUR</a:t>
            </a:r>
          </a:p>
          <a:p>
            <a:endParaRPr lang="fr-FR" smtClean="0"/>
          </a:p>
          <a:p>
            <a:r>
              <a:rPr lang="fr-FR" smtClean="0"/>
              <a:t>13- JE VEUX T’ADORER SEIGNEUR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OUVRE LES YEUX DE MON CŒUR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VEUX TE VOIR SEIGNEUR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POUR TE VOIR ÉLEVÉ,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BRILLER DANS LA LUMIÈRE DE TA GLOIRE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VERSE TA PUISSANCE, TON AMOUR NOUS CRIONS SAINT, SAINT, SAINT                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SAINT, SAINT, SAINT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JE VEUX TE VOIR SEIGNEUR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VEUX TE TOUCHER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PARDON, PARDON, PARDON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TOUCHE LES YEUX DE MON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VEUX VOIR PLUS CLAIR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LIBRE, LIBRE, JE SUIS LIBRE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JE VEUX T’ADORER SEIGNEUR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YEUX DE MON CŒUR  X2</a:t>
            </a:r>
          </a:p>
          <a:p>
            <a:r>
              <a:rPr lang="fr-FR" smtClean="0"/>
              <a:t>2-  JE VEUX TE VOIR SEIGNEUR  X2</a:t>
            </a:r>
          </a:p>
          <a:p>
            <a:endParaRPr lang="fr-FR" smtClean="0"/>
          </a:p>
          <a:p>
            <a:r>
              <a:rPr lang="fr-FR" smtClean="0"/>
              <a:t>	3-  POUR TE VOIR ÉLEVÉ, SEIGNEUR </a:t>
            </a:r>
          </a:p>
          <a:p>
            <a:r>
              <a:rPr lang="fr-FR" smtClean="0"/>
              <a:t>	4-  BRILLER DANS LA LUMIÈRE DE TA GLOIRE </a:t>
            </a:r>
          </a:p>
          <a:p>
            <a:r>
              <a:rPr lang="fr-FR" smtClean="0"/>
              <a:t>	5-  VERSE TA PUISSANCE, TON AMOUR NOUS CRIONS SAINT, SAINT, SAINT                   X2</a:t>
            </a:r>
          </a:p>
          <a:p>
            <a:endParaRPr lang="fr-FR" smtClean="0"/>
          </a:p>
          <a:p>
            <a:r>
              <a:rPr lang="fr-FR" smtClean="0"/>
              <a:t>6-  SAINT, SAINT, SAINT</a:t>
            </a:r>
          </a:p>
          <a:p>
            <a:r>
              <a:rPr lang="fr-FR" smtClean="0"/>
              <a:t>7-  JE VEUX TE VOIR SEIGNEUR  (BOUCLE)</a:t>
            </a:r>
          </a:p>
          <a:p>
            <a:endParaRPr lang="fr-FR" smtClean="0"/>
          </a:p>
          <a:p>
            <a:r>
              <a:rPr lang="fr-FR" smtClean="0"/>
              <a:t>8-  JE VEUX TE TOUCHER SEIGNEUR </a:t>
            </a:r>
          </a:p>
          <a:p>
            <a:endParaRPr lang="fr-FR" smtClean="0"/>
          </a:p>
          <a:p>
            <a:r>
              <a:rPr lang="fr-FR" smtClean="0"/>
              <a:t>9-  PARDON, PARDON, PARDON</a:t>
            </a:r>
          </a:p>
          <a:p>
            <a:endParaRPr lang="fr-FR" smtClean="0"/>
          </a:p>
          <a:p>
            <a:r>
              <a:rPr lang="fr-FR" smtClean="0"/>
              <a:t>10-  TOUCHE LES YEUX DE MON CŒUR</a:t>
            </a:r>
          </a:p>
          <a:p>
            <a:endParaRPr lang="fr-FR" smtClean="0"/>
          </a:p>
          <a:p>
            <a:r>
              <a:rPr lang="fr-FR" smtClean="0"/>
              <a:t>11-  JE VEUX VOIR PLUS CLAIR </a:t>
            </a:r>
          </a:p>
          <a:p>
            <a:endParaRPr lang="fr-FR" smtClean="0"/>
          </a:p>
          <a:p>
            <a:r>
              <a:rPr lang="fr-FR" smtClean="0"/>
              <a:t>12-  LIBRE, LIBRE, JE SUIS LIBRE SEIGNEUR</a:t>
            </a:r>
          </a:p>
          <a:p>
            <a:endParaRPr lang="fr-FR" smtClean="0"/>
          </a:p>
          <a:p>
            <a:r>
              <a:rPr lang="fr-FR" smtClean="0"/>
              <a:t>13- JE VEUX T’ADORER SEIGNEUR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OUVRE LES YEUX DE MON CŒUR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VEUX TE VOIR SEIGNEUR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POUR TE VOIR ÉLEVÉ,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BRILLER DANS LA LUMIÈRE DE TA GLOIRE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VERSE TA PUISSANCE, TON AMOUR NOUS CRIONS SAINT, SAINT, SAINT                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SAINT, SAINT, SAINT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JE VEUX TE VOIR SEIGNEUR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VEUX TE TOUCHER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PARDON, PARDON, PARDON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TOUCHE LES YEUX DE MON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VEUX VOIR PLUS CLAIR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LIBRE, LIBRE, JE SUIS LIBRE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JE VEUX T’ADORER SEIGNEUR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YEUX DE MON CŒUR  X2</a:t>
            </a:r>
          </a:p>
          <a:p>
            <a:r>
              <a:rPr lang="fr-FR" smtClean="0"/>
              <a:t>2-  JE VEUX TE VOIR SEIGNEUR  X2</a:t>
            </a:r>
          </a:p>
          <a:p>
            <a:endParaRPr lang="fr-FR" smtClean="0"/>
          </a:p>
          <a:p>
            <a:r>
              <a:rPr lang="fr-FR" smtClean="0"/>
              <a:t>	3-  POUR TE VOIR ÉLEVÉ, SEIGNEUR </a:t>
            </a:r>
          </a:p>
          <a:p>
            <a:r>
              <a:rPr lang="fr-FR" smtClean="0"/>
              <a:t>	4-  BRILLER DANS LA LUMIÈRE DE TA GLOIRE </a:t>
            </a:r>
          </a:p>
          <a:p>
            <a:r>
              <a:rPr lang="fr-FR" smtClean="0"/>
              <a:t>	5-  VERSE TA PUISSANCE, TON AMOUR NOUS CRIONS SAINT, SAINT, SAINT                   X2</a:t>
            </a:r>
          </a:p>
          <a:p>
            <a:endParaRPr lang="fr-FR" smtClean="0"/>
          </a:p>
          <a:p>
            <a:r>
              <a:rPr lang="fr-FR" smtClean="0"/>
              <a:t>6-  SAINT, SAINT, SAINT</a:t>
            </a:r>
          </a:p>
          <a:p>
            <a:r>
              <a:rPr lang="fr-FR" smtClean="0"/>
              <a:t>7-  JE VEUX TE VOIR SEIGNEUR  (BOUCLE)</a:t>
            </a:r>
          </a:p>
          <a:p>
            <a:endParaRPr lang="fr-FR" smtClean="0"/>
          </a:p>
          <a:p>
            <a:r>
              <a:rPr lang="fr-FR" smtClean="0"/>
              <a:t>8-  JE VEUX TE TOUCHER SEIGNEUR </a:t>
            </a:r>
          </a:p>
          <a:p>
            <a:endParaRPr lang="fr-FR" smtClean="0"/>
          </a:p>
          <a:p>
            <a:r>
              <a:rPr lang="fr-FR" smtClean="0"/>
              <a:t>9-  PARDON, PARDON, PARDON</a:t>
            </a:r>
          </a:p>
          <a:p>
            <a:endParaRPr lang="fr-FR" smtClean="0"/>
          </a:p>
          <a:p>
            <a:r>
              <a:rPr lang="fr-FR" smtClean="0"/>
              <a:t>10-  TOUCHE LES YEUX DE MON CŒUR</a:t>
            </a:r>
          </a:p>
          <a:p>
            <a:endParaRPr lang="fr-FR" smtClean="0"/>
          </a:p>
          <a:p>
            <a:r>
              <a:rPr lang="fr-FR" smtClean="0"/>
              <a:t>11-  JE VEUX VOIR PLUS CLAIR </a:t>
            </a:r>
          </a:p>
          <a:p>
            <a:endParaRPr lang="fr-FR" smtClean="0"/>
          </a:p>
          <a:p>
            <a:r>
              <a:rPr lang="fr-FR" smtClean="0"/>
              <a:t>12-  LIBRE, LIBRE, JE SUIS LIBRE SEIGNEUR</a:t>
            </a:r>
          </a:p>
          <a:p>
            <a:endParaRPr lang="fr-FR" smtClean="0"/>
          </a:p>
          <a:p>
            <a:r>
              <a:rPr lang="fr-FR" smtClean="0"/>
              <a:t>13- JE VEUX T’ADORER SEIGNEUR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OUVRE LES YEUX DE MON CŒUR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VEUX TE VOIR SEIGNEUR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POUR TE VOIR ÉLEVÉ,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BRILLER DANS LA LUMIÈRE DE TA GLOIRE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VERSE TA PUISSANCE, TON AMOUR NOUS CRIONS SAINT, SAINT, SAINT                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SAINT, SAINT, SAINT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JE VEUX TE VOIR SEIGNEUR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VEUX TE TOUCHER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PARDON, PARDON, PARDON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TOUCHE LES YEUX DE MON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VEUX VOIR PLUS CLAIR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LIBRE, LIBRE, JE SUIS LIBRE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JE VEUX T’ADORER SEIGNEUR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YEUX DE MON CŒUR  X2</a:t>
            </a:r>
          </a:p>
          <a:p>
            <a:r>
              <a:rPr lang="fr-FR" smtClean="0"/>
              <a:t>2-  JE VEUX TE VOIR SEIGNEUR  X2</a:t>
            </a:r>
          </a:p>
          <a:p>
            <a:endParaRPr lang="fr-FR" smtClean="0"/>
          </a:p>
          <a:p>
            <a:r>
              <a:rPr lang="fr-FR" smtClean="0"/>
              <a:t>	3-  POUR TE VOIR ÉLEVÉ, SEIGNEUR </a:t>
            </a:r>
          </a:p>
          <a:p>
            <a:r>
              <a:rPr lang="fr-FR" smtClean="0"/>
              <a:t>	4-  BRILLER DANS LA LUMIÈRE DE TA GLOIRE </a:t>
            </a:r>
          </a:p>
          <a:p>
            <a:r>
              <a:rPr lang="fr-FR" smtClean="0"/>
              <a:t>	5-  VERSE TA PUISSANCE, TON AMOUR NOUS CRIONS SAINT, SAINT, SAINT                   X2</a:t>
            </a:r>
          </a:p>
          <a:p>
            <a:endParaRPr lang="fr-FR" smtClean="0"/>
          </a:p>
          <a:p>
            <a:r>
              <a:rPr lang="fr-FR" smtClean="0"/>
              <a:t>6-  SAINT, SAINT, SAINT</a:t>
            </a:r>
          </a:p>
          <a:p>
            <a:r>
              <a:rPr lang="fr-FR" smtClean="0"/>
              <a:t>7-  JE VEUX TE VOIR SEIGNEUR  (BOUCLE)</a:t>
            </a:r>
          </a:p>
          <a:p>
            <a:endParaRPr lang="fr-FR" smtClean="0"/>
          </a:p>
          <a:p>
            <a:r>
              <a:rPr lang="fr-FR" smtClean="0"/>
              <a:t>8-  JE VEUX TE TOUCHER SEIGNEUR </a:t>
            </a:r>
          </a:p>
          <a:p>
            <a:endParaRPr lang="fr-FR" smtClean="0"/>
          </a:p>
          <a:p>
            <a:r>
              <a:rPr lang="fr-FR" smtClean="0"/>
              <a:t>9-  PARDON, PARDON, PARDON</a:t>
            </a:r>
          </a:p>
          <a:p>
            <a:endParaRPr lang="fr-FR" smtClean="0"/>
          </a:p>
          <a:p>
            <a:r>
              <a:rPr lang="fr-FR" smtClean="0"/>
              <a:t>10-  TOUCHE LES YEUX DE MON CŒUR</a:t>
            </a:r>
          </a:p>
          <a:p>
            <a:endParaRPr lang="fr-FR" smtClean="0"/>
          </a:p>
          <a:p>
            <a:r>
              <a:rPr lang="fr-FR" smtClean="0"/>
              <a:t>11-  JE VEUX VOIR PLUS CLAIR </a:t>
            </a:r>
          </a:p>
          <a:p>
            <a:endParaRPr lang="fr-FR" smtClean="0"/>
          </a:p>
          <a:p>
            <a:r>
              <a:rPr lang="fr-FR" smtClean="0"/>
              <a:t>12-  LIBRE, LIBRE, JE SUIS LIBRE SEIGNEUR</a:t>
            </a:r>
          </a:p>
          <a:p>
            <a:endParaRPr lang="fr-FR" smtClean="0"/>
          </a:p>
          <a:p>
            <a:r>
              <a:rPr lang="fr-FR" smtClean="0"/>
              <a:t>13- JE VEUX T’ADORER SEIGNEUR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OUVRE LES YEUX DE MON CŒUR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VEUX TE VOIR SEIGNEUR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POUR TE VOIR ÉLEVÉ,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BRILLER DANS LA LUMIÈRE DE TA GLOIRE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VERSE TA PUISSANCE, TON AMOUR NOUS CRIONS SAINT, SAINT, SAINT                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SAINT, SAINT, SAINT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JE VEUX TE VOIR SEIGNEUR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VEUX TE TOUCHER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PARDON, PARDON, PARDON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TOUCHE LES YEUX DE MON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VEUX VOIR PLUS CLAIR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LIBRE, LIBRE, JE SUIS LIBRE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JE VEUX T’ADORER SEIGNEUR</a:t>
            </a:r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YEUX DE MON CŒUR  X2</a:t>
            </a:r>
          </a:p>
          <a:p>
            <a:r>
              <a:rPr lang="fr-FR" smtClean="0"/>
              <a:t>2-  JE VEUX TE VOIR SEIGNEUR  X2</a:t>
            </a:r>
          </a:p>
          <a:p>
            <a:endParaRPr lang="fr-FR" smtClean="0"/>
          </a:p>
          <a:p>
            <a:r>
              <a:rPr lang="fr-FR" smtClean="0"/>
              <a:t>	3-  POUR TE VOIR ÉLEVÉ, SEIGNEUR </a:t>
            </a:r>
          </a:p>
          <a:p>
            <a:r>
              <a:rPr lang="fr-FR" smtClean="0"/>
              <a:t>	4-  BRILLER DANS LA LUMIÈRE DE TA GLOIRE </a:t>
            </a:r>
          </a:p>
          <a:p>
            <a:r>
              <a:rPr lang="fr-FR" smtClean="0"/>
              <a:t>	5-  VERSE TA PUISSANCE, TON AMOUR NOUS CRIONS SAINT, SAINT, SAINT                   X2</a:t>
            </a:r>
          </a:p>
          <a:p>
            <a:endParaRPr lang="fr-FR" smtClean="0"/>
          </a:p>
          <a:p>
            <a:r>
              <a:rPr lang="fr-FR" smtClean="0"/>
              <a:t>6-  SAINT, SAINT, SAINT</a:t>
            </a:r>
          </a:p>
          <a:p>
            <a:r>
              <a:rPr lang="fr-FR" smtClean="0"/>
              <a:t>7-  JE VEUX TE VOIR SEIGNEUR  (BOUCLE)</a:t>
            </a:r>
          </a:p>
          <a:p>
            <a:endParaRPr lang="fr-FR" smtClean="0"/>
          </a:p>
          <a:p>
            <a:r>
              <a:rPr lang="fr-FR" smtClean="0"/>
              <a:t>8-  JE VEUX TE TOUCHER SEIGNEUR </a:t>
            </a:r>
          </a:p>
          <a:p>
            <a:endParaRPr lang="fr-FR" smtClean="0"/>
          </a:p>
          <a:p>
            <a:r>
              <a:rPr lang="fr-FR" smtClean="0"/>
              <a:t>9-  PARDON, PARDON, PARDON</a:t>
            </a:r>
          </a:p>
          <a:p>
            <a:endParaRPr lang="fr-FR" smtClean="0"/>
          </a:p>
          <a:p>
            <a:r>
              <a:rPr lang="fr-FR" smtClean="0"/>
              <a:t>10-  TOUCHE LES YEUX DE MON CŒUR</a:t>
            </a:r>
          </a:p>
          <a:p>
            <a:endParaRPr lang="fr-FR" smtClean="0"/>
          </a:p>
          <a:p>
            <a:r>
              <a:rPr lang="fr-FR" smtClean="0"/>
              <a:t>11-  JE VEUX VOIR PLUS CLAIR </a:t>
            </a:r>
          </a:p>
          <a:p>
            <a:endParaRPr lang="fr-FR" smtClean="0"/>
          </a:p>
          <a:p>
            <a:r>
              <a:rPr lang="fr-FR" smtClean="0"/>
              <a:t>12-  LIBRE, LIBRE, JE SUIS LIBRE SEIGNEUR</a:t>
            </a:r>
          </a:p>
          <a:p>
            <a:endParaRPr lang="fr-FR" smtClean="0"/>
          </a:p>
          <a:p>
            <a:r>
              <a:rPr lang="fr-FR" smtClean="0"/>
              <a:t>13- JE VEUX T’ADORER SEIGNEUR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OUVRE LES YEUX DE MON CŒUR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VEUX TE VOIR SEIGNEUR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POUR TE VOIR ÉLEVÉ,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BRILLER DANS LA LUMIÈRE DE TA GLOIRE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VERSE TA PUISSANCE, TON AMOUR NOUS CRIONS SAINT, SAINT, SAINT                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SAINT, SAINT, SAINT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JE VEUX TE VOIR SEIGNEUR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VEUX TE TOUCHER SEIGNEUR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PARDON, PARDON, PARDON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TOUCHE LES YEUX DE MON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VEUX VOIR PLUS CLAIR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LIBRE, LIBRE, JE SUIS LIBRE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JE VEUX T’ADORER SEIGNEUR</a:t>
            </a:r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YEUX DE MON CŒUR  X2</a:t>
            </a:r>
          </a:p>
          <a:p>
            <a:r>
              <a:rPr lang="fr-FR" smtClean="0"/>
              <a:t>2-  JE VEUX TE VOIR SEIGNEUR  X2</a:t>
            </a:r>
          </a:p>
          <a:p>
            <a:endParaRPr lang="fr-FR" smtClean="0"/>
          </a:p>
          <a:p>
            <a:r>
              <a:rPr lang="fr-FR" smtClean="0"/>
              <a:t>	3-  POUR TE VOIR ÉLEVÉ, SEIGNEUR </a:t>
            </a:r>
          </a:p>
          <a:p>
            <a:r>
              <a:rPr lang="fr-FR" smtClean="0"/>
              <a:t>	4-  BRILLER DANS LA LUMIÈRE DE TA GLOIRE </a:t>
            </a:r>
          </a:p>
          <a:p>
            <a:r>
              <a:rPr lang="fr-FR" smtClean="0"/>
              <a:t>	5-  VERSE TA PUISSANCE, TON AMOUR NOUS CRIONS SAINT, SAINT, SAINT                   X2</a:t>
            </a:r>
          </a:p>
          <a:p>
            <a:endParaRPr lang="fr-FR" smtClean="0"/>
          </a:p>
          <a:p>
            <a:r>
              <a:rPr lang="fr-FR" smtClean="0"/>
              <a:t>6-  SAINT, SAINT, SAINT</a:t>
            </a:r>
          </a:p>
          <a:p>
            <a:r>
              <a:rPr lang="fr-FR" smtClean="0"/>
              <a:t>7-  JE VEUX TE VOIR SEIGNEUR  (BOUCLE)</a:t>
            </a:r>
          </a:p>
          <a:p>
            <a:endParaRPr lang="fr-FR" smtClean="0"/>
          </a:p>
          <a:p>
            <a:r>
              <a:rPr lang="fr-FR" smtClean="0"/>
              <a:t>8-  JE VEUX TE TOUCHER SEIGNEUR </a:t>
            </a:r>
          </a:p>
          <a:p>
            <a:endParaRPr lang="fr-FR" smtClean="0"/>
          </a:p>
          <a:p>
            <a:r>
              <a:rPr lang="fr-FR" smtClean="0"/>
              <a:t>9-  PARDON, PARDON, PARDON</a:t>
            </a:r>
          </a:p>
          <a:p>
            <a:endParaRPr lang="fr-FR" smtClean="0"/>
          </a:p>
          <a:p>
            <a:r>
              <a:rPr lang="fr-FR" smtClean="0"/>
              <a:t>10-  TOUCHE LES YEUX DE MON CŒUR</a:t>
            </a:r>
          </a:p>
          <a:p>
            <a:endParaRPr lang="fr-FR" smtClean="0"/>
          </a:p>
          <a:p>
            <a:r>
              <a:rPr lang="fr-FR" smtClean="0"/>
              <a:t>11-  JE VEUX VOIR PLUS CLAIR </a:t>
            </a:r>
          </a:p>
          <a:p>
            <a:endParaRPr lang="fr-FR" smtClean="0"/>
          </a:p>
          <a:p>
            <a:r>
              <a:rPr lang="fr-FR" smtClean="0"/>
              <a:t>12-  LIBRE, LIBRE, JE SUIS LIBRE SEIGNEUR</a:t>
            </a:r>
          </a:p>
          <a:p>
            <a:endParaRPr lang="fr-FR" smtClean="0"/>
          </a:p>
          <a:p>
            <a:r>
              <a:rPr lang="fr-FR" smtClean="0"/>
              <a:t>13- JE VEUX T’ADORER SEIGNEUR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2FA401-8FC7-46FF-AEF4-47FA3DF78D2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9DC9DE-0E99-4515-AA56-7A29A40B6BB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6A7722-9459-4C28-BC51-78EA1476B00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80C231-10A2-4E4C-9D19-601608E2FE0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BF8EDD-12D7-47F4-A731-4170FB515B3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479722-0E31-4957-A01F-BE55D5A02DC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D21E52-D3A9-4309-84EF-32D85B3AA75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CAE241-54F8-4130-8A3F-71097939D71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31571-2066-41A3-A658-D9E09DC3180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592245-54BC-422D-AF48-3C65E6691E8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9B17FE-86F5-40A6-BC5F-C8EC10EB0CB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73CC1D5-5F6D-4FAA-98F9-C6BB11E17A0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OUVRE LES YEUX DE MON CŒUR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TE VOIR SEIGNEUR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TE VOIR ÉLEVÉ, SEIGNEUR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BRILLER DANS LA LUMIÈRE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TA GLOIRE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VERSE TA PUISSANCE, TON AMOUR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CRIONS SAINT, SAINT, SAINT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GB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SAINT, SAINT, SAINT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TE VOIR SEIGNEUR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TE TOUCHER SEIGNEUR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GB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PARDON, PARDON, PARDON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TOUCHE LES YEUX DE MON COEUR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VOIR PLUS CLAIR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LIBRE, LIBRE, JE SUIS LIBRE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T’ADORER SEIGNEUR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801</TotalTime>
  <Words>470</Words>
  <Application>Microsoft Office PowerPoint</Application>
  <PresentationFormat>Affichage à l'écran (4:3)</PresentationFormat>
  <Paragraphs>562</Paragraphs>
  <Slides>13</Slides>
  <Notes>13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4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GYo</cp:lastModifiedBy>
  <cp:revision>57</cp:revision>
  <dcterms:created xsi:type="dcterms:W3CDTF">2002-08-17T09:53:17Z</dcterms:created>
  <dcterms:modified xsi:type="dcterms:W3CDTF">2018-10-20T01:32:18Z</dcterms:modified>
</cp:coreProperties>
</file>