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36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A15B79D-9F3F-4B5B-8C05-D9303467E0D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37710A-9236-4902-8A53-51CEA7C2D8EA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13293-CC13-4D4B-94A4-EFBD7B086562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D4EE4-499B-420F-8A95-35306CF255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0E852-8378-448A-9E1C-750E73AA65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A1296-2B27-4E8B-B798-D1FC53ADB9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BA078-0EB2-4E29-AF2C-42C5833C84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59E81-66B5-44C4-97B4-EF9691C634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3F997-CD17-4D58-8B97-32FA87D3AE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01DE9-DBB1-4AF7-89AD-ED4C791826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4EE58-790E-4601-A898-5A02713658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4F28E-3F72-4342-A00F-9EAE158A58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6AE1B-DC9A-4F52-BE55-D1E83E1A00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CD5A0-9386-4C25-8982-096664A55B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EDEAEE5-495B-4811-8EC1-03C097AD57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LET YOUR KINGDOM COME HERE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 YOUR WILL BE DONE HERE IN US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THERE IS NO ONE GREATER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ALONE ARE SAVIOR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SHOW THE WORLD YOUR LOVE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 DOWN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 NOW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LET YOUR GLORY REIGN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SHINING LIKE THE DAY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RISE UP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WHO CAN STAND AGAINST US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STRONG TO SAVE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 YOUR MIGHTY NAME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CHILDREN OF YOUR MERCY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RESCUED FOR YOUR GLORY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CRY JESUS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SET OUR HEARTS TOWARDS YOU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EVERY EYE WOULD SEE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LIFTED HIGH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KING OF HEAVEN COME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54</Words>
  <Application>Microsoft Office PowerPoint</Application>
  <PresentationFormat>On-screen Show (4:3)</PresentationFormat>
  <Paragraphs>28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62</cp:revision>
  <dcterms:created xsi:type="dcterms:W3CDTF">2002-08-17T12:16:38Z</dcterms:created>
  <dcterms:modified xsi:type="dcterms:W3CDTF">2014-05-24T05:54:21Z</dcterms:modified>
</cp:coreProperties>
</file>