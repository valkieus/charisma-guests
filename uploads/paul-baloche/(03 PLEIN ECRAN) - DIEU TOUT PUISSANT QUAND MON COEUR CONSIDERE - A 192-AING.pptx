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64" r:id="rId4"/>
    <p:sldId id="273" r:id="rId5"/>
    <p:sldId id="269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66" d="100"/>
          <a:sy n="66" d="100"/>
        </p:scale>
        <p:origin x="-2280" y="-10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0DC589-8D46-4783-99BB-A7CA76AAD70A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F7D68-4638-4E15-BA2A-40D1405AFE67}" type="slidenum">
              <a:rPr lang="fr-FR"/>
              <a:pPr/>
              <a:t>1</a:t>
            </a:fld>
            <a:endParaRPr lang="fr-FR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BE1CDA-DE99-480E-AB65-693981057DF7}" type="slidenum">
              <a:rPr lang="fr-FR"/>
              <a:pPr/>
              <a:t>2</a:t>
            </a:fld>
            <a:endParaRPr lang="fr-FR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7893F-62CB-4968-AEB0-29EFCE0EE8EB}" type="slidenum">
              <a:rPr lang="fr-FR"/>
              <a:pPr/>
              <a:t>3</a:t>
            </a:fld>
            <a:endParaRPr lang="fr-FR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48D50F-6DCF-4380-B40B-12D2AD0B83EE}" type="slidenum">
              <a:rPr lang="fr-FR"/>
              <a:pPr/>
              <a:t>4</a:t>
            </a:fld>
            <a:endParaRPr lang="fr-FR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C5B279-4D03-4E20-9BAA-90598FAB0C05}" type="slidenum">
              <a:rPr lang="fr-FR"/>
              <a:pPr/>
              <a:t>5</a:t>
            </a:fld>
            <a:endParaRPr lang="fr-FR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268769-B2B3-4A4D-90EA-987DB2CFCEDD}" type="slidenum">
              <a:rPr lang="fr-FR"/>
              <a:pPr/>
              <a:t>6</a:t>
            </a:fld>
            <a:endParaRPr lang="fr-FR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92CEB-69A9-4B4B-81C0-0DBCFE5DACBB}" type="slidenum">
              <a:rPr lang="fr-FR"/>
              <a:pPr/>
              <a:t>7</a:t>
            </a:fld>
            <a:endParaRPr lang="fr-FR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EFFA06-7002-45B4-8C8E-6159D4FDAF1A}" type="slidenum">
              <a:rPr lang="fr-FR"/>
              <a:pPr/>
              <a:t>8</a:t>
            </a:fld>
            <a:endParaRPr lang="fr-FR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78F278-E534-4D92-BD6F-3667E3F9BDE0}" type="slidenum">
              <a:rPr lang="fr-FR"/>
              <a:pPr/>
              <a:t>9</a:t>
            </a:fld>
            <a:endParaRPr lang="fr-FR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DD5CB5-2360-469B-B3C3-0A0E59E0EA6F}" type="slidenum">
              <a:rPr lang="fr-FR"/>
              <a:pPr/>
              <a:t>10</a:t>
            </a:fld>
            <a:endParaRPr lang="fr-FR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C33300-198A-419D-B20D-B044BA87655E}" type="slidenum">
              <a:rPr lang="fr-FR"/>
              <a:pPr/>
              <a:t>11</a:t>
            </a:fld>
            <a:endParaRPr lang="fr-FR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61E9F0-25E4-41DE-BB3E-5C5C7FB01F43}" type="slidenum">
              <a:rPr lang="fr-FR"/>
              <a:pPr/>
              <a:t>12</a:t>
            </a:fld>
            <a:endParaRPr lang="fr-FR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2A501C-CB9C-4E17-8870-4E704B5E0B8B}" type="slidenum">
              <a:rPr lang="fr-FR"/>
              <a:pPr/>
              <a:t>13</a:t>
            </a:fld>
            <a:endParaRPr lang="fr-FR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0AE1F5-C85E-4324-B189-F12312E0CF5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32DD42-18A0-41CF-9EFE-1AA9AEEAB60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F8CD7D-86B5-4053-AE73-5C3664B55AC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0529A-CD80-4F70-91F2-121AEEF89BE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0251B7-00E1-4515-9C8B-52F62E7CD7D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0C545F-6D3A-4239-9BC3-7B193B42544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EBC22-165A-44FA-AEBF-D41A1D7DB90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A560EF-6AF8-4309-BFA3-D050523E291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898D26-C8B6-4DC3-9A90-1FA5A1A489F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1E59D-DCD9-4197-B847-38DB329E5B9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D790E4-52F1-47C7-998F-CEEAD980642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8BC867D-E86D-4499-8D3E-5FA92D9BAC80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  <a:ea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DIEU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TOUT-PUISSANT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QUAND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CŒUR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CONSIDÈRE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TOUT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L’UNIVERS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CRÉ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É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PAR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POUVOIR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CIEL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D’AZUR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ÉCLAIRS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TONNERRE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CLAIR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MATIN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OU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OMBRES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SOIR</a:t>
            </a:r>
          </a:p>
        </p:txBody>
      </p:sp>
      <p:sp>
        <p:nvSpPr>
          <p:cNvPr id="2078" name="Text Box 30"/>
          <p:cNvSpPr txBox="1">
            <a:spLocks noChangeArrowheads="1"/>
          </p:cNvSpPr>
          <p:nvPr/>
        </p:nvSpPr>
        <p:spPr bwMode="auto">
          <a:xfrm>
            <a:off x="8237538" y="6235700"/>
            <a:ext cx="8890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QUAND, PAR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BOIS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OU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LA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FORÊT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PROFONDE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J’ERRE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J’ENTENDS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TOUS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LES OISEAUX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QUAND, SUR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MONTS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LA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SOURCE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AVEC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ONDE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LIVRE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AU ZÉPHIR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DOUX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LÉGER</a:t>
            </a: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MAIS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QUAND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JE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SONGE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Ô SUBLIME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MYSTÈRE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QU’UN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DIEU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PU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PENSER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CHER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FILS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DEVENU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FRÈRE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QUE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JE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SUIS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L’HÉRITIER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DU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GRAND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ROI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ÂME</a:t>
            </a:r>
            <a:endParaRPr lang="fr-FR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I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Arial Black" pitchFamily="-110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SI GRAND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TU ES SI GRAND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OH LORD, MY GOD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WHEN I IN AWESOME WONDER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CONSIDER ALL THE WORKS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THY HANDS HAVE MAD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I SEE THE STARS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I HEAR THE ROLLING THUNDER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THY POWER THROUGHOUT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THE UNIVERSE DISPLAYED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THEN SINGS MY SOUL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MY SAVIOUR, GOD, TO THEE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WHEN CHRIST SHALL COME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WITH SHOUTS OF ADULATION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AND TAKE ME HOME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WHAT JOY SHALL FILL MY HEART?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THEN I SHALL BOW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IN HUMBLE ADORATION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AND THERE PROCLAIM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MY GOD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THEN SINGS MY SOUL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MY SAVIOUR, GOD, TO THEE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>HOW GREAT THOU ART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r>
              <a:rPr lang="en-GB" sz="4000">
                <a:solidFill>
                  <a:schemeClr val="bg1"/>
                </a:solidFill>
                <a:latin typeface="Arial Black" pitchFamily="-110" charset="0"/>
              </a:rPr>
              <a:t/>
            </a:r>
            <a:br>
              <a:rPr lang="en-GB" sz="4000">
                <a:solidFill>
                  <a:schemeClr val="bg1"/>
                </a:solidFill>
                <a:latin typeface="Arial Black" pitchFamily="-110" charset="0"/>
              </a:rPr>
            </a:br>
            <a:endParaRPr lang="en-GB" sz="4000">
              <a:solidFill>
                <a:schemeClr val="bg1"/>
              </a:solidFill>
              <a:latin typeface="Arial Black" pitchFamily="-110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235950" y="6245225"/>
            <a:ext cx="9080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fr-FR" sz="3600">
                <a:solidFill>
                  <a:srgbClr val="B2B2B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-110" charset="0"/>
              </a:rPr>
              <a:t>192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376</Words>
  <Application>Microsoft PowerPoint</Application>
  <PresentationFormat>On-screen Show (4:3)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Times New Roman</vt:lpstr>
      <vt:lpstr>ＭＳ Ｐゴシック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50</cp:revision>
  <dcterms:created xsi:type="dcterms:W3CDTF">2002-08-17T09:59:54Z</dcterms:created>
  <dcterms:modified xsi:type="dcterms:W3CDTF">2009-07-12T15:20:36Z</dcterms:modified>
</cp:coreProperties>
</file>