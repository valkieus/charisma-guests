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6" autoAdjust="0"/>
    <p:restoredTop sz="53722" autoAdjust="0"/>
  </p:normalViewPr>
  <p:slideViewPr>
    <p:cSldViewPr>
      <p:cViewPr>
        <p:scale>
          <a:sx n="33" d="100"/>
          <a:sy n="33" d="100"/>
        </p:scale>
        <p:origin x="-2268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5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544005E-AA3D-4F6B-81A1-D40E31EAF4A3}" type="datetimeFigureOut">
              <a:rPr lang="fr-FR"/>
              <a:pPr>
                <a:defRPr/>
              </a:pPr>
              <a:t>15/11/2018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2B68735-DE52-47B3-80C8-720C5E22764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32212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 CHANTEZ, DIEU EST TOUT PRÈS VENEZ LUI ÉDIFIER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UN PALAIS DE LOUANGES POUR LE REMERCIER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LUI, LE RESSUSCITÉ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CHANTEZ UN JOYEUX CHANT SON AMOUR EST CONSTANT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QUAND LA LOUANGE ABONDE SA GLOIRE NOUS INONDE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REMPLISSANT SA MAISON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JÉSUS HABITE AU MILIEU DES  LOUANGES DE SON PEUPLE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VENEZ, ADORONS ENSEMBLE JÉSUS CHANTONS SA LOUANGE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SOYEZ JOYEUX DE CE QUE DIEU A FAIT RENDONS-LUI LOUANGE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 CHANTEZ, DIEU EST TOUT PRÈS VENEZ LUI ÉDIFIER    </a:t>
            </a:r>
          </a:p>
          <a:p>
            <a:r>
              <a:rPr lang="fr-FR" smtClean="0"/>
              <a:t>	2-  UN PALAIS DE LOUANGES POUR LE REMERCIER </a:t>
            </a:r>
          </a:p>
          <a:p>
            <a:r>
              <a:rPr lang="fr-FR" smtClean="0"/>
              <a:t>	3-  LUI, LE RESSUSCITÉ </a:t>
            </a:r>
          </a:p>
          <a:p>
            <a:r>
              <a:rPr lang="fr-FR" smtClean="0"/>
              <a:t>	4-  CHANTEZ UN JOYEUX CHANT SON AMOUR EST CONSTANT</a:t>
            </a:r>
          </a:p>
          <a:p>
            <a:r>
              <a:rPr lang="fr-FR" smtClean="0"/>
              <a:t>	5-  QUAND LA LOUANGE ABONDE SA GLOIRE NOUS INONDE</a:t>
            </a:r>
          </a:p>
          <a:p>
            <a:r>
              <a:rPr lang="fr-FR" smtClean="0"/>
              <a:t>	6-  REMPLISSANT SA MAISON CHANTEZ, DIEU EST TOUT PRÈS</a:t>
            </a:r>
          </a:p>
          <a:p>
            <a:endParaRPr lang="fr-FR" smtClean="0"/>
          </a:p>
          <a:p>
            <a:r>
              <a:rPr lang="fr-FR" smtClean="0"/>
              <a:t>7-  JÉSUS HABITE AU MILIEU DES  LOUANGES DE SON PEUPLE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VENEZ, ADORONS ENSEMBLE JÉSUS CHANTONS SA LOUANGE </a:t>
            </a:r>
          </a:p>
          <a:p>
            <a:endParaRPr lang="fr-FR" smtClean="0"/>
          </a:p>
          <a:p>
            <a:r>
              <a:rPr lang="fr-FR" smtClean="0"/>
              <a:t>9-  SOYEZ JOYEUX DE CE QUE DIEU A FAIT RENDONS-LUI LOUANGE</a:t>
            </a:r>
          </a:p>
          <a:p>
            <a:endParaRPr lang="fr-FR" smtClean="0"/>
          </a:p>
          <a:p>
            <a:r>
              <a:rPr lang="fr-FR" smtClean="0"/>
              <a:t>10-  CHANTEZ, DIEU EST TOUT PRÈS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 CHANTEZ, DIEU EST TOUT PRÈS VENEZ LUI ÉDIFIER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UN PALAIS DE LOUANGES POUR LE REMERCIER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LUI, LE RESSUSCITÉ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CHANTEZ UN JOYEUX CHANT SON AMOUR EST CONSTANT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QUAND LA LOUANGE ABONDE SA GLOIRE NOUS INONDE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REMPLISSANT SA MAISON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JÉSUS HABITE AU MILIEU DES  LOUANGES DE SON PEUPLE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VENEZ, ADORONS ENSEMBLE JÉSUS CHANTONS SA LOUANGE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SOYEZ JOYEUX DE CE QUE DIEU A FAIT RENDONS-LUI LOUANGE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 CHANTEZ, DIEU EST TOUT PRÈS VENEZ LUI ÉDIFIER    </a:t>
            </a:r>
          </a:p>
          <a:p>
            <a:r>
              <a:rPr lang="fr-FR" smtClean="0"/>
              <a:t>	2-  UN PALAIS DE LOUANGES POUR LE REMERCIER </a:t>
            </a:r>
          </a:p>
          <a:p>
            <a:r>
              <a:rPr lang="fr-FR" smtClean="0"/>
              <a:t>	3-  LUI, LE RESSUSCITÉ </a:t>
            </a:r>
          </a:p>
          <a:p>
            <a:r>
              <a:rPr lang="fr-FR" smtClean="0"/>
              <a:t>	4-  CHANTEZ UN JOYEUX CHANT SON AMOUR EST CONSTANT</a:t>
            </a:r>
          </a:p>
          <a:p>
            <a:r>
              <a:rPr lang="fr-FR" smtClean="0"/>
              <a:t>	5-  QUAND LA LOUANGE ABONDE SA GLOIRE NOUS INONDE</a:t>
            </a:r>
          </a:p>
          <a:p>
            <a:r>
              <a:rPr lang="fr-FR" smtClean="0"/>
              <a:t>	6-  REMPLISSANT SA MAISON CHANTEZ, DIEU EST TOUT PRÈS</a:t>
            </a:r>
          </a:p>
          <a:p>
            <a:endParaRPr lang="fr-FR" smtClean="0"/>
          </a:p>
          <a:p>
            <a:r>
              <a:rPr lang="fr-FR" smtClean="0"/>
              <a:t>7-  JÉSUS HABITE AU MILIEU DES  LOUANGES DE SON PEUPLE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VENEZ, ADORONS ENSEMBLE JÉSUS CHANTONS SA LOUANGE </a:t>
            </a:r>
          </a:p>
          <a:p>
            <a:endParaRPr lang="fr-FR" smtClean="0"/>
          </a:p>
          <a:p>
            <a:r>
              <a:rPr lang="fr-FR" smtClean="0"/>
              <a:t>9-  SOYEZ JOYEUX DE CE QUE DIEU A FAIT RENDONS-LUI LOUANGE</a:t>
            </a:r>
          </a:p>
          <a:p>
            <a:endParaRPr lang="fr-FR" smtClean="0"/>
          </a:p>
          <a:p>
            <a:r>
              <a:rPr lang="fr-FR" smtClean="0"/>
              <a:t>10-  CHANTEZ, DIEU EST TOUT PRÈS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 CHANTEZ, DIEU EST TOUT PRÈS VENEZ LUI ÉDIFIER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UN PALAIS DE LOUANGES POUR LE REMERCIER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LUI, LE RESSUSCITÉ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CHANTEZ UN JOYEUX CHANT SON AMOUR EST CONSTANT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QUAND LA LOUANGE ABONDE SA GLOIRE NOUS INONDE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REMPLISSANT SA MAISON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JÉSUS HABITE AU MILIEU DES  LOUANGES DE SON PEUPLE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VENEZ, ADORONS ENSEMBLE JÉSUS CHANTONS SA LOUANGE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SOYEZ JOYEUX DE CE QUE DIEU A FAIT RENDONS-LUI LOUANGE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 CHANTEZ, DIEU EST TOUT PRÈS VENEZ LUI ÉDIFIER    </a:t>
            </a:r>
          </a:p>
          <a:p>
            <a:r>
              <a:rPr lang="fr-FR" smtClean="0"/>
              <a:t>	2-  UN PALAIS DE LOUANGES POUR LE REMERCIER </a:t>
            </a:r>
          </a:p>
          <a:p>
            <a:r>
              <a:rPr lang="fr-FR" smtClean="0"/>
              <a:t>	3-  LUI, LE RESSUSCITÉ </a:t>
            </a:r>
          </a:p>
          <a:p>
            <a:r>
              <a:rPr lang="fr-FR" smtClean="0"/>
              <a:t>	4-  CHANTEZ UN JOYEUX CHANT SON AMOUR EST CONSTANT</a:t>
            </a:r>
          </a:p>
          <a:p>
            <a:r>
              <a:rPr lang="fr-FR" smtClean="0"/>
              <a:t>	5-  QUAND LA LOUANGE ABONDE SA GLOIRE NOUS INONDE</a:t>
            </a:r>
          </a:p>
          <a:p>
            <a:r>
              <a:rPr lang="fr-FR" smtClean="0"/>
              <a:t>	6-  REMPLISSANT SA MAISON CHANTEZ, DIEU EST TOUT PRÈS</a:t>
            </a:r>
          </a:p>
          <a:p>
            <a:endParaRPr lang="fr-FR" smtClean="0"/>
          </a:p>
          <a:p>
            <a:r>
              <a:rPr lang="fr-FR" smtClean="0"/>
              <a:t>7-  JÉSUS HABITE AU MILIEU DES  LOUANGES DE SON PEUPLE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VENEZ, ADORONS ENSEMBLE JÉSUS CHANTONS SA LOUANGE </a:t>
            </a:r>
          </a:p>
          <a:p>
            <a:endParaRPr lang="fr-FR" smtClean="0"/>
          </a:p>
          <a:p>
            <a:r>
              <a:rPr lang="fr-FR" smtClean="0"/>
              <a:t>9-  SOYEZ JOYEUX DE CE QUE DIEU A FAIT RENDONS-LUI LOUANGE</a:t>
            </a:r>
          </a:p>
          <a:p>
            <a:endParaRPr lang="fr-FR" smtClean="0"/>
          </a:p>
          <a:p>
            <a:r>
              <a:rPr lang="fr-FR" smtClean="0"/>
              <a:t>10-  CHANTEZ, DIEU EST TOUT PRÈS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 CHANTEZ, DIEU EST TOUT PRÈS VENEZ LUI ÉDIFIER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UN PALAIS DE LOUANGES POUR LE REMERCIER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LUI, LE RESSUSCITÉ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CHANTEZ UN JOYEUX CHANT SON AMOUR EST CONSTANT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QUAND LA LOUANGE ABONDE SA GLOIRE NOUS INONDE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REMPLISSANT SA MAISON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JÉSUS HABITE AU MILIEU DES  LOUANGES DE SON PEUPLE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VENEZ, ADORONS ENSEMBLE JÉSUS CHANTONS SA LOUANGE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SOYEZ JOYEUX DE CE QUE DIEU A FAIT RENDONS-LUI LOUANGE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 CHANTEZ, DIEU EST TOUT PRÈS VENEZ LUI ÉDIFIER    </a:t>
            </a:r>
          </a:p>
          <a:p>
            <a:r>
              <a:rPr lang="fr-FR" smtClean="0"/>
              <a:t>	2-  UN PALAIS DE LOUANGES POUR LE REMERCIER </a:t>
            </a:r>
          </a:p>
          <a:p>
            <a:r>
              <a:rPr lang="fr-FR" smtClean="0"/>
              <a:t>	3-  LUI, LE RESSUSCITÉ </a:t>
            </a:r>
          </a:p>
          <a:p>
            <a:r>
              <a:rPr lang="fr-FR" smtClean="0"/>
              <a:t>	4-  CHANTEZ UN JOYEUX CHANT SON AMOUR EST CONSTANT</a:t>
            </a:r>
          </a:p>
          <a:p>
            <a:r>
              <a:rPr lang="fr-FR" smtClean="0"/>
              <a:t>	5-  QUAND LA LOUANGE ABONDE SA GLOIRE NOUS INONDE</a:t>
            </a:r>
          </a:p>
          <a:p>
            <a:r>
              <a:rPr lang="fr-FR" smtClean="0"/>
              <a:t>	6-  REMPLISSANT SA MAISON CHANTEZ, DIEU EST TOUT PRÈS</a:t>
            </a:r>
          </a:p>
          <a:p>
            <a:endParaRPr lang="fr-FR" smtClean="0"/>
          </a:p>
          <a:p>
            <a:r>
              <a:rPr lang="fr-FR" smtClean="0"/>
              <a:t>7-  JÉSUS HABITE AU MILIEU DES  LOUANGES DE SON PEUPLE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VENEZ, ADORONS ENSEMBLE JÉSUS CHANTONS SA LOUANGE </a:t>
            </a:r>
          </a:p>
          <a:p>
            <a:endParaRPr lang="fr-FR" smtClean="0"/>
          </a:p>
          <a:p>
            <a:r>
              <a:rPr lang="fr-FR" smtClean="0"/>
              <a:t>9-  SOYEZ JOYEUX DE CE QUE DIEU A FAIT RENDONS-LUI LOUANGE</a:t>
            </a:r>
          </a:p>
          <a:p>
            <a:endParaRPr lang="fr-FR" smtClean="0"/>
          </a:p>
          <a:p>
            <a:r>
              <a:rPr lang="fr-FR" smtClean="0"/>
              <a:t>10-  CHANTEZ, DIEU EST TOUT PRÈS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 CHANTEZ, DIEU EST TOUT PRÈS VENEZ LUI ÉDIFIER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UN PALAIS DE LOUANGES POUR LE REMERCIER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LUI, LE RESSUSCITÉ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CHANTEZ UN JOYEUX CHANT SON AMOUR EST CONSTANT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QUAND LA LOUANGE ABONDE SA GLOIRE NOUS INONDE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REMPLISSANT SA MAISON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JÉSUS HABITE AU MILIEU DES  LOUANGES DE SON PEUPLE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VENEZ, ADORONS ENSEMBLE JÉSUS CHANTONS SA LOUANGE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SOYEZ JOYEUX DE CE QUE DIEU A FAIT RENDONS-LUI LOUANGE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 CHANTEZ, DIEU EST TOUT PRÈS VENEZ LUI ÉDIFIER    </a:t>
            </a:r>
          </a:p>
          <a:p>
            <a:r>
              <a:rPr lang="fr-FR" smtClean="0"/>
              <a:t>	2-  UN PALAIS DE LOUANGES POUR LE REMERCIER </a:t>
            </a:r>
          </a:p>
          <a:p>
            <a:r>
              <a:rPr lang="fr-FR" smtClean="0"/>
              <a:t>	3-  LUI, LE RESSUSCITÉ </a:t>
            </a:r>
          </a:p>
          <a:p>
            <a:r>
              <a:rPr lang="fr-FR" smtClean="0"/>
              <a:t>	4-  CHANTEZ UN JOYEUX CHANT SON AMOUR EST CONSTANT</a:t>
            </a:r>
          </a:p>
          <a:p>
            <a:r>
              <a:rPr lang="fr-FR" smtClean="0"/>
              <a:t>	5-  QUAND LA LOUANGE ABONDE SA GLOIRE NOUS INONDE</a:t>
            </a:r>
          </a:p>
          <a:p>
            <a:r>
              <a:rPr lang="fr-FR" smtClean="0"/>
              <a:t>	6-  REMPLISSANT SA MAISON CHANTEZ, DIEU EST TOUT PRÈS</a:t>
            </a:r>
          </a:p>
          <a:p>
            <a:endParaRPr lang="fr-FR" smtClean="0"/>
          </a:p>
          <a:p>
            <a:r>
              <a:rPr lang="fr-FR" smtClean="0"/>
              <a:t>7-  JÉSUS HABITE AU MILIEU DES  LOUANGES DE SON PEUPLE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VENEZ, ADORONS ENSEMBLE JÉSUS CHANTONS SA LOUANGE </a:t>
            </a:r>
          </a:p>
          <a:p>
            <a:endParaRPr lang="fr-FR" smtClean="0"/>
          </a:p>
          <a:p>
            <a:r>
              <a:rPr lang="fr-FR" smtClean="0"/>
              <a:t>9-  SOYEZ JOYEUX DE CE QUE DIEU A FAIT RENDONS-LUI LOUANGE</a:t>
            </a:r>
          </a:p>
          <a:p>
            <a:endParaRPr lang="fr-FR" smtClean="0"/>
          </a:p>
          <a:p>
            <a:r>
              <a:rPr lang="fr-FR" smtClean="0"/>
              <a:t>10-  CHANTEZ, DIEU EST TOUT PRÈS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 CHANTEZ, DIEU EST TOUT PRÈS VENEZ LUI ÉDIFIER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UN PALAIS DE LOUANGES POUR LE REMERCIER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LUI, LE RESSUSCITÉ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CHANTEZ UN JOYEUX CHANT SON AMOUR EST CONSTANT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QUAND LA LOUANGE ABONDE SA GLOIRE NOUS INONDE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REMPLISSANT SA MAISON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JÉSUS HABITE AU MILIEU DES  LOUANGES DE SON PEUPLE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VENEZ, ADORONS ENSEMBLE JÉSUS CHANTONS SA LOUANGE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SOYEZ JOYEUX DE CE QUE DIEU A FAIT RENDONS-LUI LOUANGE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 CHANTEZ, DIEU EST TOUT PRÈS VENEZ LUI ÉDIFIER    </a:t>
            </a:r>
          </a:p>
          <a:p>
            <a:r>
              <a:rPr lang="fr-FR" smtClean="0"/>
              <a:t>	2-  UN PALAIS DE LOUANGES POUR LE REMERCIER </a:t>
            </a:r>
          </a:p>
          <a:p>
            <a:r>
              <a:rPr lang="fr-FR" smtClean="0"/>
              <a:t>	3-  LUI, LE RESSUSCITÉ </a:t>
            </a:r>
          </a:p>
          <a:p>
            <a:r>
              <a:rPr lang="fr-FR" smtClean="0"/>
              <a:t>	4-  CHANTEZ UN JOYEUX CHANT SON AMOUR EST CONSTANT</a:t>
            </a:r>
          </a:p>
          <a:p>
            <a:r>
              <a:rPr lang="fr-FR" smtClean="0"/>
              <a:t>	5-  QUAND LA LOUANGE ABONDE SA GLOIRE NOUS INONDE</a:t>
            </a:r>
          </a:p>
          <a:p>
            <a:r>
              <a:rPr lang="fr-FR" smtClean="0"/>
              <a:t>	6-  REMPLISSANT SA MAISON CHANTEZ, DIEU EST TOUT PRÈS</a:t>
            </a:r>
          </a:p>
          <a:p>
            <a:endParaRPr lang="fr-FR" smtClean="0"/>
          </a:p>
          <a:p>
            <a:r>
              <a:rPr lang="fr-FR" smtClean="0"/>
              <a:t>7-  JÉSUS HABITE AU MILIEU DES  LOUANGES DE SON PEUPLE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VENEZ, ADORONS ENSEMBLE JÉSUS CHANTONS SA LOUANGE </a:t>
            </a:r>
          </a:p>
          <a:p>
            <a:endParaRPr lang="fr-FR" smtClean="0"/>
          </a:p>
          <a:p>
            <a:r>
              <a:rPr lang="fr-FR" smtClean="0"/>
              <a:t>9-  SOYEZ JOYEUX DE CE QUE DIEU A FAIT RENDONS-LUI LOUANGE</a:t>
            </a:r>
          </a:p>
          <a:p>
            <a:endParaRPr lang="fr-FR" smtClean="0"/>
          </a:p>
          <a:p>
            <a:r>
              <a:rPr lang="fr-FR" smtClean="0"/>
              <a:t>10-  CHANTEZ, DIEU EST TOUT PRÈS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 CHANTEZ, DIEU EST TOUT PRÈS VENEZ LUI ÉDIFIER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UN PALAIS DE LOUANGES POUR LE REMERCIER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LUI, LE RESSUSCITÉ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CHANTEZ UN JOYEUX CHANT SON AMOUR EST CONSTANT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QUAND LA LOUANGE ABONDE SA GLOIRE NOUS INONDE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REMPLISSANT SA MAISON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JÉSUS HABITE AU MILIEU DES  LOUANGES DE SON PEUPLE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VENEZ, ADORONS ENSEMBLE JÉSUS CHANTONS SA LOUANGE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SOYEZ JOYEUX DE CE QUE DIEU A FAIT RENDONS-LUI LOUANGE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 CHANTEZ, DIEU EST TOUT PRÈS VENEZ LUI ÉDIFIER    </a:t>
            </a:r>
          </a:p>
          <a:p>
            <a:r>
              <a:rPr lang="fr-FR" smtClean="0"/>
              <a:t>	2-  UN PALAIS DE LOUANGES POUR LE REMERCIER </a:t>
            </a:r>
          </a:p>
          <a:p>
            <a:r>
              <a:rPr lang="fr-FR" smtClean="0"/>
              <a:t>	3-  LUI, LE RESSUSCITÉ </a:t>
            </a:r>
          </a:p>
          <a:p>
            <a:r>
              <a:rPr lang="fr-FR" smtClean="0"/>
              <a:t>	4-  CHANTEZ UN JOYEUX CHANT SON AMOUR EST CONSTANT</a:t>
            </a:r>
          </a:p>
          <a:p>
            <a:r>
              <a:rPr lang="fr-FR" smtClean="0"/>
              <a:t>	5-  QUAND LA LOUANGE ABONDE SA GLOIRE NOUS INONDE</a:t>
            </a:r>
          </a:p>
          <a:p>
            <a:r>
              <a:rPr lang="fr-FR" smtClean="0"/>
              <a:t>	6-  REMPLISSANT SA MAISON CHANTEZ, DIEU EST TOUT PRÈS</a:t>
            </a:r>
          </a:p>
          <a:p>
            <a:endParaRPr lang="fr-FR" smtClean="0"/>
          </a:p>
          <a:p>
            <a:r>
              <a:rPr lang="fr-FR" smtClean="0"/>
              <a:t>7-  JÉSUS HABITE AU MILIEU DES  LOUANGES DE SON PEUPLE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VENEZ, ADORONS ENSEMBLE JÉSUS CHANTONS SA LOUANGE </a:t>
            </a:r>
          </a:p>
          <a:p>
            <a:endParaRPr lang="fr-FR" smtClean="0"/>
          </a:p>
          <a:p>
            <a:r>
              <a:rPr lang="fr-FR" smtClean="0"/>
              <a:t>9-  SOYEZ JOYEUX DE CE QUE DIEU A FAIT RENDONS-LUI LOUANGE</a:t>
            </a:r>
          </a:p>
          <a:p>
            <a:endParaRPr lang="fr-FR" smtClean="0"/>
          </a:p>
          <a:p>
            <a:r>
              <a:rPr lang="fr-FR" smtClean="0"/>
              <a:t>10-  CHANTEZ, DIEU EST TOUT PRÈS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 CHANTEZ, DIEU EST TOUT PRÈS VENEZ LUI ÉDIFIER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UN PALAIS DE LOUANGES POUR LE REMERCIER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LUI, LE RESSUSCITÉ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CHANTEZ UN JOYEUX CHANT SON AMOUR EST CONSTANT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QUAND LA LOUANGE ABONDE SA GLOIRE NOUS INONDE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REMPLISSANT SA MAISON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JÉSUS HABITE AU MILIEU DES  LOUANGES DE SON PEUPLE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VENEZ, ADORONS ENSEMBLE JÉSUS CHANTONS SA LOUANGE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SOYEZ JOYEUX DE CE QUE DIEU A FAIT RENDONS-LUI LOUANGE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 CHANTEZ, DIEU EST TOUT PRÈS VENEZ LUI ÉDIFIER    </a:t>
            </a:r>
          </a:p>
          <a:p>
            <a:r>
              <a:rPr lang="fr-FR" smtClean="0"/>
              <a:t>	2-  UN PALAIS DE LOUANGES POUR LE REMERCIER </a:t>
            </a:r>
          </a:p>
          <a:p>
            <a:r>
              <a:rPr lang="fr-FR" smtClean="0"/>
              <a:t>	3-  LUI, LE RESSUSCITÉ </a:t>
            </a:r>
          </a:p>
          <a:p>
            <a:r>
              <a:rPr lang="fr-FR" smtClean="0"/>
              <a:t>	4-  CHANTEZ UN JOYEUX CHANT SON AMOUR EST CONSTANT</a:t>
            </a:r>
          </a:p>
          <a:p>
            <a:r>
              <a:rPr lang="fr-FR" smtClean="0"/>
              <a:t>	5-  QUAND LA LOUANGE ABONDE SA GLOIRE NOUS INONDE</a:t>
            </a:r>
          </a:p>
          <a:p>
            <a:r>
              <a:rPr lang="fr-FR" smtClean="0"/>
              <a:t>	6-  REMPLISSANT SA MAISON CHANTEZ, DIEU EST TOUT PRÈS</a:t>
            </a:r>
          </a:p>
          <a:p>
            <a:endParaRPr lang="fr-FR" smtClean="0"/>
          </a:p>
          <a:p>
            <a:r>
              <a:rPr lang="fr-FR" smtClean="0"/>
              <a:t>7-  JÉSUS HABITE AU MILIEU DES  LOUANGES DE SON PEUPLE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VENEZ, ADORONS ENSEMBLE JÉSUS CHANTONS SA LOUANGE </a:t>
            </a:r>
          </a:p>
          <a:p>
            <a:endParaRPr lang="fr-FR" smtClean="0"/>
          </a:p>
          <a:p>
            <a:r>
              <a:rPr lang="fr-FR" smtClean="0"/>
              <a:t>9-  SOYEZ JOYEUX DE CE QUE DIEU A FAIT RENDONS-LUI LOUANGE</a:t>
            </a:r>
          </a:p>
          <a:p>
            <a:endParaRPr lang="fr-FR" smtClean="0"/>
          </a:p>
          <a:p>
            <a:r>
              <a:rPr lang="fr-FR" smtClean="0"/>
              <a:t>10-  CHANTEZ, DIEU EST TOUT PRÈS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 CHANTEZ, DIEU EST TOUT PRÈS VENEZ LUI ÉDIFIER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UN PALAIS DE LOUANGES POUR LE REMERCIER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LUI, LE RESSUSCITÉ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CHANTEZ UN JOYEUX CHANT SON AMOUR EST CONSTANT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QUAND LA LOUANGE ABONDE SA GLOIRE NOUS INONDE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REMPLISSANT SA MAISON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JÉSUS HABITE AU MILIEU DES  LOUANGES DE SON PEUPLE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VENEZ, ADORONS ENSEMBLE JÉSUS CHANTONS SA LOUANGE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SOYEZ JOYEUX DE CE QUE DIEU A FAIT RENDONS-LUI LOUANGE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 CHANTEZ, DIEU EST TOUT PRÈS VENEZ LUI ÉDIFIER    </a:t>
            </a:r>
          </a:p>
          <a:p>
            <a:r>
              <a:rPr lang="fr-FR" smtClean="0"/>
              <a:t>	2-  UN PALAIS DE LOUANGES POUR LE REMERCIER </a:t>
            </a:r>
          </a:p>
          <a:p>
            <a:r>
              <a:rPr lang="fr-FR" smtClean="0"/>
              <a:t>	3-  LUI, LE RESSUSCITÉ </a:t>
            </a:r>
          </a:p>
          <a:p>
            <a:r>
              <a:rPr lang="fr-FR" smtClean="0"/>
              <a:t>	4-  CHANTEZ UN JOYEUX CHANT SON AMOUR EST CONSTANT</a:t>
            </a:r>
          </a:p>
          <a:p>
            <a:r>
              <a:rPr lang="fr-FR" smtClean="0"/>
              <a:t>	5-  QUAND LA LOUANGE ABONDE SA GLOIRE NOUS INONDE</a:t>
            </a:r>
          </a:p>
          <a:p>
            <a:r>
              <a:rPr lang="fr-FR" smtClean="0"/>
              <a:t>	6-  REMPLISSANT SA MAISON CHANTEZ, DIEU EST TOUT PRÈS</a:t>
            </a:r>
          </a:p>
          <a:p>
            <a:endParaRPr lang="fr-FR" smtClean="0"/>
          </a:p>
          <a:p>
            <a:r>
              <a:rPr lang="fr-FR" smtClean="0"/>
              <a:t>7-  JÉSUS HABITE AU MILIEU DES  LOUANGES DE SON PEUPLE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VENEZ, ADORONS ENSEMBLE JÉSUS CHANTONS SA LOUANGE </a:t>
            </a:r>
          </a:p>
          <a:p>
            <a:endParaRPr lang="fr-FR" smtClean="0"/>
          </a:p>
          <a:p>
            <a:r>
              <a:rPr lang="fr-FR" smtClean="0"/>
              <a:t>9-  SOYEZ JOYEUX DE CE QUE DIEU A FAIT RENDONS-LUI LOUANGE</a:t>
            </a:r>
          </a:p>
          <a:p>
            <a:endParaRPr lang="fr-FR" smtClean="0"/>
          </a:p>
          <a:p>
            <a:r>
              <a:rPr lang="fr-FR" smtClean="0"/>
              <a:t>10-  CHANTEZ, DIEU EST TOUT PRÈS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 CHANTEZ, DIEU EST TOUT PRÈS VENEZ LUI ÉDIFIER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UN PALAIS DE LOUANGES POUR LE REMERCIER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LUI, LE RESSUSCITÉ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CHANTEZ UN JOYEUX CHANT SON AMOUR EST CONSTANT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QUAND LA LOUANGE ABONDE SA GLOIRE NOUS INONDE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REMPLISSANT SA MAISON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JÉSUS HABITE AU MILIEU DES  LOUANGES DE SON PEUPLE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VENEZ, ADORONS ENSEMBLE JÉSUS CHANTONS SA LOUANGE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SOYEZ JOYEUX DE CE QUE DIEU A FAIT RENDONS-LUI LOUANGE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CHANTEZ, DIEU EST TOUT PRÈS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 CHANTEZ, DIEU EST TOUT PRÈS VENEZ LUI ÉDIFIER    </a:t>
            </a:r>
          </a:p>
          <a:p>
            <a:r>
              <a:rPr lang="fr-FR" smtClean="0"/>
              <a:t>	2-  UN PALAIS DE LOUANGES POUR LE REMERCIER </a:t>
            </a:r>
          </a:p>
          <a:p>
            <a:r>
              <a:rPr lang="fr-FR" smtClean="0"/>
              <a:t>	3-  LUI, LE RESSUSCITÉ </a:t>
            </a:r>
          </a:p>
          <a:p>
            <a:r>
              <a:rPr lang="fr-FR" smtClean="0"/>
              <a:t>	4-  CHANTEZ UN JOYEUX CHANT SON AMOUR EST CONSTANT</a:t>
            </a:r>
          </a:p>
          <a:p>
            <a:r>
              <a:rPr lang="fr-FR" smtClean="0"/>
              <a:t>	5-  QUAND LA LOUANGE ABONDE SA GLOIRE NOUS INONDE</a:t>
            </a:r>
          </a:p>
          <a:p>
            <a:r>
              <a:rPr lang="fr-FR" smtClean="0"/>
              <a:t>	6-  REMPLISSANT SA MAISON CHANTEZ, DIEU EST TOUT PRÈS</a:t>
            </a:r>
          </a:p>
          <a:p>
            <a:endParaRPr lang="fr-FR" smtClean="0"/>
          </a:p>
          <a:p>
            <a:r>
              <a:rPr lang="fr-FR" smtClean="0"/>
              <a:t>7-  JÉSUS HABITE AU MILIEU DES  LOUANGES DE SON PEUPLE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VENEZ, ADORONS ENSEMBLE JÉSUS CHANTONS SA LOUANGE </a:t>
            </a:r>
          </a:p>
          <a:p>
            <a:endParaRPr lang="fr-FR" smtClean="0"/>
          </a:p>
          <a:p>
            <a:r>
              <a:rPr lang="fr-FR" smtClean="0"/>
              <a:t>9-  SOYEZ JOYEUX DE CE QUE DIEU A FAIT RENDONS-LUI LOUANGE</a:t>
            </a:r>
          </a:p>
          <a:p>
            <a:endParaRPr lang="fr-FR" smtClean="0"/>
          </a:p>
          <a:p>
            <a:r>
              <a:rPr lang="fr-FR" smtClean="0"/>
              <a:t>10-  CHANTEZ, DIEU EST TOUT PRÈS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BAA3F-A23A-4F07-A7FD-F72544B289A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DB828-557B-4AC5-AE66-67BEA24EC81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BF9A42-70CA-4E13-9CFF-BD3538E376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E6533-181F-48EB-8997-CB54C06979A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EF3592-B3A6-4676-A3C9-38FAD73817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263EE-5BDA-4E05-84B7-FB6B5F08217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C0EDE-8C24-47B5-90A1-93DD8CC9C6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D83FD-70E2-4ABD-86EA-CB3D7DA549A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388CEA-9AFE-4410-B13A-858FCABC680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2467F-2550-4291-8AC4-4F2D620713D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550C0-9DD0-4C6F-8E43-23FE4392169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FA8D451-BE12-4891-9FE9-6AF8A88689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CHANTEZ, DIEU EST TOUT PRÈS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 LUI ÉDIFIER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PALAIS DE LOUANGES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 REMERCIER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LUI, LE RESSUSCITÉ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CHANTEZ UN JOYEUX CHANT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SON AMOUR EST CONSTANT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LA LOUANGE ABONDE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SA GLOIRE NOUS INONDE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REMPLISSANT SA MAISON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CHANTEZ, DIEU EST TOUT PRÈS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HABITE AU MILIEU DES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LOUANGES DE SON PEUPLE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ADORONS ENSEMBLE JÉSUS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SA LOUANGE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SOYEZ JOYEUX DE CE QUE DIEU A 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RENDONS-LUI LOUANGE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CHANTEZ, DIEU EST TOUT PRÈS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80</Words>
  <Application>Microsoft Office PowerPoint</Application>
  <PresentationFormat>Affichage à l'écran (4:3)</PresentationFormat>
  <Paragraphs>318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42</cp:revision>
  <dcterms:created xsi:type="dcterms:W3CDTF">2002-08-17T10:54:51Z</dcterms:created>
  <dcterms:modified xsi:type="dcterms:W3CDTF">2018-11-15T11:23:50Z</dcterms:modified>
</cp:coreProperties>
</file>