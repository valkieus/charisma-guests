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7563" autoAdjust="0"/>
  </p:normalViewPr>
  <p:slideViewPr>
    <p:cSldViewPr>
      <p:cViewPr>
        <p:scale>
          <a:sx n="40" d="100"/>
          <a:sy n="40" d="100"/>
        </p:scale>
        <p:origin x="-432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4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2DE9A4-BD45-42C0-A6F4-44BC61D0663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354CBA-1D48-4C11-8C2C-FE094C26A59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DE L’AUBE AU COUCHER DU SOLEIL TES SPLENDEURS NOUS ÉMERVEILLENT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NOTRE CŒUR D’ENFANT RÉPOND EN GLORIFIANT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CAR AUCUN AUTRE NOM N’EST PLUS GRAND QUE TON NOM 	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JÉSUS, FORTIFIE NOS CŒURS PAR TA GRÂCE ET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CAR C’EST EN TOI QUE NOUS PRIONS VIENS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TON NOM, JÉSUS…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CAR AUCUN AUTRE NOM N’EST PLUS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QUE TON NOM, COMME UNE TOUR AUX QUATRE VENTS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NOM NOUS REND FORTS À CHAQUE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TON NOM, QUE TOUS LES PEUPLES ENTONNENT UN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CAR AUCUN AUTRE NOM N’EST PLUS GRAND QUE TON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TON NOM, JÉSUS… TU FORTIFIES NOS CŒURS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GUÉRISON EST EN CE NOM LE SALUT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RÉCONFORT EST EN CE NOM LA JOIE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GRÂCE EST EN CE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JÉSUS, CHANTONS  SON NOM JÉSUS…..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 L’AUBE AU COUCHER DU SOLEIL TES SPLENDEURS NOUS ÉMERVEILLENT</a:t>
            </a:r>
          </a:p>
          <a:p>
            <a:r>
              <a:rPr lang="fr-FR" smtClean="0"/>
              <a:t>2-  ET NOTRE CŒUR D’ENFANT RÉPOND EN GLORIFIANT TON NOM</a:t>
            </a:r>
          </a:p>
          <a:p>
            <a:endParaRPr lang="fr-FR" smtClean="0"/>
          </a:p>
          <a:p>
            <a:r>
              <a:rPr lang="fr-FR" smtClean="0"/>
              <a:t>3-  TON NOM, COMME UNE TOUR AUX QUATRE VENTS</a:t>
            </a:r>
          </a:p>
          <a:p>
            <a:r>
              <a:rPr lang="fr-FR" smtClean="0"/>
              <a:t>4-  TON NOM NOUS REND FORTS À CHAQUE INSTANT</a:t>
            </a:r>
          </a:p>
          <a:p>
            <a:r>
              <a:rPr lang="fr-FR" smtClean="0"/>
              <a:t>5-  TON NOM, QUE TOUS LES PEUPLES ENTONNENT UN CHANT</a:t>
            </a:r>
          </a:p>
          <a:p>
            <a:r>
              <a:rPr lang="fr-FR" smtClean="0"/>
              <a:t>6-  CAR AUCUN AUTRE NOM N’EST PLUS GRAND QUE TON NOM 		</a:t>
            </a:r>
          </a:p>
          <a:p>
            <a:endParaRPr lang="fr-FR" smtClean="0"/>
          </a:p>
          <a:p>
            <a:r>
              <a:rPr lang="fr-FR" smtClean="0"/>
              <a:t>7-  JÉSUS, FORTIFIE NOS CŒURS PAR TA GRÂCE ET TA GRANDEUR</a:t>
            </a:r>
          </a:p>
          <a:p>
            <a:r>
              <a:rPr lang="fr-FR" smtClean="0"/>
              <a:t>8-  CAR C’EST EN TOI QUE NOUS PRIONS VIENS GLORIFIER TON NOM</a:t>
            </a:r>
          </a:p>
          <a:p>
            <a:endParaRPr lang="fr-FR" smtClean="0"/>
          </a:p>
          <a:p>
            <a:r>
              <a:rPr lang="fr-FR" smtClean="0"/>
              <a:t>9-  TON NOM, JÉSUS…</a:t>
            </a:r>
          </a:p>
          <a:p>
            <a:endParaRPr lang="fr-FR" smtClean="0"/>
          </a:p>
          <a:p>
            <a:r>
              <a:rPr lang="fr-FR" smtClean="0"/>
              <a:t>10-  QUE TON NOM, COMME UNE TOUR AUX QUATRE VENTS</a:t>
            </a:r>
          </a:p>
          <a:p>
            <a:r>
              <a:rPr lang="fr-FR" smtClean="0"/>
              <a:t>11-  TON NOM NOUS REND FORTS À CHAQUE INSTANT</a:t>
            </a:r>
          </a:p>
          <a:p>
            <a:r>
              <a:rPr lang="fr-FR" smtClean="0"/>
              <a:t>12-  TON NOM, QUE TOUS LES PEUPLES ENTONNENT UN CHANT</a:t>
            </a:r>
          </a:p>
          <a:p>
            <a:r>
              <a:rPr lang="fr-FR" smtClean="0"/>
              <a:t>13-  CAR AUCUN AUTRE NOM N’EST PLUS GRAND</a:t>
            </a:r>
          </a:p>
          <a:p>
            <a:endParaRPr lang="fr-FR" smtClean="0"/>
          </a:p>
          <a:p>
            <a:r>
              <a:rPr lang="fr-FR" smtClean="0"/>
              <a:t>14-  QUE TON NOM, COMME UNE TOUR AUX QUATRE VENTS</a:t>
            </a:r>
          </a:p>
          <a:p>
            <a:r>
              <a:rPr lang="fr-FR" smtClean="0"/>
              <a:t>15-  TON NOM NOUS REND FORTS À CHAQUE INSTANT</a:t>
            </a:r>
          </a:p>
          <a:p>
            <a:r>
              <a:rPr lang="fr-FR" smtClean="0"/>
              <a:t>16-  TON NOM, QUE TOUS LES PEUPLES ENTONNENT UN CHANT</a:t>
            </a:r>
          </a:p>
          <a:p>
            <a:r>
              <a:rPr lang="fr-FR" smtClean="0"/>
              <a:t>17-  CAR AUCUN AUTRE NOM N’EST PLUS GRAND QUE TON NOM </a:t>
            </a:r>
          </a:p>
          <a:p>
            <a:endParaRPr lang="fr-FR" smtClean="0"/>
          </a:p>
          <a:p>
            <a:r>
              <a:rPr lang="fr-FR" smtClean="0"/>
              <a:t>18-  TON NOM, JÉSUS… TU FORTIFIES NOS CŒURS</a:t>
            </a:r>
          </a:p>
          <a:p>
            <a:r>
              <a:rPr lang="fr-FR" smtClean="0"/>
              <a:t>19-  LA GUÉRISON EST EN CE NOM LE SALUT EST EN CE NOM</a:t>
            </a:r>
          </a:p>
          <a:p>
            <a:r>
              <a:rPr lang="fr-FR" smtClean="0"/>
              <a:t>20-  LE RÉCONFORT EST EN CE NOM LA JOIE EST EN CE NOM</a:t>
            </a:r>
          </a:p>
          <a:p>
            <a:r>
              <a:rPr lang="fr-FR" smtClean="0"/>
              <a:t>21-  LA GRÂCE EST EN CE NOM</a:t>
            </a:r>
          </a:p>
          <a:p>
            <a:endParaRPr lang="fr-FR" smtClean="0"/>
          </a:p>
          <a:p>
            <a:r>
              <a:rPr lang="fr-FR" smtClean="0"/>
              <a:t>22-  JÉSUS, CHANTONS  SON NOM JÉSUS…..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9DFAC-FD1B-4BFD-AFA5-FA9B69D3B1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C93FB-BD81-4C44-A2DE-F5B285E77E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A634C-EEBD-41B6-86BF-DE878536FD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E571B-BEFA-4E9D-B0A8-B071548BAA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F3AE9-F70B-40B0-9AE1-CF04F61365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04F18-507A-4149-9B2E-C45048BA80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DC022-79BE-4F6A-94D3-78F10618A6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3363B-A5AC-4E25-A950-3DAC67D352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DDCC1-30D6-4621-9E73-29C9D184B6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653C1-67E8-42E0-B355-47E3AF0547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74616-9200-4C43-B760-A3159DAFDB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DBF3EAA-4D8F-4A2C-8E0D-D768B39285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L’AUBE AU COUCHER DU SOLEIL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SPLENDEURS NOUS ÉMERVEILLENT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NOTRE CŒUR D’ENFANT RÉPOND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GLORIFIANT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NOM, COMME UNE TOUR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QUATRE VENTS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 NOUS REND FORTS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CHAQUE INSTANT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NOM, QUE TOUS LES PEUPLES ENTONNENT UN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AUCUN AUTRE NOM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N’EST PLUS GRAND QUE TON NOM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FORTIFIE NOS CŒURS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TA GRÂCE ET TA GRANDEUR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C’EST EN TOI QUE NOUS PRIONS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GLORIFIER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NOM, JÉSUS…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NOM, COMME UNE TOUR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QUATRE 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 NOUS REND FORTS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CHAQUE INSTANT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NOM, QUE TOUS LES PEUPLES ENTONNENT UN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AUCUN AUTRE NOM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N’EST PLUS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NOM, COMME UNE TOUR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QUATRE 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 NOUS REND FORTS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CHAQUE INSTANT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NOM, QUE TOUS LES PEUPLES ENTONNENT UN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AUCUN AUTRE NOM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N’EST PLUS GRAND QUE TON NOM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NOM, JÉSUS…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FORTIFIES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GUÉRISON EST EN CE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SALUT EST EN CE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RÉCONFORT EST EN CE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JOIE EST EN CE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GRÂCE EST EN CE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NOM JÉSUS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…..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2859</Words>
  <Application>Microsoft Office PowerPoint</Application>
  <PresentationFormat>On-screen Show (4:3)</PresentationFormat>
  <Paragraphs>1298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Franklin Gothic Medium</vt:lpstr>
      <vt:lpstr>Arial</vt:lpstr>
      <vt:lpstr>Calibri</vt:lpstr>
      <vt:lpstr>Default Design</vt:lpstr>
      <vt:lpstr>DE L’AUBE AU COUCHER DU SOLEIL TES SPLENDEURS NOUS ÉMERVEILLENT</vt:lpstr>
      <vt:lpstr>ET NOTRE CŒUR D’ENFANT RÉPOND EN GLORIFIANT TON NOM</vt:lpstr>
      <vt:lpstr>TON NOM, COMME UNE TOUR  AUX QUATRE VENTS </vt:lpstr>
      <vt:lpstr>TON NOM NOUS REND FORTS  À CHAQUE INSTANT</vt:lpstr>
      <vt:lpstr>TON NOM, QUE TOUS LES PEUPLES ENTONNENT UN CHANT</vt:lpstr>
      <vt:lpstr>CAR AUCUN AUTRE NOM  N’EST PLUS GRAND QUE TON NOM  </vt:lpstr>
      <vt:lpstr>JÉSUS, FORTIFIE NOS CŒURS PAR TA GRÂCE ET TA GRANDEUR</vt:lpstr>
      <vt:lpstr>CAR C’EST EN TOI QUE NOUS PRIONS VIENS GLORIFIER TON NOM</vt:lpstr>
      <vt:lpstr>TON NOM, JÉSUS…</vt:lpstr>
      <vt:lpstr>QUE TON NOM, COMME UNE TOUR  AUX QUATRE VENTS</vt:lpstr>
      <vt:lpstr>TON NOM NOUS REND FORTS  À CHAQUE INSTANT </vt:lpstr>
      <vt:lpstr>TON NOM, QUE TOUS LES PEUPLES ENTONNENT UN CHANT</vt:lpstr>
      <vt:lpstr>CAR AUCUN AUTRE NOM  N’EST PLUS GRAND</vt:lpstr>
      <vt:lpstr>QUE TON NOM, COMME UNE TOUR  AUX QUATRE VENTS</vt:lpstr>
      <vt:lpstr>TON NOM NOUS REND FORTS  À CHAQUE INSTANT </vt:lpstr>
      <vt:lpstr>TON NOM, QUE TOUS LES PEUPLES ENTONNENT UN CHANT</vt:lpstr>
      <vt:lpstr>CAR AUCUN AUTRE NOM  N’EST PLUS GRAND QUE TON NOM  </vt:lpstr>
      <vt:lpstr>TON NOM, JÉSUS…  TU FORTIFIES NOS CŒURS</vt:lpstr>
      <vt:lpstr>LA GUÉRISON EST EN CE NOM LE SALUT EST EN CE NOM</vt:lpstr>
      <vt:lpstr>LE RÉCONFORT EST EN CE NOM LA JOIE EST EN CE NOM</vt:lpstr>
      <vt:lpstr>LA GRÂCE EST EN CE NOM </vt:lpstr>
      <vt:lpstr>JÉSUS, CHANTONS  SON NOM JÉSUS…..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Herve</cp:lastModifiedBy>
  <cp:revision>147</cp:revision>
  <dcterms:created xsi:type="dcterms:W3CDTF">2002-08-17T10:50:50Z</dcterms:created>
  <dcterms:modified xsi:type="dcterms:W3CDTF">2014-05-24T08:26:25Z</dcterms:modified>
</cp:coreProperties>
</file>