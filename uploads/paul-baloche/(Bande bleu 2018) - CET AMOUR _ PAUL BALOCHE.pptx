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2" r:id="rId2"/>
    <p:sldId id="299" r:id="rId3"/>
    <p:sldId id="298" r:id="rId4"/>
    <p:sldId id="297" r:id="rId5"/>
    <p:sldId id="296" r:id="rId6"/>
    <p:sldId id="295" r:id="rId7"/>
    <p:sldId id="294" r:id="rId8"/>
    <p:sldId id="300" r:id="rId9"/>
    <p:sldId id="293" r:id="rId10"/>
    <p:sldId id="291" r:id="rId11"/>
    <p:sldId id="290" r:id="rId12"/>
    <p:sldId id="289" r:id="rId13"/>
    <p:sldId id="288" r:id="rId14"/>
    <p:sldId id="287" r:id="rId15"/>
    <p:sldId id="284" r:id="rId16"/>
    <p:sldId id="283" r:id="rId17"/>
    <p:sldId id="282" r:id="rId18"/>
    <p:sldId id="281" r:id="rId19"/>
    <p:sldId id="280" r:id="rId20"/>
    <p:sldId id="279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7" d="100"/>
          <a:sy n="37" d="100"/>
        </p:scale>
        <p:origin x="-5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14-  OH, OH, OH, OH </a:t>
            </a:r>
            <a:r>
              <a:rPr lang="fr-FR" sz="1200" dirty="0" err="1" smtClean="0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, OH, OH, OH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EN TOI LES HUMBLES SONT BÉNIS EN TOI LES FAIBLES SONT AFFERMIS 
2-  LES CŒURS BRISÉS  TU RÉTABLIS DONNANT LA VIE 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7-  À CEUX QUI DOUTENT DANS LA FOI 
8-  AUX CHANCELANTS TU TENDS LES BRAS 
9-  TU LES APPELLES DE TA VOIX  VENEZ À MOI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14-  OH, OH, OH, OH OH, OH, OH, OH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Pont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15-  DE TA VOIX, DE TA VOIX TU NOUS APPELLES À LA CROIX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 
20-  OH, OH, OH, OH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 LES HUMBLES SONT BÉNIS EN TOI LES FAIBLES SONT AFFERMIS 
2-  LES CŒURS BRISÉS  TU RÉTABLIS DONNANT LA VIE  </a:t>
            </a:r>
          </a:p>
          <a:p>
            <a:r>
              <a:rPr lang="fr-FR" smtClean="0"/>
              <a:t>
3-  CET AMOUR QUI PEUT LIBÉRER CET AMOUR QUI PEUT RESTAURER 
4-  NOUS APPELLE PAR NOTRE NOM TU NOUS APPELLES PAR NOTRE NOM 
5-  CE DIEU QUI CRÉA TOUT L’UNIVERS CE DIEU QUI VINT MOURIR AU CALVAIRE 
6-  NOUS APPELLE PAR NOTRE NOM TU NOUS APPELLES PAR NOTRE NOM </a:t>
            </a:r>
          </a:p>
          <a:p>
            <a:r>
              <a:rPr lang="fr-FR" smtClean="0"/>
              <a:t>
7-  À CEUX QUI DOUTENT DANS LA FOI 
8-  AUX CHANCELANTS TU TENDS LES BRAS 
9-  TU LES APPELLES DE TA VOIX  VENEZ À MOI </a:t>
            </a:r>
          </a:p>
          <a:p>
            <a:r>
              <a:rPr lang="fr-FR" smtClean="0"/>
              <a:t>
10-  CET AMOUR QUI PEUT LIBÉRER CET AMOUR QUI PEUT RESTAURER 
11-  NOUS APPELLE PAR NOTRE NOM TU NOUS APPELLES PAR NOTRE NOM 
12-  CE DIEU QUI CRÉA TOUT L’UNIVERS CE DIEU QUI VINT MOURIR AU CALVAIRE 
13-  NOUS APPELLE PAR NOTRE NOM TU NOUS APPELLES PAR NOTRE NOM </a:t>
            </a:r>
          </a:p>
          <a:p>
            <a:r>
              <a:rPr lang="fr-FR" smtClean="0"/>
              <a:t>
14-  OH, OH, OH, OH OH, OH, OH, OH </a:t>
            </a:r>
          </a:p>
          <a:p>
            <a:r>
              <a:rPr lang="fr-FR" smtClean="0"/>
              <a:t>
Pont</a:t>
            </a:r>
          </a:p>
          <a:p>
            <a:r>
              <a:rPr lang="fr-FR" smtClean="0"/>
              <a:t>15-  DE TA VOIX, DE TA VOIX TU NOUS APPELLES À LA CROIX </a:t>
            </a:r>
          </a:p>
          <a:p>
            <a:r>
              <a:rPr lang="fr-FR" smtClean="0"/>
              <a:t>
16-  CET AMOUR QUI PEUT LIBÉRER CET AMOUR QUI PEUT RESTAURER 
17-  NOUS APPELLE PAR NOTRE NOM TU NOUS APPELLES PAR NOTRE NOM 
18-  CE DIEU QUI CRÉA TOUT L’UNIVERS CE DIEU QUI VINT MOURIR AU CALVAIRE 
19-  NOUS APPELLE PAR NOTRE NOM TU NOUS APPELLES PAR NOTRE NOM</a:t>
            </a:r>
          </a:p>
          <a:p>
            <a:r>
              <a:rPr lang="fr-FR" smtClean="0"/>
              <a:t> 
20-  OH, OH, OH, OH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LES HUMBLES SONT BÉNIS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LES FAIBLES SONT AFFERMIS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CŒURS BRISÉS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RÉTABLIS DONNANT LA VIE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LIBÉRER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RESTAURER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CRÉA TOUT L’UNIVERS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VINT MOURIR AU CALVAIRE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CEUX QUI DOUTENT DANS LA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CHANCELANTS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TENDS LES BRAS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LES APPELLES DE TA VOIX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À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LIBÉRER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RESTAURER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CRÉA TOUT L’UNIVERS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VINT MOURIR AU CALVAIRE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VOIX, DE TA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À LA CROIX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LIBÉRER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 QUI PEUT RESTAURER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CRÉA TOUT L’UNIVERS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DIEU QUI VINT MOURIR AU CALVAIRE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APPELLE PAR NOTRE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APPELLES PAR NOTRE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731</Words>
  <Application>Microsoft Office PowerPoint</Application>
  <PresentationFormat>Affichage à l'écran (4:3)</PresentationFormat>
  <Paragraphs>398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172</cp:revision>
  <dcterms:created xsi:type="dcterms:W3CDTF">2002-08-17T10:50:50Z</dcterms:created>
  <dcterms:modified xsi:type="dcterms:W3CDTF">2018-11-18T12:31:32Z</dcterms:modified>
</cp:coreProperties>
</file>