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3" r:id="rId3"/>
    <p:sldId id="284" r:id="rId4"/>
    <p:sldId id="285" r:id="rId5"/>
    <p:sldId id="270" r:id="rId6"/>
    <p:sldId id="271" r:id="rId7"/>
    <p:sldId id="273" r:id="rId8"/>
    <p:sldId id="281" r:id="rId9"/>
    <p:sldId id="274" r:id="rId10"/>
    <p:sldId id="286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4" autoAdjust="0"/>
    <p:restoredTop sz="91136" autoAdjust="0"/>
  </p:normalViewPr>
  <p:slideViewPr>
    <p:cSldViewPr>
      <p:cViewPr>
        <p:scale>
          <a:sx n="50" d="100"/>
          <a:sy n="50" d="100"/>
        </p:scale>
        <p:origin x="-216" y="-5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7DF44-7921-4F64-88CB-425E985C74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35D6E-DD42-4045-8FA3-E756873529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0FAF58-F6E8-4F38-87E4-97F360B5E5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67DB9-2A6C-485B-9E3D-E78682A0C4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E4835-BB34-4EF6-B04C-8205E14470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AC8B24-67A6-44C1-BF8B-B57AC49614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09A63-ED2F-4C9E-919D-7456680EFD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87CB8-1A50-436F-89E3-9C0CDE180E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27EECE-B6B2-42F1-885C-6F61FD56CD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506D01-0363-4C18-B686-EEDA050E6E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361998-FCEE-4ED0-83F2-10F0F180AB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2B24964-C8E2-4A3A-BB1E-784481343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-252413" y="-100013"/>
            <a:ext cx="9648826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AS WE COME INTO YOUR PRESENCE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100013"/>
            <a:ext cx="9072563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WE REMEMBER EVERY BLESSING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23850" y="-100013"/>
            <a:ext cx="9720263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THAT YOU’VE POURED OUT SO FREELY FROM ABOVE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-100013"/>
            <a:ext cx="9072563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LIFTING GRATITUDE AND PRAISES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0" y="-100013"/>
            <a:ext cx="9001125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FOR COMPASSION SO AMAZING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357188" y="-100013"/>
            <a:ext cx="8358187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LORD WE’VE COME TO GIVE YOU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THANKS FOR ALL YOU’VE DONE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042988" y="-100013"/>
            <a:ext cx="6915150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BECAUSE OF YOUR LOVE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WE’RE FORGIVEN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900113" y="-100013"/>
            <a:ext cx="7272337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BECAUSE OF YOUR LOVE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OUR HEARTS ARE CLEAN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323850" y="-100013"/>
            <a:ext cx="8496300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WE LIFT YOU UP WITH SONGS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OF FREEDOM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755650" y="-100013"/>
            <a:ext cx="7632700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FOREVER WE’RE CHANGED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BECAUSE OF YOUR LOVE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49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AS WE COME INTO YOUR PRESENCE</vt:lpstr>
      <vt:lpstr>WE REMEMBER EVERY BLESSING</vt:lpstr>
      <vt:lpstr>THAT YOU’VE POURED OUT SO FREELY FROM ABOVE</vt:lpstr>
      <vt:lpstr>LIFTING GRATITUDE AND PRAISES</vt:lpstr>
      <vt:lpstr>FOR COMPASSION SO AMAZING</vt:lpstr>
      <vt:lpstr>LORD WE’VE COME TO GIVE YOU THANKS FOR ALL YOU’VE DONE</vt:lpstr>
      <vt:lpstr>BECAUSE OF YOUR LOVE WE’RE FORGIVEN</vt:lpstr>
      <vt:lpstr>BECAUSE OF YOUR LOVE OUR HEARTS ARE CLEAN</vt:lpstr>
      <vt:lpstr>WE LIFT YOU UP WITH SONGS OF FREEDOM</vt:lpstr>
      <vt:lpstr>FOREVER WE’RE CHANGED BECAUSE OF YOUR LOVE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ESPINOZA CELIA</cp:lastModifiedBy>
  <cp:revision>77</cp:revision>
  <dcterms:created xsi:type="dcterms:W3CDTF">2002-08-17T10:50:50Z</dcterms:created>
  <dcterms:modified xsi:type="dcterms:W3CDTF">2010-11-21T14:53:02Z</dcterms:modified>
</cp:coreProperties>
</file>