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264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94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BC725B7-E50E-4650-A106-1CBDE23E1E6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05A23-47BF-49BB-AAE4-56DA1C57788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PEUT SAUVER MON ÂME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2-  POUR ELLE JE NE RÉCLAME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POUR MON PARDON JE NE VOIS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r>
              <a:rPr lang="fr-FR" smtClean="0"/>
              <a:t>4-  POUR MON SALUT JE NE CROIS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PAR LE DON DE LA CROIX</a:t>
            </a:r>
            <a:br>
              <a:rPr lang="fr-FR" smtClean="0"/>
            </a:br>
            <a:r>
              <a:rPr lang="fr-FR" smtClean="0"/>
              <a:t>     	     TU NOUS PURIFIES</a:t>
            </a:r>
            <a:br>
              <a:rPr lang="fr-FR" smtClean="0"/>
            </a:br>
            <a:r>
              <a:rPr lang="fr-FR" smtClean="0"/>
              <a:t>	6-  PAR TON CORPS CLOUÉ AU BOIS</a:t>
            </a:r>
            <a:br>
              <a:rPr lang="fr-FR" smtClean="0"/>
            </a:br>
            <a:r>
              <a:rPr lang="fr-FR" smtClean="0"/>
              <a:t>     	     LE PARDON JAILLIT </a:t>
            </a:r>
            <a:br>
              <a:rPr lang="fr-FR" smtClean="0"/>
            </a:br>
            <a:r>
              <a:rPr lang="fr-FR" smtClean="0"/>
              <a:t>	7-  QUAND NOUS VENONS</a:t>
            </a:r>
            <a:br>
              <a:rPr lang="fr-FR" smtClean="0"/>
            </a:br>
            <a:r>
              <a:rPr lang="fr-FR" smtClean="0"/>
              <a:t>	     DEVANT TOI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8-  JE N’AI POUR TOUTE ESPÉRANCE</a:t>
            </a:r>
            <a:br>
              <a:rPr lang="fr-FR" smtClean="0"/>
            </a:br>
            <a:r>
              <a:rPr lang="fr-FR" smtClean="0"/>
              <a:t>     RIEN QUE LE SANG DE JÉSUS</a:t>
            </a:r>
            <a:br>
              <a:rPr lang="fr-FR" smtClean="0"/>
            </a:br>
            <a:r>
              <a:rPr lang="fr-FR" smtClean="0"/>
              <a:t>9-  POUR APPUI, POUR CONFIANCE</a:t>
            </a:r>
            <a:br>
              <a:rPr lang="fr-FR" smtClean="0"/>
            </a:br>
            <a:r>
              <a:rPr lang="fr-FR" smtClean="0"/>
              <a:t>     RIEN QUE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OH LE SANG DE JÉSUS</a:t>
            </a:r>
            <a:br>
              <a:rPr lang="fr-FR" smtClean="0"/>
            </a:br>
            <a:r>
              <a:rPr lang="fr-FR" smtClean="0"/>
              <a:t>       OH LE SANG DE JÉSUS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NOS PÉCHÉS SONT EFFACÉS</a:t>
            </a:r>
            <a:br>
              <a:rPr lang="fr-FR" smtClean="0"/>
            </a:br>
            <a:r>
              <a:rPr lang="fr-FR" smtClean="0"/>
              <a:t>       PAR TA MORT, JE SUIS SAUVÉ </a:t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B8D6C-9C78-4BF8-A0FE-06E1DEAF09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94CFE-9C0A-4774-95F1-77F691B378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3B161-2446-4AB3-A854-5C2EB4C496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04E3E-1460-4BFA-9012-9C0D835A80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C286A-9656-48D0-84BB-55B4363C62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81C31-A715-48C6-81FF-5D89DF68CA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4AE4EA-27A8-4A13-962E-5F63B641D0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4EEF56-2448-4AD6-9C9B-34847F5BFC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EB90E-58ED-47D4-96D8-D044793BA9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FBF0A-B53C-4C0D-9539-9579613C1A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42DE4-63F7-4E16-A937-A996290920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7EC2E73-4518-44CE-9138-937B8B3232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PEUT SAUVER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LE SANG DE JÉSUS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ELLE JE NE RÉCLAME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LE SANG DE JÉSUS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MON PARDON JE NE VOIS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LE SANG DE JÉSUS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MON SALUT JE NE CROIS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LE SANG DE JÉSUS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LE DON DE LA CROIX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PURIFIES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TON CORPS CLOUÉ AU BOIS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PARDON JAILLIT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VENONS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TOI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POUR TOUTE ESPÉRANCE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LE SANG DE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APPUI, POUR CONFIANCE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LE SANG DE JÉSUS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LE SANG DE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LE SANG DE JÉSUS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PÉCHÉS SONT EFFACÉS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TA MORT, JE SUIS SAUVÉ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3136</TotalTime>
  <Words>211</Words>
  <Application>Microsoft Office PowerPoint</Application>
  <PresentationFormat>On-screen Show (4:3)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RIEN NE PEUT SAUVER MON ÂME RIEN QUE LE SANG DE JÉSUS  </vt:lpstr>
      <vt:lpstr>POUR ELLE JE NE RÉCLAME RIEN QUE LE SANG DE JÉSUS  </vt:lpstr>
      <vt:lpstr>POUR MON PARDON JE NE VOIS RIEN QUE LE SANG DE JÉSUS  </vt:lpstr>
      <vt:lpstr>POUR MON SALUT JE NE CROIS RIEN QUE LE SANG DE JÉSUS  </vt:lpstr>
      <vt:lpstr>PAR LE DON DE LA CROIX TU NOUS PURIFIES </vt:lpstr>
      <vt:lpstr>PAR TON CORPS CLOUÉ AU BOIS LE PARDON JAILLIT  </vt:lpstr>
      <vt:lpstr>QUAND NOUS VENONS DEVANT TOI  </vt:lpstr>
      <vt:lpstr>JE N’AI POUR TOUTE ESPÉRANCE RIEN QUE LE SANG DE JÉSUS </vt:lpstr>
      <vt:lpstr>POUR APPUI, POUR CONFIANCE RIEN QUE LE SANG DE JÉSUS  </vt:lpstr>
      <vt:lpstr>OH LE SANG DE JÉSUS OH LE SANG DE JÉSUS  </vt:lpstr>
      <vt:lpstr>NOS PÉCHÉS SONT EFFACÉS PAR TA MORT, JE SUIS SAUVÉ 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Family_01</cp:lastModifiedBy>
  <cp:revision>143</cp:revision>
  <dcterms:created xsi:type="dcterms:W3CDTF">2002-08-17T10:50:50Z</dcterms:created>
  <dcterms:modified xsi:type="dcterms:W3CDTF">2014-05-24T06:13:45Z</dcterms:modified>
</cp:coreProperties>
</file>