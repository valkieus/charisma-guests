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2" r:id="rId2"/>
    <p:sldId id="275" r:id="rId3"/>
    <p:sldId id="274" r:id="rId4"/>
    <p:sldId id="285" r:id="rId5"/>
    <p:sldId id="273" r:id="rId6"/>
    <p:sldId id="277" r:id="rId7"/>
    <p:sldId id="278" r:id="rId8"/>
    <p:sldId id="279" r:id="rId9"/>
    <p:sldId id="280" r:id="rId10"/>
    <p:sldId id="281" r:id="rId11"/>
    <p:sldId id="286" r:id="rId12"/>
    <p:sldId id="283" r:id="rId13"/>
    <p:sldId id="284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8698" autoAdjust="0"/>
  </p:normalViewPr>
  <p:slideViewPr>
    <p:cSldViewPr>
      <p:cViewPr varScale="1">
        <p:scale>
          <a:sx n="37" d="100"/>
          <a:sy n="37" d="100"/>
        </p:scale>
        <p:origin x="-50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18/11/2018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CAR DIEU EST LÀ POUSSONS DES CRIS DE JOIE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DRESSONS-LUI UN TRÔNE DE RECONNAISSANCE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UN PALAIS DE LOUANGES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CHANTONS LE ROI DES ROIS SON AMOUR DURERA  
5-  ET QUAND ON LE LOUE SA GLOIRE DESCEND SUR NOUS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DANS SON TEMPLE ICI-BAS, CHANTONS CAR DIEU EST LÀ 
7-  JÉSUS DEMEURE AU MILIEU DE SON PEUPLE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8-  QUAND IL VIENT LE LOUER,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 PONT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9-  JÉSUS DEMEURE AU MILIEU DE SON PEUPLE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10-  QUAND IL VIENT L'ADORER    X2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11-  NOUS SOMMES TOUS ASSEMBLÉS POUR L'ADORER AVEC NOS INSTRUMENTS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12-  JOYEUX DE CE QUE DIEU NOUS A SAUVÉS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FAISONS MONTER NOS CHANTS    X2
</a:t>
            </a:r>
            <a:endParaRPr lang="fr-FR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CAR DIEU EST LÀ POUSSONS DES CRIS DE JOIE</a:t>
            </a:r>
            <a:br>
              <a:rPr lang="fr-FR" smtClean="0"/>
            </a:br>
            <a:r>
              <a:rPr lang="fr-FR" smtClean="0"/>
              <a:t>2-  DRESSONS-LUI UN TRÔNE DE RECONNAISSANCE</a:t>
            </a:r>
            <a:br>
              <a:rPr lang="fr-FR" smtClean="0"/>
            </a:br>
            <a:r>
              <a:rPr lang="fr-FR" smtClean="0"/>
              <a:t>3-  UN PALAIS DE LOUANGES</a:t>
            </a:r>
            <a:br>
              <a:rPr lang="fr-FR" smtClean="0"/>
            </a:br>
            <a:r>
              <a:rPr lang="fr-FR" smtClean="0"/>
              <a:t>4-  CHANTONS LE ROI DES ROIS SON AMOUR DURERA  
5-  ET QUAND ON LE LOUE SA GLOIRE DESCEND SUR NOUS</a:t>
            </a:r>
          </a:p>
          <a:p>
            <a:r>
              <a:rPr lang="fr-FR" smtClean="0"/>
              <a:t>6-  DANS SON TEMPLE ICI-BAS, CHANTONS CAR DIEU EST LÀ 
7-  JÉSUS DEMEURE AU MILIEU DE SON PEUPLE</a:t>
            </a:r>
            <a:br>
              <a:rPr lang="fr-FR" smtClean="0"/>
            </a:br>
            <a:r>
              <a:rPr lang="fr-FR" smtClean="0"/>
              <a:t> 8-  QUAND IL VIENT LE LOUER,</a:t>
            </a:r>
            <a:br>
              <a:rPr lang="fr-FR" smtClean="0"/>
            </a:br>
            <a:r>
              <a:rPr lang="fr-FR" smtClean="0"/>
              <a:t> 
	 PONT </a:t>
            </a:r>
          </a:p>
          <a:p>
            <a:r>
              <a:rPr lang="fr-FR" smtClean="0"/>
              <a:t>	  9-  JÉSUS DEMEURE AU MILIEU DE SON PEUPLE</a:t>
            </a:r>
            <a:br>
              <a:rPr lang="fr-FR" smtClean="0"/>
            </a:br>
            <a:r>
              <a:rPr lang="fr-FR" smtClean="0"/>
              <a:t>	 10-  QUAND IL VIENT L'ADORER    X2 </a:t>
            </a:r>
          </a:p>
          <a:p>
            <a:r>
              <a:rPr lang="fr-FR" smtClean="0"/>
              <a:t>
	 11-  NOUS SOMMES TOUS ASSEMBLÉS POUR L'ADORER AVEC NOS INSTRUMENTS</a:t>
            </a:r>
            <a:br>
              <a:rPr lang="fr-FR" smtClean="0"/>
            </a:br>
            <a:r>
              <a:rPr lang="fr-FR" smtClean="0"/>
              <a:t> 	12-  JOYEUX DE CE QUE DIEU NOUS A SAUVÉS</a:t>
            </a:r>
            <a:br>
              <a:rPr lang="fr-FR" smtClean="0"/>
            </a:br>
            <a:r>
              <a:rPr lang="fr-FR" smtClean="0"/>
              <a:t>	13-  FAISONS MONTER NOS CHANTS    X2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CAR DIEU EST LÀ POUSSONS DES CRIS DE JOIE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DRESSONS-LUI UN TRÔNE DE RECONNAISSANCE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UN PALAIS DE LOUANGES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CHANTONS LE ROI DES ROIS SON AMOUR DURERA  
5-  ET QUAND ON LE LOUE SA GLOIRE DESCEND SUR NOUS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DANS SON TEMPLE ICI-BAS, CHANTONS CAR DIEU EST LÀ 
7-  JÉSUS DEMEURE AU MILIEU DE SON PEUPLE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8-  QUAND IL VIENT LE LOUER,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 PONT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9-  JÉSUS DEMEURE AU MILIEU DE SON PEUPLE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10-  QUAND IL VIENT L'ADORER    X2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11-  NOUS SOMMES TOUS ASSEMBLÉS POUR L'ADORER AVEC NOS INSTRUMENTS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12-  JOYEUX DE CE QUE DIEU NOUS A SAUVÉS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FAISONS MONTER NOS CHANTS    X2
</a:t>
            </a:r>
            <a:endParaRPr lang="fr-FR" sz="1200" b="0" i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CAR DIEU EST LÀ POUSSONS DES CRIS DE JOIE</a:t>
            </a:r>
            <a:br>
              <a:rPr lang="fr-FR" smtClean="0"/>
            </a:br>
            <a:r>
              <a:rPr lang="fr-FR" smtClean="0"/>
              <a:t>2-  DRESSONS-LUI UN TRÔNE DE RECONNAISSANCE</a:t>
            </a:r>
            <a:br>
              <a:rPr lang="fr-FR" smtClean="0"/>
            </a:br>
            <a:r>
              <a:rPr lang="fr-FR" smtClean="0"/>
              <a:t>3-  UN PALAIS DE LOUANGES</a:t>
            </a:r>
            <a:br>
              <a:rPr lang="fr-FR" smtClean="0"/>
            </a:br>
            <a:r>
              <a:rPr lang="fr-FR" smtClean="0"/>
              <a:t>4-  CHANTONS LE ROI DES ROIS SON AMOUR DURERA  
5-  ET QUAND ON LE LOUE SA GLOIRE DESCEND SUR NOUS</a:t>
            </a:r>
          </a:p>
          <a:p>
            <a:r>
              <a:rPr lang="fr-FR" smtClean="0"/>
              <a:t>6-  DANS SON TEMPLE ICI-BAS, CHANTONS CAR DIEU EST LÀ 
7-  JÉSUS DEMEURE AU MILIEU DE SON PEUPLE</a:t>
            </a:r>
            <a:br>
              <a:rPr lang="fr-FR" smtClean="0"/>
            </a:br>
            <a:r>
              <a:rPr lang="fr-FR" smtClean="0"/>
              <a:t> 8-  QUAND IL VIENT LE LOUER,</a:t>
            </a:r>
            <a:br>
              <a:rPr lang="fr-FR" smtClean="0"/>
            </a:br>
            <a:r>
              <a:rPr lang="fr-FR" smtClean="0"/>
              <a:t> 
	 PONT </a:t>
            </a:r>
          </a:p>
          <a:p>
            <a:r>
              <a:rPr lang="fr-FR" smtClean="0"/>
              <a:t>	  9-  JÉSUS DEMEURE AU MILIEU DE SON PEUPLE</a:t>
            </a:r>
            <a:br>
              <a:rPr lang="fr-FR" smtClean="0"/>
            </a:br>
            <a:r>
              <a:rPr lang="fr-FR" smtClean="0"/>
              <a:t>	 10-  QUAND IL VIENT L'ADORER    X2 </a:t>
            </a:r>
          </a:p>
          <a:p>
            <a:r>
              <a:rPr lang="fr-FR" smtClean="0"/>
              <a:t>
	 11-  NOUS SOMMES TOUS ASSEMBLÉS POUR L'ADORER AVEC NOS INSTRUMENTS</a:t>
            </a:r>
            <a:br>
              <a:rPr lang="fr-FR" smtClean="0"/>
            </a:br>
            <a:r>
              <a:rPr lang="fr-FR" smtClean="0"/>
              <a:t> 	12-  JOYEUX DE CE QUE DIEU NOUS A SAUVÉS</a:t>
            </a:r>
            <a:br>
              <a:rPr lang="fr-FR" smtClean="0"/>
            </a:br>
            <a:r>
              <a:rPr lang="fr-FR" smtClean="0"/>
              <a:t>	13-  FAISONS MONTER NOS CHANTS    X2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CAR DIEU EST LÀ POUSSONS DES CRIS DE JOIE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DRESSONS-LUI UN TRÔNE DE RECONNAISSANCE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UN PALAIS DE LOUANGES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CHANTONS LE ROI DES ROIS SON AMOUR DURERA  
5-  ET QUAND ON LE LOUE SA GLOIRE DESCEND SUR NOUS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DANS SON TEMPLE ICI-BAS, CHANTONS CAR DIEU EST LÀ 
7-  JÉSUS DEMEURE AU MILIEU DE SON PEUPLE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8-  QUAND IL VIENT LE LOUER,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 PONT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9-  JÉSUS DEMEURE AU MILIEU DE SON PEUPLE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10-  QUAND IL VIENT L'ADORER    X2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11-  NOUS SOMMES TOUS ASSEMBLÉS POUR L'ADORER AVEC NOS INSTRUMENTS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12-  JOYEUX DE CE QUE DIEU NOUS A SAUVÉS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FAISONS MONTER NOS CHANTS    X2
</a:t>
            </a:r>
            <a:endParaRPr lang="fr-FR" sz="1200" b="0" i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CAR DIEU EST LÀ POUSSONS DES CRIS DE JOIE</a:t>
            </a:r>
            <a:br>
              <a:rPr lang="fr-FR" smtClean="0"/>
            </a:br>
            <a:r>
              <a:rPr lang="fr-FR" smtClean="0"/>
              <a:t>2-  DRESSONS-LUI UN TRÔNE DE RECONNAISSANCE</a:t>
            </a:r>
            <a:br>
              <a:rPr lang="fr-FR" smtClean="0"/>
            </a:br>
            <a:r>
              <a:rPr lang="fr-FR" smtClean="0"/>
              <a:t>3-  UN PALAIS DE LOUANGES</a:t>
            </a:r>
            <a:br>
              <a:rPr lang="fr-FR" smtClean="0"/>
            </a:br>
            <a:r>
              <a:rPr lang="fr-FR" smtClean="0"/>
              <a:t>4-  CHANTONS LE ROI DES ROIS SON AMOUR DURERA  
5-  ET QUAND ON LE LOUE SA GLOIRE DESCEND SUR NOUS</a:t>
            </a:r>
          </a:p>
          <a:p>
            <a:r>
              <a:rPr lang="fr-FR" smtClean="0"/>
              <a:t>6-  DANS SON TEMPLE ICI-BAS, CHANTONS CAR DIEU EST LÀ 
7-  JÉSUS DEMEURE AU MILIEU DE SON PEUPLE</a:t>
            </a:r>
            <a:br>
              <a:rPr lang="fr-FR" smtClean="0"/>
            </a:br>
            <a:r>
              <a:rPr lang="fr-FR" smtClean="0"/>
              <a:t> 8-  QUAND IL VIENT LE LOUER,</a:t>
            </a:r>
            <a:br>
              <a:rPr lang="fr-FR" smtClean="0"/>
            </a:br>
            <a:r>
              <a:rPr lang="fr-FR" smtClean="0"/>
              <a:t> 
	 PONT </a:t>
            </a:r>
          </a:p>
          <a:p>
            <a:r>
              <a:rPr lang="fr-FR" smtClean="0"/>
              <a:t>	  9-  JÉSUS DEMEURE AU MILIEU DE SON PEUPLE</a:t>
            </a:r>
            <a:br>
              <a:rPr lang="fr-FR" smtClean="0"/>
            </a:br>
            <a:r>
              <a:rPr lang="fr-FR" smtClean="0"/>
              <a:t>	 10-  QUAND IL VIENT L'ADORER    X2 </a:t>
            </a:r>
          </a:p>
          <a:p>
            <a:r>
              <a:rPr lang="fr-FR" smtClean="0"/>
              <a:t>
	 11-  NOUS SOMMES TOUS ASSEMBLÉS POUR L'ADORER AVEC NOS INSTRUMENTS</a:t>
            </a:r>
            <a:br>
              <a:rPr lang="fr-FR" smtClean="0"/>
            </a:br>
            <a:r>
              <a:rPr lang="fr-FR" smtClean="0"/>
              <a:t> 	12-  JOYEUX DE CE QUE DIEU NOUS A SAUVÉS</a:t>
            </a:r>
            <a:br>
              <a:rPr lang="fr-FR" smtClean="0"/>
            </a:br>
            <a:r>
              <a:rPr lang="fr-FR" smtClean="0"/>
              <a:t>	13-  FAISONS MONTER NOS CHANTS    X2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CAR DIEU EST LÀ POUSSONS DES CRIS DE JOIE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DRESSONS-LUI UN TRÔNE DE RECONNAISSANCE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UN PALAIS DE LOUANGES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CHANTONS LE ROI DES ROIS SON AMOUR DURERA  
5-  ET QUAND ON LE LOUE SA GLOIRE DESCEND SUR NOUS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DANS SON TEMPLE ICI-BAS, CHANTONS CAR DIEU EST LÀ 
7-  JÉSUS DEMEURE AU MILIEU DE SON PEUPLE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8-  QUAND IL VIENT LE LOUER,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 PONT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9-  JÉSUS DEMEURE AU MILIEU DE SON PEUPLE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10-  QUAND IL VIENT L'ADORER    X2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11-  NOUS SOMMES TOUS ASSEMBLÉS POUR L'ADORER AVEC NOS INSTRUMENTS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12-  JOYEUX DE CE QUE DIEU NOUS A SAUVÉS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FAISONS MONTER NOS CHANTS    X2
</a:t>
            </a:r>
            <a:endParaRPr lang="fr-FR" sz="1200" b="0" i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CAR DIEU EST LÀ POUSSONS DES CRIS DE JOIE</a:t>
            </a:r>
            <a:br>
              <a:rPr lang="fr-FR" smtClean="0"/>
            </a:br>
            <a:r>
              <a:rPr lang="fr-FR" smtClean="0"/>
              <a:t>2-  DRESSONS-LUI UN TRÔNE DE RECONNAISSANCE</a:t>
            </a:r>
            <a:br>
              <a:rPr lang="fr-FR" smtClean="0"/>
            </a:br>
            <a:r>
              <a:rPr lang="fr-FR" smtClean="0"/>
              <a:t>3-  UN PALAIS DE LOUANGES</a:t>
            </a:r>
            <a:br>
              <a:rPr lang="fr-FR" smtClean="0"/>
            </a:br>
            <a:r>
              <a:rPr lang="fr-FR" smtClean="0"/>
              <a:t>4-  CHANTONS LE ROI DES ROIS SON AMOUR DURERA  
5-  ET QUAND ON LE LOUE SA GLOIRE DESCEND SUR NOUS</a:t>
            </a:r>
          </a:p>
          <a:p>
            <a:r>
              <a:rPr lang="fr-FR" smtClean="0"/>
              <a:t>6-  DANS SON TEMPLE ICI-BAS, CHANTONS CAR DIEU EST LÀ 
7-  JÉSUS DEMEURE AU MILIEU DE SON PEUPLE</a:t>
            </a:r>
            <a:br>
              <a:rPr lang="fr-FR" smtClean="0"/>
            </a:br>
            <a:r>
              <a:rPr lang="fr-FR" smtClean="0"/>
              <a:t> 8-  QUAND IL VIENT LE LOUER,</a:t>
            </a:r>
            <a:br>
              <a:rPr lang="fr-FR" smtClean="0"/>
            </a:br>
            <a:r>
              <a:rPr lang="fr-FR" smtClean="0"/>
              <a:t> 
	 PONT </a:t>
            </a:r>
          </a:p>
          <a:p>
            <a:r>
              <a:rPr lang="fr-FR" smtClean="0"/>
              <a:t>	  9-  JÉSUS DEMEURE AU MILIEU DE SON PEUPLE</a:t>
            </a:r>
            <a:br>
              <a:rPr lang="fr-FR" smtClean="0"/>
            </a:br>
            <a:r>
              <a:rPr lang="fr-FR" smtClean="0"/>
              <a:t>	 10-  QUAND IL VIENT L'ADORER    X2 </a:t>
            </a:r>
          </a:p>
          <a:p>
            <a:r>
              <a:rPr lang="fr-FR" smtClean="0"/>
              <a:t>
	 11-  NOUS SOMMES TOUS ASSEMBLÉS POUR L'ADORER AVEC NOS INSTRUMENTS</a:t>
            </a:r>
            <a:br>
              <a:rPr lang="fr-FR" smtClean="0"/>
            </a:br>
            <a:r>
              <a:rPr lang="fr-FR" smtClean="0"/>
              <a:t> 	12-  JOYEUX DE CE QUE DIEU NOUS A SAUVÉS</a:t>
            </a:r>
            <a:br>
              <a:rPr lang="fr-FR" smtClean="0"/>
            </a:br>
            <a:r>
              <a:rPr lang="fr-FR" smtClean="0"/>
              <a:t>	13-  FAISONS MONTER NOS CHANTS    X2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CAR DIEU EST LÀ POUSSONS DES CRIS DE JOIE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DRESSONS-LUI UN TRÔNE DE RECONNAISSANCE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UN PALAIS DE LOUANGES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CHANTONS LE ROI DES ROIS SON AMOUR DURERA  
5-  ET QUAND ON LE LOUE SA GLOIRE DESCEND SUR NOUS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DANS SON TEMPLE ICI-BAS, CHANTONS CAR DIEU EST LÀ 
7-  JÉSUS DEMEURE AU MILIEU DE SON PEUPLE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8-  QUAND IL VIENT LE LOUER,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 PONT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9-  JÉSUS DEMEURE AU MILIEU DE SON PEUPLE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10-  QUAND IL VIENT L'ADORER    X2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11-  NOUS SOMMES TOUS ASSEMBLÉS POUR L'ADORER AVEC NOS INSTRUMENTS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12-  JOYEUX DE CE QUE DIEU NOUS A SAUVÉS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FAISONS MONTER NOS CHANTS    X2
</a:t>
            </a:r>
            <a:endParaRPr lang="fr-FR" sz="1200" b="0" i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CAR DIEU EST LÀ POUSSONS DES CRIS DE JOIE</a:t>
            </a:r>
            <a:br>
              <a:rPr lang="fr-FR" smtClean="0"/>
            </a:br>
            <a:r>
              <a:rPr lang="fr-FR" smtClean="0"/>
              <a:t>2-  DRESSONS-LUI UN TRÔNE DE RECONNAISSANCE</a:t>
            </a:r>
            <a:br>
              <a:rPr lang="fr-FR" smtClean="0"/>
            </a:br>
            <a:r>
              <a:rPr lang="fr-FR" smtClean="0"/>
              <a:t>3-  UN PALAIS DE LOUANGES</a:t>
            </a:r>
            <a:br>
              <a:rPr lang="fr-FR" smtClean="0"/>
            </a:br>
            <a:r>
              <a:rPr lang="fr-FR" smtClean="0"/>
              <a:t>4-  CHANTONS LE ROI DES ROIS SON AMOUR DURERA  
5-  ET QUAND ON LE LOUE SA GLOIRE DESCEND SUR NOUS</a:t>
            </a:r>
          </a:p>
          <a:p>
            <a:r>
              <a:rPr lang="fr-FR" smtClean="0"/>
              <a:t>6-  DANS SON TEMPLE ICI-BAS, CHANTONS CAR DIEU EST LÀ 
7-  JÉSUS DEMEURE AU MILIEU DE SON PEUPLE</a:t>
            </a:r>
            <a:br>
              <a:rPr lang="fr-FR" smtClean="0"/>
            </a:br>
            <a:r>
              <a:rPr lang="fr-FR" smtClean="0"/>
              <a:t> 8-  QUAND IL VIENT LE LOUER,</a:t>
            </a:r>
            <a:br>
              <a:rPr lang="fr-FR" smtClean="0"/>
            </a:br>
            <a:r>
              <a:rPr lang="fr-FR" smtClean="0"/>
              <a:t> 
	 PONT </a:t>
            </a:r>
          </a:p>
          <a:p>
            <a:r>
              <a:rPr lang="fr-FR" smtClean="0"/>
              <a:t>	  9-  JÉSUS DEMEURE AU MILIEU DE SON PEUPLE</a:t>
            </a:r>
            <a:br>
              <a:rPr lang="fr-FR" smtClean="0"/>
            </a:br>
            <a:r>
              <a:rPr lang="fr-FR" smtClean="0"/>
              <a:t>	 10-  QUAND IL VIENT L'ADORER    X2 </a:t>
            </a:r>
          </a:p>
          <a:p>
            <a:r>
              <a:rPr lang="fr-FR" smtClean="0"/>
              <a:t>
	 11-  NOUS SOMMES TOUS ASSEMBLÉS POUR L'ADORER AVEC NOS INSTRUMENTS</a:t>
            </a:r>
            <a:br>
              <a:rPr lang="fr-FR" smtClean="0"/>
            </a:br>
            <a:r>
              <a:rPr lang="fr-FR" smtClean="0"/>
              <a:t> 	12-  JOYEUX DE CE QUE DIEU NOUS A SAUVÉS</a:t>
            </a:r>
            <a:br>
              <a:rPr lang="fr-FR" smtClean="0"/>
            </a:br>
            <a:r>
              <a:rPr lang="fr-FR" smtClean="0"/>
              <a:t>	13-  FAISONS MONTER NOS CHANTS    X2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CAR DIEU EST LÀ POUSSONS DES CRIS DE JOIE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DRESSONS-LUI UN TRÔNE DE RECONNAISSANCE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UN PALAIS DE LOUANGES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CHANTONS LE ROI DES ROIS SON AMOUR DURERA  
5-  ET QUAND ON LE LOUE SA GLOIRE DESCEND SUR NOUS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DANS SON TEMPLE ICI-BAS, CHANTONS CAR DIEU EST LÀ 
7-  JÉSUS DEMEURE AU MILIEU DE SON PEUPLE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8-  QUAND IL VIENT LE LOUER,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 PONT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9-  JÉSUS DEMEURE AU MILIEU DE SON PEUPLE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10-  QUAND IL VIENT L'ADORER    X2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11-  NOUS SOMMES TOUS ASSEMBLÉS POUR L'ADORER AVEC NOS INSTRUMENTS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12-  JOYEUX DE CE QUE DIEU NOUS A SAUVÉS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FAISONS MONTER NOS CHANTS    X2
</a:t>
            </a:r>
            <a:endParaRPr lang="fr-FR" sz="1200" b="0" i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CAR DIEU EST LÀ POUSSONS DES CRIS DE JOIE</a:t>
            </a:r>
            <a:br>
              <a:rPr lang="fr-FR" smtClean="0"/>
            </a:br>
            <a:r>
              <a:rPr lang="fr-FR" smtClean="0"/>
              <a:t>2-  DRESSONS-LUI UN TRÔNE DE RECONNAISSANCE</a:t>
            </a:r>
            <a:br>
              <a:rPr lang="fr-FR" smtClean="0"/>
            </a:br>
            <a:r>
              <a:rPr lang="fr-FR" smtClean="0"/>
              <a:t>3-  UN PALAIS DE LOUANGES</a:t>
            </a:r>
            <a:br>
              <a:rPr lang="fr-FR" smtClean="0"/>
            </a:br>
            <a:r>
              <a:rPr lang="fr-FR" smtClean="0"/>
              <a:t>4-  CHANTONS LE ROI DES ROIS SON AMOUR DURERA  
5-  ET QUAND ON LE LOUE SA GLOIRE DESCEND SUR NOUS</a:t>
            </a:r>
          </a:p>
          <a:p>
            <a:r>
              <a:rPr lang="fr-FR" smtClean="0"/>
              <a:t>6-  DANS SON TEMPLE ICI-BAS, CHANTONS CAR DIEU EST LÀ 
7-  JÉSUS DEMEURE AU MILIEU DE SON PEUPLE</a:t>
            </a:r>
            <a:br>
              <a:rPr lang="fr-FR" smtClean="0"/>
            </a:br>
            <a:r>
              <a:rPr lang="fr-FR" smtClean="0"/>
              <a:t> 8-  QUAND IL VIENT LE LOUER,</a:t>
            </a:r>
            <a:br>
              <a:rPr lang="fr-FR" smtClean="0"/>
            </a:br>
            <a:r>
              <a:rPr lang="fr-FR" smtClean="0"/>
              <a:t> 
	 PONT </a:t>
            </a:r>
          </a:p>
          <a:p>
            <a:r>
              <a:rPr lang="fr-FR" smtClean="0"/>
              <a:t>	  9-  JÉSUS DEMEURE AU MILIEU DE SON PEUPLE</a:t>
            </a:r>
            <a:br>
              <a:rPr lang="fr-FR" smtClean="0"/>
            </a:br>
            <a:r>
              <a:rPr lang="fr-FR" smtClean="0"/>
              <a:t>	 10-  QUAND IL VIENT L'ADORER    X2 </a:t>
            </a:r>
          </a:p>
          <a:p>
            <a:r>
              <a:rPr lang="fr-FR" smtClean="0"/>
              <a:t>
	 11-  NOUS SOMMES TOUS ASSEMBLÉS POUR L'ADORER AVEC NOS INSTRUMENTS</a:t>
            </a:r>
            <a:br>
              <a:rPr lang="fr-FR" smtClean="0"/>
            </a:br>
            <a:r>
              <a:rPr lang="fr-FR" smtClean="0"/>
              <a:t> 	12-  JOYEUX DE CE QUE DIEU NOUS A SAUVÉS</a:t>
            </a:r>
            <a:br>
              <a:rPr lang="fr-FR" smtClean="0"/>
            </a:br>
            <a:r>
              <a:rPr lang="fr-FR" smtClean="0"/>
              <a:t>	13-  FAISONS MONTER NOS CHANTS    X2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CAR DIEU EST LÀ POUSSONS DES CRIS DE JOIE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DRESSONS-LUI UN TRÔNE DE RECONNAISSANCE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UN PALAIS DE LOUANGES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CHANTONS LE ROI DES ROIS SON AMOUR DURERA  
5-  ET QUAND ON LE LOUE SA GLOIRE DESCEND SUR NOUS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DANS SON TEMPLE ICI-BAS, CHANTONS CAR DIEU EST LÀ 
7-  JÉSUS DEMEURE AU MILIEU DE SON PEUPLE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8-  QUAND IL VIENT LE LOUER,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 PONT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9-  JÉSUS DEMEURE AU MILIEU DE SON PEUPLE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10-  QUAND IL VIENT L'ADORER    X2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11-  NOUS SOMMES TOUS ASSEMBLÉS POUR L'ADORER AVEC NOS INSTRUMENTS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12-  JOYEUX DE CE QUE DIEU NOUS A SAUVÉS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FAISONS MONTER NOS CHANTS    X2
</a:t>
            </a:r>
            <a:endParaRPr lang="fr-FR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CAR DIEU EST LÀ POUSSONS DES CRIS DE JOIE</a:t>
            </a:r>
            <a:br>
              <a:rPr lang="fr-FR" smtClean="0"/>
            </a:br>
            <a:r>
              <a:rPr lang="fr-FR" smtClean="0"/>
              <a:t>2-  DRESSONS-LUI UN TRÔNE DE RECONNAISSANCE</a:t>
            </a:r>
            <a:br>
              <a:rPr lang="fr-FR" smtClean="0"/>
            </a:br>
            <a:r>
              <a:rPr lang="fr-FR" smtClean="0"/>
              <a:t>3-  UN PALAIS DE LOUANGES</a:t>
            </a:r>
            <a:br>
              <a:rPr lang="fr-FR" smtClean="0"/>
            </a:br>
            <a:r>
              <a:rPr lang="fr-FR" smtClean="0"/>
              <a:t>4-  CHANTONS LE ROI DES ROIS SON AMOUR DURERA  
5-  ET QUAND ON LE LOUE SA GLOIRE DESCEND SUR NOUS</a:t>
            </a:r>
          </a:p>
          <a:p>
            <a:r>
              <a:rPr lang="fr-FR" smtClean="0"/>
              <a:t>6-  DANS SON TEMPLE ICI-BAS, CHANTONS CAR DIEU EST LÀ 
7-  JÉSUS DEMEURE AU MILIEU DE SON PEUPLE</a:t>
            </a:r>
            <a:br>
              <a:rPr lang="fr-FR" smtClean="0"/>
            </a:br>
            <a:r>
              <a:rPr lang="fr-FR" smtClean="0"/>
              <a:t> 8-  QUAND IL VIENT LE LOUER,</a:t>
            </a:r>
            <a:br>
              <a:rPr lang="fr-FR" smtClean="0"/>
            </a:br>
            <a:r>
              <a:rPr lang="fr-FR" smtClean="0"/>
              <a:t> 
	 PONT </a:t>
            </a:r>
          </a:p>
          <a:p>
            <a:r>
              <a:rPr lang="fr-FR" smtClean="0"/>
              <a:t>	  9-  JÉSUS DEMEURE AU MILIEU DE SON PEUPLE</a:t>
            </a:r>
            <a:br>
              <a:rPr lang="fr-FR" smtClean="0"/>
            </a:br>
            <a:r>
              <a:rPr lang="fr-FR" smtClean="0"/>
              <a:t>	 10-  QUAND IL VIENT L'ADORER    X2 </a:t>
            </a:r>
          </a:p>
          <a:p>
            <a:r>
              <a:rPr lang="fr-FR" smtClean="0"/>
              <a:t>
	 11-  NOUS SOMMES TOUS ASSEMBLÉS POUR L'ADORER AVEC NOS INSTRUMENTS</a:t>
            </a:r>
            <a:br>
              <a:rPr lang="fr-FR" smtClean="0"/>
            </a:br>
            <a:r>
              <a:rPr lang="fr-FR" smtClean="0"/>
              <a:t> 	12-  JOYEUX DE CE QUE DIEU NOUS A SAUVÉS</a:t>
            </a:r>
            <a:br>
              <a:rPr lang="fr-FR" smtClean="0"/>
            </a:br>
            <a:r>
              <a:rPr lang="fr-FR" smtClean="0"/>
              <a:t>	13-  FAISONS MONTER NOS CHANTS    X2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CAR DIEU EST LÀ POUSSONS DES CRIS DE JOIE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DRESSONS-LUI UN TRÔNE DE RECONNAISSANCE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UN PALAIS DE LOUANGES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CHANTONS LE ROI DES ROIS SON AMOUR DURERA  
5-  ET QUAND ON LE LOUE SA GLOIRE DESCEND SUR NOUS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DANS SON TEMPLE ICI-BAS, CHANTONS CAR DIEU EST LÀ 
7-  JÉSUS DEMEURE AU MILIEU DE SON PEUPLE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8-  QUAND IL VIENT LE LOUER,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 PONT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9-  JÉSUS DEMEURE AU MILIEU DE SON PEUPLE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10-  QUAND IL VIENT L'ADORER    X2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11-  NOUS SOMMES TOUS ASSEMBLÉS POUR L'ADORER AVEC NOS INSTRUMENTS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12-  JOYEUX DE CE QUE DIEU NOUS A SAUVÉS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FAISONS MONTER NOS CHANTS    X2
</a:t>
            </a:r>
            <a:endParaRPr lang="fr-FR" sz="1200" b="0" i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CAR DIEU EST LÀ POUSSONS DES CRIS DE JOIE</a:t>
            </a:r>
            <a:br>
              <a:rPr lang="fr-FR" smtClean="0"/>
            </a:br>
            <a:r>
              <a:rPr lang="fr-FR" smtClean="0"/>
              <a:t>2-  DRESSONS-LUI UN TRÔNE DE RECONNAISSANCE</a:t>
            </a:r>
            <a:br>
              <a:rPr lang="fr-FR" smtClean="0"/>
            </a:br>
            <a:r>
              <a:rPr lang="fr-FR" smtClean="0"/>
              <a:t>3-  UN PALAIS DE LOUANGES</a:t>
            </a:r>
            <a:br>
              <a:rPr lang="fr-FR" smtClean="0"/>
            </a:br>
            <a:r>
              <a:rPr lang="fr-FR" smtClean="0"/>
              <a:t>4-  CHANTONS LE ROI DES ROIS SON AMOUR DURERA  
5-  ET QUAND ON LE LOUE SA GLOIRE DESCEND SUR NOUS</a:t>
            </a:r>
          </a:p>
          <a:p>
            <a:r>
              <a:rPr lang="fr-FR" smtClean="0"/>
              <a:t>6-  DANS SON TEMPLE ICI-BAS, CHANTONS CAR DIEU EST LÀ 
7-  JÉSUS DEMEURE AU MILIEU DE SON PEUPLE</a:t>
            </a:r>
            <a:br>
              <a:rPr lang="fr-FR" smtClean="0"/>
            </a:br>
            <a:r>
              <a:rPr lang="fr-FR" smtClean="0"/>
              <a:t> 8-  QUAND IL VIENT LE LOUER,</a:t>
            </a:r>
            <a:br>
              <a:rPr lang="fr-FR" smtClean="0"/>
            </a:br>
            <a:r>
              <a:rPr lang="fr-FR" smtClean="0"/>
              <a:t> 
	 PONT </a:t>
            </a:r>
          </a:p>
          <a:p>
            <a:r>
              <a:rPr lang="fr-FR" smtClean="0"/>
              <a:t>	  9-  JÉSUS DEMEURE AU MILIEU DE SON PEUPLE</a:t>
            </a:r>
            <a:br>
              <a:rPr lang="fr-FR" smtClean="0"/>
            </a:br>
            <a:r>
              <a:rPr lang="fr-FR" smtClean="0"/>
              <a:t>	 10-  QUAND IL VIENT L'ADORER    X2 </a:t>
            </a:r>
          </a:p>
          <a:p>
            <a:r>
              <a:rPr lang="fr-FR" smtClean="0"/>
              <a:t>
	 11-  NOUS SOMMES TOUS ASSEMBLÉS POUR L'ADORER AVEC NOS INSTRUMENTS</a:t>
            </a:r>
            <a:br>
              <a:rPr lang="fr-FR" smtClean="0"/>
            </a:br>
            <a:r>
              <a:rPr lang="fr-FR" smtClean="0"/>
              <a:t> 	12-  JOYEUX DE CE QUE DIEU NOUS A SAUVÉS</a:t>
            </a:r>
            <a:br>
              <a:rPr lang="fr-FR" smtClean="0"/>
            </a:br>
            <a:r>
              <a:rPr lang="fr-FR" smtClean="0"/>
              <a:t>	13-  FAISONS MONTER NOS CHANTS    X2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CAR DIEU EST LÀ POUSSONS DES CRIS DE JOIE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DRESSONS-LUI UN TRÔNE DE RECONNAISSANCE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UN PALAIS DE LOUANGES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CHANTONS LE ROI DES ROIS SON AMOUR DURERA  
5-  ET QUAND ON LE LOUE SA GLOIRE DESCEND SUR NOUS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DANS SON TEMPLE ICI-BAS, CHANTONS CAR DIEU EST LÀ 
7-  JÉSUS DEMEURE AU MILIEU DE SON PEUPLE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8-  QUAND IL VIENT LE LOUER,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 PONT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9-  JÉSUS DEMEURE AU MILIEU DE SON PEUPLE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10-  QUAND IL VIENT L'ADORER    X2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11-  NOUS SOMMES TOUS ASSEMBLÉS POUR L'ADORER AVEC NOS INSTRUMENTS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12-  JOYEUX DE CE QUE DIEU NOUS A SAUVÉS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FAISONS MONTER NOS CHANTS    X2
</a:t>
            </a:r>
            <a:endParaRPr lang="fr-FR" sz="1200" b="0" i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CAR DIEU EST LÀ POUSSONS DES CRIS DE JOIE</a:t>
            </a:r>
            <a:br>
              <a:rPr lang="fr-FR" smtClean="0"/>
            </a:br>
            <a:r>
              <a:rPr lang="fr-FR" smtClean="0"/>
              <a:t>2-  DRESSONS-LUI UN TRÔNE DE RECONNAISSANCE</a:t>
            </a:r>
            <a:br>
              <a:rPr lang="fr-FR" smtClean="0"/>
            </a:br>
            <a:r>
              <a:rPr lang="fr-FR" smtClean="0"/>
              <a:t>3-  UN PALAIS DE LOUANGES</a:t>
            </a:r>
            <a:br>
              <a:rPr lang="fr-FR" smtClean="0"/>
            </a:br>
            <a:r>
              <a:rPr lang="fr-FR" smtClean="0"/>
              <a:t>4-  CHANTONS LE ROI DES ROIS SON AMOUR DURERA  
5-  ET QUAND ON LE LOUE SA GLOIRE DESCEND SUR NOUS</a:t>
            </a:r>
          </a:p>
          <a:p>
            <a:r>
              <a:rPr lang="fr-FR" smtClean="0"/>
              <a:t>6-  DANS SON TEMPLE ICI-BAS, CHANTONS CAR DIEU EST LÀ 
7-  JÉSUS DEMEURE AU MILIEU DE SON PEUPLE</a:t>
            </a:r>
            <a:br>
              <a:rPr lang="fr-FR" smtClean="0"/>
            </a:br>
            <a:r>
              <a:rPr lang="fr-FR" smtClean="0"/>
              <a:t> 8-  QUAND IL VIENT LE LOUER,</a:t>
            </a:r>
            <a:br>
              <a:rPr lang="fr-FR" smtClean="0"/>
            </a:br>
            <a:r>
              <a:rPr lang="fr-FR" smtClean="0"/>
              <a:t> 
	 PONT </a:t>
            </a:r>
          </a:p>
          <a:p>
            <a:r>
              <a:rPr lang="fr-FR" smtClean="0"/>
              <a:t>	  9-  JÉSUS DEMEURE AU MILIEU DE SON PEUPLE</a:t>
            </a:r>
            <a:br>
              <a:rPr lang="fr-FR" smtClean="0"/>
            </a:br>
            <a:r>
              <a:rPr lang="fr-FR" smtClean="0"/>
              <a:t>	 10-  QUAND IL VIENT L'ADORER    X2 </a:t>
            </a:r>
          </a:p>
          <a:p>
            <a:r>
              <a:rPr lang="fr-FR" smtClean="0"/>
              <a:t>
	 11-  NOUS SOMMES TOUS ASSEMBLÉS POUR L'ADORER AVEC NOS INSTRUMENTS</a:t>
            </a:r>
            <a:br>
              <a:rPr lang="fr-FR" smtClean="0"/>
            </a:br>
            <a:r>
              <a:rPr lang="fr-FR" smtClean="0"/>
              <a:t> 	12-  JOYEUX DE CE QUE DIEU NOUS A SAUVÉS</a:t>
            </a:r>
            <a:br>
              <a:rPr lang="fr-FR" smtClean="0"/>
            </a:br>
            <a:r>
              <a:rPr lang="fr-FR" smtClean="0"/>
              <a:t>	13-  FAISONS MONTER NOS CHANTS    X2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CAR DIEU EST LÀ POUSSONS DES CRIS DE JOIE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DRESSONS-LUI UN TRÔNE DE RECONNAISSANCE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UN PALAIS DE LOUANGES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CHANTONS LE ROI DES ROIS SON AMOUR DURERA  
5-  ET QUAND ON LE LOUE SA GLOIRE DESCEND SUR NOUS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DANS SON TEMPLE ICI-BAS, CHANTONS CAR DIEU EST LÀ 
7-  JÉSUS DEMEURE AU MILIEU DE SON PEUPLE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8-  QUAND IL VIENT LE LOUER,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 PONT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9-  JÉSUS DEMEURE AU MILIEU DE SON PEUPLE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10-  QUAND IL VIENT L'ADORER    X2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11-  NOUS SOMMES TOUS ASSEMBLÉS POUR L'ADORER AVEC NOS INSTRUMENTS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12-  JOYEUX DE CE QUE DIEU NOUS A SAUVÉS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FAISONS MONTER NOS CHANTS    X2
</a:t>
            </a:r>
            <a:endParaRPr lang="fr-FR" sz="1200" b="0" i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CAR DIEU EST LÀ POUSSONS DES CRIS DE JOIE</a:t>
            </a:r>
            <a:br>
              <a:rPr lang="fr-FR" smtClean="0"/>
            </a:br>
            <a:r>
              <a:rPr lang="fr-FR" smtClean="0"/>
              <a:t>2-  DRESSONS-LUI UN TRÔNE DE RECONNAISSANCE</a:t>
            </a:r>
            <a:br>
              <a:rPr lang="fr-FR" smtClean="0"/>
            </a:br>
            <a:r>
              <a:rPr lang="fr-FR" smtClean="0"/>
              <a:t>3-  UN PALAIS DE LOUANGES</a:t>
            </a:r>
            <a:br>
              <a:rPr lang="fr-FR" smtClean="0"/>
            </a:br>
            <a:r>
              <a:rPr lang="fr-FR" smtClean="0"/>
              <a:t>4-  CHANTONS LE ROI DES ROIS SON AMOUR DURERA  
5-  ET QUAND ON LE LOUE SA GLOIRE DESCEND SUR NOUS</a:t>
            </a:r>
          </a:p>
          <a:p>
            <a:r>
              <a:rPr lang="fr-FR" smtClean="0"/>
              <a:t>6-  DANS SON TEMPLE ICI-BAS, CHANTONS CAR DIEU EST LÀ 
7-  JÉSUS DEMEURE AU MILIEU DE SON PEUPLE</a:t>
            </a:r>
            <a:br>
              <a:rPr lang="fr-FR" smtClean="0"/>
            </a:br>
            <a:r>
              <a:rPr lang="fr-FR" smtClean="0"/>
              <a:t> 8-  QUAND IL VIENT LE LOUER,</a:t>
            </a:r>
            <a:br>
              <a:rPr lang="fr-FR" smtClean="0"/>
            </a:br>
            <a:r>
              <a:rPr lang="fr-FR" smtClean="0"/>
              <a:t> 
	 PONT </a:t>
            </a:r>
          </a:p>
          <a:p>
            <a:r>
              <a:rPr lang="fr-FR" smtClean="0"/>
              <a:t>	  9-  JÉSUS DEMEURE AU MILIEU DE SON PEUPLE</a:t>
            </a:r>
            <a:br>
              <a:rPr lang="fr-FR" smtClean="0"/>
            </a:br>
            <a:r>
              <a:rPr lang="fr-FR" smtClean="0"/>
              <a:t>	 10-  QUAND IL VIENT L'ADORER    X2 </a:t>
            </a:r>
          </a:p>
          <a:p>
            <a:r>
              <a:rPr lang="fr-FR" smtClean="0"/>
              <a:t>
	 11-  NOUS SOMMES TOUS ASSEMBLÉS POUR L'ADORER AVEC NOS INSTRUMENTS</a:t>
            </a:r>
            <a:br>
              <a:rPr lang="fr-FR" smtClean="0"/>
            </a:br>
            <a:r>
              <a:rPr lang="fr-FR" smtClean="0"/>
              <a:t> 	12-  JOYEUX DE CE QUE DIEU NOUS A SAUVÉS</a:t>
            </a:r>
            <a:br>
              <a:rPr lang="fr-FR" smtClean="0"/>
            </a:br>
            <a:r>
              <a:rPr lang="fr-FR" smtClean="0"/>
              <a:t>	13-  FAISONS MONTER NOS CHANTS    X2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CAR DIEU EST LÀ POUSSONS DES CRIS DE JOIE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DRESSONS-LUI UN TRÔNE DE RECONNAISSANCE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UN PALAIS DE LOUANGES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CHANTONS LE ROI DES ROIS SON AMOUR DURERA  
5-  ET QUAND ON LE LOUE SA GLOIRE DESCEND SUR NOUS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DANS SON TEMPLE ICI-BAS, CHANTONS CAR DIEU EST LÀ 
7-  JÉSUS DEMEURE AU MILIEU DE SON PEUPLE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8-  QUAND IL VIENT LE LOUER,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 PONT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9-  JÉSUS DEMEURE AU MILIEU DE SON PEUPLE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10-  QUAND IL VIENT L'ADORER    X2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11-  NOUS SOMMES TOUS ASSEMBLÉS POUR L'ADORER AVEC NOS INSTRUMENTS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12-  JOYEUX DE CE QUE DIEU NOUS A SAUVÉS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FAISONS MONTER NOS CHANTS    X2
</a:t>
            </a:r>
            <a:endParaRPr lang="fr-FR" sz="1200" b="0" i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CAR DIEU EST LÀ POUSSONS DES CRIS DE JOIE</a:t>
            </a:r>
            <a:br>
              <a:rPr lang="fr-FR" smtClean="0"/>
            </a:br>
            <a:r>
              <a:rPr lang="fr-FR" smtClean="0"/>
              <a:t>2-  DRESSONS-LUI UN TRÔNE DE RECONNAISSANCE</a:t>
            </a:r>
            <a:br>
              <a:rPr lang="fr-FR" smtClean="0"/>
            </a:br>
            <a:r>
              <a:rPr lang="fr-FR" smtClean="0"/>
              <a:t>3-  UN PALAIS DE LOUANGES</a:t>
            </a:r>
            <a:br>
              <a:rPr lang="fr-FR" smtClean="0"/>
            </a:br>
            <a:r>
              <a:rPr lang="fr-FR" smtClean="0"/>
              <a:t>4-  CHANTONS LE ROI DES ROIS SON AMOUR DURERA  
5-  ET QUAND ON LE LOUE SA GLOIRE DESCEND SUR NOUS</a:t>
            </a:r>
          </a:p>
          <a:p>
            <a:r>
              <a:rPr lang="fr-FR" smtClean="0"/>
              <a:t>6-  DANS SON TEMPLE ICI-BAS, CHANTONS CAR DIEU EST LÀ 
7-  JÉSUS DEMEURE AU MILIEU DE SON PEUPLE</a:t>
            </a:r>
            <a:br>
              <a:rPr lang="fr-FR" smtClean="0"/>
            </a:br>
            <a:r>
              <a:rPr lang="fr-FR" smtClean="0"/>
              <a:t> 8-  QUAND IL VIENT LE LOUER,</a:t>
            </a:r>
            <a:br>
              <a:rPr lang="fr-FR" smtClean="0"/>
            </a:br>
            <a:r>
              <a:rPr lang="fr-FR" smtClean="0"/>
              <a:t> 
	 PONT </a:t>
            </a:r>
          </a:p>
          <a:p>
            <a:r>
              <a:rPr lang="fr-FR" smtClean="0"/>
              <a:t>	  9-  JÉSUS DEMEURE AU MILIEU DE SON PEUPLE</a:t>
            </a:r>
            <a:br>
              <a:rPr lang="fr-FR" smtClean="0"/>
            </a:br>
            <a:r>
              <a:rPr lang="fr-FR" smtClean="0"/>
              <a:t>	 10-  QUAND IL VIENT L'ADORER    X2 </a:t>
            </a:r>
          </a:p>
          <a:p>
            <a:r>
              <a:rPr lang="fr-FR" smtClean="0"/>
              <a:t>
	 11-  NOUS SOMMES TOUS ASSEMBLÉS POUR L'ADORER AVEC NOS INSTRUMENTS</a:t>
            </a:r>
            <a:br>
              <a:rPr lang="fr-FR" smtClean="0"/>
            </a:br>
            <a:r>
              <a:rPr lang="fr-FR" smtClean="0"/>
              <a:t> 	12-  JOYEUX DE CE QUE DIEU NOUS A SAUVÉS</a:t>
            </a:r>
            <a:br>
              <a:rPr lang="fr-FR" smtClean="0"/>
            </a:br>
            <a:r>
              <a:rPr lang="fr-FR" smtClean="0"/>
              <a:t>	13-  FAISONS MONTER NOS CHANTS    X2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CAR DIEU EST LÀ POUSSONS DES CRIS DE JOIE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DRESSONS-LUI UN TRÔNE DE RECONNAISSANCE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UN PALAIS DE LOUANGES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CHANTONS LE ROI DES ROIS SON AMOUR DURERA  
5-  ET QUAND ON LE LOUE SA GLOIRE DESCEND SUR NOUS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DANS SON TEMPLE ICI-BAS, CHANTONS CAR DIEU EST LÀ 
7-  JÉSUS DEMEURE AU MILIEU DE SON PEUPLE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8-  QUAND IL VIENT LE LOUER,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 PONT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9-  JÉSUS DEMEURE AU MILIEU DE SON PEUPLE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10-  QUAND IL VIENT L'ADORER    X2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11-  NOUS SOMMES TOUS ASSEMBLÉS POUR L'ADORER AVEC NOS INSTRUMENTS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12-  JOYEUX DE CE QUE DIEU NOUS A SAUVÉS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FAISONS MONTER NOS CHANTS    X2
</a:t>
            </a:r>
            <a:endParaRPr lang="fr-FR" sz="1200" b="0" i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CAR DIEU EST LÀ POUSSONS DES CRIS DE JOIE</a:t>
            </a:r>
            <a:br>
              <a:rPr lang="fr-FR" smtClean="0"/>
            </a:br>
            <a:r>
              <a:rPr lang="fr-FR" smtClean="0"/>
              <a:t>2-  DRESSONS-LUI UN TRÔNE DE RECONNAISSANCE</a:t>
            </a:r>
            <a:br>
              <a:rPr lang="fr-FR" smtClean="0"/>
            </a:br>
            <a:r>
              <a:rPr lang="fr-FR" smtClean="0"/>
              <a:t>3-  UN PALAIS DE LOUANGES</a:t>
            </a:r>
            <a:br>
              <a:rPr lang="fr-FR" smtClean="0"/>
            </a:br>
            <a:r>
              <a:rPr lang="fr-FR" smtClean="0"/>
              <a:t>4-  CHANTONS LE ROI DES ROIS SON AMOUR DURERA  
5-  ET QUAND ON LE LOUE SA GLOIRE DESCEND SUR NOUS</a:t>
            </a:r>
          </a:p>
          <a:p>
            <a:r>
              <a:rPr lang="fr-FR" smtClean="0"/>
              <a:t>6-  DANS SON TEMPLE ICI-BAS, CHANTONS CAR DIEU EST LÀ 
7-  JÉSUS DEMEURE AU MILIEU DE SON PEUPLE</a:t>
            </a:r>
            <a:br>
              <a:rPr lang="fr-FR" smtClean="0"/>
            </a:br>
            <a:r>
              <a:rPr lang="fr-FR" smtClean="0"/>
              <a:t> 8-  QUAND IL VIENT LE LOUER,</a:t>
            </a:r>
            <a:br>
              <a:rPr lang="fr-FR" smtClean="0"/>
            </a:br>
            <a:r>
              <a:rPr lang="fr-FR" smtClean="0"/>
              <a:t> 
	 PONT </a:t>
            </a:r>
          </a:p>
          <a:p>
            <a:r>
              <a:rPr lang="fr-FR" smtClean="0"/>
              <a:t>	  9-  JÉSUS DEMEURE AU MILIEU DE SON PEUPLE</a:t>
            </a:r>
            <a:br>
              <a:rPr lang="fr-FR" smtClean="0"/>
            </a:br>
            <a:r>
              <a:rPr lang="fr-FR" smtClean="0"/>
              <a:t>	 10-  QUAND IL VIENT L'ADORER    X2 </a:t>
            </a:r>
          </a:p>
          <a:p>
            <a:r>
              <a:rPr lang="fr-FR" smtClean="0"/>
              <a:t>
	 11-  NOUS SOMMES TOUS ASSEMBLÉS POUR L'ADORER AVEC NOS INSTRUMENTS</a:t>
            </a:r>
            <a:br>
              <a:rPr lang="fr-FR" smtClean="0"/>
            </a:br>
            <a:r>
              <a:rPr lang="fr-FR" smtClean="0"/>
              <a:t> 	12-  JOYEUX DE CE QUE DIEU NOUS A SAUVÉS</a:t>
            </a:r>
            <a:br>
              <a:rPr lang="fr-FR" smtClean="0"/>
            </a:br>
            <a:r>
              <a:rPr lang="fr-FR" smtClean="0"/>
              <a:t>	13-  FAISONS MONTER NOS CHANTS    X2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CAR DIEU EST LÀ POUSSONS DES CRIS DE JOIE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DRESSONS-LUI UN TRÔNE DE RECONNAISSANCE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3-  UN PALAIS DE LOUANGES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  CHANTONS LE ROI DES ROIS SON AMOUR DURERA  
5-  ET QUAND ON LE LOUE SA GLOIRE DESCEND SUR NOUS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DANS SON TEMPLE ICI-BAS, CHANTONS CAR DIEU EST LÀ 
7-  JÉSUS DEMEURE AU MILIEU DE SON PEUPLE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8-  QUAND IL VIENT LE LOUER,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 PONT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9-  JÉSUS DEMEURE AU MILIEU DE SON PEUPLE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10-  QUAND IL VIENT L'ADORER    X2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11-  NOUS SOMMES TOUS ASSEMBLÉS POUR L'ADORER AVEC NOS INSTRUMENTS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12-  JOYEUX DE CE QUE DIEU NOUS A SAUVÉS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13-  FAISONS MONTER NOS CHANTS    X2
</a:t>
            </a:r>
            <a:endParaRPr lang="fr-FR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CAR DIEU EST LÀ POUSSONS DES CRIS DE JOIE</a:t>
            </a:r>
            <a:br>
              <a:rPr lang="fr-FR" smtClean="0"/>
            </a:br>
            <a:r>
              <a:rPr lang="fr-FR" smtClean="0"/>
              <a:t>2-  DRESSONS-LUI UN TRÔNE DE RECONNAISSANCE</a:t>
            </a:r>
            <a:br>
              <a:rPr lang="fr-FR" smtClean="0"/>
            </a:br>
            <a:r>
              <a:rPr lang="fr-FR" smtClean="0"/>
              <a:t>3-  UN PALAIS DE LOUANGES</a:t>
            </a:r>
            <a:br>
              <a:rPr lang="fr-FR" smtClean="0"/>
            </a:br>
            <a:r>
              <a:rPr lang="fr-FR" smtClean="0"/>
              <a:t>4-  CHANTONS LE ROI DES ROIS SON AMOUR DURERA  
5-  ET QUAND ON LE LOUE SA GLOIRE DESCEND SUR NOUS</a:t>
            </a:r>
          </a:p>
          <a:p>
            <a:r>
              <a:rPr lang="fr-FR" smtClean="0"/>
              <a:t>6-  DANS SON TEMPLE ICI-BAS, CHANTONS CAR DIEU EST LÀ 
7-  JÉSUS DEMEURE AU MILIEU DE SON PEUPLE</a:t>
            </a:r>
            <a:br>
              <a:rPr lang="fr-FR" smtClean="0"/>
            </a:br>
            <a:r>
              <a:rPr lang="fr-FR" smtClean="0"/>
              <a:t> 8-  QUAND IL VIENT LE LOUER,</a:t>
            </a:r>
            <a:br>
              <a:rPr lang="fr-FR" smtClean="0"/>
            </a:br>
            <a:r>
              <a:rPr lang="fr-FR" smtClean="0"/>
              <a:t> 
	 PONT </a:t>
            </a:r>
          </a:p>
          <a:p>
            <a:r>
              <a:rPr lang="fr-FR" smtClean="0"/>
              <a:t>	  9-  JÉSUS DEMEURE AU MILIEU DE SON PEUPLE</a:t>
            </a:r>
            <a:br>
              <a:rPr lang="fr-FR" smtClean="0"/>
            </a:br>
            <a:r>
              <a:rPr lang="fr-FR" smtClean="0"/>
              <a:t>	 10-  QUAND IL VIENT L'ADORER    X2 </a:t>
            </a:r>
          </a:p>
          <a:p>
            <a:r>
              <a:rPr lang="fr-FR" smtClean="0"/>
              <a:t>
	 11-  NOUS SOMMES TOUS ASSEMBLÉS POUR L'ADORER AVEC NOS INSTRUMENTS</a:t>
            </a:r>
            <a:br>
              <a:rPr lang="fr-FR" smtClean="0"/>
            </a:br>
            <a:r>
              <a:rPr lang="fr-FR" smtClean="0"/>
              <a:t> 	12-  JOYEUX DE CE QUE DIEU NOUS A SAUVÉS</a:t>
            </a:r>
            <a:br>
              <a:rPr lang="fr-FR" smtClean="0"/>
            </a:br>
            <a:r>
              <a:rPr lang="fr-FR" smtClean="0"/>
              <a:t>	13-  FAISONS MONTER NOS CHANTS    X2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CAR DIEU EST LÀ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POUSSONS DES CRIS DE JOIE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DRESSONS-LUI UN TRÔNE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DE RECONNAISSANCE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PALAIS DE LOUANGES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LE ROI DES ROIS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 AMOUR DURERA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QUAND ON LE LOUE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 GLOIRE DESCEND SUR NOUS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SON </a:t>
            </a: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TEMPLE </a:t>
            </a: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ICI-BAS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CAR DIEU EST LÀ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DEMEURE AU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MILIEU DE SON PEUPLE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IL VIENT LE LOUER,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DEMEURE AU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MILIEU DE SON PEUPLE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IL VIENT L'ADORER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TOUS ASSEMBLÉS POUR L'ADORER AVEC NOS INSTRUMENTS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JOYEUX DE CE QUE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NOUS A SAUVÉS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FAISONS MONTER NOS CHANTS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1639</TotalTime>
  <Words>355</Words>
  <Application>Microsoft Office PowerPoint</Application>
  <PresentationFormat>Affichage à l'écran (4:3)</PresentationFormat>
  <Paragraphs>121</Paragraphs>
  <Slides>13</Slides>
  <Notes>13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4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169</cp:revision>
  <dcterms:created xsi:type="dcterms:W3CDTF">2002-08-17T10:50:50Z</dcterms:created>
  <dcterms:modified xsi:type="dcterms:W3CDTF">2018-11-18T11:39:47Z</dcterms:modified>
</cp:coreProperties>
</file>