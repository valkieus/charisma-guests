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3" r:id="rId5"/>
    <p:sldId id="267" r:id="rId6"/>
    <p:sldId id="264" r:id="rId7"/>
    <p:sldId id="266" r:id="rId8"/>
    <p:sldId id="265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102" y="-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072FCDE-677B-49F7-8F61-EFBD2C2D0B5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843AD9-EC4A-4123-9074-212DE41E7602}" type="slidenum">
              <a:rPr lang="fr-FR"/>
              <a:pPr/>
              <a:t>1</a:t>
            </a:fld>
            <a:endParaRPr lang="fr-FR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B36129-7D2A-46BC-B617-D1C32EA217ED}" type="slidenum">
              <a:rPr lang="fr-FR" sz="1200"/>
              <a:pPr algn="r"/>
              <a:t>2</a:t>
            </a:fld>
            <a:endParaRPr lang="fr-FR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B25E599-D854-4517-9920-E09141CE3A5D}" type="slidenum">
              <a:rPr lang="fr-FR" sz="1200"/>
              <a:pPr algn="r"/>
              <a:t>3</a:t>
            </a:fld>
            <a:endParaRPr lang="fr-FR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33F49D0-A062-40F6-A7CD-EEDC2DDFB459}" type="slidenum">
              <a:rPr lang="fr-FR" sz="1200"/>
              <a:pPr algn="r"/>
              <a:t>4</a:t>
            </a:fld>
            <a:endParaRPr lang="fr-FR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657D7F8-5D9C-4A5F-96FB-1E2B4D51727F}" type="slidenum">
              <a:rPr lang="fr-FR" sz="1200"/>
              <a:pPr algn="r"/>
              <a:t>5</a:t>
            </a:fld>
            <a:endParaRPr lang="fr-FR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189D828-8666-44B2-A598-34E5BA47E66F}" type="slidenum">
              <a:rPr lang="fr-FR" sz="1200"/>
              <a:pPr algn="r"/>
              <a:t>6</a:t>
            </a:fld>
            <a:endParaRPr lang="fr-FR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2C761E5-1DCC-4E42-8564-ABBF6DF4A378}" type="slidenum">
              <a:rPr lang="fr-FR" sz="1200"/>
              <a:pPr algn="r"/>
              <a:t>7</a:t>
            </a:fld>
            <a:endParaRPr lang="fr-FR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DD0D009-163E-4C42-B48E-29C77B3AECA5}" type="slidenum">
              <a:rPr lang="fr-FR" sz="1200"/>
              <a:pPr algn="r"/>
              <a:t>8</a:t>
            </a:fld>
            <a:endParaRPr lang="fr-FR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F44D0-DED7-4421-B170-80131CAA3C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60C4A-FD2A-4FFE-9565-36442620BF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20F4C-6E31-4BC0-9CB9-7414238572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0786E-1F1A-45ED-AD80-CAC486E1D4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055D5-4A07-4FCD-91DC-A9D6F40106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7DC91-5E76-427D-B706-3B1FFA91B5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53895-222B-49C6-92B5-E3AA3199D6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96FE0-A0C7-4FCA-BB39-2CE7CF0E47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02BAC-EB19-49F6-988B-84C52BEB36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A6418-D33E-44B8-9A1D-D45DB3646C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21BE7-5F10-4E26-ABE0-3D6C493F44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37D8B84-C88F-4900-B1D4-98380E17D3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UN CHANT S’ÉLÈVE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LES YEUX SE TOURNENT VERS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 TOURNENT VERS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L’ESPOIR RENAÎT, LES CŒURS SOUPIRENT APRÈS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OUI APRÈS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TE VOYANT, NOUS RETROUVONS LA FORCE DE VIVRE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QUAND NOUS SOMMES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TA PRÉSENCE NOS CRAINTES FUIENT ELLES S’ENFUIENT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HOSANNA! HOSANNA!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TU ES LE ROI, LE SAUVEUR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À TOI LA GLOIRE ET L’HONNEUR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HOSANNA! HOSANNA!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NOUS T’ACCUEILLONS PARMI NOUS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SOIS LE BIENVENU, Ô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ENTENDS LE SON DES CŒURS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QUI REVIENNENT À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REVIENNENT À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DANS TON ROYAUME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LES VIES BRISÉES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SONT RESTAURÉES</a:t>
            </a:r>
          </a:p>
          <a:p>
            <a:pPr algn="ctr">
              <a:lnSpc>
                <a:spcPct val="110000"/>
              </a:lnSpc>
            </a:pPr>
            <a:endParaRPr lang="fr-FR" sz="8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TE VOYANT NOUS RETROUVONS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LA FORCE DE VIVRE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QUAND NOUS SOMMES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TA PRÉSENCE, NOS CRAINTES FUIENT, ELLES S’ENFUIENT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HOSANNA! HOSANNA!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HOSANNA! HOSANNA!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500" u="sng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 u="sng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 u="sng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u="sng">
                <a:solidFill>
                  <a:schemeClr val="bg1"/>
                </a:solidFill>
                <a:latin typeface="Arial Black" pitchFamily="-110" charset="0"/>
              </a:rPr>
              <a:t>Pont:</a:t>
            </a:r>
          </a:p>
          <a:p>
            <a:pPr algn="ctr">
              <a:lnSpc>
                <a:spcPct val="110000"/>
              </a:lnSpc>
            </a:pPr>
            <a:endParaRPr lang="fr-FR" sz="8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TE VOYANT NOUS RETROUVONS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LA FORCE DE VIVRE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QUAND NOUS SOMMES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TA PRÉSENCE ; NOS CRAINTES FUIENT, ELLES S’ENFUIENT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PRAISE IS RISING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EYES ARE TURNING TO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TURN TO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HOPE IS STIRRING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HEARTS ARE YEARNING FOR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LONG FOR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'CAUSE WHEN WE SEE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200">
                <a:solidFill>
                  <a:schemeClr val="bg1"/>
                </a:solidFill>
                <a:latin typeface="Arial Black" pitchFamily="-110" charset="0"/>
              </a:rPr>
              <a:t>WE FIND STRENGTH TO FACE THE DAY</a:t>
            </a: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IN YOUR PRESENCE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200">
                <a:solidFill>
                  <a:schemeClr val="bg1"/>
                </a:solidFill>
                <a:latin typeface="Arial Black" pitchFamily="-110" charset="0"/>
              </a:rPr>
              <a:t>ALL OUR FEARS ARE WASHED AWAY</a:t>
            </a: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WASHED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HOSANNA HOSANNA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YOU ARE THE GOD WHO SAVES US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WORTHY OF ALL OUR PRAISES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HOSANNA HOSANNA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COME HAVE YOUR WAY AMONG US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WELCOME YOU HERE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LORD JESUS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HEAR THE SOUND OF HEARTS RETURNING TO YOU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WE TURN TO YOU IN YOUR KINGDOM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BROKEN LIVES ARE MADE NEW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YOU MAKE US NEW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'CAUSE WHEN WE SEE YOU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WE FIND STRENGTH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TO FACE THE DAY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IN YOUR PRESENCE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ALL OUR FEARS ARE WASHED AWAY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WASHED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171</Words>
  <Application>Microsoft PowerPoint</Application>
  <PresentationFormat>On-screen Show (4:3)</PresentationFormat>
  <Paragraphs>66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Times New Roman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RETROPROJECTEUR</cp:lastModifiedBy>
  <cp:revision>86</cp:revision>
  <dcterms:created xsi:type="dcterms:W3CDTF">2002-08-17T09:53:17Z</dcterms:created>
  <dcterms:modified xsi:type="dcterms:W3CDTF">2009-08-31T21:22:03Z</dcterms:modified>
</cp:coreProperties>
</file>