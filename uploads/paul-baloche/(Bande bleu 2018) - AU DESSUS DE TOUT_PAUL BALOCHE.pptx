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2" r:id="rId2"/>
    <p:sldId id="282" r:id="rId3"/>
    <p:sldId id="281" r:id="rId4"/>
    <p:sldId id="280" r:id="rId5"/>
    <p:sldId id="279" r:id="rId6"/>
    <p:sldId id="278" r:id="rId7"/>
    <p:sldId id="277" r:id="rId8"/>
    <p:sldId id="276" r:id="rId9"/>
    <p:sldId id="275" r:id="rId10"/>
    <p:sldId id="274" r:id="rId11"/>
    <p:sldId id="273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37" d="100"/>
          <a:sy n="37" d="100"/>
        </p:scale>
        <p:origin x="-5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18/11/2018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lvl="1"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lvl="1"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1-  AU DESSUS DES PUISSANCES AU DESSUS DES ROIS 
2-  AU DESSUS DE LA NATURE ET DE LA CRÉATION 
3-  AU DESSUS DE TOUS LES PLANS DES HOMMES SAGES 
4-  BIEN AVANT LE MONDE, TU EXISTAIS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pPr algn="l">
              <a:lnSpc>
                <a:spcPct val="110000"/>
              </a:lnSpc>
            </a:pPr>
            <a:r>
              <a:rPr lang="fr-FR" sz="1200" dirty="0" smtClean="0">
                <a:solidFill>
                  <a:schemeClr val="bg1"/>
                </a:solidFill>
                <a:latin typeface="Arial Black" pitchFamily="34" charset="0"/>
              </a:rPr>
              <a:t>
9-  CRUCIFIÉ, SEUL, ABANDONNÉ TU AS SOUFFERT, MÉPRISÉ, REJETÉ 
10-  TELLE UNE ROSE FOULÉE  SOUS NOS PIEDS 
11-  TU M’AS SAUVÉ TU M’AS AIMÉ  PAR DESSUS TOUT 
</a:t>
            </a:r>
            <a:endParaRPr lang="fr-FR" sz="1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 DESSUS DES PUISSANCES AU DESSUS DES ROIS 
2-  AU DESSUS DE LA NATURE ET DE LA CRÉATION 
3-  AU DESSUS DE TOUS LES PLANS DES HOMMES SAGES 
4-  BIEN AVANT LE MONDE, TU EXISTAIS </a:t>
            </a:r>
          </a:p>
          <a:p>
            <a:r>
              <a:rPr lang="fr-FR" smtClean="0"/>
              <a:t>
5-  AU DESSUS DES ROYAUMES AU DESSUS DES TRÔNES 
6-  AU DESSUS DES MERVEILLES QUE CE MONDE A CONNUES 
7-  PAR DESSUS TOUS  LES TRÉSORS DE LA TERRE 
8-  RIEN NE PEUT MESURER TA VALEUR </a:t>
            </a:r>
          </a:p>
          <a:p>
            <a:r>
              <a:rPr lang="fr-FR" smtClean="0"/>
              <a:t>
9-  CRUCIFIÉ, SEUL, ABANDONNÉ TU AS SOUFFERT, MÉPRISÉ, REJETÉ 
10-  TELLE UNE ROSE FOULÉE  SOUS NOS PIEDS 
11-  TU M’AS SAUVÉ TU M’AS AIMÉ  PAR DESSUS TOUT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AU-DESSUS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PUISSANCES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DESSUS DES ROIS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AU-DESSUS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NATURE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LA CRÉATION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AU-DESSUS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TOUS LES PLANS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HOMMES SAGES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AVANT LE MONDE, TU EXISTAIS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AU-DESSUS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ROYAUMES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AU-DESSUS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TRÔNES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AU-DESSUS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MERVEILLES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CE MONDE A CONNUES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PAR-DESSUS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TRÉSORS DE LA TERRE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PEUT MESURER TA VALEUR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CRUCIFIÉ, SEUL, ABANDONNÉ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SOUFFERT, MÉPRISÉ, REJETÉ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 UNE ROSE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FOULÉE SOUS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PIEDS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SAUVÉ,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AIMÉ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PAR-DESSUS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284</Words>
  <Application>Microsoft Office PowerPoint</Application>
  <PresentationFormat>Affichage à l'écran (4:3)</PresentationFormat>
  <Paragraphs>86</Paragraphs>
  <Slides>11</Slides>
  <Notes>11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171</cp:revision>
  <dcterms:created xsi:type="dcterms:W3CDTF">2002-08-17T10:50:50Z</dcterms:created>
  <dcterms:modified xsi:type="dcterms:W3CDTF">2018-11-18T12:03:13Z</dcterms:modified>
</cp:coreProperties>
</file>