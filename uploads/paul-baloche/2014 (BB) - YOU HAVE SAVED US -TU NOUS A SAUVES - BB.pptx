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4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F20B785-9C0F-4B5E-9D2C-4C2BD756F12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267497-8B06-47AA-A4D2-2FB5D485E78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EST L'HOMME (POUR) QUE TU PENSES À LUI</a:t>
            </a:r>
            <a:br>
              <a:rPr lang="fr-FR" dirty="0" smtClean="0"/>
            </a:br>
            <a:r>
              <a:rPr lang="fr-FR" dirty="0" smtClean="0"/>
              <a:t>2-  ET QUI SUIS-JE POUR TOI TU DONNES AMOUR ET GRÂCE</a:t>
            </a:r>
            <a:br>
              <a:rPr lang="fr-FR" dirty="0" smtClean="0"/>
            </a:br>
            <a:r>
              <a:rPr lang="fr-FR" dirty="0" smtClean="0"/>
              <a:t>3-  QUI NOUS RÉCONCILIENT</a:t>
            </a:r>
            <a:br>
              <a:rPr lang="fr-FR" dirty="0" smtClean="0"/>
            </a:br>
            <a:r>
              <a:rPr lang="fr-FR" dirty="0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5-  TU NOUS AS SAUVÉS AVEC TOI RESSUSCITÉS</a:t>
            </a:r>
            <a:br>
              <a:rPr lang="fr-FR" dirty="0" smtClean="0"/>
            </a:br>
            <a:r>
              <a:rPr lang="fr-FR" dirty="0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QUE NOS YEUX SE TOURNENT VERS TOI GARDE-NOUS DANS TES VOIES</a:t>
            </a:r>
            <a:br>
              <a:rPr lang="fr-FR" dirty="0" smtClean="0"/>
            </a:br>
            <a:r>
              <a:rPr lang="fr-FR" dirty="0" smtClean="0"/>
              <a:t>8-  TU GUÉRIS, TU NOUS RESTAURES ET NOUS OUVRES LES BRAS</a:t>
            </a:r>
            <a:br>
              <a:rPr lang="fr-FR" dirty="0" smtClean="0"/>
            </a:br>
            <a:r>
              <a:rPr lang="fr-FR" dirty="0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5-  TU NOUS AS SAUVÉS AVEC TOI RESSUSCITÉS</a:t>
            </a:r>
            <a:br>
              <a:rPr lang="fr-FR" dirty="0" smtClean="0"/>
            </a:br>
            <a:r>
              <a:rPr lang="fr-FR" dirty="0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QUE NOS YEUX SE TOURNENT VERS TOI GARDE-NOUS DANS TES VOIES</a:t>
            </a:r>
            <a:br>
              <a:rPr lang="fr-FR" dirty="0" smtClean="0"/>
            </a:br>
            <a:r>
              <a:rPr lang="fr-FR" dirty="0" smtClean="0"/>
              <a:t>8-  TU GUÉRIS, TU NOUS RESTAURES ET NOUS OUVRES LES BRAS</a:t>
            </a:r>
            <a:br>
              <a:rPr lang="fr-FR" dirty="0" smtClean="0"/>
            </a:br>
            <a:r>
              <a:rPr lang="fr-FR" dirty="0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L'HOMME (POUR) QUE TU PENSES À LUI</a:t>
            </a:r>
            <a:br>
              <a:rPr lang="fr-FR" smtClean="0"/>
            </a:br>
            <a:r>
              <a:rPr lang="fr-FR" smtClean="0"/>
              <a:t>2-  ET QUI SUIS-JE POUR TOI TU DONNES AMOUR ET GRÂCE</a:t>
            </a:r>
            <a:br>
              <a:rPr lang="fr-FR" smtClean="0"/>
            </a:br>
            <a:r>
              <a:rPr lang="fr-FR" smtClean="0"/>
              <a:t>3-  QUI NOUS RÉCONCILIENT</a:t>
            </a:r>
            <a:br>
              <a:rPr lang="fr-FR" smtClean="0"/>
            </a:br>
            <a:r>
              <a:rPr lang="fr-FR" smtClean="0"/>
              <a:t>4-  TU FAIS DE NOUS TES ENFANTS NOUS LIBÈRES PAR TON SANG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TU NOUS AS SAUVÉS AVEC TOI RESSUSCITÉS</a:t>
            </a:r>
            <a:br>
              <a:rPr lang="fr-FR" smtClean="0"/>
            </a:br>
            <a:r>
              <a:rPr lang="fr-FR" smtClean="0"/>
              <a:t>6-  TU NOUS AS SAUVÉS APPELÉS ET TRANSFORMÉS, YEAH</a:t>
            </a:r>
          </a:p>
          <a:p>
            <a:endParaRPr lang="fr-FR" smtClean="0"/>
          </a:p>
          <a:p>
            <a:r>
              <a:rPr lang="fr-FR" smtClean="0"/>
              <a:t>7-  QUE NOS YEUX SE TOURNENT VERS TOI GARDE-NOUS DANS TES VOIES</a:t>
            </a:r>
            <a:br>
              <a:rPr lang="fr-FR" smtClean="0"/>
            </a:br>
            <a:r>
              <a:rPr lang="fr-FR" smtClean="0"/>
              <a:t>8-  TU GUÉRIS, TU NOUS RESTAURES ET NOUS OUVRES LES BRAS</a:t>
            </a:r>
            <a:br>
              <a:rPr lang="fr-FR" smtClean="0"/>
            </a:br>
            <a:r>
              <a:rPr lang="fr-FR" smtClean="0"/>
              <a:t>9-  TU FAIS DE NOUS TES ENFANTS NOUS LIBÈRES PAR TON SANG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A75DD-0CC5-4ABE-B22B-9C32FAED0E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D764B-4C9D-4ACA-BC9A-F751ED2349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42EC1-C517-4D87-88F4-6B3B449D43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F94AFF-8924-41F5-8AC6-D123BE9AF3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D3801-EFEC-4F23-8E71-6EDFAE7B2E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4A770-DDDC-447F-871B-8D1045DBA1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5E603-2B57-49CD-9E34-FE05119018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A246E-7AB1-40B1-94B8-FB60949BDE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75021-112F-455B-A768-5B11681E01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D5517-2A2D-48C1-BE27-757EFC5771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7B6AF-8D0D-4E2C-93F0-29D1C934C4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E699936-B7C2-4CBF-9694-6A8965ED14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L'HOMME (POUR) 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PENSES À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QUI SUIS-JE POUR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DONNES AMOUR ET GRÂCE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NOUS RÉCONCILIENT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DE NOUS TES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LIBÈRES PAR TON SANG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AS SAUVÉS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TOI RESSUSCITÉS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AS SAUVÉS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APPELÉS ET TRANSFORMÉS, YEAH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NOS YEUX SE TOURNENT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GARDE-NOUS DANS TES VOIES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GUÉRIS, TU NOUS RESTAURES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NOUS OUVRES LES BRAS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DE NOUS TES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LIBÈRES PAR TON SANG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264</Words>
  <Application>Microsoft Office PowerPoint</Application>
  <PresentationFormat>On-screen Show (4:3)</PresentationFormat>
  <Paragraphs>81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QUI EST L'HOMME (POUR) QUE  TU PENSES À LUI </vt:lpstr>
      <vt:lpstr>ET QUI SUIS-JE POUR TOI TU DONNES AMOUR ET GRÂCE </vt:lpstr>
      <vt:lpstr>QUI NOUS RÉCONCILIENT </vt:lpstr>
      <vt:lpstr>TU FAIS DE NOUS TES ENFANTS NOUS LIBÈRES PAR TON SANG   </vt:lpstr>
      <vt:lpstr>TU NOUS AS SAUVÉS AVEC TOI RESSUSCITÉS </vt:lpstr>
      <vt:lpstr>TU NOUS AS SAUVÉS APPELÉS ET TRANSFORMÉS, YEAH</vt:lpstr>
      <vt:lpstr>QUE NOS YEUX SE TOURNENT VERS TOI GARDE-NOUS DANS TES VOIES </vt:lpstr>
      <vt:lpstr>TU GUÉRIS, TU NOUS RESTAURES ET NOUS OUVRES LES BRAS </vt:lpstr>
      <vt:lpstr>TU FAIS DE NOUS TES ENFANTS NOUS LIBÈRES PAR TON SANG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145</cp:revision>
  <dcterms:created xsi:type="dcterms:W3CDTF">2002-08-17T10:50:50Z</dcterms:created>
  <dcterms:modified xsi:type="dcterms:W3CDTF">2014-05-24T10:00:22Z</dcterms:modified>
</cp:coreProperties>
</file>