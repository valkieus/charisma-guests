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1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37721" autoAdjust="0"/>
  </p:normalViewPr>
  <p:slideViewPr>
    <p:cSldViewPr>
      <p:cViewPr>
        <p:scale>
          <a:sx n="44" d="100"/>
          <a:sy n="44" d="100"/>
        </p:scale>
        <p:origin x="-156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C552F5D-61F1-4889-972F-0E84D5DA4BE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6BAA294-8345-41D2-947A-218A58D16B3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NOBLESSE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TANT DE RICHESSE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PLUS GRAND QUE TOUTE FORCE ET QUE TOUT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PLUS GRAND QUE TOUTE CRÉATURE ICI-BAS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PLUS GRAND QUE TOUTE SAGESSE ET VOIE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EXISTES AVANT TOUT AUTRE RÈGNE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PLUS GRAND QUE TOUT TRÔNE ET TOUT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PLUS GRAND QUE TOUTES LES MERVEILLES DE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PLUS GRAND QUE TOUT TRÉSOR ET TOUTE RICHESSE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COMMENT MESURER TA GRANDE SAGESSE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CRUCIFIÉ, AUTOMBEAU DÉPOSÉ TU AS VÉCU POUR MOURIR REJETÉ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COMME UNE ROSE FOULÉE PAR NOS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AS PAYÉ PENSANT À NOUS PLUS QUE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PLUS GRAND QUE TOUTE FORCE </a:t>
            </a:r>
            <a:br>
              <a:rPr lang="fr-FR" smtClean="0"/>
            </a:br>
            <a:r>
              <a:rPr lang="fr-FR" smtClean="0"/>
              <a:t>ET QUE TOUT ROI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2-  PLUS GRAND QUE TOUTE</a:t>
            </a:r>
            <a:br>
              <a:rPr lang="fr-FR" smtClean="0"/>
            </a:br>
            <a:r>
              <a:rPr lang="fr-FR" smtClean="0"/>
              <a:t> CRÉATURE ICI-BAS</a:t>
            </a:r>
          </a:p>
          <a:p>
            <a:r>
              <a:rPr lang="fr-FR" smtClean="0"/>
              <a:t>3-  PLUS GRAND QUE TOUTE SAGESSE</a:t>
            </a:r>
            <a:br>
              <a:rPr lang="fr-FR" smtClean="0"/>
            </a:br>
            <a:r>
              <a:rPr lang="fr-FR" smtClean="0"/>
              <a:t> ET VOIE HUMAINE</a:t>
            </a:r>
          </a:p>
          <a:p>
            <a:r>
              <a:rPr lang="fr-FR" smtClean="0"/>
              <a:t>4-  TU EXISTES AVANT TOUT AUTRE RÈGNE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PLUS GRAND QUE TOUT TRÔNE</a:t>
            </a:r>
            <a:br>
              <a:rPr lang="fr-FR" smtClean="0"/>
            </a:br>
            <a:r>
              <a:rPr lang="fr-FR" smtClean="0"/>
              <a:t> ET TOUT ROYAUME</a:t>
            </a:r>
          </a:p>
          <a:p>
            <a:r>
              <a:rPr lang="fr-FR" smtClean="0"/>
              <a:t>6-  PLUS GRAND QUE TOUTES</a:t>
            </a:r>
            <a:br>
              <a:rPr lang="fr-FR" smtClean="0"/>
            </a:br>
            <a:r>
              <a:rPr lang="fr-FR" smtClean="0"/>
              <a:t> LES MERVEILLES DE CE MONDE</a:t>
            </a:r>
          </a:p>
          <a:p>
            <a:r>
              <a:rPr lang="fr-FR" smtClean="0"/>
              <a:t>7-  PLUS GRAND QUE TOUT TRÉSOR </a:t>
            </a:r>
            <a:br>
              <a:rPr lang="fr-FR" smtClean="0"/>
            </a:br>
            <a:r>
              <a:rPr lang="fr-FR" smtClean="0"/>
              <a:t>ET TOUTE RICHESSE</a:t>
            </a:r>
          </a:p>
          <a:p>
            <a:r>
              <a:rPr lang="fr-FR" smtClean="0"/>
              <a:t>8-  COMMENT MESURER</a:t>
            </a:r>
            <a:br>
              <a:rPr lang="fr-FR" smtClean="0"/>
            </a:br>
            <a:r>
              <a:rPr lang="fr-FR" smtClean="0"/>
              <a:t> TA GRANDE SAGESSE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9-  CRUCIFIÉ, AU TOMBEAU DÉPOSÉ</a:t>
            </a:r>
            <a:br>
              <a:rPr lang="fr-FR" smtClean="0"/>
            </a:br>
            <a:r>
              <a:rPr lang="fr-FR" smtClean="0"/>
              <a:t>TU AS VÉCU POUR MOURIR REJETÉ</a:t>
            </a:r>
          </a:p>
          <a:p>
            <a:r>
              <a:rPr lang="fr-FR" smtClean="0"/>
              <a:t>10-  COMME UNE ROSE FOULÉE</a:t>
            </a:r>
            <a:br>
              <a:rPr lang="fr-FR" smtClean="0"/>
            </a:br>
            <a:r>
              <a:rPr lang="fr-FR" smtClean="0"/>
              <a:t> PAR NOS PIEDS</a:t>
            </a:r>
          </a:p>
          <a:p>
            <a:r>
              <a:rPr lang="fr-FR" smtClean="0"/>
              <a:t>11-  TU AS PAYÉ PENSANT À NOUS </a:t>
            </a:r>
            <a:br>
              <a:rPr lang="fr-FR" smtClean="0"/>
            </a:br>
            <a:r>
              <a:rPr lang="fr-FR" smtClean="0"/>
              <a:t>PLUS QUE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803F9-46EC-424B-8619-B2947DE7E6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88B5D-AA19-4E26-B6F3-8216B0FD77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A815A-3644-4058-901E-B476B12B51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EFADB-93DC-4152-8ACD-E2B36EA6B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37889-2689-46D1-A9DF-836AC48E93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569E5-C386-4DEE-A424-CB854E9740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2E3DB-D5E2-4FD5-AB03-7D7A272807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CA0FD-3CA9-4497-B58A-A139778C09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6E852-3A53-4957-8485-F9CD97AD13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C8EB2-8101-4A09-8B8E-EC75421835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7DF91-E66A-475B-909E-456A230CF4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B313747-2908-449F-B112-7D6F2A20E1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TOUTE FORCE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TOUT ROI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TOUTE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CRÉATURE ICI-BAS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TOUTE SAGESSE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VOIE HUMAINE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EXISTES AVANT TOUT AUTRE RÈGNE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TOUT TRÔNE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TOUT ROYAUME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TOUTES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LES MERVEILLES DE CE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TOUT TRÉSOR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TOUTE NOBLESSE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MESURER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TANT DE RICHESSE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CRUCIFIÉ, AU TOMBEAU DÉPOSÉ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VÉCU POUR MOURIR REJETÉ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UNE ROSE FOULÉE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PAR NOS PIEDS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PAYÉ PENSANT À NOUS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TOUT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480</Words>
  <Application>Microsoft Office PowerPoint</Application>
  <PresentationFormat>On-screen Show (4:3)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PLUS GRAND QUE TOUTE FORCE  ET QUE TOUT ROI        </vt:lpstr>
      <vt:lpstr>PLUS GRAND QUE TOUTE  CRÉATURE ICI-BAS</vt:lpstr>
      <vt:lpstr>PLUS GRAND QUE TOUTE SAGESSE  ET VOIE HUMAINE</vt:lpstr>
      <vt:lpstr>TU EXISTES AVANT TOUT AUTRE RÈGNE  </vt:lpstr>
      <vt:lpstr>PLUS GRAND QUE TOUT TRÔNE  ET TOUT ROYAUME</vt:lpstr>
      <vt:lpstr>PLUS GRAND QUE TOUTES  LES MERVEILLES DE CE MONDE</vt:lpstr>
      <vt:lpstr>PLUS GRAND QUE TOUT TRÉSOR  ET TOUTE NOBLESSE</vt:lpstr>
      <vt:lpstr>COMMENT MESURER  TANT DE RICHESSE </vt:lpstr>
      <vt:lpstr>CRUCIFIÉ, AU TOMBEAU DÉPOSÉ TU AS VÉCU POUR MOURIR REJETÉ</vt:lpstr>
      <vt:lpstr>COMME UNE ROSE FOULÉE  PAR NOS PIEDS</vt:lpstr>
      <vt:lpstr>TU AS PAYÉ PENSANT À NOUS  PLUS QUE TOUT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115</cp:revision>
  <dcterms:created xsi:type="dcterms:W3CDTF">2002-08-17T10:50:50Z</dcterms:created>
  <dcterms:modified xsi:type="dcterms:W3CDTF">2014-05-25T08:18:40Z</dcterms:modified>
</cp:coreProperties>
</file>