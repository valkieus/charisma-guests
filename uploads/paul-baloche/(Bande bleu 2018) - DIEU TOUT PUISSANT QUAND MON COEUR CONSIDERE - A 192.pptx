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4" r:id="rId4"/>
    <p:sldId id="275" r:id="rId5"/>
    <p:sldId id="272" r:id="rId6"/>
    <p:sldId id="276" r:id="rId7"/>
    <p:sldId id="264" r:id="rId8"/>
    <p:sldId id="277" r:id="rId9"/>
    <p:sldId id="265" r:id="rId10"/>
    <p:sldId id="267" r:id="rId11"/>
    <p:sldId id="269" r:id="rId12"/>
    <p:sldId id="278" r:id="rId13"/>
    <p:sldId id="273" r:id="rId14"/>
    <p:sldId id="279" r:id="rId1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692" autoAdjust="0"/>
    <p:restoredTop sz="33711" autoAdjust="0"/>
  </p:normalViewPr>
  <p:slideViewPr>
    <p:cSldViewPr>
      <p:cViewPr varScale="1">
        <p:scale>
          <a:sx n="28" d="100"/>
          <a:sy n="28" d="100"/>
        </p:scale>
        <p:origin x="-2574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5C40B770-5EA1-4EB0-A839-C8A7A952F756}" type="datetimeFigureOut">
              <a:rPr lang="fr-FR"/>
              <a:pPr>
                <a:defRPr/>
              </a:pPr>
              <a:t>20/10/2018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4C10072-0628-4813-881F-B642FD5EE98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DIEU TOUT-PUISSANT QUAND MON CŒUR CONSIDÈRE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TOUT L’UNIVERS CRÉÉ PAR TON POUVOIR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LE CIEL D’AZUR, LES ÉCLAIRS LE TONNERRE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LE CLAIR MATIN OU LES OMBRES DU SOIR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5-  AINSI, MON ÂME CHANTE LOUANGE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6-  TU ES SI GRAND TU ES SI GRAND              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QUAND, PAR LES BOIS OU LA FORÊT PROFONDE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J’ERRE ET J’ENTENDS TOUS LES OISEAUX CHANTER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QUAND, SUR LES MONTS LA SOURCE AVEC SON ONDE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LIVRE AU ZÉPHIR SON CHANT DOUX ET LÉGER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Refrain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MAIS QUAND JE SONGE Ô SUBLIME MYSTÈRE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QU’UN DIEU SI GRAND AIT PU PENSER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QUE SON CHER FILS EST DEVENU MON FRÈRE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ET QUE JE SUIS L’HÉRITIER DU GRAND ROI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</a:rPr>
              <a:t>1-  DIEU TOUT-PUISSANT QUAND MON CŒUR CONSIDÈRE </a:t>
            </a:r>
          </a:p>
          <a:p>
            <a:r>
              <a:rPr lang="fr-FR" smtClean="0">
                <a:latin typeface="Times New Roman" pitchFamily="18" charset="0"/>
              </a:rPr>
              <a:t>2-  TOUT L’UNIVERS CRÉÉ PAR TON POUVOIR</a:t>
            </a:r>
          </a:p>
          <a:p>
            <a:r>
              <a:rPr lang="fr-FR" smtClean="0">
                <a:latin typeface="Times New Roman" pitchFamily="18" charset="0"/>
              </a:rPr>
              <a:t>3-  LE CIEL D’AZUR, LES ÉCLAIRS LE TONNERRE</a:t>
            </a:r>
          </a:p>
          <a:p>
            <a:r>
              <a:rPr lang="fr-FR" smtClean="0">
                <a:latin typeface="Times New Roman" pitchFamily="18" charset="0"/>
              </a:rPr>
              <a:t>4-  LE CLAIR MATIN OU LES OMBRES DU SOIR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	5-  AINSI, MON ÂME CHANTE LOUANGE À TOI</a:t>
            </a:r>
          </a:p>
          <a:p>
            <a:r>
              <a:rPr lang="fr-FR" smtClean="0">
                <a:latin typeface="Times New Roman" pitchFamily="18" charset="0"/>
              </a:rPr>
              <a:t>	6-  TU ES SI GRAND TU ES SI GRAND              X2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7-  QUAND, PAR LES BOIS OU LA FORÊT PROFONDE</a:t>
            </a:r>
          </a:p>
          <a:p>
            <a:r>
              <a:rPr lang="fr-FR" smtClean="0">
                <a:latin typeface="Times New Roman" pitchFamily="18" charset="0"/>
              </a:rPr>
              <a:t>8-  J’ERRE ET J’ENTENDS TOUS LES OISEAUX CHANTER</a:t>
            </a:r>
          </a:p>
          <a:p>
            <a:r>
              <a:rPr lang="fr-FR" smtClean="0">
                <a:latin typeface="Times New Roman" pitchFamily="18" charset="0"/>
              </a:rPr>
              <a:t>9-  QUAND, SUR LES MONTS LA SOURCE AVEC SON ONDE</a:t>
            </a:r>
          </a:p>
          <a:p>
            <a:r>
              <a:rPr lang="fr-FR" smtClean="0">
                <a:latin typeface="Times New Roman" pitchFamily="18" charset="0"/>
              </a:rPr>
              <a:t>10-  LIVRE AU ZÉPHIR SON CHANT DOUX ET LÉGER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Refrain</a:t>
            </a:r>
          </a:p>
          <a:p>
            <a:endParaRPr lang="fr-FR" smtClean="0">
              <a:latin typeface="Times New Roman" pitchFamily="18" charset="0"/>
            </a:endParaRPr>
          </a:p>
          <a:p>
            <a:r>
              <a:rPr lang="fr-FR" smtClean="0">
                <a:latin typeface="Times New Roman" pitchFamily="18" charset="0"/>
              </a:rPr>
              <a:t>11-  MAIS QUAND JE SONGE Ô SUBLIME MYSTÈRE</a:t>
            </a:r>
          </a:p>
          <a:p>
            <a:r>
              <a:rPr lang="fr-FR" smtClean="0">
                <a:latin typeface="Times New Roman" pitchFamily="18" charset="0"/>
              </a:rPr>
              <a:t>12-  QU’UN DIEU SI GRAND AIT PU PENSER À MOI</a:t>
            </a:r>
          </a:p>
          <a:p>
            <a:r>
              <a:rPr lang="fr-FR" smtClean="0">
                <a:latin typeface="Times New Roman" pitchFamily="18" charset="0"/>
              </a:rPr>
              <a:t>13-  QUE SON CHER FILS EST DEVENU MON FRÈRE</a:t>
            </a:r>
          </a:p>
          <a:p>
            <a:r>
              <a:rPr lang="fr-FR" smtClean="0">
                <a:latin typeface="Times New Roman" pitchFamily="18" charset="0"/>
              </a:rPr>
              <a:t>14-  ET QUE JE SUIS L’HÉRITIER DU GRAND ROI</a:t>
            </a:r>
          </a:p>
          <a:p>
            <a:endParaRPr lang="fr-FR" smtClean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574DBC-A343-4BB5-989C-768AA4B7F89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380CD-FC70-4203-B2CD-C642868CC2F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7D4C00-0A88-404E-9461-BBB43BF54B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CF3EEC-50AB-4A3D-A965-F2AA947A404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FAD40-7AA0-45E4-997D-9C924BA3E52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B6B5B-0244-4738-B143-4441AAD5BBE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BC4FE2-068A-47E7-A3BB-F2298C50D19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CD1611-2355-4435-B279-D8D06305FFC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CBC9F7-7311-48E9-B5AC-52C84BFF02C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1CD566-B439-4A0F-81E6-886E5CD0B8D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6F86F-E8C8-4E5C-8CAF-EA6B35933C5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31DC0231-5A0E-4F31-BBD4-28BC23AE55E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TOUT-PUISSANT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MON CŒUR CONSIDÈRE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 L’UNIVERS CRÉÉ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 TON POUVOIR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CIEL D’AZUR, LES ÉCLAIRS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TONNERRE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CLAIR MATIN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LES OMBRES DU SOIR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AINSI, MON ÂME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CHANTE LOUANGE À TOI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SI GRAND 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QUAND, PAR LES BOIS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OU LA FORÊT PROFONDE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J’ERRE ET J’ENTENDS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OISEAUX CHANTER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QUAND, SUR LES MONTS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SOURCE AVEC SON ONDE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LIVRE AU ZÉPHIR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SON CHANT DOUX ET LÉGER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QUAND JE SONGE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Ô SUBLIME MYSTÈRE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QU’UN DIEU SI GRAND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AIT PU PENSER À MOI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SON CHER FILS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DEVENU MON FRÈRE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QUE JE SUIS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L’HÉRITIER DU GRAND ROI</a:t>
            </a:r>
            <a:endParaRPr lang="en-GB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1006</Words>
  <Application>Microsoft PowerPoint</Application>
  <PresentationFormat>Affichage à l'écran (4:3)</PresentationFormat>
  <Paragraphs>560</Paragraphs>
  <Slides>14</Slides>
  <Notes>14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5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53</cp:revision>
  <dcterms:created xsi:type="dcterms:W3CDTF">2002-08-17T09:59:54Z</dcterms:created>
  <dcterms:modified xsi:type="dcterms:W3CDTF">2018-10-20T00:45:10Z</dcterms:modified>
</cp:coreProperties>
</file>