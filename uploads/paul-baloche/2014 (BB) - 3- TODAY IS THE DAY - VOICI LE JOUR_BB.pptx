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24" r:id="rId2"/>
    <p:sldId id="325" r:id="rId3"/>
    <p:sldId id="326" r:id="rId4"/>
    <p:sldId id="327" r:id="rId5"/>
    <p:sldId id="328" r:id="rId6"/>
    <p:sldId id="323" r:id="rId7"/>
    <p:sldId id="310" r:id="rId8"/>
    <p:sldId id="311" r:id="rId9"/>
    <p:sldId id="312" r:id="rId10"/>
    <p:sldId id="329" r:id="rId11"/>
    <p:sldId id="330" r:id="rId12"/>
    <p:sldId id="331" r:id="rId13"/>
    <p:sldId id="332" r:id="rId14"/>
    <p:sldId id="333" r:id="rId15"/>
    <p:sldId id="318" r:id="rId16"/>
    <p:sldId id="319" r:id="rId17"/>
    <p:sldId id="320" r:id="rId18"/>
    <p:sldId id="321" r:id="rId19"/>
    <p:sldId id="322" r:id="rId20"/>
    <p:sldId id="317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39882" autoAdjust="0"/>
  </p:normalViewPr>
  <p:slideViewPr>
    <p:cSldViewPr>
      <p:cViewPr>
        <p:scale>
          <a:sx n="40" d="100"/>
          <a:sy n="40" d="100"/>
        </p:scale>
        <p:origin x="-14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7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46C394F-D436-48FF-94DF-EC54A928F64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20CCED-3212-4BC4-90FA-A23F7705E25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3946D-B1B5-42CF-B3DA-A089B1EAA7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F72C8-9AE8-46EB-B269-8CD12F99ED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BEB7F-0389-454F-B1DF-6872AA8FAD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F2D02-EF02-452C-B271-1050EA6257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38F9C-A912-46A6-92D2-0904BDA556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D5F33-EB46-476B-9302-BF7456785C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655F3-5188-4525-B14C-AF06ED301A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66DAC-B0EC-418C-9599-CACA183E73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0B341-1093-4AE0-B9E8-6ABC7E4A2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AF8F0-CEFD-4106-9D70-4A48F34451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4645B-072D-406E-874E-4EA5D77D90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94C8AE-C35C-4073-A8AE-0F5884A51E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METS MES PEURS DE CÔTÉ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DERRIÈRE MOI MON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TOURNER MON CŒUR ENTIER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TOI,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 VERS LES TIENNES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ABANDONNANT TOUTES MES PEINES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CROIS QUE TOUT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ME RÉSERVES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BON, SI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LE JOUR QUE TU 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POUR MOI UN SUJET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VOICI LE JOUR QUE TU 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POUR MOI UN SUJET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JE N’AURAI PAS PEUR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POUR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ESPÉRANCE EST EN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VOICI LE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METS MES SOUCIS DEHORS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DERRIÈRE MOI LES REMORDS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PLUS ENCORE,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 VERS LES TIENNES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ABANDONNANT TOUTES MES PEINES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CROIS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TOUT CE QUE TU ME RÉSERVES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BON, SI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VOICI LE JOUR QUE TU 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POUR MOI UN SUJET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LE JOUR QUE TU 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POUR MOI UN SUJET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JE N’AURAI PAS PEUR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CRAINTES SONT ENTRE TES 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SUIVRAI SUR LE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ESPÉRANCE EST EN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LE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TOI SEIGNEUR JE VIVRAI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FONDÉ SUR TA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1914</Words>
  <Application>Microsoft Office PowerPoint</Application>
  <PresentationFormat>On-screen Show (4:3)</PresentationFormat>
  <Paragraphs>900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JE METS MES PEURS DE CÔTÉ ET DERRIÈRE MOI MON PASSÉ</vt:lpstr>
      <vt:lpstr>POUR TOURNER MON CŒUR ENTIER VERS TOI, JÉSUS</vt:lpstr>
      <vt:lpstr>JE LÈVE MES MAINS VERS LES TIENNES ABANDONNANT TOUTES MES PEINES</vt:lpstr>
      <vt:lpstr>CAR JE CROIS QUE TOUT CE QUE TU ME RÉSERVES   </vt:lpstr>
      <vt:lpstr>EST BON, SI BON</vt:lpstr>
      <vt:lpstr>VOICI LE JOUR QUE TU AS FAIT IL EST POUR MOI UN SUJET DE JOIE</vt:lpstr>
      <vt:lpstr>CAR VOICI LE JOUR QUE TU AS FAIT IL EST POUR MOI UN SUJET DE JOIE</vt:lpstr>
      <vt:lpstr>NON JE N’AURAI PAS PEUR  POUR DEMAIN </vt:lpstr>
      <vt:lpstr>MON ESPÉRANCE EST EN TOI  VOICI LE JOUR </vt:lpstr>
      <vt:lpstr>JE METS MES SOUCIS DEHORS ET DERRIÈRE MOI LES REMORDS</vt:lpstr>
      <vt:lpstr>JE TE DONNE MA VIE ET PLUS ENCORE, JÉSUS</vt:lpstr>
      <vt:lpstr>JE LÈVE MES MAINS VERS LES TIENNES  ABANDONNANT TOUTES MES PEINES</vt:lpstr>
      <vt:lpstr>CAR JE CROIS QUE TOUT CE QUE TU ME RÉSERVES </vt:lpstr>
      <vt:lpstr>EST BON, SI BON</vt:lpstr>
      <vt:lpstr>CAR VOICI LE JOUR QUE TU AS FAIT IL EST POUR MOI UN SUJET DE JOIE</vt:lpstr>
      <vt:lpstr>VOICI LE JOUR QUE TU AS FAIT IL EST POUR MOI UN SUJET DE JOIE</vt:lpstr>
      <vt:lpstr>NON JE N’AURAI PAS PEUR  POUR DEMAIN </vt:lpstr>
      <vt:lpstr>MES CRAINTES SONT ENTRE TES MAINS JE TE SUIVRAI SUR LE CHEMIN</vt:lpstr>
      <vt:lpstr>MON ESPÉRANCE EST EN TOI VOICI LE JOUR</vt:lpstr>
      <vt:lpstr>POUR TOI SEIGNEUR JE VIVRAI FONDÉ SUR TA VÉRITÉ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2014-05-24T19:43:01Z</dcterms:modified>
</cp:coreProperties>
</file>