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2" autoAdjust="0"/>
    <p:restoredTop sz="62077" autoAdjust="0"/>
  </p:normalViewPr>
  <p:slideViewPr>
    <p:cSldViewPr>
      <p:cViewPr>
        <p:scale>
          <a:sx n="40" d="100"/>
          <a:sy n="40" d="100"/>
        </p:scale>
        <p:origin x="-264" y="-3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166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399DD29-BA77-4947-822E-F928ED33410D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C43FD50-2AFE-44D8-B522-4F7351B0780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JESUS LET YOUR KINGDOM COME HERE</a:t>
            </a:r>
            <a:br>
              <a:rPr lang="en-US" smtClean="0"/>
            </a:br>
            <a:r>
              <a:rPr lang="en-US" smtClean="0"/>
              <a:t>     LET YOUR WILL BE DONE HERE IN US </a:t>
            </a:r>
            <a:br>
              <a:rPr lang="en-US" smtClean="0"/>
            </a:br>
            <a:r>
              <a:rPr lang="en-US" smtClean="0"/>
              <a:t>2-  JESUS THERE IS NO ONE GREATER</a:t>
            </a:r>
            <a:br>
              <a:rPr lang="en-US" smtClean="0"/>
            </a:br>
            <a:r>
              <a:rPr lang="en-US" smtClean="0"/>
              <a:t>     YOU ALONE ARE SAVIOR </a:t>
            </a:r>
            <a:br>
              <a:rPr lang="en-US" smtClean="0"/>
            </a:br>
            <a:r>
              <a:rPr lang="en-US" smtClean="0"/>
              <a:t>3-  SHOW THE WORLD YOUR LOVE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KING OF HEAVEN COME DOWN</a:t>
            </a:r>
            <a:br>
              <a:rPr lang="en-US" smtClean="0"/>
            </a:br>
            <a:r>
              <a:rPr lang="en-US" smtClean="0"/>
              <a:t>     	     KING OF HEAVEN COME NOW</a:t>
            </a:r>
            <a:br>
              <a:rPr lang="en-US" smtClean="0"/>
            </a:br>
            <a:r>
              <a:rPr lang="en-US" smtClean="0"/>
              <a:t>	5-  LET YOUR GLORY REIGN</a:t>
            </a:r>
            <a:br>
              <a:rPr lang="en-US" smtClean="0"/>
            </a:br>
            <a:r>
              <a:rPr lang="en-US" smtClean="0"/>
              <a:t>  	     SHINING LIKE THE DAY</a:t>
            </a:r>
            <a:br>
              <a:rPr lang="en-US" smtClean="0"/>
            </a:br>
            <a:r>
              <a:rPr lang="en-US" smtClean="0"/>
              <a:t>	6-  KING OF HEAVEN COME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KING OF HEAVEN RISE UP</a:t>
            </a:r>
            <a:br>
              <a:rPr lang="en-US" smtClean="0"/>
            </a:br>
            <a:r>
              <a:rPr lang="en-US" smtClean="0"/>
              <a:t>     	     WHO CAN STAND AGAINST US </a:t>
            </a:r>
            <a:br>
              <a:rPr lang="en-US" smtClean="0"/>
            </a:br>
            <a:r>
              <a:rPr lang="en-US" smtClean="0"/>
              <a:t>	8-  YOU ARE STRONG TO SAVE</a:t>
            </a:r>
            <a:br>
              <a:rPr lang="en-US" smtClean="0"/>
            </a:br>
            <a:r>
              <a:rPr lang="en-US" smtClean="0"/>
              <a:t>     	     IN YOUR MIGHTY NAME</a:t>
            </a:r>
            <a:br>
              <a:rPr lang="en-US" smtClean="0"/>
            </a:br>
            <a:r>
              <a:rPr lang="en-US" smtClean="0"/>
              <a:t>	9-  KING OF HEAVEN COME 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WE ARE CHILDREN OF YOUR MERCY</a:t>
            </a:r>
            <a:br>
              <a:rPr lang="en-US" smtClean="0"/>
            </a:br>
            <a:r>
              <a:rPr lang="en-US" smtClean="0"/>
              <a:t>       RESCUED FOR YOUR GLORY </a:t>
            </a:r>
            <a:br>
              <a:rPr lang="en-US" smtClean="0"/>
            </a:br>
            <a:r>
              <a:rPr lang="en-US" smtClean="0"/>
              <a:t>11-  WE CRY JESUS</a:t>
            </a:r>
            <a:br>
              <a:rPr lang="en-US" smtClean="0"/>
            </a:br>
            <a:r>
              <a:rPr lang="en-US" smtClean="0"/>
              <a:t>       SET OUR HEARTS TOWARDS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THAT EVERY EYE WOULD SEE YOU LIFTED HIGH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KING OF HEAVEN COME</a:t>
            </a:r>
            <a:br>
              <a:rPr lang="en-US" smtClean="0"/>
            </a:br>
            <a:r>
              <a:rPr lang="en-US" smtClean="0"/>
              <a:t>       KING OF HEAVEN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JESUS LET YOUR KINGDOM COME HERE</a:t>
            </a:r>
            <a:br>
              <a:rPr lang="en-US" smtClean="0"/>
            </a:br>
            <a:r>
              <a:rPr lang="en-US" smtClean="0"/>
              <a:t>     LET YOUR WILL BE DONE HERE IN US </a:t>
            </a:r>
            <a:br>
              <a:rPr lang="en-US" smtClean="0"/>
            </a:br>
            <a:r>
              <a:rPr lang="en-US" smtClean="0"/>
              <a:t>2-  JESUS THERE IS NO ONE GREATER</a:t>
            </a:r>
            <a:br>
              <a:rPr lang="en-US" smtClean="0"/>
            </a:br>
            <a:r>
              <a:rPr lang="en-US" smtClean="0"/>
              <a:t>     YOU ALONE ARE SAVIOR </a:t>
            </a:r>
            <a:br>
              <a:rPr lang="en-US" smtClean="0"/>
            </a:br>
            <a:r>
              <a:rPr lang="en-US" smtClean="0"/>
              <a:t>3-  SHOW THE WORLD YOUR LOVE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4-  KING OF HEAVEN COME DOWN</a:t>
            </a:r>
            <a:br>
              <a:rPr lang="en-US" smtClean="0"/>
            </a:br>
            <a:r>
              <a:rPr lang="en-US" smtClean="0"/>
              <a:t>     	     KING OF HEAVEN COME NOW</a:t>
            </a:r>
            <a:br>
              <a:rPr lang="en-US" smtClean="0"/>
            </a:br>
            <a:r>
              <a:rPr lang="en-US" smtClean="0"/>
              <a:t>	5-  LET YOUR GLORY REIGN</a:t>
            </a:r>
            <a:br>
              <a:rPr lang="en-US" smtClean="0"/>
            </a:br>
            <a:r>
              <a:rPr lang="en-US" smtClean="0"/>
              <a:t>  	     SHINING LIKE THE DAY</a:t>
            </a:r>
            <a:br>
              <a:rPr lang="en-US" smtClean="0"/>
            </a:br>
            <a:r>
              <a:rPr lang="en-US" smtClean="0"/>
              <a:t>	6-  KING OF HEAVEN COME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7-  KING OF HEAVEN RISE UP</a:t>
            </a:r>
            <a:br>
              <a:rPr lang="en-US" smtClean="0"/>
            </a:br>
            <a:r>
              <a:rPr lang="en-US" smtClean="0"/>
              <a:t>     	     WHO CAN STAND AGAINST US </a:t>
            </a:r>
            <a:br>
              <a:rPr lang="en-US" smtClean="0"/>
            </a:br>
            <a:r>
              <a:rPr lang="en-US" smtClean="0"/>
              <a:t>	8-  YOU ARE STRONG TO SAVE</a:t>
            </a:r>
            <a:br>
              <a:rPr lang="en-US" smtClean="0"/>
            </a:br>
            <a:r>
              <a:rPr lang="en-US" smtClean="0"/>
              <a:t>     	     IN YOUR MIGHTY NAME</a:t>
            </a:r>
            <a:br>
              <a:rPr lang="en-US" smtClean="0"/>
            </a:br>
            <a:r>
              <a:rPr lang="en-US" smtClean="0"/>
              <a:t>	9-  KING OF HEAVEN COME 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WE ARE CHILDREN OF YOUR MERCY</a:t>
            </a:r>
            <a:br>
              <a:rPr lang="en-US" smtClean="0"/>
            </a:br>
            <a:r>
              <a:rPr lang="en-US" smtClean="0"/>
              <a:t>       RESCUED FOR YOUR GLORY </a:t>
            </a:r>
            <a:br>
              <a:rPr lang="en-US" smtClean="0"/>
            </a:br>
            <a:r>
              <a:rPr lang="en-US" smtClean="0"/>
              <a:t>11-  WE CRY JESUS</a:t>
            </a:r>
            <a:br>
              <a:rPr lang="en-US" smtClean="0"/>
            </a:br>
            <a:r>
              <a:rPr lang="en-US" smtClean="0"/>
              <a:t>       SET OUR HEARTS TOWARDS YOU</a:t>
            </a:r>
          </a:p>
          <a:p>
            <a:r>
              <a:rPr lang="en-US" smtClean="0"/>
              <a:t>12-  THAT EVERY EYE WOULD SEE YOU LIFTED HIGH</a:t>
            </a:r>
          </a:p>
          <a:p>
            <a:endParaRPr lang="en-US" smtClean="0"/>
          </a:p>
          <a:p>
            <a:r>
              <a:rPr lang="en-US" smtClean="0"/>
              <a:t>13-  KING OF HEAVEN COME</a:t>
            </a:r>
            <a:br>
              <a:rPr lang="en-US" smtClean="0"/>
            </a:br>
            <a:r>
              <a:rPr lang="en-US" smtClean="0"/>
              <a:t>       KING OF HEAVEN COME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JESUS LET YOUR KINGDOM COME HERE</a:t>
            </a:r>
            <a:br>
              <a:rPr lang="en-US" smtClean="0"/>
            </a:br>
            <a:r>
              <a:rPr lang="en-US" smtClean="0"/>
              <a:t>     LET YOUR WILL BE DONE HERE IN US </a:t>
            </a:r>
            <a:br>
              <a:rPr lang="en-US" smtClean="0"/>
            </a:br>
            <a:r>
              <a:rPr lang="en-US" smtClean="0"/>
              <a:t>2-  JESUS THERE IS NO ONE GREATER</a:t>
            </a:r>
            <a:br>
              <a:rPr lang="en-US" smtClean="0"/>
            </a:br>
            <a:r>
              <a:rPr lang="en-US" smtClean="0"/>
              <a:t>     YOU ALONE ARE SAVIOR </a:t>
            </a:r>
            <a:br>
              <a:rPr lang="en-US" smtClean="0"/>
            </a:br>
            <a:r>
              <a:rPr lang="en-US" smtClean="0"/>
              <a:t>3-  SHOW THE WORLD YOUR LOVE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KING OF HEAVEN COME DOWN</a:t>
            </a:r>
            <a:br>
              <a:rPr lang="en-US" smtClean="0"/>
            </a:br>
            <a:r>
              <a:rPr lang="en-US" smtClean="0"/>
              <a:t>     	     KING OF HEAVEN COME NOW</a:t>
            </a:r>
            <a:br>
              <a:rPr lang="en-US" smtClean="0"/>
            </a:br>
            <a:r>
              <a:rPr lang="en-US" smtClean="0"/>
              <a:t>	5-  LET YOUR GLORY REIGN</a:t>
            </a:r>
            <a:br>
              <a:rPr lang="en-US" smtClean="0"/>
            </a:br>
            <a:r>
              <a:rPr lang="en-US" smtClean="0"/>
              <a:t>  	     SHINING LIKE THE DAY</a:t>
            </a:r>
            <a:br>
              <a:rPr lang="en-US" smtClean="0"/>
            </a:br>
            <a:r>
              <a:rPr lang="en-US" smtClean="0"/>
              <a:t>	6-  KING OF HEAVEN COME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KING OF HEAVEN RISE UP</a:t>
            </a:r>
            <a:br>
              <a:rPr lang="en-US" smtClean="0"/>
            </a:br>
            <a:r>
              <a:rPr lang="en-US" smtClean="0"/>
              <a:t>     	     WHO CAN STAND AGAINST US </a:t>
            </a:r>
            <a:br>
              <a:rPr lang="en-US" smtClean="0"/>
            </a:br>
            <a:r>
              <a:rPr lang="en-US" smtClean="0"/>
              <a:t>	8-  YOU ARE STRONG TO SAVE</a:t>
            </a:r>
            <a:br>
              <a:rPr lang="en-US" smtClean="0"/>
            </a:br>
            <a:r>
              <a:rPr lang="en-US" smtClean="0"/>
              <a:t>     	     IN YOUR MIGHTY NAME</a:t>
            </a:r>
            <a:br>
              <a:rPr lang="en-US" smtClean="0"/>
            </a:br>
            <a:r>
              <a:rPr lang="en-US" smtClean="0"/>
              <a:t>	9-  KING OF HEAVEN COME 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WE ARE CHILDREN OF YOUR MERCY</a:t>
            </a:r>
            <a:br>
              <a:rPr lang="en-US" smtClean="0"/>
            </a:br>
            <a:r>
              <a:rPr lang="en-US" smtClean="0"/>
              <a:t>       RESCUED FOR YOUR GLORY </a:t>
            </a:r>
            <a:br>
              <a:rPr lang="en-US" smtClean="0"/>
            </a:br>
            <a:r>
              <a:rPr lang="en-US" smtClean="0"/>
              <a:t>11-  WE CRY JESUS</a:t>
            </a:r>
            <a:br>
              <a:rPr lang="en-US" smtClean="0"/>
            </a:br>
            <a:r>
              <a:rPr lang="en-US" smtClean="0"/>
              <a:t>       SET OUR HEARTS TOWARDS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THAT EVERY EYE WOULD SEE YOU LIFTED HIGH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KING OF HEAVEN COME</a:t>
            </a:r>
            <a:br>
              <a:rPr lang="en-US" smtClean="0"/>
            </a:br>
            <a:r>
              <a:rPr lang="en-US" smtClean="0"/>
              <a:t>       KING OF HEAVEN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JESUS LET YOUR KINGDOM COME HERE</a:t>
            </a:r>
            <a:br>
              <a:rPr lang="en-US" smtClean="0"/>
            </a:br>
            <a:r>
              <a:rPr lang="en-US" smtClean="0"/>
              <a:t>     LET YOUR WILL BE DONE HERE IN US </a:t>
            </a:r>
            <a:br>
              <a:rPr lang="en-US" smtClean="0"/>
            </a:br>
            <a:r>
              <a:rPr lang="en-US" smtClean="0"/>
              <a:t>2-  JESUS THERE IS NO ONE GREATER</a:t>
            </a:r>
            <a:br>
              <a:rPr lang="en-US" smtClean="0"/>
            </a:br>
            <a:r>
              <a:rPr lang="en-US" smtClean="0"/>
              <a:t>     YOU ALONE ARE SAVIOR </a:t>
            </a:r>
            <a:br>
              <a:rPr lang="en-US" smtClean="0"/>
            </a:br>
            <a:r>
              <a:rPr lang="en-US" smtClean="0"/>
              <a:t>3-  SHOW THE WORLD YOUR LOVE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4-  KING OF HEAVEN COME DOWN</a:t>
            </a:r>
            <a:br>
              <a:rPr lang="en-US" smtClean="0"/>
            </a:br>
            <a:r>
              <a:rPr lang="en-US" smtClean="0"/>
              <a:t>     	     KING OF HEAVEN COME NOW</a:t>
            </a:r>
            <a:br>
              <a:rPr lang="en-US" smtClean="0"/>
            </a:br>
            <a:r>
              <a:rPr lang="en-US" smtClean="0"/>
              <a:t>	5-  LET YOUR GLORY REIGN</a:t>
            </a:r>
            <a:br>
              <a:rPr lang="en-US" smtClean="0"/>
            </a:br>
            <a:r>
              <a:rPr lang="en-US" smtClean="0"/>
              <a:t>  	     SHINING LIKE THE DAY</a:t>
            </a:r>
            <a:br>
              <a:rPr lang="en-US" smtClean="0"/>
            </a:br>
            <a:r>
              <a:rPr lang="en-US" smtClean="0"/>
              <a:t>	6-  KING OF HEAVEN COME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7-  KING OF HEAVEN RISE UP</a:t>
            </a:r>
            <a:br>
              <a:rPr lang="en-US" smtClean="0"/>
            </a:br>
            <a:r>
              <a:rPr lang="en-US" smtClean="0"/>
              <a:t>     	     WHO CAN STAND AGAINST US </a:t>
            </a:r>
            <a:br>
              <a:rPr lang="en-US" smtClean="0"/>
            </a:br>
            <a:r>
              <a:rPr lang="en-US" smtClean="0"/>
              <a:t>	8-  YOU ARE STRONG TO SAVE</a:t>
            </a:r>
            <a:br>
              <a:rPr lang="en-US" smtClean="0"/>
            </a:br>
            <a:r>
              <a:rPr lang="en-US" smtClean="0"/>
              <a:t>     	     IN YOUR MIGHTY NAME</a:t>
            </a:r>
            <a:br>
              <a:rPr lang="en-US" smtClean="0"/>
            </a:br>
            <a:r>
              <a:rPr lang="en-US" smtClean="0"/>
              <a:t>	9-  KING OF HEAVEN COME 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WE ARE CHILDREN OF YOUR MERCY</a:t>
            </a:r>
            <a:br>
              <a:rPr lang="en-US" smtClean="0"/>
            </a:br>
            <a:r>
              <a:rPr lang="en-US" smtClean="0"/>
              <a:t>       RESCUED FOR YOUR GLORY </a:t>
            </a:r>
            <a:br>
              <a:rPr lang="en-US" smtClean="0"/>
            </a:br>
            <a:r>
              <a:rPr lang="en-US" smtClean="0"/>
              <a:t>11-  WE CRY JESUS</a:t>
            </a:r>
            <a:br>
              <a:rPr lang="en-US" smtClean="0"/>
            </a:br>
            <a:r>
              <a:rPr lang="en-US" smtClean="0"/>
              <a:t>       SET OUR HEARTS TOWARDS YOU</a:t>
            </a:r>
          </a:p>
          <a:p>
            <a:r>
              <a:rPr lang="en-US" smtClean="0"/>
              <a:t>12-  THAT EVERY EYE WOULD SEE YOU LIFTED HIGH</a:t>
            </a:r>
          </a:p>
          <a:p>
            <a:endParaRPr lang="en-US" smtClean="0"/>
          </a:p>
          <a:p>
            <a:r>
              <a:rPr lang="en-US" smtClean="0"/>
              <a:t>13-  KING OF HEAVEN COME</a:t>
            </a:r>
            <a:br>
              <a:rPr lang="en-US" smtClean="0"/>
            </a:br>
            <a:r>
              <a:rPr lang="en-US" smtClean="0"/>
              <a:t>       KING OF HEAVEN COME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JESUS LET YOUR KINGDOM COME HERE</a:t>
            </a:r>
            <a:br>
              <a:rPr lang="en-US" smtClean="0"/>
            </a:br>
            <a:r>
              <a:rPr lang="en-US" smtClean="0"/>
              <a:t>     LET YOUR WILL BE DONE HERE IN US </a:t>
            </a:r>
            <a:br>
              <a:rPr lang="en-US" smtClean="0"/>
            </a:br>
            <a:r>
              <a:rPr lang="en-US" smtClean="0"/>
              <a:t>2-  JESUS THERE IS NO ONE GREATER</a:t>
            </a:r>
            <a:br>
              <a:rPr lang="en-US" smtClean="0"/>
            </a:br>
            <a:r>
              <a:rPr lang="en-US" smtClean="0"/>
              <a:t>     YOU ALONE ARE SAVIOR </a:t>
            </a:r>
            <a:br>
              <a:rPr lang="en-US" smtClean="0"/>
            </a:br>
            <a:r>
              <a:rPr lang="en-US" smtClean="0"/>
              <a:t>3-  SHOW THE WORLD YOUR LOVE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KING OF HEAVEN COME DOWN</a:t>
            </a:r>
            <a:br>
              <a:rPr lang="en-US" smtClean="0"/>
            </a:br>
            <a:r>
              <a:rPr lang="en-US" smtClean="0"/>
              <a:t>     	     KING OF HEAVEN COME NOW</a:t>
            </a:r>
            <a:br>
              <a:rPr lang="en-US" smtClean="0"/>
            </a:br>
            <a:r>
              <a:rPr lang="en-US" smtClean="0"/>
              <a:t>	5-  LET YOUR GLORY REIGN</a:t>
            </a:r>
            <a:br>
              <a:rPr lang="en-US" smtClean="0"/>
            </a:br>
            <a:r>
              <a:rPr lang="en-US" smtClean="0"/>
              <a:t>  	     SHINING LIKE THE DAY</a:t>
            </a:r>
            <a:br>
              <a:rPr lang="en-US" smtClean="0"/>
            </a:br>
            <a:r>
              <a:rPr lang="en-US" smtClean="0"/>
              <a:t>	6-  KING OF HEAVEN COME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KING OF HEAVEN RISE UP</a:t>
            </a:r>
            <a:br>
              <a:rPr lang="en-US" smtClean="0"/>
            </a:br>
            <a:r>
              <a:rPr lang="en-US" smtClean="0"/>
              <a:t>     	     WHO CAN STAND AGAINST US </a:t>
            </a:r>
            <a:br>
              <a:rPr lang="en-US" smtClean="0"/>
            </a:br>
            <a:r>
              <a:rPr lang="en-US" smtClean="0"/>
              <a:t>	8-  YOU ARE STRONG TO SAVE</a:t>
            </a:r>
            <a:br>
              <a:rPr lang="en-US" smtClean="0"/>
            </a:br>
            <a:r>
              <a:rPr lang="en-US" smtClean="0"/>
              <a:t>     	     IN YOUR MIGHTY NAME</a:t>
            </a:r>
            <a:br>
              <a:rPr lang="en-US" smtClean="0"/>
            </a:br>
            <a:r>
              <a:rPr lang="en-US" smtClean="0"/>
              <a:t>	9-  KING OF HEAVEN COME 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WE ARE CHILDREN OF YOUR MERCY</a:t>
            </a:r>
            <a:br>
              <a:rPr lang="en-US" smtClean="0"/>
            </a:br>
            <a:r>
              <a:rPr lang="en-US" smtClean="0"/>
              <a:t>       RESCUED FOR YOUR GLORY </a:t>
            </a:r>
            <a:br>
              <a:rPr lang="en-US" smtClean="0"/>
            </a:br>
            <a:r>
              <a:rPr lang="en-US" smtClean="0"/>
              <a:t>11-  WE CRY JESUS</a:t>
            </a:r>
            <a:br>
              <a:rPr lang="en-US" smtClean="0"/>
            </a:br>
            <a:r>
              <a:rPr lang="en-US" smtClean="0"/>
              <a:t>       SET OUR HEARTS TOWARDS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THAT EVERY EYE WOULD SEE YOU LIFTED HIGH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KING OF HEAVEN COME</a:t>
            </a:r>
            <a:br>
              <a:rPr lang="en-US" smtClean="0"/>
            </a:br>
            <a:r>
              <a:rPr lang="en-US" smtClean="0"/>
              <a:t>       KING OF HEAVEN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JESUS LET YOUR KINGDOM COME HERE</a:t>
            </a:r>
            <a:br>
              <a:rPr lang="en-US" smtClean="0"/>
            </a:br>
            <a:r>
              <a:rPr lang="en-US" smtClean="0"/>
              <a:t>     LET YOUR WILL BE DONE HERE IN US </a:t>
            </a:r>
            <a:br>
              <a:rPr lang="en-US" smtClean="0"/>
            </a:br>
            <a:r>
              <a:rPr lang="en-US" smtClean="0"/>
              <a:t>2-  JESUS THERE IS NO ONE GREATER</a:t>
            </a:r>
            <a:br>
              <a:rPr lang="en-US" smtClean="0"/>
            </a:br>
            <a:r>
              <a:rPr lang="en-US" smtClean="0"/>
              <a:t>     YOU ALONE ARE SAVIOR </a:t>
            </a:r>
            <a:br>
              <a:rPr lang="en-US" smtClean="0"/>
            </a:br>
            <a:r>
              <a:rPr lang="en-US" smtClean="0"/>
              <a:t>3-  SHOW THE WORLD YOUR LOVE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4-  KING OF HEAVEN COME DOWN</a:t>
            </a:r>
            <a:br>
              <a:rPr lang="en-US" smtClean="0"/>
            </a:br>
            <a:r>
              <a:rPr lang="en-US" smtClean="0"/>
              <a:t>     	     KING OF HEAVEN COME NOW</a:t>
            </a:r>
            <a:br>
              <a:rPr lang="en-US" smtClean="0"/>
            </a:br>
            <a:r>
              <a:rPr lang="en-US" smtClean="0"/>
              <a:t>	5-  LET YOUR GLORY REIGN</a:t>
            </a:r>
            <a:br>
              <a:rPr lang="en-US" smtClean="0"/>
            </a:br>
            <a:r>
              <a:rPr lang="en-US" smtClean="0"/>
              <a:t>  	     SHINING LIKE THE DAY</a:t>
            </a:r>
            <a:br>
              <a:rPr lang="en-US" smtClean="0"/>
            </a:br>
            <a:r>
              <a:rPr lang="en-US" smtClean="0"/>
              <a:t>	6-  KING OF HEAVEN COME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7-  KING OF HEAVEN RISE UP</a:t>
            </a:r>
            <a:br>
              <a:rPr lang="en-US" smtClean="0"/>
            </a:br>
            <a:r>
              <a:rPr lang="en-US" smtClean="0"/>
              <a:t>     	     WHO CAN STAND AGAINST US </a:t>
            </a:r>
            <a:br>
              <a:rPr lang="en-US" smtClean="0"/>
            </a:br>
            <a:r>
              <a:rPr lang="en-US" smtClean="0"/>
              <a:t>	8-  YOU ARE STRONG TO SAVE</a:t>
            </a:r>
            <a:br>
              <a:rPr lang="en-US" smtClean="0"/>
            </a:br>
            <a:r>
              <a:rPr lang="en-US" smtClean="0"/>
              <a:t>     	     IN YOUR MIGHTY NAME</a:t>
            </a:r>
            <a:br>
              <a:rPr lang="en-US" smtClean="0"/>
            </a:br>
            <a:r>
              <a:rPr lang="en-US" smtClean="0"/>
              <a:t>	9-  KING OF HEAVEN COME 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WE ARE CHILDREN OF YOUR MERCY</a:t>
            </a:r>
            <a:br>
              <a:rPr lang="en-US" smtClean="0"/>
            </a:br>
            <a:r>
              <a:rPr lang="en-US" smtClean="0"/>
              <a:t>       RESCUED FOR YOUR GLORY </a:t>
            </a:r>
            <a:br>
              <a:rPr lang="en-US" smtClean="0"/>
            </a:br>
            <a:r>
              <a:rPr lang="en-US" smtClean="0"/>
              <a:t>11-  WE CRY JESUS</a:t>
            </a:r>
            <a:br>
              <a:rPr lang="en-US" smtClean="0"/>
            </a:br>
            <a:r>
              <a:rPr lang="en-US" smtClean="0"/>
              <a:t>       SET OUR HEARTS TOWARDS YOU</a:t>
            </a:r>
          </a:p>
          <a:p>
            <a:r>
              <a:rPr lang="en-US" smtClean="0"/>
              <a:t>12-  THAT EVERY EYE WOULD SEE YOU LIFTED HIGH</a:t>
            </a:r>
          </a:p>
          <a:p>
            <a:endParaRPr lang="en-US" smtClean="0"/>
          </a:p>
          <a:p>
            <a:r>
              <a:rPr lang="en-US" smtClean="0"/>
              <a:t>13-  KING OF HEAVEN COME</a:t>
            </a:r>
            <a:br>
              <a:rPr lang="en-US" smtClean="0"/>
            </a:br>
            <a:r>
              <a:rPr lang="en-US" smtClean="0"/>
              <a:t>       KING OF HEAVEN COME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JESUS LET YOUR KINGDOM COME HERE</a:t>
            </a:r>
            <a:br>
              <a:rPr lang="en-US" smtClean="0"/>
            </a:br>
            <a:r>
              <a:rPr lang="en-US" smtClean="0"/>
              <a:t>     LET YOUR WILL BE DONE HERE IN US </a:t>
            </a:r>
            <a:br>
              <a:rPr lang="en-US" smtClean="0"/>
            </a:br>
            <a:r>
              <a:rPr lang="en-US" smtClean="0"/>
              <a:t>2-  JESUS THERE IS NO ONE GREATER</a:t>
            </a:r>
            <a:br>
              <a:rPr lang="en-US" smtClean="0"/>
            </a:br>
            <a:r>
              <a:rPr lang="en-US" smtClean="0"/>
              <a:t>     YOU ALONE ARE SAVIOR </a:t>
            </a:r>
            <a:br>
              <a:rPr lang="en-US" smtClean="0"/>
            </a:br>
            <a:r>
              <a:rPr lang="en-US" smtClean="0"/>
              <a:t>3-  SHOW THE WORLD YOUR LOVE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KING OF HEAVEN COME DOWN</a:t>
            </a:r>
            <a:br>
              <a:rPr lang="en-US" smtClean="0"/>
            </a:br>
            <a:r>
              <a:rPr lang="en-US" smtClean="0"/>
              <a:t>     	     KING OF HEAVEN COME NOW</a:t>
            </a:r>
            <a:br>
              <a:rPr lang="en-US" smtClean="0"/>
            </a:br>
            <a:r>
              <a:rPr lang="en-US" smtClean="0"/>
              <a:t>	5-  LET YOUR GLORY REIGN</a:t>
            </a:r>
            <a:br>
              <a:rPr lang="en-US" smtClean="0"/>
            </a:br>
            <a:r>
              <a:rPr lang="en-US" smtClean="0"/>
              <a:t>  	     SHINING LIKE THE DAY</a:t>
            </a:r>
            <a:br>
              <a:rPr lang="en-US" smtClean="0"/>
            </a:br>
            <a:r>
              <a:rPr lang="en-US" smtClean="0"/>
              <a:t>	6-  KING OF HEAVEN COME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KING OF HEAVEN RISE UP</a:t>
            </a:r>
            <a:br>
              <a:rPr lang="en-US" smtClean="0"/>
            </a:br>
            <a:r>
              <a:rPr lang="en-US" smtClean="0"/>
              <a:t>     	     WHO CAN STAND AGAINST US </a:t>
            </a:r>
            <a:br>
              <a:rPr lang="en-US" smtClean="0"/>
            </a:br>
            <a:r>
              <a:rPr lang="en-US" smtClean="0"/>
              <a:t>	8-  YOU ARE STRONG TO SAVE</a:t>
            </a:r>
            <a:br>
              <a:rPr lang="en-US" smtClean="0"/>
            </a:br>
            <a:r>
              <a:rPr lang="en-US" smtClean="0"/>
              <a:t>     	     IN YOUR MIGHTY NAME</a:t>
            </a:r>
            <a:br>
              <a:rPr lang="en-US" smtClean="0"/>
            </a:br>
            <a:r>
              <a:rPr lang="en-US" smtClean="0"/>
              <a:t>	9-  KING OF HEAVEN COME 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WE ARE CHILDREN OF YOUR MERCY</a:t>
            </a:r>
            <a:br>
              <a:rPr lang="en-US" smtClean="0"/>
            </a:br>
            <a:r>
              <a:rPr lang="en-US" smtClean="0"/>
              <a:t>       RESCUED FOR YOUR GLORY </a:t>
            </a:r>
            <a:br>
              <a:rPr lang="en-US" smtClean="0"/>
            </a:br>
            <a:r>
              <a:rPr lang="en-US" smtClean="0"/>
              <a:t>11-  WE CRY JESUS</a:t>
            </a:r>
            <a:br>
              <a:rPr lang="en-US" smtClean="0"/>
            </a:br>
            <a:r>
              <a:rPr lang="en-US" smtClean="0"/>
              <a:t>       SET OUR HEARTS TOWARDS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THAT EVERY EYE WOULD SEE YOU LIFTED HIGH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KING OF HEAVEN COME</a:t>
            </a:r>
            <a:br>
              <a:rPr lang="en-US" smtClean="0"/>
            </a:br>
            <a:r>
              <a:rPr lang="en-US" smtClean="0"/>
              <a:t>       KING OF HEAVEN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JESUS LET YOUR KINGDOM COME HERE</a:t>
            </a:r>
            <a:br>
              <a:rPr lang="en-US" smtClean="0"/>
            </a:br>
            <a:r>
              <a:rPr lang="en-US" smtClean="0"/>
              <a:t>     LET YOUR WILL BE DONE HERE IN US </a:t>
            </a:r>
            <a:br>
              <a:rPr lang="en-US" smtClean="0"/>
            </a:br>
            <a:r>
              <a:rPr lang="en-US" smtClean="0"/>
              <a:t>2-  JESUS THERE IS NO ONE GREATER</a:t>
            </a:r>
            <a:br>
              <a:rPr lang="en-US" smtClean="0"/>
            </a:br>
            <a:r>
              <a:rPr lang="en-US" smtClean="0"/>
              <a:t>     YOU ALONE ARE SAVIOR </a:t>
            </a:r>
            <a:br>
              <a:rPr lang="en-US" smtClean="0"/>
            </a:br>
            <a:r>
              <a:rPr lang="en-US" smtClean="0"/>
              <a:t>3-  SHOW THE WORLD YOUR LOVE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4-  KING OF HEAVEN COME DOWN</a:t>
            </a:r>
            <a:br>
              <a:rPr lang="en-US" smtClean="0"/>
            </a:br>
            <a:r>
              <a:rPr lang="en-US" smtClean="0"/>
              <a:t>     	     KING OF HEAVEN COME NOW</a:t>
            </a:r>
            <a:br>
              <a:rPr lang="en-US" smtClean="0"/>
            </a:br>
            <a:r>
              <a:rPr lang="en-US" smtClean="0"/>
              <a:t>	5-  LET YOUR GLORY REIGN</a:t>
            </a:r>
            <a:br>
              <a:rPr lang="en-US" smtClean="0"/>
            </a:br>
            <a:r>
              <a:rPr lang="en-US" smtClean="0"/>
              <a:t>  	     SHINING LIKE THE DAY</a:t>
            </a:r>
            <a:br>
              <a:rPr lang="en-US" smtClean="0"/>
            </a:br>
            <a:r>
              <a:rPr lang="en-US" smtClean="0"/>
              <a:t>	6-  KING OF HEAVEN COME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7-  KING OF HEAVEN RISE UP</a:t>
            </a:r>
            <a:br>
              <a:rPr lang="en-US" smtClean="0"/>
            </a:br>
            <a:r>
              <a:rPr lang="en-US" smtClean="0"/>
              <a:t>     	     WHO CAN STAND AGAINST US </a:t>
            </a:r>
            <a:br>
              <a:rPr lang="en-US" smtClean="0"/>
            </a:br>
            <a:r>
              <a:rPr lang="en-US" smtClean="0"/>
              <a:t>	8-  YOU ARE STRONG TO SAVE</a:t>
            </a:r>
            <a:br>
              <a:rPr lang="en-US" smtClean="0"/>
            </a:br>
            <a:r>
              <a:rPr lang="en-US" smtClean="0"/>
              <a:t>     	     IN YOUR MIGHTY NAME</a:t>
            </a:r>
            <a:br>
              <a:rPr lang="en-US" smtClean="0"/>
            </a:br>
            <a:r>
              <a:rPr lang="en-US" smtClean="0"/>
              <a:t>	9-  KING OF HEAVEN COME 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WE ARE CHILDREN OF YOUR MERCY</a:t>
            </a:r>
            <a:br>
              <a:rPr lang="en-US" smtClean="0"/>
            </a:br>
            <a:r>
              <a:rPr lang="en-US" smtClean="0"/>
              <a:t>       RESCUED FOR YOUR GLORY </a:t>
            </a:r>
            <a:br>
              <a:rPr lang="en-US" smtClean="0"/>
            </a:br>
            <a:r>
              <a:rPr lang="en-US" smtClean="0"/>
              <a:t>11-  WE CRY JESUS</a:t>
            </a:r>
            <a:br>
              <a:rPr lang="en-US" smtClean="0"/>
            </a:br>
            <a:r>
              <a:rPr lang="en-US" smtClean="0"/>
              <a:t>       SET OUR HEARTS TOWARDS YOU</a:t>
            </a:r>
          </a:p>
          <a:p>
            <a:r>
              <a:rPr lang="en-US" smtClean="0"/>
              <a:t>12-  THAT EVERY EYE WOULD SEE YOU LIFTED HIGH</a:t>
            </a:r>
          </a:p>
          <a:p>
            <a:endParaRPr lang="en-US" smtClean="0"/>
          </a:p>
          <a:p>
            <a:r>
              <a:rPr lang="en-US" smtClean="0"/>
              <a:t>13-  KING OF HEAVEN COME</a:t>
            </a:r>
            <a:br>
              <a:rPr lang="en-US" smtClean="0"/>
            </a:br>
            <a:r>
              <a:rPr lang="en-US" smtClean="0"/>
              <a:t>       KING OF HEAVEN COME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JESUS LET YOUR KINGDOM COME HERE</a:t>
            </a:r>
            <a:br>
              <a:rPr lang="en-US" smtClean="0"/>
            </a:br>
            <a:r>
              <a:rPr lang="en-US" smtClean="0"/>
              <a:t>     LET YOUR WILL BE DONE HERE IN US </a:t>
            </a:r>
            <a:br>
              <a:rPr lang="en-US" smtClean="0"/>
            </a:br>
            <a:r>
              <a:rPr lang="en-US" smtClean="0"/>
              <a:t>2-  JESUS THERE IS NO ONE GREATER</a:t>
            </a:r>
            <a:br>
              <a:rPr lang="en-US" smtClean="0"/>
            </a:br>
            <a:r>
              <a:rPr lang="en-US" smtClean="0"/>
              <a:t>     YOU ALONE ARE SAVIOR </a:t>
            </a:r>
            <a:br>
              <a:rPr lang="en-US" smtClean="0"/>
            </a:br>
            <a:r>
              <a:rPr lang="en-US" smtClean="0"/>
              <a:t>3-  SHOW THE WORLD YOUR LOVE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KING OF HEAVEN COME DOWN</a:t>
            </a:r>
            <a:br>
              <a:rPr lang="en-US" smtClean="0"/>
            </a:br>
            <a:r>
              <a:rPr lang="en-US" smtClean="0"/>
              <a:t>     	     KING OF HEAVEN COME NOW</a:t>
            </a:r>
            <a:br>
              <a:rPr lang="en-US" smtClean="0"/>
            </a:br>
            <a:r>
              <a:rPr lang="en-US" smtClean="0"/>
              <a:t>	5-  LET YOUR GLORY REIGN</a:t>
            </a:r>
            <a:br>
              <a:rPr lang="en-US" smtClean="0"/>
            </a:br>
            <a:r>
              <a:rPr lang="en-US" smtClean="0"/>
              <a:t>  	     SHINING LIKE THE DAY</a:t>
            </a:r>
            <a:br>
              <a:rPr lang="en-US" smtClean="0"/>
            </a:br>
            <a:r>
              <a:rPr lang="en-US" smtClean="0"/>
              <a:t>	6-  KING OF HEAVEN COME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KING OF HEAVEN RISE UP</a:t>
            </a:r>
            <a:br>
              <a:rPr lang="en-US" smtClean="0"/>
            </a:br>
            <a:r>
              <a:rPr lang="en-US" smtClean="0"/>
              <a:t>     	     WHO CAN STAND AGAINST US </a:t>
            </a:r>
            <a:br>
              <a:rPr lang="en-US" smtClean="0"/>
            </a:br>
            <a:r>
              <a:rPr lang="en-US" smtClean="0"/>
              <a:t>	8-  YOU ARE STRONG TO SAVE</a:t>
            </a:r>
            <a:br>
              <a:rPr lang="en-US" smtClean="0"/>
            </a:br>
            <a:r>
              <a:rPr lang="en-US" smtClean="0"/>
              <a:t>     	     IN YOUR MIGHTY NAME</a:t>
            </a:r>
            <a:br>
              <a:rPr lang="en-US" smtClean="0"/>
            </a:br>
            <a:r>
              <a:rPr lang="en-US" smtClean="0"/>
              <a:t>	9-  KING OF HEAVEN COME 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WE ARE CHILDREN OF YOUR MERCY</a:t>
            </a:r>
            <a:br>
              <a:rPr lang="en-US" smtClean="0"/>
            </a:br>
            <a:r>
              <a:rPr lang="en-US" smtClean="0"/>
              <a:t>       RESCUED FOR YOUR GLORY </a:t>
            </a:r>
            <a:br>
              <a:rPr lang="en-US" smtClean="0"/>
            </a:br>
            <a:r>
              <a:rPr lang="en-US" smtClean="0"/>
              <a:t>11-  WE CRY JESUS</a:t>
            </a:r>
            <a:br>
              <a:rPr lang="en-US" smtClean="0"/>
            </a:br>
            <a:r>
              <a:rPr lang="en-US" smtClean="0"/>
              <a:t>       SET OUR HEARTS TOWARDS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THAT EVERY EYE WOULD SEE YOU LIFTED HIGH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KING OF HEAVEN COME</a:t>
            </a:r>
            <a:br>
              <a:rPr lang="en-US" smtClean="0"/>
            </a:br>
            <a:r>
              <a:rPr lang="en-US" smtClean="0"/>
              <a:t>       KING OF HEAVEN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JESUS LET YOUR KINGDOM COME HERE</a:t>
            </a:r>
            <a:br>
              <a:rPr lang="en-US" smtClean="0"/>
            </a:br>
            <a:r>
              <a:rPr lang="en-US" smtClean="0"/>
              <a:t>     LET YOUR WILL BE DONE HERE IN US </a:t>
            </a:r>
            <a:br>
              <a:rPr lang="en-US" smtClean="0"/>
            </a:br>
            <a:r>
              <a:rPr lang="en-US" smtClean="0"/>
              <a:t>2-  JESUS THERE IS NO ONE GREATER</a:t>
            </a:r>
            <a:br>
              <a:rPr lang="en-US" smtClean="0"/>
            </a:br>
            <a:r>
              <a:rPr lang="en-US" smtClean="0"/>
              <a:t>     YOU ALONE ARE SAVIOR </a:t>
            </a:r>
            <a:br>
              <a:rPr lang="en-US" smtClean="0"/>
            </a:br>
            <a:r>
              <a:rPr lang="en-US" smtClean="0"/>
              <a:t>3-  SHOW THE WORLD YOUR LOVE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4-  KING OF HEAVEN COME DOWN</a:t>
            </a:r>
            <a:br>
              <a:rPr lang="en-US" smtClean="0"/>
            </a:br>
            <a:r>
              <a:rPr lang="en-US" smtClean="0"/>
              <a:t>     	     KING OF HEAVEN COME NOW</a:t>
            </a:r>
            <a:br>
              <a:rPr lang="en-US" smtClean="0"/>
            </a:br>
            <a:r>
              <a:rPr lang="en-US" smtClean="0"/>
              <a:t>	5-  LET YOUR GLORY REIGN</a:t>
            </a:r>
            <a:br>
              <a:rPr lang="en-US" smtClean="0"/>
            </a:br>
            <a:r>
              <a:rPr lang="en-US" smtClean="0"/>
              <a:t>  	     SHINING LIKE THE DAY</a:t>
            </a:r>
            <a:br>
              <a:rPr lang="en-US" smtClean="0"/>
            </a:br>
            <a:r>
              <a:rPr lang="en-US" smtClean="0"/>
              <a:t>	6-  KING OF HEAVEN COME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7-  KING OF HEAVEN RISE UP</a:t>
            </a:r>
            <a:br>
              <a:rPr lang="en-US" smtClean="0"/>
            </a:br>
            <a:r>
              <a:rPr lang="en-US" smtClean="0"/>
              <a:t>     	     WHO CAN STAND AGAINST US </a:t>
            </a:r>
            <a:br>
              <a:rPr lang="en-US" smtClean="0"/>
            </a:br>
            <a:r>
              <a:rPr lang="en-US" smtClean="0"/>
              <a:t>	8-  YOU ARE STRONG TO SAVE</a:t>
            </a:r>
            <a:br>
              <a:rPr lang="en-US" smtClean="0"/>
            </a:br>
            <a:r>
              <a:rPr lang="en-US" smtClean="0"/>
              <a:t>     	     IN YOUR MIGHTY NAME</a:t>
            </a:r>
            <a:br>
              <a:rPr lang="en-US" smtClean="0"/>
            </a:br>
            <a:r>
              <a:rPr lang="en-US" smtClean="0"/>
              <a:t>	9-  KING OF HEAVEN COME 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WE ARE CHILDREN OF YOUR MERCY</a:t>
            </a:r>
            <a:br>
              <a:rPr lang="en-US" smtClean="0"/>
            </a:br>
            <a:r>
              <a:rPr lang="en-US" smtClean="0"/>
              <a:t>       RESCUED FOR YOUR GLORY </a:t>
            </a:r>
            <a:br>
              <a:rPr lang="en-US" smtClean="0"/>
            </a:br>
            <a:r>
              <a:rPr lang="en-US" smtClean="0"/>
              <a:t>11-  WE CRY JESUS</a:t>
            </a:r>
            <a:br>
              <a:rPr lang="en-US" smtClean="0"/>
            </a:br>
            <a:r>
              <a:rPr lang="en-US" smtClean="0"/>
              <a:t>       SET OUR HEARTS TOWARDS YOU</a:t>
            </a:r>
          </a:p>
          <a:p>
            <a:r>
              <a:rPr lang="en-US" smtClean="0"/>
              <a:t>12-  THAT EVERY EYE WOULD SEE YOU LIFTED HIGH</a:t>
            </a:r>
          </a:p>
          <a:p>
            <a:endParaRPr lang="en-US" smtClean="0"/>
          </a:p>
          <a:p>
            <a:r>
              <a:rPr lang="en-US" smtClean="0"/>
              <a:t>13-  KING OF HEAVEN COME</a:t>
            </a:r>
            <a:br>
              <a:rPr lang="en-US" smtClean="0"/>
            </a:br>
            <a:r>
              <a:rPr lang="en-US" smtClean="0"/>
              <a:t>       KING OF HEAVEN COME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JESUS LET YOUR KINGDOM COME HERE</a:t>
            </a:r>
            <a:br>
              <a:rPr lang="en-US" smtClean="0"/>
            </a:br>
            <a:r>
              <a:rPr lang="en-US" smtClean="0"/>
              <a:t>     LET YOUR WILL BE DONE HERE IN US </a:t>
            </a:r>
            <a:br>
              <a:rPr lang="en-US" smtClean="0"/>
            </a:br>
            <a:r>
              <a:rPr lang="en-US" smtClean="0"/>
              <a:t>2-  JESUS THERE IS NO ONE GREATER</a:t>
            </a:r>
            <a:br>
              <a:rPr lang="en-US" smtClean="0"/>
            </a:br>
            <a:r>
              <a:rPr lang="en-US" smtClean="0"/>
              <a:t>     YOU ALONE ARE SAVIOR </a:t>
            </a:r>
            <a:br>
              <a:rPr lang="en-US" smtClean="0"/>
            </a:br>
            <a:r>
              <a:rPr lang="en-US" smtClean="0"/>
              <a:t>3-  SHOW THE WORLD YOUR LOVE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KING OF HEAVEN COME DOWN</a:t>
            </a:r>
            <a:br>
              <a:rPr lang="en-US" smtClean="0"/>
            </a:br>
            <a:r>
              <a:rPr lang="en-US" smtClean="0"/>
              <a:t>     	     KING OF HEAVEN COME NOW</a:t>
            </a:r>
            <a:br>
              <a:rPr lang="en-US" smtClean="0"/>
            </a:br>
            <a:r>
              <a:rPr lang="en-US" smtClean="0"/>
              <a:t>	5-  LET YOUR GLORY REIGN</a:t>
            </a:r>
            <a:br>
              <a:rPr lang="en-US" smtClean="0"/>
            </a:br>
            <a:r>
              <a:rPr lang="en-US" smtClean="0"/>
              <a:t>  	     SHINING LIKE THE DAY</a:t>
            </a:r>
            <a:br>
              <a:rPr lang="en-US" smtClean="0"/>
            </a:br>
            <a:r>
              <a:rPr lang="en-US" smtClean="0"/>
              <a:t>	6-  KING OF HEAVEN COME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KING OF HEAVEN RISE UP</a:t>
            </a:r>
            <a:br>
              <a:rPr lang="en-US" smtClean="0"/>
            </a:br>
            <a:r>
              <a:rPr lang="en-US" smtClean="0"/>
              <a:t>     	     WHO CAN STAND AGAINST US </a:t>
            </a:r>
            <a:br>
              <a:rPr lang="en-US" smtClean="0"/>
            </a:br>
            <a:r>
              <a:rPr lang="en-US" smtClean="0"/>
              <a:t>	8-  YOU ARE STRONG TO SAVE</a:t>
            </a:r>
            <a:br>
              <a:rPr lang="en-US" smtClean="0"/>
            </a:br>
            <a:r>
              <a:rPr lang="en-US" smtClean="0"/>
              <a:t>     	     IN YOUR MIGHTY NAME</a:t>
            </a:r>
            <a:br>
              <a:rPr lang="en-US" smtClean="0"/>
            </a:br>
            <a:r>
              <a:rPr lang="en-US" smtClean="0"/>
              <a:t>	9-  KING OF HEAVEN COME 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WE ARE CHILDREN OF YOUR MERCY</a:t>
            </a:r>
            <a:br>
              <a:rPr lang="en-US" smtClean="0"/>
            </a:br>
            <a:r>
              <a:rPr lang="en-US" smtClean="0"/>
              <a:t>       RESCUED FOR YOUR GLORY </a:t>
            </a:r>
            <a:br>
              <a:rPr lang="en-US" smtClean="0"/>
            </a:br>
            <a:r>
              <a:rPr lang="en-US" smtClean="0"/>
              <a:t>11-  WE CRY JESUS</a:t>
            </a:r>
            <a:br>
              <a:rPr lang="en-US" smtClean="0"/>
            </a:br>
            <a:r>
              <a:rPr lang="en-US" smtClean="0"/>
              <a:t>       SET OUR HEARTS TOWARDS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THAT EVERY EYE WOULD SEE YOU LIFTED HIGH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KING OF HEAVEN COME</a:t>
            </a:r>
            <a:br>
              <a:rPr lang="en-US" smtClean="0"/>
            </a:br>
            <a:r>
              <a:rPr lang="en-US" smtClean="0"/>
              <a:t>       KING OF HEAVEN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JESUS LET YOUR KINGDOM COME HERE</a:t>
            </a:r>
            <a:br>
              <a:rPr lang="en-US" smtClean="0"/>
            </a:br>
            <a:r>
              <a:rPr lang="en-US" smtClean="0"/>
              <a:t>     LET YOUR WILL BE DONE HERE IN US </a:t>
            </a:r>
            <a:br>
              <a:rPr lang="en-US" smtClean="0"/>
            </a:br>
            <a:r>
              <a:rPr lang="en-US" smtClean="0"/>
              <a:t>2-  JESUS THERE IS NO ONE GREATER</a:t>
            </a:r>
            <a:br>
              <a:rPr lang="en-US" smtClean="0"/>
            </a:br>
            <a:r>
              <a:rPr lang="en-US" smtClean="0"/>
              <a:t>     YOU ALONE ARE SAVIOR </a:t>
            </a:r>
            <a:br>
              <a:rPr lang="en-US" smtClean="0"/>
            </a:br>
            <a:r>
              <a:rPr lang="en-US" smtClean="0"/>
              <a:t>3-  SHOW THE WORLD YOUR LOVE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4-  KING OF HEAVEN COME DOWN</a:t>
            </a:r>
            <a:br>
              <a:rPr lang="en-US" smtClean="0"/>
            </a:br>
            <a:r>
              <a:rPr lang="en-US" smtClean="0"/>
              <a:t>     	     KING OF HEAVEN COME NOW</a:t>
            </a:r>
            <a:br>
              <a:rPr lang="en-US" smtClean="0"/>
            </a:br>
            <a:r>
              <a:rPr lang="en-US" smtClean="0"/>
              <a:t>	5-  LET YOUR GLORY REIGN</a:t>
            </a:r>
            <a:br>
              <a:rPr lang="en-US" smtClean="0"/>
            </a:br>
            <a:r>
              <a:rPr lang="en-US" smtClean="0"/>
              <a:t>  	     SHINING LIKE THE DAY</a:t>
            </a:r>
            <a:br>
              <a:rPr lang="en-US" smtClean="0"/>
            </a:br>
            <a:r>
              <a:rPr lang="en-US" smtClean="0"/>
              <a:t>	6-  KING OF HEAVEN COME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7-  KING OF HEAVEN RISE UP</a:t>
            </a:r>
            <a:br>
              <a:rPr lang="en-US" smtClean="0"/>
            </a:br>
            <a:r>
              <a:rPr lang="en-US" smtClean="0"/>
              <a:t>     	     WHO CAN STAND AGAINST US </a:t>
            </a:r>
            <a:br>
              <a:rPr lang="en-US" smtClean="0"/>
            </a:br>
            <a:r>
              <a:rPr lang="en-US" smtClean="0"/>
              <a:t>	8-  YOU ARE STRONG TO SAVE</a:t>
            </a:r>
            <a:br>
              <a:rPr lang="en-US" smtClean="0"/>
            </a:br>
            <a:r>
              <a:rPr lang="en-US" smtClean="0"/>
              <a:t>     	     IN YOUR MIGHTY NAME</a:t>
            </a:r>
            <a:br>
              <a:rPr lang="en-US" smtClean="0"/>
            </a:br>
            <a:r>
              <a:rPr lang="en-US" smtClean="0"/>
              <a:t>	9-  KING OF HEAVEN COME 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WE ARE CHILDREN OF YOUR MERCY</a:t>
            </a:r>
            <a:br>
              <a:rPr lang="en-US" smtClean="0"/>
            </a:br>
            <a:r>
              <a:rPr lang="en-US" smtClean="0"/>
              <a:t>       RESCUED FOR YOUR GLORY </a:t>
            </a:r>
            <a:br>
              <a:rPr lang="en-US" smtClean="0"/>
            </a:br>
            <a:r>
              <a:rPr lang="en-US" smtClean="0"/>
              <a:t>11-  WE CRY JESUS</a:t>
            </a:r>
            <a:br>
              <a:rPr lang="en-US" smtClean="0"/>
            </a:br>
            <a:r>
              <a:rPr lang="en-US" smtClean="0"/>
              <a:t>       SET OUR HEARTS TOWARDS YOU</a:t>
            </a:r>
          </a:p>
          <a:p>
            <a:r>
              <a:rPr lang="en-US" smtClean="0"/>
              <a:t>12-  THAT EVERY EYE WOULD SEE YOU LIFTED HIGH</a:t>
            </a:r>
          </a:p>
          <a:p>
            <a:endParaRPr lang="en-US" smtClean="0"/>
          </a:p>
          <a:p>
            <a:r>
              <a:rPr lang="en-US" smtClean="0"/>
              <a:t>13-  KING OF HEAVEN COME</a:t>
            </a:r>
            <a:br>
              <a:rPr lang="en-US" smtClean="0"/>
            </a:br>
            <a:r>
              <a:rPr lang="en-US" smtClean="0"/>
              <a:t>       KING OF HEAVEN COME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JESUS LET YOUR KINGDOM COME HERE</a:t>
            </a:r>
            <a:br>
              <a:rPr lang="en-US" smtClean="0"/>
            </a:br>
            <a:r>
              <a:rPr lang="en-US" smtClean="0"/>
              <a:t>     LET YOUR WILL BE DONE HERE IN US </a:t>
            </a:r>
            <a:br>
              <a:rPr lang="en-US" smtClean="0"/>
            </a:br>
            <a:r>
              <a:rPr lang="en-US" smtClean="0"/>
              <a:t>2-  JESUS THERE IS NO ONE GREATER</a:t>
            </a:r>
            <a:br>
              <a:rPr lang="en-US" smtClean="0"/>
            </a:br>
            <a:r>
              <a:rPr lang="en-US" smtClean="0"/>
              <a:t>     YOU ALONE ARE SAVIOR </a:t>
            </a:r>
            <a:br>
              <a:rPr lang="en-US" smtClean="0"/>
            </a:br>
            <a:r>
              <a:rPr lang="en-US" smtClean="0"/>
              <a:t>3-  SHOW THE WORLD YOUR LOVE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KING OF HEAVEN COME DOWN</a:t>
            </a:r>
            <a:br>
              <a:rPr lang="en-US" smtClean="0"/>
            </a:br>
            <a:r>
              <a:rPr lang="en-US" smtClean="0"/>
              <a:t>     	     KING OF HEAVEN COME NOW</a:t>
            </a:r>
            <a:br>
              <a:rPr lang="en-US" smtClean="0"/>
            </a:br>
            <a:r>
              <a:rPr lang="en-US" smtClean="0"/>
              <a:t>	5-  LET YOUR GLORY REIGN</a:t>
            </a:r>
            <a:br>
              <a:rPr lang="en-US" smtClean="0"/>
            </a:br>
            <a:r>
              <a:rPr lang="en-US" smtClean="0"/>
              <a:t>  	     SHINING LIKE THE DAY</a:t>
            </a:r>
            <a:br>
              <a:rPr lang="en-US" smtClean="0"/>
            </a:br>
            <a:r>
              <a:rPr lang="en-US" smtClean="0"/>
              <a:t>	6-  KING OF HEAVEN COME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KING OF HEAVEN RISE UP</a:t>
            </a:r>
            <a:br>
              <a:rPr lang="en-US" smtClean="0"/>
            </a:br>
            <a:r>
              <a:rPr lang="en-US" smtClean="0"/>
              <a:t>     	     WHO CAN STAND AGAINST US </a:t>
            </a:r>
            <a:br>
              <a:rPr lang="en-US" smtClean="0"/>
            </a:br>
            <a:r>
              <a:rPr lang="en-US" smtClean="0"/>
              <a:t>	8-  YOU ARE STRONG TO SAVE</a:t>
            </a:r>
            <a:br>
              <a:rPr lang="en-US" smtClean="0"/>
            </a:br>
            <a:r>
              <a:rPr lang="en-US" smtClean="0"/>
              <a:t>     	     IN YOUR MIGHTY NAME</a:t>
            </a:r>
            <a:br>
              <a:rPr lang="en-US" smtClean="0"/>
            </a:br>
            <a:r>
              <a:rPr lang="en-US" smtClean="0"/>
              <a:t>	9-  KING OF HEAVEN COME 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WE ARE CHILDREN OF YOUR MERCY</a:t>
            </a:r>
            <a:br>
              <a:rPr lang="en-US" smtClean="0"/>
            </a:br>
            <a:r>
              <a:rPr lang="en-US" smtClean="0"/>
              <a:t>       RESCUED FOR YOUR GLORY </a:t>
            </a:r>
            <a:br>
              <a:rPr lang="en-US" smtClean="0"/>
            </a:br>
            <a:r>
              <a:rPr lang="en-US" smtClean="0"/>
              <a:t>11-  WE CRY JESUS</a:t>
            </a:r>
            <a:br>
              <a:rPr lang="en-US" smtClean="0"/>
            </a:br>
            <a:r>
              <a:rPr lang="en-US" smtClean="0"/>
              <a:t>       SET OUR HEARTS TOWARDS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THAT EVERY EYE WOULD SEE YOU LIFTED HIGH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KING OF HEAVEN COME</a:t>
            </a:r>
            <a:br>
              <a:rPr lang="en-US" smtClean="0"/>
            </a:br>
            <a:r>
              <a:rPr lang="en-US" smtClean="0"/>
              <a:t>       KING OF HEAVEN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JESUS LET YOUR KINGDOM COME HERE</a:t>
            </a:r>
            <a:br>
              <a:rPr lang="en-US" smtClean="0"/>
            </a:br>
            <a:r>
              <a:rPr lang="en-US" smtClean="0"/>
              <a:t>     LET YOUR WILL BE DONE HERE IN US </a:t>
            </a:r>
            <a:br>
              <a:rPr lang="en-US" smtClean="0"/>
            </a:br>
            <a:r>
              <a:rPr lang="en-US" smtClean="0"/>
              <a:t>2-  JESUS THERE IS NO ONE GREATER</a:t>
            </a:r>
            <a:br>
              <a:rPr lang="en-US" smtClean="0"/>
            </a:br>
            <a:r>
              <a:rPr lang="en-US" smtClean="0"/>
              <a:t>     YOU ALONE ARE SAVIOR </a:t>
            </a:r>
            <a:br>
              <a:rPr lang="en-US" smtClean="0"/>
            </a:br>
            <a:r>
              <a:rPr lang="en-US" smtClean="0"/>
              <a:t>3-  SHOW THE WORLD YOUR LOVE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4-  KING OF HEAVEN COME DOWN</a:t>
            </a:r>
            <a:br>
              <a:rPr lang="en-US" smtClean="0"/>
            </a:br>
            <a:r>
              <a:rPr lang="en-US" smtClean="0"/>
              <a:t>     	     KING OF HEAVEN COME NOW</a:t>
            </a:r>
            <a:br>
              <a:rPr lang="en-US" smtClean="0"/>
            </a:br>
            <a:r>
              <a:rPr lang="en-US" smtClean="0"/>
              <a:t>	5-  LET YOUR GLORY REIGN</a:t>
            </a:r>
            <a:br>
              <a:rPr lang="en-US" smtClean="0"/>
            </a:br>
            <a:r>
              <a:rPr lang="en-US" smtClean="0"/>
              <a:t>  	     SHINING LIKE THE DAY</a:t>
            </a:r>
            <a:br>
              <a:rPr lang="en-US" smtClean="0"/>
            </a:br>
            <a:r>
              <a:rPr lang="en-US" smtClean="0"/>
              <a:t>	6-  KING OF HEAVEN COME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7-  KING OF HEAVEN RISE UP</a:t>
            </a:r>
            <a:br>
              <a:rPr lang="en-US" smtClean="0"/>
            </a:br>
            <a:r>
              <a:rPr lang="en-US" smtClean="0"/>
              <a:t>     	     WHO CAN STAND AGAINST US </a:t>
            </a:r>
            <a:br>
              <a:rPr lang="en-US" smtClean="0"/>
            </a:br>
            <a:r>
              <a:rPr lang="en-US" smtClean="0"/>
              <a:t>	8-  YOU ARE STRONG TO SAVE</a:t>
            </a:r>
            <a:br>
              <a:rPr lang="en-US" smtClean="0"/>
            </a:br>
            <a:r>
              <a:rPr lang="en-US" smtClean="0"/>
              <a:t>     	     IN YOUR MIGHTY NAME</a:t>
            </a:r>
            <a:br>
              <a:rPr lang="en-US" smtClean="0"/>
            </a:br>
            <a:r>
              <a:rPr lang="en-US" smtClean="0"/>
              <a:t>	9-  KING OF HEAVEN COME 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WE ARE CHILDREN OF YOUR MERCY</a:t>
            </a:r>
            <a:br>
              <a:rPr lang="en-US" smtClean="0"/>
            </a:br>
            <a:r>
              <a:rPr lang="en-US" smtClean="0"/>
              <a:t>       RESCUED FOR YOUR GLORY </a:t>
            </a:r>
            <a:br>
              <a:rPr lang="en-US" smtClean="0"/>
            </a:br>
            <a:r>
              <a:rPr lang="en-US" smtClean="0"/>
              <a:t>11-  WE CRY JESUS</a:t>
            </a:r>
            <a:br>
              <a:rPr lang="en-US" smtClean="0"/>
            </a:br>
            <a:r>
              <a:rPr lang="en-US" smtClean="0"/>
              <a:t>       SET OUR HEARTS TOWARDS YOU</a:t>
            </a:r>
          </a:p>
          <a:p>
            <a:r>
              <a:rPr lang="en-US" smtClean="0"/>
              <a:t>12-  THAT EVERY EYE WOULD SEE YOU LIFTED HIGH</a:t>
            </a:r>
          </a:p>
          <a:p>
            <a:endParaRPr lang="en-US" smtClean="0"/>
          </a:p>
          <a:p>
            <a:r>
              <a:rPr lang="en-US" smtClean="0"/>
              <a:t>13-  KING OF HEAVEN COME</a:t>
            </a:r>
            <a:br>
              <a:rPr lang="en-US" smtClean="0"/>
            </a:br>
            <a:r>
              <a:rPr lang="en-US" smtClean="0"/>
              <a:t>       KING OF HEAVEN COME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JESUS LET YOUR KINGDOM COME HERE</a:t>
            </a:r>
            <a:br>
              <a:rPr lang="en-US" smtClean="0"/>
            </a:br>
            <a:r>
              <a:rPr lang="en-US" smtClean="0"/>
              <a:t>     LET YOUR WILL BE DONE HERE IN US </a:t>
            </a:r>
            <a:br>
              <a:rPr lang="en-US" smtClean="0"/>
            </a:br>
            <a:r>
              <a:rPr lang="en-US" smtClean="0"/>
              <a:t>2-  JESUS THERE IS NO ONE GREATER</a:t>
            </a:r>
            <a:br>
              <a:rPr lang="en-US" smtClean="0"/>
            </a:br>
            <a:r>
              <a:rPr lang="en-US" smtClean="0"/>
              <a:t>     YOU ALONE ARE SAVIOR </a:t>
            </a:r>
            <a:br>
              <a:rPr lang="en-US" smtClean="0"/>
            </a:br>
            <a:r>
              <a:rPr lang="en-US" smtClean="0"/>
              <a:t>3-  SHOW THE WORLD YOUR LOVE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4-  KING OF HEAVEN COME DOWN</a:t>
            </a:r>
            <a:br>
              <a:rPr lang="en-US" dirty="0" smtClean="0"/>
            </a:br>
            <a:r>
              <a:rPr lang="en-US" dirty="0" smtClean="0"/>
              <a:t>     	     KING OF HEAVEN COME NOW</a:t>
            </a:r>
            <a:br>
              <a:rPr lang="en-US" dirty="0" smtClean="0"/>
            </a:br>
            <a:r>
              <a:rPr lang="en-US" dirty="0" smtClean="0"/>
              <a:t>	5-  LET YOUR GLORY REIGN</a:t>
            </a:r>
            <a:br>
              <a:rPr lang="en-US" dirty="0" smtClean="0"/>
            </a:br>
            <a:r>
              <a:rPr lang="en-US" dirty="0" smtClean="0"/>
              <a:t>  	     SHINING LIKE THE DAY</a:t>
            </a:r>
            <a:br>
              <a:rPr lang="en-US" dirty="0" smtClean="0"/>
            </a:br>
            <a:r>
              <a:rPr lang="en-US" dirty="0" smtClean="0"/>
              <a:t>	6-  KING OF HEAVEN COME</a:t>
            </a:r>
            <a:br>
              <a:rPr lang="en-US" dirty="0" smtClean="0"/>
            </a:b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7-  KING OF HEAVEN RISE UP</a:t>
            </a:r>
            <a:br>
              <a:rPr lang="en-US" dirty="0" smtClean="0"/>
            </a:br>
            <a:r>
              <a:rPr lang="en-US" dirty="0" smtClean="0"/>
              <a:t>     	     WHO CAN STAND AGAINST US </a:t>
            </a:r>
            <a:br>
              <a:rPr lang="en-US" dirty="0" smtClean="0"/>
            </a:br>
            <a:r>
              <a:rPr lang="en-US" dirty="0" smtClean="0"/>
              <a:t>	8-  YOU ARE STRONG TO SAVE</a:t>
            </a:r>
            <a:br>
              <a:rPr lang="en-US" dirty="0" smtClean="0"/>
            </a:br>
            <a:r>
              <a:rPr lang="en-US" dirty="0" smtClean="0"/>
              <a:t>     	     IN YOUR MIGHTY NAME</a:t>
            </a:r>
            <a:br>
              <a:rPr lang="en-US" dirty="0" smtClean="0"/>
            </a:br>
            <a:r>
              <a:rPr lang="en-US" dirty="0" smtClean="0"/>
              <a:t>	9-  KING OF HEAVEN COME </a:t>
            </a:r>
            <a:br>
              <a:rPr lang="en-US" dirty="0" smtClean="0"/>
            </a:b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10-  WE ARE CHILDREN OF YOUR MERCY</a:t>
            </a:r>
            <a:br>
              <a:rPr lang="en-US" dirty="0" smtClean="0"/>
            </a:br>
            <a:r>
              <a:rPr lang="en-US" dirty="0" smtClean="0"/>
              <a:t>       RESCUED FOR YOUR GLORY </a:t>
            </a:r>
            <a:br>
              <a:rPr lang="en-US" dirty="0" smtClean="0"/>
            </a:br>
            <a:r>
              <a:rPr lang="en-US" dirty="0" smtClean="0"/>
              <a:t>11-  WE CRY JESUS</a:t>
            </a:r>
            <a:br>
              <a:rPr lang="en-US" dirty="0" smtClean="0"/>
            </a:br>
            <a:r>
              <a:rPr lang="en-US" dirty="0" smtClean="0"/>
              <a:t>       SET OUR HEARTS TOWARDS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12-  THAT EVERY EYE WOULD SEE YOU LIFTED HIGH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13-  KING OF HEAVEN COME</a:t>
            </a:r>
            <a:br>
              <a:rPr lang="en-US" dirty="0" smtClean="0"/>
            </a:br>
            <a:r>
              <a:rPr lang="en-US" dirty="0" smtClean="0"/>
              <a:t>       KING OF HEAVEN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JESUS LET YOUR KINGDOM COME HERE</a:t>
            </a:r>
            <a:br>
              <a:rPr lang="en-US" smtClean="0"/>
            </a:br>
            <a:r>
              <a:rPr lang="en-US" smtClean="0"/>
              <a:t>     LET YOUR WILL BE DONE HERE IN US </a:t>
            </a:r>
            <a:br>
              <a:rPr lang="en-US" smtClean="0"/>
            </a:br>
            <a:r>
              <a:rPr lang="en-US" smtClean="0"/>
              <a:t>2-  JESUS THERE IS NO ONE GREATER</a:t>
            </a:r>
            <a:br>
              <a:rPr lang="en-US" smtClean="0"/>
            </a:br>
            <a:r>
              <a:rPr lang="en-US" smtClean="0"/>
              <a:t>     YOU ALONE ARE SAVIOR </a:t>
            </a:r>
            <a:br>
              <a:rPr lang="en-US" smtClean="0"/>
            </a:br>
            <a:r>
              <a:rPr lang="en-US" smtClean="0"/>
              <a:t>3-  SHOW THE WORLD YOUR LOVE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4-  KING OF HEAVEN COME DOWN</a:t>
            </a:r>
            <a:br>
              <a:rPr lang="en-US" smtClean="0"/>
            </a:br>
            <a:r>
              <a:rPr lang="en-US" smtClean="0"/>
              <a:t>     	     KING OF HEAVEN COME NOW</a:t>
            </a:r>
            <a:br>
              <a:rPr lang="en-US" smtClean="0"/>
            </a:br>
            <a:r>
              <a:rPr lang="en-US" smtClean="0"/>
              <a:t>	5-  LET YOUR GLORY REIGN</a:t>
            </a:r>
            <a:br>
              <a:rPr lang="en-US" smtClean="0"/>
            </a:br>
            <a:r>
              <a:rPr lang="en-US" smtClean="0"/>
              <a:t>  	     SHINING LIKE THE DAY</a:t>
            </a:r>
            <a:br>
              <a:rPr lang="en-US" smtClean="0"/>
            </a:br>
            <a:r>
              <a:rPr lang="en-US" smtClean="0"/>
              <a:t>	6-  KING OF HEAVEN COME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7-  KING OF HEAVEN RISE UP</a:t>
            </a:r>
            <a:br>
              <a:rPr lang="en-US" smtClean="0"/>
            </a:br>
            <a:r>
              <a:rPr lang="en-US" smtClean="0"/>
              <a:t>     	     WHO CAN STAND AGAINST US </a:t>
            </a:r>
            <a:br>
              <a:rPr lang="en-US" smtClean="0"/>
            </a:br>
            <a:r>
              <a:rPr lang="en-US" smtClean="0"/>
              <a:t>	8-  YOU ARE STRONG TO SAVE</a:t>
            </a:r>
            <a:br>
              <a:rPr lang="en-US" smtClean="0"/>
            </a:br>
            <a:r>
              <a:rPr lang="en-US" smtClean="0"/>
              <a:t>     	     IN YOUR MIGHTY NAME</a:t>
            </a:r>
            <a:br>
              <a:rPr lang="en-US" smtClean="0"/>
            </a:br>
            <a:r>
              <a:rPr lang="en-US" smtClean="0"/>
              <a:t>	9-  KING OF HEAVEN COME 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WE ARE CHILDREN OF YOUR MERCY</a:t>
            </a:r>
            <a:br>
              <a:rPr lang="en-US" smtClean="0"/>
            </a:br>
            <a:r>
              <a:rPr lang="en-US" smtClean="0"/>
              <a:t>       RESCUED FOR YOUR GLORY </a:t>
            </a:r>
            <a:br>
              <a:rPr lang="en-US" smtClean="0"/>
            </a:br>
            <a:r>
              <a:rPr lang="en-US" smtClean="0"/>
              <a:t>11-  WE CRY JESUS</a:t>
            </a:r>
            <a:br>
              <a:rPr lang="en-US" smtClean="0"/>
            </a:br>
            <a:r>
              <a:rPr lang="en-US" smtClean="0"/>
              <a:t>       SET OUR HEARTS TOWARDS YOU</a:t>
            </a:r>
          </a:p>
          <a:p>
            <a:r>
              <a:rPr lang="en-US" smtClean="0"/>
              <a:t>12-  THAT EVERY EYE WOULD SEE YOU LIFTED HIGH</a:t>
            </a:r>
          </a:p>
          <a:p>
            <a:endParaRPr lang="en-US" smtClean="0"/>
          </a:p>
          <a:p>
            <a:r>
              <a:rPr lang="en-US" smtClean="0"/>
              <a:t>13-  KING OF HEAVEN COME</a:t>
            </a:r>
            <a:br>
              <a:rPr lang="en-US" smtClean="0"/>
            </a:br>
            <a:r>
              <a:rPr lang="en-US" smtClean="0"/>
              <a:t>       KING OF HEAVEN COME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JESUS LET YOUR KINGDOM COME HERE</a:t>
            </a:r>
            <a:br>
              <a:rPr lang="en-US" smtClean="0"/>
            </a:br>
            <a:r>
              <a:rPr lang="en-US" smtClean="0"/>
              <a:t>     LET YOUR WILL BE DONE HERE IN US </a:t>
            </a:r>
            <a:br>
              <a:rPr lang="en-US" smtClean="0"/>
            </a:br>
            <a:r>
              <a:rPr lang="en-US" smtClean="0"/>
              <a:t>2-  JESUS THERE IS NO ONE GREATER</a:t>
            </a:r>
            <a:br>
              <a:rPr lang="en-US" smtClean="0"/>
            </a:br>
            <a:r>
              <a:rPr lang="en-US" smtClean="0"/>
              <a:t>     YOU ALONE ARE SAVIOR </a:t>
            </a:r>
            <a:br>
              <a:rPr lang="en-US" smtClean="0"/>
            </a:br>
            <a:r>
              <a:rPr lang="en-US" smtClean="0"/>
              <a:t>3-  SHOW THE WORLD YOUR LOVE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KING OF HEAVEN COME DOWN</a:t>
            </a:r>
            <a:br>
              <a:rPr lang="en-US" smtClean="0"/>
            </a:br>
            <a:r>
              <a:rPr lang="en-US" smtClean="0"/>
              <a:t>     	     KING OF HEAVEN COME NOW</a:t>
            </a:r>
            <a:br>
              <a:rPr lang="en-US" smtClean="0"/>
            </a:br>
            <a:r>
              <a:rPr lang="en-US" smtClean="0"/>
              <a:t>	5-  LET YOUR GLORY REIGN</a:t>
            </a:r>
            <a:br>
              <a:rPr lang="en-US" smtClean="0"/>
            </a:br>
            <a:r>
              <a:rPr lang="en-US" smtClean="0"/>
              <a:t>  	     SHINING LIKE THE DAY</a:t>
            </a:r>
            <a:br>
              <a:rPr lang="en-US" smtClean="0"/>
            </a:br>
            <a:r>
              <a:rPr lang="en-US" smtClean="0"/>
              <a:t>	6-  KING OF HEAVEN COME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KING OF HEAVEN RISE UP</a:t>
            </a:r>
            <a:br>
              <a:rPr lang="en-US" smtClean="0"/>
            </a:br>
            <a:r>
              <a:rPr lang="en-US" smtClean="0"/>
              <a:t>     	     WHO CAN STAND AGAINST US </a:t>
            </a:r>
            <a:br>
              <a:rPr lang="en-US" smtClean="0"/>
            </a:br>
            <a:r>
              <a:rPr lang="en-US" smtClean="0"/>
              <a:t>	8-  YOU ARE STRONG TO SAVE</a:t>
            </a:r>
            <a:br>
              <a:rPr lang="en-US" smtClean="0"/>
            </a:br>
            <a:r>
              <a:rPr lang="en-US" smtClean="0"/>
              <a:t>     	     IN YOUR MIGHTY NAME</a:t>
            </a:r>
            <a:br>
              <a:rPr lang="en-US" smtClean="0"/>
            </a:br>
            <a:r>
              <a:rPr lang="en-US" smtClean="0"/>
              <a:t>	9-  KING OF HEAVEN COME 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WE ARE CHILDREN OF YOUR MERCY</a:t>
            </a:r>
            <a:br>
              <a:rPr lang="en-US" smtClean="0"/>
            </a:br>
            <a:r>
              <a:rPr lang="en-US" smtClean="0"/>
              <a:t>       RESCUED FOR YOUR GLORY </a:t>
            </a:r>
            <a:br>
              <a:rPr lang="en-US" smtClean="0"/>
            </a:br>
            <a:r>
              <a:rPr lang="en-US" smtClean="0"/>
              <a:t>11-  WE CRY JESUS</a:t>
            </a:r>
            <a:br>
              <a:rPr lang="en-US" smtClean="0"/>
            </a:br>
            <a:r>
              <a:rPr lang="en-US" smtClean="0"/>
              <a:t>       SET OUR HEARTS TOWARDS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THAT EVERY EYE WOULD SEE YOU LIFTED HIGH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KING OF HEAVEN COME</a:t>
            </a:r>
            <a:br>
              <a:rPr lang="en-US" smtClean="0"/>
            </a:br>
            <a:r>
              <a:rPr lang="en-US" smtClean="0"/>
              <a:t>       KING OF HEAVEN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JESUS LET YOUR KINGDOM COME HERE</a:t>
            </a:r>
            <a:br>
              <a:rPr lang="en-US" smtClean="0"/>
            </a:br>
            <a:r>
              <a:rPr lang="en-US" smtClean="0"/>
              <a:t>     LET YOUR WILL BE DONE HERE IN US </a:t>
            </a:r>
            <a:br>
              <a:rPr lang="en-US" smtClean="0"/>
            </a:br>
            <a:r>
              <a:rPr lang="en-US" smtClean="0"/>
              <a:t>2-  JESUS THERE IS NO ONE GREATER</a:t>
            </a:r>
            <a:br>
              <a:rPr lang="en-US" smtClean="0"/>
            </a:br>
            <a:r>
              <a:rPr lang="en-US" smtClean="0"/>
              <a:t>     YOU ALONE ARE SAVIOR </a:t>
            </a:r>
            <a:br>
              <a:rPr lang="en-US" smtClean="0"/>
            </a:br>
            <a:r>
              <a:rPr lang="en-US" smtClean="0"/>
              <a:t>3-  SHOW THE WORLD YOUR LOVE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4-  KING OF HEAVEN COME DOWN</a:t>
            </a:r>
            <a:br>
              <a:rPr lang="en-US" smtClean="0"/>
            </a:br>
            <a:r>
              <a:rPr lang="en-US" smtClean="0"/>
              <a:t>     	     KING OF HEAVEN COME NOW</a:t>
            </a:r>
            <a:br>
              <a:rPr lang="en-US" smtClean="0"/>
            </a:br>
            <a:r>
              <a:rPr lang="en-US" smtClean="0"/>
              <a:t>	5-  LET YOUR GLORY REIGN</a:t>
            </a:r>
            <a:br>
              <a:rPr lang="en-US" smtClean="0"/>
            </a:br>
            <a:r>
              <a:rPr lang="en-US" smtClean="0"/>
              <a:t>  	     SHINING LIKE THE DAY</a:t>
            </a:r>
            <a:br>
              <a:rPr lang="en-US" smtClean="0"/>
            </a:br>
            <a:r>
              <a:rPr lang="en-US" smtClean="0"/>
              <a:t>	6-  KING OF HEAVEN COME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7-  KING OF HEAVEN RISE UP</a:t>
            </a:r>
            <a:br>
              <a:rPr lang="en-US" smtClean="0"/>
            </a:br>
            <a:r>
              <a:rPr lang="en-US" smtClean="0"/>
              <a:t>     	     WHO CAN STAND AGAINST US </a:t>
            </a:r>
            <a:br>
              <a:rPr lang="en-US" smtClean="0"/>
            </a:br>
            <a:r>
              <a:rPr lang="en-US" smtClean="0"/>
              <a:t>	8-  YOU ARE STRONG TO SAVE</a:t>
            </a:r>
            <a:br>
              <a:rPr lang="en-US" smtClean="0"/>
            </a:br>
            <a:r>
              <a:rPr lang="en-US" smtClean="0"/>
              <a:t>     	     IN YOUR MIGHTY NAME</a:t>
            </a:r>
            <a:br>
              <a:rPr lang="en-US" smtClean="0"/>
            </a:br>
            <a:r>
              <a:rPr lang="en-US" smtClean="0"/>
              <a:t>	9-  KING OF HEAVEN COME 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WE ARE CHILDREN OF YOUR MERCY</a:t>
            </a:r>
            <a:br>
              <a:rPr lang="en-US" smtClean="0"/>
            </a:br>
            <a:r>
              <a:rPr lang="en-US" smtClean="0"/>
              <a:t>       RESCUED FOR YOUR GLORY </a:t>
            </a:r>
            <a:br>
              <a:rPr lang="en-US" smtClean="0"/>
            </a:br>
            <a:r>
              <a:rPr lang="en-US" smtClean="0"/>
              <a:t>11-  WE CRY JESUS</a:t>
            </a:r>
            <a:br>
              <a:rPr lang="en-US" smtClean="0"/>
            </a:br>
            <a:r>
              <a:rPr lang="en-US" smtClean="0"/>
              <a:t>       SET OUR HEARTS TOWARDS YOU</a:t>
            </a:r>
          </a:p>
          <a:p>
            <a:r>
              <a:rPr lang="en-US" smtClean="0"/>
              <a:t>12-  THAT EVERY EYE WOULD SEE YOU LIFTED HIGH</a:t>
            </a:r>
          </a:p>
          <a:p>
            <a:endParaRPr lang="en-US" smtClean="0"/>
          </a:p>
          <a:p>
            <a:r>
              <a:rPr lang="en-US" smtClean="0"/>
              <a:t>13-  KING OF HEAVEN COME</a:t>
            </a:r>
            <a:br>
              <a:rPr lang="en-US" smtClean="0"/>
            </a:br>
            <a:r>
              <a:rPr lang="en-US" smtClean="0"/>
              <a:t>       KING OF HEAVEN COME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JESUS LET YOUR KINGDOM COME HERE</a:t>
            </a:r>
            <a:br>
              <a:rPr lang="en-US" smtClean="0"/>
            </a:br>
            <a:r>
              <a:rPr lang="en-US" smtClean="0"/>
              <a:t>     LET YOUR WILL BE DONE HERE IN US </a:t>
            </a:r>
            <a:br>
              <a:rPr lang="en-US" smtClean="0"/>
            </a:br>
            <a:r>
              <a:rPr lang="en-US" smtClean="0"/>
              <a:t>2-  JESUS THERE IS NO ONE GREATER</a:t>
            </a:r>
            <a:br>
              <a:rPr lang="en-US" smtClean="0"/>
            </a:br>
            <a:r>
              <a:rPr lang="en-US" smtClean="0"/>
              <a:t>     YOU ALONE ARE SAVIOR </a:t>
            </a:r>
            <a:br>
              <a:rPr lang="en-US" smtClean="0"/>
            </a:br>
            <a:r>
              <a:rPr lang="en-US" smtClean="0"/>
              <a:t>3-  SHOW THE WORLD YOUR LOVE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KING OF HEAVEN COME DOWN</a:t>
            </a:r>
            <a:br>
              <a:rPr lang="en-US" smtClean="0"/>
            </a:br>
            <a:r>
              <a:rPr lang="en-US" smtClean="0"/>
              <a:t>     	     KING OF HEAVEN COME NOW</a:t>
            </a:r>
            <a:br>
              <a:rPr lang="en-US" smtClean="0"/>
            </a:br>
            <a:r>
              <a:rPr lang="en-US" smtClean="0"/>
              <a:t>	5-  LET YOUR GLORY REIGN</a:t>
            </a:r>
            <a:br>
              <a:rPr lang="en-US" smtClean="0"/>
            </a:br>
            <a:r>
              <a:rPr lang="en-US" smtClean="0"/>
              <a:t>  	     SHINING LIKE THE DAY</a:t>
            </a:r>
            <a:br>
              <a:rPr lang="en-US" smtClean="0"/>
            </a:br>
            <a:r>
              <a:rPr lang="en-US" smtClean="0"/>
              <a:t>	6-  KING OF HEAVEN COME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KING OF HEAVEN RISE UP</a:t>
            </a:r>
            <a:br>
              <a:rPr lang="en-US" smtClean="0"/>
            </a:br>
            <a:r>
              <a:rPr lang="en-US" smtClean="0"/>
              <a:t>     	     WHO CAN STAND AGAINST US </a:t>
            </a:r>
            <a:br>
              <a:rPr lang="en-US" smtClean="0"/>
            </a:br>
            <a:r>
              <a:rPr lang="en-US" smtClean="0"/>
              <a:t>	8-  YOU ARE STRONG TO SAVE</a:t>
            </a:r>
            <a:br>
              <a:rPr lang="en-US" smtClean="0"/>
            </a:br>
            <a:r>
              <a:rPr lang="en-US" smtClean="0"/>
              <a:t>     	     IN YOUR MIGHTY NAME</a:t>
            </a:r>
            <a:br>
              <a:rPr lang="en-US" smtClean="0"/>
            </a:br>
            <a:r>
              <a:rPr lang="en-US" smtClean="0"/>
              <a:t>	9-  KING OF HEAVEN COME 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WE ARE CHILDREN OF YOUR MERCY</a:t>
            </a:r>
            <a:br>
              <a:rPr lang="en-US" smtClean="0"/>
            </a:br>
            <a:r>
              <a:rPr lang="en-US" smtClean="0"/>
              <a:t>       RESCUED FOR YOUR GLORY </a:t>
            </a:r>
            <a:br>
              <a:rPr lang="en-US" smtClean="0"/>
            </a:br>
            <a:r>
              <a:rPr lang="en-US" smtClean="0"/>
              <a:t>11-  WE CRY JESUS</a:t>
            </a:r>
            <a:br>
              <a:rPr lang="en-US" smtClean="0"/>
            </a:br>
            <a:r>
              <a:rPr lang="en-US" smtClean="0"/>
              <a:t>       SET OUR HEARTS TOWARDS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THAT EVERY EYE WOULD SEE YOU LIFTED HIGH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KING OF HEAVEN COME</a:t>
            </a:r>
            <a:br>
              <a:rPr lang="en-US" smtClean="0"/>
            </a:br>
            <a:r>
              <a:rPr lang="en-US" smtClean="0"/>
              <a:t>       KING OF HEAVEN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JESUS LET YOUR KINGDOM COME HERE</a:t>
            </a:r>
            <a:br>
              <a:rPr lang="en-US" smtClean="0"/>
            </a:br>
            <a:r>
              <a:rPr lang="en-US" smtClean="0"/>
              <a:t>     LET YOUR WILL BE DONE HERE IN US </a:t>
            </a:r>
            <a:br>
              <a:rPr lang="en-US" smtClean="0"/>
            </a:br>
            <a:r>
              <a:rPr lang="en-US" smtClean="0"/>
              <a:t>2-  JESUS THERE IS NO ONE GREATER</a:t>
            </a:r>
            <a:br>
              <a:rPr lang="en-US" smtClean="0"/>
            </a:br>
            <a:r>
              <a:rPr lang="en-US" smtClean="0"/>
              <a:t>     YOU ALONE ARE SAVIOR </a:t>
            </a:r>
            <a:br>
              <a:rPr lang="en-US" smtClean="0"/>
            </a:br>
            <a:r>
              <a:rPr lang="en-US" smtClean="0"/>
              <a:t>3-  SHOW THE WORLD YOUR LOVE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4-  KING OF HEAVEN COME DOWN</a:t>
            </a:r>
            <a:br>
              <a:rPr lang="en-US" smtClean="0"/>
            </a:br>
            <a:r>
              <a:rPr lang="en-US" smtClean="0"/>
              <a:t>     	     KING OF HEAVEN COME NOW</a:t>
            </a:r>
            <a:br>
              <a:rPr lang="en-US" smtClean="0"/>
            </a:br>
            <a:r>
              <a:rPr lang="en-US" smtClean="0"/>
              <a:t>	5-  LET YOUR GLORY REIGN</a:t>
            </a:r>
            <a:br>
              <a:rPr lang="en-US" smtClean="0"/>
            </a:br>
            <a:r>
              <a:rPr lang="en-US" smtClean="0"/>
              <a:t>  	     SHINING LIKE THE DAY</a:t>
            </a:r>
            <a:br>
              <a:rPr lang="en-US" smtClean="0"/>
            </a:br>
            <a:r>
              <a:rPr lang="en-US" smtClean="0"/>
              <a:t>	6-  KING OF HEAVEN COME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7-  KING OF HEAVEN RISE UP</a:t>
            </a:r>
            <a:br>
              <a:rPr lang="en-US" smtClean="0"/>
            </a:br>
            <a:r>
              <a:rPr lang="en-US" smtClean="0"/>
              <a:t>     	     WHO CAN STAND AGAINST US </a:t>
            </a:r>
            <a:br>
              <a:rPr lang="en-US" smtClean="0"/>
            </a:br>
            <a:r>
              <a:rPr lang="en-US" smtClean="0"/>
              <a:t>	8-  YOU ARE STRONG TO SAVE</a:t>
            </a:r>
            <a:br>
              <a:rPr lang="en-US" smtClean="0"/>
            </a:br>
            <a:r>
              <a:rPr lang="en-US" smtClean="0"/>
              <a:t>     	     IN YOUR MIGHTY NAME</a:t>
            </a:r>
            <a:br>
              <a:rPr lang="en-US" smtClean="0"/>
            </a:br>
            <a:r>
              <a:rPr lang="en-US" smtClean="0"/>
              <a:t>	9-  KING OF HEAVEN COME 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WE ARE CHILDREN OF YOUR MERCY</a:t>
            </a:r>
            <a:br>
              <a:rPr lang="en-US" smtClean="0"/>
            </a:br>
            <a:r>
              <a:rPr lang="en-US" smtClean="0"/>
              <a:t>       RESCUED FOR YOUR GLORY </a:t>
            </a:r>
            <a:br>
              <a:rPr lang="en-US" smtClean="0"/>
            </a:br>
            <a:r>
              <a:rPr lang="en-US" smtClean="0"/>
              <a:t>11-  WE CRY JESUS</a:t>
            </a:r>
            <a:br>
              <a:rPr lang="en-US" smtClean="0"/>
            </a:br>
            <a:r>
              <a:rPr lang="en-US" smtClean="0"/>
              <a:t>       SET OUR HEARTS TOWARDS YOU</a:t>
            </a:r>
          </a:p>
          <a:p>
            <a:r>
              <a:rPr lang="en-US" smtClean="0"/>
              <a:t>12-  THAT EVERY EYE WOULD SEE YOU LIFTED HIGH</a:t>
            </a:r>
          </a:p>
          <a:p>
            <a:endParaRPr lang="en-US" smtClean="0"/>
          </a:p>
          <a:p>
            <a:r>
              <a:rPr lang="en-US" smtClean="0"/>
              <a:t>13-  KING OF HEAVEN COME</a:t>
            </a:r>
            <a:br>
              <a:rPr lang="en-US" smtClean="0"/>
            </a:br>
            <a:r>
              <a:rPr lang="en-US" smtClean="0"/>
              <a:t>       KING OF HEAVEN COME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JESUS LET YOUR KINGDOM COME HERE</a:t>
            </a:r>
            <a:br>
              <a:rPr lang="en-US" smtClean="0"/>
            </a:br>
            <a:r>
              <a:rPr lang="en-US" smtClean="0"/>
              <a:t>     LET YOUR WILL BE DONE HERE IN US </a:t>
            </a:r>
            <a:br>
              <a:rPr lang="en-US" smtClean="0"/>
            </a:br>
            <a:r>
              <a:rPr lang="en-US" smtClean="0"/>
              <a:t>2-  JESUS THERE IS NO ONE GREATER</a:t>
            </a:r>
            <a:br>
              <a:rPr lang="en-US" smtClean="0"/>
            </a:br>
            <a:r>
              <a:rPr lang="en-US" smtClean="0"/>
              <a:t>     YOU ALONE ARE SAVIOR </a:t>
            </a:r>
            <a:br>
              <a:rPr lang="en-US" smtClean="0"/>
            </a:br>
            <a:r>
              <a:rPr lang="en-US" smtClean="0"/>
              <a:t>3-  SHOW THE WORLD YOUR LOVE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KING OF HEAVEN COME DOWN</a:t>
            </a:r>
            <a:br>
              <a:rPr lang="en-US" smtClean="0"/>
            </a:br>
            <a:r>
              <a:rPr lang="en-US" smtClean="0"/>
              <a:t>     	     KING OF HEAVEN COME NOW</a:t>
            </a:r>
            <a:br>
              <a:rPr lang="en-US" smtClean="0"/>
            </a:br>
            <a:r>
              <a:rPr lang="en-US" smtClean="0"/>
              <a:t>	5-  LET YOUR GLORY REIGN</a:t>
            </a:r>
            <a:br>
              <a:rPr lang="en-US" smtClean="0"/>
            </a:br>
            <a:r>
              <a:rPr lang="en-US" smtClean="0"/>
              <a:t>  	     SHINING LIKE THE DAY</a:t>
            </a:r>
            <a:br>
              <a:rPr lang="en-US" smtClean="0"/>
            </a:br>
            <a:r>
              <a:rPr lang="en-US" smtClean="0"/>
              <a:t>	6-  KING OF HEAVEN COME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KING OF HEAVEN RISE UP</a:t>
            </a:r>
            <a:br>
              <a:rPr lang="en-US" smtClean="0"/>
            </a:br>
            <a:r>
              <a:rPr lang="en-US" smtClean="0"/>
              <a:t>     	     WHO CAN STAND AGAINST US </a:t>
            </a:r>
            <a:br>
              <a:rPr lang="en-US" smtClean="0"/>
            </a:br>
            <a:r>
              <a:rPr lang="en-US" smtClean="0"/>
              <a:t>	8-  YOU ARE STRONG TO SAVE</a:t>
            </a:r>
            <a:br>
              <a:rPr lang="en-US" smtClean="0"/>
            </a:br>
            <a:r>
              <a:rPr lang="en-US" smtClean="0"/>
              <a:t>     	     IN YOUR MIGHTY NAME</a:t>
            </a:r>
            <a:br>
              <a:rPr lang="en-US" smtClean="0"/>
            </a:br>
            <a:r>
              <a:rPr lang="en-US" smtClean="0"/>
              <a:t>	9-  KING OF HEAVEN COME 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WE ARE CHILDREN OF YOUR MERCY</a:t>
            </a:r>
            <a:br>
              <a:rPr lang="en-US" smtClean="0"/>
            </a:br>
            <a:r>
              <a:rPr lang="en-US" smtClean="0"/>
              <a:t>       RESCUED FOR YOUR GLORY </a:t>
            </a:r>
            <a:br>
              <a:rPr lang="en-US" smtClean="0"/>
            </a:br>
            <a:r>
              <a:rPr lang="en-US" smtClean="0"/>
              <a:t>11-  WE CRY JESUS</a:t>
            </a:r>
            <a:br>
              <a:rPr lang="en-US" smtClean="0"/>
            </a:br>
            <a:r>
              <a:rPr lang="en-US" smtClean="0"/>
              <a:t>       SET OUR HEARTS TOWARDS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THAT EVERY EYE WOULD SEE YOU LIFTED HIGH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KING OF HEAVEN COME</a:t>
            </a:r>
            <a:br>
              <a:rPr lang="en-US" smtClean="0"/>
            </a:br>
            <a:r>
              <a:rPr lang="en-US" smtClean="0"/>
              <a:t>       KING OF HEAVEN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JESUS LET YOUR KINGDOM COME HERE</a:t>
            </a:r>
            <a:br>
              <a:rPr lang="en-US" smtClean="0"/>
            </a:br>
            <a:r>
              <a:rPr lang="en-US" smtClean="0"/>
              <a:t>     LET YOUR WILL BE DONE HERE IN US </a:t>
            </a:r>
            <a:br>
              <a:rPr lang="en-US" smtClean="0"/>
            </a:br>
            <a:r>
              <a:rPr lang="en-US" smtClean="0"/>
              <a:t>2-  JESUS THERE IS NO ONE GREATER</a:t>
            </a:r>
            <a:br>
              <a:rPr lang="en-US" smtClean="0"/>
            </a:br>
            <a:r>
              <a:rPr lang="en-US" smtClean="0"/>
              <a:t>     YOU ALONE ARE SAVIOR </a:t>
            </a:r>
            <a:br>
              <a:rPr lang="en-US" smtClean="0"/>
            </a:br>
            <a:r>
              <a:rPr lang="en-US" smtClean="0"/>
              <a:t>3-  SHOW THE WORLD YOUR LOVE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4-  KING OF HEAVEN COME DOWN</a:t>
            </a:r>
            <a:br>
              <a:rPr lang="en-US" smtClean="0"/>
            </a:br>
            <a:r>
              <a:rPr lang="en-US" smtClean="0"/>
              <a:t>     	     KING OF HEAVEN COME NOW</a:t>
            </a:r>
            <a:br>
              <a:rPr lang="en-US" smtClean="0"/>
            </a:br>
            <a:r>
              <a:rPr lang="en-US" smtClean="0"/>
              <a:t>	5-  LET YOUR GLORY REIGN</a:t>
            </a:r>
            <a:br>
              <a:rPr lang="en-US" smtClean="0"/>
            </a:br>
            <a:r>
              <a:rPr lang="en-US" smtClean="0"/>
              <a:t>  	     SHINING LIKE THE DAY</a:t>
            </a:r>
            <a:br>
              <a:rPr lang="en-US" smtClean="0"/>
            </a:br>
            <a:r>
              <a:rPr lang="en-US" smtClean="0"/>
              <a:t>	6-  KING OF HEAVEN COME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7-  KING OF HEAVEN RISE UP</a:t>
            </a:r>
            <a:br>
              <a:rPr lang="en-US" smtClean="0"/>
            </a:br>
            <a:r>
              <a:rPr lang="en-US" smtClean="0"/>
              <a:t>     	     WHO CAN STAND AGAINST US </a:t>
            </a:r>
            <a:br>
              <a:rPr lang="en-US" smtClean="0"/>
            </a:br>
            <a:r>
              <a:rPr lang="en-US" smtClean="0"/>
              <a:t>	8-  YOU ARE STRONG TO SAVE</a:t>
            </a:r>
            <a:br>
              <a:rPr lang="en-US" smtClean="0"/>
            </a:br>
            <a:r>
              <a:rPr lang="en-US" smtClean="0"/>
              <a:t>     	     IN YOUR MIGHTY NAME</a:t>
            </a:r>
            <a:br>
              <a:rPr lang="en-US" smtClean="0"/>
            </a:br>
            <a:r>
              <a:rPr lang="en-US" smtClean="0"/>
              <a:t>	9-  KING OF HEAVEN COME 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WE ARE CHILDREN OF YOUR MERCY</a:t>
            </a:r>
            <a:br>
              <a:rPr lang="en-US" smtClean="0"/>
            </a:br>
            <a:r>
              <a:rPr lang="en-US" smtClean="0"/>
              <a:t>       RESCUED FOR YOUR GLORY </a:t>
            </a:r>
            <a:br>
              <a:rPr lang="en-US" smtClean="0"/>
            </a:br>
            <a:r>
              <a:rPr lang="en-US" smtClean="0"/>
              <a:t>11-  WE CRY JESUS</a:t>
            </a:r>
            <a:br>
              <a:rPr lang="en-US" smtClean="0"/>
            </a:br>
            <a:r>
              <a:rPr lang="en-US" smtClean="0"/>
              <a:t>       SET OUR HEARTS TOWARDS YOU</a:t>
            </a:r>
          </a:p>
          <a:p>
            <a:r>
              <a:rPr lang="en-US" smtClean="0"/>
              <a:t>12-  THAT EVERY EYE WOULD SEE YOU LIFTED HIGH</a:t>
            </a:r>
          </a:p>
          <a:p>
            <a:endParaRPr lang="en-US" smtClean="0"/>
          </a:p>
          <a:p>
            <a:r>
              <a:rPr lang="en-US" smtClean="0"/>
              <a:t>13-  KING OF HEAVEN COME</a:t>
            </a:r>
            <a:br>
              <a:rPr lang="en-US" smtClean="0"/>
            </a:br>
            <a:r>
              <a:rPr lang="en-US" smtClean="0"/>
              <a:t>       KING OF HEAVEN COME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JESUS LET YOUR KINGDOM COME HERE</a:t>
            </a:r>
            <a:br>
              <a:rPr lang="en-US" smtClean="0"/>
            </a:br>
            <a:r>
              <a:rPr lang="en-US" smtClean="0"/>
              <a:t>     LET YOUR WILL BE DONE HERE IN US </a:t>
            </a:r>
            <a:br>
              <a:rPr lang="en-US" smtClean="0"/>
            </a:br>
            <a:r>
              <a:rPr lang="en-US" smtClean="0"/>
              <a:t>2-  JESUS THERE IS NO ONE GREATER</a:t>
            </a:r>
            <a:br>
              <a:rPr lang="en-US" smtClean="0"/>
            </a:br>
            <a:r>
              <a:rPr lang="en-US" smtClean="0"/>
              <a:t>     YOU ALONE ARE SAVIOR </a:t>
            </a:r>
            <a:br>
              <a:rPr lang="en-US" smtClean="0"/>
            </a:br>
            <a:r>
              <a:rPr lang="en-US" smtClean="0"/>
              <a:t>3-  SHOW THE WORLD YOUR LOVE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KING OF HEAVEN COME DOWN</a:t>
            </a:r>
            <a:br>
              <a:rPr lang="en-US" smtClean="0"/>
            </a:br>
            <a:r>
              <a:rPr lang="en-US" smtClean="0"/>
              <a:t>     	     KING OF HEAVEN COME NOW</a:t>
            </a:r>
            <a:br>
              <a:rPr lang="en-US" smtClean="0"/>
            </a:br>
            <a:r>
              <a:rPr lang="en-US" smtClean="0"/>
              <a:t>	5-  LET YOUR GLORY REIGN</a:t>
            </a:r>
            <a:br>
              <a:rPr lang="en-US" smtClean="0"/>
            </a:br>
            <a:r>
              <a:rPr lang="en-US" smtClean="0"/>
              <a:t>  	     SHINING LIKE THE DAY</a:t>
            </a:r>
            <a:br>
              <a:rPr lang="en-US" smtClean="0"/>
            </a:br>
            <a:r>
              <a:rPr lang="en-US" smtClean="0"/>
              <a:t>	6-  KING OF HEAVEN COME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KING OF HEAVEN RISE UP</a:t>
            </a:r>
            <a:br>
              <a:rPr lang="en-US" smtClean="0"/>
            </a:br>
            <a:r>
              <a:rPr lang="en-US" smtClean="0"/>
              <a:t>     	     WHO CAN STAND AGAINST US </a:t>
            </a:r>
            <a:br>
              <a:rPr lang="en-US" smtClean="0"/>
            </a:br>
            <a:r>
              <a:rPr lang="en-US" smtClean="0"/>
              <a:t>	8-  YOU ARE STRONG TO SAVE</a:t>
            </a:r>
            <a:br>
              <a:rPr lang="en-US" smtClean="0"/>
            </a:br>
            <a:r>
              <a:rPr lang="en-US" smtClean="0"/>
              <a:t>     	     IN YOUR MIGHTY NAME</a:t>
            </a:r>
            <a:br>
              <a:rPr lang="en-US" smtClean="0"/>
            </a:br>
            <a:r>
              <a:rPr lang="en-US" smtClean="0"/>
              <a:t>	9-  KING OF HEAVEN COME 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WE ARE CHILDREN OF YOUR MERCY</a:t>
            </a:r>
            <a:br>
              <a:rPr lang="en-US" smtClean="0"/>
            </a:br>
            <a:r>
              <a:rPr lang="en-US" smtClean="0"/>
              <a:t>       RESCUED FOR YOUR GLORY </a:t>
            </a:r>
            <a:br>
              <a:rPr lang="en-US" smtClean="0"/>
            </a:br>
            <a:r>
              <a:rPr lang="en-US" smtClean="0"/>
              <a:t>11-  WE CRY JESUS</a:t>
            </a:r>
            <a:br>
              <a:rPr lang="en-US" smtClean="0"/>
            </a:br>
            <a:r>
              <a:rPr lang="en-US" smtClean="0"/>
              <a:t>       SET OUR HEARTS TOWARDS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THAT EVERY EYE WOULD SEE YOU LIFTED HIGH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KING OF HEAVEN COME</a:t>
            </a:r>
            <a:br>
              <a:rPr lang="en-US" smtClean="0"/>
            </a:br>
            <a:r>
              <a:rPr lang="en-US" smtClean="0"/>
              <a:t>       KING OF HEAVEN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JESUS LET YOUR KINGDOM COME HERE</a:t>
            </a:r>
            <a:br>
              <a:rPr lang="en-US" smtClean="0"/>
            </a:br>
            <a:r>
              <a:rPr lang="en-US" smtClean="0"/>
              <a:t>     LET YOUR WILL BE DONE HERE IN US </a:t>
            </a:r>
            <a:br>
              <a:rPr lang="en-US" smtClean="0"/>
            </a:br>
            <a:r>
              <a:rPr lang="en-US" smtClean="0"/>
              <a:t>2-  JESUS THERE IS NO ONE GREATER</a:t>
            </a:r>
            <a:br>
              <a:rPr lang="en-US" smtClean="0"/>
            </a:br>
            <a:r>
              <a:rPr lang="en-US" smtClean="0"/>
              <a:t>     YOU ALONE ARE SAVIOR </a:t>
            </a:r>
            <a:br>
              <a:rPr lang="en-US" smtClean="0"/>
            </a:br>
            <a:r>
              <a:rPr lang="en-US" smtClean="0"/>
              <a:t>3-  SHOW THE WORLD YOUR LOVE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4-  KING OF HEAVEN COME DOWN</a:t>
            </a:r>
            <a:br>
              <a:rPr lang="en-US" smtClean="0"/>
            </a:br>
            <a:r>
              <a:rPr lang="en-US" smtClean="0"/>
              <a:t>     	     KING OF HEAVEN COME NOW</a:t>
            </a:r>
            <a:br>
              <a:rPr lang="en-US" smtClean="0"/>
            </a:br>
            <a:r>
              <a:rPr lang="en-US" smtClean="0"/>
              <a:t>	5-  LET YOUR GLORY REIGN</a:t>
            </a:r>
            <a:br>
              <a:rPr lang="en-US" smtClean="0"/>
            </a:br>
            <a:r>
              <a:rPr lang="en-US" smtClean="0"/>
              <a:t>  	     SHINING LIKE THE DAY</a:t>
            </a:r>
            <a:br>
              <a:rPr lang="en-US" smtClean="0"/>
            </a:br>
            <a:r>
              <a:rPr lang="en-US" smtClean="0"/>
              <a:t>	6-  KING OF HEAVEN COME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7-  KING OF HEAVEN RISE UP</a:t>
            </a:r>
            <a:br>
              <a:rPr lang="en-US" smtClean="0"/>
            </a:br>
            <a:r>
              <a:rPr lang="en-US" smtClean="0"/>
              <a:t>     	     WHO CAN STAND AGAINST US </a:t>
            </a:r>
            <a:br>
              <a:rPr lang="en-US" smtClean="0"/>
            </a:br>
            <a:r>
              <a:rPr lang="en-US" smtClean="0"/>
              <a:t>	8-  YOU ARE STRONG TO SAVE</a:t>
            </a:r>
            <a:br>
              <a:rPr lang="en-US" smtClean="0"/>
            </a:br>
            <a:r>
              <a:rPr lang="en-US" smtClean="0"/>
              <a:t>     	     IN YOUR MIGHTY NAME</a:t>
            </a:r>
            <a:br>
              <a:rPr lang="en-US" smtClean="0"/>
            </a:br>
            <a:r>
              <a:rPr lang="en-US" smtClean="0"/>
              <a:t>	9-  KING OF HEAVEN COME 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WE ARE CHILDREN OF YOUR MERCY</a:t>
            </a:r>
            <a:br>
              <a:rPr lang="en-US" smtClean="0"/>
            </a:br>
            <a:r>
              <a:rPr lang="en-US" smtClean="0"/>
              <a:t>       RESCUED FOR YOUR GLORY </a:t>
            </a:r>
            <a:br>
              <a:rPr lang="en-US" smtClean="0"/>
            </a:br>
            <a:r>
              <a:rPr lang="en-US" smtClean="0"/>
              <a:t>11-  WE CRY JESUS</a:t>
            </a:r>
            <a:br>
              <a:rPr lang="en-US" smtClean="0"/>
            </a:br>
            <a:r>
              <a:rPr lang="en-US" smtClean="0"/>
              <a:t>       SET OUR HEARTS TOWARDS YOU</a:t>
            </a:r>
          </a:p>
          <a:p>
            <a:r>
              <a:rPr lang="en-US" smtClean="0"/>
              <a:t>12-  THAT EVERY EYE WOULD SEE YOU LIFTED HIGH</a:t>
            </a:r>
          </a:p>
          <a:p>
            <a:endParaRPr lang="en-US" smtClean="0"/>
          </a:p>
          <a:p>
            <a:r>
              <a:rPr lang="en-US" smtClean="0"/>
              <a:t>13-  KING OF HEAVEN COME</a:t>
            </a:r>
            <a:br>
              <a:rPr lang="en-US" smtClean="0"/>
            </a:br>
            <a:r>
              <a:rPr lang="en-US" smtClean="0"/>
              <a:t>       KING OF HEAVEN COME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JESUS LET YOUR KINGDOM COME HERE</a:t>
            </a:r>
            <a:br>
              <a:rPr lang="en-US" smtClean="0"/>
            </a:br>
            <a:r>
              <a:rPr lang="en-US" smtClean="0"/>
              <a:t>     LET YOUR WILL BE DONE HERE IN US </a:t>
            </a:r>
            <a:br>
              <a:rPr lang="en-US" smtClean="0"/>
            </a:br>
            <a:r>
              <a:rPr lang="en-US" smtClean="0"/>
              <a:t>2-  JESUS THERE IS NO ONE GREATER</a:t>
            </a:r>
            <a:br>
              <a:rPr lang="en-US" smtClean="0"/>
            </a:br>
            <a:r>
              <a:rPr lang="en-US" smtClean="0"/>
              <a:t>     YOU ALONE ARE SAVIOR </a:t>
            </a:r>
            <a:br>
              <a:rPr lang="en-US" smtClean="0"/>
            </a:br>
            <a:r>
              <a:rPr lang="en-US" smtClean="0"/>
              <a:t>3-  SHOW THE WORLD YOUR LOVE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KING OF HEAVEN COME DOWN</a:t>
            </a:r>
            <a:br>
              <a:rPr lang="en-US" smtClean="0"/>
            </a:br>
            <a:r>
              <a:rPr lang="en-US" smtClean="0"/>
              <a:t>     	     KING OF HEAVEN COME NOW</a:t>
            </a:r>
            <a:br>
              <a:rPr lang="en-US" smtClean="0"/>
            </a:br>
            <a:r>
              <a:rPr lang="en-US" smtClean="0"/>
              <a:t>	5-  LET YOUR GLORY REIGN</a:t>
            </a:r>
            <a:br>
              <a:rPr lang="en-US" smtClean="0"/>
            </a:br>
            <a:r>
              <a:rPr lang="en-US" smtClean="0"/>
              <a:t>  	     SHINING LIKE THE DAY</a:t>
            </a:r>
            <a:br>
              <a:rPr lang="en-US" smtClean="0"/>
            </a:br>
            <a:r>
              <a:rPr lang="en-US" smtClean="0"/>
              <a:t>	6-  KING OF HEAVEN COME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KING OF HEAVEN RISE UP</a:t>
            </a:r>
            <a:br>
              <a:rPr lang="en-US" smtClean="0"/>
            </a:br>
            <a:r>
              <a:rPr lang="en-US" smtClean="0"/>
              <a:t>     	     WHO CAN STAND AGAINST US </a:t>
            </a:r>
            <a:br>
              <a:rPr lang="en-US" smtClean="0"/>
            </a:br>
            <a:r>
              <a:rPr lang="en-US" smtClean="0"/>
              <a:t>	8-  YOU ARE STRONG TO SAVE</a:t>
            </a:r>
            <a:br>
              <a:rPr lang="en-US" smtClean="0"/>
            </a:br>
            <a:r>
              <a:rPr lang="en-US" smtClean="0"/>
              <a:t>     	     IN YOUR MIGHTY NAME</a:t>
            </a:r>
            <a:br>
              <a:rPr lang="en-US" smtClean="0"/>
            </a:br>
            <a:r>
              <a:rPr lang="en-US" smtClean="0"/>
              <a:t>	9-  KING OF HEAVEN COME 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WE ARE CHILDREN OF YOUR MERCY</a:t>
            </a:r>
            <a:br>
              <a:rPr lang="en-US" smtClean="0"/>
            </a:br>
            <a:r>
              <a:rPr lang="en-US" smtClean="0"/>
              <a:t>       RESCUED FOR YOUR GLORY </a:t>
            </a:r>
            <a:br>
              <a:rPr lang="en-US" smtClean="0"/>
            </a:br>
            <a:r>
              <a:rPr lang="en-US" smtClean="0"/>
              <a:t>11-  WE CRY JESUS</a:t>
            </a:r>
            <a:br>
              <a:rPr lang="en-US" smtClean="0"/>
            </a:br>
            <a:r>
              <a:rPr lang="en-US" smtClean="0"/>
              <a:t>       SET OUR HEARTS TOWARDS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THAT EVERY EYE WOULD SEE YOU LIFTED HIGH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KING OF HEAVEN COME</a:t>
            </a:r>
            <a:br>
              <a:rPr lang="en-US" smtClean="0"/>
            </a:br>
            <a:r>
              <a:rPr lang="en-US" smtClean="0"/>
              <a:t>       KING OF HEAVEN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JESUS LET YOUR KINGDOM COME HERE</a:t>
            </a:r>
            <a:br>
              <a:rPr lang="en-US" smtClean="0"/>
            </a:br>
            <a:r>
              <a:rPr lang="en-US" smtClean="0"/>
              <a:t>     LET YOUR WILL BE DONE HERE IN US </a:t>
            </a:r>
            <a:br>
              <a:rPr lang="en-US" smtClean="0"/>
            </a:br>
            <a:r>
              <a:rPr lang="en-US" smtClean="0"/>
              <a:t>2-  JESUS THERE IS NO ONE GREATER</a:t>
            </a:r>
            <a:br>
              <a:rPr lang="en-US" smtClean="0"/>
            </a:br>
            <a:r>
              <a:rPr lang="en-US" smtClean="0"/>
              <a:t>     YOU ALONE ARE SAVIOR </a:t>
            </a:r>
            <a:br>
              <a:rPr lang="en-US" smtClean="0"/>
            </a:br>
            <a:r>
              <a:rPr lang="en-US" smtClean="0"/>
              <a:t>3-  SHOW THE WORLD YOUR LOVE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4-  KING OF HEAVEN COME DOWN</a:t>
            </a:r>
            <a:br>
              <a:rPr lang="en-US" smtClean="0"/>
            </a:br>
            <a:r>
              <a:rPr lang="en-US" smtClean="0"/>
              <a:t>     	     KING OF HEAVEN COME NOW</a:t>
            </a:r>
            <a:br>
              <a:rPr lang="en-US" smtClean="0"/>
            </a:br>
            <a:r>
              <a:rPr lang="en-US" smtClean="0"/>
              <a:t>	5-  LET YOUR GLORY REIGN</a:t>
            </a:r>
            <a:br>
              <a:rPr lang="en-US" smtClean="0"/>
            </a:br>
            <a:r>
              <a:rPr lang="en-US" smtClean="0"/>
              <a:t>  	     SHINING LIKE THE DAY</a:t>
            </a:r>
            <a:br>
              <a:rPr lang="en-US" smtClean="0"/>
            </a:br>
            <a:r>
              <a:rPr lang="en-US" smtClean="0"/>
              <a:t>	6-  KING OF HEAVEN COME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7-  KING OF HEAVEN RISE UP</a:t>
            </a:r>
            <a:br>
              <a:rPr lang="en-US" smtClean="0"/>
            </a:br>
            <a:r>
              <a:rPr lang="en-US" smtClean="0"/>
              <a:t>     	     WHO CAN STAND AGAINST US </a:t>
            </a:r>
            <a:br>
              <a:rPr lang="en-US" smtClean="0"/>
            </a:br>
            <a:r>
              <a:rPr lang="en-US" smtClean="0"/>
              <a:t>	8-  YOU ARE STRONG TO SAVE</a:t>
            </a:r>
            <a:br>
              <a:rPr lang="en-US" smtClean="0"/>
            </a:br>
            <a:r>
              <a:rPr lang="en-US" smtClean="0"/>
              <a:t>     	     IN YOUR MIGHTY NAME</a:t>
            </a:r>
            <a:br>
              <a:rPr lang="en-US" smtClean="0"/>
            </a:br>
            <a:r>
              <a:rPr lang="en-US" smtClean="0"/>
              <a:t>	9-  KING OF HEAVEN COME 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WE ARE CHILDREN OF YOUR MERCY</a:t>
            </a:r>
            <a:br>
              <a:rPr lang="en-US" smtClean="0"/>
            </a:br>
            <a:r>
              <a:rPr lang="en-US" smtClean="0"/>
              <a:t>       RESCUED FOR YOUR GLORY </a:t>
            </a:r>
            <a:br>
              <a:rPr lang="en-US" smtClean="0"/>
            </a:br>
            <a:r>
              <a:rPr lang="en-US" smtClean="0"/>
              <a:t>11-  WE CRY JESUS</a:t>
            </a:r>
            <a:br>
              <a:rPr lang="en-US" smtClean="0"/>
            </a:br>
            <a:r>
              <a:rPr lang="en-US" smtClean="0"/>
              <a:t>       SET OUR HEARTS TOWARDS YOU</a:t>
            </a:r>
          </a:p>
          <a:p>
            <a:r>
              <a:rPr lang="en-US" smtClean="0"/>
              <a:t>12-  THAT EVERY EYE WOULD SEE YOU LIFTED HIGH</a:t>
            </a:r>
          </a:p>
          <a:p>
            <a:endParaRPr lang="en-US" smtClean="0"/>
          </a:p>
          <a:p>
            <a:r>
              <a:rPr lang="en-US" smtClean="0"/>
              <a:t>13-  KING OF HEAVEN COME</a:t>
            </a:r>
            <a:br>
              <a:rPr lang="en-US" smtClean="0"/>
            </a:br>
            <a:r>
              <a:rPr lang="en-US" smtClean="0"/>
              <a:t>       KING OF HEAVEN COME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A8CAC8-92CA-480A-8A36-E2E61FDC29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A76A18-74D6-4213-AA92-19527C80B60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936A5D-C9CF-4FE2-A459-05A57AE0FB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586240-92EB-4E71-86F1-91DAA4FFE7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0D120D-520D-41CC-AF90-46695A11E6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864A06-431F-4206-B327-09BF0ADD3E6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2F1C9A-5051-4011-BC51-816258F8CB1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30DAD4-F3DC-40E4-8F1E-16AC42937C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7323AE-66AD-43BF-85F0-DBD8B67CEDD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E92861-0C9C-4ACB-A05A-BD0F290A69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2C4A5-D033-4211-BC49-E0940853FCE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4CE077F-5B96-40FF-AEC5-2F7A4B0FBCE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JESUS LET YOUR KINGDOM COME HERE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LET YOUR WILL BE DONE HERE IN US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JESUS THERE IS NO ONE GREATER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ALONE ARE SAVIOR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SHOW THE WORLD YOUR LOVE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KING OF HEAVEN COME DOWN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KING OF HEAVEN COME NOW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LET YOUR GLORY REIGN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SHINING LIKE THE DAY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KING OF HEAVEN COME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KING OF HEAVEN RISE UP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WHO CAN STAND AGAINST US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ARE STRONG TO SAVE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IN YOUR MIGHTY NAME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KING OF HEAVEN COME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WE ARE CHILDREN OF YOUR MERCY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RESCUED FOR YOUR GLORY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WE CRY JESUS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SET OUR HEARTS TOWARDS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THAT EVERY EYE WOULD SEE YOU LIFTED HIGH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KING OF HEAVEN COME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KING OF HEAVEN COME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3147</TotalTime>
  <Words>247</Words>
  <Application>Microsoft Office PowerPoint</Application>
  <PresentationFormat>On-screen Show (4:3)</PresentationFormat>
  <Paragraphs>195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Franklin Gothic Medium</vt:lpstr>
      <vt:lpstr>Arial</vt:lpstr>
      <vt:lpstr>Calibri</vt:lpstr>
      <vt:lpstr>Default Design</vt:lpstr>
      <vt:lpstr>JESUS LET YOUR KINGDOM COME HERE LET YOUR WILL BE DONE HERE IN US  </vt:lpstr>
      <vt:lpstr>JESUS THERE IS NO ONE GREATER YOU ALONE ARE SAVIOR  </vt:lpstr>
      <vt:lpstr>SHOW THE WORLD YOUR LOVE   </vt:lpstr>
      <vt:lpstr>KING OF HEAVEN COME DOWN KING OF HEAVEN COME NOW </vt:lpstr>
      <vt:lpstr>LET YOUR GLORY REIGN SHINING LIKE THE DAY </vt:lpstr>
      <vt:lpstr>KING OF HEAVEN COME </vt:lpstr>
      <vt:lpstr>KING OF HEAVEN RISE UP WHO CAN STAND AGAINST US  </vt:lpstr>
      <vt:lpstr>YOU ARE STRONG TO SAVE IN YOUR MIGHTY NAME </vt:lpstr>
      <vt:lpstr>KING OF HEAVEN COME  </vt:lpstr>
      <vt:lpstr>WE ARE CHILDREN OF YOUR MERCY RESCUED FOR YOUR GLORY  </vt:lpstr>
      <vt:lpstr>WE CRY JESUS SET OUR HEARTS TOWARDS YOU</vt:lpstr>
      <vt:lpstr>THAT EVERY EYE WOULD SEE YOU LIFTED HIGH</vt:lpstr>
      <vt:lpstr>KING OF HEAVEN COME KING OF HEAVEN COME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Family_01</cp:lastModifiedBy>
  <cp:revision>145</cp:revision>
  <dcterms:created xsi:type="dcterms:W3CDTF">2002-08-17T10:50:50Z</dcterms:created>
  <dcterms:modified xsi:type="dcterms:W3CDTF">2014-05-24T06:24:59Z</dcterms:modified>
</cp:coreProperties>
</file>