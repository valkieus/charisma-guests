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89" r:id="rId2"/>
    <p:sldId id="294" r:id="rId3"/>
    <p:sldId id="293" r:id="rId4"/>
    <p:sldId id="292" r:id="rId5"/>
    <p:sldId id="291" r:id="rId6"/>
    <p:sldId id="290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38698" autoAdjust="0"/>
  </p:normalViewPr>
  <p:slideViewPr>
    <p:cSldViewPr>
      <p:cViewPr varScale="1">
        <p:scale>
          <a:sx n="38" d="100"/>
          <a:sy n="38" d="100"/>
        </p:scale>
        <p:origin x="-2172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18/11/2018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dirty="0" smtClean="0"/>
              <a:t>1-  NOUS DÉSIRONS, SEIGNEUR  UNE SEULE CHOSE AUJOURD’HUI 
2-  ALORS QUE NOUS CHANTONS VIENS TRANSFORMER NOS VIES 
3-  ÉLÈVE-TOI, ÉLÈVE-TOI ET VIENS DANS TA GLOIRE 
4-  COURONNER NOS LOUANGES OUI, VIENS, ROI DES ROIS 
5-  DIEU TRÈS SAINT TOUT-PUISSANT </a:t>
            </a:r>
          </a:p>
          <a:p>
            <a:pPr algn="l">
              <a:lnSpc>
                <a:spcPct val="110000"/>
              </a:lnSpc>
            </a:pPr>
            <a:r>
              <a:rPr lang="fr-FR" dirty="0" smtClean="0"/>
              <a:t>
6-  OUI, VIENS !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DÉSIRONS, SEIGNEUR  UNE SEULE CHOSE AUJOURD’HUI 
2-  ALORS QUE NOUS CHANTONS VIENS TRANSFORMER NOS VIES 
3-  ÉLÈVE-TOI, ÉLÈVE-TOI ET VIENS DANS TA GLOIRE 
4-  COURONNER NOS LOUANGES OUI, VIENS, ROI DES ROIS 
5-  DIEU TRÈS SAINT TOUT-PUISSANT </a:t>
            </a:r>
          </a:p>
          <a:p>
            <a:r>
              <a:rPr lang="fr-FR" smtClean="0"/>
              <a:t>
6-  OUI, VIENS !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dirty="0" smtClean="0"/>
              <a:t>1-  NOUS DÉSIRONS, SEIGNEUR  UNE SEULE CHOSE AUJOURD’HUI 
2-  ALORS QUE NOUS CHANTONS VIENS TRANSFORMER NOS VIES 
3-  ÉLÈVE-TOI, ÉLÈVE-TOI ET VIENS DANS TA GLOIRE 
4-  COURONNER NOS LOUANGES OUI, VIENS, ROI DES ROIS 
5-  DIEU TRÈS SAINT TOUT-PUISSANT </a:t>
            </a:r>
          </a:p>
          <a:p>
            <a:pPr algn="l">
              <a:lnSpc>
                <a:spcPct val="110000"/>
              </a:lnSpc>
            </a:pPr>
            <a:r>
              <a:rPr lang="fr-FR" dirty="0" smtClean="0"/>
              <a:t>
6-  OUI, VIENS !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DÉSIRONS, SEIGNEUR  UNE SEULE CHOSE AUJOURD’HUI 
2-  ALORS QUE NOUS CHANTONS VIENS TRANSFORMER NOS VIES 
3-  ÉLÈVE-TOI, ÉLÈVE-TOI ET VIENS DANS TA GLOIRE 
4-  COURONNER NOS LOUANGES OUI, VIENS, ROI DES ROIS 
5-  DIEU TRÈS SAINT TOUT-PUISSANT </a:t>
            </a:r>
          </a:p>
          <a:p>
            <a:r>
              <a:rPr lang="fr-FR" smtClean="0"/>
              <a:t>
6-  OUI, VIENS ! 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1-  NOUS DÉSIRONS, SEIGNEUR  UNE SEULE CHOSE AUJOURD’HUI 
2-  ALORS QUE NOUS CHANTONS VIENS TRANSFORMER NOS VIES 
3-  ÉLÈVE-TOI, ÉLÈVE-TOI ET VIENS DANS TA GLOIRE 
4-  COURONNER NOS LOUANGES OUI, VIENS, ROI DES ROIS 
5-  DIEU TRÈS SAINT TOUT-PUISSANT </a:t>
            </a:r>
          </a:p>
          <a:p>
            <a:pPr algn="l">
              <a:lnSpc>
                <a:spcPct val="110000"/>
              </a:lnSpc>
            </a:pPr>
            <a:r>
              <a:rPr lang="fr-FR" sz="1200" smtClean="0">
                <a:solidFill>
                  <a:schemeClr val="bg1"/>
                </a:solidFill>
                <a:latin typeface="Arial Black" pitchFamily="34" charset="0"/>
              </a:rPr>
              <a:t>
6-  OUI, VIENS !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DÉSIRONS, SEIGNEUR  UNE SEULE CHOSE AUJOURD’HUI 
2-  ALORS QUE NOUS CHANTONS VIENS TRANSFORMER NOS VIES 
3-  ÉLÈVE-TOI, ÉLÈVE-TOI ET VIENS DANS TA GLOIRE 
4-  COURONNER NOS LOUANGES OUI, VIENS, ROI DES ROIS 
5-  DIEU TRÈS SAINT TOUT-PUISSANT </a:t>
            </a:r>
          </a:p>
          <a:p>
            <a:r>
              <a:rPr lang="fr-FR" smtClean="0"/>
              <a:t>
6-  OUI, VIENS !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dirty="0" smtClean="0"/>
              <a:t>1-  NOUS DÉSIRONS, SEIGNEUR  UNE SEULE CHOSE AUJOURD’HUI 
2-  ALORS QUE NOUS CHANTONS VIENS TRANSFORMER NOS VIES 
3-  ÉLÈVE-TOI, ÉLÈVE-TOI ET VIENS DANS TA GLOIRE 
4-  COURONNER NOS LOUANGES OUI, VIENS, ROI DES ROIS 
5-  DIEU TRÈS SAINT TOUT-PUISSANT </a:t>
            </a:r>
          </a:p>
          <a:p>
            <a:pPr algn="l">
              <a:lnSpc>
                <a:spcPct val="110000"/>
              </a:lnSpc>
            </a:pPr>
            <a:r>
              <a:rPr lang="fr-FR" dirty="0" smtClean="0"/>
              <a:t>
6-  OUI, VIENS !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DÉSIRONS, SEIGNEUR  UNE SEULE CHOSE AUJOURD’HUI 
2-  ALORS QUE NOUS CHANTONS VIENS TRANSFORMER NOS VIES 
3-  ÉLÈVE-TOI, ÉLÈVE-TOI ET VIENS DANS TA GLOIRE 
4-  COURONNER NOS LOUANGES OUI, VIENS, ROI DES ROIS 
5-  DIEU TRÈS SAINT TOUT-PUISSANT </a:t>
            </a:r>
          </a:p>
          <a:p>
            <a:r>
              <a:rPr lang="fr-FR" smtClean="0"/>
              <a:t>
6-  OUI, VIENS ! 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dirty="0" smtClean="0"/>
              <a:t>1-  NOUS DÉSIRONS, SEIGNEUR  UNE SEULE CHOSE AUJOURD’HUI 
2-  ALORS QUE NOUS CHANTONS VIENS TRANSFORMER NOS VIES 
3-  ÉLÈVE-TOI, ÉLÈVE-TOI ET VIENS DANS TA GLOIRE 
4-  COURONNER NOS LOUANGES OUI, VIENS, ROI DES ROIS 
5-  DIEU TRÈS SAINT TOUT-PUISSANT </a:t>
            </a:r>
          </a:p>
          <a:p>
            <a:pPr algn="l">
              <a:lnSpc>
                <a:spcPct val="110000"/>
              </a:lnSpc>
            </a:pPr>
            <a:r>
              <a:rPr lang="fr-FR" dirty="0" smtClean="0"/>
              <a:t>
6-  OUI, VIENS !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DÉSIRONS, SEIGNEUR  UNE SEULE CHOSE AUJOURD’HUI 
2-  ALORS QUE NOUS CHANTONS VIENS TRANSFORMER NOS VIES 
3-  ÉLÈVE-TOI, ÉLÈVE-TOI ET VIENS DANS TA GLOIRE 
4-  COURONNER NOS LOUANGES OUI, VIENS, ROI DES ROIS 
5-  DIEU TRÈS SAINT TOUT-PUISSANT </a:t>
            </a:r>
          </a:p>
          <a:p>
            <a:r>
              <a:rPr lang="fr-FR" smtClean="0"/>
              <a:t>
6-  OUI, VIENS ! 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fr-FR" dirty="0" smtClean="0"/>
              <a:t>1-  NOUS DÉSIRONS, SEIGNEUR  UNE SEULE CHOSE AUJOURD’HUI 
2-  ALORS QUE NOUS CHANTONS VIENS TRANSFORMER NOS VIES 
3-  ÉLÈVE-TOI, ÉLÈVE-TOI ET VIENS DANS TA GLOIRE 
4-  COURONNER NOS LOUANGES OUI, VIENS, ROI DES ROIS 
5-  DIEU TRÈS SAINT TOUT-PUISSANT </a:t>
            </a:r>
          </a:p>
          <a:p>
            <a:pPr algn="l">
              <a:lnSpc>
                <a:spcPct val="110000"/>
              </a:lnSpc>
            </a:pPr>
            <a:r>
              <a:rPr lang="fr-FR" smtClean="0"/>
              <a:t>
6-  OUI, VIENS !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DÉSIRONS, SEIGNEUR  UNE SEULE CHOSE AUJOURD’HUI 
2-  ALORS QUE NOUS CHANTONS VIENS TRANSFORMER NOS VIES 
3-  ÉLÈVE-TOI, ÉLÈVE-TOI ET VIENS DANS TA GLOIRE 
4-  COURONNER NOS LOUANGES OUI, VIENS, ROI DES ROIS 
5-  DIEU TRÈS SAINT TOUT-PUISSANT </a:t>
            </a:r>
          </a:p>
          <a:p>
            <a:r>
              <a:rPr lang="fr-FR" smtClean="0"/>
              <a:t>
6-  OUI, VIENS !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DÉSIRONS,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UNE SEULE CHOSE AUJOURD’HUI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ALORS QUE NOUS CHANTONS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TRANSFORMER NOS VIES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ÉLÈVE-TOI, ÉLÈVE-TOI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VIENS DANS TA GLOIRE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COURONNER NOS LOUANGES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VIENS, ROI DES ROIS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TRÈS SAINT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TOUT-PUISSANT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VIENS !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1589</TotalTime>
  <Words>150</Words>
  <Application>Microsoft Office PowerPoint</Application>
  <PresentationFormat>Affichage à l'écran (4:3)</PresentationFormat>
  <Paragraphs>35</Paragraphs>
  <Slides>6</Slides>
  <Notes>6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171</cp:revision>
  <dcterms:created xsi:type="dcterms:W3CDTF">2002-08-17T10:50:50Z</dcterms:created>
  <dcterms:modified xsi:type="dcterms:W3CDTF">2018-11-18T09:16:54Z</dcterms:modified>
</cp:coreProperties>
</file>