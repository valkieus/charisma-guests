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06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82" autoAdjust="0"/>
    <p:restoredTop sz="62077" autoAdjust="0"/>
  </p:normalViewPr>
  <p:slideViewPr>
    <p:cSldViewPr>
      <p:cViewPr>
        <p:scale>
          <a:sx n="40" d="100"/>
          <a:sy n="40" d="100"/>
        </p:scale>
        <p:origin x="-264" y="-3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2016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365BA40-5052-44B1-91B6-B0B6ABC20C8A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079E966-9D9B-4FD9-A1E3-56D87781FA38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JÉSUS, QUE TON RÈGNE VIENNE</a:t>
            </a:r>
            <a:br>
              <a:rPr lang="fr-FR" smtClean="0"/>
            </a:br>
            <a:r>
              <a:rPr lang="fr-FR" smtClean="0"/>
              <a:t>     TA VOLONTÉ SOIT FAITE EN NOUS </a:t>
            </a:r>
            <a:br>
              <a:rPr lang="fr-FR" smtClean="0"/>
            </a:br>
            <a:r>
              <a:rPr lang="fr-FR" smtClean="0"/>
              <a:t>2-  JÉSUS, NUL N'EST COMPARABLE</a:t>
            </a:r>
            <a:br>
              <a:rPr lang="fr-FR" smtClean="0"/>
            </a:br>
            <a:r>
              <a:rPr lang="fr-FR" smtClean="0"/>
              <a:t>     SAUVEUR ADMIRABLE</a:t>
            </a:r>
            <a:br>
              <a:rPr lang="fr-FR" smtClean="0"/>
            </a:br>
            <a:r>
              <a:rPr lang="fr-FR" smtClean="0"/>
              <a:t>3-  RÉVÈLE TON AMOUR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 refrain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ROI DES CIEUX, VIENS VERS NOUS</a:t>
            </a:r>
            <a:br>
              <a:rPr lang="fr-FR" smtClean="0"/>
            </a:br>
            <a:r>
              <a:rPr lang="fr-FR" smtClean="0"/>
              <a:t>    	     ROI DES CIEUX, VIENS EN NOUS</a:t>
            </a:r>
            <a:br>
              <a:rPr lang="fr-FR" smtClean="0"/>
            </a:br>
            <a:r>
              <a:rPr lang="fr-FR" smtClean="0"/>
              <a:t>	5-  QUE TA GLOIRE BRILLE</a:t>
            </a:r>
            <a:br>
              <a:rPr lang="fr-FR" smtClean="0"/>
            </a:br>
            <a:r>
              <a:rPr lang="fr-FR" smtClean="0"/>
              <a:t>	     COMME EN PLEIN MIDI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ROI DES CIEUX, DESCENDS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ROI DES CIEUX, VIENS POUR NOUS</a:t>
            </a:r>
            <a:br>
              <a:rPr lang="fr-FR" smtClean="0"/>
            </a:br>
            <a:r>
              <a:rPr lang="fr-FR" smtClean="0"/>
              <a:t>	     QUI TIENDRA DEVANT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CAR TON NOM PUISSANT</a:t>
            </a:r>
            <a:br>
              <a:rPr lang="fr-FR" smtClean="0"/>
            </a:br>
            <a:r>
              <a:rPr lang="fr-FR" smtClean="0"/>
              <a:t>	     NOUS REND TRIOMPHANT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ROI DES CIEUX, DESCENDS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SOMMES ENFANTS DE TA GRÂCE</a:t>
            </a:r>
            <a:br>
              <a:rPr lang="fr-FR" smtClean="0"/>
            </a:br>
            <a:r>
              <a:rPr lang="fr-FR" smtClean="0"/>
              <a:t>       SAUVÉS POUR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CRIONS JÉSUS</a:t>
            </a:r>
            <a:br>
              <a:rPr lang="fr-FR" smtClean="0"/>
            </a:br>
            <a:r>
              <a:rPr lang="fr-FR" smtClean="0"/>
              <a:t>       QUE NOS CŒURS TE SUIVENT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ET QUE CHACUN ADMIRE TA GRANDEUR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 refrain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ROI DES CIEUX, DESCENDS</a:t>
            </a:r>
            <a:br>
              <a:rPr lang="fr-FR" smtClean="0"/>
            </a:br>
            <a:r>
              <a:rPr lang="fr-FR" smtClean="0"/>
              <a:t>       ROI DES CIEUX, DESCENDS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QUE TON RÈGNE VIENNE</a:t>
            </a:r>
            <a:br>
              <a:rPr lang="fr-FR" smtClean="0"/>
            </a:br>
            <a:r>
              <a:rPr lang="fr-FR" smtClean="0"/>
              <a:t>     TA VOLONTÉ SOIT FAITE EN NOUS </a:t>
            </a:r>
            <a:br>
              <a:rPr lang="fr-FR" smtClean="0"/>
            </a:br>
            <a:r>
              <a:rPr lang="fr-FR" smtClean="0"/>
              <a:t>2-  JÉSUS, NUL N'EST COMPARABLE</a:t>
            </a:r>
            <a:br>
              <a:rPr lang="fr-FR" smtClean="0"/>
            </a:br>
            <a:r>
              <a:rPr lang="fr-FR" smtClean="0"/>
              <a:t>     SAUVEUR ADMIRABLE</a:t>
            </a:r>
            <a:br>
              <a:rPr lang="fr-FR" smtClean="0"/>
            </a:br>
            <a:r>
              <a:rPr lang="fr-FR" smtClean="0"/>
              <a:t>3-  RÉVÈLE TON AMOUR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	** refrain **</a:t>
            </a:r>
          </a:p>
          <a:p>
            <a:r>
              <a:rPr lang="fr-FR" smtClean="0"/>
              <a:t>	4-  ROI DES CIEUX, VIENS VERS NOUS</a:t>
            </a:r>
            <a:br>
              <a:rPr lang="fr-FR" smtClean="0"/>
            </a:br>
            <a:r>
              <a:rPr lang="fr-FR" smtClean="0"/>
              <a:t>    	     ROI DES CIEUX, VIENS EN NOUS</a:t>
            </a:r>
            <a:br>
              <a:rPr lang="fr-FR" smtClean="0"/>
            </a:br>
            <a:r>
              <a:rPr lang="fr-FR" smtClean="0"/>
              <a:t>	5-  QUE TA GLOIRE BRILLE</a:t>
            </a:r>
            <a:br>
              <a:rPr lang="fr-FR" smtClean="0"/>
            </a:br>
            <a:r>
              <a:rPr lang="fr-FR" smtClean="0"/>
              <a:t>	     COMME EN PLEIN MIDI</a:t>
            </a:r>
          </a:p>
          <a:p>
            <a:r>
              <a:rPr lang="fr-FR" smtClean="0"/>
              <a:t>	6-  ROI DES CIEUX, DESCENDS</a:t>
            </a:r>
          </a:p>
          <a:p>
            <a:endParaRPr lang="fr-FR" smtClean="0"/>
          </a:p>
          <a:p>
            <a:r>
              <a:rPr lang="fr-FR" smtClean="0"/>
              <a:t>	7-  ROI DES CIEUX, VIENS POUR NOUS</a:t>
            </a:r>
            <a:br>
              <a:rPr lang="fr-FR" smtClean="0"/>
            </a:br>
            <a:r>
              <a:rPr lang="fr-FR" smtClean="0"/>
              <a:t>	     QUI TIENDRA DEVANT NOUS</a:t>
            </a:r>
          </a:p>
          <a:p>
            <a:r>
              <a:rPr lang="fr-FR" smtClean="0"/>
              <a:t>	8-  CAR TON NOM PUISSANT</a:t>
            </a:r>
            <a:br>
              <a:rPr lang="fr-FR" smtClean="0"/>
            </a:br>
            <a:r>
              <a:rPr lang="fr-FR" smtClean="0"/>
              <a:t>	     NOUS REND TRIOMPHANT</a:t>
            </a:r>
          </a:p>
          <a:p>
            <a:r>
              <a:rPr lang="fr-FR" smtClean="0"/>
              <a:t>	9-  ROI DES CIEUX, DESCENDS</a:t>
            </a:r>
          </a:p>
          <a:p>
            <a:endParaRPr lang="fr-FR" smtClean="0"/>
          </a:p>
          <a:p>
            <a:r>
              <a:rPr lang="fr-FR" smtClean="0"/>
              <a:t>10-  NOUS SOMMES ENFANTS DE TA GRÂCE</a:t>
            </a:r>
            <a:br>
              <a:rPr lang="fr-FR" smtClean="0"/>
            </a:br>
            <a:r>
              <a:rPr lang="fr-FR" smtClean="0"/>
              <a:t>       SAUVÉS POUR TA GLOIRE</a:t>
            </a:r>
          </a:p>
          <a:p>
            <a:r>
              <a:rPr lang="fr-FR" smtClean="0"/>
              <a:t>11-  CRIONS JÉSUS</a:t>
            </a:r>
            <a:br>
              <a:rPr lang="fr-FR" smtClean="0"/>
            </a:br>
            <a:r>
              <a:rPr lang="fr-FR" smtClean="0"/>
              <a:t>       QUE NOS CŒURS TE SUIVENT</a:t>
            </a:r>
          </a:p>
          <a:p>
            <a:r>
              <a:rPr lang="fr-FR" smtClean="0"/>
              <a:t>12-  ET QUE CHACUN ADMIRE TA GRANDEUR</a:t>
            </a:r>
          </a:p>
          <a:p>
            <a:endParaRPr lang="fr-FR" smtClean="0"/>
          </a:p>
          <a:p>
            <a:r>
              <a:rPr lang="fr-FR" smtClean="0"/>
              <a:t>	** refrain **</a:t>
            </a:r>
          </a:p>
          <a:p>
            <a:endParaRPr lang="fr-FR" smtClean="0"/>
          </a:p>
          <a:p>
            <a:r>
              <a:rPr lang="fr-FR" smtClean="0"/>
              <a:t>13-  ROI DES CIEUX, DESCENDS</a:t>
            </a:r>
            <a:br>
              <a:rPr lang="fr-FR" smtClean="0"/>
            </a:br>
            <a:r>
              <a:rPr lang="fr-FR" smtClean="0"/>
              <a:t>       ROI DES CIEUX, DESCENDS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JÉSUS, QUE TON RÈGNE VIENNE</a:t>
            </a:r>
            <a:br>
              <a:rPr lang="fr-FR" smtClean="0"/>
            </a:br>
            <a:r>
              <a:rPr lang="fr-FR" smtClean="0"/>
              <a:t>     TA VOLONTÉ SOIT FAITE EN NOUS </a:t>
            </a:r>
            <a:br>
              <a:rPr lang="fr-FR" smtClean="0"/>
            </a:br>
            <a:r>
              <a:rPr lang="fr-FR" smtClean="0"/>
              <a:t>2-  JÉSUS, NUL N'EST COMPARABLE</a:t>
            </a:r>
            <a:br>
              <a:rPr lang="fr-FR" smtClean="0"/>
            </a:br>
            <a:r>
              <a:rPr lang="fr-FR" smtClean="0"/>
              <a:t>     SAUVEUR ADMIRABLE</a:t>
            </a:r>
            <a:br>
              <a:rPr lang="fr-FR" smtClean="0"/>
            </a:br>
            <a:r>
              <a:rPr lang="fr-FR" smtClean="0"/>
              <a:t>3-  RÉVÈLE TON AMOUR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 refrain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ROI DES CIEUX, VIENS VERS NOUS</a:t>
            </a:r>
            <a:br>
              <a:rPr lang="fr-FR" smtClean="0"/>
            </a:br>
            <a:r>
              <a:rPr lang="fr-FR" smtClean="0"/>
              <a:t>    	     ROI DES CIEUX, VIENS EN NOUS</a:t>
            </a:r>
            <a:br>
              <a:rPr lang="fr-FR" smtClean="0"/>
            </a:br>
            <a:r>
              <a:rPr lang="fr-FR" smtClean="0"/>
              <a:t>	5-  QUE TA GLOIRE BRILLE</a:t>
            </a:r>
            <a:br>
              <a:rPr lang="fr-FR" smtClean="0"/>
            </a:br>
            <a:r>
              <a:rPr lang="fr-FR" smtClean="0"/>
              <a:t>	     COMME EN PLEIN MIDI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ROI DES CIEUX, DESCENDS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ROI DES CIEUX, VIENS POUR NOUS</a:t>
            </a:r>
            <a:br>
              <a:rPr lang="fr-FR" smtClean="0"/>
            </a:br>
            <a:r>
              <a:rPr lang="fr-FR" smtClean="0"/>
              <a:t>	     QUI TIENDRA DEVANT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CAR TON NOM PUISSANT</a:t>
            </a:r>
            <a:br>
              <a:rPr lang="fr-FR" smtClean="0"/>
            </a:br>
            <a:r>
              <a:rPr lang="fr-FR" smtClean="0"/>
              <a:t>	     NOUS REND TRIOMPHANT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ROI DES CIEUX, DESCENDS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SOMMES ENFANTS DE TA GRÂCE</a:t>
            </a:r>
            <a:br>
              <a:rPr lang="fr-FR" smtClean="0"/>
            </a:br>
            <a:r>
              <a:rPr lang="fr-FR" smtClean="0"/>
              <a:t>       SAUVÉS POUR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CRIONS JÉSUS</a:t>
            </a:r>
            <a:br>
              <a:rPr lang="fr-FR" smtClean="0"/>
            </a:br>
            <a:r>
              <a:rPr lang="fr-FR" smtClean="0"/>
              <a:t>       QUE NOS CŒURS TE SUIVENT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ET QUE CHACUN ADMIRE TA GRANDEUR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 refrain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ROI DES CIEUX, DESCENDS</a:t>
            </a:r>
            <a:br>
              <a:rPr lang="fr-FR" smtClean="0"/>
            </a:br>
            <a:r>
              <a:rPr lang="fr-FR" smtClean="0"/>
              <a:t>       ROI DES CIEUX, DESCENDS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QUE TON RÈGNE VIENNE</a:t>
            </a:r>
            <a:br>
              <a:rPr lang="fr-FR" smtClean="0"/>
            </a:br>
            <a:r>
              <a:rPr lang="fr-FR" smtClean="0"/>
              <a:t>     TA VOLONTÉ SOIT FAITE EN NOUS </a:t>
            </a:r>
            <a:br>
              <a:rPr lang="fr-FR" smtClean="0"/>
            </a:br>
            <a:r>
              <a:rPr lang="fr-FR" smtClean="0"/>
              <a:t>2-  JÉSUS, NUL N'EST COMPARABLE</a:t>
            </a:r>
            <a:br>
              <a:rPr lang="fr-FR" smtClean="0"/>
            </a:br>
            <a:r>
              <a:rPr lang="fr-FR" smtClean="0"/>
              <a:t>     SAUVEUR ADMIRABLE</a:t>
            </a:r>
            <a:br>
              <a:rPr lang="fr-FR" smtClean="0"/>
            </a:br>
            <a:r>
              <a:rPr lang="fr-FR" smtClean="0"/>
              <a:t>3-  RÉVÈLE TON AMOUR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	** refrain **</a:t>
            </a:r>
          </a:p>
          <a:p>
            <a:r>
              <a:rPr lang="fr-FR" smtClean="0"/>
              <a:t>	4-  ROI DES CIEUX, VIENS VERS NOUS</a:t>
            </a:r>
            <a:br>
              <a:rPr lang="fr-FR" smtClean="0"/>
            </a:br>
            <a:r>
              <a:rPr lang="fr-FR" smtClean="0"/>
              <a:t>    	     ROI DES CIEUX, VIENS EN NOUS</a:t>
            </a:r>
            <a:br>
              <a:rPr lang="fr-FR" smtClean="0"/>
            </a:br>
            <a:r>
              <a:rPr lang="fr-FR" smtClean="0"/>
              <a:t>	5-  QUE TA GLOIRE BRILLE</a:t>
            </a:r>
            <a:br>
              <a:rPr lang="fr-FR" smtClean="0"/>
            </a:br>
            <a:r>
              <a:rPr lang="fr-FR" smtClean="0"/>
              <a:t>	     COMME EN PLEIN MIDI</a:t>
            </a:r>
          </a:p>
          <a:p>
            <a:r>
              <a:rPr lang="fr-FR" smtClean="0"/>
              <a:t>	6-  ROI DES CIEUX, DESCENDS</a:t>
            </a:r>
          </a:p>
          <a:p>
            <a:endParaRPr lang="fr-FR" smtClean="0"/>
          </a:p>
          <a:p>
            <a:r>
              <a:rPr lang="fr-FR" smtClean="0"/>
              <a:t>	7-  ROI DES CIEUX, VIENS POUR NOUS</a:t>
            </a:r>
            <a:br>
              <a:rPr lang="fr-FR" smtClean="0"/>
            </a:br>
            <a:r>
              <a:rPr lang="fr-FR" smtClean="0"/>
              <a:t>	     QUI TIENDRA DEVANT NOUS</a:t>
            </a:r>
          </a:p>
          <a:p>
            <a:r>
              <a:rPr lang="fr-FR" smtClean="0"/>
              <a:t>	8-  CAR TON NOM PUISSANT</a:t>
            </a:r>
            <a:br>
              <a:rPr lang="fr-FR" smtClean="0"/>
            </a:br>
            <a:r>
              <a:rPr lang="fr-FR" smtClean="0"/>
              <a:t>	     NOUS REND TRIOMPHANT</a:t>
            </a:r>
          </a:p>
          <a:p>
            <a:r>
              <a:rPr lang="fr-FR" smtClean="0"/>
              <a:t>	9-  ROI DES CIEUX, DESCENDS</a:t>
            </a:r>
          </a:p>
          <a:p>
            <a:endParaRPr lang="fr-FR" smtClean="0"/>
          </a:p>
          <a:p>
            <a:r>
              <a:rPr lang="fr-FR" smtClean="0"/>
              <a:t>10-  NOUS SOMMES ENFANTS DE TA GRÂCE</a:t>
            </a:r>
            <a:br>
              <a:rPr lang="fr-FR" smtClean="0"/>
            </a:br>
            <a:r>
              <a:rPr lang="fr-FR" smtClean="0"/>
              <a:t>       SAUVÉS POUR TA GLOIRE</a:t>
            </a:r>
          </a:p>
          <a:p>
            <a:r>
              <a:rPr lang="fr-FR" smtClean="0"/>
              <a:t>11-  CRIONS JÉSUS</a:t>
            </a:r>
            <a:br>
              <a:rPr lang="fr-FR" smtClean="0"/>
            </a:br>
            <a:r>
              <a:rPr lang="fr-FR" smtClean="0"/>
              <a:t>       QUE NOS CŒURS TE SUIVENT</a:t>
            </a:r>
          </a:p>
          <a:p>
            <a:r>
              <a:rPr lang="fr-FR" smtClean="0"/>
              <a:t>12-  ET QUE CHACUN ADMIRE TA GRANDEUR</a:t>
            </a:r>
          </a:p>
          <a:p>
            <a:endParaRPr lang="fr-FR" smtClean="0"/>
          </a:p>
          <a:p>
            <a:r>
              <a:rPr lang="fr-FR" smtClean="0"/>
              <a:t>	** refrain **</a:t>
            </a:r>
          </a:p>
          <a:p>
            <a:endParaRPr lang="fr-FR" smtClean="0"/>
          </a:p>
          <a:p>
            <a:r>
              <a:rPr lang="fr-FR" smtClean="0"/>
              <a:t>13-  ROI DES CIEUX, DESCENDS</a:t>
            </a:r>
            <a:br>
              <a:rPr lang="fr-FR" smtClean="0"/>
            </a:br>
            <a:r>
              <a:rPr lang="fr-FR" smtClean="0"/>
              <a:t>       ROI DES CIEUX, DESCENDS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JÉSUS, QUE TON RÈGNE VIENNE</a:t>
            </a:r>
            <a:br>
              <a:rPr lang="fr-FR" smtClean="0"/>
            </a:br>
            <a:r>
              <a:rPr lang="fr-FR" smtClean="0"/>
              <a:t>     TA VOLONTÉ SOIT FAITE EN NOUS </a:t>
            </a:r>
            <a:br>
              <a:rPr lang="fr-FR" smtClean="0"/>
            </a:br>
            <a:r>
              <a:rPr lang="fr-FR" smtClean="0"/>
              <a:t>2-  JÉSUS, NUL N'EST COMPARABLE</a:t>
            </a:r>
            <a:br>
              <a:rPr lang="fr-FR" smtClean="0"/>
            </a:br>
            <a:r>
              <a:rPr lang="fr-FR" smtClean="0"/>
              <a:t>     SAUVEUR ADMIRABLE</a:t>
            </a:r>
            <a:br>
              <a:rPr lang="fr-FR" smtClean="0"/>
            </a:br>
            <a:r>
              <a:rPr lang="fr-FR" smtClean="0"/>
              <a:t>3-  RÉVÈLE TON AMOUR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	** refrain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4-  ROI DES CIEUX, VIENS VERS NOUS</a:t>
            </a:r>
            <a:br>
              <a:rPr lang="fr-FR" dirty="0" smtClean="0"/>
            </a:br>
            <a:r>
              <a:rPr lang="fr-FR" dirty="0" smtClean="0"/>
              <a:t>    	     ROI DES CIEUX, VIENS EN NOUS</a:t>
            </a:r>
            <a:br>
              <a:rPr lang="fr-FR" dirty="0" smtClean="0"/>
            </a:br>
            <a:r>
              <a:rPr lang="fr-FR" dirty="0" smtClean="0"/>
              <a:t>	5-  QUE TA GLOIRE BRILLE</a:t>
            </a:r>
            <a:br>
              <a:rPr lang="fr-FR" dirty="0" smtClean="0"/>
            </a:br>
            <a:r>
              <a:rPr lang="fr-FR" dirty="0" smtClean="0"/>
              <a:t>	     COMME EN PLEIN MIDI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ROI DES CIEUX, DESCENDS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7-  ROI DES CIEUX, VIENS POUR NOUS</a:t>
            </a:r>
            <a:br>
              <a:rPr lang="fr-FR" dirty="0" smtClean="0"/>
            </a:br>
            <a:r>
              <a:rPr lang="fr-FR" dirty="0" smtClean="0"/>
              <a:t>	     QUI TIENDRA DEVANT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8-  CAR TON NOM PUISSANT</a:t>
            </a:r>
            <a:br>
              <a:rPr lang="fr-FR" dirty="0" smtClean="0"/>
            </a:br>
            <a:r>
              <a:rPr lang="fr-FR" dirty="0" smtClean="0"/>
              <a:t>	     NOUS REND TRIOMPHANT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9-  ROI DES CIEUX, DESCENDS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NOUS SOMMES ENFANTS DE TA GRÂCE</a:t>
            </a:r>
            <a:br>
              <a:rPr lang="fr-FR" dirty="0" smtClean="0"/>
            </a:br>
            <a:r>
              <a:rPr lang="fr-FR" dirty="0" smtClean="0"/>
              <a:t>       SAUVÉS POUR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CRIONS JÉSUS</a:t>
            </a:r>
            <a:br>
              <a:rPr lang="fr-FR" dirty="0" smtClean="0"/>
            </a:br>
            <a:r>
              <a:rPr lang="fr-FR" dirty="0" smtClean="0"/>
              <a:t>       QUE NOS CŒURS TE SUIVENT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ET QUE CHACUN ADMIRE TA GRANDEUR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** refrain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ROI DES CIEUX, DESCENDS</a:t>
            </a:r>
            <a:br>
              <a:rPr lang="fr-FR" dirty="0" smtClean="0"/>
            </a:br>
            <a:r>
              <a:rPr lang="fr-FR" dirty="0" smtClean="0"/>
              <a:t>       ROI DES CIEUX, DESCENDS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QUE TON RÈGNE VIENNE</a:t>
            </a:r>
            <a:br>
              <a:rPr lang="fr-FR" smtClean="0"/>
            </a:br>
            <a:r>
              <a:rPr lang="fr-FR" smtClean="0"/>
              <a:t>     TA VOLONTÉ SOIT FAITE EN NOUS </a:t>
            </a:r>
            <a:br>
              <a:rPr lang="fr-FR" smtClean="0"/>
            </a:br>
            <a:r>
              <a:rPr lang="fr-FR" smtClean="0"/>
              <a:t>2-  JÉSUS, NUL N'EST COMPARABLE</a:t>
            </a:r>
            <a:br>
              <a:rPr lang="fr-FR" smtClean="0"/>
            </a:br>
            <a:r>
              <a:rPr lang="fr-FR" smtClean="0"/>
              <a:t>     SAUVEUR ADMIRABLE</a:t>
            </a:r>
            <a:br>
              <a:rPr lang="fr-FR" smtClean="0"/>
            </a:br>
            <a:r>
              <a:rPr lang="fr-FR" smtClean="0"/>
              <a:t>3-  RÉVÈLE TON AMOUR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	** refrain **</a:t>
            </a:r>
          </a:p>
          <a:p>
            <a:r>
              <a:rPr lang="fr-FR" smtClean="0"/>
              <a:t>	4-  ROI DES CIEUX, VIENS VERS NOUS</a:t>
            </a:r>
            <a:br>
              <a:rPr lang="fr-FR" smtClean="0"/>
            </a:br>
            <a:r>
              <a:rPr lang="fr-FR" smtClean="0"/>
              <a:t>    	     ROI DES CIEUX, VIENS EN NOUS</a:t>
            </a:r>
            <a:br>
              <a:rPr lang="fr-FR" smtClean="0"/>
            </a:br>
            <a:r>
              <a:rPr lang="fr-FR" smtClean="0"/>
              <a:t>	5-  QUE TA GLOIRE BRILLE</a:t>
            </a:r>
            <a:br>
              <a:rPr lang="fr-FR" smtClean="0"/>
            </a:br>
            <a:r>
              <a:rPr lang="fr-FR" smtClean="0"/>
              <a:t>	     COMME EN PLEIN MIDI</a:t>
            </a:r>
          </a:p>
          <a:p>
            <a:r>
              <a:rPr lang="fr-FR" smtClean="0"/>
              <a:t>	6-  ROI DES CIEUX, DESCENDS</a:t>
            </a:r>
          </a:p>
          <a:p>
            <a:endParaRPr lang="fr-FR" smtClean="0"/>
          </a:p>
          <a:p>
            <a:r>
              <a:rPr lang="fr-FR" smtClean="0"/>
              <a:t>	7-  ROI DES CIEUX, VIENS POUR NOUS</a:t>
            </a:r>
            <a:br>
              <a:rPr lang="fr-FR" smtClean="0"/>
            </a:br>
            <a:r>
              <a:rPr lang="fr-FR" smtClean="0"/>
              <a:t>	     QUI TIENDRA DEVANT NOUS</a:t>
            </a:r>
          </a:p>
          <a:p>
            <a:r>
              <a:rPr lang="fr-FR" smtClean="0"/>
              <a:t>	8-  CAR TON NOM PUISSANT</a:t>
            </a:r>
            <a:br>
              <a:rPr lang="fr-FR" smtClean="0"/>
            </a:br>
            <a:r>
              <a:rPr lang="fr-FR" smtClean="0"/>
              <a:t>	     NOUS REND TRIOMPHANT</a:t>
            </a:r>
          </a:p>
          <a:p>
            <a:r>
              <a:rPr lang="fr-FR" smtClean="0"/>
              <a:t>	9-  ROI DES CIEUX, DESCENDS</a:t>
            </a:r>
          </a:p>
          <a:p>
            <a:endParaRPr lang="fr-FR" smtClean="0"/>
          </a:p>
          <a:p>
            <a:r>
              <a:rPr lang="fr-FR" smtClean="0"/>
              <a:t>10-  NOUS SOMMES ENFANTS DE TA GRÂCE</a:t>
            </a:r>
            <a:br>
              <a:rPr lang="fr-FR" smtClean="0"/>
            </a:br>
            <a:r>
              <a:rPr lang="fr-FR" smtClean="0"/>
              <a:t>       SAUVÉS POUR TA GLOIRE</a:t>
            </a:r>
          </a:p>
          <a:p>
            <a:r>
              <a:rPr lang="fr-FR" smtClean="0"/>
              <a:t>11-  CRIONS JÉSUS</a:t>
            </a:r>
            <a:br>
              <a:rPr lang="fr-FR" smtClean="0"/>
            </a:br>
            <a:r>
              <a:rPr lang="fr-FR" smtClean="0"/>
              <a:t>       QUE NOS CŒURS TE SUIVENT</a:t>
            </a:r>
          </a:p>
          <a:p>
            <a:r>
              <a:rPr lang="fr-FR" smtClean="0"/>
              <a:t>12-  ET QUE CHACUN ADMIRE TA GRANDEUR</a:t>
            </a:r>
          </a:p>
          <a:p>
            <a:endParaRPr lang="fr-FR" smtClean="0"/>
          </a:p>
          <a:p>
            <a:r>
              <a:rPr lang="fr-FR" smtClean="0"/>
              <a:t>	** refrain **</a:t>
            </a:r>
          </a:p>
          <a:p>
            <a:endParaRPr lang="fr-FR" smtClean="0"/>
          </a:p>
          <a:p>
            <a:r>
              <a:rPr lang="fr-FR" smtClean="0"/>
              <a:t>13-  ROI DES CIEUX, DESCENDS</a:t>
            </a:r>
            <a:br>
              <a:rPr lang="fr-FR" smtClean="0"/>
            </a:br>
            <a:r>
              <a:rPr lang="fr-FR" smtClean="0"/>
              <a:t>       ROI DES CIEUX, DESCENDS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JÉSUS, QUE TON RÈGNE VIENNE</a:t>
            </a:r>
            <a:br>
              <a:rPr lang="fr-FR" smtClean="0"/>
            </a:br>
            <a:r>
              <a:rPr lang="fr-FR" smtClean="0"/>
              <a:t>     TA VOLONTÉ SOIT FAITE EN NOUS </a:t>
            </a:r>
            <a:br>
              <a:rPr lang="fr-FR" smtClean="0"/>
            </a:br>
            <a:r>
              <a:rPr lang="fr-FR" smtClean="0"/>
              <a:t>2-  JÉSUS, NUL N'EST COMPARABLE</a:t>
            </a:r>
            <a:br>
              <a:rPr lang="fr-FR" smtClean="0"/>
            </a:br>
            <a:r>
              <a:rPr lang="fr-FR" smtClean="0"/>
              <a:t>     SAUVEUR ADMIRABLE</a:t>
            </a:r>
            <a:br>
              <a:rPr lang="fr-FR" smtClean="0"/>
            </a:br>
            <a:r>
              <a:rPr lang="fr-FR" smtClean="0"/>
              <a:t>3-  RÉVÈLE TON AMOUR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 refrain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ROI DES CIEUX, VIENS VERS NOUS</a:t>
            </a:r>
            <a:br>
              <a:rPr lang="fr-FR" smtClean="0"/>
            </a:br>
            <a:r>
              <a:rPr lang="fr-FR" smtClean="0"/>
              <a:t>    	     ROI DES CIEUX, VIENS EN NOUS</a:t>
            </a:r>
            <a:br>
              <a:rPr lang="fr-FR" smtClean="0"/>
            </a:br>
            <a:r>
              <a:rPr lang="fr-FR" smtClean="0"/>
              <a:t>	5-  QUE TA GLOIRE BRILLE</a:t>
            </a:r>
            <a:br>
              <a:rPr lang="fr-FR" smtClean="0"/>
            </a:br>
            <a:r>
              <a:rPr lang="fr-FR" smtClean="0"/>
              <a:t>	     COMME EN PLEIN MIDI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ROI DES CIEUX, DESCENDS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ROI DES CIEUX, VIENS POUR NOUS</a:t>
            </a:r>
            <a:br>
              <a:rPr lang="fr-FR" smtClean="0"/>
            </a:br>
            <a:r>
              <a:rPr lang="fr-FR" smtClean="0"/>
              <a:t>	     QUI TIENDRA DEVANT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CAR TON NOM PUISSANT</a:t>
            </a:r>
            <a:br>
              <a:rPr lang="fr-FR" smtClean="0"/>
            </a:br>
            <a:r>
              <a:rPr lang="fr-FR" smtClean="0"/>
              <a:t>	     NOUS REND TRIOMPHANT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ROI DES CIEUX, DESCENDS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SOMMES ENFANTS DE TA GRÂCE</a:t>
            </a:r>
            <a:br>
              <a:rPr lang="fr-FR" smtClean="0"/>
            </a:br>
            <a:r>
              <a:rPr lang="fr-FR" smtClean="0"/>
              <a:t>       SAUVÉS POUR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CRIONS JÉSUS</a:t>
            </a:r>
            <a:br>
              <a:rPr lang="fr-FR" smtClean="0"/>
            </a:br>
            <a:r>
              <a:rPr lang="fr-FR" smtClean="0"/>
              <a:t>       QUE NOS CŒURS TE SUIVENT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ET QUE CHACUN ADMIRE TA GRANDEUR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 refrain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ROI DES CIEUX, DESCENDS</a:t>
            </a:r>
            <a:br>
              <a:rPr lang="fr-FR" smtClean="0"/>
            </a:br>
            <a:r>
              <a:rPr lang="fr-FR" smtClean="0"/>
              <a:t>       ROI DES CIEUX, DESCENDS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QUE TON RÈGNE VIENNE</a:t>
            </a:r>
            <a:br>
              <a:rPr lang="fr-FR" smtClean="0"/>
            </a:br>
            <a:r>
              <a:rPr lang="fr-FR" smtClean="0"/>
              <a:t>     TA VOLONTÉ SOIT FAITE EN NOUS </a:t>
            </a:r>
            <a:br>
              <a:rPr lang="fr-FR" smtClean="0"/>
            </a:br>
            <a:r>
              <a:rPr lang="fr-FR" smtClean="0"/>
              <a:t>2-  JÉSUS, NUL N'EST COMPARABLE</a:t>
            </a:r>
            <a:br>
              <a:rPr lang="fr-FR" smtClean="0"/>
            </a:br>
            <a:r>
              <a:rPr lang="fr-FR" smtClean="0"/>
              <a:t>     SAUVEUR ADMIRABLE</a:t>
            </a:r>
            <a:br>
              <a:rPr lang="fr-FR" smtClean="0"/>
            </a:br>
            <a:r>
              <a:rPr lang="fr-FR" smtClean="0"/>
              <a:t>3-  RÉVÈLE TON AMOUR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	** refrain **</a:t>
            </a:r>
          </a:p>
          <a:p>
            <a:r>
              <a:rPr lang="fr-FR" smtClean="0"/>
              <a:t>	4-  ROI DES CIEUX, VIENS VERS NOUS</a:t>
            </a:r>
            <a:br>
              <a:rPr lang="fr-FR" smtClean="0"/>
            </a:br>
            <a:r>
              <a:rPr lang="fr-FR" smtClean="0"/>
              <a:t>    	     ROI DES CIEUX, VIENS EN NOUS</a:t>
            </a:r>
            <a:br>
              <a:rPr lang="fr-FR" smtClean="0"/>
            </a:br>
            <a:r>
              <a:rPr lang="fr-FR" smtClean="0"/>
              <a:t>	5-  QUE TA GLOIRE BRILLE</a:t>
            </a:r>
            <a:br>
              <a:rPr lang="fr-FR" smtClean="0"/>
            </a:br>
            <a:r>
              <a:rPr lang="fr-FR" smtClean="0"/>
              <a:t>	     COMME EN PLEIN MIDI</a:t>
            </a:r>
          </a:p>
          <a:p>
            <a:r>
              <a:rPr lang="fr-FR" smtClean="0"/>
              <a:t>	6-  ROI DES CIEUX, DESCENDS</a:t>
            </a:r>
          </a:p>
          <a:p>
            <a:endParaRPr lang="fr-FR" smtClean="0"/>
          </a:p>
          <a:p>
            <a:r>
              <a:rPr lang="fr-FR" smtClean="0"/>
              <a:t>	7-  ROI DES CIEUX, VIENS POUR NOUS</a:t>
            </a:r>
            <a:br>
              <a:rPr lang="fr-FR" smtClean="0"/>
            </a:br>
            <a:r>
              <a:rPr lang="fr-FR" smtClean="0"/>
              <a:t>	     QUI TIENDRA DEVANT NOUS</a:t>
            </a:r>
          </a:p>
          <a:p>
            <a:r>
              <a:rPr lang="fr-FR" smtClean="0"/>
              <a:t>	8-  CAR TON NOM PUISSANT</a:t>
            </a:r>
            <a:br>
              <a:rPr lang="fr-FR" smtClean="0"/>
            </a:br>
            <a:r>
              <a:rPr lang="fr-FR" smtClean="0"/>
              <a:t>	     NOUS REND TRIOMPHANT</a:t>
            </a:r>
          </a:p>
          <a:p>
            <a:r>
              <a:rPr lang="fr-FR" smtClean="0"/>
              <a:t>	9-  ROI DES CIEUX, DESCENDS</a:t>
            </a:r>
          </a:p>
          <a:p>
            <a:endParaRPr lang="fr-FR" smtClean="0"/>
          </a:p>
          <a:p>
            <a:r>
              <a:rPr lang="fr-FR" smtClean="0"/>
              <a:t>10-  NOUS SOMMES ENFANTS DE TA GRÂCE</a:t>
            </a:r>
            <a:br>
              <a:rPr lang="fr-FR" smtClean="0"/>
            </a:br>
            <a:r>
              <a:rPr lang="fr-FR" smtClean="0"/>
              <a:t>       SAUVÉS POUR TA GLOIRE</a:t>
            </a:r>
          </a:p>
          <a:p>
            <a:r>
              <a:rPr lang="fr-FR" smtClean="0"/>
              <a:t>11-  CRIONS JÉSUS</a:t>
            </a:r>
            <a:br>
              <a:rPr lang="fr-FR" smtClean="0"/>
            </a:br>
            <a:r>
              <a:rPr lang="fr-FR" smtClean="0"/>
              <a:t>       QUE NOS CŒURS TE SUIVENT</a:t>
            </a:r>
          </a:p>
          <a:p>
            <a:r>
              <a:rPr lang="fr-FR" smtClean="0"/>
              <a:t>12-  ET QUE CHACUN ADMIRE TA GRANDEUR</a:t>
            </a:r>
          </a:p>
          <a:p>
            <a:endParaRPr lang="fr-FR" smtClean="0"/>
          </a:p>
          <a:p>
            <a:r>
              <a:rPr lang="fr-FR" smtClean="0"/>
              <a:t>	** refrain **</a:t>
            </a:r>
          </a:p>
          <a:p>
            <a:endParaRPr lang="fr-FR" smtClean="0"/>
          </a:p>
          <a:p>
            <a:r>
              <a:rPr lang="fr-FR" smtClean="0"/>
              <a:t>13-  ROI DES CIEUX, DESCENDS</a:t>
            </a:r>
            <a:br>
              <a:rPr lang="fr-FR" smtClean="0"/>
            </a:br>
            <a:r>
              <a:rPr lang="fr-FR" smtClean="0"/>
              <a:t>       ROI DES CIEUX, DESCENDS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JÉSUS, QUE TON RÈGNE VIENNE</a:t>
            </a:r>
            <a:br>
              <a:rPr lang="fr-FR" smtClean="0"/>
            </a:br>
            <a:r>
              <a:rPr lang="fr-FR" smtClean="0"/>
              <a:t>     TA VOLONTÉ SOIT FAITE EN NOUS </a:t>
            </a:r>
            <a:br>
              <a:rPr lang="fr-FR" smtClean="0"/>
            </a:br>
            <a:r>
              <a:rPr lang="fr-FR" smtClean="0"/>
              <a:t>2-  JÉSUS, NUL N'EST COMPARABLE</a:t>
            </a:r>
            <a:br>
              <a:rPr lang="fr-FR" smtClean="0"/>
            </a:br>
            <a:r>
              <a:rPr lang="fr-FR" smtClean="0"/>
              <a:t>     SAUVEUR ADMIRABLE</a:t>
            </a:r>
            <a:br>
              <a:rPr lang="fr-FR" smtClean="0"/>
            </a:br>
            <a:r>
              <a:rPr lang="fr-FR" smtClean="0"/>
              <a:t>3-  RÉVÈLE TON AMOUR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 refrain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ROI DES CIEUX, VIENS VERS NOUS</a:t>
            </a:r>
            <a:br>
              <a:rPr lang="fr-FR" smtClean="0"/>
            </a:br>
            <a:r>
              <a:rPr lang="fr-FR" smtClean="0"/>
              <a:t>    	     ROI DES CIEUX, VIENS EN NOUS</a:t>
            </a:r>
            <a:br>
              <a:rPr lang="fr-FR" smtClean="0"/>
            </a:br>
            <a:r>
              <a:rPr lang="fr-FR" smtClean="0"/>
              <a:t>	5-  QUE TA GLOIRE BRILLE</a:t>
            </a:r>
            <a:br>
              <a:rPr lang="fr-FR" smtClean="0"/>
            </a:br>
            <a:r>
              <a:rPr lang="fr-FR" smtClean="0"/>
              <a:t>	     COMME EN PLEIN MIDI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ROI DES CIEUX, DESCENDS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ROI DES CIEUX, VIENS POUR NOUS</a:t>
            </a:r>
            <a:br>
              <a:rPr lang="fr-FR" smtClean="0"/>
            </a:br>
            <a:r>
              <a:rPr lang="fr-FR" smtClean="0"/>
              <a:t>	     QUI TIENDRA DEVANT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CAR TON NOM PUISSANT</a:t>
            </a:r>
            <a:br>
              <a:rPr lang="fr-FR" smtClean="0"/>
            </a:br>
            <a:r>
              <a:rPr lang="fr-FR" smtClean="0"/>
              <a:t>	     NOUS REND TRIOMPHANT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ROI DES CIEUX, DESCENDS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SOMMES ENFANTS DE TA GRÂCE</a:t>
            </a:r>
            <a:br>
              <a:rPr lang="fr-FR" smtClean="0"/>
            </a:br>
            <a:r>
              <a:rPr lang="fr-FR" smtClean="0"/>
              <a:t>       SAUVÉS POUR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CRIONS JÉSUS</a:t>
            </a:r>
            <a:br>
              <a:rPr lang="fr-FR" smtClean="0"/>
            </a:br>
            <a:r>
              <a:rPr lang="fr-FR" smtClean="0"/>
              <a:t>       QUE NOS CŒURS TE SUIVENT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ET QUE CHACUN ADMIRE TA GRANDEUR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 refrain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ROI DES CIEUX, DESCENDS</a:t>
            </a:r>
            <a:br>
              <a:rPr lang="fr-FR" smtClean="0"/>
            </a:br>
            <a:r>
              <a:rPr lang="fr-FR" smtClean="0"/>
              <a:t>       ROI DES CIEUX, DESCENDS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QUE TON RÈGNE VIENNE</a:t>
            </a:r>
            <a:br>
              <a:rPr lang="fr-FR" smtClean="0"/>
            </a:br>
            <a:r>
              <a:rPr lang="fr-FR" smtClean="0"/>
              <a:t>     TA VOLONTÉ SOIT FAITE EN NOUS </a:t>
            </a:r>
            <a:br>
              <a:rPr lang="fr-FR" smtClean="0"/>
            </a:br>
            <a:r>
              <a:rPr lang="fr-FR" smtClean="0"/>
              <a:t>2-  JÉSUS, NUL N'EST COMPARABLE</a:t>
            </a:r>
            <a:br>
              <a:rPr lang="fr-FR" smtClean="0"/>
            </a:br>
            <a:r>
              <a:rPr lang="fr-FR" smtClean="0"/>
              <a:t>     SAUVEUR ADMIRABLE</a:t>
            </a:r>
            <a:br>
              <a:rPr lang="fr-FR" smtClean="0"/>
            </a:br>
            <a:r>
              <a:rPr lang="fr-FR" smtClean="0"/>
              <a:t>3-  RÉVÈLE TON AMOUR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	** refrain **</a:t>
            </a:r>
          </a:p>
          <a:p>
            <a:r>
              <a:rPr lang="fr-FR" smtClean="0"/>
              <a:t>	4-  ROI DES CIEUX, VIENS VERS NOUS</a:t>
            </a:r>
            <a:br>
              <a:rPr lang="fr-FR" smtClean="0"/>
            </a:br>
            <a:r>
              <a:rPr lang="fr-FR" smtClean="0"/>
              <a:t>    	     ROI DES CIEUX, VIENS EN NOUS</a:t>
            </a:r>
            <a:br>
              <a:rPr lang="fr-FR" smtClean="0"/>
            </a:br>
            <a:r>
              <a:rPr lang="fr-FR" smtClean="0"/>
              <a:t>	5-  QUE TA GLOIRE BRILLE</a:t>
            </a:r>
            <a:br>
              <a:rPr lang="fr-FR" smtClean="0"/>
            </a:br>
            <a:r>
              <a:rPr lang="fr-FR" smtClean="0"/>
              <a:t>	     COMME EN PLEIN MIDI</a:t>
            </a:r>
          </a:p>
          <a:p>
            <a:r>
              <a:rPr lang="fr-FR" smtClean="0"/>
              <a:t>	6-  ROI DES CIEUX, DESCENDS</a:t>
            </a:r>
          </a:p>
          <a:p>
            <a:endParaRPr lang="fr-FR" smtClean="0"/>
          </a:p>
          <a:p>
            <a:r>
              <a:rPr lang="fr-FR" smtClean="0"/>
              <a:t>	7-  ROI DES CIEUX, VIENS POUR NOUS</a:t>
            </a:r>
            <a:br>
              <a:rPr lang="fr-FR" smtClean="0"/>
            </a:br>
            <a:r>
              <a:rPr lang="fr-FR" smtClean="0"/>
              <a:t>	     QUI TIENDRA DEVANT NOUS</a:t>
            </a:r>
          </a:p>
          <a:p>
            <a:r>
              <a:rPr lang="fr-FR" smtClean="0"/>
              <a:t>	8-  CAR TON NOM PUISSANT</a:t>
            </a:r>
            <a:br>
              <a:rPr lang="fr-FR" smtClean="0"/>
            </a:br>
            <a:r>
              <a:rPr lang="fr-FR" smtClean="0"/>
              <a:t>	     NOUS REND TRIOMPHANT</a:t>
            </a:r>
          </a:p>
          <a:p>
            <a:r>
              <a:rPr lang="fr-FR" smtClean="0"/>
              <a:t>	9-  ROI DES CIEUX, DESCENDS</a:t>
            </a:r>
          </a:p>
          <a:p>
            <a:endParaRPr lang="fr-FR" smtClean="0"/>
          </a:p>
          <a:p>
            <a:r>
              <a:rPr lang="fr-FR" smtClean="0"/>
              <a:t>10-  NOUS SOMMES ENFANTS DE TA GRÂCE</a:t>
            </a:r>
            <a:br>
              <a:rPr lang="fr-FR" smtClean="0"/>
            </a:br>
            <a:r>
              <a:rPr lang="fr-FR" smtClean="0"/>
              <a:t>       SAUVÉS POUR TA GLOIRE</a:t>
            </a:r>
          </a:p>
          <a:p>
            <a:r>
              <a:rPr lang="fr-FR" smtClean="0"/>
              <a:t>11-  CRIONS JÉSUS</a:t>
            </a:r>
            <a:br>
              <a:rPr lang="fr-FR" smtClean="0"/>
            </a:br>
            <a:r>
              <a:rPr lang="fr-FR" smtClean="0"/>
              <a:t>       QUE NOS CŒURS TE SUIVENT</a:t>
            </a:r>
          </a:p>
          <a:p>
            <a:r>
              <a:rPr lang="fr-FR" smtClean="0"/>
              <a:t>12-  ET QUE CHACUN ADMIRE TA GRANDEUR</a:t>
            </a:r>
          </a:p>
          <a:p>
            <a:endParaRPr lang="fr-FR" smtClean="0"/>
          </a:p>
          <a:p>
            <a:r>
              <a:rPr lang="fr-FR" smtClean="0"/>
              <a:t>	** refrain **</a:t>
            </a:r>
          </a:p>
          <a:p>
            <a:endParaRPr lang="fr-FR" smtClean="0"/>
          </a:p>
          <a:p>
            <a:r>
              <a:rPr lang="fr-FR" smtClean="0"/>
              <a:t>13-  ROI DES CIEUX, DESCENDS</a:t>
            </a:r>
            <a:br>
              <a:rPr lang="fr-FR" smtClean="0"/>
            </a:br>
            <a:r>
              <a:rPr lang="fr-FR" smtClean="0"/>
              <a:t>       ROI DES CIEUX, DESCENDS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JÉSUS, QUE TON RÈGNE VIENNE</a:t>
            </a:r>
            <a:br>
              <a:rPr lang="fr-FR" smtClean="0"/>
            </a:br>
            <a:r>
              <a:rPr lang="fr-FR" smtClean="0"/>
              <a:t>     TA VOLONTÉ SOIT FAITE EN NOUS </a:t>
            </a:r>
            <a:br>
              <a:rPr lang="fr-FR" smtClean="0"/>
            </a:br>
            <a:r>
              <a:rPr lang="fr-FR" smtClean="0"/>
              <a:t>2-  JÉSUS, NUL N'EST COMPARABLE</a:t>
            </a:r>
            <a:br>
              <a:rPr lang="fr-FR" smtClean="0"/>
            </a:br>
            <a:r>
              <a:rPr lang="fr-FR" smtClean="0"/>
              <a:t>     SAUVEUR ADMIRABLE</a:t>
            </a:r>
            <a:br>
              <a:rPr lang="fr-FR" smtClean="0"/>
            </a:br>
            <a:r>
              <a:rPr lang="fr-FR" smtClean="0"/>
              <a:t>3-  RÉVÈLE TON AMOUR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 refrain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ROI DES CIEUX, VIENS VERS NOUS</a:t>
            </a:r>
            <a:br>
              <a:rPr lang="fr-FR" smtClean="0"/>
            </a:br>
            <a:r>
              <a:rPr lang="fr-FR" smtClean="0"/>
              <a:t>    	     ROI DES CIEUX, VIENS EN NOUS</a:t>
            </a:r>
            <a:br>
              <a:rPr lang="fr-FR" smtClean="0"/>
            </a:br>
            <a:r>
              <a:rPr lang="fr-FR" smtClean="0"/>
              <a:t>	5-  QUE TA GLOIRE BRILLE</a:t>
            </a:r>
            <a:br>
              <a:rPr lang="fr-FR" smtClean="0"/>
            </a:br>
            <a:r>
              <a:rPr lang="fr-FR" smtClean="0"/>
              <a:t>	     COMME EN PLEIN MIDI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ROI DES CIEUX, DESCENDS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ROI DES CIEUX, VIENS POUR NOUS</a:t>
            </a:r>
            <a:br>
              <a:rPr lang="fr-FR" smtClean="0"/>
            </a:br>
            <a:r>
              <a:rPr lang="fr-FR" smtClean="0"/>
              <a:t>	     QUI TIENDRA DEVANT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CAR TON NOM PUISSANT</a:t>
            </a:r>
            <a:br>
              <a:rPr lang="fr-FR" smtClean="0"/>
            </a:br>
            <a:r>
              <a:rPr lang="fr-FR" smtClean="0"/>
              <a:t>	     NOUS REND TRIOMPHANT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ROI DES CIEUX, DESCENDS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SOMMES ENFANTS DE TA GRÂCE</a:t>
            </a:r>
            <a:br>
              <a:rPr lang="fr-FR" smtClean="0"/>
            </a:br>
            <a:r>
              <a:rPr lang="fr-FR" smtClean="0"/>
              <a:t>       SAUVÉS POUR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CRIONS JÉSUS</a:t>
            </a:r>
            <a:br>
              <a:rPr lang="fr-FR" smtClean="0"/>
            </a:br>
            <a:r>
              <a:rPr lang="fr-FR" smtClean="0"/>
              <a:t>       QUE NOS CŒURS TE SUIVENT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ET QUE CHACUN ADMIRE TA GRANDEUR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 refrain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ROI DES CIEUX, DESCENDS</a:t>
            </a:r>
            <a:br>
              <a:rPr lang="fr-FR" smtClean="0"/>
            </a:br>
            <a:r>
              <a:rPr lang="fr-FR" smtClean="0"/>
              <a:t>       ROI DES CIEUX, DESCENDS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QUE TON RÈGNE VIENNE</a:t>
            </a:r>
            <a:br>
              <a:rPr lang="fr-FR" smtClean="0"/>
            </a:br>
            <a:r>
              <a:rPr lang="fr-FR" smtClean="0"/>
              <a:t>     TA VOLONTÉ SOIT FAITE EN NOUS </a:t>
            </a:r>
            <a:br>
              <a:rPr lang="fr-FR" smtClean="0"/>
            </a:br>
            <a:r>
              <a:rPr lang="fr-FR" smtClean="0"/>
              <a:t>2-  JÉSUS, NUL N'EST COMPARABLE</a:t>
            </a:r>
            <a:br>
              <a:rPr lang="fr-FR" smtClean="0"/>
            </a:br>
            <a:r>
              <a:rPr lang="fr-FR" smtClean="0"/>
              <a:t>     SAUVEUR ADMIRABLE</a:t>
            </a:r>
            <a:br>
              <a:rPr lang="fr-FR" smtClean="0"/>
            </a:br>
            <a:r>
              <a:rPr lang="fr-FR" smtClean="0"/>
              <a:t>3-  RÉVÈLE TON AMOUR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	** refrain **</a:t>
            </a:r>
          </a:p>
          <a:p>
            <a:r>
              <a:rPr lang="fr-FR" smtClean="0"/>
              <a:t>	4-  ROI DES CIEUX, VIENS VERS NOUS</a:t>
            </a:r>
            <a:br>
              <a:rPr lang="fr-FR" smtClean="0"/>
            </a:br>
            <a:r>
              <a:rPr lang="fr-FR" smtClean="0"/>
              <a:t>    	     ROI DES CIEUX, VIENS EN NOUS</a:t>
            </a:r>
            <a:br>
              <a:rPr lang="fr-FR" smtClean="0"/>
            </a:br>
            <a:r>
              <a:rPr lang="fr-FR" smtClean="0"/>
              <a:t>	5-  QUE TA GLOIRE BRILLE</a:t>
            </a:r>
            <a:br>
              <a:rPr lang="fr-FR" smtClean="0"/>
            </a:br>
            <a:r>
              <a:rPr lang="fr-FR" smtClean="0"/>
              <a:t>	     COMME EN PLEIN MIDI</a:t>
            </a:r>
          </a:p>
          <a:p>
            <a:r>
              <a:rPr lang="fr-FR" smtClean="0"/>
              <a:t>	6-  ROI DES CIEUX, DESCENDS</a:t>
            </a:r>
          </a:p>
          <a:p>
            <a:endParaRPr lang="fr-FR" smtClean="0"/>
          </a:p>
          <a:p>
            <a:r>
              <a:rPr lang="fr-FR" smtClean="0"/>
              <a:t>	7-  ROI DES CIEUX, VIENS POUR NOUS</a:t>
            </a:r>
            <a:br>
              <a:rPr lang="fr-FR" smtClean="0"/>
            </a:br>
            <a:r>
              <a:rPr lang="fr-FR" smtClean="0"/>
              <a:t>	     QUI TIENDRA DEVANT NOUS</a:t>
            </a:r>
          </a:p>
          <a:p>
            <a:r>
              <a:rPr lang="fr-FR" smtClean="0"/>
              <a:t>	8-  CAR TON NOM PUISSANT</a:t>
            </a:r>
            <a:br>
              <a:rPr lang="fr-FR" smtClean="0"/>
            </a:br>
            <a:r>
              <a:rPr lang="fr-FR" smtClean="0"/>
              <a:t>	     NOUS REND TRIOMPHANT</a:t>
            </a:r>
          </a:p>
          <a:p>
            <a:r>
              <a:rPr lang="fr-FR" smtClean="0"/>
              <a:t>	9-  ROI DES CIEUX, DESCENDS</a:t>
            </a:r>
          </a:p>
          <a:p>
            <a:endParaRPr lang="fr-FR" smtClean="0"/>
          </a:p>
          <a:p>
            <a:r>
              <a:rPr lang="fr-FR" smtClean="0"/>
              <a:t>10-  NOUS SOMMES ENFANTS DE TA GRÂCE</a:t>
            </a:r>
            <a:br>
              <a:rPr lang="fr-FR" smtClean="0"/>
            </a:br>
            <a:r>
              <a:rPr lang="fr-FR" smtClean="0"/>
              <a:t>       SAUVÉS POUR TA GLOIRE</a:t>
            </a:r>
          </a:p>
          <a:p>
            <a:r>
              <a:rPr lang="fr-FR" smtClean="0"/>
              <a:t>11-  CRIONS JÉSUS</a:t>
            </a:r>
            <a:br>
              <a:rPr lang="fr-FR" smtClean="0"/>
            </a:br>
            <a:r>
              <a:rPr lang="fr-FR" smtClean="0"/>
              <a:t>       QUE NOS CŒURS TE SUIVENT</a:t>
            </a:r>
          </a:p>
          <a:p>
            <a:r>
              <a:rPr lang="fr-FR" smtClean="0"/>
              <a:t>12-  ET QUE CHACUN ADMIRE TA GRANDEUR</a:t>
            </a:r>
          </a:p>
          <a:p>
            <a:endParaRPr lang="fr-FR" smtClean="0"/>
          </a:p>
          <a:p>
            <a:r>
              <a:rPr lang="fr-FR" smtClean="0"/>
              <a:t>	** refrain **</a:t>
            </a:r>
          </a:p>
          <a:p>
            <a:endParaRPr lang="fr-FR" smtClean="0"/>
          </a:p>
          <a:p>
            <a:r>
              <a:rPr lang="fr-FR" smtClean="0"/>
              <a:t>13-  ROI DES CIEUX, DESCENDS</a:t>
            </a:r>
            <a:br>
              <a:rPr lang="fr-FR" smtClean="0"/>
            </a:br>
            <a:r>
              <a:rPr lang="fr-FR" smtClean="0"/>
              <a:t>       ROI DES CIEUX, DESCENDS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JÉSUS, QUE TON RÈGNE VIENNE</a:t>
            </a:r>
            <a:br>
              <a:rPr lang="fr-FR" smtClean="0"/>
            </a:br>
            <a:r>
              <a:rPr lang="fr-FR" smtClean="0"/>
              <a:t>     TA VOLONTÉ SOIT FAITE EN NOUS </a:t>
            </a:r>
            <a:br>
              <a:rPr lang="fr-FR" smtClean="0"/>
            </a:br>
            <a:r>
              <a:rPr lang="fr-FR" smtClean="0"/>
              <a:t>2-  JÉSUS, NUL N'EST COMPARABLE</a:t>
            </a:r>
            <a:br>
              <a:rPr lang="fr-FR" smtClean="0"/>
            </a:br>
            <a:r>
              <a:rPr lang="fr-FR" smtClean="0"/>
              <a:t>     SAUVEUR ADMIRABLE</a:t>
            </a:r>
            <a:br>
              <a:rPr lang="fr-FR" smtClean="0"/>
            </a:br>
            <a:r>
              <a:rPr lang="fr-FR" smtClean="0"/>
              <a:t>3-  RÉVÈLE TON AMOUR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 refrain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ROI DES CIEUX, VIENS VERS NOUS</a:t>
            </a:r>
            <a:br>
              <a:rPr lang="fr-FR" smtClean="0"/>
            </a:br>
            <a:r>
              <a:rPr lang="fr-FR" smtClean="0"/>
              <a:t>    	     ROI DES CIEUX, VIENS EN NOUS</a:t>
            </a:r>
            <a:br>
              <a:rPr lang="fr-FR" smtClean="0"/>
            </a:br>
            <a:r>
              <a:rPr lang="fr-FR" smtClean="0"/>
              <a:t>	5-  QUE TA GLOIRE BRILLE</a:t>
            </a:r>
            <a:br>
              <a:rPr lang="fr-FR" smtClean="0"/>
            </a:br>
            <a:r>
              <a:rPr lang="fr-FR" smtClean="0"/>
              <a:t>	     COMME EN PLEIN MIDI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ROI DES CIEUX, DESCENDS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ROI DES CIEUX, VIENS POUR NOUS</a:t>
            </a:r>
            <a:br>
              <a:rPr lang="fr-FR" smtClean="0"/>
            </a:br>
            <a:r>
              <a:rPr lang="fr-FR" smtClean="0"/>
              <a:t>	     QUI TIENDRA DEVANT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CAR TON NOM PUISSANT</a:t>
            </a:r>
            <a:br>
              <a:rPr lang="fr-FR" smtClean="0"/>
            </a:br>
            <a:r>
              <a:rPr lang="fr-FR" smtClean="0"/>
              <a:t>	     NOUS REND TRIOMPHANT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ROI DES CIEUX, DESCENDS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SOMMES ENFANTS DE TA GRÂCE</a:t>
            </a:r>
            <a:br>
              <a:rPr lang="fr-FR" smtClean="0"/>
            </a:br>
            <a:r>
              <a:rPr lang="fr-FR" smtClean="0"/>
              <a:t>       SAUVÉS POUR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CRIONS JÉSUS</a:t>
            </a:r>
            <a:br>
              <a:rPr lang="fr-FR" smtClean="0"/>
            </a:br>
            <a:r>
              <a:rPr lang="fr-FR" smtClean="0"/>
              <a:t>       QUE NOS CŒURS TE SUIVENT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ET QUE CHACUN ADMIRE TA GRANDEUR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 refrain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ROI DES CIEUX, DESCENDS</a:t>
            </a:r>
            <a:br>
              <a:rPr lang="fr-FR" smtClean="0"/>
            </a:br>
            <a:r>
              <a:rPr lang="fr-FR" smtClean="0"/>
              <a:t>       ROI DES CIEUX, DESCENDS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QUE TON RÈGNE VIENNE</a:t>
            </a:r>
            <a:br>
              <a:rPr lang="fr-FR" smtClean="0"/>
            </a:br>
            <a:r>
              <a:rPr lang="fr-FR" smtClean="0"/>
              <a:t>     TA VOLONTÉ SOIT FAITE EN NOUS </a:t>
            </a:r>
            <a:br>
              <a:rPr lang="fr-FR" smtClean="0"/>
            </a:br>
            <a:r>
              <a:rPr lang="fr-FR" smtClean="0"/>
              <a:t>2-  JÉSUS, NUL N'EST COMPARABLE</a:t>
            </a:r>
            <a:br>
              <a:rPr lang="fr-FR" smtClean="0"/>
            </a:br>
            <a:r>
              <a:rPr lang="fr-FR" smtClean="0"/>
              <a:t>     SAUVEUR ADMIRABLE</a:t>
            </a:r>
            <a:br>
              <a:rPr lang="fr-FR" smtClean="0"/>
            </a:br>
            <a:r>
              <a:rPr lang="fr-FR" smtClean="0"/>
              <a:t>3-  RÉVÈLE TON AMOUR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	** refrain **</a:t>
            </a:r>
          </a:p>
          <a:p>
            <a:r>
              <a:rPr lang="fr-FR" smtClean="0"/>
              <a:t>	4-  ROI DES CIEUX, VIENS VERS NOUS</a:t>
            </a:r>
            <a:br>
              <a:rPr lang="fr-FR" smtClean="0"/>
            </a:br>
            <a:r>
              <a:rPr lang="fr-FR" smtClean="0"/>
              <a:t>    	     ROI DES CIEUX, VIENS EN NOUS</a:t>
            </a:r>
            <a:br>
              <a:rPr lang="fr-FR" smtClean="0"/>
            </a:br>
            <a:r>
              <a:rPr lang="fr-FR" smtClean="0"/>
              <a:t>	5-  QUE TA GLOIRE BRILLE</a:t>
            </a:r>
            <a:br>
              <a:rPr lang="fr-FR" smtClean="0"/>
            </a:br>
            <a:r>
              <a:rPr lang="fr-FR" smtClean="0"/>
              <a:t>	     COMME EN PLEIN MIDI</a:t>
            </a:r>
          </a:p>
          <a:p>
            <a:r>
              <a:rPr lang="fr-FR" smtClean="0"/>
              <a:t>	6-  ROI DES CIEUX, DESCENDS</a:t>
            </a:r>
          </a:p>
          <a:p>
            <a:endParaRPr lang="fr-FR" smtClean="0"/>
          </a:p>
          <a:p>
            <a:r>
              <a:rPr lang="fr-FR" smtClean="0"/>
              <a:t>	7-  ROI DES CIEUX, VIENS POUR NOUS</a:t>
            </a:r>
            <a:br>
              <a:rPr lang="fr-FR" smtClean="0"/>
            </a:br>
            <a:r>
              <a:rPr lang="fr-FR" smtClean="0"/>
              <a:t>	     QUI TIENDRA DEVANT NOUS</a:t>
            </a:r>
          </a:p>
          <a:p>
            <a:r>
              <a:rPr lang="fr-FR" smtClean="0"/>
              <a:t>	8-  CAR TON NOM PUISSANT</a:t>
            </a:r>
            <a:br>
              <a:rPr lang="fr-FR" smtClean="0"/>
            </a:br>
            <a:r>
              <a:rPr lang="fr-FR" smtClean="0"/>
              <a:t>	     NOUS REND TRIOMPHANT</a:t>
            </a:r>
          </a:p>
          <a:p>
            <a:r>
              <a:rPr lang="fr-FR" smtClean="0"/>
              <a:t>	9-  ROI DES CIEUX, DESCENDS</a:t>
            </a:r>
          </a:p>
          <a:p>
            <a:endParaRPr lang="fr-FR" smtClean="0"/>
          </a:p>
          <a:p>
            <a:r>
              <a:rPr lang="fr-FR" smtClean="0"/>
              <a:t>10-  NOUS SOMMES ENFANTS DE TA GRÂCE</a:t>
            </a:r>
            <a:br>
              <a:rPr lang="fr-FR" smtClean="0"/>
            </a:br>
            <a:r>
              <a:rPr lang="fr-FR" smtClean="0"/>
              <a:t>       SAUVÉS POUR TA GLOIRE</a:t>
            </a:r>
          </a:p>
          <a:p>
            <a:r>
              <a:rPr lang="fr-FR" smtClean="0"/>
              <a:t>11-  CRIONS JÉSUS</a:t>
            </a:r>
            <a:br>
              <a:rPr lang="fr-FR" smtClean="0"/>
            </a:br>
            <a:r>
              <a:rPr lang="fr-FR" smtClean="0"/>
              <a:t>       QUE NOS CŒURS TE SUIVENT</a:t>
            </a:r>
          </a:p>
          <a:p>
            <a:r>
              <a:rPr lang="fr-FR" smtClean="0"/>
              <a:t>12-  ET QUE CHACUN ADMIRE TA GRANDEUR</a:t>
            </a:r>
          </a:p>
          <a:p>
            <a:endParaRPr lang="fr-FR" smtClean="0"/>
          </a:p>
          <a:p>
            <a:r>
              <a:rPr lang="fr-FR" smtClean="0"/>
              <a:t>	** refrain **</a:t>
            </a:r>
          </a:p>
          <a:p>
            <a:endParaRPr lang="fr-FR" smtClean="0"/>
          </a:p>
          <a:p>
            <a:r>
              <a:rPr lang="fr-FR" smtClean="0"/>
              <a:t>13-  ROI DES CIEUX, DESCENDS</a:t>
            </a:r>
            <a:br>
              <a:rPr lang="fr-FR" smtClean="0"/>
            </a:br>
            <a:r>
              <a:rPr lang="fr-FR" smtClean="0"/>
              <a:t>       ROI DES CIEUX, DESCENDS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JÉSUS, QUE TON RÈGNE VIENNE</a:t>
            </a:r>
            <a:br>
              <a:rPr lang="fr-FR" smtClean="0"/>
            </a:br>
            <a:r>
              <a:rPr lang="fr-FR" smtClean="0"/>
              <a:t>     TA VOLONTÉ SOIT FAITE EN NOUS </a:t>
            </a:r>
            <a:br>
              <a:rPr lang="fr-FR" smtClean="0"/>
            </a:br>
            <a:r>
              <a:rPr lang="fr-FR" smtClean="0"/>
              <a:t>2-  JÉSUS, NUL N'EST COMPARABLE</a:t>
            </a:r>
            <a:br>
              <a:rPr lang="fr-FR" smtClean="0"/>
            </a:br>
            <a:r>
              <a:rPr lang="fr-FR" smtClean="0"/>
              <a:t>     SAUVEUR ADMIRABLE</a:t>
            </a:r>
            <a:br>
              <a:rPr lang="fr-FR" smtClean="0"/>
            </a:br>
            <a:r>
              <a:rPr lang="fr-FR" smtClean="0"/>
              <a:t>3-  RÉVÈLE TON AMOUR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 refrain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ROI DES CIEUX, VIENS VERS NOUS</a:t>
            </a:r>
            <a:br>
              <a:rPr lang="fr-FR" smtClean="0"/>
            </a:br>
            <a:r>
              <a:rPr lang="fr-FR" smtClean="0"/>
              <a:t>    	     ROI DES CIEUX, VIENS EN NOUS</a:t>
            </a:r>
            <a:br>
              <a:rPr lang="fr-FR" smtClean="0"/>
            </a:br>
            <a:r>
              <a:rPr lang="fr-FR" smtClean="0"/>
              <a:t>	5-  QUE TA GLOIRE BRILLE</a:t>
            </a:r>
            <a:br>
              <a:rPr lang="fr-FR" smtClean="0"/>
            </a:br>
            <a:r>
              <a:rPr lang="fr-FR" smtClean="0"/>
              <a:t>	     COMME EN PLEIN MIDI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ROI DES CIEUX, DESCENDS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ROI DES CIEUX, VIENS POUR NOUS</a:t>
            </a:r>
            <a:br>
              <a:rPr lang="fr-FR" smtClean="0"/>
            </a:br>
            <a:r>
              <a:rPr lang="fr-FR" smtClean="0"/>
              <a:t>	     QUI TIENDRA DEVANT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CAR TON NOM PUISSANT</a:t>
            </a:r>
            <a:br>
              <a:rPr lang="fr-FR" smtClean="0"/>
            </a:br>
            <a:r>
              <a:rPr lang="fr-FR" smtClean="0"/>
              <a:t>	     NOUS REND TRIOMPHANT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ROI DES CIEUX, DESCENDS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SOMMES ENFANTS DE TA GRÂCE</a:t>
            </a:r>
            <a:br>
              <a:rPr lang="fr-FR" smtClean="0"/>
            </a:br>
            <a:r>
              <a:rPr lang="fr-FR" smtClean="0"/>
              <a:t>       SAUVÉS POUR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CRIONS JÉSUS</a:t>
            </a:r>
            <a:br>
              <a:rPr lang="fr-FR" smtClean="0"/>
            </a:br>
            <a:r>
              <a:rPr lang="fr-FR" smtClean="0"/>
              <a:t>       QUE NOS CŒURS TE SUIVENT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ET QUE CHACUN ADMIRE TA GRANDEUR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 refrain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ROI DES CIEUX, DESCENDS</a:t>
            </a:r>
            <a:br>
              <a:rPr lang="fr-FR" smtClean="0"/>
            </a:br>
            <a:r>
              <a:rPr lang="fr-FR" smtClean="0"/>
              <a:t>       ROI DES CIEUX, DESCENDS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QUE TON RÈGNE VIENNE</a:t>
            </a:r>
            <a:br>
              <a:rPr lang="fr-FR" smtClean="0"/>
            </a:br>
            <a:r>
              <a:rPr lang="fr-FR" smtClean="0"/>
              <a:t>     TA VOLONTÉ SOIT FAITE EN NOUS </a:t>
            </a:r>
            <a:br>
              <a:rPr lang="fr-FR" smtClean="0"/>
            </a:br>
            <a:r>
              <a:rPr lang="fr-FR" smtClean="0"/>
              <a:t>2-  JÉSUS, NUL N'EST COMPARABLE</a:t>
            </a:r>
            <a:br>
              <a:rPr lang="fr-FR" smtClean="0"/>
            </a:br>
            <a:r>
              <a:rPr lang="fr-FR" smtClean="0"/>
              <a:t>     SAUVEUR ADMIRABLE</a:t>
            </a:r>
            <a:br>
              <a:rPr lang="fr-FR" smtClean="0"/>
            </a:br>
            <a:r>
              <a:rPr lang="fr-FR" smtClean="0"/>
              <a:t>3-  RÉVÈLE TON AMOUR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	** refrain **</a:t>
            </a:r>
          </a:p>
          <a:p>
            <a:r>
              <a:rPr lang="fr-FR" smtClean="0"/>
              <a:t>	4-  ROI DES CIEUX, VIENS VERS NOUS</a:t>
            </a:r>
            <a:br>
              <a:rPr lang="fr-FR" smtClean="0"/>
            </a:br>
            <a:r>
              <a:rPr lang="fr-FR" smtClean="0"/>
              <a:t>    	     ROI DES CIEUX, VIENS EN NOUS</a:t>
            </a:r>
            <a:br>
              <a:rPr lang="fr-FR" smtClean="0"/>
            </a:br>
            <a:r>
              <a:rPr lang="fr-FR" smtClean="0"/>
              <a:t>	5-  QUE TA GLOIRE BRILLE</a:t>
            </a:r>
            <a:br>
              <a:rPr lang="fr-FR" smtClean="0"/>
            </a:br>
            <a:r>
              <a:rPr lang="fr-FR" smtClean="0"/>
              <a:t>	     COMME EN PLEIN MIDI</a:t>
            </a:r>
          </a:p>
          <a:p>
            <a:r>
              <a:rPr lang="fr-FR" smtClean="0"/>
              <a:t>	6-  ROI DES CIEUX, DESCENDS</a:t>
            </a:r>
          </a:p>
          <a:p>
            <a:endParaRPr lang="fr-FR" smtClean="0"/>
          </a:p>
          <a:p>
            <a:r>
              <a:rPr lang="fr-FR" smtClean="0"/>
              <a:t>	7-  ROI DES CIEUX, VIENS POUR NOUS</a:t>
            </a:r>
            <a:br>
              <a:rPr lang="fr-FR" smtClean="0"/>
            </a:br>
            <a:r>
              <a:rPr lang="fr-FR" smtClean="0"/>
              <a:t>	     QUI TIENDRA DEVANT NOUS</a:t>
            </a:r>
          </a:p>
          <a:p>
            <a:r>
              <a:rPr lang="fr-FR" smtClean="0"/>
              <a:t>	8-  CAR TON NOM PUISSANT</a:t>
            </a:r>
            <a:br>
              <a:rPr lang="fr-FR" smtClean="0"/>
            </a:br>
            <a:r>
              <a:rPr lang="fr-FR" smtClean="0"/>
              <a:t>	     NOUS REND TRIOMPHANT</a:t>
            </a:r>
          </a:p>
          <a:p>
            <a:r>
              <a:rPr lang="fr-FR" smtClean="0"/>
              <a:t>	9-  ROI DES CIEUX, DESCENDS</a:t>
            </a:r>
          </a:p>
          <a:p>
            <a:endParaRPr lang="fr-FR" smtClean="0"/>
          </a:p>
          <a:p>
            <a:r>
              <a:rPr lang="fr-FR" smtClean="0"/>
              <a:t>10-  NOUS SOMMES ENFANTS DE TA GRÂCE</a:t>
            </a:r>
            <a:br>
              <a:rPr lang="fr-FR" smtClean="0"/>
            </a:br>
            <a:r>
              <a:rPr lang="fr-FR" smtClean="0"/>
              <a:t>       SAUVÉS POUR TA GLOIRE</a:t>
            </a:r>
          </a:p>
          <a:p>
            <a:r>
              <a:rPr lang="fr-FR" smtClean="0"/>
              <a:t>11-  CRIONS JÉSUS</a:t>
            </a:r>
            <a:br>
              <a:rPr lang="fr-FR" smtClean="0"/>
            </a:br>
            <a:r>
              <a:rPr lang="fr-FR" smtClean="0"/>
              <a:t>       QUE NOS CŒURS TE SUIVENT</a:t>
            </a:r>
          </a:p>
          <a:p>
            <a:r>
              <a:rPr lang="fr-FR" smtClean="0"/>
              <a:t>12-  ET QUE CHACUN ADMIRE TA GRANDEUR</a:t>
            </a:r>
          </a:p>
          <a:p>
            <a:endParaRPr lang="fr-FR" smtClean="0"/>
          </a:p>
          <a:p>
            <a:r>
              <a:rPr lang="fr-FR" smtClean="0"/>
              <a:t>	** refrain **</a:t>
            </a:r>
          </a:p>
          <a:p>
            <a:endParaRPr lang="fr-FR" smtClean="0"/>
          </a:p>
          <a:p>
            <a:r>
              <a:rPr lang="fr-FR" smtClean="0"/>
              <a:t>13-  ROI DES CIEUX, DESCENDS</a:t>
            </a:r>
            <a:br>
              <a:rPr lang="fr-FR" smtClean="0"/>
            </a:br>
            <a:r>
              <a:rPr lang="fr-FR" smtClean="0"/>
              <a:t>       ROI DES CIEUX, DESCENDS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JÉSUS, QUE TON RÈGNE VIENNE</a:t>
            </a:r>
            <a:br>
              <a:rPr lang="fr-FR" smtClean="0"/>
            </a:br>
            <a:r>
              <a:rPr lang="fr-FR" smtClean="0"/>
              <a:t>     TA VOLONTÉ SOIT FAITE EN NOUS </a:t>
            </a:r>
            <a:br>
              <a:rPr lang="fr-FR" smtClean="0"/>
            </a:br>
            <a:r>
              <a:rPr lang="fr-FR" smtClean="0"/>
              <a:t>2-  JÉSUS, NUL N'EST COMPARABLE</a:t>
            </a:r>
            <a:br>
              <a:rPr lang="fr-FR" smtClean="0"/>
            </a:br>
            <a:r>
              <a:rPr lang="fr-FR" smtClean="0"/>
              <a:t>     SAUVEUR ADMIRABLE</a:t>
            </a:r>
            <a:br>
              <a:rPr lang="fr-FR" smtClean="0"/>
            </a:br>
            <a:r>
              <a:rPr lang="fr-FR" smtClean="0"/>
              <a:t>3-  RÉVÈLE TON AMOUR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 refrain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ROI DES CIEUX, VIENS VERS NOUS</a:t>
            </a:r>
            <a:br>
              <a:rPr lang="fr-FR" smtClean="0"/>
            </a:br>
            <a:r>
              <a:rPr lang="fr-FR" smtClean="0"/>
              <a:t>    	     ROI DES CIEUX, VIENS EN NOUS</a:t>
            </a:r>
            <a:br>
              <a:rPr lang="fr-FR" smtClean="0"/>
            </a:br>
            <a:r>
              <a:rPr lang="fr-FR" smtClean="0"/>
              <a:t>	5-  QUE TA GLOIRE BRILLE</a:t>
            </a:r>
            <a:br>
              <a:rPr lang="fr-FR" smtClean="0"/>
            </a:br>
            <a:r>
              <a:rPr lang="fr-FR" smtClean="0"/>
              <a:t>	     COMME EN PLEIN MIDI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ROI DES CIEUX, DESCENDS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ROI DES CIEUX, VIENS POUR NOUS</a:t>
            </a:r>
            <a:br>
              <a:rPr lang="fr-FR" smtClean="0"/>
            </a:br>
            <a:r>
              <a:rPr lang="fr-FR" smtClean="0"/>
              <a:t>	     QUI TIENDRA DEVANT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CAR TON NOM PUISSANT</a:t>
            </a:r>
            <a:br>
              <a:rPr lang="fr-FR" smtClean="0"/>
            </a:br>
            <a:r>
              <a:rPr lang="fr-FR" smtClean="0"/>
              <a:t>	     NOUS REND TRIOMPHANT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ROI DES CIEUX, DESCENDS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SOMMES ENFANTS DE TA GRÂCE</a:t>
            </a:r>
            <a:br>
              <a:rPr lang="fr-FR" smtClean="0"/>
            </a:br>
            <a:r>
              <a:rPr lang="fr-FR" smtClean="0"/>
              <a:t>       SAUVÉS POUR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CRIONS JÉSUS</a:t>
            </a:r>
            <a:br>
              <a:rPr lang="fr-FR" smtClean="0"/>
            </a:br>
            <a:r>
              <a:rPr lang="fr-FR" smtClean="0"/>
              <a:t>       QUE NOS CŒURS TE SUIVENT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ET QUE CHACUN ADMIRE TA GRANDEUR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 refrain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ROI DES CIEUX, DESCENDS</a:t>
            </a:r>
            <a:br>
              <a:rPr lang="fr-FR" smtClean="0"/>
            </a:br>
            <a:r>
              <a:rPr lang="fr-FR" smtClean="0"/>
              <a:t>       ROI DES CIEUX, DESCENDS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QUE TON RÈGNE VIENNE</a:t>
            </a:r>
            <a:br>
              <a:rPr lang="fr-FR" smtClean="0"/>
            </a:br>
            <a:r>
              <a:rPr lang="fr-FR" smtClean="0"/>
              <a:t>     TA VOLONTÉ SOIT FAITE EN NOUS </a:t>
            </a:r>
            <a:br>
              <a:rPr lang="fr-FR" smtClean="0"/>
            </a:br>
            <a:r>
              <a:rPr lang="fr-FR" smtClean="0"/>
              <a:t>2-  JÉSUS, NUL N'EST COMPARABLE</a:t>
            </a:r>
            <a:br>
              <a:rPr lang="fr-FR" smtClean="0"/>
            </a:br>
            <a:r>
              <a:rPr lang="fr-FR" smtClean="0"/>
              <a:t>     SAUVEUR ADMIRABLE</a:t>
            </a:r>
            <a:br>
              <a:rPr lang="fr-FR" smtClean="0"/>
            </a:br>
            <a:r>
              <a:rPr lang="fr-FR" smtClean="0"/>
              <a:t>3-  RÉVÈLE TON AMOUR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	** refrain **</a:t>
            </a:r>
          </a:p>
          <a:p>
            <a:r>
              <a:rPr lang="fr-FR" smtClean="0"/>
              <a:t>	4-  ROI DES CIEUX, VIENS VERS NOUS</a:t>
            </a:r>
            <a:br>
              <a:rPr lang="fr-FR" smtClean="0"/>
            </a:br>
            <a:r>
              <a:rPr lang="fr-FR" smtClean="0"/>
              <a:t>    	     ROI DES CIEUX, VIENS EN NOUS</a:t>
            </a:r>
            <a:br>
              <a:rPr lang="fr-FR" smtClean="0"/>
            </a:br>
            <a:r>
              <a:rPr lang="fr-FR" smtClean="0"/>
              <a:t>	5-  QUE TA GLOIRE BRILLE</a:t>
            </a:r>
            <a:br>
              <a:rPr lang="fr-FR" smtClean="0"/>
            </a:br>
            <a:r>
              <a:rPr lang="fr-FR" smtClean="0"/>
              <a:t>	     COMME EN PLEIN MIDI</a:t>
            </a:r>
          </a:p>
          <a:p>
            <a:r>
              <a:rPr lang="fr-FR" smtClean="0"/>
              <a:t>	6-  ROI DES CIEUX, DESCENDS</a:t>
            </a:r>
          </a:p>
          <a:p>
            <a:endParaRPr lang="fr-FR" smtClean="0"/>
          </a:p>
          <a:p>
            <a:r>
              <a:rPr lang="fr-FR" smtClean="0"/>
              <a:t>	7-  ROI DES CIEUX, VIENS POUR NOUS</a:t>
            </a:r>
            <a:br>
              <a:rPr lang="fr-FR" smtClean="0"/>
            </a:br>
            <a:r>
              <a:rPr lang="fr-FR" smtClean="0"/>
              <a:t>	     QUI TIENDRA DEVANT NOUS</a:t>
            </a:r>
          </a:p>
          <a:p>
            <a:r>
              <a:rPr lang="fr-FR" smtClean="0"/>
              <a:t>	8-  CAR TON NOM PUISSANT</a:t>
            </a:r>
            <a:br>
              <a:rPr lang="fr-FR" smtClean="0"/>
            </a:br>
            <a:r>
              <a:rPr lang="fr-FR" smtClean="0"/>
              <a:t>	     NOUS REND TRIOMPHANT</a:t>
            </a:r>
          </a:p>
          <a:p>
            <a:r>
              <a:rPr lang="fr-FR" smtClean="0"/>
              <a:t>	9-  ROI DES CIEUX, DESCENDS</a:t>
            </a:r>
          </a:p>
          <a:p>
            <a:endParaRPr lang="fr-FR" smtClean="0"/>
          </a:p>
          <a:p>
            <a:r>
              <a:rPr lang="fr-FR" smtClean="0"/>
              <a:t>10-  NOUS SOMMES ENFANTS DE TA GRÂCE</a:t>
            </a:r>
            <a:br>
              <a:rPr lang="fr-FR" smtClean="0"/>
            </a:br>
            <a:r>
              <a:rPr lang="fr-FR" smtClean="0"/>
              <a:t>       SAUVÉS POUR TA GLOIRE</a:t>
            </a:r>
          </a:p>
          <a:p>
            <a:r>
              <a:rPr lang="fr-FR" smtClean="0"/>
              <a:t>11-  CRIONS JÉSUS</a:t>
            </a:r>
            <a:br>
              <a:rPr lang="fr-FR" smtClean="0"/>
            </a:br>
            <a:r>
              <a:rPr lang="fr-FR" smtClean="0"/>
              <a:t>       QUE NOS CŒURS TE SUIVENT</a:t>
            </a:r>
          </a:p>
          <a:p>
            <a:r>
              <a:rPr lang="fr-FR" smtClean="0"/>
              <a:t>12-  ET QUE CHACUN ADMIRE TA GRANDEUR</a:t>
            </a:r>
          </a:p>
          <a:p>
            <a:endParaRPr lang="fr-FR" smtClean="0"/>
          </a:p>
          <a:p>
            <a:r>
              <a:rPr lang="fr-FR" smtClean="0"/>
              <a:t>	** refrain **</a:t>
            </a:r>
          </a:p>
          <a:p>
            <a:endParaRPr lang="fr-FR" smtClean="0"/>
          </a:p>
          <a:p>
            <a:r>
              <a:rPr lang="fr-FR" smtClean="0"/>
              <a:t>13-  ROI DES CIEUX, DESCENDS</a:t>
            </a:r>
            <a:br>
              <a:rPr lang="fr-FR" smtClean="0"/>
            </a:br>
            <a:r>
              <a:rPr lang="fr-FR" smtClean="0"/>
              <a:t>       ROI DES CIEUX, DESCENDS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JÉSUS, QUE TON RÈGNE VIENNE</a:t>
            </a:r>
            <a:br>
              <a:rPr lang="fr-FR" smtClean="0"/>
            </a:br>
            <a:r>
              <a:rPr lang="fr-FR" smtClean="0"/>
              <a:t>     TA VOLONTÉ SOIT FAITE EN NOUS </a:t>
            </a:r>
            <a:br>
              <a:rPr lang="fr-FR" smtClean="0"/>
            </a:br>
            <a:r>
              <a:rPr lang="fr-FR" smtClean="0"/>
              <a:t>2-  JÉSUS, NUL N'EST COMPARABLE</a:t>
            </a:r>
            <a:br>
              <a:rPr lang="fr-FR" smtClean="0"/>
            </a:br>
            <a:r>
              <a:rPr lang="fr-FR" smtClean="0"/>
              <a:t>     SAUVEUR ADMIRABLE</a:t>
            </a:r>
            <a:br>
              <a:rPr lang="fr-FR" smtClean="0"/>
            </a:br>
            <a:r>
              <a:rPr lang="fr-FR" smtClean="0"/>
              <a:t>3-  RÉVÈLE TON AMOUR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 refrain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ROI DES CIEUX, VIENS VERS NOUS</a:t>
            </a:r>
            <a:br>
              <a:rPr lang="fr-FR" smtClean="0"/>
            </a:br>
            <a:r>
              <a:rPr lang="fr-FR" smtClean="0"/>
              <a:t>    	     ROI DES CIEUX, VIENS EN NOUS</a:t>
            </a:r>
            <a:br>
              <a:rPr lang="fr-FR" smtClean="0"/>
            </a:br>
            <a:r>
              <a:rPr lang="fr-FR" smtClean="0"/>
              <a:t>	5-  QUE TA GLOIRE BRILLE</a:t>
            </a:r>
            <a:br>
              <a:rPr lang="fr-FR" smtClean="0"/>
            </a:br>
            <a:r>
              <a:rPr lang="fr-FR" smtClean="0"/>
              <a:t>	     COMME EN PLEIN MIDI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ROI DES CIEUX, DESCENDS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ROI DES CIEUX, VIENS POUR NOUS</a:t>
            </a:r>
            <a:br>
              <a:rPr lang="fr-FR" smtClean="0"/>
            </a:br>
            <a:r>
              <a:rPr lang="fr-FR" smtClean="0"/>
              <a:t>	     QUI TIENDRA DEVANT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CAR TON NOM PUISSANT</a:t>
            </a:r>
            <a:br>
              <a:rPr lang="fr-FR" smtClean="0"/>
            </a:br>
            <a:r>
              <a:rPr lang="fr-FR" smtClean="0"/>
              <a:t>	     NOUS REND TRIOMPHANT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ROI DES CIEUX, DESCENDS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SOMMES ENFANTS DE TA GRÂCE</a:t>
            </a:r>
            <a:br>
              <a:rPr lang="fr-FR" smtClean="0"/>
            </a:br>
            <a:r>
              <a:rPr lang="fr-FR" smtClean="0"/>
              <a:t>       SAUVÉS POUR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CRIONS JÉSUS</a:t>
            </a:r>
            <a:br>
              <a:rPr lang="fr-FR" smtClean="0"/>
            </a:br>
            <a:r>
              <a:rPr lang="fr-FR" smtClean="0"/>
              <a:t>       QUE NOS CŒURS TE SUIVENT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ET QUE CHACUN ADMIRE TA GRANDEUR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 refrain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ROI DES CIEUX, DESCENDS</a:t>
            </a:r>
            <a:br>
              <a:rPr lang="fr-FR" smtClean="0"/>
            </a:br>
            <a:r>
              <a:rPr lang="fr-FR" smtClean="0"/>
              <a:t>       ROI DES CIEUX, DESCENDS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QUE TON RÈGNE VIENNE</a:t>
            </a:r>
            <a:br>
              <a:rPr lang="fr-FR" smtClean="0"/>
            </a:br>
            <a:r>
              <a:rPr lang="fr-FR" smtClean="0"/>
              <a:t>     TA VOLONTÉ SOIT FAITE EN NOUS </a:t>
            </a:r>
            <a:br>
              <a:rPr lang="fr-FR" smtClean="0"/>
            </a:br>
            <a:r>
              <a:rPr lang="fr-FR" smtClean="0"/>
              <a:t>2-  JÉSUS, NUL N'EST COMPARABLE</a:t>
            </a:r>
            <a:br>
              <a:rPr lang="fr-FR" smtClean="0"/>
            </a:br>
            <a:r>
              <a:rPr lang="fr-FR" smtClean="0"/>
              <a:t>     SAUVEUR ADMIRABLE</a:t>
            </a:r>
            <a:br>
              <a:rPr lang="fr-FR" smtClean="0"/>
            </a:br>
            <a:r>
              <a:rPr lang="fr-FR" smtClean="0"/>
              <a:t>3-  RÉVÈLE TON AMOUR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	** refrain **</a:t>
            </a:r>
          </a:p>
          <a:p>
            <a:r>
              <a:rPr lang="fr-FR" smtClean="0"/>
              <a:t>	4-  ROI DES CIEUX, VIENS VERS NOUS</a:t>
            </a:r>
            <a:br>
              <a:rPr lang="fr-FR" smtClean="0"/>
            </a:br>
            <a:r>
              <a:rPr lang="fr-FR" smtClean="0"/>
              <a:t>    	     ROI DES CIEUX, VIENS EN NOUS</a:t>
            </a:r>
            <a:br>
              <a:rPr lang="fr-FR" smtClean="0"/>
            </a:br>
            <a:r>
              <a:rPr lang="fr-FR" smtClean="0"/>
              <a:t>	5-  QUE TA GLOIRE BRILLE</a:t>
            </a:r>
            <a:br>
              <a:rPr lang="fr-FR" smtClean="0"/>
            </a:br>
            <a:r>
              <a:rPr lang="fr-FR" smtClean="0"/>
              <a:t>	     COMME EN PLEIN MIDI</a:t>
            </a:r>
          </a:p>
          <a:p>
            <a:r>
              <a:rPr lang="fr-FR" smtClean="0"/>
              <a:t>	6-  ROI DES CIEUX, DESCENDS</a:t>
            </a:r>
          </a:p>
          <a:p>
            <a:endParaRPr lang="fr-FR" smtClean="0"/>
          </a:p>
          <a:p>
            <a:r>
              <a:rPr lang="fr-FR" smtClean="0"/>
              <a:t>	7-  ROI DES CIEUX, VIENS POUR NOUS</a:t>
            </a:r>
            <a:br>
              <a:rPr lang="fr-FR" smtClean="0"/>
            </a:br>
            <a:r>
              <a:rPr lang="fr-FR" smtClean="0"/>
              <a:t>	     QUI TIENDRA DEVANT NOUS</a:t>
            </a:r>
          </a:p>
          <a:p>
            <a:r>
              <a:rPr lang="fr-FR" smtClean="0"/>
              <a:t>	8-  CAR TON NOM PUISSANT</a:t>
            </a:r>
            <a:br>
              <a:rPr lang="fr-FR" smtClean="0"/>
            </a:br>
            <a:r>
              <a:rPr lang="fr-FR" smtClean="0"/>
              <a:t>	     NOUS REND TRIOMPHANT</a:t>
            </a:r>
          </a:p>
          <a:p>
            <a:r>
              <a:rPr lang="fr-FR" smtClean="0"/>
              <a:t>	9-  ROI DES CIEUX, DESCENDS</a:t>
            </a:r>
          </a:p>
          <a:p>
            <a:endParaRPr lang="fr-FR" smtClean="0"/>
          </a:p>
          <a:p>
            <a:r>
              <a:rPr lang="fr-FR" smtClean="0"/>
              <a:t>10-  NOUS SOMMES ENFANTS DE TA GRÂCE</a:t>
            </a:r>
            <a:br>
              <a:rPr lang="fr-FR" smtClean="0"/>
            </a:br>
            <a:r>
              <a:rPr lang="fr-FR" smtClean="0"/>
              <a:t>       SAUVÉS POUR TA GLOIRE</a:t>
            </a:r>
          </a:p>
          <a:p>
            <a:r>
              <a:rPr lang="fr-FR" smtClean="0"/>
              <a:t>11-  CRIONS JÉSUS</a:t>
            </a:r>
            <a:br>
              <a:rPr lang="fr-FR" smtClean="0"/>
            </a:br>
            <a:r>
              <a:rPr lang="fr-FR" smtClean="0"/>
              <a:t>       QUE NOS CŒURS TE SUIVENT</a:t>
            </a:r>
          </a:p>
          <a:p>
            <a:r>
              <a:rPr lang="fr-FR" smtClean="0"/>
              <a:t>12-  ET QUE CHACUN ADMIRE TA GRANDEUR</a:t>
            </a:r>
          </a:p>
          <a:p>
            <a:endParaRPr lang="fr-FR" smtClean="0"/>
          </a:p>
          <a:p>
            <a:r>
              <a:rPr lang="fr-FR" smtClean="0"/>
              <a:t>	** refrain **</a:t>
            </a:r>
          </a:p>
          <a:p>
            <a:endParaRPr lang="fr-FR" smtClean="0"/>
          </a:p>
          <a:p>
            <a:r>
              <a:rPr lang="fr-FR" smtClean="0"/>
              <a:t>13-  ROI DES CIEUX, DESCENDS</a:t>
            </a:r>
            <a:br>
              <a:rPr lang="fr-FR" smtClean="0"/>
            </a:br>
            <a:r>
              <a:rPr lang="fr-FR" smtClean="0"/>
              <a:t>       ROI DES CIEUX, DESCENDS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JÉSUS, QUE TON RÈGNE VIENNE</a:t>
            </a:r>
            <a:br>
              <a:rPr lang="fr-FR" smtClean="0"/>
            </a:br>
            <a:r>
              <a:rPr lang="fr-FR" smtClean="0"/>
              <a:t>     TA VOLONTÉ SOIT FAITE EN NOUS </a:t>
            </a:r>
            <a:br>
              <a:rPr lang="fr-FR" smtClean="0"/>
            </a:br>
            <a:r>
              <a:rPr lang="fr-FR" smtClean="0"/>
              <a:t>2-  JÉSUS, NUL N'EST COMPARABLE</a:t>
            </a:r>
            <a:br>
              <a:rPr lang="fr-FR" smtClean="0"/>
            </a:br>
            <a:r>
              <a:rPr lang="fr-FR" smtClean="0"/>
              <a:t>     SAUVEUR ADMIRABLE</a:t>
            </a:r>
            <a:br>
              <a:rPr lang="fr-FR" smtClean="0"/>
            </a:br>
            <a:r>
              <a:rPr lang="fr-FR" smtClean="0"/>
              <a:t>3-  RÉVÈLE TON AMOUR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 refrain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ROI DES CIEUX, VIENS VERS NOUS</a:t>
            </a:r>
            <a:br>
              <a:rPr lang="fr-FR" smtClean="0"/>
            </a:br>
            <a:r>
              <a:rPr lang="fr-FR" smtClean="0"/>
              <a:t>    	     ROI DES CIEUX, VIENS EN NOUS</a:t>
            </a:r>
            <a:br>
              <a:rPr lang="fr-FR" smtClean="0"/>
            </a:br>
            <a:r>
              <a:rPr lang="fr-FR" smtClean="0"/>
              <a:t>	5-  QUE TA GLOIRE BRILLE</a:t>
            </a:r>
            <a:br>
              <a:rPr lang="fr-FR" smtClean="0"/>
            </a:br>
            <a:r>
              <a:rPr lang="fr-FR" smtClean="0"/>
              <a:t>	     COMME EN PLEIN MIDI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ROI DES CIEUX, DESCENDS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ROI DES CIEUX, VIENS POUR NOUS</a:t>
            </a:r>
            <a:br>
              <a:rPr lang="fr-FR" smtClean="0"/>
            </a:br>
            <a:r>
              <a:rPr lang="fr-FR" smtClean="0"/>
              <a:t>	     QUI TIENDRA DEVANT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CAR TON NOM PUISSANT</a:t>
            </a:r>
            <a:br>
              <a:rPr lang="fr-FR" smtClean="0"/>
            </a:br>
            <a:r>
              <a:rPr lang="fr-FR" smtClean="0"/>
              <a:t>	     NOUS REND TRIOMPHANT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ROI DES CIEUX, DESCENDS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SOMMES ENFANTS DE TA GRÂCE</a:t>
            </a:r>
            <a:br>
              <a:rPr lang="fr-FR" smtClean="0"/>
            </a:br>
            <a:r>
              <a:rPr lang="fr-FR" smtClean="0"/>
              <a:t>       SAUVÉS POUR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CRIONS JÉSUS</a:t>
            </a:r>
            <a:br>
              <a:rPr lang="fr-FR" smtClean="0"/>
            </a:br>
            <a:r>
              <a:rPr lang="fr-FR" smtClean="0"/>
              <a:t>       QUE NOS CŒURS TE SUIVENT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ET QUE CHACUN ADMIRE TA GRANDEUR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 refrain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ROI DES CIEUX, DESCENDS</a:t>
            </a:r>
            <a:br>
              <a:rPr lang="fr-FR" smtClean="0"/>
            </a:br>
            <a:r>
              <a:rPr lang="fr-FR" smtClean="0"/>
              <a:t>       ROI DES CIEUX, DESCENDS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QUE TON RÈGNE VIENNE</a:t>
            </a:r>
            <a:br>
              <a:rPr lang="fr-FR" smtClean="0"/>
            </a:br>
            <a:r>
              <a:rPr lang="fr-FR" smtClean="0"/>
              <a:t>     TA VOLONTÉ SOIT FAITE EN NOUS </a:t>
            </a:r>
            <a:br>
              <a:rPr lang="fr-FR" smtClean="0"/>
            </a:br>
            <a:r>
              <a:rPr lang="fr-FR" smtClean="0"/>
              <a:t>2-  JÉSUS, NUL N'EST COMPARABLE</a:t>
            </a:r>
            <a:br>
              <a:rPr lang="fr-FR" smtClean="0"/>
            </a:br>
            <a:r>
              <a:rPr lang="fr-FR" smtClean="0"/>
              <a:t>     SAUVEUR ADMIRABLE</a:t>
            </a:r>
            <a:br>
              <a:rPr lang="fr-FR" smtClean="0"/>
            </a:br>
            <a:r>
              <a:rPr lang="fr-FR" smtClean="0"/>
              <a:t>3-  RÉVÈLE TON AMOUR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	** refrain **</a:t>
            </a:r>
          </a:p>
          <a:p>
            <a:r>
              <a:rPr lang="fr-FR" smtClean="0"/>
              <a:t>	4-  ROI DES CIEUX, VIENS VERS NOUS</a:t>
            </a:r>
            <a:br>
              <a:rPr lang="fr-FR" smtClean="0"/>
            </a:br>
            <a:r>
              <a:rPr lang="fr-FR" smtClean="0"/>
              <a:t>    	     ROI DES CIEUX, VIENS EN NOUS</a:t>
            </a:r>
            <a:br>
              <a:rPr lang="fr-FR" smtClean="0"/>
            </a:br>
            <a:r>
              <a:rPr lang="fr-FR" smtClean="0"/>
              <a:t>	5-  QUE TA GLOIRE BRILLE</a:t>
            </a:r>
            <a:br>
              <a:rPr lang="fr-FR" smtClean="0"/>
            </a:br>
            <a:r>
              <a:rPr lang="fr-FR" smtClean="0"/>
              <a:t>	     COMME EN PLEIN MIDI</a:t>
            </a:r>
          </a:p>
          <a:p>
            <a:r>
              <a:rPr lang="fr-FR" smtClean="0"/>
              <a:t>	6-  ROI DES CIEUX, DESCENDS</a:t>
            </a:r>
          </a:p>
          <a:p>
            <a:endParaRPr lang="fr-FR" smtClean="0"/>
          </a:p>
          <a:p>
            <a:r>
              <a:rPr lang="fr-FR" smtClean="0"/>
              <a:t>	7-  ROI DES CIEUX, VIENS POUR NOUS</a:t>
            </a:r>
            <a:br>
              <a:rPr lang="fr-FR" smtClean="0"/>
            </a:br>
            <a:r>
              <a:rPr lang="fr-FR" smtClean="0"/>
              <a:t>	     QUI TIENDRA DEVANT NOUS</a:t>
            </a:r>
          </a:p>
          <a:p>
            <a:r>
              <a:rPr lang="fr-FR" smtClean="0"/>
              <a:t>	8-  CAR TON NOM PUISSANT</a:t>
            </a:r>
            <a:br>
              <a:rPr lang="fr-FR" smtClean="0"/>
            </a:br>
            <a:r>
              <a:rPr lang="fr-FR" smtClean="0"/>
              <a:t>	     NOUS REND TRIOMPHANT</a:t>
            </a:r>
          </a:p>
          <a:p>
            <a:r>
              <a:rPr lang="fr-FR" smtClean="0"/>
              <a:t>	9-  ROI DES CIEUX, DESCENDS</a:t>
            </a:r>
          </a:p>
          <a:p>
            <a:endParaRPr lang="fr-FR" smtClean="0"/>
          </a:p>
          <a:p>
            <a:r>
              <a:rPr lang="fr-FR" smtClean="0"/>
              <a:t>10-  NOUS SOMMES ENFANTS DE TA GRÂCE</a:t>
            </a:r>
            <a:br>
              <a:rPr lang="fr-FR" smtClean="0"/>
            </a:br>
            <a:r>
              <a:rPr lang="fr-FR" smtClean="0"/>
              <a:t>       SAUVÉS POUR TA GLOIRE</a:t>
            </a:r>
          </a:p>
          <a:p>
            <a:r>
              <a:rPr lang="fr-FR" smtClean="0"/>
              <a:t>11-  CRIONS JÉSUS</a:t>
            </a:r>
            <a:br>
              <a:rPr lang="fr-FR" smtClean="0"/>
            </a:br>
            <a:r>
              <a:rPr lang="fr-FR" smtClean="0"/>
              <a:t>       QUE NOS CŒURS TE SUIVENT</a:t>
            </a:r>
          </a:p>
          <a:p>
            <a:r>
              <a:rPr lang="fr-FR" smtClean="0"/>
              <a:t>12-  ET QUE CHACUN ADMIRE TA GRANDEUR</a:t>
            </a:r>
          </a:p>
          <a:p>
            <a:endParaRPr lang="fr-FR" smtClean="0"/>
          </a:p>
          <a:p>
            <a:r>
              <a:rPr lang="fr-FR" smtClean="0"/>
              <a:t>	** refrain **</a:t>
            </a:r>
          </a:p>
          <a:p>
            <a:endParaRPr lang="fr-FR" smtClean="0"/>
          </a:p>
          <a:p>
            <a:r>
              <a:rPr lang="fr-FR" smtClean="0"/>
              <a:t>13-  ROI DES CIEUX, DESCENDS</a:t>
            </a:r>
            <a:br>
              <a:rPr lang="fr-FR" smtClean="0"/>
            </a:br>
            <a:r>
              <a:rPr lang="fr-FR" smtClean="0"/>
              <a:t>       ROI DES CIEUX, DESCENDS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JÉSUS, QUE TON RÈGNE VIENNE</a:t>
            </a:r>
            <a:br>
              <a:rPr lang="fr-FR" smtClean="0"/>
            </a:br>
            <a:r>
              <a:rPr lang="fr-FR" smtClean="0"/>
              <a:t>     TA VOLONTÉ SOIT FAITE EN NOUS </a:t>
            </a:r>
            <a:br>
              <a:rPr lang="fr-FR" smtClean="0"/>
            </a:br>
            <a:r>
              <a:rPr lang="fr-FR" smtClean="0"/>
              <a:t>2-  JÉSUS, NUL N'EST COMPARABLE</a:t>
            </a:r>
            <a:br>
              <a:rPr lang="fr-FR" smtClean="0"/>
            </a:br>
            <a:r>
              <a:rPr lang="fr-FR" smtClean="0"/>
              <a:t>     SAUVEUR ADMIRABLE</a:t>
            </a:r>
            <a:br>
              <a:rPr lang="fr-FR" smtClean="0"/>
            </a:br>
            <a:r>
              <a:rPr lang="fr-FR" smtClean="0"/>
              <a:t>3-  RÉVÈLE TON AMOUR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** refrain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ROI DES CIEUX, VIENS VERS NOUS</a:t>
            </a:r>
            <a:br>
              <a:rPr lang="fr-FR" smtClean="0"/>
            </a:br>
            <a:r>
              <a:rPr lang="fr-FR" smtClean="0"/>
              <a:t>    	     ROI DES CIEUX, VIENS EN NOUS</a:t>
            </a:r>
            <a:br>
              <a:rPr lang="fr-FR" smtClean="0"/>
            </a:br>
            <a:r>
              <a:rPr lang="fr-FR" smtClean="0"/>
              <a:t>	5-  QUE TA GLOIRE BRILLE</a:t>
            </a:r>
            <a:br>
              <a:rPr lang="fr-FR" smtClean="0"/>
            </a:br>
            <a:r>
              <a:rPr lang="fr-FR" smtClean="0"/>
              <a:t>	     COMME EN PLEIN MIDI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ROI DES CIEUX, DESCENDS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ROI DES CIEUX, VIENS POUR NOUS</a:t>
            </a:r>
            <a:br>
              <a:rPr lang="fr-FR" smtClean="0"/>
            </a:br>
            <a:r>
              <a:rPr lang="fr-FR" smtClean="0"/>
              <a:t>	     QUI TIENDRA DEVANT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CAR TON NOM PUISSANT</a:t>
            </a:r>
            <a:br>
              <a:rPr lang="fr-FR" smtClean="0"/>
            </a:br>
            <a:r>
              <a:rPr lang="fr-FR" smtClean="0"/>
              <a:t>	     NOUS REND TRIOMPHANT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ROI DES CIEUX, DESCENDS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NOUS SOMMES ENFANTS DE TA GRÂCE</a:t>
            </a:r>
            <a:br>
              <a:rPr lang="fr-FR" smtClean="0"/>
            </a:br>
            <a:r>
              <a:rPr lang="fr-FR" smtClean="0"/>
              <a:t>       SAUVÉS POUR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CRIONS JÉSUS</a:t>
            </a:r>
            <a:br>
              <a:rPr lang="fr-FR" smtClean="0"/>
            </a:br>
            <a:r>
              <a:rPr lang="fr-FR" smtClean="0"/>
              <a:t>       QUE NOS CŒURS TE SUIVENT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ET QUE CHACUN ADMIRE TA GRANDEUR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** refrain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ROI DES CIEUX, DESCENDS</a:t>
            </a:r>
            <a:br>
              <a:rPr lang="fr-FR" smtClean="0"/>
            </a:br>
            <a:r>
              <a:rPr lang="fr-FR" smtClean="0"/>
              <a:t>       ROI DES CIEUX, DESCENDS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QUE TON RÈGNE VIENNE</a:t>
            </a:r>
            <a:br>
              <a:rPr lang="fr-FR" smtClean="0"/>
            </a:br>
            <a:r>
              <a:rPr lang="fr-FR" smtClean="0"/>
              <a:t>     TA VOLONTÉ SOIT FAITE EN NOUS </a:t>
            </a:r>
            <a:br>
              <a:rPr lang="fr-FR" smtClean="0"/>
            </a:br>
            <a:r>
              <a:rPr lang="fr-FR" smtClean="0"/>
              <a:t>2-  JÉSUS, NUL N'EST COMPARABLE</a:t>
            </a:r>
            <a:br>
              <a:rPr lang="fr-FR" smtClean="0"/>
            </a:br>
            <a:r>
              <a:rPr lang="fr-FR" smtClean="0"/>
              <a:t>     SAUVEUR ADMIRABLE</a:t>
            </a:r>
            <a:br>
              <a:rPr lang="fr-FR" smtClean="0"/>
            </a:br>
            <a:r>
              <a:rPr lang="fr-FR" smtClean="0"/>
              <a:t>3-  RÉVÈLE TON AMOUR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	** refrain **</a:t>
            </a:r>
          </a:p>
          <a:p>
            <a:r>
              <a:rPr lang="fr-FR" smtClean="0"/>
              <a:t>	4-  ROI DES CIEUX, VIENS VERS NOUS</a:t>
            </a:r>
            <a:br>
              <a:rPr lang="fr-FR" smtClean="0"/>
            </a:br>
            <a:r>
              <a:rPr lang="fr-FR" smtClean="0"/>
              <a:t>    	     ROI DES CIEUX, VIENS EN NOUS</a:t>
            </a:r>
            <a:br>
              <a:rPr lang="fr-FR" smtClean="0"/>
            </a:br>
            <a:r>
              <a:rPr lang="fr-FR" smtClean="0"/>
              <a:t>	5-  QUE TA GLOIRE BRILLE</a:t>
            </a:r>
            <a:br>
              <a:rPr lang="fr-FR" smtClean="0"/>
            </a:br>
            <a:r>
              <a:rPr lang="fr-FR" smtClean="0"/>
              <a:t>	     COMME EN PLEIN MIDI</a:t>
            </a:r>
          </a:p>
          <a:p>
            <a:r>
              <a:rPr lang="fr-FR" smtClean="0"/>
              <a:t>	6-  ROI DES CIEUX, DESCENDS</a:t>
            </a:r>
          </a:p>
          <a:p>
            <a:endParaRPr lang="fr-FR" smtClean="0"/>
          </a:p>
          <a:p>
            <a:r>
              <a:rPr lang="fr-FR" smtClean="0"/>
              <a:t>	7-  ROI DES CIEUX, VIENS POUR NOUS</a:t>
            </a:r>
            <a:br>
              <a:rPr lang="fr-FR" smtClean="0"/>
            </a:br>
            <a:r>
              <a:rPr lang="fr-FR" smtClean="0"/>
              <a:t>	     QUI TIENDRA DEVANT NOUS</a:t>
            </a:r>
          </a:p>
          <a:p>
            <a:r>
              <a:rPr lang="fr-FR" smtClean="0"/>
              <a:t>	8-  CAR TON NOM PUISSANT</a:t>
            </a:r>
            <a:br>
              <a:rPr lang="fr-FR" smtClean="0"/>
            </a:br>
            <a:r>
              <a:rPr lang="fr-FR" smtClean="0"/>
              <a:t>	     NOUS REND TRIOMPHANT</a:t>
            </a:r>
          </a:p>
          <a:p>
            <a:r>
              <a:rPr lang="fr-FR" smtClean="0"/>
              <a:t>	9-  ROI DES CIEUX, DESCENDS</a:t>
            </a:r>
          </a:p>
          <a:p>
            <a:endParaRPr lang="fr-FR" smtClean="0"/>
          </a:p>
          <a:p>
            <a:r>
              <a:rPr lang="fr-FR" smtClean="0"/>
              <a:t>10-  NOUS SOMMES ENFANTS DE TA GRÂCE</a:t>
            </a:r>
            <a:br>
              <a:rPr lang="fr-FR" smtClean="0"/>
            </a:br>
            <a:r>
              <a:rPr lang="fr-FR" smtClean="0"/>
              <a:t>       SAUVÉS POUR TA GLOIRE</a:t>
            </a:r>
          </a:p>
          <a:p>
            <a:r>
              <a:rPr lang="fr-FR" smtClean="0"/>
              <a:t>11-  CRIONS JÉSUS</a:t>
            </a:r>
            <a:br>
              <a:rPr lang="fr-FR" smtClean="0"/>
            </a:br>
            <a:r>
              <a:rPr lang="fr-FR" smtClean="0"/>
              <a:t>       QUE NOS CŒURS TE SUIVENT</a:t>
            </a:r>
          </a:p>
          <a:p>
            <a:r>
              <a:rPr lang="fr-FR" smtClean="0"/>
              <a:t>12-  ET QUE CHACUN ADMIRE TA GRANDEUR</a:t>
            </a:r>
          </a:p>
          <a:p>
            <a:endParaRPr lang="fr-FR" smtClean="0"/>
          </a:p>
          <a:p>
            <a:r>
              <a:rPr lang="fr-FR" smtClean="0"/>
              <a:t>	** refrain **</a:t>
            </a:r>
          </a:p>
          <a:p>
            <a:endParaRPr lang="fr-FR" smtClean="0"/>
          </a:p>
          <a:p>
            <a:r>
              <a:rPr lang="fr-FR" smtClean="0"/>
              <a:t>13-  ROI DES CIEUX, DESCENDS</a:t>
            </a:r>
            <a:br>
              <a:rPr lang="fr-FR" smtClean="0"/>
            </a:br>
            <a:r>
              <a:rPr lang="fr-FR" smtClean="0"/>
              <a:t>       ROI DES CIEUX, DESCENDS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JÉSUS, QUE TON RÈGNE VIENNE</a:t>
            </a:r>
            <a:br>
              <a:rPr lang="fr-FR" dirty="0" smtClean="0"/>
            </a:br>
            <a:r>
              <a:rPr lang="fr-FR" dirty="0" smtClean="0"/>
              <a:t>     TA VOLONTÉ SOIT FAITE EN NOUS </a:t>
            </a:r>
            <a:br>
              <a:rPr lang="fr-FR" dirty="0" smtClean="0"/>
            </a:br>
            <a:r>
              <a:rPr lang="fr-FR" dirty="0" smtClean="0"/>
              <a:t>2-  JÉSUS, NUL N'EST COMPARABLE</a:t>
            </a:r>
            <a:br>
              <a:rPr lang="fr-FR" dirty="0" smtClean="0"/>
            </a:br>
            <a:r>
              <a:rPr lang="fr-FR" dirty="0" smtClean="0"/>
              <a:t>     SAUVEUR ADMIRABLE</a:t>
            </a:r>
            <a:br>
              <a:rPr lang="fr-FR" dirty="0" smtClean="0"/>
            </a:br>
            <a:r>
              <a:rPr lang="fr-FR" dirty="0" smtClean="0"/>
              <a:t>3-  RÉVÈLE TON AMOUR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	** refrain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4-  ROI DES CIEUX, VIENS VERS NOUS</a:t>
            </a:r>
            <a:br>
              <a:rPr lang="fr-FR" dirty="0" smtClean="0"/>
            </a:br>
            <a:r>
              <a:rPr lang="fr-FR" dirty="0" smtClean="0"/>
              <a:t>    	     ROI DES CIEUX, VIENS EN NOUS</a:t>
            </a:r>
            <a:br>
              <a:rPr lang="fr-FR" dirty="0" smtClean="0"/>
            </a:br>
            <a:r>
              <a:rPr lang="fr-FR" dirty="0" smtClean="0"/>
              <a:t>	5-  QUE TA GLOIRE BRILLE</a:t>
            </a:r>
            <a:br>
              <a:rPr lang="fr-FR" dirty="0" smtClean="0"/>
            </a:br>
            <a:r>
              <a:rPr lang="fr-FR" dirty="0" smtClean="0"/>
              <a:t>	     COMME EN PLEIN MIDI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ROI DES CIEUX, DESCENDS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7-  ROI DES CIEUX, VIENS POUR NOUS</a:t>
            </a:r>
            <a:br>
              <a:rPr lang="fr-FR" dirty="0" smtClean="0"/>
            </a:br>
            <a:r>
              <a:rPr lang="fr-FR" dirty="0" smtClean="0"/>
              <a:t>	     QUI TIENDRA DEVANT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8-  CAR TON NOM PUISSANT</a:t>
            </a:r>
            <a:br>
              <a:rPr lang="fr-FR" dirty="0" smtClean="0"/>
            </a:br>
            <a:r>
              <a:rPr lang="fr-FR" dirty="0" smtClean="0"/>
              <a:t>	     NOUS REND TRIOMPHANT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9-  ROI DES CIEUX, DESCENDS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NOUS SOMMES ENFANTS DE TA GRÂCE</a:t>
            </a:r>
            <a:br>
              <a:rPr lang="fr-FR" dirty="0" smtClean="0"/>
            </a:br>
            <a:r>
              <a:rPr lang="fr-FR" dirty="0" smtClean="0"/>
              <a:t>       SAUVÉS POUR TA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CRIONS JÉSUS</a:t>
            </a:r>
            <a:br>
              <a:rPr lang="fr-FR" dirty="0" smtClean="0"/>
            </a:br>
            <a:r>
              <a:rPr lang="fr-FR" dirty="0" smtClean="0"/>
              <a:t>       QUE NOS CŒURS TE SUIVENT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ET QUE CHACUN ADMIRE TA GRANDEUR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** refrain 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ROI DES CIEUX, DESCENDS</a:t>
            </a:r>
            <a:br>
              <a:rPr lang="fr-FR" dirty="0" smtClean="0"/>
            </a:br>
            <a:r>
              <a:rPr lang="fr-FR" dirty="0" smtClean="0"/>
              <a:t>       ROI DES CIEUX, DESCENDS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JÉSUS, QUE TON RÈGNE VIENNE</a:t>
            </a:r>
            <a:br>
              <a:rPr lang="fr-FR" smtClean="0"/>
            </a:br>
            <a:r>
              <a:rPr lang="fr-FR" smtClean="0"/>
              <a:t>     TA VOLONTÉ SOIT FAITE EN NOUS </a:t>
            </a:r>
            <a:br>
              <a:rPr lang="fr-FR" smtClean="0"/>
            </a:br>
            <a:r>
              <a:rPr lang="fr-FR" smtClean="0"/>
              <a:t>2-  JÉSUS, NUL N'EST COMPARABLE</a:t>
            </a:r>
            <a:br>
              <a:rPr lang="fr-FR" smtClean="0"/>
            </a:br>
            <a:r>
              <a:rPr lang="fr-FR" smtClean="0"/>
              <a:t>     SAUVEUR ADMIRABLE</a:t>
            </a:r>
            <a:br>
              <a:rPr lang="fr-FR" smtClean="0"/>
            </a:br>
            <a:r>
              <a:rPr lang="fr-FR" smtClean="0"/>
              <a:t>3-  RÉVÈLE TON AMOUR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	** refrain **</a:t>
            </a:r>
          </a:p>
          <a:p>
            <a:r>
              <a:rPr lang="fr-FR" smtClean="0"/>
              <a:t>	4-  ROI DES CIEUX, VIENS VERS NOUS</a:t>
            </a:r>
            <a:br>
              <a:rPr lang="fr-FR" smtClean="0"/>
            </a:br>
            <a:r>
              <a:rPr lang="fr-FR" smtClean="0"/>
              <a:t>    	     ROI DES CIEUX, VIENS EN NOUS</a:t>
            </a:r>
            <a:br>
              <a:rPr lang="fr-FR" smtClean="0"/>
            </a:br>
            <a:r>
              <a:rPr lang="fr-FR" smtClean="0"/>
              <a:t>	5-  QUE TA GLOIRE BRILLE</a:t>
            </a:r>
            <a:br>
              <a:rPr lang="fr-FR" smtClean="0"/>
            </a:br>
            <a:r>
              <a:rPr lang="fr-FR" smtClean="0"/>
              <a:t>	     COMME EN PLEIN MIDI</a:t>
            </a:r>
          </a:p>
          <a:p>
            <a:r>
              <a:rPr lang="fr-FR" smtClean="0"/>
              <a:t>	6-  ROI DES CIEUX, DESCENDS</a:t>
            </a:r>
          </a:p>
          <a:p>
            <a:endParaRPr lang="fr-FR" smtClean="0"/>
          </a:p>
          <a:p>
            <a:r>
              <a:rPr lang="fr-FR" smtClean="0"/>
              <a:t>	7-  ROI DES CIEUX, VIENS POUR NOUS</a:t>
            </a:r>
            <a:br>
              <a:rPr lang="fr-FR" smtClean="0"/>
            </a:br>
            <a:r>
              <a:rPr lang="fr-FR" smtClean="0"/>
              <a:t>	     QUI TIENDRA DEVANT NOUS</a:t>
            </a:r>
          </a:p>
          <a:p>
            <a:r>
              <a:rPr lang="fr-FR" smtClean="0"/>
              <a:t>	8-  CAR TON NOM PUISSANT</a:t>
            </a:r>
            <a:br>
              <a:rPr lang="fr-FR" smtClean="0"/>
            </a:br>
            <a:r>
              <a:rPr lang="fr-FR" smtClean="0"/>
              <a:t>	     NOUS REND TRIOMPHANT</a:t>
            </a:r>
          </a:p>
          <a:p>
            <a:r>
              <a:rPr lang="fr-FR" smtClean="0"/>
              <a:t>	9-  ROI DES CIEUX, DESCENDS</a:t>
            </a:r>
          </a:p>
          <a:p>
            <a:endParaRPr lang="fr-FR" smtClean="0"/>
          </a:p>
          <a:p>
            <a:r>
              <a:rPr lang="fr-FR" smtClean="0"/>
              <a:t>10-  NOUS SOMMES ENFANTS DE TA GRÂCE</a:t>
            </a:r>
            <a:br>
              <a:rPr lang="fr-FR" smtClean="0"/>
            </a:br>
            <a:r>
              <a:rPr lang="fr-FR" smtClean="0"/>
              <a:t>       SAUVÉS POUR TA GLOIRE</a:t>
            </a:r>
          </a:p>
          <a:p>
            <a:r>
              <a:rPr lang="fr-FR" smtClean="0"/>
              <a:t>11-  CRIONS JÉSUS</a:t>
            </a:r>
            <a:br>
              <a:rPr lang="fr-FR" smtClean="0"/>
            </a:br>
            <a:r>
              <a:rPr lang="fr-FR" smtClean="0"/>
              <a:t>       QUE NOS CŒURS TE SUIVENT</a:t>
            </a:r>
          </a:p>
          <a:p>
            <a:r>
              <a:rPr lang="fr-FR" smtClean="0"/>
              <a:t>12-  ET QUE CHACUN ADMIRE TA GRANDEUR</a:t>
            </a:r>
          </a:p>
          <a:p>
            <a:endParaRPr lang="fr-FR" smtClean="0"/>
          </a:p>
          <a:p>
            <a:r>
              <a:rPr lang="fr-FR" smtClean="0"/>
              <a:t>	** refrain **</a:t>
            </a:r>
          </a:p>
          <a:p>
            <a:endParaRPr lang="fr-FR" smtClean="0"/>
          </a:p>
          <a:p>
            <a:r>
              <a:rPr lang="fr-FR" smtClean="0"/>
              <a:t>13-  ROI DES CIEUX, DESCENDS</a:t>
            </a:r>
            <a:br>
              <a:rPr lang="fr-FR" smtClean="0"/>
            </a:br>
            <a:r>
              <a:rPr lang="fr-FR" smtClean="0"/>
              <a:t>       ROI DES CIEUX, DESCENDS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7354CC-2688-4824-B8EE-AD57440C274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68C40B-98EF-47D9-A5D6-43A892E7996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AEA9D7-EF66-44F4-9D4F-89C5B567073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2B9DE0-CB84-4C3E-A637-0FC212B813E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51A6EB-2A87-4368-9622-9C5CF760EC6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1902A9-D420-4837-A8CF-53CDC4FCB3F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482C5C-18A2-4659-AE26-FCA2ED33C73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42EC9B-99B4-4CAF-8A90-CA906ECBD1F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8A4211-DB9E-414C-B974-1D327E299A5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83DD77-F68C-472F-B4ED-87C4C679F03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28411F-02B1-4490-980D-434446BF838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8CDC40C-CA3D-4D89-ABE0-7FC9B1B1B59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JÉSUS, QUE TON RÈGNE VIENNE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 VOLONTÉ SOIT FAITE EN NOUS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JÉSUS, NUL N'EST COMPARABLE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SAUVEUR ADMIRABLE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RÉVÈLE TON AMOUR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ROI DES CIEUX, VIENS VERS NOUS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ROI DES CIEUX, VIENS EN NOUS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TA GLOIRE BRILLE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 EN PLEIN MIDI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ROI DES CIEUX, DESCENDS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ROI DES CIEUX, VIENS POUR NOUS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TIENDRA DEVANT NOUS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TON NOM PUISSANT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REND TRIOMPHANT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ROI DES CIEUX, DESCENDS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SOMMES ENFANTS DE TA GRÂCE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SAUVÉS POUR TA GLOIRE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CRIONS JÉSUS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NOS CŒURS TE SUIVENT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QUE CHACUN ADMIRE TA GRANDEUR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ROI DES CIEUX, DESCENDS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ROI DES CIEUX, DESCENDS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3193</TotalTime>
  <Words>247</Words>
  <Application>Microsoft Office PowerPoint</Application>
  <PresentationFormat>On-screen Show (4:3)</PresentationFormat>
  <Paragraphs>429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Franklin Gothic Medium</vt:lpstr>
      <vt:lpstr>Arial</vt:lpstr>
      <vt:lpstr>Calibri</vt:lpstr>
      <vt:lpstr>Default Design</vt:lpstr>
      <vt:lpstr>JÉSUS, QUE TON RÈGNE VIENNE TA VOLONTÉ SOIT FAITE EN NOUS  </vt:lpstr>
      <vt:lpstr>JÉSUS, NUL N'EST COMPARABLE SAUVEUR ADMIRABLE   </vt:lpstr>
      <vt:lpstr>RÉVÈLE TON AMOUR    </vt:lpstr>
      <vt:lpstr>ROI DES CIEUX, VIENS VERS NOUS ROI DES CIEUX, VIENS EN NOUS  </vt:lpstr>
      <vt:lpstr>QUE TA GLOIRE BRILLE COMME EN PLEIN MIDI</vt:lpstr>
      <vt:lpstr>ROI DES CIEUX, DESCENDS</vt:lpstr>
      <vt:lpstr>ROI DES CIEUX, VIENS POUR NOUS QUI TIENDRA DEVANT NOUS</vt:lpstr>
      <vt:lpstr>CAR TON NOM PUISSANT NOUS REND TRIOMPHANT</vt:lpstr>
      <vt:lpstr>ROI DES CIEUX, DESCENDS</vt:lpstr>
      <vt:lpstr>NOUS SOMMES ENFANTS DE TA GRÂCE SAUVÉS POUR TA GLOIRE</vt:lpstr>
      <vt:lpstr>CRIONS JÉSUS QUE NOS CŒURS TE SUIVENT</vt:lpstr>
      <vt:lpstr>ET QUE CHACUN ADMIRE TA GRANDEUR</vt:lpstr>
      <vt:lpstr>ROI DES CIEUX, DESCENDS ROI DES CIEUX, DESCENDS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Family_01</cp:lastModifiedBy>
  <cp:revision>150</cp:revision>
  <dcterms:created xsi:type="dcterms:W3CDTF">2002-08-17T10:50:50Z</dcterms:created>
  <dcterms:modified xsi:type="dcterms:W3CDTF">2014-05-24T07:11:01Z</dcterms:modified>
</cp:coreProperties>
</file>