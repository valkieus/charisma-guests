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1" r:id="rId5"/>
    <p:sldId id="260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16" autoAdjust="0"/>
    <p:restoredTop sz="90877" autoAdjust="0"/>
  </p:normalViewPr>
  <p:slideViewPr>
    <p:cSldViewPr>
      <p:cViewPr>
        <p:scale>
          <a:sx n="35" d="100"/>
          <a:sy n="35" d="100"/>
        </p:scale>
        <p:origin x="66" y="-6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0B780-BF3B-4013-8728-34716D2C3E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E3C9-A029-466C-B4F4-0115ACD2B9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1937A-D40F-49AB-87B0-BD80E9FE50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CC01C-69A1-45BA-BA53-44B45EE035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EF95A-7A6F-4533-BB80-D2E5DACC6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09B2A-A54B-4E83-B716-F7F515FA03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E4D1D-6C1C-4836-9410-5AFD440B60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CB2A0-6B13-409E-8ACB-1A6E20ABFE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757C87-92AE-4105-9040-848E25F3FB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DCE76-92D4-4CE9-9261-AC3104035E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A449B-F49C-4DCD-B626-64C60B6474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3504FFD-C670-4EB6-A325-460EE7980F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VIENS DANS TA MAISON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VEUX TE RENCONTRER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TEL QUE JE SUIS M’ABANDONNER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ALORS QUE NOUS CHANTONS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TON ESPRIT ME REMPLIT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MON ÂME EST LIBÉRÉE</a:t>
            </a:r>
          </a:p>
        </p:txBody>
      </p:sp>
      <p:sp>
        <p:nvSpPr>
          <p:cNvPr id="2051" name="Text Box 28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TE VOIS, JE T’ENTENDS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PRÈS DE MOI, TU ES LÀ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VIENS ET SOUFFLE SUR MOI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RESSENS TA PRÉSENCE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COMME UN FEU, COMME UN VENT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JÉSUS, JE VEUX PLUS DE TOI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075" name="Text Box 28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VIENS DANS TA MAISON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VEUX TE RENCONTRER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TEL QUE JE SUIS M’ABANDONNER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ALORS QUE NOUS CHANTONS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TON ESPRIT ME REMPLIT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MON ÂME EST LIBÉRÉE</a:t>
            </a:r>
          </a:p>
        </p:txBody>
      </p:sp>
      <p:sp>
        <p:nvSpPr>
          <p:cNvPr id="4099" name="Text Box 28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TE VOIS, JE T’ENTENDS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PRÈS DE MOI, TU ES LÀ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VIENS ET SOUFFLE SUR MOI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RESSENS TA PRÉSENCE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COMME UN FEU, COMME UN VENT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JÉSUS, JE VEUX PLUS DE TOI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5123" name="Text Box 28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TE VOIS, JE T’ENTENDS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PRÈS DE MOI, TU ES LÀ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VIENS ET SOUFFLE SUR MOI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RESSENS TA PRÉSENCE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COMME UN FEU, COMME UN VENT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JÉSUS, JE VEUX PLUS DE TOI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6147" name="Text Box 28"/>
          <p:cNvSpPr txBox="1">
            <a:spLocks noChangeArrowheads="1"/>
          </p:cNvSpPr>
          <p:nvPr/>
        </p:nvSpPr>
        <p:spPr bwMode="auto">
          <a:xfrm>
            <a:off x="8389938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52</Words>
  <Application>Microsoft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Times New Roman</vt:lpstr>
      <vt:lpstr>Arial</vt:lpstr>
      <vt:lpstr>Calibri</vt:lpstr>
      <vt:lpstr>Arial Black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RETROPROJECTEUR</cp:lastModifiedBy>
  <cp:revision>71</cp:revision>
  <dcterms:created xsi:type="dcterms:W3CDTF">2002-08-17T13:24:15Z</dcterms:created>
  <dcterms:modified xsi:type="dcterms:W3CDTF">2009-07-06T19:13:56Z</dcterms:modified>
</cp:coreProperties>
</file>