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36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95BC89B-5D8D-4CBF-B009-07686B95FF5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F3B928-DE01-4582-B838-DDC642599D70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B0228D-510F-4213-A148-A528BA4C8BED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3D6B44-A7CC-4212-931E-2592DF8C5A42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88B6A-7CE1-4DF8-9159-A29CAF6E82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869AF-C892-47AA-BA9F-8949F8FF6B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B6FA9-883D-4D20-84AB-BACFA8F538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66A50-426B-4491-B559-8AC172D34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E941D-CC78-4C3D-BF0B-640EEB087E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39143-AEEE-4A51-8EA9-002CA71A3F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DFCF6-247B-443E-987B-D9BD3A46DA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B7EA1-8FB8-4D13-BCA2-7E48DE12C6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6B51E-C84B-453C-9EC0-4D5944397E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D677C-2F38-4876-B016-F976C67F96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D9EE9-6569-40B8-B64C-B5EBC75A4C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A067C30-2184-443B-8C67-9583762CD7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NE PEUT SAUVER MON ÂME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ELLE JE NE RÉCLAME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MON PARDON JE NE VOIS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MON SALUT JE NE CROIS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LE DON DE LA CROIX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PURIFIES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TON CORPS CLOUÉ AU BOIS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PARDON JAILLIT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VENONS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DEVANT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N'AI POUR TOUTE ESPÉRANCE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APPUI, POUR CONFIANCE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RIEN QUE LE SANG DE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LE SANG DE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PÉCHÉS SONT EFFACÉS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TA MORT, JE SUIS SAUVÉ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59</Words>
  <Application>Microsoft Office PowerPoint</Application>
  <PresentationFormat>On-screen Show (4:3)</PresentationFormat>
  <Paragraphs>28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61</cp:revision>
  <dcterms:created xsi:type="dcterms:W3CDTF">2002-08-17T12:16:38Z</dcterms:created>
  <dcterms:modified xsi:type="dcterms:W3CDTF">2014-05-24T05:51:49Z</dcterms:modified>
</cp:coreProperties>
</file>