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74" r:id="rId3"/>
    <p:sldId id="275" r:id="rId4"/>
    <p:sldId id="273" r:id="rId5"/>
    <p:sldId id="268" r:id="rId6"/>
    <p:sldId id="269" r:id="rId7"/>
    <p:sldId id="270" r:id="rId8"/>
    <p:sldId id="271" r:id="rId9"/>
    <p:sldId id="280" r:id="rId10"/>
    <p:sldId id="281" r:id="rId11"/>
    <p:sldId id="258" r:id="rId12"/>
    <p:sldId id="259" r:id="rId13"/>
    <p:sldId id="260" r:id="rId14"/>
    <p:sldId id="262" r:id="rId15"/>
    <p:sldId id="264" r:id="rId16"/>
    <p:sldId id="265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278" r:id="rId35"/>
    <p:sldId id="276" r:id="rId3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9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EDAEA0-0F08-431F-9C15-1DB9D9951C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E4AB8-A9FF-4541-9887-D4C9C5D30F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B6A8F-0272-470C-B55A-9CD701F850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956740-5470-4C45-A3E7-0518A7F91B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653276-643D-46A5-B680-4583EBFFE0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3CA917-E6C8-40B0-80BC-BCA6A161C0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0CEFC9-A2DB-4566-858C-823D99C628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499E29-510A-4D8B-9040-E9A67FD5AD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07D1D-744B-48C8-8AD9-4D13128289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D9BA98-B082-489D-888A-F3D9D7005F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4DDBE2-6225-46C6-B3B2-199CD913C4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D21FF14-A5D7-4294-9241-BC4E7126E8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CHANTEZ, DIEU EST TOUT PRÈS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</a:rPr>
              <a:t>VENEZ LUI ÉDIFIER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UN PALAIS DE LOUANGES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</a:rPr>
              <a:t>POUR LE REMERCIER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LUI, LE RESSUSCITÉ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CHANTEZ UN JOYEUX CHANT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SON AMOUR EST CONSTANT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QUAND LA LOUANGE ABONDE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SA GLOIRE NOUS INONDE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REMPLISSANT SA MAISON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n-lt"/>
              </a:rPr>
              <a:t>CHANTEZ, DIEU EST TOUT PRÈS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JÉSUS, HABITE AU MILIEU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 DES LOUANGES DE SON PEUPLE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VENEZ, ADORONS ENSEMBLE JÉSUS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CHANTONS SA LOUANGE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SOYEZ JOYEUX DE CE QUE DIEU A FAIT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RENDONS-LUI LOUANGE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</a:rPr>
              <a:t>SING OUT, THE LORD IS NEAR</a:t>
            </a:r>
            <a:endParaRPr lang="fr-FR" sz="40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BUILD HIM A TEMPLE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MADE FOR THE KING OF KINGS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SING OUT, A JOYFUL SONG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HIS LOVE GOES ON AND 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WHEN PRAISES ABOUND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HIS GLORY SURROUNDS US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BUILDING HIS TEMPLE HERE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SING OUT, THE LORD IS NEAR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</a:rPr>
              <a:t>SING OUT, THE LORD IS NEAR</a:t>
            </a:r>
            <a:endParaRPr lang="fr-FR" sz="40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BUILD HIM A TEMPLE HERE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A PALACE OF PRAISE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A THRONE OF THANKSGIVING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MADE FOR THE KING OF KINGS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SING OUT, A JOYFUL SONG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HIS LOVE GOES ON AND 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WHEN PRAISES ABOUND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HIS GLORY SURROUNDS US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BUILDING HIS TEMPLE HERE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SING OUT, THE LORD IS NEAR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WE COME, TO WORSHIP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TOGETHER AS ONE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WITH MUSIC AND SINGING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REJOICE IN ALL THAT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 FATHER HAS DONE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LETS LIFT UP AN OFFERING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</a:rPr>
              <a:t>SING OUT, THE LORD IS NEAR</a:t>
            </a:r>
            <a:endParaRPr lang="fr-FR" sz="40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BUILD HIM A TEMPLE HERE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A PALACE OF PRAISE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A THRONE OF THANKSGIVING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MADE FOR THE KING OF KINGS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SING OUT, A JOYFUL SONG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HIS LOVE GOES ON AND 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WHEN PRAISES ABOUND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HIS GLORY SURROUNDS US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BUILDING HIS TEMPLE HERE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SING OUT, THE LORD IS NEAR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SING OUT 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 LORD INHABITS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 SONG OF HIS SAINTS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AND LIVES IN THEIR PRAISES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274</Words>
  <Application>Microsoft Office PowerPoint</Application>
  <PresentationFormat>On-screen Show (4:3)</PresentationFormat>
  <Paragraphs>89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0" baseType="lpstr">
      <vt:lpstr>Franklin Gothic Medium</vt:lpstr>
      <vt:lpstr>ＭＳ Ｐゴシック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67</cp:revision>
  <dcterms:created xsi:type="dcterms:W3CDTF">2010-10-18T20:00:07Z</dcterms:created>
  <dcterms:modified xsi:type="dcterms:W3CDTF">2010-11-07T15:05:28Z</dcterms:modified>
</cp:coreProperties>
</file>