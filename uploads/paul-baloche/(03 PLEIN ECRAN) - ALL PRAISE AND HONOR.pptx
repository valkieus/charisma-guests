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>
      <p:cViewPr varScale="1">
        <p:scale>
          <a:sx n="111" d="100"/>
          <a:sy n="111" d="100"/>
        </p:scale>
        <p:origin x="-81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795DBD4-16B6-4BFF-B910-BBEA19C5C4E3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4FD5BA-9E8F-44BC-B806-3A8CB51BF7E1}" type="slidenum">
              <a:rPr lang="fr-FR"/>
              <a:pPr/>
              <a:t>1</a:t>
            </a:fld>
            <a:endParaRPr lang="fr-FR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B19F4-0065-49EC-AA81-BF653DD3C2D3}" type="slidenum">
              <a:rPr lang="fr-FR"/>
              <a:pPr/>
              <a:t>2</a:t>
            </a:fld>
            <a:endParaRPr lang="fr-FR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057AD7-89DE-4B2C-A0BE-0CB8919E8525}" type="slidenum">
              <a:rPr lang="fr-FR"/>
              <a:pPr/>
              <a:t>3</a:t>
            </a:fld>
            <a:endParaRPr lang="fr-FR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1113C4-DA9B-4224-A9BE-AFFB4E22070A}" type="slidenum">
              <a:rPr lang="fr-FR"/>
              <a:pPr/>
              <a:t>4</a:t>
            </a:fld>
            <a:endParaRPr lang="fr-FR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F64B89-7D09-4DA7-A00C-C52E39DE004D}" type="slidenum">
              <a:rPr lang="fr-FR"/>
              <a:pPr/>
              <a:t>5</a:t>
            </a:fld>
            <a:endParaRPr lang="fr-FR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9FE68D-3683-4F0C-807A-E796D725F9A1}" type="slidenum">
              <a:rPr lang="fr-FR"/>
              <a:pPr/>
              <a:t>6</a:t>
            </a:fld>
            <a:endParaRPr lang="fr-FR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F68D64-B72A-47FB-916F-BC435CD12B76}" type="slidenum">
              <a:rPr lang="fr-FR"/>
              <a:pPr/>
              <a:t>7</a:t>
            </a:fld>
            <a:endParaRPr lang="fr-FR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A8EADF-BF42-4556-B1EC-C7BE320B893C}" type="slidenum">
              <a:rPr lang="fr-FR"/>
              <a:pPr/>
              <a:t>8</a:t>
            </a:fld>
            <a:endParaRPr lang="fr-FR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24C326-FFA8-4500-B136-7F068AA66E85}" type="slidenum">
              <a:rPr lang="fr-FR"/>
              <a:pPr/>
              <a:t>9</a:t>
            </a:fld>
            <a:endParaRPr lang="fr-FR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>
              <a:latin typeface="Times New Roman" pitchFamily="-110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D74C5-ABCD-4628-9399-C3DCE063FC5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EAEFB5-3772-4925-9894-7B7D381BCF3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3322C8-7C74-4319-8AC2-F7A31C0378EC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88CF12-EFA8-4AC1-8567-52604F2CEDB1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CB2B7A-805A-42C2-85CC-63B9E1B619B0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3955E3-F058-40AF-85F1-EC12DF5FEC0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8BAD5B-558A-4DCC-8D9A-9AC9C89B97B5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60CCCE-003D-4070-9C1B-EF42FA326B80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FE9E3F-28A8-4603-AC1E-844957BAF9CD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8DF63D-A70E-4E8A-8F3D-8A2039EE49E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33B1B0-797F-49EF-9E43-6D1472148CC1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4829C9B-581E-4FCC-BA9C-955B517EC2A1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UN JOUR NOUVEAU SE LÈVE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J’ÉLÈVERAI MA VOIX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POUR TE LOUER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TON NOM EST SUR MES LÈVRES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J’ÉLÈVERAI MA VOIX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POUR TE CHANTER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À TOI SEUL REVIENT LA GLOIRE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À TOI SEUL REVIENT L’HONNEUR </a:t>
            </a:r>
            <a:endParaRPr lang="fr-FR" sz="33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MON ÂME EST RASSASIÉE DE JOIE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HONNEUR 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QUAND LA TERRE ENTIÈRE CHANT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ELLE S’ÉCRIE ENVERS LE ROI DES ROIS 	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HONNEUR TE REVIENNENT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SEIGNEUR, MON ROI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777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QUAND TON NOM EST GLORIFIÉ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MON ÂME EST RASSASIÉE DE JOIE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QUAND LA TERRE ENTIÈRE CHANTE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ELLE S’ÉCRIE ENVERS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LE ROI DES ROIS</a:t>
            </a:r>
          </a:p>
          <a:p>
            <a:pPr algn="ctr">
              <a:lnSpc>
                <a:spcPct val="110000"/>
              </a:lnSpc>
            </a:pPr>
            <a:endParaRPr lang="fr-FR" sz="14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 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SEIGNEUR,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REVIENNENT, SEIGNEUR,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REVIENNENT, SEIGNEUR,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OH JÉSUS!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REVIENNENT,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REVIENNENT,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ELLES 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OH JÉSUS!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REVIENNENT,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REVIENNENT,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ELLES 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LA GLOIRE ET L’HONNEUR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TE REVIENNENT SEIGNEUR</a:t>
            </a:r>
          </a:p>
          <a:p>
            <a:pPr algn="ctr">
              <a:lnSpc>
                <a:spcPct val="110000"/>
              </a:lnSpc>
            </a:pPr>
            <a:r>
              <a:rPr lang="fr-FR" sz="3200">
                <a:solidFill>
                  <a:schemeClr val="bg1"/>
                </a:solidFill>
                <a:latin typeface="Arial Black" pitchFamily="-110" charset="0"/>
              </a:rPr>
              <a:t>GLOIRE ET HONNEUR TE REVIENNENT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SEIGNEUR, MON ROI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SEIGNEUR,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GLOIRE ET L’HONNEUR 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ELLES TE REVIENNENT,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ELLES TE REVIENNENT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LA GLOIRE ET L’HONNEUR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LA GLOIRE ET L’HONNEUR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À TOI SEUL, REVIENT LA GLOIRE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À TOI SEUL, REVIENT L’HONNEUR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THIS IS THE DAY YOU'VE MADE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SO I WILL LIFT MY HEART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AND GIVE YOU PRAISE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THIS IS THE DAY YOU'VE MADE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SO I WILL LIFT MY HEART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AND GIVE YOU PRAISE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YOU ARE WORTHY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YOU ARE WORTHY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YOU ARE WORTHY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YOU ARE WORTHY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00013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LORD WHEN YOU ARE GLORIFIED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MY HEART IS SATISFIED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TO KNOW ALL PRAISE AND HONOR ARE YOURS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AND WHEN ALL CREATION SINGS</a:t>
            </a:r>
            <a:br>
              <a:rPr lang="fr-FR" sz="35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TO YOU THE KING OF KINGS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WE KNOW ALL PRAISE AND HONOR ARE YOURS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313</Words>
  <Application>Microsoft PowerPoint</Application>
  <PresentationFormat>On-screen Show (4:3)</PresentationFormat>
  <Paragraphs>91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Times New Roman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Geraldy Badeau</cp:lastModifiedBy>
  <cp:revision>80</cp:revision>
  <dcterms:created xsi:type="dcterms:W3CDTF">2009-07-11T18:57:33Z</dcterms:created>
  <dcterms:modified xsi:type="dcterms:W3CDTF">2009-07-11T20:17:02Z</dcterms:modified>
</cp:coreProperties>
</file>