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67" r:id="rId4"/>
    <p:sldId id="268" r:id="rId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05" charset="0"/>
        <a:ea typeface="ＭＳ Ｐゴシック" pitchFamily="-105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05" charset="0"/>
        <a:ea typeface="ＭＳ Ｐゴシック" pitchFamily="-105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05" charset="0"/>
        <a:ea typeface="ＭＳ Ｐゴシック" pitchFamily="-105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05" charset="0"/>
        <a:ea typeface="ＭＳ Ｐゴシック" pitchFamily="-105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05" charset="0"/>
        <a:ea typeface="ＭＳ Ｐゴシック" pitchFamily="-105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-105" charset="0"/>
        <a:ea typeface="ＭＳ Ｐゴシック" pitchFamily="-105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-105" charset="0"/>
        <a:ea typeface="ＭＳ Ｐゴシック" pitchFamily="-105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-105" charset="0"/>
        <a:ea typeface="ＭＳ Ｐゴシック" pitchFamily="-105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-105" charset="0"/>
        <a:ea typeface="ＭＳ Ｐゴシック" pitchFamily="-105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slideViewPr>
    <p:cSldViewPr>
      <p:cViewPr varScale="1">
        <p:scale>
          <a:sx n="112" d="100"/>
          <a:sy n="112" d="100"/>
        </p:scale>
        <p:origin x="-680" y="-1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fr-FR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fr-FR"/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52710BE-89A3-46E5-9D18-FEC2C5B70BD9}" type="slidenum">
              <a:rPr lang="fr-FR"/>
              <a:pPr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pitchFamily="-105" charset="-128"/>
        <a:cs typeface="ＭＳ Ｐゴシック" pitchFamily="-105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pitchFamily="-110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pitchFamily="-110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pitchFamily="-110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pitchFamily="-11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4ACAC9E-DCC1-4C92-9ABB-603EA3EC335D}" type="slidenum">
              <a:rPr lang="fr-FR"/>
              <a:pPr/>
              <a:t>1</a:t>
            </a:fld>
            <a:endParaRPr lang="fr-FR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Times New Roman" pitchFamily="-105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EFEE4858-5D94-45BE-AA39-9CF76E367D88}" type="slidenum">
              <a:rPr lang="fr-FR" sz="1200"/>
              <a:pPr algn="r"/>
              <a:t>2</a:t>
            </a:fld>
            <a:endParaRPr lang="fr-FR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Times New Roman" pitchFamily="-105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E747B70-39CB-4051-BA29-35B1D7AA27FA}" type="slidenum">
              <a:rPr lang="fr-FR"/>
              <a:pPr/>
              <a:t>3</a:t>
            </a:fld>
            <a:endParaRPr lang="fr-FR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Times New Roman" pitchFamily="-105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98B002F-83B8-41F1-B0B1-9D023C52AB9E}" type="slidenum">
              <a:rPr lang="fr-FR"/>
              <a:pPr/>
              <a:t>4</a:t>
            </a:fld>
            <a:endParaRPr lang="fr-FR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Times New Roman" pitchFamily="-105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DF54A4C-1CDD-4E37-845A-F4F6C6619C66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6523C8C-1543-402A-AFB8-3B5331FC3447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1DF1A77-1BF7-48DE-958E-D429D2162583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E3D0126-0F60-4813-97DA-848A32F56D0A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7E09B04-AEA0-4886-8E76-706A7A633AAC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C47BFB2-8A8D-4635-856D-180EEF346B9F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15FB1AC-DDFD-4D85-B1FA-6C7AD3FF9191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F72EF75-7852-4C52-B593-E94A62C459D4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895DED8-FA7B-4A89-95C1-92B2A2095AFA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86743AC-C78B-47DA-AFE7-F6AF3DADA14D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B370BC6-DAC6-4C11-9DBD-13B61772C3E5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DEE13E2-88D7-478B-8CF2-92669441DA76}" type="slidenum">
              <a:rPr lang="en-GB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itchFamily="-105" charset="-128"/>
          <a:cs typeface="ＭＳ Ｐゴシック" pitchFamily="-105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ＭＳ Ｐゴシック" pitchFamily="-105" charset="-128"/>
          <a:cs typeface="ＭＳ Ｐゴシック" pitchFamily="-105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ＭＳ Ｐゴシック" pitchFamily="-105" charset="-128"/>
          <a:cs typeface="ＭＳ Ｐゴシック" pitchFamily="-105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ＭＳ Ｐゴシック" pitchFamily="-105" charset="-128"/>
          <a:cs typeface="ＭＳ Ｐゴシック" pitchFamily="-105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ＭＳ Ｐゴシック" pitchFamily="-105" charset="-128"/>
          <a:cs typeface="ＭＳ Ｐゴシック" pitchFamily="-105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pitchFamily="-105" charset="-128"/>
          <a:cs typeface="ＭＳ Ｐゴシック" pitchFamily="-105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pitchFamily="-110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itchFamily="-110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pitchFamily="-110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0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ChangeArrowheads="1"/>
          </p:cNvSpPr>
          <p:nvPr/>
        </p:nvSpPr>
        <p:spPr bwMode="auto">
          <a:xfrm>
            <a:off x="0" y="-100013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-105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5" charset="0"/>
              </a:rPr>
              <a:t>TU DIS : JE VIS EN 3 JOURS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5" charset="0"/>
              </a:rPr>
              <a:t>J’AI VAINCU LA MORT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5" charset="0"/>
              </a:rPr>
              <a:t>C’EST FAIT!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5" charset="0"/>
              </a:rPr>
              <a:t>TU VIS À JAMAIS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5" charset="0"/>
              </a:rPr>
              <a:t>TU RÈGNES, Ô ROI!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5" charset="0"/>
              </a:rPr>
              <a:t>ET TU DIS QUE TU REVIENDRAS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5" charset="0"/>
              </a:rPr>
              <a:t>JE SAIS QUE C’EST VRAI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5" charset="0"/>
              </a:rPr>
              <a:t>LA TERRE ENTIÈRE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5" charset="0"/>
              </a:rPr>
              <a:t>CHANTERA TON NOM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5" charset="0"/>
              </a:rPr>
              <a:t>LA TERRE ENTIÈRE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5" charset="0"/>
              </a:rPr>
              <a:t>CHANTERA TON NOM</a:t>
            </a:r>
          </a:p>
          <a:p>
            <a:pPr algn="ctr">
              <a:lnSpc>
                <a:spcPct val="110000"/>
              </a:lnSpc>
            </a:pPr>
            <a:endParaRPr lang="fr-FR" sz="3300">
              <a:solidFill>
                <a:schemeClr val="bg1"/>
              </a:solidFill>
              <a:latin typeface="Arial Black" pitchFamily="-105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0" y="-100013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1000">
              <a:solidFill>
                <a:schemeClr val="bg1"/>
              </a:solidFill>
              <a:latin typeface="Arial Black" pitchFamily="-105" charset="0"/>
            </a:endParaRPr>
          </a:p>
          <a:p>
            <a:pPr algn="ctr">
              <a:lnSpc>
                <a:spcPct val="110000"/>
              </a:lnSpc>
            </a:pPr>
            <a:endParaRPr lang="fr-FR" sz="3300">
              <a:solidFill>
                <a:schemeClr val="bg1"/>
              </a:solidFill>
              <a:latin typeface="Arial Black" pitchFamily="-105" charset="0"/>
            </a:endParaRPr>
          </a:p>
          <a:p>
            <a:pPr algn="ctr">
              <a:lnSpc>
                <a:spcPct val="110000"/>
              </a:lnSpc>
            </a:pPr>
            <a:endParaRPr lang="fr-FR" sz="3500">
              <a:solidFill>
                <a:schemeClr val="bg1"/>
              </a:solidFill>
              <a:latin typeface="Arial Black" pitchFamily="-105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5" charset="0"/>
              </a:rPr>
              <a:t>SUR TOI, TU PRIS NOS PÉCHÉS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5" charset="0"/>
              </a:rPr>
              <a:t>Ô ROI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5" charset="0"/>
              </a:rPr>
              <a:t>ET TU DONNAS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5" charset="0"/>
              </a:rPr>
              <a:t>TA VIE, TON SANG POUR MOI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5" charset="0"/>
              </a:rPr>
              <a:t>TU VINS À LA CROIX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5" charset="0"/>
              </a:rPr>
              <a:t>POUR NOUS SAUVER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5" charset="0"/>
              </a:rPr>
              <a:t>À JAMAIS TON AMOUR 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5" charset="0"/>
              </a:rPr>
              <a:t>NOUS A CHANGÉS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0" y="-100013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05" charset="0"/>
              </a:rPr>
              <a:t>YOU LIVED YOU DIED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05" charset="0"/>
              </a:rPr>
              <a:t>YOU SAID IN THREE DAYS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05" charset="0"/>
              </a:rPr>
              <a:t>YOU WOULD RISE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05" charset="0"/>
              </a:rPr>
              <a:t>YOU DID YOU'RE ALIVE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05" charset="0"/>
              </a:rPr>
              <a:t>YOU RULE YOU REIGN</a:t>
            </a:r>
          </a:p>
          <a:p>
            <a:pPr algn="ctr">
              <a:lnSpc>
                <a:spcPct val="110000"/>
              </a:lnSpc>
            </a:pPr>
            <a:r>
              <a:rPr lang="fr-FR" sz="3100">
                <a:solidFill>
                  <a:schemeClr val="bg1"/>
                </a:solidFill>
                <a:latin typeface="Arial Black" pitchFamily="-105" charset="0"/>
              </a:rPr>
              <a:t>YOU SAID YOU'RE COMING BACK AGAIN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05" charset="0"/>
              </a:rPr>
              <a:t>I KNOW THAT YOU WILL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05" charset="0"/>
              </a:rPr>
              <a:t>AND ALL THE EARTH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05" charset="0"/>
              </a:rPr>
              <a:t>WILL SING YOUR PRAISES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05" charset="0"/>
              </a:rPr>
              <a:t>ALL THE EARTH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05" charset="0"/>
              </a:rPr>
              <a:t>WILL SING YOUR PRAISES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05" charset="0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0" y="15240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05" charset="0"/>
              </a:rPr>
              <a:t>YOU TOOK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05" charset="0"/>
              </a:rPr>
              <a:t>YOU TAKE OUR SINS AWAY O GOD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05" charset="0"/>
              </a:rPr>
              <a:t>YOU GIVE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05" charset="0"/>
              </a:rPr>
              <a:t>YOU GAVE YOUR LIFE AWAY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05" charset="0"/>
              </a:rPr>
              <a:t>FOR US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05" charset="0"/>
              </a:rPr>
              <a:t>YOU CAME DOWN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05" charset="0"/>
              </a:rPr>
              <a:t>YOU SAVED US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05" charset="0"/>
              </a:rPr>
              <a:t>THROUGH THE CROSS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05" charset="0"/>
              </a:rPr>
              <a:t>OUR HEARTS ARE CHANGED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05" charset="0"/>
              </a:rPr>
              <a:t>BECAUSE OF YOUR GREAT LOVE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05" charset="0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1563</TotalTime>
  <Words>171</Words>
  <Application>Microsoft PowerPoint</Application>
  <PresentationFormat>On-screen Show (4:3)</PresentationFormat>
  <Paragraphs>50</Paragraphs>
  <Slides>4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Modèle de conception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9" baseType="lpstr">
      <vt:lpstr>Times New Roman</vt:lpstr>
      <vt:lpstr>ＭＳ Ｐゴシック</vt:lpstr>
      <vt:lpstr>Arial</vt:lpstr>
      <vt:lpstr>Arial Black</vt:lpstr>
      <vt:lpstr>Default Design</vt:lpstr>
      <vt:lpstr>Diapositive 1</vt:lpstr>
      <vt:lpstr>Diapositive 2</vt:lpstr>
      <vt:lpstr>Diapositive 3</vt:lpstr>
      <vt:lpstr>Diapositive 4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Hadrien Gormand</cp:lastModifiedBy>
  <cp:revision>79</cp:revision>
  <dcterms:created xsi:type="dcterms:W3CDTF">2002-08-17T09:53:17Z</dcterms:created>
  <dcterms:modified xsi:type="dcterms:W3CDTF">2009-07-12T08:44:30Z</dcterms:modified>
</cp:coreProperties>
</file>