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8" autoAdjust="0"/>
    <p:restoredTop sz="90929"/>
  </p:normalViewPr>
  <p:slideViewPr>
    <p:cSldViewPr>
      <p:cViewPr>
        <p:scale>
          <a:sx n="48" d="100"/>
          <a:sy n="48" d="100"/>
        </p:scale>
        <p:origin x="-126" y="-3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CB968C4-7B49-49E1-A031-C212ACA0D51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73C731-4C04-4DE5-B405-B7DD177A31F2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9B3048-21E0-4357-8218-01C88A1DADED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65ACB0-FBF2-462C-A6B0-4F37CB1C40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7A71A-480D-4E09-86A3-48EECB7EC5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15596-49A4-4B98-803E-8E2792D909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C216C8-4F29-4717-9FB6-DAF6FD1AD3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7A95AB-2B82-4784-87B2-A532EB5203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B1336-1A6B-4DE5-AF13-5BDEF614D9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33204C-1371-4BFA-BA01-7D6D0A0E60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AA8D4-1CE9-4C07-ADD2-6CB51DD2A6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4EA39-581A-446E-9D4B-5CB65E0C56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09B779-2A67-47E4-80D0-6C6690C75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D1A27-5B5B-41A6-80C3-5A5BA3E12C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80C3516-4867-4BF0-B009-72C8828B26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EST L'HOMME (POUR) QUE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 TU PENSES À LUI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QUI SUIS-JE POUR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DONNES AMOUR ET GRÂCE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QUI NOUS RÉCONCILIENT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FAIS DE NOUS TES ENFANTS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LIBÈRES PAR TON SANG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AS SAUVÉS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TOI RESSUSCITÉS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NOUS AS SAUVÉS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APPELÉS ET TRANSFORMÉS, YEAH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NOS YEUX SE TOURNENT VERS TOI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GARDE-NOUS DANS TES VOIES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GUÉRIS, TU NOUS RESTAURES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NOUS OUVRES LES BRAS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FAIS DE NOUS TES ENFANTS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LIBÈRES PAR TON SANG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fr-FR" sz="360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38</Words>
  <Application>Microsoft Office PowerPoint</Application>
  <PresentationFormat>On-screen Show (4:3)</PresentationFormat>
  <Paragraphs>28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61</cp:revision>
  <dcterms:created xsi:type="dcterms:W3CDTF">2002-08-17T12:16:38Z</dcterms:created>
  <dcterms:modified xsi:type="dcterms:W3CDTF">2014-05-24T09:52:26Z</dcterms:modified>
</cp:coreProperties>
</file>