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63" r:id="rId4"/>
    <p:sldId id="275" r:id="rId5"/>
    <p:sldId id="288" r:id="rId6"/>
    <p:sldId id="289" r:id="rId7"/>
    <p:sldId id="290" r:id="rId8"/>
    <p:sldId id="302" r:id="rId9"/>
    <p:sldId id="267" r:id="rId10"/>
    <p:sldId id="277" r:id="rId11"/>
    <p:sldId id="278" r:id="rId12"/>
    <p:sldId id="282" r:id="rId13"/>
    <p:sldId id="281" r:id="rId14"/>
    <p:sldId id="280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37" autoAdjust="0"/>
    <p:restoredTop sz="90929"/>
  </p:normalViewPr>
  <p:slideViewPr>
    <p:cSldViewPr>
      <p:cViewPr varScale="1">
        <p:scale>
          <a:sx n="43" d="100"/>
          <a:sy n="43" d="100"/>
        </p:scale>
        <p:origin x="-90" y="-7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9B54D3-E026-436B-B009-57E35F788B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AC810-B7D4-4E33-AE3B-C26CC2AA45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39D9D2-85A8-4885-9E4F-3524AFD6D3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C2E842-5892-4071-9B93-F031D586A2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E9476A-52F6-4242-99B0-FB2E793EE4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33198B-6A76-4EE2-A06D-0650A8F925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3A985E-5C60-46AE-8E58-183BCE482F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A9A49-3B2C-4081-9863-3A5D3A041E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2B1E07-685C-426C-8826-15FE15ACB6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10E804-51A0-49F4-82B2-EFB3307C8B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792DD-A1F9-4053-90E4-D317B3FAD6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D83DFD4-6E88-4B7D-B034-1D3712C6D2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8"/>
          <p:cNvGrpSpPr>
            <a:grpSpLocks/>
          </p:cNvGrpSpPr>
          <p:nvPr/>
        </p:nvGrpSpPr>
        <p:grpSpPr bwMode="auto">
          <a:xfrm>
            <a:off x="1285875" y="-285750"/>
            <a:ext cx="6357938" cy="1857375"/>
            <a:chOff x="-114" y="3249"/>
            <a:chExt cx="6078" cy="1071"/>
          </a:xfrm>
        </p:grpSpPr>
        <p:sp>
          <p:nvSpPr>
            <p:cNvPr id="2053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6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-33338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JÉSUS TU ES, TU ES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492918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-285750"/>
            <a:ext cx="9144000" cy="2346325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TOUT CE QUE JE NE SUIS PAS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TOUT CE QUE JE VOUDRAIS ÊTRE</a:t>
            </a: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1500188" y="-215900"/>
            <a:ext cx="6357937" cy="1787525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JÉSUS TU ES, TU ES</a:t>
            </a:r>
          </a:p>
        </p:txBody>
      </p:sp>
      <p:sp>
        <p:nvSpPr>
          <p:cNvPr id="410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430463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-500063" y="-215900"/>
            <a:ext cx="10215563" cy="2216150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24130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L’ARTISAN DE MON ÂME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ACHÈVE L’ŒUVRE QUE TU FAIS EN MOI</a:t>
            </a:r>
          </a:p>
        </p:txBody>
      </p:sp>
      <p:sp>
        <p:nvSpPr>
          <p:cNvPr id="5124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4209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571500" y="-428625"/>
            <a:ext cx="8001000" cy="2357438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1428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J’AI EN MOI CET ESPOIR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QUE JE NE PEUX PAS VOIR</a:t>
            </a:r>
          </a:p>
        </p:txBody>
      </p:sp>
      <p:sp>
        <p:nvSpPr>
          <p:cNvPr id="10244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0" y="-215900"/>
            <a:ext cx="8858250" cy="2430463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3841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TU CHOISIS PAR TON SANG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DE PAYER LE PRIX POUR MOI</a:t>
            </a:r>
          </a:p>
        </p:txBody>
      </p:sp>
      <p:sp>
        <p:nvSpPr>
          <p:cNvPr id="1126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430463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571500" y="-215900"/>
            <a:ext cx="8072438" cy="2216150"/>
            <a:chOff x="-114" y="3249"/>
            <a:chExt cx="6078" cy="1071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24130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MAINTENANT JE CROIS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OUI JE CROIS, OUI JE CROIS</a:t>
            </a:r>
          </a:p>
        </p:txBody>
      </p:sp>
      <p:sp>
        <p:nvSpPr>
          <p:cNvPr id="1229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4209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2714625" y="-215900"/>
            <a:ext cx="3786188" cy="1858963"/>
            <a:chOff x="-114" y="3249"/>
            <a:chExt cx="6078" cy="1071"/>
          </a:xfrm>
        </p:grpSpPr>
        <p:sp>
          <p:nvSpPr>
            <p:cNvPr id="2560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YEAH…</a:t>
            </a:r>
          </a:p>
        </p:txBody>
      </p:sp>
      <p:sp>
        <p:nvSpPr>
          <p:cNvPr id="25604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2492375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Chantez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0" y="-500063"/>
            <a:ext cx="9144000" cy="2500313"/>
            <a:chOff x="-114" y="3249"/>
            <a:chExt cx="6078" cy="1071"/>
          </a:xfrm>
        </p:grpSpPr>
        <p:sp>
          <p:nvSpPr>
            <p:cNvPr id="2662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6627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TU ES, TU ES, TU ES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TOUT CE QUE JE VOUDRAIS ÊTRE</a:t>
            </a:r>
          </a:p>
        </p:txBody>
      </p:sp>
      <p:sp>
        <p:nvSpPr>
          <p:cNvPr id="2662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Chantez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/>
          <p:cNvGrpSpPr>
            <a:grpSpLocks/>
          </p:cNvGrpSpPr>
          <p:nvPr/>
        </p:nvGrpSpPr>
        <p:grpSpPr bwMode="auto">
          <a:xfrm>
            <a:off x="500063" y="-215900"/>
            <a:ext cx="8215312" cy="2073275"/>
            <a:chOff x="-114" y="3249"/>
            <a:chExt cx="6078" cy="1071"/>
          </a:xfrm>
        </p:grpSpPr>
        <p:sp>
          <p:nvSpPr>
            <p:cNvPr id="276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7651" name="Rectangle 8"/>
          <p:cNvSpPr>
            <a:spLocks noChangeArrowheads="1"/>
          </p:cNvSpPr>
          <p:nvPr/>
        </p:nvSpPr>
        <p:spPr bwMode="auto">
          <a:xfrm>
            <a:off x="0" y="24130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JÉSUS, TU ES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ACHÈVE L’ŒUVRE QUE TU FAIS</a:t>
            </a:r>
          </a:p>
        </p:txBody>
      </p:sp>
      <p:sp>
        <p:nvSpPr>
          <p:cNvPr id="2765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1357313" y="-357188"/>
            <a:ext cx="6357937" cy="1785938"/>
            <a:chOff x="-114" y="3249"/>
            <a:chExt cx="6078" cy="1071"/>
          </a:xfrm>
        </p:grpSpPr>
        <p:sp>
          <p:nvSpPr>
            <p:cNvPr id="286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8675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JÉSUS TU ES, TU ES</a:t>
            </a:r>
          </a:p>
        </p:txBody>
      </p:sp>
      <p:sp>
        <p:nvSpPr>
          <p:cNvPr id="2867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>
            <a:grpSpLocks/>
          </p:cNvGrpSpPr>
          <p:nvPr/>
        </p:nvGrpSpPr>
        <p:grpSpPr bwMode="auto">
          <a:xfrm>
            <a:off x="0" y="-357188"/>
            <a:ext cx="9144000" cy="2286001"/>
            <a:chOff x="-114" y="3249"/>
            <a:chExt cx="6078" cy="1071"/>
          </a:xfrm>
        </p:grpSpPr>
        <p:sp>
          <p:nvSpPr>
            <p:cNvPr id="297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9699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TOUT CE QUE JE NE SUIS PAS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TOUT CE QUE JE VOUDRAIS ÊTRE</a:t>
            </a:r>
          </a:p>
        </p:txBody>
      </p:sp>
      <p:sp>
        <p:nvSpPr>
          <p:cNvPr id="2970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2"/>
          <p:cNvGrpSpPr>
            <a:grpSpLocks/>
          </p:cNvGrpSpPr>
          <p:nvPr/>
        </p:nvGrpSpPr>
        <p:grpSpPr bwMode="auto">
          <a:xfrm>
            <a:off x="714375" y="-357188"/>
            <a:ext cx="7500938" cy="2357438"/>
            <a:chOff x="-114" y="3249"/>
            <a:chExt cx="6078" cy="1071"/>
          </a:xfrm>
        </p:grpSpPr>
        <p:sp>
          <p:nvSpPr>
            <p:cNvPr id="307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23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JÉSUS TU ES, TU ES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L’ARTISAN DE MON ÂME </a:t>
            </a:r>
          </a:p>
        </p:txBody>
      </p:sp>
      <p:sp>
        <p:nvSpPr>
          <p:cNvPr id="30724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/>
          <p:cNvGrpSpPr>
            <a:grpSpLocks/>
          </p:cNvGrpSpPr>
          <p:nvPr/>
        </p:nvGrpSpPr>
        <p:grpSpPr bwMode="auto">
          <a:xfrm>
            <a:off x="428625" y="-357188"/>
            <a:ext cx="8286750" cy="1785938"/>
            <a:chOff x="-114" y="3249"/>
            <a:chExt cx="6078" cy="1071"/>
          </a:xfrm>
        </p:grpSpPr>
        <p:sp>
          <p:nvSpPr>
            <p:cNvPr id="317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1747" name="Rectangle 8"/>
          <p:cNvSpPr>
            <a:spLocks noChangeArrowheads="1"/>
          </p:cNvSpPr>
          <p:nvPr/>
        </p:nvSpPr>
        <p:spPr bwMode="auto">
          <a:xfrm>
            <a:off x="0" y="25400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ACHÈVE L’ŒUVRE QUE TU FAIS</a:t>
            </a:r>
          </a:p>
        </p:txBody>
      </p:sp>
      <p:sp>
        <p:nvSpPr>
          <p:cNvPr id="3174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1595</TotalTime>
  <Words>146</Words>
  <Application>Microsoft PowerPoint</Application>
  <PresentationFormat>On-screen Show (4:3)</PresentationFormat>
  <Paragraphs>37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Times New Roman</vt:lpstr>
      <vt:lpstr>Arial</vt:lpstr>
      <vt:lpstr>Calibri</vt:lpstr>
      <vt:lpstr>Franklin Gothic Medium</vt:lpstr>
      <vt:lpstr>Default Design</vt:lpstr>
      <vt:lpstr>Faites un</vt:lpstr>
      <vt:lpstr>Faites un</vt:lpstr>
      <vt:lpstr>Faites un</vt:lpstr>
      <vt:lpstr>Faites un</vt:lpstr>
      <vt:lpstr>Faites un</vt:lpstr>
      <vt:lpstr>Faites un</vt:lpstr>
      <vt:lpstr>Faites un</vt:lpstr>
      <vt:lpstr>Chantez un</vt:lpstr>
      <vt:lpstr>Chantez un</vt:lpstr>
      <vt:lpstr>Faites un</vt:lpstr>
      <vt:lpstr>Faites un</vt:lpstr>
      <vt:lpstr>Faites un</vt:lpstr>
      <vt:lpstr>Faites un</vt:lpstr>
      <vt:lpstr>Faites un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Nelson</cp:lastModifiedBy>
  <cp:revision>41</cp:revision>
  <dcterms:created xsi:type="dcterms:W3CDTF">2002-08-17T09:53:17Z</dcterms:created>
  <dcterms:modified xsi:type="dcterms:W3CDTF">2009-07-08T23:41:26Z</dcterms:modified>
</cp:coreProperties>
</file>