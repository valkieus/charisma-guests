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80" r:id="rId7"/>
    <p:sldId id="279" r:id="rId8"/>
    <p:sldId id="281" r:id="rId9"/>
    <p:sldId id="282" r:id="rId10"/>
    <p:sldId id="283" r:id="rId11"/>
    <p:sldId id="284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1" r:id="rId25"/>
    <p:sldId id="300" r:id="rId26"/>
    <p:sldId id="302" r:id="rId27"/>
    <p:sldId id="303" r:id="rId28"/>
    <p:sldId id="304" r:id="rId29"/>
    <p:sldId id="305" r:id="rId30"/>
    <p:sldId id="306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37" autoAdjust="0"/>
    <p:restoredTop sz="90929"/>
  </p:normalViewPr>
  <p:slideViewPr>
    <p:cSldViewPr>
      <p:cViewPr varScale="1">
        <p:scale>
          <a:sx n="22" d="100"/>
          <a:sy n="22" d="100"/>
        </p:scale>
        <p:origin x="-102" y="-6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79420-C88B-4E57-9DF0-FAC993F074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BED32E-84C5-4661-BF3E-2869C29010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7FC99-D66A-43E4-B0FD-5BAB890E24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C94C0-4434-4D92-95F4-DD1DF3ECFE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315AD-CBFC-4039-B946-A36A59A511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464B5-FDD4-4142-B2D9-E061E42E78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39244-0E1F-4BDF-B489-8274053E1B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C3F43E-637A-4CCB-887C-04BE3D4677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4BE2D-3244-45AD-BBBF-46076F92F0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F8657-891B-490E-961B-7B09AE0DFE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3834B-8F14-4268-8393-950E3FDA76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DED4849-ACE9-4686-A8EE-B4F1F473BE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395288" y="-285750"/>
            <a:ext cx="8353425" cy="2346325"/>
            <a:chOff x="-114" y="3249"/>
            <a:chExt cx="6078" cy="1071"/>
          </a:xfrm>
        </p:grpSpPr>
        <p:sp>
          <p:nvSpPr>
            <p:cNvPr id="205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RIEN N’A PLUS DE SPLENDEUR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L’ÉCLAT DE TON AMOUR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116013" y="-285750"/>
            <a:ext cx="6840537" cy="2346325"/>
            <a:chOff x="-114" y="3249"/>
            <a:chExt cx="6078" cy="1071"/>
          </a:xfrm>
        </p:grpSpPr>
        <p:sp>
          <p:nvSpPr>
            <p:cNvPr id="307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IL N’Y A POINT D’OMBRE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TA PRÉSENCE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971550" y="-285750"/>
            <a:ext cx="7200900" cy="2130425"/>
            <a:chOff x="-114" y="3249"/>
            <a:chExt cx="6078" cy="1071"/>
          </a:xfrm>
        </p:grpSpPr>
        <p:sp>
          <p:nvSpPr>
            <p:cNvPr id="41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476250"/>
            <a:ext cx="9177338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QUI PEUT VRAIMENT OSER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395288" y="-285750"/>
            <a:ext cx="8353425" cy="2346325"/>
            <a:chOff x="-114" y="3249"/>
            <a:chExt cx="6078" cy="1071"/>
          </a:xfrm>
        </p:grpSpPr>
        <p:sp>
          <p:nvSpPr>
            <p:cNvPr id="512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SE TENIR DEVANT LE TRÔNE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DEVANT TA FACE, Ô ÉTERNEL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-285750"/>
            <a:ext cx="9144000" cy="2346325"/>
            <a:chOff x="-114" y="3249"/>
            <a:chExt cx="6078" cy="1071"/>
          </a:xfrm>
        </p:grpSpPr>
        <p:sp>
          <p:nvSpPr>
            <p:cNvPr id="614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MAIS C’EST PAR TA GRÂCE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ET C’EST PAR TON SANG, Ô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2484438" y="-285750"/>
            <a:ext cx="4175125" cy="2130425"/>
            <a:chOff x="-114" y="3249"/>
            <a:chExt cx="6078" cy="1071"/>
          </a:xfrm>
        </p:grpSpPr>
        <p:sp>
          <p:nvSpPr>
            <p:cNvPr id="717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476250"/>
            <a:ext cx="9177338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JE VIENS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0" y="-285750"/>
            <a:ext cx="9144000" cy="2346325"/>
            <a:chOff x="-114" y="3249"/>
            <a:chExt cx="6078" cy="1071"/>
          </a:xfrm>
        </p:grpSpPr>
        <p:sp>
          <p:nvSpPr>
            <p:cNvPr id="819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19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J’ÉLÈVE UN CHANT COMME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UNE OFFRANDE VERS TOI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258888" y="-285750"/>
            <a:ext cx="6626225" cy="2346325"/>
            <a:chOff x="-114" y="3249"/>
            <a:chExt cx="6078" cy="1071"/>
          </a:xfrm>
        </p:grpSpPr>
        <p:sp>
          <p:nvSpPr>
            <p:cNvPr id="922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33375"/>
            <a:ext cx="9177338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NUL NE MÉRITE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CES LOUANGES ICI-BAS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95288" y="-285750"/>
            <a:ext cx="8353425" cy="2346325"/>
            <a:chOff x="-114" y="3249"/>
            <a:chExt cx="6078" cy="1071"/>
          </a:xfrm>
        </p:grpSpPr>
        <p:sp>
          <p:nvSpPr>
            <p:cNvPr id="1024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12738"/>
            <a:ext cx="9175750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SEIGNEUR, REÇOIS L’HONNEUR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ET LA GLOIRE QUI T’ES DUE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-285750"/>
            <a:ext cx="9144000" cy="2130425"/>
            <a:chOff x="-114" y="3249"/>
            <a:chExt cx="6078" cy="1071"/>
          </a:xfrm>
        </p:grpSpPr>
        <p:sp>
          <p:nvSpPr>
            <p:cNvPr id="1126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476250"/>
            <a:ext cx="9177338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REÇOIS MON OFFRANDE, Ô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0" y="-285750"/>
            <a:ext cx="9144000" cy="2346325"/>
            <a:chOff x="-114" y="3249"/>
            <a:chExt cx="6078" cy="1071"/>
          </a:xfrm>
        </p:grpSpPr>
        <p:sp>
          <p:nvSpPr>
            <p:cNvPr id="1229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J’ÉLÈVE UNE OFFRANDE VERS TOI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MON ROI, VERS TOI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0" y="-285750"/>
            <a:ext cx="9144000" cy="2346325"/>
            <a:chOff x="-114" y="3249"/>
            <a:chExt cx="6078" cy="1071"/>
          </a:xfrm>
        </p:grpSpPr>
        <p:sp>
          <p:nvSpPr>
            <p:cNvPr id="1331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J’ÉLÈVE UNE OFFRANDE VERS TOI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OH MON ROI, JÉSUS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479425" y="-285750"/>
            <a:ext cx="8185150" cy="2346325"/>
            <a:chOff x="-114" y="3249"/>
            <a:chExt cx="6078" cy="1071"/>
          </a:xfrm>
        </p:grpSpPr>
        <p:sp>
          <p:nvSpPr>
            <p:cNvPr id="1434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I BRING AN OFFERING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OF WORSHIP TO MY KING</a:t>
            </a: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261938" y="-285750"/>
            <a:ext cx="8620125" cy="2346325"/>
            <a:chOff x="-114" y="3249"/>
            <a:chExt cx="6078" cy="1071"/>
          </a:xfrm>
        </p:grpSpPr>
        <p:sp>
          <p:nvSpPr>
            <p:cNvPr id="1536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NO ONE ON EARTH DESERVES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THE PRAISES THAT I SING</a:t>
            </a: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261938" y="-285750"/>
            <a:ext cx="8620125" cy="2346325"/>
            <a:chOff x="-114" y="3249"/>
            <a:chExt cx="6078" cy="1071"/>
          </a:xfrm>
        </p:grpSpPr>
        <p:sp>
          <p:nvSpPr>
            <p:cNvPr id="1638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8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JESUS MAY YOU RECEIVE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THE HONOR THAT YOU'RE DUE</a:t>
            </a: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827088" y="-285750"/>
            <a:ext cx="7489825" cy="2346325"/>
            <a:chOff x="-114" y="3249"/>
            <a:chExt cx="6078" cy="1071"/>
          </a:xfrm>
        </p:grpSpPr>
        <p:sp>
          <p:nvSpPr>
            <p:cNvPr id="1741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O LORD I BRING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AN OFFERING TO YOU</a:t>
            </a: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261938" y="-285750"/>
            <a:ext cx="8620125" cy="2346325"/>
            <a:chOff x="-114" y="3249"/>
            <a:chExt cx="6078" cy="1071"/>
          </a:xfrm>
        </p:grpSpPr>
        <p:sp>
          <p:nvSpPr>
            <p:cNvPr id="1843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3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5984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I BRING AN OFFERING TO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261938" y="-285750"/>
            <a:ext cx="8620125" cy="2346325"/>
            <a:chOff x="-114" y="3249"/>
            <a:chExt cx="6078" cy="1071"/>
          </a:xfrm>
        </p:grpSpPr>
        <p:sp>
          <p:nvSpPr>
            <p:cNvPr id="1946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OVER THE SKIES OF BETHLEHEM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APPEARED A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739775" y="-285750"/>
            <a:ext cx="7664450" cy="2346325"/>
            <a:chOff x="-114" y="3249"/>
            <a:chExt cx="6078" cy="1071"/>
          </a:xfrm>
        </p:grpSpPr>
        <p:sp>
          <p:nvSpPr>
            <p:cNvPr id="2048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WHILE ANGELS SANG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TO LOWLY SHEPHERDS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1436688" y="-285750"/>
            <a:ext cx="6270625" cy="2346325"/>
            <a:chOff x="-114" y="3249"/>
            <a:chExt cx="6078" cy="1071"/>
          </a:xfrm>
        </p:grpSpPr>
        <p:sp>
          <p:nvSpPr>
            <p:cNvPr id="2150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THREE WISE MEN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SEEKING TRUTH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1176338" y="-285750"/>
            <a:ext cx="6791325" cy="2346325"/>
            <a:chOff x="-114" y="3249"/>
            <a:chExt cx="6078" cy="1071"/>
          </a:xfrm>
        </p:grpSpPr>
        <p:sp>
          <p:nvSpPr>
            <p:cNvPr id="2253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5270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TRAVELLED FROM AFAR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784225" y="-285750"/>
            <a:ext cx="7575550" cy="2346325"/>
            <a:chOff x="-114" y="3249"/>
            <a:chExt cx="6078" cy="1071"/>
          </a:xfrm>
        </p:grpSpPr>
        <p:sp>
          <p:nvSpPr>
            <p:cNvPr id="2355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5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3571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HOPING TO FIND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THE CHILD FROM HEAVEN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endParaRPr lang="en-US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784225" y="-285750"/>
            <a:ext cx="7575550" cy="2346325"/>
            <a:chOff x="-114" y="3249"/>
            <a:chExt cx="6078" cy="1071"/>
          </a:xfrm>
        </p:grpSpPr>
        <p:sp>
          <p:nvSpPr>
            <p:cNvPr id="2458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3571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FALLING ON THEIRKNEES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THEY BOWED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392113" y="-285750"/>
            <a:ext cx="8359775" cy="2346325"/>
            <a:chOff x="-114" y="3249"/>
            <a:chExt cx="6078" cy="1071"/>
          </a:xfrm>
        </p:grpSpPr>
        <p:sp>
          <p:nvSpPr>
            <p:cNvPr id="2560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3571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BEFORE THE HUMBLE PRINCE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OF PEACE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392113" y="-285750"/>
            <a:ext cx="8359775" cy="2346325"/>
            <a:chOff x="-114" y="3249"/>
            <a:chExt cx="6078" cy="1071"/>
          </a:xfrm>
        </p:grpSpPr>
        <p:sp>
          <p:nvSpPr>
            <p:cNvPr id="2662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2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THE SUN CANNOT COMPARE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TO THE GLORY OF YOUR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827088" y="-285750"/>
            <a:ext cx="7489825" cy="2346325"/>
            <a:chOff x="-114" y="3249"/>
            <a:chExt cx="6078" cy="1071"/>
          </a:xfrm>
        </p:grpSpPr>
        <p:sp>
          <p:nvSpPr>
            <p:cNvPr id="2765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THERE IS NO SHADOW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IN YOUR PRESENCE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-174625" y="-285750"/>
            <a:ext cx="9493250" cy="2346325"/>
            <a:chOff x="-114" y="3249"/>
            <a:chExt cx="6078" cy="1071"/>
          </a:xfrm>
        </p:grpSpPr>
        <p:sp>
          <p:nvSpPr>
            <p:cNvPr id="2867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7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NO MORTAL MAN WOULD DARE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TO STAND BEFORE YOUR THRONE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739775" y="-285750"/>
            <a:ext cx="7664450" cy="2346325"/>
            <a:chOff x="-114" y="3249"/>
            <a:chExt cx="6078" cy="1071"/>
          </a:xfrm>
        </p:grpSpPr>
        <p:sp>
          <p:nvSpPr>
            <p:cNvPr id="297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BEFORE THE HOLY ONE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OF HEAVEN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-566738" y="-285750"/>
            <a:ext cx="10277476" cy="2346325"/>
            <a:chOff x="-114" y="3249"/>
            <a:chExt cx="6078" cy="1071"/>
          </a:xfrm>
        </p:grpSpPr>
        <p:sp>
          <p:nvSpPr>
            <p:cNvPr id="3072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2857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IT'S ONLY BY YOUR BLOOD</a:t>
            </a:r>
            <a:br>
              <a:rPr lang="en-US" sz="4000">
                <a:solidFill>
                  <a:schemeClr val="bg1"/>
                </a:solidFill>
                <a:latin typeface="Franklin Gothic Medium" pitchFamily="34" charset="0"/>
              </a:rPr>
            </a:b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AND IT'S ONLY THROUGH YOUR MERCY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1958975" y="-184150"/>
            <a:ext cx="5226050" cy="2143125"/>
            <a:chOff x="-114" y="3249"/>
            <a:chExt cx="6078" cy="1071"/>
          </a:xfrm>
        </p:grpSpPr>
        <p:sp>
          <p:nvSpPr>
            <p:cNvPr id="3174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4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175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5984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  <a:latin typeface="Franklin Gothic Medium" pitchFamily="34" charset="0"/>
              </a:rPr>
              <a:t>LORD I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199</Words>
  <Application>Microsoft PowerPoint</Application>
  <PresentationFormat>On-screen Show (4:3)</PresentationFormat>
  <Paragraphs>47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Times New Roman</vt:lpstr>
      <vt:lpstr>Arial</vt:lpstr>
      <vt:lpstr>Calibri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45</cp:revision>
  <dcterms:created xsi:type="dcterms:W3CDTF">2002-08-17T09:53:17Z</dcterms:created>
  <dcterms:modified xsi:type="dcterms:W3CDTF">2009-07-11T19:19:52Z</dcterms:modified>
</cp:coreProperties>
</file>