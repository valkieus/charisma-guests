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70" r:id="rId2"/>
    <p:sldId id="271" r:id="rId3"/>
    <p:sldId id="272" r:id="rId4"/>
    <p:sldId id="296" r:id="rId5"/>
    <p:sldId id="285" r:id="rId6"/>
    <p:sldId id="277" r:id="rId7"/>
    <p:sldId id="286" r:id="rId8"/>
    <p:sldId id="279" r:id="rId9"/>
    <p:sldId id="280" r:id="rId10"/>
    <p:sldId id="281" r:id="rId11"/>
    <p:sldId id="282" r:id="rId12"/>
    <p:sldId id="284" r:id="rId13"/>
    <p:sldId id="287" r:id="rId14"/>
    <p:sldId id="288" r:id="rId15"/>
    <p:sldId id="289" r:id="rId16"/>
    <p:sldId id="293" r:id="rId17"/>
    <p:sldId id="294" r:id="rId18"/>
    <p:sldId id="295" r:id="rId19"/>
    <p:sldId id="297" r:id="rId20"/>
    <p:sldId id="298" r:id="rId21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23281" autoAdjust="0"/>
    <p:restoredTop sz="50063" autoAdjust="0"/>
  </p:normalViewPr>
  <p:slideViewPr>
    <p:cSldViewPr>
      <p:cViewPr varScale="1">
        <p:scale>
          <a:sx n="44" d="100"/>
          <a:sy n="44" d="100"/>
        </p:scale>
        <p:origin x="-2124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03D02397-86A7-435E-AB2B-C041395C424C}" type="datetimeFigureOut">
              <a:rPr lang="fr-FR"/>
              <a:pPr>
                <a:defRPr/>
              </a:pPr>
              <a:t>20/10/2018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823123EB-781B-46D0-B0B5-7481065B6FAF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dirty="0" smtClean="0"/>
              <a:t>1-  JE METS MES PEURS DE CÔTÉ ET DERRIÈRE MOI MON PASSÉ</a:t>
            </a:r>
          </a:p>
          <a:p>
            <a:pPr>
              <a:defRPr/>
            </a:pPr>
            <a:r>
              <a:rPr lang="fr-FR" dirty="0" smtClean="0"/>
              <a:t>2-  POUR TOURNER MON CŒUR ENTIER VERS TOI, JÉSUS</a:t>
            </a:r>
          </a:p>
          <a:p>
            <a:pPr>
              <a:defRPr/>
            </a:pPr>
            <a:r>
              <a:rPr lang="fr-FR" dirty="0" smtClean="0"/>
              <a:t>3-  JE LÈVE MES MAINS VERS LES TIENNES ABANDONNANT TOUTES MES PEINES</a:t>
            </a:r>
          </a:p>
          <a:p>
            <a:pPr>
              <a:defRPr/>
            </a:pPr>
            <a:r>
              <a:rPr lang="fr-FR" dirty="0" smtClean="0"/>
              <a:t>4-  CAR JE CROIS QUE TOUT CE QUE TU ME RÉSERVES EST BON, SI BON</a:t>
            </a:r>
            <a:br>
              <a:rPr lang="fr-FR" dirty="0" smtClean="0"/>
            </a:br>
            <a:endParaRPr lang="fr-FR" dirty="0" smtClean="0"/>
          </a:p>
          <a:p>
            <a:pPr>
              <a:defRPr/>
            </a:pPr>
            <a:r>
              <a:rPr lang="fr-FR" dirty="0" smtClean="0"/>
              <a:t>	5-  VOICI LA JOURNÉE QUE TU AS FAITE ELLE SERA POUR MOI UN SUJET DE JOIE  x2</a:t>
            </a:r>
          </a:p>
          <a:p>
            <a:pPr>
              <a:defRPr/>
            </a:pPr>
            <a:r>
              <a:rPr lang="fr-FR" dirty="0" smtClean="0"/>
              <a:t>	6-  JE NE M’INQUIÈTE PAS POUR DEMAIN J’AI CONFIANCE EN QUI TU ES</a:t>
            </a:r>
          </a:p>
          <a:p>
            <a:pPr>
              <a:defRPr/>
            </a:pPr>
            <a:r>
              <a:rPr lang="fr-FR" dirty="0" smtClean="0"/>
              <a:t>	7-  ET C’EST MA JOURNÉE OUI C’EST MA JOURNÉE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8-  JE METS MES SOUCIS DEHORS ET DERRIÈRE MOI LES REMORDS</a:t>
            </a:r>
          </a:p>
          <a:p>
            <a:pPr>
              <a:defRPr/>
            </a:pPr>
            <a:r>
              <a:rPr lang="fr-FR" dirty="0" smtClean="0"/>
              <a:t>9-  JE TE DONNE MA VIE ET PLUS ENCORE, JÉSUS</a:t>
            </a:r>
          </a:p>
          <a:p>
            <a:pPr>
              <a:defRPr/>
            </a:pPr>
            <a:r>
              <a:rPr lang="fr-FR" dirty="0" smtClean="0"/>
              <a:t>10-  JE LÈVE MES MAINS VERS LES TIENNES  ABANDONNANT TOUTES MES PEINES</a:t>
            </a:r>
          </a:p>
          <a:p>
            <a:pPr>
              <a:defRPr/>
            </a:pPr>
            <a:r>
              <a:rPr lang="fr-FR" dirty="0" smtClean="0"/>
              <a:t>11-  CAR JE CROIS QUE TOUT CE QUE TU ME RÉSERVES EST BON, SI BON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Pont :</a:t>
            </a:r>
          </a:p>
          <a:p>
            <a:pPr>
              <a:defRPr/>
            </a:pPr>
            <a:r>
              <a:rPr lang="fr-FR" dirty="0" smtClean="0"/>
              <a:t>12-  JE MARCHERAI DANS TA VÉRITÉ CHAQUE JOUR POUR TOI JE VIVRAI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13-  VOICI L’ANNÉE QUE TU AS FAITE ELLE SERA POUR MOI UN SUJET DE JOIE  x2</a:t>
            </a:r>
          </a:p>
          <a:p>
            <a:pPr>
              <a:defRPr/>
            </a:pPr>
            <a:r>
              <a:rPr lang="fr-FR" dirty="0" smtClean="0"/>
              <a:t>14-  JE NE M’INQUIÈTE PAS POUR DEMAIN J’AI CONFIANCE EN QUI TU ES</a:t>
            </a:r>
          </a:p>
          <a:p>
            <a:pPr>
              <a:defRPr/>
            </a:pPr>
            <a:r>
              <a:rPr lang="fr-FR" dirty="0" smtClean="0"/>
              <a:t>15-  ET C’EST MON ANNÉE OUI C’EST MON ANNÉE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16-  VOICI LA SOIRÉE QUE TU AS FAITE ELLE SERA POUR MOI UN SUJET DE JOIE   x2</a:t>
            </a:r>
          </a:p>
          <a:p>
            <a:pPr>
              <a:defRPr/>
            </a:pPr>
            <a:r>
              <a:rPr lang="fr-FR" dirty="0" smtClean="0"/>
              <a:t>17-  JE NE M’INQUIÈTE PAS POUR DEMAIN J’AI CONFIANCE EN QUI TU ES</a:t>
            </a:r>
          </a:p>
          <a:p>
            <a:pPr>
              <a:defRPr/>
            </a:pPr>
            <a:r>
              <a:rPr lang="fr-FR" dirty="0" smtClean="0"/>
              <a:t>18-  ET C’EST MA SOIRÉE OUI C’EST MA SOIRÉE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 19 -JE NE M’INQUIÈTE PAS POUR DEMAIN</a:t>
            </a:r>
          </a:p>
          <a:p>
            <a:pPr>
              <a:defRPr/>
            </a:pPr>
            <a:r>
              <a:rPr lang="fr-FR" dirty="0" smtClean="0"/>
              <a:t>20- J’AI CONFIANCE EN QUI TU ES</a:t>
            </a:r>
            <a:endParaRPr lang="fr-FR" dirty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METS MES PEURS DE CÔTÉ ET DERRIÈRE MOI MON PASSÉ</a:t>
            </a:r>
          </a:p>
          <a:p>
            <a:r>
              <a:rPr lang="fr-FR" smtClean="0"/>
              <a:t>2-  POUR TOURNER MON CŒUR ENTIER VERS TOI, JÉSUS</a:t>
            </a:r>
          </a:p>
          <a:p>
            <a:r>
              <a:rPr lang="fr-FR" smtClean="0"/>
              <a:t>3-  JE LÈVE MES MAINS VERS LES TIENNES ABANDONNANT TOUTES MES PEINES</a:t>
            </a:r>
          </a:p>
          <a:p>
            <a:r>
              <a:rPr lang="fr-FR" smtClean="0"/>
              <a:t>4-  CAR JE CROIS QUE TOUT CE QUE TU ME RÉSERVES EST BON, SI BON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VOICI LA JOURNÉE QUE TU AS FAITE ELLE SERA POUR MOI UN SUJET DE JOIE  x2</a:t>
            </a:r>
          </a:p>
          <a:p>
            <a:r>
              <a:rPr lang="fr-FR" smtClean="0"/>
              <a:t>	6-  JE NE M’INQUIÈTE PAS POUR DEMAIN J’AI CONFIANCE EN QUI TU ES</a:t>
            </a:r>
          </a:p>
          <a:p>
            <a:r>
              <a:rPr lang="fr-FR" smtClean="0"/>
              <a:t>	7-  ET C’EST MA JOURNÉE OUI C’EST MA JOURNÉE</a:t>
            </a:r>
          </a:p>
          <a:p>
            <a:endParaRPr lang="fr-FR" smtClean="0"/>
          </a:p>
          <a:p>
            <a:r>
              <a:rPr lang="fr-FR" smtClean="0"/>
              <a:t>8-  JE METS MES SOUCIS DEHORS ET DERRIÈRE MOI LES REMORDS</a:t>
            </a:r>
          </a:p>
          <a:p>
            <a:r>
              <a:rPr lang="fr-FR" smtClean="0"/>
              <a:t>9-  JE TE DONNE MA VIE ET PLUS ENCORE, JÉSUS</a:t>
            </a:r>
          </a:p>
          <a:p>
            <a:r>
              <a:rPr lang="fr-FR" smtClean="0"/>
              <a:t>10-  JE LÈVE MES MAINS VERS LES TIENNES  ABANDONNANT TOUTES MES PEINES</a:t>
            </a:r>
          </a:p>
          <a:p>
            <a:r>
              <a:rPr lang="fr-FR" smtClean="0"/>
              <a:t>11-  CAR JE CROIS QUE TOUT CE QUE TU ME RÉSERVES EST BON, SI BON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12-  JE MARCHERAI DANS TA VÉRITÉ CHAQUE JOUR POUR TOI JE VIVRAI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13-  VOICI L’ANNÉE QUE TU AS FAITE ELLE SERA POUR MOI UN SUJET DE JOIE  x2</a:t>
            </a:r>
          </a:p>
          <a:p>
            <a:r>
              <a:rPr lang="fr-FR" smtClean="0"/>
              <a:t>14-  JE NE M’INQUIÈTE PAS POUR DEMAIN J’AI CONFIANCE EN QUI TU ES</a:t>
            </a:r>
          </a:p>
          <a:p>
            <a:r>
              <a:rPr lang="fr-FR" smtClean="0"/>
              <a:t>15-  ET C’EST MON ANNÉE OUI C’EST MON ANNÉE</a:t>
            </a:r>
          </a:p>
          <a:p>
            <a:endParaRPr lang="fr-FR" smtClean="0"/>
          </a:p>
          <a:p>
            <a:r>
              <a:rPr lang="fr-FR" smtClean="0"/>
              <a:t>16-  VOICI LA SOIRÉE QUE TU AS FAITE ELLE SERA POUR MOI UN SUJET DE JOIE   x2</a:t>
            </a:r>
          </a:p>
          <a:p>
            <a:r>
              <a:rPr lang="fr-FR" smtClean="0"/>
              <a:t>17-  JE NE M’INQUIÈTE PAS POUR DEMAIN J’AI CONFIANCE EN QUI TU ES</a:t>
            </a:r>
          </a:p>
          <a:p>
            <a:r>
              <a:rPr lang="fr-FR" smtClean="0"/>
              <a:t>18-  ET C’EST MA SOIRÉE OUI C’EST MA SOIRÉE</a:t>
            </a:r>
          </a:p>
          <a:p>
            <a:endParaRPr lang="fr-FR" smtClean="0"/>
          </a:p>
          <a:p>
            <a:r>
              <a:rPr lang="fr-FR" smtClean="0"/>
              <a:t> 19 -JE NE M’INQUIÈTE PAS POUR DEMAIN</a:t>
            </a:r>
          </a:p>
          <a:p>
            <a:r>
              <a:rPr lang="fr-FR" smtClean="0"/>
              <a:t>20- J’AI CONFIANCE EN QUI TU ES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dirty="0" smtClean="0"/>
              <a:t>1-  JE METS MES PEURS DE CÔTÉ ET DERRIÈRE MOI MON PASSÉ</a:t>
            </a:r>
          </a:p>
          <a:p>
            <a:pPr>
              <a:defRPr/>
            </a:pPr>
            <a:r>
              <a:rPr lang="fr-FR" dirty="0" smtClean="0"/>
              <a:t>2-  POUR TOURNER MON CŒUR ENTIER VERS TOI, JÉSUS</a:t>
            </a:r>
          </a:p>
          <a:p>
            <a:pPr>
              <a:defRPr/>
            </a:pPr>
            <a:r>
              <a:rPr lang="fr-FR" dirty="0" smtClean="0"/>
              <a:t>3-  JE LÈVE MES MAINS VERS LES TIENNES ABANDONNANT TOUTES MES PEINES</a:t>
            </a:r>
          </a:p>
          <a:p>
            <a:pPr>
              <a:defRPr/>
            </a:pPr>
            <a:r>
              <a:rPr lang="fr-FR" dirty="0" smtClean="0"/>
              <a:t>4-  CAR JE CROIS QUE TOUT CE QUE TU ME RÉSERVES EST BON, SI BON</a:t>
            </a:r>
            <a:br>
              <a:rPr lang="fr-FR" dirty="0" smtClean="0"/>
            </a:br>
            <a:endParaRPr lang="fr-FR" dirty="0" smtClean="0"/>
          </a:p>
          <a:p>
            <a:pPr>
              <a:defRPr/>
            </a:pPr>
            <a:r>
              <a:rPr lang="fr-FR" dirty="0" smtClean="0"/>
              <a:t>	5-  VOICI LA JOURNÉE QUE TU AS FAITE ELLE SERA POUR MOI UN SUJET DE JOIE  x2</a:t>
            </a:r>
          </a:p>
          <a:p>
            <a:pPr>
              <a:defRPr/>
            </a:pPr>
            <a:r>
              <a:rPr lang="fr-FR" dirty="0" smtClean="0"/>
              <a:t>	6-  JE NE M’INQUIÈTE PAS POUR DEMAIN J’AI CONFIANCE EN QUI TU ES</a:t>
            </a:r>
          </a:p>
          <a:p>
            <a:pPr>
              <a:defRPr/>
            </a:pPr>
            <a:r>
              <a:rPr lang="fr-FR" dirty="0" smtClean="0"/>
              <a:t>	7-  ET C’EST MA JOURNÉE OUI C’EST MA JOURNÉE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8-  JE METS MES SOUCIS DEHORS ET DERRIÈRE MOI LES REMORDS</a:t>
            </a:r>
          </a:p>
          <a:p>
            <a:pPr>
              <a:defRPr/>
            </a:pPr>
            <a:r>
              <a:rPr lang="fr-FR" dirty="0" smtClean="0"/>
              <a:t>9-  JE TE DONNE MA VIE ET PLUS ENCORE, JÉSUS</a:t>
            </a:r>
          </a:p>
          <a:p>
            <a:pPr>
              <a:defRPr/>
            </a:pPr>
            <a:r>
              <a:rPr lang="fr-FR" dirty="0" smtClean="0"/>
              <a:t>10-  JE LÈVE MES MAINS VERS LES TIENNES  ABANDONNANT TOUTES MES PEINES</a:t>
            </a:r>
          </a:p>
          <a:p>
            <a:pPr>
              <a:defRPr/>
            </a:pPr>
            <a:r>
              <a:rPr lang="fr-FR" dirty="0" smtClean="0"/>
              <a:t>11-  CAR JE CROIS QUE TOUT CE QUE TU ME RÉSERVES EST BON, SI BON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Pont :</a:t>
            </a:r>
          </a:p>
          <a:p>
            <a:pPr>
              <a:defRPr/>
            </a:pPr>
            <a:r>
              <a:rPr lang="fr-FR" dirty="0" smtClean="0"/>
              <a:t>12-  JE MARCHERAI DANS TA VÉRITÉ CHAQUE JOUR POUR TOI JE VIVRAI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13-  VOICI L’ANNÉE QUE TU AS FAITE ELLE SERA POUR MOI UN SUJET DE JOIE  x2</a:t>
            </a:r>
          </a:p>
          <a:p>
            <a:pPr>
              <a:defRPr/>
            </a:pPr>
            <a:r>
              <a:rPr lang="fr-FR" dirty="0" smtClean="0"/>
              <a:t>14-  JE NE M’INQUIÈTE PAS POUR DEMAIN J’AI CONFIANCE EN QUI TU ES</a:t>
            </a:r>
          </a:p>
          <a:p>
            <a:pPr>
              <a:defRPr/>
            </a:pPr>
            <a:r>
              <a:rPr lang="fr-FR" dirty="0" smtClean="0"/>
              <a:t>15-  ET C’EST MON ANNÉE OUI C’EST MON ANNÉE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16-  VOICI LA SOIRÉE QUE TU AS FAITE ELLE SERA POUR MOI UN SUJET DE JOIE   x2</a:t>
            </a:r>
          </a:p>
          <a:p>
            <a:pPr>
              <a:defRPr/>
            </a:pPr>
            <a:r>
              <a:rPr lang="fr-FR" dirty="0" smtClean="0"/>
              <a:t>17-  JE NE M’INQUIÈTE PAS POUR DEMAIN J’AI CONFIANCE EN QUI TU ES</a:t>
            </a:r>
          </a:p>
          <a:p>
            <a:pPr>
              <a:defRPr/>
            </a:pPr>
            <a:r>
              <a:rPr lang="fr-FR" dirty="0" smtClean="0"/>
              <a:t>18-  ET C’EST MA SOIRÉE OUI C’EST MA SOIRÉE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 19 -JE NE M’INQUIÈTE PAS POUR DEMAIN</a:t>
            </a:r>
          </a:p>
          <a:p>
            <a:pPr>
              <a:defRPr/>
            </a:pPr>
            <a:r>
              <a:rPr lang="fr-FR" dirty="0" smtClean="0"/>
              <a:t>20- J’AI CONFIANCE EN QUI TU ES</a:t>
            </a:r>
            <a:endParaRPr lang="fr-FR" dirty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METS MES PEURS DE CÔTÉ ET DERRIÈRE MOI MON PASSÉ</a:t>
            </a:r>
          </a:p>
          <a:p>
            <a:r>
              <a:rPr lang="fr-FR" smtClean="0"/>
              <a:t>2-  POUR TOURNER MON CŒUR ENTIER VERS TOI, JÉSUS</a:t>
            </a:r>
          </a:p>
          <a:p>
            <a:r>
              <a:rPr lang="fr-FR" smtClean="0"/>
              <a:t>3-  JE LÈVE MES MAINS VERS LES TIENNES ABANDONNANT TOUTES MES PEINES</a:t>
            </a:r>
          </a:p>
          <a:p>
            <a:r>
              <a:rPr lang="fr-FR" smtClean="0"/>
              <a:t>4-  CAR JE CROIS QUE TOUT CE QUE TU ME RÉSERVES EST BON, SI BON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VOICI LA JOURNÉE QUE TU AS FAITE ELLE SERA POUR MOI UN SUJET DE JOIE  x2</a:t>
            </a:r>
          </a:p>
          <a:p>
            <a:r>
              <a:rPr lang="fr-FR" smtClean="0"/>
              <a:t>	6-  JE NE M’INQUIÈTE PAS POUR DEMAIN J’AI CONFIANCE EN QUI TU ES</a:t>
            </a:r>
          </a:p>
          <a:p>
            <a:r>
              <a:rPr lang="fr-FR" smtClean="0"/>
              <a:t>	7-  ET C’EST MA JOURNÉE OUI C’EST MA JOURNÉE</a:t>
            </a:r>
          </a:p>
          <a:p>
            <a:endParaRPr lang="fr-FR" smtClean="0"/>
          </a:p>
          <a:p>
            <a:r>
              <a:rPr lang="fr-FR" smtClean="0"/>
              <a:t>8-  JE METS MES SOUCIS DEHORS ET DERRIÈRE MOI LES REMORDS</a:t>
            </a:r>
          </a:p>
          <a:p>
            <a:r>
              <a:rPr lang="fr-FR" smtClean="0"/>
              <a:t>9-  JE TE DONNE MA VIE ET PLUS ENCORE, JÉSUS</a:t>
            </a:r>
          </a:p>
          <a:p>
            <a:r>
              <a:rPr lang="fr-FR" smtClean="0"/>
              <a:t>10-  JE LÈVE MES MAINS VERS LES TIENNES  ABANDONNANT TOUTES MES PEINES</a:t>
            </a:r>
          </a:p>
          <a:p>
            <a:r>
              <a:rPr lang="fr-FR" smtClean="0"/>
              <a:t>11-  CAR JE CROIS QUE TOUT CE QUE TU ME RÉSERVES EST BON, SI BON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12-  JE MARCHERAI DANS TA VÉRITÉ CHAQUE JOUR POUR TOI JE VIVRAI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13-  VOICI L’ANNÉE QUE TU AS FAITE ELLE SERA POUR MOI UN SUJET DE JOIE  x2</a:t>
            </a:r>
          </a:p>
          <a:p>
            <a:r>
              <a:rPr lang="fr-FR" smtClean="0"/>
              <a:t>14-  JE NE M’INQUIÈTE PAS POUR DEMAIN J’AI CONFIANCE EN QUI TU ES</a:t>
            </a:r>
          </a:p>
          <a:p>
            <a:r>
              <a:rPr lang="fr-FR" smtClean="0"/>
              <a:t>15-  ET C’EST MON ANNÉE OUI C’EST MON ANNÉE</a:t>
            </a:r>
          </a:p>
          <a:p>
            <a:endParaRPr lang="fr-FR" smtClean="0"/>
          </a:p>
          <a:p>
            <a:r>
              <a:rPr lang="fr-FR" smtClean="0"/>
              <a:t>16-  VOICI LA SOIRÉE QUE TU AS FAITE ELLE SERA POUR MOI UN SUJET DE JOIE   x2</a:t>
            </a:r>
          </a:p>
          <a:p>
            <a:r>
              <a:rPr lang="fr-FR" smtClean="0"/>
              <a:t>17-  JE NE M’INQUIÈTE PAS POUR DEMAIN J’AI CONFIANCE EN QUI TU ES</a:t>
            </a:r>
          </a:p>
          <a:p>
            <a:r>
              <a:rPr lang="fr-FR" smtClean="0"/>
              <a:t>18-  ET C’EST MA SOIRÉE OUI C’EST MA SOIRÉE</a:t>
            </a:r>
          </a:p>
          <a:p>
            <a:endParaRPr lang="fr-FR" smtClean="0"/>
          </a:p>
          <a:p>
            <a:r>
              <a:rPr lang="fr-FR" smtClean="0"/>
              <a:t> 19 -JE NE M’INQUIÈTE PAS POUR DEMAIN</a:t>
            </a:r>
          </a:p>
          <a:p>
            <a:r>
              <a:rPr lang="fr-FR" smtClean="0"/>
              <a:t>20- J’AI CONFIANCE EN QUI TU ES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JE METS MES PEURS DE CÔTÉ ET DERRIÈRE MOI MON PASSÉ</a:t>
            </a:r>
          </a:p>
          <a:p>
            <a:pPr>
              <a:defRPr/>
            </a:pPr>
            <a:r>
              <a:rPr lang="fr-FR" smtClean="0"/>
              <a:t>2-  POUR TOURNER MON CŒUR ENTIER VERS TOI, JÉSUS</a:t>
            </a:r>
          </a:p>
          <a:p>
            <a:pPr>
              <a:defRPr/>
            </a:pPr>
            <a:r>
              <a:rPr lang="fr-FR" smtClean="0"/>
              <a:t>3-  JE LÈVE MES MAINS VERS LES TIENNES ABANDONNANT TOUTES MES PEINES</a:t>
            </a:r>
          </a:p>
          <a:p>
            <a:pPr>
              <a:defRPr/>
            </a:pPr>
            <a:r>
              <a:rPr lang="fr-FR" smtClean="0"/>
              <a:t>4-  CAR JE CROIS QUE TOUT CE QUE TU ME RÉSERVES EST BON, SI BON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	5-  VOICI LA JOURNÉE QUE TU AS FAITE ELLE SERA POUR MOI UN SUJET DE JOIE  x2</a:t>
            </a:r>
          </a:p>
          <a:p>
            <a:pPr>
              <a:defRPr/>
            </a:pPr>
            <a:r>
              <a:rPr lang="fr-FR" smtClean="0"/>
              <a:t>	6-  JE NE M’INQUIÈTE PAS POUR DEMAIN J’AI CONFIANCE EN QUI TU ES</a:t>
            </a:r>
          </a:p>
          <a:p>
            <a:pPr>
              <a:defRPr/>
            </a:pPr>
            <a:r>
              <a:rPr lang="fr-FR" smtClean="0"/>
              <a:t>	7-  ET C’EST MA JOURNÉE OUI C’EST MA JOURNÉE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JE METS MES SOUCIS DEHORS ET DERRIÈRE MOI LES REMORDS</a:t>
            </a:r>
          </a:p>
          <a:p>
            <a:pPr>
              <a:defRPr/>
            </a:pPr>
            <a:r>
              <a:rPr lang="fr-FR" smtClean="0"/>
              <a:t>9-  JE TE DONNE MA VIE ET PLUS ENCORE, JÉSUS</a:t>
            </a:r>
          </a:p>
          <a:p>
            <a:pPr>
              <a:defRPr/>
            </a:pPr>
            <a:r>
              <a:rPr lang="fr-FR" smtClean="0"/>
              <a:t>10-  JE LÈVE MES MAINS VERS LES TIENNES  ABANDONNANT TOUTES MES PEINES</a:t>
            </a:r>
          </a:p>
          <a:p>
            <a:pPr>
              <a:defRPr/>
            </a:pPr>
            <a:r>
              <a:rPr lang="fr-FR" smtClean="0"/>
              <a:t>11-  CAR JE CROIS QUE TOUT CE QUE TU ME RÉSERVES EST BON, SI BON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</a:t>
            </a:r>
          </a:p>
          <a:p>
            <a:pPr>
              <a:defRPr/>
            </a:pPr>
            <a:r>
              <a:rPr lang="fr-FR" smtClean="0"/>
              <a:t>12-  JE MARCHERAI DANS TA VÉRITÉ CHAQUE JOUR POUR TOI JE VIVRAI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VOICI L’ANNÉE QUE TU AS FAITE ELLE SERA POUR MOI UN SUJET DE JOIE  x2</a:t>
            </a:r>
          </a:p>
          <a:p>
            <a:pPr>
              <a:defRPr/>
            </a:pPr>
            <a:r>
              <a:rPr lang="fr-FR" smtClean="0"/>
              <a:t>14-  JE NE M’INQUIÈTE PAS POUR DEMAIN J’AI CONFIANCE EN QUI TU ES</a:t>
            </a:r>
          </a:p>
          <a:p>
            <a:pPr>
              <a:defRPr/>
            </a:pPr>
            <a:r>
              <a:rPr lang="fr-FR" smtClean="0"/>
              <a:t>15-  ET C’EST MON ANNÉE OUI C’EST MON ANNÉE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 VOICI LA SOIRÉE QUE TU AS FAITE ELLE SERA POUR MOI UN SUJET DE JOIE   x2</a:t>
            </a:r>
          </a:p>
          <a:p>
            <a:pPr>
              <a:defRPr/>
            </a:pPr>
            <a:r>
              <a:rPr lang="fr-FR" smtClean="0"/>
              <a:t>17-  JE NE M’INQUIÈTE PAS POUR DEMAIN J’AI CONFIANCE EN QUI TU ES</a:t>
            </a:r>
          </a:p>
          <a:p>
            <a:pPr>
              <a:defRPr/>
            </a:pPr>
            <a:r>
              <a:rPr lang="fr-FR" smtClean="0"/>
              <a:t>18-  ET C’EST MA SOIRÉE OUI C’EST MA SOIRÉE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19 -JE NE M’INQUIÈTE PAS POUR DEMAIN</a:t>
            </a:r>
          </a:p>
          <a:p>
            <a:pPr>
              <a:defRPr/>
            </a:pPr>
            <a:r>
              <a:rPr lang="fr-FR" smtClean="0"/>
              <a:t>20- J’AI CONFIANCE EN QUI TU ES</a:t>
            </a:r>
            <a:endParaRPr lang="fr-FR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METS MES PEURS DE CÔTÉ ET DERRIÈRE MOI MON PASSÉ</a:t>
            </a:r>
          </a:p>
          <a:p>
            <a:r>
              <a:rPr lang="fr-FR" smtClean="0"/>
              <a:t>2-  POUR TOURNER MON CŒUR ENTIER VERS TOI, JÉSUS</a:t>
            </a:r>
          </a:p>
          <a:p>
            <a:r>
              <a:rPr lang="fr-FR" smtClean="0"/>
              <a:t>3-  JE LÈVE MES MAINS VERS LES TIENNES ABANDONNANT TOUTES MES PEINES</a:t>
            </a:r>
          </a:p>
          <a:p>
            <a:r>
              <a:rPr lang="fr-FR" smtClean="0"/>
              <a:t>4-  CAR JE CROIS QUE TOUT CE QUE TU ME RÉSERVES EST BON, SI BON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VOICI LA JOURNÉE QUE TU AS FAITE ELLE SERA POUR MOI UN SUJET DE JOIE  x2</a:t>
            </a:r>
          </a:p>
          <a:p>
            <a:r>
              <a:rPr lang="fr-FR" smtClean="0"/>
              <a:t>	6-  JE NE M’INQUIÈTE PAS POUR DEMAIN J’AI CONFIANCE EN QUI TU ES</a:t>
            </a:r>
          </a:p>
          <a:p>
            <a:r>
              <a:rPr lang="fr-FR" smtClean="0"/>
              <a:t>	7-  ET C’EST MA JOURNÉE OUI C’EST MA JOURNÉE</a:t>
            </a:r>
          </a:p>
          <a:p>
            <a:endParaRPr lang="fr-FR" smtClean="0"/>
          </a:p>
          <a:p>
            <a:r>
              <a:rPr lang="fr-FR" smtClean="0"/>
              <a:t>8-  JE METS MES SOUCIS DEHORS ET DERRIÈRE MOI LES REMORDS</a:t>
            </a:r>
          </a:p>
          <a:p>
            <a:r>
              <a:rPr lang="fr-FR" smtClean="0"/>
              <a:t>9-  JE TE DONNE MA VIE ET PLUS ENCORE, JÉSUS</a:t>
            </a:r>
          </a:p>
          <a:p>
            <a:r>
              <a:rPr lang="fr-FR" smtClean="0"/>
              <a:t>10-  JE LÈVE MES MAINS VERS LES TIENNES  ABANDONNANT TOUTES MES PEINES</a:t>
            </a:r>
          </a:p>
          <a:p>
            <a:r>
              <a:rPr lang="fr-FR" smtClean="0"/>
              <a:t>11-  CAR JE CROIS QUE TOUT CE QUE TU ME RÉSERVES EST BON, SI BON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12-  JE MARCHERAI DANS TA VÉRITÉ CHAQUE JOUR POUR TOI JE VIVRAI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13-  VOICI L’ANNÉE QUE TU AS FAITE ELLE SERA POUR MOI UN SUJET DE JOIE  x2</a:t>
            </a:r>
          </a:p>
          <a:p>
            <a:r>
              <a:rPr lang="fr-FR" smtClean="0"/>
              <a:t>14-  JE NE M’INQUIÈTE PAS POUR DEMAIN J’AI CONFIANCE EN QUI TU ES</a:t>
            </a:r>
          </a:p>
          <a:p>
            <a:r>
              <a:rPr lang="fr-FR" smtClean="0"/>
              <a:t>15-  ET C’EST MON ANNÉE OUI C’EST MON ANNÉE</a:t>
            </a:r>
          </a:p>
          <a:p>
            <a:endParaRPr lang="fr-FR" smtClean="0"/>
          </a:p>
          <a:p>
            <a:r>
              <a:rPr lang="fr-FR" smtClean="0"/>
              <a:t>16-  VOICI LA SOIRÉE QUE TU AS FAITE ELLE SERA POUR MOI UN SUJET DE JOIE   x2</a:t>
            </a:r>
          </a:p>
          <a:p>
            <a:r>
              <a:rPr lang="fr-FR" smtClean="0"/>
              <a:t>17-  JE NE M’INQUIÈTE PAS POUR DEMAIN J’AI CONFIANCE EN QUI TU ES</a:t>
            </a:r>
          </a:p>
          <a:p>
            <a:r>
              <a:rPr lang="fr-FR" smtClean="0"/>
              <a:t>18-  ET C’EST MA SOIRÉE OUI C’EST MA SOIRÉE</a:t>
            </a:r>
          </a:p>
          <a:p>
            <a:endParaRPr lang="fr-FR" smtClean="0"/>
          </a:p>
          <a:p>
            <a:r>
              <a:rPr lang="fr-FR" smtClean="0"/>
              <a:t> 19 -JE NE M’INQUIÈTE PAS POUR DEMAIN</a:t>
            </a:r>
          </a:p>
          <a:p>
            <a:r>
              <a:rPr lang="fr-FR" smtClean="0"/>
              <a:t>20- J’AI CONFIANCE EN QUI TU ES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JE METS MES PEURS DE CÔTÉ ET DERRIÈRE MOI MON PASSÉ</a:t>
            </a:r>
          </a:p>
          <a:p>
            <a:pPr>
              <a:defRPr/>
            </a:pPr>
            <a:r>
              <a:rPr lang="fr-FR" smtClean="0"/>
              <a:t>2-  POUR TOURNER MON CŒUR ENTIER VERS TOI, JÉSUS</a:t>
            </a:r>
          </a:p>
          <a:p>
            <a:pPr>
              <a:defRPr/>
            </a:pPr>
            <a:r>
              <a:rPr lang="fr-FR" smtClean="0"/>
              <a:t>3-  JE LÈVE MES MAINS VERS LES TIENNES ABANDONNANT TOUTES MES PEINES</a:t>
            </a:r>
          </a:p>
          <a:p>
            <a:pPr>
              <a:defRPr/>
            </a:pPr>
            <a:r>
              <a:rPr lang="fr-FR" smtClean="0"/>
              <a:t>4-  CAR JE CROIS QUE TOUT CE QUE TU ME RÉSERVES EST BON, SI BON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	5-  VOICI LA JOURNÉE QUE TU AS FAITE ELLE SERA POUR MOI UN SUJET DE JOIE  x2</a:t>
            </a:r>
          </a:p>
          <a:p>
            <a:pPr>
              <a:defRPr/>
            </a:pPr>
            <a:r>
              <a:rPr lang="fr-FR" smtClean="0"/>
              <a:t>	6-  JE NE M’INQUIÈTE PAS POUR DEMAIN J’AI CONFIANCE EN QUI TU ES</a:t>
            </a:r>
          </a:p>
          <a:p>
            <a:pPr>
              <a:defRPr/>
            </a:pPr>
            <a:r>
              <a:rPr lang="fr-FR" smtClean="0"/>
              <a:t>	7-  ET C’EST MA JOURNÉE OUI C’EST MA JOURNÉE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JE METS MES SOUCIS DEHORS ET DERRIÈRE MOI LES REMORDS</a:t>
            </a:r>
          </a:p>
          <a:p>
            <a:pPr>
              <a:defRPr/>
            </a:pPr>
            <a:r>
              <a:rPr lang="fr-FR" smtClean="0"/>
              <a:t>9-  JE TE DONNE MA VIE ET PLUS ENCORE, JÉSUS</a:t>
            </a:r>
          </a:p>
          <a:p>
            <a:pPr>
              <a:defRPr/>
            </a:pPr>
            <a:r>
              <a:rPr lang="fr-FR" smtClean="0"/>
              <a:t>10-  JE LÈVE MES MAINS VERS LES TIENNES  ABANDONNANT TOUTES MES PEINES</a:t>
            </a:r>
          </a:p>
          <a:p>
            <a:pPr>
              <a:defRPr/>
            </a:pPr>
            <a:r>
              <a:rPr lang="fr-FR" smtClean="0"/>
              <a:t>11-  CAR JE CROIS QUE TOUT CE QUE TU ME RÉSERVES EST BON, SI BON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</a:t>
            </a:r>
          </a:p>
          <a:p>
            <a:pPr>
              <a:defRPr/>
            </a:pPr>
            <a:r>
              <a:rPr lang="fr-FR" smtClean="0"/>
              <a:t>12-  JE MARCHERAI DANS TA VÉRITÉ CHAQUE JOUR POUR TOI JE VIVRAI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VOICI L’ANNÉE QUE TU AS FAITE ELLE SERA POUR MOI UN SUJET DE JOIE  x2</a:t>
            </a:r>
          </a:p>
          <a:p>
            <a:pPr>
              <a:defRPr/>
            </a:pPr>
            <a:r>
              <a:rPr lang="fr-FR" smtClean="0"/>
              <a:t>14-  JE NE M’INQUIÈTE PAS POUR DEMAIN J’AI CONFIANCE EN QUI TU ES</a:t>
            </a:r>
          </a:p>
          <a:p>
            <a:pPr>
              <a:defRPr/>
            </a:pPr>
            <a:r>
              <a:rPr lang="fr-FR" smtClean="0"/>
              <a:t>15-  ET C’EST MON ANNÉE OUI C’EST MON ANNÉE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 VOICI LA SOIRÉE QUE TU AS FAITE ELLE SERA POUR MOI UN SUJET DE JOIE   x2</a:t>
            </a:r>
          </a:p>
          <a:p>
            <a:pPr>
              <a:defRPr/>
            </a:pPr>
            <a:r>
              <a:rPr lang="fr-FR" smtClean="0"/>
              <a:t>17-  JE NE M’INQUIÈTE PAS POUR DEMAIN J’AI CONFIANCE EN QUI TU ES</a:t>
            </a:r>
          </a:p>
          <a:p>
            <a:pPr>
              <a:defRPr/>
            </a:pPr>
            <a:r>
              <a:rPr lang="fr-FR" smtClean="0"/>
              <a:t>18-  ET C’EST MA SOIRÉE OUI C’EST MA SOIRÉE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19 -JE NE M’INQUIÈTE PAS POUR DEMAIN</a:t>
            </a:r>
          </a:p>
          <a:p>
            <a:pPr>
              <a:defRPr/>
            </a:pPr>
            <a:r>
              <a:rPr lang="fr-FR" smtClean="0"/>
              <a:t>20- J’AI CONFIANCE EN QUI TU ES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METS MES PEURS DE CÔTÉ ET DERRIÈRE MOI MON PASSÉ</a:t>
            </a:r>
          </a:p>
          <a:p>
            <a:r>
              <a:rPr lang="fr-FR" smtClean="0"/>
              <a:t>2-  POUR TOURNER MON CŒUR ENTIER VERS TOI, JÉSUS</a:t>
            </a:r>
          </a:p>
          <a:p>
            <a:r>
              <a:rPr lang="fr-FR" smtClean="0"/>
              <a:t>3-  JE LÈVE MES MAINS VERS LES TIENNES ABANDONNANT TOUTES MES PEINES</a:t>
            </a:r>
          </a:p>
          <a:p>
            <a:r>
              <a:rPr lang="fr-FR" smtClean="0"/>
              <a:t>4-  CAR JE CROIS QUE TOUT CE QUE TU ME RÉSERVES EST BON, SI BON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VOICI LA JOURNÉE QUE TU AS FAITE ELLE SERA POUR MOI UN SUJET DE JOIE  x2</a:t>
            </a:r>
          </a:p>
          <a:p>
            <a:r>
              <a:rPr lang="fr-FR" smtClean="0"/>
              <a:t>	6-  JE NE M’INQUIÈTE PAS POUR DEMAIN J’AI CONFIANCE EN QUI TU ES</a:t>
            </a:r>
          </a:p>
          <a:p>
            <a:r>
              <a:rPr lang="fr-FR" smtClean="0"/>
              <a:t>	7-  ET C’EST MA JOURNÉE OUI C’EST MA JOURNÉE</a:t>
            </a:r>
          </a:p>
          <a:p>
            <a:endParaRPr lang="fr-FR" smtClean="0"/>
          </a:p>
          <a:p>
            <a:r>
              <a:rPr lang="fr-FR" smtClean="0"/>
              <a:t>8-  JE METS MES SOUCIS DEHORS ET DERRIÈRE MOI LES REMORDS</a:t>
            </a:r>
          </a:p>
          <a:p>
            <a:r>
              <a:rPr lang="fr-FR" smtClean="0"/>
              <a:t>9-  JE TE DONNE MA VIE ET PLUS ENCORE, JÉSUS</a:t>
            </a:r>
          </a:p>
          <a:p>
            <a:r>
              <a:rPr lang="fr-FR" smtClean="0"/>
              <a:t>10-  JE LÈVE MES MAINS VERS LES TIENNES  ABANDONNANT TOUTES MES PEINES</a:t>
            </a:r>
          </a:p>
          <a:p>
            <a:r>
              <a:rPr lang="fr-FR" smtClean="0"/>
              <a:t>11-  CAR JE CROIS QUE TOUT CE QUE TU ME RÉSERVES EST BON, SI BON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12-  JE MARCHERAI DANS TA VÉRITÉ CHAQUE JOUR POUR TOI JE VIVRAI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13-  VOICI L’ANNÉE QUE TU AS FAITE ELLE SERA POUR MOI UN SUJET DE JOIE  x2</a:t>
            </a:r>
          </a:p>
          <a:p>
            <a:r>
              <a:rPr lang="fr-FR" smtClean="0"/>
              <a:t>14-  JE NE M’INQUIÈTE PAS POUR DEMAIN J’AI CONFIANCE EN QUI TU ES</a:t>
            </a:r>
          </a:p>
          <a:p>
            <a:r>
              <a:rPr lang="fr-FR" smtClean="0"/>
              <a:t>15-  ET C’EST MON ANNÉE OUI C’EST MON ANNÉE</a:t>
            </a:r>
          </a:p>
          <a:p>
            <a:endParaRPr lang="fr-FR" smtClean="0"/>
          </a:p>
          <a:p>
            <a:r>
              <a:rPr lang="fr-FR" smtClean="0"/>
              <a:t>16-  VOICI LA SOIRÉE QUE TU AS FAITE ELLE SERA POUR MOI UN SUJET DE JOIE   x2</a:t>
            </a:r>
          </a:p>
          <a:p>
            <a:r>
              <a:rPr lang="fr-FR" smtClean="0"/>
              <a:t>17-  JE NE M’INQUIÈTE PAS POUR DEMAIN J’AI CONFIANCE EN QUI TU ES</a:t>
            </a:r>
          </a:p>
          <a:p>
            <a:r>
              <a:rPr lang="fr-FR" smtClean="0"/>
              <a:t>18-  ET C’EST MA SOIRÉE OUI C’EST MA SOIRÉE</a:t>
            </a:r>
          </a:p>
          <a:p>
            <a:endParaRPr lang="fr-FR" smtClean="0"/>
          </a:p>
          <a:p>
            <a:r>
              <a:rPr lang="fr-FR" smtClean="0"/>
              <a:t> 19 -JE NE M’INQUIÈTE PAS POUR DEMAIN</a:t>
            </a:r>
          </a:p>
          <a:p>
            <a:r>
              <a:rPr lang="fr-FR" smtClean="0"/>
              <a:t>20- J’AI CONFIANCE EN QUI TU ES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JE METS MES PEURS DE CÔTÉ ET DERRIÈRE MOI MON PASSÉ</a:t>
            </a:r>
          </a:p>
          <a:p>
            <a:pPr>
              <a:defRPr/>
            </a:pPr>
            <a:r>
              <a:rPr lang="fr-FR" smtClean="0"/>
              <a:t>2-  POUR TOURNER MON CŒUR ENTIER VERS TOI, JÉSUS</a:t>
            </a:r>
          </a:p>
          <a:p>
            <a:pPr>
              <a:defRPr/>
            </a:pPr>
            <a:r>
              <a:rPr lang="fr-FR" smtClean="0"/>
              <a:t>3-  JE LÈVE MES MAINS VERS LES TIENNES ABANDONNANT TOUTES MES PEINES</a:t>
            </a:r>
          </a:p>
          <a:p>
            <a:pPr>
              <a:defRPr/>
            </a:pPr>
            <a:r>
              <a:rPr lang="fr-FR" smtClean="0"/>
              <a:t>4-  CAR JE CROIS QUE TOUT CE QUE TU ME RÉSERVES EST BON, SI BON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	5-  VOICI LA JOURNÉE QUE TU AS FAITE ELLE SERA POUR MOI UN SUJET DE JOIE  x2</a:t>
            </a:r>
          </a:p>
          <a:p>
            <a:pPr>
              <a:defRPr/>
            </a:pPr>
            <a:r>
              <a:rPr lang="fr-FR" smtClean="0"/>
              <a:t>	6-  JE NE M’INQUIÈTE PAS POUR DEMAIN J’AI CONFIANCE EN QUI TU ES</a:t>
            </a:r>
          </a:p>
          <a:p>
            <a:pPr>
              <a:defRPr/>
            </a:pPr>
            <a:r>
              <a:rPr lang="fr-FR" smtClean="0"/>
              <a:t>	7-  ET C’EST MA JOURNÉE OUI C’EST MA JOURNÉE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JE METS MES SOUCIS DEHORS ET DERRIÈRE MOI LES REMORDS</a:t>
            </a:r>
          </a:p>
          <a:p>
            <a:pPr>
              <a:defRPr/>
            </a:pPr>
            <a:r>
              <a:rPr lang="fr-FR" smtClean="0"/>
              <a:t>9-  JE TE DONNE MA VIE ET PLUS ENCORE, JÉSUS</a:t>
            </a:r>
          </a:p>
          <a:p>
            <a:pPr>
              <a:defRPr/>
            </a:pPr>
            <a:r>
              <a:rPr lang="fr-FR" smtClean="0"/>
              <a:t>10-  JE LÈVE MES MAINS VERS LES TIENNES  ABANDONNANT TOUTES MES PEINES</a:t>
            </a:r>
          </a:p>
          <a:p>
            <a:pPr>
              <a:defRPr/>
            </a:pPr>
            <a:r>
              <a:rPr lang="fr-FR" smtClean="0"/>
              <a:t>11-  CAR JE CROIS QUE TOUT CE QUE TU ME RÉSERVES EST BON, SI BON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</a:t>
            </a:r>
          </a:p>
          <a:p>
            <a:pPr>
              <a:defRPr/>
            </a:pPr>
            <a:r>
              <a:rPr lang="fr-FR" smtClean="0"/>
              <a:t>12-  JE MARCHERAI DANS TA VÉRITÉ CHAQUE JOUR POUR TOI JE VIVRAI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VOICI L’ANNÉE QUE TU AS FAITE ELLE SERA POUR MOI UN SUJET DE JOIE  x2</a:t>
            </a:r>
          </a:p>
          <a:p>
            <a:pPr>
              <a:defRPr/>
            </a:pPr>
            <a:r>
              <a:rPr lang="fr-FR" smtClean="0"/>
              <a:t>14-  JE NE M’INQUIÈTE PAS POUR DEMAIN J’AI CONFIANCE EN QUI TU ES</a:t>
            </a:r>
          </a:p>
          <a:p>
            <a:pPr>
              <a:defRPr/>
            </a:pPr>
            <a:r>
              <a:rPr lang="fr-FR" smtClean="0"/>
              <a:t>15-  ET C’EST MON ANNÉE OUI C’EST MON ANNÉE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 VOICI LA SOIRÉE QUE TU AS FAITE ELLE SERA POUR MOI UN SUJET DE JOIE   x2</a:t>
            </a:r>
          </a:p>
          <a:p>
            <a:pPr>
              <a:defRPr/>
            </a:pPr>
            <a:r>
              <a:rPr lang="fr-FR" smtClean="0"/>
              <a:t>17-  JE NE M’INQUIÈTE PAS POUR DEMAIN J’AI CONFIANCE EN QUI TU ES</a:t>
            </a:r>
          </a:p>
          <a:p>
            <a:pPr>
              <a:defRPr/>
            </a:pPr>
            <a:r>
              <a:rPr lang="fr-FR" smtClean="0"/>
              <a:t>18-  ET C’EST MA SOIRÉE OUI C’EST MA SOIRÉE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19 -JE NE M’INQUIÈTE PAS POUR DEMAIN</a:t>
            </a:r>
          </a:p>
          <a:p>
            <a:pPr>
              <a:defRPr/>
            </a:pPr>
            <a:r>
              <a:rPr lang="fr-FR" smtClean="0"/>
              <a:t>20- J’AI CONFIANCE EN QUI TU ES</a:t>
            </a:r>
            <a:endParaRPr lang="fr-FR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METS MES PEURS DE CÔTÉ ET DERRIÈRE MOI MON PASSÉ</a:t>
            </a:r>
          </a:p>
          <a:p>
            <a:r>
              <a:rPr lang="fr-FR" smtClean="0"/>
              <a:t>2-  POUR TOURNER MON CŒUR ENTIER VERS TOI, JÉSUS</a:t>
            </a:r>
          </a:p>
          <a:p>
            <a:r>
              <a:rPr lang="fr-FR" smtClean="0"/>
              <a:t>3-  JE LÈVE MES MAINS VERS LES TIENNES ABANDONNANT TOUTES MES PEINES</a:t>
            </a:r>
          </a:p>
          <a:p>
            <a:r>
              <a:rPr lang="fr-FR" smtClean="0"/>
              <a:t>4-  CAR JE CROIS QUE TOUT CE QUE TU ME RÉSERVES EST BON, SI BON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VOICI LA JOURNÉE QUE TU AS FAITE ELLE SERA POUR MOI UN SUJET DE JOIE  x2</a:t>
            </a:r>
          </a:p>
          <a:p>
            <a:r>
              <a:rPr lang="fr-FR" smtClean="0"/>
              <a:t>	6-  JE NE M’INQUIÈTE PAS POUR DEMAIN J’AI CONFIANCE EN QUI TU ES</a:t>
            </a:r>
          </a:p>
          <a:p>
            <a:r>
              <a:rPr lang="fr-FR" smtClean="0"/>
              <a:t>	7-  ET C’EST MA JOURNÉE OUI C’EST MA JOURNÉE</a:t>
            </a:r>
          </a:p>
          <a:p>
            <a:endParaRPr lang="fr-FR" smtClean="0"/>
          </a:p>
          <a:p>
            <a:r>
              <a:rPr lang="fr-FR" smtClean="0"/>
              <a:t>8-  JE METS MES SOUCIS DEHORS ET DERRIÈRE MOI LES REMORDS</a:t>
            </a:r>
          </a:p>
          <a:p>
            <a:r>
              <a:rPr lang="fr-FR" smtClean="0"/>
              <a:t>9-  JE TE DONNE MA VIE ET PLUS ENCORE, JÉSUS</a:t>
            </a:r>
          </a:p>
          <a:p>
            <a:r>
              <a:rPr lang="fr-FR" smtClean="0"/>
              <a:t>10-  JE LÈVE MES MAINS VERS LES TIENNES  ABANDONNANT TOUTES MES PEINES</a:t>
            </a:r>
          </a:p>
          <a:p>
            <a:r>
              <a:rPr lang="fr-FR" smtClean="0"/>
              <a:t>11-  CAR JE CROIS QUE TOUT CE QUE TU ME RÉSERVES EST BON, SI BON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12-  JE MARCHERAI DANS TA VÉRITÉ CHAQUE JOUR POUR TOI JE VIVRAI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13-  VOICI L’ANNÉE QUE TU AS FAITE ELLE SERA POUR MOI UN SUJET DE JOIE  x2</a:t>
            </a:r>
          </a:p>
          <a:p>
            <a:r>
              <a:rPr lang="fr-FR" smtClean="0"/>
              <a:t>14-  JE NE M’INQUIÈTE PAS POUR DEMAIN J’AI CONFIANCE EN QUI TU ES</a:t>
            </a:r>
          </a:p>
          <a:p>
            <a:r>
              <a:rPr lang="fr-FR" smtClean="0"/>
              <a:t>15-  ET C’EST MON ANNÉE OUI C’EST MON ANNÉE</a:t>
            </a:r>
          </a:p>
          <a:p>
            <a:endParaRPr lang="fr-FR" smtClean="0"/>
          </a:p>
          <a:p>
            <a:r>
              <a:rPr lang="fr-FR" smtClean="0"/>
              <a:t>16-  VOICI LA SOIRÉE QUE TU AS FAITE ELLE SERA POUR MOI UN SUJET DE JOIE   x2</a:t>
            </a:r>
          </a:p>
          <a:p>
            <a:r>
              <a:rPr lang="fr-FR" smtClean="0"/>
              <a:t>17-  JE NE M’INQUIÈTE PAS POUR DEMAIN J’AI CONFIANCE EN QUI TU ES</a:t>
            </a:r>
          </a:p>
          <a:p>
            <a:r>
              <a:rPr lang="fr-FR" smtClean="0"/>
              <a:t>18-  ET C’EST MA SOIRÉE OUI C’EST MA SOIRÉE</a:t>
            </a:r>
          </a:p>
          <a:p>
            <a:endParaRPr lang="fr-FR" smtClean="0"/>
          </a:p>
          <a:p>
            <a:r>
              <a:rPr lang="fr-FR" smtClean="0"/>
              <a:t> 19 -JE NE M’INQUIÈTE PAS POUR DEMAIN</a:t>
            </a:r>
          </a:p>
          <a:p>
            <a:r>
              <a:rPr lang="fr-FR" smtClean="0"/>
              <a:t>20- J’AI CONFIANCE EN QUI TU ES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JE METS MES PEURS DE CÔTÉ ET DERRIÈRE MOI MON PASSÉ</a:t>
            </a:r>
          </a:p>
          <a:p>
            <a:pPr>
              <a:defRPr/>
            </a:pPr>
            <a:r>
              <a:rPr lang="fr-FR" smtClean="0"/>
              <a:t>2-  POUR TOURNER MON CŒUR ENTIER VERS TOI, JÉSUS</a:t>
            </a:r>
          </a:p>
          <a:p>
            <a:pPr>
              <a:defRPr/>
            </a:pPr>
            <a:r>
              <a:rPr lang="fr-FR" smtClean="0"/>
              <a:t>3-  JE LÈVE MES MAINS VERS LES TIENNES ABANDONNANT TOUTES MES PEINES</a:t>
            </a:r>
          </a:p>
          <a:p>
            <a:pPr>
              <a:defRPr/>
            </a:pPr>
            <a:r>
              <a:rPr lang="fr-FR" smtClean="0"/>
              <a:t>4-  CAR JE CROIS QUE TOUT CE QUE TU ME RÉSERVES EST BON, SI BON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	5-  VOICI LA JOURNÉE QUE TU AS FAITE ELLE SERA POUR MOI UN SUJET DE JOIE  x2</a:t>
            </a:r>
          </a:p>
          <a:p>
            <a:pPr>
              <a:defRPr/>
            </a:pPr>
            <a:r>
              <a:rPr lang="fr-FR" smtClean="0"/>
              <a:t>	6-  JE NE M’INQUIÈTE PAS POUR DEMAIN J’AI CONFIANCE EN QUI TU ES</a:t>
            </a:r>
          </a:p>
          <a:p>
            <a:pPr>
              <a:defRPr/>
            </a:pPr>
            <a:r>
              <a:rPr lang="fr-FR" smtClean="0"/>
              <a:t>	7-  ET C’EST MA JOURNÉE OUI C’EST MA JOURNÉE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JE METS MES SOUCIS DEHORS ET DERRIÈRE MOI LES REMORDS</a:t>
            </a:r>
          </a:p>
          <a:p>
            <a:pPr>
              <a:defRPr/>
            </a:pPr>
            <a:r>
              <a:rPr lang="fr-FR" smtClean="0"/>
              <a:t>9-  JE TE DONNE MA VIE ET PLUS ENCORE, JÉSUS</a:t>
            </a:r>
          </a:p>
          <a:p>
            <a:pPr>
              <a:defRPr/>
            </a:pPr>
            <a:r>
              <a:rPr lang="fr-FR" smtClean="0"/>
              <a:t>10-  JE LÈVE MES MAINS VERS LES TIENNES  ABANDONNANT TOUTES MES PEINES</a:t>
            </a:r>
          </a:p>
          <a:p>
            <a:pPr>
              <a:defRPr/>
            </a:pPr>
            <a:r>
              <a:rPr lang="fr-FR" smtClean="0"/>
              <a:t>11-  CAR JE CROIS QUE TOUT CE QUE TU ME RÉSERVES EST BON, SI BON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</a:t>
            </a:r>
          </a:p>
          <a:p>
            <a:pPr>
              <a:defRPr/>
            </a:pPr>
            <a:r>
              <a:rPr lang="fr-FR" smtClean="0"/>
              <a:t>12-  JE MARCHERAI DANS TA VÉRITÉ CHAQUE JOUR POUR TOI JE VIVRAI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VOICI L’ANNÉE QUE TU AS FAITE ELLE SERA POUR MOI UN SUJET DE JOIE  x2</a:t>
            </a:r>
          </a:p>
          <a:p>
            <a:pPr>
              <a:defRPr/>
            </a:pPr>
            <a:r>
              <a:rPr lang="fr-FR" smtClean="0"/>
              <a:t>14-  JE NE M’INQUIÈTE PAS POUR DEMAIN J’AI CONFIANCE EN QUI TU ES</a:t>
            </a:r>
          </a:p>
          <a:p>
            <a:pPr>
              <a:defRPr/>
            </a:pPr>
            <a:r>
              <a:rPr lang="fr-FR" smtClean="0"/>
              <a:t>15-  ET C’EST MON ANNÉE OUI C’EST MON ANNÉE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 VOICI LA SOIRÉE QUE TU AS FAITE ELLE SERA POUR MOI UN SUJET DE JOIE   x2</a:t>
            </a:r>
          </a:p>
          <a:p>
            <a:pPr>
              <a:defRPr/>
            </a:pPr>
            <a:r>
              <a:rPr lang="fr-FR" smtClean="0"/>
              <a:t>17-  JE NE M’INQUIÈTE PAS POUR DEMAIN J’AI CONFIANCE EN QUI TU ES</a:t>
            </a:r>
          </a:p>
          <a:p>
            <a:pPr>
              <a:defRPr/>
            </a:pPr>
            <a:r>
              <a:rPr lang="fr-FR" smtClean="0"/>
              <a:t>18-  ET C’EST MA SOIRÉE OUI C’EST MA SOIRÉE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19 -JE NE M’INQUIÈTE PAS POUR DEMAIN</a:t>
            </a:r>
          </a:p>
          <a:p>
            <a:pPr>
              <a:defRPr/>
            </a:pPr>
            <a:r>
              <a:rPr lang="fr-FR" smtClean="0"/>
              <a:t>20- J’AI CONFIANCE EN QUI TU ES</a:t>
            </a:r>
            <a:endParaRPr lang="fr-FR" dirty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METS MES PEURS DE CÔTÉ ET DERRIÈRE MOI MON PASSÉ</a:t>
            </a:r>
          </a:p>
          <a:p>
            <a:r>
              <a:rPr lang="fr-FR" smtClean="0"/>
              <a:t>2-  POUR TOURNER MON CŒUR ENTIER VERS TOI, JÉSUS</a:t>
            </a:r>
          </a:p>
          <a:p>
            <a:r>
              <a:rPr lang="fr-FR" smtClean="0"/>
              <a:t>3-  JE LÈVE MES MAINS VERS LES TIENNES ABANDONNANT TOUTES MES PEINES</a:t>
            </a:r>
          </a:p>
          <a:p>
            <a:r>
              <a:rPr lang="fr-FR" smtClean="0"/>
              <a:t>4-  CAR JE CROIS QUE TOUT CE QUE TU ME RÉSERVES EST BON, SI BON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VOICI LA JOURNÉE QUE TU AS FAITE ELLE SERA POUR MOI UN SUJET DE JOIE  x2</a:t>
            </a:r>
          </a:p>
          <a:p>
            <a:r>
              <a:rPr lang="fr-FR" smtClean="0"/>
              <a:t>	6-  JE NE M’INQUIÈTE PAS POUR DEMAIN J’AI CONFIANCE EN QUI TU ES</a:t>
            </a:r>
          </a:p>
          <a:p>
            <a:r>
              <a:rPr lang="fr-FR" smtClean="0"/>
              <a:t>	7-  ET C’EST MA JOURNÉE OUI C’EST MA JOURNÉE</a:t>
            </a:r>
          </a:p>
          <a:p>
            <a:endParaRPr lang="fr-FR" smtClean="0"/>
          </a:p>
          <a:p>
            <a:r>
              <a:rPr lang="fr-FR" smtClean="0"/>
              <a:t>8-  JE METS MES SOUCIS DEHORS ET DERRIÈRE MOI LES REMORDS</a:t>
            </a:r>
          </a:p>
          <a:p>
            <a:r>
              <a:rPr lang="fr-FR" smtClean="0"/>
              <a:t>9-  JE TE DONNE MA VIE ET PLUS ENCORE, JÉSUS</a:t>
            </a:r>
          </a:p>
          <a:p>
            <a:r>
              <a:rPr lang="fr-FR" smtClean="0"/>
              <a:t>10-  JE LÈVE MES MAINS VERS LES TIENNES  ABANDONNANT TOUTES MES PEINES</a:t>
            </a:r>
          </a:p>
          <a:p>
            <a:r>
              <a:rPr lang="fr-FR" smtClean="0"/>
              <a:t>11-  CAR JE CROIS QUE TOUT CE QUE TU ME RÉSERVES EST BON, SI BON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12-  JE MARCHERAI DANS TA VÉRITÉ CHAQUE JOUR POUR TOI JE VIVRAI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13-  VOICI L’ANNÉE QUE TU AS FAITE ELLE SERA POUR MOI UN SUJET DE JOIE  x2</a:t>
            </a:r>
          </a:p>
          <a:p>
            <a:r>
              <a:rPr lang="fr-FR" smtClean="0"/>
              <a:t>14-  JE NE M’INQUIÈTE PAS POUR DEMAIN J’AI CONFIANCE EN QUI TU ES</a:t>
            </a:r>
          </a:p>
          <a:p>
            <a:r>
              <a:rPr lang="fr-FR" smtClean="0"/>
              <a:t>15-  ET C’EST MON ANNÉE OUI C’EST MON ANNÉE</a:t>
            </a:r>
          </a:p>
          <a:p>
            <a:endParaRPr lang="fr-FR" smtClean="0"/>
          </a:p>
          <a:p>
            <a:r>
              <a:rPr lang="fr-FR" smtClean="0"/>
              <a:t>16-  VOICI LA SOIRÉE QUE TU AS FAITE ELLE SERA POUR MOI UN SUJET DE JOIE   x2</a:t>
            </a:r>
          </a:p>
          <a:p>
            <a:r>
              <a:rPr lang="fr-FR" smtClean="0"/>
              <a:t>17-  JE NE M’INQUIÈTE PAS POUR DEMAIN J’AI CONFIANCE EN QUI TU ES</a:t>
            </a:r>
          </a:p>
          <a:p>
            <a:r>
              <a:rPr lang="fr-FR" smtClean="0"/>
              <a:t>18-  ET C’EST MA SOIRÉE OUI C’EST MA SOIRÉE</a:t>
            </a:r>
          </a:p>
          <a:p>
            <a:endParaRPr lang="fr-FR" smtClean="0"/>
          </a:p>
          <a:p>
            <a:r>
              <a:rPr lang="fr-FR" smtClean="0"/>
              <a:t> 19 -JE NE M’INQUIÈTE PAS POUR DEMAIN</a:t>
            </a:r>
          </a:p>
          <a:p>
            <a:r>
              <a:rPr lang="fr-FR" smtClean="0"/>
              <a:t>20- J’AI CONFIANCE EN QUI TU ES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JE METS MES PEURS DE CÔTÉ ET DERRIÈRE MOI MON PASSÉ</a:t>
            </a:r>
          </a:p>
          <a:p>
            <a:pPr>
              <a:defRPr/>
            </a:pPr>
            <a:r>
              <a:rPr lang="fr-FR" smtClean="0"/>
              <a:t>2-  POUR TOURNER MON CŒUR ENTIER VERS TOI, JÉSUS</a:t>
            </a:r>
          </a:p>
          <a:p>
            <a:pPr>
              <a:defRPr/>
            </a:pPr>
            <a:r>
              <a:rPr lang="fr-FR" smtClean="0"/>
              <a:t>3-  JE LÈVE MES MAINS VERS LES TIENNES ABANDONNANT TOUTES MES PEINES</a:t>
            </a:r>
          </a:p>
          <a:p>
            <a:pPr>
              <a:defRPr/>
            </a:pPr>
            <a:r>
              <a:rPr lang="fr-FR" smtClean="0"/>
              <a:t>4-  CAR JE CROIS QUE TOUT CE QUE TU ME RÉSERVES EST BON, SI BON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	5-  VOICI LA JOURNÉE QUE TU AS FAITE ELLE SERA POUR MOI UN SUJET DE JOIE  x2</a:t>
            </a:r>
          </a:p>
          <a:p>
            <a:pPr>
              <a:defRPr/>
            </a:pPr>
            <a:r>
              <a:rPr lang="fr-FR" smtClean="0"/>
              <a:t>	6-  JE NE M’INQUIÈTE PAS POUR DEMAIN J’AI CONFIANCE EN QUI TU ES</a:t>
            </a:r>
          </a:p>
          <a:p>
            <a:pPr>
              <a:defRPr/>
            </a:pPr>
            <a:r>
              <a:rPr lang="fr-FR" smtClean="0"/>
              <a:t>	7-  ET C’EST MA JOURNÉE OUI C’EST MA JOURNÉE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JE METS MES SOUCIS DEHORS ET DERRIÈRE MOI LES REMORDS</a:t>
            </a:r>
          </a:p>
          <a:p>
            <a:pPr>
              <a:defRPr/>
            </a:pPr>
            <a:r>
              <a:rPr lang="fr-FR" smtClean="0"/>
              <a:t>9-  JE TE DONNE MA VIE ET PLUS ENCORE, JÉSUS</a:t>
            </a:r>
          </a:p>
          <a:p>
            <a:pPr>
              <a:defRPr/>
            </a:pPr>
            <a:r>
              <a:rPr lang="fr-FR" smtClean="0"/>
              <a:t>10-  JE LÈVE MES MAINS VERS LES TIENNES  ABANDONNANT TOUTES MES PEINES</a:t>
            </a:r>
          </a:p>
          <a:p>
            <a:pPr>
              <a:defRPr/>
            </a:pPr>
            <a:r>
              <a:rPr lang="fr-FR" smtClean="0"/>
              <a:t>11-  CAR JE CROIS QUE TOUT CE QUE TU ME RÉSERVES EST BON, SI BON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</a:t>
            </a:r>
          </a:p>
          <a:p>
            <a:pPr>
              <a:defRPr/>
            </a:pPr>
            <a:r>
              <a:rPr lang="fr-FR" smtClean="0"/>
              <a:t>12-  JE MARCHERAI DANS TA VÉRITÉ CHAQUE JOUR POUR TOI JE VIVRAI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VOICI L’ANNÉE QUE TU AS FAITE ELLE SERA POUR MOI UN SUJET DE JOIE  x2</a:t>
            </a:r>
          </a:p>
          <a:p>
            <a:pPr>
              <a:defRPr/>
            </a:pPr>
            <a:r>
              <a:rPr lang="fr-FR" smtClean="0"/>
              <a:t>14-  JE NE M’INQUIÈTE PAS POUR DEMAIN J’AI CONFIANCE EN QUI TU ES</a:t>
            </a:r>
          </a:p>
          <a:p>
            <a:pPr>
              <a:defRPr/>
            </a:pPr>
            <a:r>
              <a:rPr lang="fr-FR" smtClean="0"/>
              <a:t>15-  ET C’EST MON ANNÉE OUI C’EST MON ANNÉE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 VOICI LA SOIRÉE QUE TU AS FAITE ELLE SERA POUR MOI UN SUJET DE JOIE   x2</a:t>
            </a:r>
          </a:p>
          <a:p>
            <a:pPr>
              <a:defRPr/>
            </a:pPr>
            <a:r>
              <a:rPr lang="fr-FR" smtClean="0"/>
              <a:t>17-  JE NE M’INQUIÈTE PAS POUR DEMAIN J’AI CONFIANCE EN QUI TU ES</a:t>
            </a:r>
          </a:p>
          <a:p>
            <a:pPr>
              <a:defRPr/>
            </a:pPr>
            <a:r>
              <a:rPr lang="fr-FR" smtClean="0"/>
              <a:t>18-  ET C’EST MA SOIRÉE OUI C’EST MA SOIRÉE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19 -JE NE M’INQUIÈTE PAS POUR DEMAIN</a:t>
            </a:r>
          </a:p>
          <a:p>
            <a:pPr>
              <a:defRPr/>
            </a:pPr>
            <a:r>
              <a:rPr lang="fr-FR" smtClean="0"/>
              <a:t>20- J’AI CONFIANCE EN QUI TU ES</a:t>
            </a:r>
            <a:endParaRPr lang="fr-FR" dirty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METS MES PEURS DE CÔTÉ ET DERRIÈRE MOI MON PASSÉ</a:t>
            </a:r>
          </a:p>
          <a:p>
            <a:r>
              <a:rPr lang="fr-FR" smtClean="0"/>
              <a:t>2-  POUR TOURNER MON CŒUR ENTIER VERS TOI, JÉSUS</a:t>
            </a:r>
          </a:p>
          <a:p>
            <a:r>
              <a:rPr lang="fr-FR" smtClean="0"/>
              <a:t>3-  JE LÈVE MES MAINS VERS LES TIENNES ABANDONNANT TOUTES MES PEINES</a:t>
            </a:r>
          </a:p>
          <a:p>
            <a:r>
              <a:rPr lang="fr-FR" smtClean="0"/>
              <a:t>4-  CAR JE CROIS QUE TOUT CE QUE TU ME RÉSERVES EST BON, SI BON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VOICI LA JOURNÉE QUE TU AS FAITE ELLE SERA POUR MOI UN SUJET DE JOIE  x2</a:t>
            </a:r>
          </a:p>
          <a:p>
            <a:r>
              <a:rPr lang="fr-FR" smtClean="0"/>
              <a:t>	6-  JE NE M’INQUIÈTE PAS POUR DEMAIN J’AI CONFIANCE EN QUI TU ES</a:t>
            </a:r>
          </a:p>
          <a:p>
            <a:r>
              <a:rPr lang="fr-FR" smtClean="0"/>
              <a:t>	7-  ET C’EST MA JOURNÉE OUI C’EST MA JOURNÉE</a:t>
            </a:r>
          </a:p>
          <a:p>
            <a:endParaRPr lang="fr-FR" smtClean="0"/>
          </a:p>
          <a:p>
            <a:r>
              <a:rPr lang="fr-FR" smtClean="0"/>
              <a:t>8-  JE METS MES SOUCIS DEHORS ET DERRIÈRE MOI LES REMORDS</a:t>
            </a:r>
          </a:p>
          <a:p>
            <a:r>
              <a:rPr lang="fr-FR" smtClean="0"/>
              <a:t>9-  JE TE DONNE MA VIE ET PLUS ENCORE, JÉSUS</a:t>
            </a:r>
          </a:p>
          <a:p>
            <a:r>
              <a:rPr lang="fr-FR" smtClean="0"/>
              <a:t>10-  JE LÈVE MES MAINS VERS LES TIENNES  ABANDONNANT TOUTES MES PEINES</a:t>
            </a:r>
          </a:p>
          <a:p>
            <a:r>
              <a:rPr lang="fr-FR" smtClean="0"/>
              <a:t>11-  CAR JE CROIS QUE TOUT CE QUE TU ME RÉSERVES EST BON, SI BON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12-  JE MARCHERAI DANS TA VÉRITÉ CHAQUE JOUR POUR TOI JE VIVRAI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13-  VOICI L’ANNÉE QUE TU AS FAITE ELLE SERA POUR MOI UN SUJET DE JOIE  x2</a:t>
            </a:r>
          </a:p>
          <a:p>
            <a:r>
              <a:rPr lang="fr-FR" smtClean="0"/>
              <a:t>14-  JE NE M’INQUIÈTE PAS POUR DEMAIN J’AI CONFIANCE EN QUI TU ES</a:t>
            </a:r>
          </a:p>
          <a:p>
            <a:r>
              <a:rPr lang="fr-FR" smtClean="0"/>
              <a:t>15-  ET C’EST MON ANNÉE OUI C’EST MON ANNÉE</a:t>
            </a:r>
          </a:p>
          <a:p>
            <a:endParaRPr lang="fr-FR" smtClean="0"/>
          </a:p>
          <a:p>
            <a:r>
              <a:rPr lang="fr-FR" smtClean="0"/>
              <a:t>16-  VOICI LA SOIRÉE QUE TU AS FAITE ELLE SERA POUR MOI UN SUJET DE JOIE   x2</a:t>
            </a:r>
          </a:p>
          <a:p>
            <a:r>
              <a:rPr lang="fr-FR" smtClean="0"/>
              <a:t>17-  JE NE M’INQUIÈTE PAS POUR DEMAIN J’AI CONFIANCE EN QUI TU ES</a:t>
            </a:r>
          </a:p>
          <a:p>
            <a:r>
              <a:rPr lang="fr-FR" smtClean="0"/>
              <a:t>18-  ET C’EST MA SOIRÉE OUI C’EST MA SOIRÉE</a:t>
            </a:r>
          </a:p>
          <a:p>
            <a:endParaRPr lang="fr-FR" smtClean="0"/>
          </a:p>
          <a:p>
            <a:r>
              <a:rPr lang="fr-FR" smtClean="0"/>
              <a:t> 19 -JE NE M’INQUIÈTE PAS POUR DEMAIN</a:t>
            </a:r>
          </a:p>
          <a:p>
            <a:r>
              <a:rPr lang="fr-FR" smtClean="0"/>
              <a:t>20- J’AI CONFIANCE EN QUI TU ES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JE METS MES PEURS DE CÔTÉ ET DERRIÈRE MOI MON PASSÉ</a:t>
            </a:r>
          </a:p>
          <a:p>
            <a:pPr>
              <a:defRPr/>
            </a:pPr>
            <a:r>
              <a:rPr lang="fr-FR" smtClean="0"/>
              <a:t>2-  POUR TOURNER MON CŒUR ENTIER VERS TOI, JÉSUS</a:t>
            </a:r>
          </a:p>
          <a:p>
            <a:pPr>
              <a:defRPr/>
            </a:pPr>
            <a:r>
              <a:rPr lang="fr-FR" smtClean="0"/>
              <a:t>3-  JE LÈVE MES MAINS VERS LES TIENNES ABANDONNANT TOUTES MES PEINES</a:t>
            </a:r>
          </a:p>
          <a:p>
            <a:pPr>
              <a:defRPr/>
            </a:pPr>
            <a:r>
              <a:rPr lang="fr-FR" smtClean="0"/>
              <a:t>4-  CAR JE CROIS QUE TOUT CE QUE TU ME RÉSERVES EST BON, SI BON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	5-  VOICI LA JOURNÉE QUE TU AS FAITE ELLE SERA POUR MOI UN SUJET DE JOIE  x2</a:t>
            </a:r>
          </a:p>
          <a:p>
            <a:pPr>
              <a:defRPr/>
            </a:pPr>
            <a:r>
              <a:rPr lang="fr-FR" smtClean="0"/>
              <a:t>	6-  JE NE M’INQUIÈTE PAS POUR DEMAIN J’AI CONFIANCE EN QUI TU ES</a:t>
            </a:r>
          </a:p>
          <a:p>
            <a:pPr>
              <a:defRPr/>
            </a:pPr>
            <a:r>
              <a:rPr lang="fr-FR" smtClean="0"/>
              <a:t>	7-  ET C’EST MA JOURNÉE OUI C’EST MA JOURNÉE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JE METS MES SOUCIS DEHORS ET DERRIÈRE MOI LES REMORDS</a:t>
            </a:r>
          </a:p>
          <a:p>
            <a:pPr>
              <a:defRPr/>
            </a:pPr>
            <a:r>
              <a:rPr lang="fr-FR" smtClean="0"/>
              <a:t>9-  JE TE DONNE MA VIE ET PLUS ENCORE, JÉSUS</a:t>
            </a:r>
          </a:p>
          <a:p>
            <a:pPr>
              <a:defRPr/>
            </a:pPr>
            <a:r>
              <a:rPr lang="fr-FR" smtClean="0"/>
              <a:t>10-  JE LÈVE MES MAINS VERS LES TIENNES  ABANDONNANT TOUTES MES PEINES</a:t>
            </a:r>
          </a:p>
          <a:p>
            <a:pPr>
              <a:defRPr/>
            </a:pPr>
            <a:r>
              <a:rPr lang="fr-FR" smtClean="0"/>
              <a:t>11-  CAR JE CROIS QUE TOUT CE QUE TU ME RÉSERVES EST BON, SI BON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</a:t>
            </a:r>
          </a:p>
          <a:p>
            <a:pPr>
              <a:defRPr/>
            </a:pPr>
            <a:r>
              <a:rPr lang="fr-FR" smtClean="0"/>
              <a:t>12-  JE MARCHERAI DANS TA VÉRITÉ CHAQUE JOUR POUR TOI JE VIVRAI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VOICI L’ANNÉE QUE TU AS FAITE ELLE SERA POUR MOI UN SUJET DE JOIE  x2</a:t>
            </a:r>
          </a:p>
          <a:p>
            <a:pPr>
              <a:defRPr/>
            </a:pPr>
            <a:r>
              <a:rPr lang="fr-FR" smtClean="0"/>
              <a:t>14-  JE NE M’INQUIÈTE PAS POUR DEMAIN J’AI CONFIANCE EN QUI TU ES</a:t>
            </a:r>
          </a:p>
          <a:p>
            <a:pPr>
              <a:defRPr/>
            </a:pPr>
            <a:r>
              <a:rPr lang="fr-FR" smtClean="0"/>
              <a:t>15-  ET C’EST MON ANNÉE OUI C’EST MON ANNÉE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 VOICI LA SOIRÉE QUE TU AS FAITE ELLE SERA POUR MOI UN SUJET DE JOIE   x2</a:t>
            </a:r>
          </a:p>
          <a:p>
            <a:pPr>
              <a:defRPr/>
            </a:pPr>
            <a:r>
              <a:rPr lang="fr-FR" smtClean="0"/>
              <a:t>17-  JE NE M’INQUIÈTE PAS POUR DEMAIN J’AI CONFIANCE EN QUI TU ES</a:t>
            </a:r>
          </a:p>
          <a:p>
            <a:pPr>
              <a:defRPr/>
            </a:pPr>
            <a:r>
              <a:rPr lang="fr-FR" smtClean="0"/>
              <a:t>18-  ET C’EST MA SOIRÉE OUI C’EST MA SOIRÉE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19 -JE NE M’INQUIÈTE PAS POUR DEMAIN</a:t>
            </a:r>
          </a:p>
          <a:p>
            <a:pPr>
              <a:defRPr/>
            </a:pPr>
            <a:r>
              <a:rPr lang="fr-FR" smtClean="0"/>
              <a:t>20- J’AI CONFIANCE EN QUI TU ES</a:t>
            </a:r>
            <a:endParaRPr lang="fr-FR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METS MES PEURS DE CÔTÉ ET DERRIÈRE MOI MON PASSÉ</a:t>
            </a:r>
          </a:p>
          <a:p>
            <a:r>
              <a:rPr lang="fr-FR" smtClean="0"/>
              <a:t>2-  POUR TOURNER MON CŒUR ENTIER VERS TOI, JÉSUS</a:t>
            </a:r>
          </a:p>
          <a:p>
            <a:r>
              <a:rPr lang="fr-FR" smtClean="0"/>
              <a:t>3-  JE LÈVE MES MAINS VERS LES TIENNES ABANDONNANT TOUTES MES PEINES</a:t>
            </a:r>
          </a:p>
          <a:p>
            <a:r>
              <a:rPr lang="fr-FR" smtClean="0"/>
              <a:t>4-  CAR JE CROIS QUE TOUT CE QUE TU ME RÉSERVES EST BON, SI BON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VOICI LA JOURNÉE QUE TU AS FAITE ELLE SERA POUR MOI UN SUJET DE JOIE  x2</a:t>
            </a:r>
          </a:p>
          <a:p>
            <a:r>
              <a:rPr lang="fr-FR" smtClean="0"/>
              <a:t>	6-  JE NE M’INQUIÈTE PAS POUR DEMAIN J’AI CONFIANCE EN QUI TU ES</a:t>
            </a:r>
          </a:p>
          <a:p>
            <a:r>
              <a:rPr lang="fr-FR" smtClean="0"/>
              <a:t>	7-  ET C’EST MA JOURNÉE OUI C’EST MA JOURNÉE</a:t>
            </a:r>
          </a:p>
          <a:p>
            <a:endParaRPr lang="fr-FR" smtClean="0"/>
          </a:p>
          <a:p>
            <a:r>
              <a:rPr lang="fr-FR" smtClean="0"/>
              <a:t>8-  JE METS MES SOUCIS DEHORS ET DERRIÈRE MOI LES REMORDS</a:t>
            </a:r>
          </a:p>
          <a:p>
            <a:r>
              <a:rPr lang="fr-FR" smtClean="0"/>
              <a:t>9-  JE TE DONNE MA VIE ET PLUS ENCORE, JÉSUS</a:t>
            </a:r>
          </a:p>
          <a:p>
            <a:r>
              <a:rPr lang="fr-FR" smtClean="0"/>
              <a:t>10-  JE LÈVE MES MAINS VERS LES TIENNES  ABANDONNANT TOUTES MES PEINES</a:t>
            </a:r>
          </a:p>
          <a:p>
            <a:r>
              <a:rPr lang="fr-FR" smtClean="0"/>
              <a:t>11-  CAR JE CROIS QUE TOUT CE QUE TU ME RÉSERVES EST BON, SI BON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12-  JE MARCHERAI DANS TA VÉRITÉ CHAQUE JOUR POUR TOI JE VIVRAI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13-  VOICI L’ANNÉE QUE TU AS FAITE ELLE SERA POUR MOI UN SUJET DE JOIE  x2</a:t>
            </a:r>
          </a:p>
          <a:p>
            <a:r>
              <a:rPr lang="fr-FR" smtClean="0"/>
              <a:t>14-  JE NE M’INQUIÈTE PAS POUR DEMAIN J’AI CONFIANCE EN QUI TU ES</a:t>
            </a:r>
          </a:p>
          <a:p>
            <a:r>
              <a:rPr lang="fr-FR" smtClean="0"/>
              <a:t>15-  ET C’EST MON ANNÉE OUI C’EST MON ANNÉE</a:t>
            </a:r>
          </a:p>
          <a:p>
            <a:endParaRPr lang="fr-FR" smtClean="0"/>
          </a:p>
          <a:p>
            <a:r>
              <a:rPr lang="fr-FR" smtClean="0"/>
              <a:t>16-  VOICI LA SOIRÉE QUE TU AS FAITE ELLE SERA POUR MOI UN SUJET DE JOIE   x2</a:t>
            </a:r>
          </a:p>
          <a:p>
            <a:r>
              <a:rPr lang="fr-FR" smtClean="0"/>
              <a:t>17-  JE NE M’INQUIÈTE PAS POUR DEMAIN J’AI CONFIANCE EN QUI TU ES</a:t>
            </a:r>
          </a:p>
          <a:p>
            <a:r>
              <a:rPr lang="fr-FR" smtClean="0"/>
              <a:t>18-  ET C’EST MA SOIRÉE OUI C’EST MA SOIRÉE</a:t>
            </a:r>
          </a:p>
          <a:p>
            <a:endParaRPr lang="fr-FR" smtClean="0"/>
          </a:p>
          <a:p>
            <a:r>
              <a:rPr lang="fr-FR" smtClean="0"/>
              <a:t> 19 -JE NE M’INQUIÈTE PAS POUR DEMAIN</a:t>
            </a:r>
          </a:p>
          <a:p>
            <a:r>
              <a:rPr lang="fr-FR" smtClean="0"/>
              <a:t>20- J’AI CONFIANCE EN QUI TU ES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JE METS MES PEURS DE CÔTÉ ET DERRIÈRE MOI MON PASSÉ</a:t>
            </a:r>
          </a:p>
          <a:p>
            <a:pPr>
              <a:defRPr/>
            </a:pPr>
            <a:r>
              <a:rPr lang="fr-FR" smtClean="0"/>
              <a:t>2-  POUR TOURNER MON CŒUR ENTIER VERS TOI, JÉSUS</a:t>
            </a:r>
          </a:p>
          <a:p>
            <a:pPr>
              <a:defRPr/>
            </a:pPr>
            <a:r>
              <a:rPr lang="fr-FR" smtClean="0"/>
              <a:t>3-  JE LÈVE MES MAINS VERS LES TIENNES ABANDONNANT TOUTES MES PEINES</a:t>
            </a:r>
          </a:p>
          <a:p>
            <a:pPr>
              <a:defRPr/>
            </a:pPr>
            <a:r>
              <a:rPr lang="fr-FR" smtClean="0"/>
              <a:t>4-  CAR JE CROIS QUE TOUT CE QUE TU ME RÉSERVES EST BON, SI BON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	5-  VOICI LA JOURNÉE QUE TU AS FAITE ELLE SERA POUR MOI UN SUJET DE JOIE  x2</a:t>
            </a:r>
          </a:p>
          <a:p>
            <a:pPr>
              <a:defRPr/>
            </a:pPr>
            <a:r>
              <a:rPr lang="fr-FR" smtClean="0"/>
              <a:t>	6-  JE NE M’INQUIÈTE PAS POUR DEMAIN J’AI CONFIANCE EN QUI TU ES</a:t>
            </a:r>
          </a:p>
          <a:p>
            <a:pPr>
              <a:defRPr/>
            </a:pPr>
            <a:r>
              <a:rPr lang="fr-FR" smtClean="0"/>
              <a:t>	7-  ET C’EST MA JOURNÉE OUI C’EST MA JOURNÉE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JE METS MES SOUCIS DEHORS ET DERRIÈRE MOI LES REMORDS</a:t>
            </a:r>
          </a:p>
          <a:p>
            <a:pPr>
              <a:defRPr/>
            </a:pPr>
            <a:r>
              <a:rPr lang="fr-FR" smtClean="0"/>
              <a:t>9-  JE TE DONNE MA VIE ET PLUS ENCORE, JÉSUS</a:t>
            </a:r>
          </a:p>
          <a:p>
            <a:pPr>
              <a:defRPr/>
            </a:pPr>
            <a:r>
              <a:rPr lang="fr-FR" smtClean="0"/>
              <a:t>10-  JE LÈVE MES MAINS VERS LES TIENNES  ABANDONNANT TOUTES MES PEINES</a:t>
            </a:r>
          </a:p>
          <a:p>
            <a:pPr>
              <a:defRPr/>
            </a:pPr>
            <a:r>
              <a:rPr lang="fr-FR" smtClean="0"/>
              <a:t>11-  CAR JE CROIS QUE TOUT CE QUE TU ME RÉSERVES EST BON, SI BON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</a:t>
            </a:r>
          </a:p>
          <a:p>
            <a:pPr>
              <a:defRPr/>
            </a:pPr>
            <a:r>
              <a:rPr lang="fr-FR" smtClean="0"/>
              <a:t>12-  JE MARCHERAI DANS TA VÉRITÉ CHAQUE JOUR POUR TOI JE VIVRAI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VOICI L’ANNÉE QUE TU AS FAITE ELLE SERA POUR MOI UN SUJET DE JOIE  x2</a:t>
            </a:r>
          </a:p>
          <a:p>
            <a:pPr>
              <a:defRPr/>
            </a:pPr>
            <a:r>
              <a:rPr lang="fr-FR" smtClean="0"/>
              <a:t>14-  JE NE M’INQUIÈTE PAS POUR DEMAIN J’AI CONFIANCE EN QUI TU ES</a:t>
            </a:r>
          </a:p>
          <a:p>
            <a:pPr>
              <a:defRPr/>
            </a:pPr>
            <a:r>
              <a:rPr lang="fr-FR" smtClean="0"/>
              <a:t>15-  ET C’EST MON ANNÉE OUI C’EST MON ANNÉE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 VOICI LA SOIRÉE QUE TU AS FAITE ELLE SERA POUR MOI UN SUJET DE JOIE   x2</a:t>
            </a:r>
          </a:p>
          <a:p>
            <a:pPr>
              <a:defRPr/>
            </a:pPr>
            <a:r>
              <a:rPr lang="fr-FR" smtClean="0"/>
              <a:t>17-  JE NE M’INQUIÈTE PAS POUR DEMAIN J’AI CONFIANCE EN QUI TU ES</a:t>
            </a:r>
          </a:p>
          <a:p>
            <a:pPr>
              <a:defRPr/>
            </a:pPr>
            <a:r>
              <a:rPr lang="fr-FR" smtClean="0"/>
              <a:t>18-  ET C’EST MA SOIRÉE OUI C’EST MA SOIRÉE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19 -JE NE M’INQUIÈTE PAS POUR DEMAIN</a:t>
            </a:r>
          </a:p>
          <a:p>
            <a:pPr>
              <a:defRPr/>
            </a:pPr>
            <a:r>
              <a:rPr lang="fr-FR" smtClean="0"/>
              <a:t>20- J’AI CONFIANCE EN QUI TU ES</a:t>
            </a:r>
            <a:endParaRPr lang="fr-FR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METS MES PEURS DE CÔTÉ ET DERRIÈRE MOI MON PASSÉ</a:t>
            </a:r>
          </a:p>
          <a:p>
            <a:r>
              <a:rPr lang="fr-FR" smtClean="0"/>
              <a:t>2-  POUR TOURNER MON CŒUR ENTIER VERS TOI, JÉSUS</a:t>
            </a:r>
          </a:p>
          <a:p>
            <a:r>
              <a:rPr lang="fr-FR" smtClean="0"/>
              <a:t>3-  JE LÈVE MES MAINS VERS LES TIENNES ABANDONNANT TOUTES MES PEINES</a:t>
            </a:r>
          </a:p>
          <a:p>
            <a:r>
              <a:rPr lang="fr-FR" smtClean="0"/>
              <a:t>4-  CAR JE CROIS QUE TOUT CE QUE TU ME RÉSERVES EST BON, SI BON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VOICI LA JOURNÉE QUE TU AS FAITE ELLE SERA POUR MOI UN SUJET DE JOIE  x2</a:t>
            </a:r>
          </a:p>
          <a:p>
            <a:r>
              <a:rPr lang="fr-FR" smtClean="0"/>
              <a:t>	6-  JE NE M’INQUIÈTE PAS POUR DEMAIN J’AI CONFIANCE EN QUI TU ES</a:t>
            </a:r>
          </a:p>
          <a:p>
            <a:r>
              <a:rPr lang="fr-FR" smtClean="0"/>
              <a:t>	7-  ET C’EST MA JOURNÉE OUI C’EST MA JOURNÉE</a:t>
            </a:r>
          </a:p>
          <a:p>
            <a:endParaRPr lang="fr-FR" smtClean="0"/>
          </a:p>
          <a:p>
            <a:r>
              <a:rPr lang="fr-FR" smtClean="0"/>
              <a:t>8-  JE METS MES SOUCIS DEHORS ET DERRIÈRE MOI LES REMORDS</a:t>
            </a:r>
          </a:p>
          <a:p>
            <a:r>
              <a:rPr lang="fr-FR" smtClean="0"/>
              <a:t>9-  JE TE DONNE MA VIE ET PLUS ENCORE, JÉSUS</a:t>
            </a:r>
          </a:p>
          <a:p>
            <a:r>
              <a:rPr lang="fr-FR" smtClean="0"/>
              <a:t>10-  JE LÈVE MES MAINS VERS LES TIENNES  ABANDONNANT TOUTES MES PEINES</a:t>
            </a:r>
          </a:p>
          <a:p>
            <a:r>
              <a:rPr lang="fr-FR" smtClean="0"/>
              <a:t>11-  CAR JE CROIS QUE TOUT CE QUE TU ME RÉSERVES EST BON, SI BON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12-  JE MARCHERAI DANS TA VÉRITÉ CHAQUE JOUR POUR TOI JE VIVRAI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13-  VOICI L’ANNÉE QUE TU AS FAITE ELLE SERA POUR MOI UN SUJET DE JOIE  x2</a:t>
            </a:r>
          </a:p>
          <a:p>
            <a:r>
              <a:rPr lang="fr-FR" smtClean="0"/>
              <a:t>14-  JE NE M’INQUIÈTE PAS POUR DEMAIN J’AI CONFIANCE EN QUI TU ES</a:t>
            </a:r>
          </a:p>
          <a:p>
            <a:r>
              <a:rPr lang="fr-FR" smtClean="0"/>
              <a:t>15-  ET C’EST MON ANNÉE OUI C’EST MON ANNÉE</a:t>
            </a:r>
          </a:p>
          <a:p>
            <a:endParaRPr lang="fr-FR" smtClean="0"/>
          </a:p>
          <a:p>
            <a:r>
              <a:rPr lang="fr-FR" smtClean="0"/>
              <a:t>16-  VOICI LA SOIRÉE QUE TU AS FAITE ELLE SERA POUR MOI UN SUJET DE JOIE   x2</a:t>
            </a:r>
          </a:p>
          <a:p>
            <a:r>
              <a:rPr lang="fr-FR" smtClean="0"/>
              <a:t>17-  JE NE M’INQUIÈTE PAS POUR DEMAIN J’AI CONFIANCE EN QUI TU ES</a:t>
            </a:r>
          </a:p>
          <a:p>
            <a:r>
              <a:rPr lang="fr-FR" smtClean="0"/>
              <a:t>18-  ET C’EST MA SOIRÉE OUI C’EST MA SOIRÉE</a:t>
            </a:r>
          </a:p>
          <a:p>
            <a:endParaRPr lang="fr-FR" smtClean="0"/>
          </a:p>
          <a:p>
            <a:r>
              <a:rPr lang="fr-FR" smtClean="0"/>
              <a:t> 19 -JE NE M’INQUIÈTE PAS POUR DEMAIN</a:t>
            </a:r>
          </a:p>
          <a:p>
            <a:r>
              <a:rPr lang="fr-FR" smtClean="0"/>
              <a:t>20- J’AI CONFIANCE EN QUI TU ES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JE METS MES PEURS DE CÔTÉ ET DERRIÈRE MOI MON PASSÉ</a:t>
            </a:r>
          </a:p>
          <a:p>
            <a:pPr>
              <a:defRPr/>
            </a:pPr>
            <a:r>
              <a:rPr lang="fr-FR" smtClean="0"/>
              <a:t>2-  POUR TOURNER MON CŒUR ENTIER VERS TOI, JÉSUS</a:t>
            </a:r>
          </a:p>
          <a:p>
            <a:pPr>
              <a:defRPr/>
            </a:pPr>
            <a:r>
              <a:rPr lang="fr-FR" smtClean="0"/>
              <a:t>3-  JE LÈVE MES MAINS VERS LES TIENNES ABANDONNANT TOUTES MES PEINES</a:t>
            </a:r>
          </a:p>
          <a:p>
            <a:pPr>
              <a:defRPr/>
            </a:pPr>
            <a:r>
              <a:rPr lang="fr-FR" smtClean="0"/>
              <a:t>4-  CAR JE CROIS QUE TOUT CE QUE TU ME RÉSERVES EST BON, SI BON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	5-  VOICI LA JOURNÉE QUE TU AS FAITE ELLE SERA POUR MOI UN SUJET DE JOIE  x2</a:t>
            </a:r>
          </a:p>
          <a:p>
            <a:pPr>
              <a:defRPr/>
            </a:pPr>
            <a:r>
              <a:rPr lang="fr-FR" smtClean="0"/>
              <a:t>	6-  JE NE M’INQUIÈTE PAS POUR DEMAIN J’AI CONFIANCE EN QUI TU ES</a:t>
            </a:r>
          </a:p>
          <a:p>
            <a:pPr>
              <a:defRPr/>
            </a:pPr>
            <a:r>
              <a:rPr lang="fr-FR" smtClean="0"/>
              <a:t>	7-  ET C’EST MA JOURNÉE OUI C’EST MA JOURNÉE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JE METS MES SOUCIS DEHORS ET DERRIÈRE MOI LES REMORDS</a:t>
            </a:r>
          </a:p>
          <a:p>
            <a:pPr>
              <a:defRPr/>
            </a:pPr>
            <a:r>
              <a:rPr lang="fr-FR" smtClean="0"/>
              <a:t>9-  JE TE DONNE MA VIE ET PLUS ENCORE, JÉSUS</a:t>
            </a:r>
          </a:p>
          <a:p>
            <a:pPr>
              <a:defRPr/>
            </a:pPr>
            <a:r>
              <a:rPr lang="fr-FR" smtClean="0"/>
              <a:t>10-  JE LÈVE MES MAINS VERS LES TIENNES  ABANDONNANT TOUTES MES PEINES</a:t>
            </a:r>
          </a:p>
          <a:p>
            <a:pPr>
              <a:defRPr/>
            </a:pPr>
            <a:r>
              <a:rPr lang="fr-FR" smtClean="0"/>
              <a:t>11-  CAR JE CROIS QUE TOUT CE QUE TU ME RÉSERVES EST BON, SI BON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</a:t>
            </a:r>
          </a:p>
          <a:p>
            <a:pPr>
              <a:defRPr/>
            </a:pPr>
            <a:r>
              <a:rPr lang="fr-FR" smtClean="0"/>
              <a:t>12-  JE MARCHERAI DANS TA VÉRITÉ CHAQUE JOUR POUR TOI JE VIVRAI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VOICI L’ANNÉE QUE TU AS FAITE ELLE SERA POUR MOI UN SUJET DE JOIE  x2</a:t>
            </a:r>
          </a:p>
          <a:p>
            <a:pPr>
              <a:defRPr/>
            </a:pPr>
            <a:r>
              <a:rPr lang="fr-FR" smtClean="0"/>
              <a:t>14-  JE NE M’INQUIÈTE PAS POUR DEMAIN J’AI CONFIANCE EN QUI TU ES</a:t>
            </a:r>
          </a:p>
          <a:p>
            <a:pPr>
              <a:defRPr/>
            </a:pPr>
            <a:r>
              <a:rPr lang="fr-FR" smtClean="0"/>
              <a:t>15-  ET C’EST MON ANNÉE OUI C’EST MON ANNÉE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 VOICI LA SOIRÉE QUE TU AS FAITE ELLE SERA POUR MOI UN SUJET DE JOIE   x2</a:t>
            </a:r>
          </a:p>
          <a:p>
            <a:pPr>
              <a:defRPr/>
            </a:pPr>
            <a:r>
              <a:rPr lang="fr-FR" smtClean="0"/>
              <a:t>17-  JE NE M’INQUIÈTE PAS POUR DEMAIN J’AI CONFIANCE EN QUI TU ES</a:t>
            </a:r>
          </a:p>
          <a:p>
            <a:pPr>
              <a:defRPr/>
            </a:pPr>
            <a:r>
              <a:rPr lang="fr-FR" smtClean="0"/>
              <a:t>18-  ET C’EST MA SOIRÉE OUI C’EST MA SOIRÉE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19 -JE NE M’INQUIÈTE PAS POUR DEMAIN</a:t>
            </a:r>
          </a:p>
          <a:p>
            <a:pPr>
              <a:defRPr/>
            </a:pPr>
            <a:r>
              <a:rPr lang="fr-FR" smtClean="0"/>
              <a:t>20- J’AI CONFIANCE EN QUI TU ES</a:t>
            </a:r>
            <a:endParaRPr lang="fr-FR" dirty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METS MES PEURS DE CÔTÉ ET DERRIÈRE MOI MON PASSÉ</a:t>
            </a:r>
          </a:p>
          <a:p>
            <a:r>
              <a:rPr lang="fr-FR" smtClean="0"/>
              <a:t>2-  POUR TOURNER MON CŒUR ENTIER VERS TOI, JÉSUS</a:t>
            </a:r>
          </a:p>
          <a:p>
            <a:r>
              <a:rPr lang="fr-FR" smtClean="0"/>
              <a:t>3-  JE LÈVE MES MAINS VERS LES TIENNES ABANDONNANT TOUTES MES PEINES</a:t>
            </a:r>
          </a:p>
          <a:p>
            <a:r>
              <a:rPr lang="fr-FR" smtClean="0"/>
              <a:t>4-  CAR JE CROIS QUE TOUT CE QUE TU ME RÉSERVES EST BON, SI BON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VOICI LA JOURNÉE QUE TU AS FAITE ELLE SERA POUR MOI UN SUJET DE JOIE  x2</a:t>
            </a:r>
          </a:p>
          <a:p>
            <a:r>
              <a:rPr lang="fr-FR" smtClean="0"/>
              <a:t>	6-  JE NE M’INQUIÈTE PAS POUR DEMAIN J’AI CONFIANCE EN QUI TU ES</a:t>
            </a:r>
          </a:p>
          <a:p>
            <a:r>
              <a:rPr lang="fr-FR" smtClean="0"/>
              <a:t>	7-  ET C’EST MA JOURNÉE OUI C’EST MA JOURNÉE</a:t>
            </a:r>
          </a:p>
          <a:p>
            <a:endParaRPr lang="fr-FR" smtClean="0"/>
          </a:p>
          <a:p>
            <a:r>
              <a:rPr lang="fr-FR" smtClean="0"/>
              <a:t>8-  JE METS MES SOUCIS DEHORS ET DERRIÈRE MOI LES REMORDS</a:t>
            </a:r>
          </a:p>
          <a:p>
            <a:r>
              <a:rPr lang="fr-FR" smtClean="0"/>
              <a:t>9-  JE TE DONNE MA VIE ET PLUS ENCORE, JÉSUS</a:t>
            </a:r>
          </a:p>
          <a:p>
            <a:r>
              <a:rPr lang="fr-FR" smtClean="0"/>
              <a:t>10-  JE LÈVE MES MAINS VERS LES TIENNES  ABANDONNANT TOUTES MES PEINES</a:t>
            </a:r>
          </a:p>
          <a:p>
            <a:r>
              <a:rPr lang="fr-FR" smtClean="0"/>
              <a:t>11-  CAR JE CROIS QUE TOUT CE QUE TU ME RÉSERVES EST BON, SI BON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12-  JE MARCHERAI DANS TA VÉRITÉ CHAQUE JOUR POUR TOI JE VIVRAI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13-  VOICI L’ANNÉE QUE TU AS FAITE ELLE SERA POUR MOI UN SUJET DE JOIE  x2</a:t>
            </a:r>
          </a:p>
          <a:p>
            <a:r>
              <a:rPr lang="fr-FR" smtClean="0"/>
              <a:t>14-  JE NE M’INQUIÈTE PAS POUR DEMAIN J’AI CONFIANCE EN QUI TU ES</a:t>
            </a:r>
          </a:p>
          <a:p>
            <a:r>
              <a:rPr lang="fr-FR" smtClean="0"/>
              <a:t>15-  ET C’EST MON ANNÉE OUI C’EST MON ANNÉE</a:t>
            </a:r>
          </a:p>
          <a:p>
            <a:endParaRPr lang="fr-FR" smtClean="0"/>
          </a:p>
          <a:p>
            <a:r>
              <a:rPr lang="fr-FR" smtClean="0"/>
              <a:t>16-  VOICI LA SOIRÉE QUE TU AS FAITE ELLE SERA POUR MOI UN SUJET DE JOIE   x2</a:t>
            </a:r>
          </a:p>
          <a:p>
            <a:r>
              <a:rPr lang="fr-FR" smtClean="0"/>
              <a:t>17-  JE NE M’INQUIÈTE PAS POUR DEMAIN J’AI CONFIANCE EN QUI TU ES</a:t>
            </a:r>
          </a:p>
          <a:p>
            <a:r>
              <a:rPr lang="fr-FR" smtClean="0"/>
              <a:t>18-  ET C’EST MA SOIRÉE OUI C’EST MA SOIRÉE</a:t>
            </a:r>
          </a:p>
          <a:p>
            <a:endParaRPr lang="fr-FR" smtClean="0"/>
          </a:p>
          <a:p>
            <a:r>
              <a:rPr lang="fr-FR" smtClean="0"/>
              <a:t> 19 -JE NE M’INQUIÈTE PAS POUR DEMAIN</a:t>
            </a:r>
          </a:p>
          <a:p>
            <a:r>
              <a:rPr lang="fr-FR" smtClean="0"/>
              <a:t>20- J’AI CONFIANCE EN QUI TU ES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JE METS MES PEURS DE CÔTÉ ET DERRIÈRE MOI MON PASSÉ</a:t>
            </a:r>
          </a:p>
          <a:p>
            <a:pPr>
              <a:defRPr/>
            </a:pPr>
            <a:r>
              <a:rPr lang="fr-FR" smtClean="0"/>
              <a:t>2-  POUR TOURNER MON CŒUR ENTIER VERS TOI, JÉSUS</a:t>
            </a:r>
          </a:p>
          <a:p>
            <a:pPr>
              <a:defRPr/>
            </a:pPr>
            <a:r>
              <a:rPr lang="fr-FR" smtClean="0"/>
              <a:t>3-  JE LÈVE MES MAINS VERS LES TIENNES ABANDONNANT TOUTES MES PEINES</a:t>
            </a:r>
          </a:p>
          <a:p>
            <a:pPr>
              <a:defRPr/>
            </a:pPr>
            <a:r>
              <a:rPr lang="fr-FR" smtClean="0"/>
              <a:t>4-  CAR JE CROIS QUE TOUT CE QUE TU ME RÉSERVES EST BON, SI BON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	5-  VOICI LA JOURNÉE QUE TU AS FAITE ELLE SERA POUR MOI UN SUJET DE JOIE  x2</a:t>
            </a:r>
          </a:p>
          <a:p>
            <a:pPr>
              <a:defRPr/>
            </a:pPr>
            <a:r>
              <a:rPr lang="fr-FR" smtClean="0"/>
              <a:t>	6-  JE NE M’INQUIÈTE PAS POUR DEMAIN J’AI CONFIANCE EN QUI TU ES</a:t>
            </a:r>
          </a:p>
          <a:p>
            <a:pPr>
              <a:defRPr/>
            </a:pPr>
            <a:r>
              <a:rPr lang="fr-FR" smtClean="0"/>
              <a:t>	7-  ET C’EST MA JOURNÉE OUI C’EST MA JOURNÉE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JE METS MES SOUCIS DEHORS ET DERRIÈRE MOI LES REMORDS</a:t>
            </a:r>
          </a:p>
          <a:p>
            <a:pPr>
              <a:defRPr/>
            </a:pPr>
            <a:r>
              <a:rPr lang="fr-FR" smtClean="0"/>
              <a:t>9-  JE TE DONNE MA VIE ET PLUS ENCORE, JÉSUS</a:t>
            </a:r>
          </a:p>
          <a:p>
            <a:pPr>
              <a:defRPr/>
            </a:pPr>
            <a:r>
              <a:rPr lang="fr-FR" smtClean="0"/>
              <a:t>10-  JE LÈVE MES MAINS VERS LES TIENNES  ABANDONNANT TOUTES MES PEINES</a:t>
            </a:r>
          </a:p>
          <a:p>
            <a:pPr>
              <a:defRPr/>
            </a:pPr>
            <a:r>
              <a:rPr lang="fr-FR" smtClean="0"/>
              <a:t>11-  CAR JE CROIS QUE TOUT CE QUE TU ME RÉSERVES EST BON, SI BON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</a:t>
            </a:r>
          </a:p>
          <a:p>
            <a:pPr>
              <a:defRPr/>
            </a:pPr>
            <a:r>
              <a:rPr lang="fr-FR" smtClean="0"/>
              <a:t>12-  JE MARCHERAI DANS TA VÉRITÉ CHAQUE JOUR POUR TOI JE VIVRAI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VOICI L’ANNÉE QUE TU AS FAITE ELLE SERA POUR MOI UN SUJET DE JOIE  x2</a:t>
            </a:r>
          </a:p>
          <a:p>
            <a:pPr>
              <a:defRPr/>
            </a:pPr>
            <a:r>
              <a:rPr lang="fr-FR" smtClean="0"/>
              <a:t>14-  JE NE M’INQUIÈTE PAS POUR DEMAIN J’AI CONFIANCE EN QUI TU ES</a:t>
            </a:r>
          </a:p>
          <a:p>
            <a:pPr>
              <a:defRPr/>
            </a:pPr>
            <a:r>
              <a:rPr lang="fr-FR" smtClean="0"/>
              <a:t>15-  ET C’EST MON ANNÉE OUI C’EST MON ANNÉE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 VOICI LA SOIRÉE QUE TU AS FAITE ELLE SERA POUR MOI UN SUJET DE JOIE   x2</a:t>
            </a:r>
          </a:p>
          <a:p>
            <a:pPr>
              <a:defRPr/>
            </a:pPr>
            <a:r>
              <a:rPr lang="fr-FR" smtClean="0"/>
              <a:t>17-  JE NE M’INQUIÈTE PAS POUR DEMAIN J’AI CONFIANCE EN QUI TU ES</a:t>
            </a:r>
          </a:p>
          <a:p>
            <a:pPr>
              <a:defRPr/>
            </a:pPr>
            <a:r>
              <a:rPr lang="fr-FR" smtClean="0"/>
              <a:t>18-  ET C’EST MA SOIRÉE OUI C’EST MA SOIRÉE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19 -JE NE M’INQUIÈTE PAS POUR DEMAIN</a:t>
            </a:r>
          </a:p>
          <a:p>
            <a:pPr>
              <a:defRPr/>
            </a:pPr>
            <a:r>
              <a:rPr lang="fr-FR" smtClean="0"/>
              <a:t>20- J’AI CONFIANCE EN QUI TU ES</a:t>
            </a:r>
            <a:endParaRPr lang="fr-FR" dirty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METS MES PEURS DE CÔTÉ ET DERRIÈRE MOI MON PASSÉ</a:t>
            </a:r>
          </a:p>
          <a:p>
            <a:r>
              <a:rPr lang="fr-FR" smtClean="0"/>
              <a:t>2-  POUR TOURNER MON CŒUR ENTIER VERS TOI, JÉSUS</a:t>
            </a:r>
          </a:p>
          <a:p>
            <a:r>
              <a:rPr lang="fr-FR" smtClean="0"/>
              <a:t>3-  JE LÈVE MES MAINS VERS LES TIENNES ABANDONNANT TOUTES MES PEINES</a:t>
            </a:r>
          </a:p>
          <a:p>
            <a:r>
              <a:rPr lang="fr-FR" smtClean="0"/>
              <a:t>4-  CAR JE CROIS QUE TOUT CE QUE TU ME RÉSERVES EST BON, SI BON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VOICI LA JOURNÉE QUE TU AS FAITE ELLE SERA POUR MOI UN SUJET DE JOIE  x2</a:t>
            </a:r>
          </a:p>
          <a:p>
            <a:r>
              <a:rPr lang="fr-FR" smtClean="0"/>
              <a:t>	6-  JE NE M’INQUIÈTE PAS POUR DEMAIN J’AI CONFIANCE EN QUI TU ES</a:t>
            </a:r>
          </a:p>
          <a:p>
            <a:r>
              <a:rPr lang="fr-FR" smtClean="0"/>
              <a:t>	7-  ET C’EST MA JOURNÉE OUI C’EST MA JOURNÉE</a:t>
            </a:r>
          </a:p>
          <a:p>
            <a:endParaRPr lang="fr-FR" smtClean="0"/>
          </a:p>
          <a:p>
            <a:r>
              <a:rPr lang="fr-FR" smtClean="0"/>
              <a:t>8-  JE METS MES SOUCIS DEHORS ET DERRIÈRE MOI LES REMORDS</a:t>
            </a:r>
          </a:p>
          <a:p>
            <a:r>
              <a:rPr lang="fr-FR" smtClean="0"/>
              <a:t>9-  JE TE DONNE MA VIE ET PLUS ENCORE, JÉSUS</a:t>
            </a:r>
          </a:p>
          <a:p>
            <a:r>
              <a:rPr lang="fr-FR" smtClean="0"/>
              <a:t>10-  JE LÈVE MES MAINS VERS LES TIENNES  ABANDONNANT TOUTES MES PEINES</a:t>
            </a:r>
          </a:p>
          <a:p>
            <a:r>
              <a:rPr lang="fr-FR" smtClean="0"/>
              <a:t>11-  CAR JE CROIS QUE TOUT CE QUE TU ME RÉSERVES EST BON, SI BON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12-  JE MARCHERAI DANS TA VÉRITÉ CHAQUE JOUR POUR TOI JE VIVRAI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13-  VOICI L’ANNÉE QUE TU AS FAITE ELLE SERA POUR MOI UN SUJET DE JOIE  x2</a:t>
            </a:r>
          </a:p>
          <a:p>
            <a:r>
              <a:rPr lang="fr-FR" smtClean="0"/>
              <a:t>14-  JE NE M’INQUIÈTE PAS POUR DEMAIN J’AI CONFIANCE EN QUI TU ES</a:t>
            </a:r>
          </a:p>
          <a:p>
            <a:r>
              <a:rPr lang="fr-FR" smtClean="0"/>
              <a:t>15-  ET C’EST MON ANNÉE OUI C’EST MON ANNÉE</a:t>
            </a:r>
          </a:p>
          <a:p>
            <a:endParaRPr lang="fr-FR" smtClean="0"/>
          </a:p>
          <a:p>
            <a:r>
              <a:rPr lang="fr-FR" smtClean="0"/>
              <a:t>16-  VOICI LA SOIRÉE QUE TU AS FAITE ELLE SERA POUR MOI UN SUJET DE JOIE   x2</a:t>
            </a:r>
          </a:p>
          <a:p>
            <a:r>
              <a:rPr lang="fr-FR" smtClean="0"/>
              <a:t>17-  JE NE M’INQUIÈTE PAS POUR DEMAIN J’AI CONFIANCE EN QUI TU ES</a:t>
            </a:r>
          </a:p>
          <a:p>
            <a:r>
              <a:rPr lang="fr-FR" smtClean="0"/>
              <a:t>18-  ET C’EST MA SOIRÉE OUI C’EST MA SOIRÉE</a:t>
            </a:r>
          </a:p>
          <a:p>
            <a:endParaRPr lang="fr-FR" smtClean="0"/>
          </a:p>
          <a:p>
            <a:r>
              <a:rPr lang="fr-FR" smtClean="0"/>
              <a:t> 19 -JE NE M’INQUIÈTE PAS POUR DEMAIN</a:t>
            </a:r>
          </a:p>
          <a:p>
            <a:r>
              <a:rPr lang="fr-FR" smtClean="0"/>
              <a:t>20- J’AI CONFIANCE EN QUI TU ES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JE METS MES PEURS DE CÔTÉ ET DERRIÈRE MOI MON PASSÉ</a:t>
            </a:r>
          </a:p>
          <a:p>
            <a:pPr>
              <a:defRPr/>
            </a:pPr>
            <a:r>
              <a:rPr lang="fr-FR" smtClean="0"/>
              <a:t>2-  POUR TOURNER MON CŒUR ENTIER VERS TOI, JÉSUS</a:t>
            </a:r>
          </a:p>
          <a:p>
            <a:pPr>
              <a:defRPr/>
            </a:pPr>
            <a:r>
              <a:rPr lang="fr-FR" smtClean="0"/>
              <a:t>3-  JE LÈVE MES MAINS VERS LES TIENNES ABANDONNANT TOUTES MES PEINES</a:t>
            </a:r>
          </a:p>
          <a:p>
            <a:pPr>
              <a:defRPr/>
            </a:pPr>
            <a:r>
              <a:rPr lang="fr-FR" smtClean="0"/>
              <a:t>4-  CAR JE CROIS QUE TOUT CE QUE TU ME RÉSERVES EST BON, SI BON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	5-  VOICI LA JOURNÉE QUE TU AS FAITE ELLE SERA POUR MOI UN SUJET DE JOIE  x2</a:t>
            </a:r>
          </a:p>
          <a:p>
            <a:pPr>
              <a:defRPr/>
            </a:pPr>
            <a:r>
              <a:rPr lang="fr-FR" smtClean="0"/>
              <a:t>	6-  JE NE M’INQUIÈTE PAS POUR DEMAIN J’AI CONFIANCE EN QUI TU ES</a:t>
            </a:r>
          </a:p>
          <a:p>
            <a:pPr>
              <a:defRPr/>
            </a:pPr>
            <a:r>
              <a:rPr lang="fr-FR" smtClean="0"/>
              <a:t>	7-  ET C’EST MA JOURNÉE OUI C’EST MA JOURNÉE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JE METS MES SOUCIS DEHORS ET DERRIÈRE MOI LES REMORDS</a:t>
            </a:r>
          </a:p>
          <a:p>
            <a:pPr>
              <a:defRPr/>
            </a:pPr>
            <a:r>
              <a:rPr lang="fr-FR" smtClean="0"/>
              <a:t>9-  JE TE DONNE MA VIE ET PLUS ENCORE, JÉSUS</a:t>
            </a:r>
          </a:p>
          <a:p>
            <a:pPr>
              <a:defRPr/>
            </a:pPr>
            <a:r>
              <a:rPr lang="fr-FR" smtClean="0"/>
              <a:t>10-  JE LÈVE MES MAINS VERS LES TIENNES  ABANDONNANT TOUTES MES PEINES</a:t>
            </a:r>
          </a:p>
          <a:p>
            <a:pPr>
              <a:defRPr/>
            </a:pPr>
            <a:r>
              <a:rPr lang="fr-FR" smtClean="0"/>
              <a:t>11-  CAR JE CROIS QUE TOUT CE QUE TU ME RÉSERVES EST BON, SI BON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</a:t>
            </a:r>
          </a:p>
          <a:p>
            <a:pPr>
              <a:defRPr/>
            </a:pPr>
            <a:r>
              <a:rPr lang="fr-FR" smtClean="0"/>
              <a:t>12-  JE MARCHERAI DANS TA VÉRITÉ CHAQUE JOUR POUR TOI JE VIVRAI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VOICI L’ANNÉE QUE TU AS FAITE ELLE SERA POUR MOI UN SUJET DE JOIE  x2</a:t>
            </a:r>
          </a:p>
          <a:p>
            <a:pPr>
              <a:defRPr/>
            </a:pPr>
            <a:r>
              <a:rPr lang="fr-FR" smtClean="0"/>
              <a:t>14-  JE NE M’INQUIÈTE PAS POUR DEMAIN J’AI CONFIANCE EN QUI TU ES</a:t>
            </a:r>
          </a:p>
          <a:p>
            <a:pPr>
              <a:defRPr/>
            </a:pPr>
            <a:r>
              <a:rPr lang="fr-FR" smtClean="0"/>
              <a:t>15-  ET C’EST MON ANNÉE OUI C’EST MON ANNÉE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 VOICI LA SOIRÉE QUE TU AS FAITE ELLE SERA POUR MOI UN SUJET DE JOIE   x2</a:t>
            </a:r>
          </a:p>
          <a:p>
            <a:pPr>
              <a:defRPr/>
            </a:pPr>
            <a:r>
              <a:rPr lang="fr-FR" smtClean="0"/>
              <a:t>17-  JE NE M’INQUIÈTE PAS POUR DEMAIN J’AI CONFIANCE EN QUI TU ES</a:t>
            </a:r>
          </a:p>
          <a:p>
            <a:pPr>
              <a:defRPr/>
            </a:pPr>
            <a:r>
              <a:rPr lang="fr-FR" smtClean="0"/>
              <a:t>18-  ET C’EST MA SOIRÉE OUI C’EST MA SOIRÉE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19 -JE NE M’INQUIÈTE PAS POUR DEMAIN</a:t>
            </a:r>
          </a:p>
          <a:p>
            <a:pPr>
              <a:defRPr/>
            </a:pPr>
            <a:r>
              <a:rPr lang="fr-FR" smtClean="0"/>
              <a:t>20- J’AI CONFIANCE EN QUI TU ES</a:t>
            </a:r>
            <a:endParaRPr lang="fr-FR" dirty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METS MES PEURS DE CÔTÉ ET DERRIÈRE MOI MON PASSÉ</a:t>
            </a:r>
          </a:p>
          <a:p>
            <a:r>
              <a:rPr lang="fr-FR" smtClean="0"/>
              <a:t>2-  POUR TOURNER MON CŒUR ENTIER VERS TOI, JÉSUS</a:t>
            </a:r>
          </a:p>
          <a:p>
            <a:r>
              <a:rPr lang="fr-FR" smtClean="0"/>
              <a:t>3-  JE LÈVE MES MAINS VERS LES TIENNES ABANDONNANT TOUTES MES PEINES</a:t>
            </a:r>
          </a:p>
          <a:p>
            <a:r>
              <a:rPr lang="fr-FR" smtClean="0"/>
              <a:t>4-  CAR JE CROIS QUE TOUT CE QUE TU ME RÉSERVES EST BON, SI BON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VOICI LA JOURNÉE QUE TU AS FAITE ELLE SERA POUR MOI UN SUJET DE JOIE  x2</a:t>
            </a:r>
          </a:p>
          <a:p>
            <a:r>
              <a:rPr lang="fr-FR" smtClean="0"/>
              <a:t>	6-  JE NE M’INQUIÈTE PAS POUR DEMAIN J’AI CONFIANCE EN QUI TU ES</a:t>
            </a:r>
          </a:p>
          <a:p>
            <a:r>
              <a:rPr lang="fr-FR" smtClean="0"/>
              <a:t>	7-  ET C’EST MA JOURNÉE OUI C’EST MA JOURNÉE</a:t>
            </a:r>
          </a:p>
          <a:p>
            <a:endParaRPr lang="fr-FR" smtClean="0"/>
          </a:p>
          <a:p>
            <a:r>
              <a:rPr lang="fr-FR" smtClean="0"/>
              <a:t>8-  JE METS MES SOUCIS DEHORS ET DERRIÈRE MOI LES REMORDS</a:t>
            </a:r>
          </a:p>
          <a:p>
            <a:r>
              <a:rPr lang="fr-FR" smtClean="0"/>
              <a:t>9-  JE TE DONNE MA VIE ET PLUS ENCORE, JÉSUS</a:t>
            </a:r>
          </a:p>
          <a:p>
            <a:r>
              <a:rPr lang="fr-FR" smtClean="0"/>
              <a:t>10-  JE LÈVE MES MAINS VERS LES TIENNES  ABANDONNANT TOUTES MES PEINES</a:t>
            </a:r>
          </a:p>
          <a:p>
            <a:r>
              <a:rPr lang="fr-FR" smtClean="0"/>
              <a:t>11-  CAR JE CROIS QUE TOUT CE QUE TU ME RÉSERVES EST BON, SI BON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12-  JE MARCHERAI DANS TA VÉRITÉ CHAQUE JOUR POUR TOI JE VIVRAI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13-  VOICI L’ANNÉE QUE TU AS FAITE ELLE SERA POUR MOI UN SUJET DE JOIE  x2</a:t>
            </a:r>
          </a:p>
          <a:p>
            <a:r>
              <a:rPr lang="fr-FR" smtClean="0"/>
              <a:t>14-  JE NE M’INQUIÈTE PAS POUR DEMAIN J’AI CONFIANCE EN QUI TU ES</a:t>
            </a:r>
          </a:p>
          <a:p>
            <a:r>
              <a:rPr lang="fr-FR" smtClean="0"/>
              <a:t>15-  ET C’EST MON ANNÉE OUI C’EST MON ANNÉE</a:t>
            </a:r>
          </a:p>
          <a:p>
            <a:endParaRPr lang="fr-FR" smtClean="0"/>
          </a:p>
          <a:p>
            <a:r>
              <a:rPr lang="fr-FR" smtClean="0"/>
              <a:t>16-  VOICI LA SOIRÉE QUE TU AS FAITE ELLE SERA POUR MOI UN SUJET DE JOIE   x2</a:t>
            </a:r>
          </a:p>
          <a:p>
            <a:r>
              <a:rPr lang="fr-FR" smtClean="0"/>
              <a:t>17-  JE NE M’INQUIÈTE PAS POUR DEMAIN J’AI CONFIANCE EN QUI TU ES</a:t>
            </a:r>
          </a:p>
          <a:p>
            <a:r>
              <a:rPr lang="fr-FR" smtClean="0"/>
              <a:t>18-  ET C’EST MA SOIRÉE OUI C’EST MA SOIRÉE</a:t>
            </a:r>
          </a:p>
          <a:p>
            <a:endParaRPr lang="fr-FR" smtClean="0"/>
          </a:p>
          <a:p>
            <a:r>
              <a:rPr lang="fr-FR" smtClean="0"/>
              <a:t> 19 -JE NE M’INQUIÈTE PAS POUR DEMAIN</a:t>
            </a:r>
          </a:p>
          <a:p>
            <a:r>
              <a:rPr lang="fr-FR" smtClean="0"/>
              <a:t>20- J’AI CONFIANCE EN QUI TU ES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JE METS MES PEURS DE CÔTÉ ET DERRIÈRE MOI MON PASSÉ</a:t>
            </a:r>
          </a:p>
          <a:p>
            <a:pPr>
              <a:defRPr/>
            </a:pPr>
            <a:r>
              <a:rPr lang="fr-FR" smtClean="0"/>
              <a:t>2-  POUR TOURNER MON CŒUR ENTIER VERS TOI, JÉSUS</a:t>
            </a:r>
          </a:p>
          <a:p>
            <a:pPr>
              <a:defRPr/>
            </a:pPr>
            <a:r>
              <a:rPr lang="fr-FR" smtClean="0"/>
              <a:t>3-  JE LÈVE MES MAINS VERS LES TIENNES ABANDONNANT TOUTES MES PEINES</a:t>
            </a:r>
          </a:p>
          <a:p>
            <a:pPr>
              <a:defRPr/>
            </a:pPr>
            <a:r>
              <a:rPr lang="fr-FR" smtClean="0"/>
              <a:t>4-  CAR JE CROIS QUE TOUT CE QUE TU ME RÉSERVES EST BON, SI BON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	5-  VOICI LA JOURNÉE QUE TU AS FAITE ELLE SERA POUR MOI UN SUJET DE JOIE  x2</a:t>
            </a:r>
          </a:p>
          <a:p>
            <a:pPr>
              <a:defRPr/>
            </a:pPr>
            <a:r>
              <a:rPr lang="fr-FR" smtClean="0"/>
              <a:t>	6-  JE NE M’INQUIÈTE PAS POUR DEMAIN J’AI CONFIANCE EN QUI TU ES</a:t>
            </a:r>
          </a:p>
          <a:p>
            <a:pPr>
              <a:defRPr/>
            </a:pPr>
            <a:r>
              <a:rPr lang="fr-FR" smtClean="0"/>
              <a:t>	7-  ET C’EST MA JOURNÉE OUI C’EST MA JOURNÉE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JE METS MES SOUCIS DEHORS ET DERRIÈRE MOI LES REMORDS</a:t>
            </a:r>
          </a:p>
          <a:p>
            <a:pPr>
              <a:defRPr/>
            </a:pPr>
            <a:r>
              <a:rPr lang="fr-FR" smtClean="0"/>
              <a:t>9-  JE TE DONNE MA VIE ET PLUS ENCORE, JÉSUS</a:t>
            </a:r>
          </a:p>
          <a:p>
            <a:pPr>
              <a:defRPr/>
            </a:pPr>
            <a:r>
              <a:rPr lang="fr-FR" smtClean="0"/>
              <a:t>10-  JE LÈVE MES MAINS VERS LES TIENNES  ABANDONNANT TOUTES MES PEINES</a:t>
            </a:r>
          </a:p>
          <a:p>
            <a:pPr>
              <a:defRPr/>
            </a:pPr>
            <a:r>
              <a:rPr lang="fr-FR" smtClean="0"/>
              <a:t>11-  CAR JE CROIS QUE TOUT CE QUE TU ME RÉSERVES EST BON, SI BON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</a:t>
            </a:r>
          </a:p>
          <a:p>
            <a:pPr>
              <a:defRPr/>
            </a:pPr>
            <a:r>
              <a:rPr lang="fr-FR" smtClean="0"/>
              <a:t>12-  JE MARCHERAI DANS TA VÉRITÉ CHAQUE JOUR POUR TOI JE VIVRAI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VOICI L’ANNÉE QUE TU AS FAITE ELLE SERA POUR MOI UN SUJET DE JOIE  x2</a:t>
            </a:r>
          </a:p>
          <a:p>
            <a:pPr>
              <a:defRPr/>
            </a:pPr>
            <a:r>
              <a:rPr lang="fr-FR" smtClean="0"/>
              <a:t>14-  JE NE M’INQUIÈTE PAS POUR DEMAIN J’AI CONFIANCE EN QUI TU ES</a:t>
            </a:r>
          </a:p>
          <a:p>
            <a:pPr>
              <a:defRPr/>
            </a:pPr>
            <a:r>
              <a:rPr lang="fr-FR" smtClean="0"/>
              <a:t>15-  ET C’EST MON ANNÉE OUI C’EST MON ANNÉE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 VOICI LA SOIRÉE QUE TU AS FAITE ELLE SERA POUR MOI UN SUJET DE JOIE   x2</a:t>
            </a:r>
          </a:p>
          <a:p>
            <a:pPr>
              <a:defRPr/>
            </a:pPr>
            <a:r>
              <a:rPr lang="fr-FR" smtClean="0"/>
              <a:t>17-  JE NE M’INQUIÈTE PAS POUR DEMAIN J’AI CONFIANCE EN QUI TU ES</a:t>
            </a:r>
          </a:p>
          <a:p>
            <a:pPr>
              <a:defRPr/>
            </a:pPr>
            <a:r>
              <a:rPr lang="fr-FR" smtClean="0"/>
              <a:t>18-  ET C’EST MA SOIRÉE OUI C’EST MA SOIRÉE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19 -JE NE M’INQUIÈTE PAS POUR DEMAIN</a:t>
            </a:r>
          </a:p>
          <a:p>
            <a:pPr>
              <a:defRPr/>
            </a:pPr>
            <a:r>
              <a:rPr lang="fr-FR" smtClean="0"/>
              <a:t>20- J’AI CONFIANCE EN QUI TU ES</a:t>
            </a:r>
            <a:endParaRPr lang="fr-FR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METS MES PEURS DE CÔTÉ ET DERRIÈRE MOI MON PASSÉ</a:t>
            </a:r>
          </a:p>
          <a:p>
            <a:r>
              <a:rPr lang="fr-FR" smtClean="0"/>
              <a:t>2-  POUR TOURNER MON CŒUR ENTIER VERS TOI, JÉSUS</a:t>
            </a:r>
          </a:p>
          <a:p>
            <a:r>
              <a:rPr lang="fr-FR" smtClean="0"/>
              <a:t>3-  JE LÈVE MES MAINS VERS LES TIENNES ABANDONNANT TOUTES MES PEINES</a:t>
            </a:r>
          </a:p>
          <a:p>
            <a:r>
              <a:rPr lang="fr-FR" smtClean="0"/>
              <a:t>4-  CAR JE CROIS QUE TOUT CE QUE TU ME RÉSERVES EST BON, SI BON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VOICI LA JOURNÉE QUE TU AS FAITE ELLE SERA POUR MOI UN SUJET DE JOIE  x2</a:t>
            </a:r>
          </a:p>
          <a:p>
            <a:r>
              <a:rPr lang="fr-FR" smtClean="0"/>
              <a:t>	6-  JE NE M’INQUIÈTE PAS POUR DEMAIN J’AI CONFIANCE EN QUI TU ES</a:t>
            </a:r>
          </a:p>
          <a:p>
            <a:r>
              <a:rPr lang="fr-FR" smtClean="0"/>
              <a:t>	7-  ET C’EST MA JOURNÉE OUI C’EST MA JOURNÉE</a:t>
            </a:r>
          </a:p>
          <a:p>
            <a:endParaRPr lang="fr-FR" smtClean="0"/>
          </a:p>
          <a:p>
            <a:r>
              <a:rPr lang="fr-FR" smtClean="0"/>
              <a:t>8-  JE METS MES SOUCIS DEHORS ET DERRIÈRE MOI LES REMORDS</a:t>
            </a:r>
          </a:p>
          <a:p>
            <a:r>
              <a:rPr lang="fr-FR" smtClean="0"/>
              <a:t>9-  JE TE DONNE MA VIE ET PLUS ENCORE, JÉSUS</a:t>
            </a:r>
          </a:p>
          <a:p>
            <a:r>
              <a:rPr lang="fr-FR" smtClean="0"/>
              <a:t>10-  JE LÈVE MES MAINS VERS LES TIENNES  ABANDONNANT TOUTES MES PEINES</a:t>
            </a:r>
          </a:p>
          <a:p>
            <a:r>
              <a:rPr lang="fr-FR" smtClean="0"/>
              <a:t>11-  CAR JE CROIS QUE TOUT CE QUE TU ME RÉSERVES EST BON, SI BON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12-  JE MARCHERAI DANS TA VÉRITÉ CHAQUE JOUR POUR TOI JE VIVRAI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13-  VOICI L’ANNÉE QUE TU AS FAITE ELLE SERA POUR MOI UN SUJET DE JOIE  x2</a:t>
            </a:r>
          </a:p>
          <a:p>
            <a:r>
              <a:rPr lang="fr-FR" smtClean="0"/>
              <a:t>14-  JE NE M’INQUIÈTE PAS POUR DEMAIN J’AI CONFIANCE EN QUI TU ES</a:t>
            </a:r>
          </a:p>
          <a:p>
            <a:r>
              <a:rPr lang="fr-FR" smtClean="0"/>
              <a:t>15-  ET C’EST MON ANNÉE OUI C’EST MON ANNÉE</a:t>
            </a:r>
          </a:p>
          <a:p>
            <a:endParaRPr lang="fr-FR" smtClean="0"/>
          </a:p>
          <a:p>
            <a:r>
              <a:rPr lang="fr-FR" smtClean="0"/>
              <a:t>16-  VOICI LA SOIRÉE QUE TU AS FAITE ELLE SERA POUR MOI UN SUJET DE JOIE   x2</a:t>
            </a:r>
          </a:p>
          <a:p>
            <a:r>
              <a:rPr lang="fr-FR" smtClean="0"/>
              <a:t>17-  JE NE M’INQUIÈTE PAS POUR DEMAIN J’AI CONFIANCE EN QUI TU ES</a:t>
            </a:r>
          </a:p>
          <a:p>
            <a:r>
              <a:rPr lang="fr-FR" smtClean="0"/>
              <a:t>18-  ET C’EST MA SOIRÉE OUI C’EST MA SOIRÉE</a:t>
            </a:r>
          </a:p>
          <a:p>
            <a:endParaRPr lang="fr-FR" smtClean="0"/>
          </a:p>
          <a:p>
            <a:r>
              <a:rPr lang="fr-FR" smtClean="0"/>
              <a:t> 19 -JE NE M’INQUIÈTE PAS POUR DEMAIN</a:t>
            </a:r>
          </a:p>
          <a:p>
            <a:r>
              <a:rPr lang="fr-FR" smtClean="0"/>
              <a:t>20- J’AI CONFIANCE EN QUI TU ES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JE METS MES PEURS DE CÔTÉ ET DERRIÈRE MOI MON PASSÉ</a:t>
            </a:r>
          </a:p>
          <a:p>
            <a:pPr>
              <a:defRPr/>
            </a:pPr>
            <a:r>
              <a:rPr lang="fr-FR" smtClean="0"/>
              <a:t>2-  POUR TOURNER MON CŒUR ENTIER VERS TOI, JÉSUS</a:t>
            </a:r>
          </a:p>
          <a:p>
            <a:pPr>
              <a:defRPr/>
            </a:pPr>
            <a:r>
              <a:rPr lang="fr-FR" smtClean="0"/>
              <a:t>3-  JE LÈVE MES MAINS VERS LES TIENNES ABANDONNANT TOUTES MES PEINES</a:t>
            </a:r>
          </a:p>
          <a:p>
            <a:pPr>
              <a:defRPr/>
            </a:pPr>
            <a:r>
              <a:rPr lang="fr-FR" smtClean="0"/>
              <a:t>4-  CAR JE CROIS QUE TOUT CE QUE TU ME RÉSERVES EST BON, SI BON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	5-  VOICI LA JOURNÉE QUE TU AS FAITE ELLE SERA POUR MOI UN SUJET DE JOIE  x2</a:t>
            </a:r>
          </a:p>
          <a:p>
            <a:pPr>
              <a:defRPr/>
            </a:pPr>
            <a:r>
              <a:rPr lang="fr-FR" smtClean="0"/>
              <a:t>	6-  JE NE M’INQUIÈTE PAS POUR DEMAIN J’AI CONFIANCE EN QUI TU ES</a:t>
            </a:r>
          </a:p>
          <a:p>
            <a:pPr>
              <a:defRPr/>
            </a:pPr>
            <a:r>
              <a:rPr lang="fr-FR" smtClean="0"/>
              <a:t>	7-  ET C’EST MA JOURNÉE OUI C’EST MA JOURNÉE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JE METS MES SOUCIS DEHORS ET DERRIÈRE MOI LES REMORDS</a:t>
            </a:r>
          </a:p>
          <a:p>
            <a:pPr>
              <a:defRPr/>
            </a:pPr>
            <a:r>
              <a:rPr lang="fr-FR" smtClean="0"/>
              <a:t>9-  JE TE DONNE MA VIE ET PLUS ENCORE, JÉSUS</a:t>
            </a:r>
          </a:p>
          <a:p>
            <a:pPr>
              <a:defRPr/>
            </a:pPr>
            <a:r>
              <a:rPr lang="fr-FR" smtClean="0"/>
              <a:t>10-  JE LÈVE MES MAINS VERS LES TIENNES  ABANDONNANT TOUTES MES PEINES</a:t>
            </a:r>
          </a:p>
          <a:p>
            <a:pPr>
              <a:defRPr/>
            </a:pPr>
            <a:r>
              <a:rPr lang="fr-FR" smtClean="0"/>
              <a:t>11-  CAR JE CROIS QUE TOUT CE QUE TU ME RÉSERVES EST BON, SI BON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</a:t>
            </a:r>
          </a:p>
          <a:p>
            <a:pPr>
              <a:defRPr/>
            </a:pPr>
            <a:r>
              <a:rPr lang="fr-FR" smtClean="0"/>
              <a:t>12-  JE MARCHERAI DANS TA VÉRITÉ CHAQUE JOUR POUR TOI JE VIVRAI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VOICI L’ANNÉE QUE TU AS FAITE ELLE SERA POUR MOI UN SUJET DE JOIE  x2</a:t>
            </a:r>
          </a:p>
          <a:p>
            <a:pPr>
              <a:defRPr/>
            </a:pPr>
            <a:r>
              <a:rPr lang="fr-FR" smtClean="0"/>
              <a:t>14-  JE NE M’INQUIÈTE PAS POUR DEMAIN J’AI CONFIANCE EN QUI TU ES</a:t>
            </a:r>
          </a:p>
          <a:p>
            <a:pPr>
              <a:defRPr/>
            </a:pPr>
            <a:r>
              <a:rPr lang="fr-FR" smtClean="0"/>
              <a:t>15-  ET C’EST MON ANNÉE OUI C’EST MON ANNÉE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 VOICI LA SOIRÉE QUE TU AS FAITE ELLE SERA POUR MOI UN SUJET DE JOIE   x2</a:t>
            </a:r>
          </a:p>
          <a:p>
            <a:pPr>
              <a:defRPr/>
            </a:pPr>
            <a:r>
              <a:rPr lang="fr-FR" smtClean="0"/>
              <a:t>17-  JE NE M’INQUIÈTE PAS POUR DEMAIN J’AI CONFIANCE EN QUI TU ES</a:t>
            </a:r>
          </a:p>
          <a:p>
            <a:pPr>
              <a:defRPr/>
            </a:pPr>
            <a:r>
              <a:rPr lang="fr-FR" smtClean="0"/>
              <a:t>18-  ET C’EST MA SOIRÉE OUI C’EST MA SOIRÉE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19 -JE NE M’INQUIÈTE PAS POUR DEMAIN</a:t>
            </a:r>
          </a:p>
          <a:p>
            <a:pPr>
              <a:defRPr/>
            </a:pPr>
            <a:r>
              <a:rPr lang="fr-FR" smtClean="0"/>
              <a:t>20- J’AI CONFIANCE EN QUI TU ES</a:t>
            </a:r>
            <a:endParaRPr lang="fr-FR" dirty="0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METS MES PEURS DE CÔTÉ ET DERRIÈRE MOI MON PASSÉ</a:t>
            </a:r>
          </a:p>
          <a:p>
            <a:r>
              <a:rPr lang="fr-FR" smtClean="0"/>
              <a:t>2-  POUR TOURNER MON CŒUR ENTIER VERS TOI, JÉSUS</a:t>
            </a:r>
          </a:p>
          <a:p>
            <a:r>
              <a:rPr lang="fr-FR" smtClean="0"/>
              <a:t>3-  JE LÈVE MES MAINS VERS LES TIENNES ABANDONNANT TOUTES MES PEINES</a:t>
            </a:r>
          </a:p>
          <a:p>
            <a:r>
              <a:rPr lang="fr-FR" smtClean="0"/>
              <a:t>4-  CAR JE CROIS QUE TOUT CE QUE TU ME RÉSERVES EST BON, SI BON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VOICI LA JOURNÉE QUE TU AS FAITE ELLE SERA POUR MOI UN SUJET DE JOIE  x2</a:t>
            </a:r>
          </a:p>
          <a:p>
            <a:r>
              <a:rPr lang="fr-FR" smtClean="0"/>
              <a:t>	6-  JE NE M’INQUIÈTE PAS POUR DEMAIN J’AI CONFIANCE EN QUI TU ES</a:t>
            </a:r>
          </a:p>
          <a:p>
            <a:r>
              <a:rPr lang="fr-FR" smtClean="0"/>
              <a:t>	7-  ET C’EST MA JOURNÉE OUI C’EST MA JOURNÉE</a:t>
            </a:r>
          </a:p>
          <a:p>
            <a:endParaRPr lang="fr-FR" smtClean="0"/>
          </a:p>
          <a:p>
            <a:r>
              <a:rPr lang="fr-FR" smtClean="0"/>
              <a:t>8-  JE METS MES SOUCIS DEHORS ET DERRIÈRE MOI LES REMORDS</a:t>
            </a:r>
          </a:p>
          <a:p>
            <a:r>
              <a:rPr lang="fr-FR" smtClean="0"/>
              <a:t>9-  JE TE DONNE MA VIE ET PLUS ENCORE, JÉSUS</a:t>
            </a:r>
          </a:p>
          <a:p>
            <a:r>
              <a:rPr lang="fr-FR" smtClean="0"/>
              <a:t>10-  JE LÈVE MES MAINS VERS LES TIENNES  ABANDONNANT TOUTES MES PEINES</a:t>
            </a:r>
          </a:p>
          <a:p>
            <a:r>
              <a:rPr lang="fr-FR" smtClean="0"/>
              <a:t>11-  CAR JE CROIS QUE TOUT CE QUE TU ME RÉSERVES EST BON, SI BON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12-  JE MARCHERAI DANS TA VÉRITÉ CHAQUE JOUR POUR TOI JE VIVRAI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13-  VOICI L’ANNÉE QUE TU AS FAITE ELLE SERA POUR MOI UN SUJET DE JOIE  x2</a:t>
            </a:r>
          </a:p>
          <a:p>
            <a:r>
              <a:rPr lang="fr-FR" smtClean="0"/>
              <a:t>14-  JE NE M’INQUIÈTE PAS POUR DEMAIN J’AI CONFIANCE EN QUI TU ES</a:t>
            </a:r>
          </a:p>
          <a:p>
            <a:r>
              <a:rPr lang="fr-FR" smtClean="0"/>
              <a:t>15-  ET C’EST MON ANNÉE OUI C’EST MON ANNÉE</a:t>
            </a:r>
          </a:p>
          <a:p>
            <a:endParaRPr lang="fr-FR" smtClean="0"/>
          </a:p>
          <a:p>
            <a:r>
              <a:rPr lang="fr-FR" smtClean="0"/>
              <a:t>16-  VOICI LA SOIRÉE QUE TU AS FAITE ELLE SERA POUR MOI UN SUJET DE JOIE   x2</a:t>
            </a:r>
          </a:p>
          <a:p>
            <a:r>
              <a:rPr lang="fr-FR" smtClean="0"/>
              <a:t>17-  JE NE M’INQUIÈTE PAS POUR DEMAIN J’AI CONFIANCE EN QUI TU ES</a:t>
            </a:r>
          </a:p>
          <a:p>
            <a:r>
              <a:rPr lang="fr-FR" smtClean="0"/>
              <a:t>18-  ET C’EST MA SOIRÉE OUI C’EST MA SOIRÉE</a:t>
            </a:r>
          </a:p>
          <a:p>
            <a:endParaRPr lang="fr-FR" smtClean="0"/>
          </a:p>
          <a:p>
            <a:r>
              <a:rPr lang="fr-FR" smtClean="0"/>
              <a:t> 19 -JE NE M’INQUIÈTE PAS POUR DEMAIN</a:t>
            </a:r>
          </a:p>
          <a:p>
            <a:r>
              <a:rPr lang="fr-FR" smtClean="0"/>
              <a:t>20- J’AI CONFIANCE EN QUI TU ES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JE METS MES PEURS DE CÔTÉ ET DERRIÈRE MOI MON PASSÉ</a:t>
            </a:r>
          </a:p>
          <a:p>
            <a:pPr>
              <a:defRPr/>
            </a:pPr>
            <a:r>
              <a:rPr lang="fr-FR" smtClean="0"/>
              <a:t>2-  POUR TOURNER MON CŒUR ENTIER VERS TOI, JÉSUS</a:t>
            </a:r>
          </a:p>
          <a:p>
            <a:pPr>
              <a:defRPr/>
            </a:pPr>
            <a:r>
              <a:rPr lang="fr-FR" smtClean="0"/>
              <a:t>3-  JE LÈVE MES MAINS VERS LES TIENNES ABANDONNANT TOUTES MES PEINES</a:t>
            </a:r>
          </a:p>
          <a:p>
            <a:pPr>
              <a:defRPr/>
            </a:pPr>
            <a:r>
              <a:rPr lang="fr-FR" smtClean="0"/>
              <a:t>4-  CAR JE CROIS QUE TOUT CE QUE TU ME RÉSERVES EST BON, SI BON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	5-  VOICI LA JOURNÉE QUE TU AS FAITE ELLE SERA POUR MOI UN SUJET DE JOIE  x2</a:t>
            </a:r>
          </a:p>
          <a:p>
            <a:pPr>
              <a:defRPr/>
            </a:pPr>
            <a:r>
              <a:rPr lang="fr-FR" smtClean="0"/>
              <a:t>	6-  JE NE M’INQUIÈTE PAS POUR DEMAIN J’AI CONFIANCE EN QUI TU ES</a:t>
            </a:r>
          </a:p>
          <a:p>
            <a:pPr>
              <a:defRPr/>
            </a:pPr>
            <a:r>
              <a:rPr lang="fr-FR" smtClean="0"/>
              <a:t>	7-  ET C’EST MA JOURNÉE OUI C’EST MA JOURNÉE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JE METS MES SOUCIS DEHORS ET DERRIÈRE MOI LES REMORDS</a:t>
            </a:r>
          </a:p>
          <a:p>
            <a:pPr>
              <a:defRPr/>
            </a:pPr>
            <a:r>
              <a:rPr lang="fr-FR" smtClean="0"/>
              <a:t>9-  JE TE DONNE MA VIE ET PLUS ENCORE, JÉSUS</a:t>
            </a:r>
          </a:p>
          <a:p>
            <a:pPr>
              <a:defRPr/>
            </a:pPr>
            <a:r>
              <a:rPr lang="fr-FR" smtClean="0"/>
              <a:t>10-  JE LÈVE MES MAINS VERS LES TIENNES  ABANDONNANT TOUTES MES PEINES</a:t>
            </a:r>
          </a:p>
          <a:p>
            <a:pPr>
              <a:defRPr/>
            </a:pPr>
            <a:r>
              <a:rPr lang="fr-FR" smtClean="0"/>
              <a:t>11-  CAR JE CROIS QUE TOUT CE QUE TU ME RÉSERVES EST BON, SI BON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</a:t>
            </a:r>
          </a:p>
          <a:p>
            <a:pPr>
              <a:defRPr/>
            </a:pPr>
            <a:r>
              <a:rPr lang="fr-FR" smtClean="0"/>
              <a:t>12-  JE MARCHERAI DANS TA VÉRITÉ CHAQUE JOUR POUR TOI JE VIVRAI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VOICI L’ANNÉE QUE TU AS FAITE ELLE SERA POUR MOI UN SUJET DE JOIE  x2</a:t>
            </a:r>
          </a:p>
          <a:p>
            <a:pPr>
              <a:defRPr/>
            </a:pPr>
            <a:r>
              <a:rPr lang="fr-FR" smtClean="0"/>
              <a:t>14-  JE NE M’INQUIÈTE PAS POUR DEMAIN J’AI CONFIANCE EN QUI TU ES</a:t>
            </a:r>
          </a:p>
          <a:p>
            <a:pPr>
              <a:defRPr/>
            </a:pPr>
            <a:r>
              <a:rPr lang="fr-FR" smtClean="0"/>
              <a:t>15-  ET C’EST MON ANNÉE OUI C’EST MON ANNÉE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 VOICI LA SOIRÉE QUE TU AS FAITE ELLE SERA POUR MOI UN SUJET DE JOIE   x2</a:t>
            </a:r>
          </a:p>
          <a:p>
            <a:pPr>
              <a:defRPr/>
            </a:pPr>
            <a:r>
              <a:rPr lang="fr-FR" smtClean="0"/>
              <a:t>17-  JE NE M’INQUIÈTE PAS POUR DEMAIN J’AI CONFIANCE EN QUI TU ES</a:t>
            </a:r>
          </a:p>
          <a:p>
            <a:pPr>
              <a:defRPr/>
            </a:pPr>
            <a:r>
              <a:rPr lang="fr-FR" smtClean="0"/>
              <a:t>18-  ET C’EST MA SOIRÉE OUI C’EST MA SOIRÉE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19 -JE NE M’INQUIÈTE PAS POUR DEMAIN</a:t>
            </a:r>
          </a:p>
          <a:p>
            <a:pPr>
              <a:defRPr/>
            </a:pPr>
            <a:r>
              <a:rPr lang="fr-FR" smtClean="0"/>
              <a:t>20- J’AI CONFIANCE EN QUI TU ES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METS MES PEURS DE CÔTÉ ET DERRIÈRE MOI MON PASSÉ</a:t>
            </a:r>
          </a:p>
          <a:p>
            <a:r>
              <a:rPr lang="fr-FR" smtClean="0"/>
              <a:t>2-  POUR TOURNER MON CŒUR ENTIER VERS TOI, JÉSUS</a:t>
            </a:r>
          </a:p>
          <a:p>
            <a:r>
              <a:rPr lang="fr-FR" smtClean="0"/>
              <a:t>3-  JE LÈVE MES MAINS VERS LES TIENNES ABANDONNANT TOUTES MES PEINES</a:t>
            </a:r>
          </a:p>
          <a:p>
            <a:r>
              <a:rPr lang="fr-FR" smtClean="0"/>
              <a:t>4-  CAR JE CROIS QUE TOUT CE QUE TU ME RÉSERVES EST BON, SI BON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VOICI LA JOURNÉE QUE TU AS FAITE ELLE SERA POUR MOI UN SUJET DE JOIE  x2</a:t>
            </a:r>
          </a:p>
          <a:p>
            <a:r>
              <a:rPr lang="fr-FR" smtClean="0"/>
              <a:t>	6-  JE NE M’INQUIÈTE PAS POUR DEMAIN J’AI CONFIANCE EN QUI TU ES</a:t>
            </a:r>
          </a:p>
          <a:p>
            <a:r>
              <a:rPr lang="fr-FR" smtClean="0"/>
              <a:t>	7-  ET C’EST MA JOURNÉE OUI C’EST MA JOURNÉE</a:t>
            </a:r>
          </a:p>
          <a:p>
            <a:endParaRPr lang="fr-FR" smtClean="0"/>
          </a:p>
          <a:p>
            <a:r>
              <a:rPr lang="fr-FR" smtClean="0"/>
              <a:t>8-  JE METS MES SOUCIS DEHORS ET DERRIÈRE MOI LES REMORDS</a:t>
            </a:r>
          </a:p>
          <a:p>
            <a:r>
              <a:rPr lang="fr-FR" smtClean="0"/>
              <a:t>9-  JE TE DONNE MA VIE ET PLUS ENCORE, JÉSUS</a:t>
            </a:r>
          </a:p>
          <a:p>
            <a:r>
              <a:rPr lang="fr-FR" smtClean="0"/>
              <a:t>10-  JE LÈVE MES MAINS VERS LES TIENNES  ABANDONNANT TOUTES MES PEINES</a:t>
            </a:r>
          </a:p>
          <a:p>
            <a:r>
              <a:rPr lang="fr-FR" smtClean="0"/>
              <a:t>11-  CAR JE CROIS QUE TOUT CE QUE TU ME RÉSERVES EST BON, SI BON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12-  JE MARCHERAI DANS TA VÉRITÉ CHAQUE JOUR POUR TOI JE VIVRAI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13-  VOICI L’ANNÉE QUE TU AS FAITE ELLE SERA POUR MOI UN SUJET DE JOIE  x2</a:t>
            </a:r>
          </a:p>
          <a:p>
            <a:r>
              <a:rPr lang="fr-FR" smtClean="0"/>
              <a:t>14-  JE NE M’INQUIÈTE PAS POUR DEMAIN J’AI CONFIANCE EN QUI TU ES</a:t>
            </a:r>
          </a:p>
          <a:p>
            <a:r>
              <a:rPr lang="fr-FR" smtClean="0"/>
              <a:t>15-  ET C’EST MON ANNÉE OUI C’EST MON ANNÉE</a:t>
            </a:r>
          </a:p>
          <a:p>
            <a:endParaRPr lang="fr-FR" smtClean="0"/>
          </a:p>
          <a:p>
            <a:r>
              <a:rPr lang="fr-FR" smtClean="0"/>
              <a:t>16-  VOICI LA SOIRÉE QUE TU AS FAITE ELLE SERA POUR MOI UN SUJET DE JOIE   x2</a:t>
            </a:r>
          </a:p>
          <a:p>
            <a:r>
              <a:rPr lang="fr-FR" smtClean="0"/>
              <a:t>17-  JE NE M’INQUIÈTE PAS POUR DEMAIN J’AI CONFIANCE EN QUI TU ES</a:t>
            </a:r>
          </a:p>
          <a:p>
            <a:r>
              <a:rPr lang="fr-FR" smtClean="0"/>
              <a:t>18-  ET C’EST MA SOIRÉE OUI C’EST MA SOIRÉE</a:t>
            </a:r>
          </a:p>
          <a:p>
            <a:endParaRPr lang="fr-FR" smtClean="0"/>
          </a:p>
          <a:p>
            <a:r>
              <a:rPr lang="fr-FR" smtClean="0"/>
              <a:t> 19 -JE NE M’INQUIÈTE PAS POUR DEMAIN</a:t>
            </a:r>
          </a:p>
          <a:p>
            <a:r>
              <a:rPr lang="fr-FR" smtClean="0"/>
              <a:t>20- J’AI CONFIANCE EN QUI TU ES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JE METS MES PEURS DE CÔTÉ ET DERRIÈRE MOI MON PASSÉ</a:t>
            </a:r>
          </a:p>
          <a:p>
            <a:pPr>
              <a:defRPr/>
            </a:pPr>
            <a:r>
              <a:rPr lang="fr-FR" smtClean="0"/>
              <a:t>2-  POUR TOURNER MON CŒUR ENTIER VERS TOI, JÉSUS</a:t>
            </a:r>
          </a:p>
          <a:p>
            <a:pPr>
              <a:defRPr/>
            </a:pPr>
            <a:r>
              <a:rPr lang="fr-FR" smtClean="0"/>
              <a:t>3-  JE LÈVE MES MAINS VERS LES TIENNES ABANDONNANT TOUTES MES PEINES</a:t>
            </a:r>
          </a:p>
          <a:p>
            <a:pPr>
              <a:defRPr/>
            </a:pPr>
            <a:r>
              <a:rPr lang="fr-FR" smtClean="0"/>
              <a:t>4-  CAR JE CROIS QUE TOUT CE QUE TU ME RÉSERVES EST BON, SI BON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	5-  VOICI LA JOURNÉE QUE TU AS FAITE ELLE SERA POUR MOI UN SUJET DE JOIE  x2</a:t>
            </a:r>
          </a:p>
          <a:p>
            <a:pPr>
              <a:defRPr/>
            </a:pPr>
            <a:r>
              <a:rPr lang="fr-FR" smtClean="0"/>
              <a:t>	6-  JE NE M’INQUIÈTE PAS POUR DEMAIN J’AI CONFIANCE EN QUI TU ES</a:t>
            </a:r>
          </a:p>
          <a:p>
            <a:pPr>
              <a:defRPr/>
            </a:pPr>
            <a:r>
              <a:rPr lang="fr-FR" smtClean="0"/>
              <a:t>	7-  ET C’EST MA JOURNÉE OUI C’EST MA JOURNÉE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JE METS MES SOUCIS DEHORS ET DERRIÈRE MOI LES REMORDS</a:t>
            </a:r>
          </a:p>
          <a:p>
            <a:pPr>
              <a:defRPr/>
            </a:pPr>
            <a:r>
              <a:rPr lang="fr-FR" smtClean="0"/>
              <a:t>9-  JE TE DONNE MA VIE ET PLUS ENCORE, JÉSUS</a:t>
            </a:r>
          </a:p>
          <a:p>
            <a:pPr>
              <a:defRPr/>
            </a:pPr>
            <a:r>
              <a:rPr lang="fr-FR" smtClean="0"/>
              <a:t>10-  JE LÈVE MES MAINS VERS LES TIENNES  ABANDONNANT TOUTES MES PEINES</a:t>
            </a:r>
          </a:p>
          <a:p>
            <a:pPr>
              <a:defRPr/>
            </a:pPr>
            <a:r>
              <a:rPr lang="fr-FR" smtClean="0"/>
              <a:t>11-  CAR JE CROIS QUE TOUT CE QUE TU ME RÉSERVES EST BON, SI BON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</a:t>
            </a:r>
          </a:p>
          <a:p>
            <a:pPr>
              <a:defRPr/>
            </a:pPr>
            <a:r>
              <a:rPr lang="fr-FR" smtClean="0"/>
              <a:t>12-  JE MARCHERAI DANS TA VÉRITÉ CHAQUE JOUR POUR TOI JE VIVRAI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VOICI L’ANNÉE QUE TU AS FAITE ELLE SERA POUR MOI UN SUJET DE JOIE  x2</a:t>
            </a:r>
          </a:p>
          <a:p>
            <a:pPr>
              <a:defRPr/>
            </a:pPr>
            <a:r>
              <a:rPr lang="fr-FR" smtClean="0"/>
              <a:t>14-  JE NE M’INQUIÈTE PAS POUR DEMAIN J’AI CONFIANCE EN QUI TU ES</a:t>
            </a:r>
          </a:p>
          <a:p>
            <a:pPr>
              <a:defRPr/>
            </a:pPr>
            <a:r>
              <a:rPr lang="fr-FR" smtClean="0"/>
              <a:t>15-  ET C’EST MON ANNÉE OUI C’EST MON ANNÉE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 VOICI LA SOIRÉE QUE TU AS FAITE ELLE SERA POUR MOI UN SUJET DE JOIE   x2</a:t>
            </a:r>
          </a:p>
          <a:p>
            <a:pPr>
              <a:defRPr/>
            </a:pPr>
            <a:r>
              <a:rPr lang="fr-FR" smtClean="0"/>
              <a:t>17-  JE NE M’INQUIÈTE PAS POUR DEMAIN J’AI CONFIANCE EN QUI TU ES</a:t>
            </a:r>
          </a:p>
          <a:p>
            <a:pPr>
              <a:defRPr/>
            </a:pPr>
            <a:r>
              <a:rPr lang="fr-FR" smtClean="0"/>
              <a:t>18-  ET C’EST MA SOIRÉE OUI C’EST MA SOIRÉE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19 -JE NE M’INQUIÈTE PAS POUR DEMAIN</a:t>
            </a:r>
          </a:p>
          <a:p>
            <a:pPr>
              <a:defRPr/>
            </a:pPr>
            <a:r>
              <a:rPr lang="fr-FR" smtClean="0"/>
              <a:t>20- J’AI CONFIANCE EN QUI TU ES</a:t>
            </a:r>
            <a:endParaRPr lang="fr-FR" dirty="0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METS MES PEURS DE CÔTÉ ET DERRIÈRE MOI MON PASSÉ</a:t>
            </a:r>
          </a:p>
          <a:p>
            <a:r>
              <a:rPr lang="fr-FR" smtClean="0"/>
              <a:t>2-  POUR TOURNER MON CŒUR ENTIER VERS TOI, JÉSUS</a:t>
            </a:r>
          </a:p>
          <a:p>
            <a:r>
              <a:rPr lang="fr-FR" smtClean="0"/>
              <a:t>3-  JE LÈVE MES MAINS VERS LES TIENNES ABANDONNANT TOUTES MES PEINES</a:t>
            </a:r>
          </a:p>
          <a:p>
            <a:r>
              <a:rPr lang="fr-FR" smtClean="0"/>
              <a:t>4-  CAR JE CROIS QUE TOUT CE QUE TU ME RÉSERVES EST BON, SI BON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VOICI LA JOURNÉE QUE TU AS FAITE ELLE SERA POUR MOI UN SUJET DE JOIE  x2</a:t>
            </a:r>
          </a:p>
          <a:p>
            <a:r>
              <a:rPr lang="fr-FR" smtClean="0"/>
              <a:t>	6-  JE NE M’INQUIÈTE PAS POUR DEMAIN J’AI CONFIANCE EN QUI TU ES</a:t>
            </a:r>
          </a:p>
          <a:p>
            <a:r>
              <a:rPr lang="fr-FR" smtClean="0"/>
              <a:t>	7-  ET C’EST MA JOURNÉE OUI C’EST MA JOURNÉE</a:t>
            </a:r>
          </a:p>
          <a:p>
            <a:endParaRPr lang="fr-FR" smtClean="0"/>
          </a:p>
          <a:p>
            <a:r>
              <a:rPr lang="fr-FR" smtClean="0"/>
              <a:t>8-  JE METS MES SOUCIS DEHORS ET DERRIÈRE MOI LES REMORDS</a:t>
            </a:r>
          </a:p>
          <a:p>
            <a:r>
              <a:rPr lang="fr-FR" smtClean="0"/>
              <a:t>9-  JE TE DONNE MA VIE ET PLUS ENCORE, JÉSUS</a:t>
            </a:r>
          </a:p>
          <a:p>
            <a:r>
              <a:rPr lang="fr-FR" smtClean="0"/>
              <a:t>10-  JE LÈVE MES MAINS VERS LES TIENNES  ABANDONNANT TOUTES MES PEINES</a:t>
            </a:r>
          </a:p>
          <a:p>
            <a:r>
              <a:rPr lang="fr-FR" smtClean="0"/>
              <a:t>11-  CAR JE CROIS QUE TOUT CE QUE TU ME RÉSERVES EST BON, SI BON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12-  JE MARCHERAI DANS TA VÉRITÉ CHAQUE JOUR POUR TOI JE VIVRAI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13-  VOICI L’ANNÉE QUE TU AS FAITE ELLE SERA POUR MOI UN SUJET DE JOIE  x2</a:t>
            </a:r>
          </a:p>
          <a:p>
            <a:r>
              <a:rPr lang="fr-FR" smtClean="0"/>
              <a:t>14-  JE NE M’INQUIÈTE PAS POUR DEMAIN J’AI CONFIANCE EN QUI TU ES</a:t>
            </a:r>
          </a:p>
          <a:p>
            <a:r>
              <a:rPr lang="fr-FR" smtClean="0"/>
              <a:t>15-  ET C’EST MON ANNÉE OUI C’EST MON ANNÉE</a:t>
            </a:r>
          </a:p>
          <a:p>
            <a:endParaRPr lang="fr-FR" smtClean="0"/>
          </a:p>
          <a:p>
            <a:r>
              <a:rPr lang="fr-FR" smtClean="0"/>
              <a:t>16-  VOICI LA SOIRÉE QUE TU AS FAITE ELLE SERA POUR MOI UN SUJET DE JOIE   x2</a:t>
            </a:r>
          </a:p>
          <a:p>
            <a:r>
              <a:rPr lang="fr-FR" smtClean="0"/>
              <a:t>17-  JE NE M’INQUIÈTE PAS POUR DEMAIN J’AI CONFIANCE EN QUI TU ES</a:t>
            </a:r>
          </a:p>
          <a:p>
            <a:r>
              <a:rPr lang="fr-FR" smtClean="0"/>
              <a:t>18-  ET C’EST MA SOIRÉE OUI C’EST MA SOIRÉE</a:t>
            </a:r>
          </a:p>
          <a:p>
            <a:endParaRPr lang="fr-FR" smtClean="0"/>
          </a:p>
          <a:p>
            <a:r>
              <a:rPr lang="fr-FR" smtClean="0"/>
              <a:t> 19 -JE NE M’INQUIÈTE PAS POUR DEMAIN</a:t>
            </a:r>
          </a:p>
          <a:p>
            <a:r>
              <a:rPr lang="fr-FR" smtClean="0"/>
              <a:t>20- J’AI CONFIANCE EN QUI TU ES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JE METS MES PEURS DE CÔTÉ ET DERRIÈRE MOI MON PASSÉ</a:t>
            </a:r>
          </a:p>
          <a:p>
            <a:pPr>
              <a:defRPr/>
            </a:pPr>
            <a:r>
              <a:rPr lang="fr-FR" smtClean="0"/>
              <a:t>2-  POUR TOURNER MON CŒUR ENTIER VERS TOI, JÉSUS</a:t>
            </a:r>
          </a:p>
          <a:p>
            <a:pPr>
              <a:defRPr/>
            </a:pPr>
            <a:r>
              <a:rPr lang="fr-FR" smtClean="0"/>
              <a:t>3-  JE LÈVE MES MAINS VERS LES TIENNES ABANDONNANT TOUTES MES PEINES</a:t>
            </a:r>
          </a:p>
          <a:p>
            <a:pPr>
              <a:defRPr/>
            </a:pPr>
            <a:r>
              <a:rPr lang="fr-FR" smtClean="0"/>
              <a:t>4-  CAR JE CROIS QUE TOUT CE QUE TU ME RÉSERVES EST BON, SI BON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	5-  VOICI LA JOURNÉE QUE TU AS FAITE ELLE SERA POUR MOI UN SUJET DE JOIE  x2</a:t>
            </a:r>
          </a:p>
          <a:p>
            <a:pPr>
              <a:defRPr/>
            </a:pPr>
            <a:r>
              <a:rPr lang="fr-FR" smtClean="0"/>
              <a:t>	6-  JE NE M’INQUIÈTE PAS POUR DEMAIN J’AI CONFIANCE EN QUI TU ES</a:t>
            </a:r>
          </a:p>
          <a:p>
            <a:pPr>
              <a:defRPr/>
            </a:pPr>
            <a:r>
              <a:rPr lang="fr-FR" smtClean="0"/>
              <a:t>	7-  ET C’EST MA JOURNÉE OUI C’EST MA JOURNÉE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JE METS MES SOUCIS DEHORS ET DERRIÈRE MOI LES REMORDS</a:t>
            </a:r>
          </a:p>
          <a:p>
            <a:pPr>
              <a:defRPr/>
            </a:pPr>
            <a:r>
              <a:rPr lang="fr-FR" smtClean="0"/>
              <a:t>9-  JE TE DONNE MA VIE ET PLUS ENCORE, JÉSUS</a:t>
            </a:r>
          </a:p>
          <a:p>
            <a:pPr>
              <a:defRPr/>
            </a:pPr>
            <a:r>
              <a:rPr lang="fr-FR" smtClean="0"/>
              <a:t>10-  JE LÈVE MES MAINS VERS LES TIENNES  ABANDONNANT TOUTES MES PEINES</a:t>
            </a:r>
          </a:p>
          <a:p>
            <a:pPr>
              <a:defRPr/>
            </a:pPr>
            <a:r>
              <a:rPr lang="fr-FR" smtClean="0"/>
              <a:t>11-  CAR JE CROIS QUE TOUT CE QUE TU ME RÉSERVES EST BON, SI BON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</a:t>
            </a:r>
          </a:p>
          <a:p>
            <a:pPr>
              <a:defRPr/>
            </a:pPr>
            <a:r>
              <a:rPr lang="fr-FR" smtClean="0"/>
              <a:t>12-  JE MARCHERAI DANS TA VÉRITÉ CHAQUE JOUR POUR TOI JE VIVRAI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VOICI L’ANNÉE QUE TU AS FAITE ELLE SERA POUR MOI UN SUJET DE JOIE  x2</a:t>
            </a:r>
          </a:p>
          <a:p>
            <a:pPr>
              <a:defRPr/>
            </a:pPr>
            <a:r>
              <a:rPr lang="fr-FR" smtClean="0"/>
              <a:t>14-  JE NE M’INQUIÈTE PAS POUR DEMAIN J’AI CONFIANCE EN QUI TU ES</a:t>
            </a:r>
          </a:p>
          <a:p>
            <a:pPr>
              <a:defRPr/>
            </a:pPr>
            <a:r>
              <a:rPr lang="fr-FR" smtClean="0"/>
              <a:t>15-  ET C’EST MON ANNÉE OUI C’EST MON ANNÉE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 VOICI LA SOIRÉE QUE TU AS FAITE ELLE SERA POUR MOI UN SUJET DE JOIE   x2</a:t>
            </a:r>
          </a:p>
          <a:p>
            <a:pPr>
              <a:defRPr/>
            </a:pPr>
            <a:r>
              <a:rPr lang="fr-FR" smtClean="0"/>
              <a:t>17-  JE NE M’INQUIÈTE PAS POUR DEMAIN J’AI CONFIANCE EN QUI TU ES</a:t>
            </a:r>
          </a:p>
          <a:p>
            <a:pPr>
              <a:defRPr/>
            </a:pPr>
            <a:r>
              <a:rPr lang="fr-FR" smtClean="0"/>
              <a:t>18-  ET C’EST MA SOIRÉE OUI C’EST MA SOIRÉE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19 -JE NE M’INQUIÈTE PAS POUR DEMAIN</a:t>
            </a:r>
          </a:p>
          <a:p>
            <a:pPr>
              <a:defRPr/>
            </a:pPr>
            <a:r>
              <a:rPr lang="fr-FR" smtClean="0"/>
              <a:t>20- J’AI CONFIANCE EN QUI TU ES</a:t>
            </a:r>
            <a:endParaRPr lang="fr-FR" dirty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METS MES PEURS DE CÔTÉ ET DERRIÈRE MOI MON PASSÉ</a:t>
            </a:r>
          </a:p>
          <a:p>
            <a:r>
              <a:rPr lang="fr-FR" smtClean="0"/>
              <a:t>2-  POUR TOURNER MON CŒUR ENTIER VERS TOI, JÉSUS</a:t>
            </a:r>
          </a:p>
          <a:p>
            <a:r>
              <a:rPr lang="fr-FR" smtClean="0"/>
              <a:t>3-  JE LÈVE MES MAINS VERS LES TIENNES ABANDONNANT TOUTES MES PEINES</a:t>
            </a:r>
          </a:p>
          <a:p>
            <a:r>
              <a:rPr lang="fr-FR" smtClean="0"/>
              <a:t>4-  CAR JE CROIS QUE TOUT CE QUE TU ME RÉSERVES EST BON, SI BON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VOICI LA JOURNÉE QUE TU AS FAITE ELLE SERA POUR MOI UN SUJET DE JOIE  x2</a:t>
            </a:r>
          </a:p>
          <a:p>
            <a:r>
              <a:rPr lang="fr-FR" smtClean="0"/>
              <a:t>	6-  JE NE M’INQUIÈTE PAS POUR DEMAIN J’AI CONFIANCE EN QUI TU ES</a:t>
            </a:r>
          </a:p>
          <a:p>
            <a:r>
              <a:rPr lang="fr-FR" smtClean="0"/>
              <a:t>	7-  ET C’EST MA JOURNÉE OUI C’EST MA JOURNÉE</a:t>
            </a:r>
          </a:p>
          <a:p>
            <a:endParaRPr lang="fr-FR" smtClean="0"/>
          </a:p>
          <a:p>
            <a:r>
              <a:rPr lang="fr-FR" smtClean="0"/>
              <a:t>8-  JE METS MES SOUCIS DEHORS ET DERRIÈRE MOI LES REMORDS</a:t>
            </a:r>
          </a:p>
          <a:p>
            <a:r>
              <a:rPr lang="fr-FR" smtClean="0"/>
              <a:t>9-  JE TE DONNE MA VIE ET PLUS ENCORE, JÉSUS</a:t>
            </a:r>
          </a:p>
          <a:p>
            <a:r>
              <a:rPr lang="fr-FR" smtClean="0"/>
              <a:t>10-  JE LÈVE MES MAINS VERS LES TIENNES  ABANDONNANT TOUTES MES PEINES</a:t>
            </a:r>
          </a:p>
          <a:p>
            <a:r>
              <a:rPr lang="fr-FR" smtClean="0"/>
              <a:t>11-  CAR JE CROIS QUE TOUT CE QUE TU ME RÉSERVES EST BON, SI BON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12-  JE MARCHERAI DANS TA VÉRITÉ CHAQUE JOUR POUR TOI JE VIVRAI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13-  VOICI L’ANNÉE QUE TU AS FAITE ELLE SERA POUR MOI UN SUJET DE JOIE  x2</a:t>
            </a:r>
          </a:p>
          <a:p>
            <a:r>
              <a:rPr lang="fr-FR" smtClean="0"/>
              <a:t>14-  JE NE M’INQUIÈTE PAS POUR DEMAIN J’AI CONFIANCE EN QUI TU ES</a:t>
            </a:r>
          </a:p>
          <a:p>
            <a:r>
              <a:rPr lang="fr-FR" smtClean="0"/>
              <a:t>15-  ET C’EST MON ANNÉE OUI C’EST MON ANNÉE</a:t>
            </a:r>
          </a:p>
          <a:p>
            <a:endParaRPr lang="fr-FR" smtClean="0"/>
          </a:p>
          <a:p>
            <a:r>
              <a:rPr lang="fr-FR" smtClean="0"/>
              <a:t>16-  VOICI LA SOIRÉE QUE TU AS FAITE ELLE SERA POUR MOI UN SUJET DE JOIE   x2</a:t>
            </a:r>
          </a:p>
          <a:p>
            <a:r>
              <a:rPr lang="fr-FR" smtClean="0"/>
              <a:t>17-  JE NE M’INQUIÈTE PAS POUR DEMAIN J’AI CONFIANCE EN QUI TU ES</a:t>
            </a:r>
          </a:p>
          <a:p>
            <a:r>
              <a:rPr lang="fr-FR" smtClean="0"/>
              <a:t>18-  ET C’EST MA SOIRÉE OUI C’EST MA SOIRÉE</a:t>
            </a:r>
          </a:p>
          <a:p>
            <a:endParaRPr lang="fr-FR" smtClean="0"/>
          </a:p>
          <a:p>
            <a:r>
              <a:rPr lang="fr-FR" smtClean="0"/>
              <a:t> 19 -JE NE M’INQUIÈTE PAS POUR DEMAIN</a:t>
            </a:r>
          </a:p>
          <a:p>
            <a:r>
              <a:rPr lang="fr-FR" smtClean="0"/>
              <a:t>20- J’AI CONFIANCE EN QUI TU ES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JE METS MES PEURS DE CÔTÉ ET DERRIÈRE MOI MON PASSÉ</a:t>
            </a:r>
          </a:p>
          <a:p>
            <a:pPr>
              <a:defRPr/>
            </a:pPr>
            <a:r>
              <a:rPr lang="fr-FR" smtClean="0"/>
              <a:t>2-  POUR TOURNER MON CŒUR ENTIER VERS TOI, JÉSUS</a:t>
            </a:r>
          </a:p>
          <a:p>
            <a:pPr>
              <a:defRPr/>
            </a:pPr>
            <a:r>
              <a:rPr lang="fr-FR" smtClean="0"/>
              <a:t>3-  JE LÈVE MES MAINS VERS LES TIENNES ABANDONNANT TOUTES MES PEINES</a:t>
            </a:r>
          </a:p>
          <a:p>
            <a:pPr>
              <a:defRPr/>
            </a:pPr>
            <a:r>
              <a:rPr lang="fr-FR" smtClean="0"/>
              <a:t>4-  CAR JE CROIS QUE TOUT CE QUE TU ME RÉSERVES EST BON, SI BON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	5-  VOICI LA JOURNÉE QUE TU AS FAITE ELLE SERA POUR MOI UN SUJET DE JOIE  x2</a:t>
            </a:r>
          </a:p>
          <a:p>
            <a:pPr>
              <a:defRPr/>
            </a:pPr>
            <a:r>
              <a:rPr lang="fr-FR" smtClean="0"/>
              <a:t>	6-  JE NE M’INQUIÈTE PAS POUR DEMAIN J’AI CONFIANCE EN QUI TU ES</a:t>
            </a:r>
          </a:p>
          <a:p>
            <a:pPr>
              <a:defRPr/>
            </a:pPr>
            <a:r>
              <a:rPr lang="fr-FR" smtClean="0"/>
              <a:t>	7-  ET C’EST MA JOURNÉE OUI C’EST MA JOURNÉE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JE METS MES SOUCIS DEHORS ET DERRIÈRE MOI LES REMORDS</a:t>
            </a:r>
          </a:p>
          <a:p>
            <a:pPr>
              <a:defRPr/>
            </a:pPr>
            <a:r>
              <a:rPr lang="fr-FR" smtClean="0"/>
              <a:t>9-  JE TE DONNE MA VIE ET PLUS ENCORE, JÉSUS</a:t>
            </a:r>
          </a:p>
          <a:p>
            <a:pPr>
              <a:defRPr/>
            </a:pPr>
            <a:r>
              <a:rPr lang="fr-FR" smtClean="0"/>
              <a:t>10-  JE LÈVE MES MAINS VERS LES TIENNES  ABANDONNANT TOUTES MES PEINES</a:t>
            </a:r>
          </a:p>
          <a:p>
            <a:pPr>
              <a:defRPr/>
            </a:pPr>
            <a:r>
              <a:rPr lang="fr-FR" smtClean="0"/>
              <a:t>11-  CAR JE CROIS QUE TOUT CE QUE TU ME RÉSERVES EST BON, SI BON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</a:t>
            </a:r>
          </a:p>
          <a:p>
            <a:pPr>
              <a:defRPr/>
            </a:pPr>
            <a:r>
              <a:rPr lang="fr-FR" smtClean="0"/>
              <a:t>12-  JE MARCHERAI DANS TA VÉRITÉ CHAQUE JOUR POUR TOI JE VIVRAI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VOICI L’ANNÉE QUE TU AS FAITE ELLE SERA POUR MOI UN SUJET DE JOIE  x2</a:t>
            </a:r>
          </a:p>
          <a:p>
            <a:pPr>
              <a:defRPr/>
            </a:pPr>
            <a:r>
              <a:rPr lang="fr-FR" smtClean="0"/>
              <a:t>14-  JE NE M’INQUIÈTE PAS POUR DEMAIN J’AI CONFIANCE EN QUI TU ES</a:t>
            </a:r>
          </a:p>
          <a:p>
            <a:pPr>
              <a:defRPr/>
            </a:pPr>
            <a:r>
              <a:rPr lang="fr-FR" smtClean="0"/>
              <a:t>15-  ET C’EST MON ANNÉE OUI C’EST MON ANNÉE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 VOICI LA SOIRÉE QUE TU AS FAITE ELLE SERA POUR MOI UN SUJET DE JOIE   x2</a:t>
            </a:r>
          </a:p>
          <a:p>
            <a:pPr>
              <a:defRPr/>
            </a:pPr>
            <a:r>
              <a:rPr lang="fr-FR" smtClean="0"/>
              <a:t>17-  JE NE M’INQUIÈTE PAS POUR DEMAIN J’AI CONFIANCE EN QUI TU ES</a:t>
            </a:r>
          </a:p>
          <a:p>
            <a:pPr>
              <a:defRPr/>
            </a:pPr>
            <a:r>
              <a:rPr lang="fr-FR" smtClean="0"/>
              <a:t>18-  ET C’EST MA SOIRÉE OUI C’EST MA SOIRÉE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19 -JE NE M’INQUIÈTE PAS POUR DEMAIN</a:t>
            </a:r>
          </a:p>
          <a:p>
            <a:pPr>
              <a:defRPr/>
            </a:pPr>
            <a:r>
              <a:rPr lang="fr-FR" smtClean="0"/>
              <a:t>20- J’AI CONFIANCE EN QUI TU ES</a:t>
            </a:r>
            <a:endParaRPr lang="fr-FR" dirty="0"/>
          </a:p>
        </p:txBody>
      </p:sp>
      <p:sp>
        <p:nvSpPr>
          <p:cNvPr id="399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METS MES PEURS DE CÔTÉ ET DERRIÈRE MOI MON PASSÉ</a:t>
            </a:r>
          </a:p>
          <a:p>
            <a:r>
              <a:rPr lang="fr-FR" smtClean="0"/>
              <a:t>2-  POUR TOURNER MON CŒUR ENTIER VERS TOI, JÉSUS</a:t>
            </a:r>
          </a:p>
          <a:p>
            <a:r>
              <a:rPr lang="fr-FR" smtClean="0"/>
              <a:t>3-  JE LÈVE MES MAINS VERS LES TIENNES ABANDONNANT TOUTES MES PEINES</a:t>
            </a:r>
          </a:p>
          <a:p>
            <a:r>
              <a:rPr lang="fr-FR" smtClean="0"/>
              <a:t>4-  CAR JE CROIS QUE TOUT CE QUE TU ME RÉSERVES EST BON, SI BON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VOICI LA JOURNÉE QUE TU AS FAITE ELLE SERA POUR MOI UN SUJET DE JOIE  x2</a:t>
            </a:r>
          </a:p>
          <a:p>
            <a:r>
              <a:rPr lang="fr-FR" smtClean="0"/>
              <a:t>	6-  JE NE M’INQUIÈTE PAS POUR DEMAIN J’AI CONFIANCE EN QUI TU ES</a:t>
            </a:r>
          </a:p>
          <a:p>
            <a:r>
              <a:rPr lang="fr-FR" smtClean="0"/>
              <a:t>	7-  ET C’EST MA JOURNÉE OUI C’EST MA JOURNÉE</a:t>
            </a:r>
          </a:p>
          <a:p>
            <a:endParaRPr lang="fr-FR" smtClean="0"/>
          </a:p>
          <a:p>
            <a:r>
              <a:rPr lang="fr-FR" smtClean="0"/>
              <a:t>8-  JE METS MES SOUCIS DEHORS ET DERRIÈRE MOI LES REMORDS</a:t>
            </a:r>
          </a:p>
          <a:p>
            <a:r>
              <a:rPr lang="fr-FR" smtClean="0"/>
              <a:t>9-  JE TE DONNE MA VIE ET PLUS ENCORE, JÉSUS</a:t>
            </a:r>
          </a:p>
          <a:p>
            <a:r>
              <a:rPr lang="fr-FR" smtClean="0"/>
              <a:t>10-  JE LÈVE MES MAINS VERS LES TIENNES  ABANDONNANT TOUTES MES PEINES</a:t>
            </a:r>
          </a:p>
          <a:p>
            <a:r>
              <a:rPr lang="fr-FR" smtClean="0"/>
              <a:t>11-  CAR JE CROIS QUE TOUT CE QUE TU ME RÉSERVES EST BON, SI BON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12-  JE MARCHERAI DANS TA VÉRITÉ CHAQUE JOUR POUR TOI JE VIVRAI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13-  VOICI L’ANNÉE QUE TU AS FAITE ELLE SERA POUR MOI UN SUJET DE JOIE  x2</a:t>
            </a:r>
          </a:p>
          <a:p>
            <a:r>
              <a:rPr lang="fr-FR" smtClean="0"/>
              <a:t>14-  JE NE M’INQUIÈTE PAS POUR DEMAIN J’AI CONFIANCE EN QUI TU ES</a:t>
            </a:r>
          </a:p>
          <a:p>
            <a:r>
              <a:rPr lang="fr-FR" smtClean="0"/>
              <a:t>15-  ET C’EST MON ANNÉE OUI C’EST MON ANNÉE</a:t>
            </a:r>
          </a:p>
          <a:p>
            <a:endParaRPr lang="fr-FR" smtClean="0"/>
          </a:p>
          <a:p>
            <a:r>
              <a:rPr lang="fr-FR" smtClean="0"/>
              <a:t>16-  VOICI LA SOIRÉE QUE TU AS FAITE ELLE SERA POUR MOI UN SUJET DE JOIE   x2</a:t>
            </a:r>
          </a:p>
          <a:p>
            <a:r>
              <a:rPr lang="fr-FR" smtClean="0"/>
              <a:t>17-  JE NE M’INQUIÈTE PAS POUR DEMAIN J’AI CONFIANCE EN QUI TU ES</a:t>
            </a:r>
          </a:p>
          <a:p>
            <a:r>
              <a:rPr lang="fr-FR" smtClean="0"/>
              <a:t>18-  ET C’EST MA SOIRÉE OUI C’EST MA SOIRÉE</a:t>
            </a:r>
          </a:p>
          <a:p>
            <a:endParaRPr lang="fr-FR" smtClean="0"/>
          </a:p>
          <a:p>
            <a:r>
              <a:rPr lang="fr-FR" smtClean="0"/>
              <a:t> 19 -JE NE M’INQUIÈTE PAS POUR DEMAIN</a:t>
            </a:r>
          </a:p>
          <a:p>
            <a:r>
              <a:rPr lang="fr-FR" smtClean="0"/>
              <a:t>20- J’AI CONFIANCE EN QUI TU ES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JE METS MES PEURS DE CÔTÉ ET DERRIÈRE MOI MON PASSÉ</a:t>
            </a:r>
          </a:p>
          <a:p>
            <a:pPr>
              <a:defRPr/>
            </a:pPr>
            <a:r>
              <a:rPr lang="fr-FR" smtClean="0"/>
              <a:t>2-  POUR TOURNER MON CŒUR ENTIER VERS TOI, JÉSUS</a:t>
            </a:r>
          </a:p>
          <a:p>
            <a:pPr>
              <a:defRPr/>
            </a:pPr>
            <a:r>
              <a:rPr lang="fr-FR" smtClean="0"/>
              <a:t>3-  JE LÈVE MES MAINS VERS LES TIENNES ABANDONNANT TOUTES MES PEINES</a:t>
            </a:r>
          </a:p>
          <a:p>
            <a:pPr>
              <a:defRPr/>
            </a:pPr>
            <a:r>
              <a:rPr lang="fr-FR" smtClean="0"/>
              <a:t>4-  CAR JE CROIS QUE TOUT CE QUE TU ME RÉSERVES EST BON, SI BON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	5-  VOICI LA JOURNÉE QUE TU AS FAITE ELLE SERA POUR MOI UN SUJET DE JOIE  x2</a:t>
            </a:r>
          </a:p>
          <a:p>
            <a:pPr>
              <a:defRPr/>
            </a:pPr>
            <a:r>
              <a:rPr lang="fr-FR" smtClean="0"/>
              <a:t>	6-  JE NE M’INQUIÈTE PAS POUR DEMAIN J’AI CONFIANCE EN QUI TU ES</a:t>
            </a:r>
          </a:p>
          <a:p>
            <a:pPr>
              <a:defRPr/>
            </a:pPr>
            <a:r>
              <a:rPr lang="fr-FR" smtClean="0"/>
              <a:t>	7-  ET C’EST MA JOURNÉE OUI C’EST MA JOURNÉE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JE METS MES SOUCIS DEHORS ET DERRIÈRE MOI LES REMORDS</a:t>
            </a:r>
          </a:p>
          <a:p>
            <a:pPr>
              <a:defRPr/>
            </a:pPr>
            <a:r>
              <a:rPr lang="fr-FR" smtClean="0"/>
              <a:t>9-  JE TE DONNE MA VIE ET PLUS ENCORE, JÉSUS</a:t>
            </a:r>
          </a:p>
          <a:p>
            <a:pPr>
              <a:defRPr/>
            </a:pPr>
            <a:r>
              <a:rPr lang="fr-FR" smtClean="0"/>
              <a:t>10-  JE LÈVE MES MAINS VERS LES TIENNES  ABANDONNANT TOUTES MES PEINES</a:t>
            </a:r>
          </a:p>
          <a:p>
            <a:pPr>
              <a:defRPr/>
            </a:pPr>
            <a:r>
              <a:rPr lang="fr-FR" smtClean="0"/>
              <a:t>11-  CAR JE CROIS QUE TOUT CE QUE TU ME RÉSERVES EST BON, SI BON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</a:t>
            </a:r>
          </a:p>
          <a:p>
            <a:pPr>
              <a:defRPr/>
            </a:pPr>
            <a:r>
              <a:rPr lang="fr-FR" smtClean="0"/>
              <a:t>12-  JE MARCHERAI DANS TA VÉRITÉ CHAQUE JOUR POUR TOI JE VIVRAI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VOICI L’ANNÉE QUE TU AS FAITE ELLE SERA POUR MOI UN SUJET DE JOIE  x2</a:t>
            </a:r>
          </a:p>
          <a:p>
            <a:pPr>
              <a:defRPr/>
            </a:pPr>
            <a:r>
              <a:rPr lang="fr-FR" smtClean="0"/>
              <a:t>14-  JE NE M’INQUIÈTE PAS POUR DEMAIN J’AI CONFIANCE EN QUI TU ES</a:t>
            </a:r>
          </a:p>
          <a:p>
            <a:pPr>
              <a:defRPr/>
            </a:pPr>
            <a:r>
              <a:rPr lang="fr-FR" smtClean="0"/>
              <a:t>15-  ET C’EST MON ANNÉE OUI C’EST MON ANNÉE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 VOICI LA SOIRÉE QUE TU AS FAITE ELLE SERA POUR MOI UN SUJET DE JOIE   x2</a:t>
            </a:r>
          </a:p>
          <a:p>
            <a:pPr>
              <a:defRPr/>
            </a:pPr>
            <a:r>
              <a:rPr lang="fr-FR" smtClean="0"/>
              <a:t>17-  JE NE M’INQUIÈTE PAS POUR DEMAIN J’AI CONFIANCE EN QUI TU ES</a:t>
            </a:r>
          </a:p>
          <a:p>
            <a:pPr>
              <a:defRPr/>
            </a:pPr>
            <a:r>
              <a:rPr lang="fr-FR" smtClean="0"/>
              <a:t>18-  ET C’EST MA SOIRÉE OUI C’EST MA SOIRÉE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19 -JE NE M’INQUIÈTE PAS POUR DEMAIN</a:t>
            </a:r>
          </a:p>
          <a:p>
            <a:pPr>
              <a:defRPr/>
            </a:pPr>
            <a:r>
              <a:rPr lang="fr-FR" smtClean="0"/>
              <a:t>20- J’AI CONFIANCE EN QUI TU ES</a:t>
            </a:r>
            <a:endParaRPr lang="fr-FR" dirty="0"/>
          </a:p>
        </p:txBody>
      </p:sp>
      <p:sp>
        <p:nvSpPr>
          <p:cNvPr id="40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METS MES PEURS DE CÔTÉ ET DERRIÈRE MOI MON PASSÉ</a:t>
            </a:r>
          </a:p>
          <a:p>
            <a:r>
              <a:rPr lang="fr-FR" smtClean="0"/>
              <a:t>2-  POUR TOURNER MON CŒUR ENTIER VERS TOI, JÉSUS</a:t>
            </a:r>
          </a:p>
          <a:p>
            <a:r>
              <a:rPr lang="fr-FR" smtClean="0"/>
              <a:t>3-  JE LÈVE MES MAINS VERS LES TIENNES ABANDONNANT TOUTES MES PEINES</a:t>
            </a:r>
          </a:p>
          <a:p>
            <a:r>
              <a:rPr lang="fr-FR" smtClean="0"/>
              <a:t>4-  CAR JE CROIS QUE TOUT CE QUE TU ME RÉSERVES EST BON, SI BON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VOICI LA JOURNÉE QUE TU AS FAITE ELLE SERA POUR MOI UN SUJET DE JOIE  x2</a:t>
            </a:r>
          </a:p>
          <a:p>
            <a:r>
              <a:rPr lang="fr-FR" smtClean="0"/>
              <a:t>	6-  JE NE M’INQUIÈTE PAS POUR DEMAIN J’AI CONFIANCE EN QUI TU ES</a:t>
            </a:r>
          </a:p>
          <a:p>
            <a:r>
              <a:rPr lang="fr-FR" smtClean="0"/>
              <a:t>	7-  ET C’EST MA JOURNÉE OUI C’EST MA JOURNÉE</a:t>
            </a:r>
          </a:p>
          <a:p>
            <a:endParaRPr lang="fr-FR" smtClean="0"/>
          </a:p>
          <a:p>
            <a:r>
              <a:rPr lang="fr-FR" smtClean="0"/>
              <a:t>8-  JE METS MES SOUCIS DEHORS ET DERRIÈRE MOI LES REMORDS</a:t>
            </a:r>
          </a:p>
          <a:p>
            <a:r>
              <a:rPr lang="fr-FR" smtClean="0"/>
              <a:t>9-  JE TE DONNE MA VIE ET PLUS ENCORE, JÉSUS</a:t>
            </a:r>
          </a:p>
          <a:p>
            <a:r>
              <a:rPr lang="fr-FR" smtClean="0"/>
              <a:t>10-  JE LÈVE MES MAINS VERS LES TIENNES  ABANDONNANT TOUTES MES PEINES</a:t>
            </a:r>
          </a:p>
          <a:p>
            <a:r>
              <a:rPr lang="fr-FR" smtClean="0"/>
              <a:t>11-  CAR JE CROIS QUE TOUT CE QUE TU ME RÉSERVES EST BON, SI BON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12-  JE MARCHERAI DANS TA VÉRITÉ CHAQUE JOUR POUR TOI JE VIVRAI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13-  VOICI L’ANNÉE QUE TU AS FAITE ELLE SERA POUR MOI UN SUJET DE JOIE  x2</a:t>
            </a:r>
          </a:p>
          <a:p>
            <a:r>
              <a:rPr lang="fr-FR" smtClean="0"/>
              <a:t>14-  JE NE M’INQUIÈTE PAS POUR DEMAIN J’AI CONFIANCE EN QUI TU ES</a:t>
            </a:r>
          </a:p>
          <a:p>
            <a:r>
              <a:rPr lang="fr-FR" smtClean="0"/>
              <a:t>15-  ET C’EST MON ANNÉE OUI C’EST MON ANNÉE</a:t>
            </a:r>
          </a:p>
          <a:p>
            <a:endParaRPr lang="fr-FR" smtClean="0"/>
          </a:p>
          <a:p>
            <a:r>
              <a:rPr lang="fr-FR" smtClean="0"/>
              <a:t>16-  VOICI LA SOIRÉE QUE TU AS FAITE ELLE SERA POUR MOI UN SUJET DE JOIE   x2</a:t>
            </a:r>
          </a:p>
          <a:p>
            <a:r>
              <a:rPr lang="fr-FR" smtClean="0"/>
              <a:t>17-  JE NE M’INQUIÈTE PAS POUR DEMAIN J’AI CONFIANCE EN QUI TU ES</a:t>
            </a:r>
          </a:p>
          <a:p>
            <a:r>
              <a:rPr lang="fr-FR" smtClean="0"/>
              <a:t>18-  ET C’EST MA SOIRÉE OUI C’EST MA SOIRÉE</a:t>
            </a:r>
          </a:p>
          <a:p>
            <a:endParaRPr lang="fr-FR" smtClean="0"/>
          </a:p>
          <a:p>
            <a:r>
              <a:rPr lang="fr-FR" smtClean="0"/>
              <a:t> 19 -JE NE M’INQUIÈTE PAS POUR DEMAIN</a:t>
            </a:r>
          </a:p>
          <a:p>
            <a:r>
              <a:rPr lang="fr-FR" smtClean="0"/>
              <a:t>20- J’AI CONFIANCE EN QUI TU ES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1-  JE METS MES PEURS DE CÔTÉ ET DERRIÈRE MOI MON PASSÉ</a:t>
            </a:r>
          </a:p>
          <a:p>
            <a:pPr>
              <a:defRPr/>
            </a:pPr>
            <a:r>
              <a:rPr lang="fr-FR" smtClean="0"/>
              <a:t>2-  POUR TOURNER MON CŒUR ENTIER VERS TOI, JÉSUS</a:t>
            </a:r>
          </a:p>
          <a:p>
            <a:pPr>
              <a:defRPr/>
            </a:pPr>
            <a:r>
              <a:rPr lang="fr-FR" smtClean="0"/>
              <a:t>3-  JE LÈVE MES MAINS VERS LES TIENNES ABANDONNANT TOUTES MES PEINES</a:t>
            </a:r>
          </a:p>
          <a:p>
            <a:pPr>
              <a:defRPr/>
            </a:pPr>
            <a:r>
              <a:rPr lang="fr-FR" smtClean="0"/>
              <a:t>4-  CAR JE CROIS QUE TOUT CE QUE TU ME RÉSERVES EST BON, SI BON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	5-  VOICI LA JOURNÉE QUE TU AS FAITE ELLE SERA POUR MOI UN SUJET DE JOIE  x2</a:t>
            </a:r>
          </a:p>
          <a:p>
            <a:pPr>
              <a:defRPr/>
            </a:pPr>
            <a:r>
              <a:rPr lang="fr-FR" smtClean="0"/>
              <a:t>	6-  JE NE M’INQUIÈTE PAS POUR DEMAIN J’AI CONFIANCE EN QUI TU ES</a:t>
            </a:r>
          </a:p>
          <a:p>
            <a:pPr>
              <a:defRPr/>
            </a:pPr>
            <a:r>
              <a:rPr lang="fr-FR" smtClean="0"/>
              <a:t>	7-  ET C’EST MA JOURNÉE OUI C’EST MA JOURNÉE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JE METS MES SOUCIS DEHORS ET DERRIÈRE MOI LES REMORDS</a:t>
            </a:r>
          </a:p>
          <a:p>
            <a:pPr>
              <a:defRPr/>
            </a:pPr>
            <a:r>
              <a:rPr lang="fr-FR" smtClean="0"/>
              <a:t>9-  JE TE DONNE MA VIE ET PLUS ENCORE, JÉSUS</a:t>
            </a:r>
          </a:p>
          <a:p>
            <a:pPr>
              <a:defRPr/>
            </a:pPr>
            <a:r>
              <a:rPr lang="fr-FR" smtClean="0"/>
              <a:t>10-  JE LÈVE MES MAINS VERS LES TIENNES  ABANDONNANT TOUTES MES PEINES</a:t>
            </a:r>
          </a:p>
          <a:p>
            <a:pPr>
              <a:defRPr/>
            </a:pPr>
            <a:r>
              <a:rPr lang="fr-FR" smtClean="0"/>
              <a:t>11-  CAR JE CROIS QUE TOUT CE QUE TU ME RÉSERVES EST BON, SI BON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 :</a:t>
            </a:r>
          </a:p>
          <a:p>
            <a:pPr>
              <a:defRPr/>
            </a:pPr>
            <a:r>
              <a:rPr lang="fr-FR" smtClean="0"/>
              <a:t>12-  JE MARCHERAI DANS TA VÉRITÉ CHAQUE JOUR POUR TOI JE VIVRAI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VOICI L’ANNÉE QUE TU AS FAITE ELLE SERA POUR MOI UN SUJET DE JOIE  x2</a:t>
            </a:r>
          </a:p>
          <a:p>
            <a:pPr>
              <a:defRPr/>
            </a:pPr>
            <a:r>
              <a:rPr lang="fr-FR" smtClean="0"/>
              <a:t>14-  JE NE M’INQUIÈTE PAS POUR DEMAIN J’AI CONFIANCE EN QUI TU ES</a:t>
            </a:r>
          </a:p>
          <a:p>
            <a:pPr>
              <a:defRPr/>
            </a:pPr>
            <a:r>
              <a:rPr lang="fr-FR" smtClean="0"/>
              <a:t>15-  ET C’EST MON ANNÉE OUI C’EST MON ANNÉE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 VOICI LA SOIRÉE QUE TU AS FAITE ELLE SERA POUR MOI UN SUJET DE JOIE   x2</a:t>
            </a:r>
          </a:p>
          <a:p>
            <a:pPr>
              <a:defRPr/>
            </a:pPr>
            <a:r>
              <a:rPr lang="fr-FR" smtClean="0"/>
              <a:t>17-  JE NE M’INQUIÈTE PAS POUR DEMAIN J’AI CONFIANCE EN QUI TU ES</a:t>
            </a:r>
          </a:p>
          <a:p>
            <a:pPr>
              <a:defRPr/>
            </a:pPr>
            <a:r>
              <a:rPr lang="fr-FR" smtClean="0"/>
              <a:t>18-  ET C’EST MA SOIRÉE OUI C’EST MA SOIRÉE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 19 -JE NE M’INQUIÈTE PAS POUR DEMAIN</a:t>
            </a:r>
          </a:p>
          <a:p>
            <a:pPr>
              <a:defRPr/>
            </a:pPr>
            <a:r>
              <a:rPr lang="fr-FR" smtClean="0"/>
              <a:t>20- J’AI CONFIANCE EN QUI TU ES</a:t>
            </a:r>
            <a:endParaRPr lang="fr-FR" dirty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METS MES PEURS DE CÔTÉ ET DERRIÈRE MOI MON PASSÉ</a:t>
            </a:r>
          </a:p>
          <a:p>
            <a:r>
              <a:rPr lang="fr-FR" smtClean="0"/>
              <a:t>2-  POUR TOURNER MON CŒUR ENTIER VERS TOI, JÉSUS</a:t>
            </a:r>
          </a:p>
          <a:p>
            <a:r>
              <a:rPr lang="fr-FR" smtClean="0"/>
              <a:t>3-  JE LÈVE MES MAINS VERS LES TIENNES ABANDONNANT TOUTES MES PEINES</a:t>
            </a:r>
          </a:p>
          <a:p>
            <a:r>
              <a:rPr lang="fr-FR" smtClean="0"/>
              <a:t>4-  CAR JE CROIS QUE TOUT CE QUE TU ME RÉSERVES EST BON, SI BON</a:t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	5-  VOICI LA JOURNÉE QUE TU AS FAITE ELLE SERA POUR MOI UN SUJET DE JOIE  x2</a:t>
            </a:r>
          </a:p>
          <a:p>
            <a:r>
              <a:rPr lang="fr-FR" smtClean="0"/>
              <a:t>	6-  JE NE M’INQUIÈTE PAS POUR DEMAIN J’AI CONFIANCE EN QUI TU ES</a:t>
            </a:r>
          </a:p>
          <a:p>
            <a:r>
              <a:rPr lang="fr-FR" smtClean="0"/>
              <a:t>	7-  ET C’EST MA JOURNÉE OUI C’EST MA JOURNÉE</a:t>
            </a:r>
          </a:p>
          <a:p>
            <a:endParaRPr lang="fr-FR" smtClean="0"/>
          </a:p>
          <a:p>
            <a:r>
              <a:rPr lang="fr-FR" smtClean="0"/>
              <a:t>8-  JE METS MES SOUCIS DEHORS ET DERRIÈRE MOI LES REMORDS</a:t>
            </a:r>
          </a:p>
          <a:p>
            <a:r>
              <a:rPr lang="fr-FR" smtClean="0"/>
              <a:t>9-  JE TE DONNE MA VIE ET PLUS ENCORE, JÉSUS</a:t>
            </a:r>
          </a:p>
          <a:p>
            <a:r>
              <a:rPr lang="fr-FR" smtClean="0"/>
              <a:t>10-  JE LÈVE MES MAINS VERS LES TIENNES  ABANDONNANT TOUTES MES PEINES</a:t>
            </a:r>
          </a:p>
          <a:p>
            <a:r>
              <a:rPr lang="fr-FR" smtClean="0"/>
              <a:t>11-  CAR JE CROIS QUE TOUT CE QUE TU ME RÉSERVES EST BON, SI BON</a:t>
            </a:r>
          </a:p>
          <a:p>
            <a:endParaRPr lang="fr-FR" smtClean="0"/>
          </a:p>
          <a:p>
            <a:r>
              <a:rPr lang="fr-FR" smtClean="0"/>
              <a:t>Pont :</a:t>
            </a:r>
          </a:p>
          <a:p>
            <a:r>
              <a:rPr lang="fr-FR" smtClean="0"/>
              <a:t>12-  JE MARCHERAI DANS TA VÉRITÉ CHAQUE JOUR POUR TOI JE VIVRAI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13-  VOICI L’ANNÉE QUE TU AS FAITE ELLE SERA POUR MOI UN SUJET DE JOIE  x2</a:t>
            </a:r>
          </a:p>
          <a:p>
            <a:r>
              <a:rPr lang="fr-FR" smtClean="0"/>
              <a:t>14-  JE NE M’INQUIÈTE PAS POUR DEMAIN J’AI CONFIANCE EN QUI TU ES</a:t>
            </a:r>
          </a:p>
          <a:p>
            <a:r>
              <a:rPr lang="fr-FR" smtClean="0"/>
              <a:t>15-  ET C’EST MON ANNÉE OUI C’EST MON ANNÉE</a:t>
            </a:r>
          </a:p>
          <a:p>
            <a:endParaRPr lang="fr-FR" smtClean="0"/>
          </a:p>
          <a:p>
            <a:r>
              <a:rPr lang="fr-FR" smtClean="0"/>
              <a:t>16-  VOICI LA SOIRÉE QUE TU AS FAITE ELLE SERA POUR MOI UN SUJET DE JOIE   x2</a:t>
            </a:r>
          </a:p>
          <a:p>
            <a:r>
              <a:rPr lang="fr-FR" smtClean="0"/>
              <a:t>17-  JE NE M’INQUIÈTE PAS POUR DEMAIN J’AI CONFIANCE EN QUI TU ES</a:t>
            </a:r>
          </a:p>
          <a:p>
            <a:r>
              <a:rPr lang="fr-FR" smtClean="0"/>
              <a:t>18-  ET C’EST MA SOIRÉE OUI C’EST MA SOIRÉE</a:t>
            </a:r>
          </a:p>
          <a:p>
            <a:endParaRPr lang="fr-FR" smtClean="0"/>
          </a:p>
          <a:p>
            <a:r>
              <a:rPr lang="fr-FR" smtClean="0"/>
              <a:t> 19 -JE NE M’INQUIÈTE PAS POUR DEMAIN</a:t>
            </a:r>
          </a:p>
          <a:p>
            <a:r>
              <a:rPr lang="fr-FR" smtClean="0"/>
              <a:t>20- J’AI CONFIANCE EN QUI TU ES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08836B-4464-489A-A128-215F643B77E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5D7EB1-68ED-48AF-8288-952404CABDA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E1232A-2272-4975-B8B9-DC9259C9BF2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9D6253-1F53-4E27-A42F-062CC4ABBE2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AE35F3-BBA0-4464-A597-C815ED98A5D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783E67-5F4D-4685-A646-98B2ADE0CA6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041340-786D-4C97-86CD-80C9527D0E7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628F32-47B7-481F-B7B9-E85461FE0DE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3151FB-79B5-4D06-A883-938C657B34F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B51296-FE8B-4B2C-90B5-36F70E4188F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3BC888-3DD9-4CB6-99C0-89E2A885D76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fld id="{FE35EA06-D5B1-46C4-9F47-9D2330BA1DC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METS MES PEURS DE CÔTÉ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DERRIÈRE MOI MON PASSÉ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TOURNER MON CŒUR ENTIER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VERS TOI, JÉSUS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LÈVE MES MAINS VERS LES TIENNES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ABANDONNANT TOUTES MES PEINES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CAR JE CROIS QUE TOUT CE QUE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ME RÉSERVES EST BON, SI BON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VOICI LA JOURNÉE QUE TU AS FAITE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ELLE SERA POUR MOI UN SUJET DE JOIE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NE M’INQUIÈTE PAS POUR DEMAIN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J’AI CONFIANCE EN QUI TU ES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C’EST MA JOURNÉE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OUI C’EST MA JOURNÉE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METS MES SOUCIS DEHORS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DERRIÈRE MOI LES REMORDS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TE DONNE MA VIE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PLUS ENCORE, JÉSUS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LÈVE MES MAINS VERS LES TIENNES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ABANDONNANT TOUTES MES PEINES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CAR JE CROIS QUE TOUT CE QUE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ME RÉSERVES EST BON, SI BON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MARCHERAI DANS TA VÉRITÉ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CHAQUE JOUR POUR TOI JE VIVRAI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VOICI L’ANNÉE QUE TU AS FAITE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ELLE SERA POUR MOI UN SUJET DE JOIE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NE M’INQUIÈTE PAS POUR DEMAIN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J’AI CONFIANCE EN QUI TU ES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C’EST MON ANNÉE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OUI C’EST MON ANNÉE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VOICI LA SOIRÉE QUE TU AS FAITE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ELLE SERA POUR MOI UN SUJET DE JOIE 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NE M’INQUIÈTE PAS POUR DEMAIN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J’AI CONFIANCE EN QUI TU ES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C’EST MA SOIRÉE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OUI C’EST MA SOIRÉE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NE M’INQUIÈTE PAS POUR DEMAIN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J’AI CONFIANCE EN QUI TU ES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1399</TotalTime>
  <Words>2116</Words>
  <Application>Microsoft Office PowerPoint</Application>
  <PresentationFormat>Affichage à l'écran (4:3)</PresentationFormat>
  <Paragraphs>1100</Paragraphs>
  <Slides>20</Slides>
  <Notes>20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1" baseType="lpstr">
      <vt:lpstr>Default Design</vt:lpstr>
      <vt:lpstr>JE METS MES PEURS DE CÔTÉ ET DERRIÈRE MOI MON PASSÉ</vt:lpstr>
      <vt:lpstr>POUR TOURNER MON CŒUR ENTIER VERS TOI, JÉSUS</vt:lpstr>
      <vt:lpstr>JE LÈVE MES MAINS VERS LES TIENNES ABANDONNANT TOUTES MES PEINES</vt:lpstr>
      <vt:lpstr>CAR JE CROIS QUE TOUT CE QUE TU ME RÉSERVES EST BON, SI BON </vt:lpstr>
      <vt:lpstr>VOICI LA JOURNÉE QUE TU AS FAITE ELLE SERA POUR MOI UN SUJET DE JOIE</vt:lpstr>
      <vt:lpstr>JE NE M’INQUIÈTE PAS POUR DEMAIN J’AI CONFIANCE EN QUI TU ES</vt:lpstr>
      <vt:lpstr>ET C’EST MA JOURNÉE OUI C’EST MA JOURNÉE</vt:lpstr>
      <vt:lpstr>JE METS MES SOUCIS DEHORS ET DERRIÈRE MOI LES REMORDS</vt:lpstr>
      <vt:lpstr>JE TE DONNE MA VIE ET PLUS ENCORE, JÉSUS</vt:lpstr>
      <vt:lpstr>JE LÈVE MES MAINS VERS LES TIENNES  ABANDONNANT TOUTES MES PEINES</vt:lpstr>
      <vt:lpstr>CAR JE CROIS QUE TOUT CE QUE TU ME RÉSERVES EST BON, SI BON </vt:lpstr>
      <vt:lpstr>JE MARCHERAI DANS TA VÉRITÉ CHAQUE JOUR POUR TOI JE VIVRAI</vt:lpstr>
      <vt:lpstr>VOICI L’ANNÉE QUE TU AS FAITE ELLE SERA POUR MOI UN SUJET DE JOIE</vt:lpstr>
      <vt:lpstr>JE NE M’INQUIÈTE PAS POUR DEMAIN J’AI CONFIANCE EN QUI TU ES</vt:lpstr>
      <vt:lpstr>ET C’EST MON ANNÉE OUI C’EST MON ANNÉE</vt:lpstr>
      <vt:lpstr>VOICI LA SOIRÉE QUE TU AS FAITE ELLE SERA POUR MOI UN SUJET DE JOIE </vt:lpstr>
      <vt:lpstr>JE NE M’INQUIÈTE PAS POUR DEMAIN J’AI CONFIANCE EN QUI TU ES</vt:lpstr>
      <vt:lpstr>ET C’EST MA SOIRÉE OUI C’EST MA SOIRÉE</vt:lpstr>
      <vt:lpstr>JE NE M’INQUIÈTE PAS POUR DEMAIN</vt:lpstr>
      <vt:lpstr>J’AI CONFIANCE EN QUI TU ES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GYo</cp:lastModifiedBy>
  <cp:revision>123</cp:revision>
  <dcterms:created xsi:type="dcterms:W3CDTF">2002-08-17T10:50:50Z</dcterms:created>
  <dcterms:modified xsi:type="dcterms:W3CDTF">2018-10-20T01:59:29Z</dcterms:modified>
</cp:coreProperties>
</file>