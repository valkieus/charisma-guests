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78" autoAdjust="0"/>
    <p:restoredTop sz="90929"/>
  </p:normalViewPr>
  <p:slideViewPr>
    <p:cSldViewPr>
      <p:cViewPr>
        <p:scale>
          <a:sx n="48" d="100"/>
          <a:sy n="48" d="100"/>
        </p:scale>
        <p:origin x="-2106" y="-8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4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ABAF80D-B941-401F-A03D-B13D5088CE4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82A400-0D02-4BF2-84BA-84937F872CBF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9E0DAD-D34E-4667-8F98-3F96A17F67F0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71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918895-BC12-4CB3-8452-CFAA909E5479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0436BB-E5D8-4C09-824A-C0FCC6D481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4DD21A-233D-4081-8979-2BF76B476A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261E17-11F8-485B-B596-EF58643B9A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95BE3B-4D51-4150-B4BF-C4A2C8E060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7F2D2B-E95F-4740-A32F-925DB74625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E3B3A-F230-4004-8963-61C38ECD6F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C4177D-CFBF-49D9-98C6-0F513C8D79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47BA92-417A-4793-AA51-ABF25DBB4D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6364EC-C338-42FD-949B-3D13388744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E4D39B-0CFF-4C1F-B5AE-127ADF7624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EC55A4-AEEA-468D-9199-DD2D018890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6DA5868-5708-4712-8059-7E552F86E2B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MES SOUCIS JE LAISSE AU LOIN</a:t>
            </a:r>
          </a:p>
          <a:p>
            <a:pPr algn="ctr">
              <a:lnSpc>
                <a:spcPct val="110000"/>
              </a:lnSpc>
            </a:pP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JE ME TOURNE VERS DEMAIN</a:t>
            </a:r>
          </a:p>
          <a:p>
            <a:pPr algn="ctr">
              <a:lnSpc>
                <a:spcPct val="110000"/>
              </a:lnSpc>
            </a:pP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À TOI JE REMETS MON ÊTRE ENTIER</a:t>
            </a:r>
          </a:p>
          <a:p>
            <a:pPr algn="ctr">
              <a:lnSpc>
                <a:spcPct val="110000"/>
              </a:lnSpc>
            </a:pP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JÉSUS</a:t>
            </a:r>
          </a:p>
          <a:p>
            <a:pPr algn="ctr">
              <a:lnSpc>
                <a:spcPct val="110000"/>
              </a:lnSpc>
            </a:pP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MES MAINS SONT TENDUES VERS TOI</a:t>
            </a:r>
          </a:p>
          <a:p>
            <a:pPr algn="ctr">
              <a:lnSpc>
                <a:spcPct val="110000"/>
              </a:lnSpc>
            </a:pP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CROYANT QUE TOUT VIENT DE TOI</a:t>
            </a:r>
          </a:p>
          <a:p>
            <a:pPr algn="ctr">
              <a:lnSpc>
                <a:spcPct val="110000"/>
              </a:lnSpc>
            </a:pP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JE SAIS QUE TOUT CE QUE TU AS POUR MOI EST BON, SI BON</a:t>
            </a:r>
          </a:p>
          <a:p>
            <a:pPr algn="ctr">
              <a:lnSpc>
                <a:spcPct val="110000"/>
              </a:lnSpc>
            </a:pPr>
            <a:endParaRPr lang="fr-FR" sz="2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CAR VOICI LE JOUR QUE DIEU A FAIT</a:t>
            </a:r>
          </a:p>
          <a:p>
            <a:pPr algn="ctr">
              <a:lnSpc>
                <a:spcPct val="110000"/>
              </a:lnSpc>
            </a:pP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IL EST POUR MOI UN SUJET DE JOIE</a:t>
            </a:r>
          </a:p>
          <a:p>
            <a:pPr algn="ctr">
              <a:lnSpc>
                <a:spcPct val="110000"/>
              </a:lnSpc>
            </a:pP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VOICI LE JOUR QUE DIEU A FAIT</a:t>
            </a:r>
          </a:p>
          <a:p>
            <a:pPr algn="ctr">
              <a:lnSpc>
                <a:spcPct val="110000"/>
              </a:lnSpc>
            </a:pP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IL EST POUR MOI UN SUJET DE JOIE</a:t>
            </a:r>
          </a:p>
          <a:p>
            <a:pPr algn="ctr">
              <a:lnSpc>
                <a:spcPct val="110000"/>
              </a:lnSpc>
            </a:pP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NON JE N’AURAI PAS PEUR POUR DEMAIN</a:t>
            </a:r>
          </a:p>
          <a:p>
            <a:pPr algn="ctr">
              <a:lnSpc>
                <a:spcPct val="110000"/>
              </a:lnSpc>
            </a:pP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MON ESPÉRANCE EST EN TOI</a:t>
            </a:r>
          </a:p>
          <a:p>
            <a:pPr algn="ctr">
              <a:lnSpc>
                <a:spcPct val="110000"/>
              </a:lnSpc>
            </a:pP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VOICI LE JOUR</a:t>
            </a:r>
          </a:p>
          <a:p>
            <a:pPr algn="ctr">
              <a:lnSpc>
                <a:spcPct val="110000"/>
              </a:lnSpc>
            </a:pPr>
            <a:endParaRPr lang="fr-FR" sz="2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MES CRAINTES JE LAISSE AU LOIN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NE DOUTE PLUS DE RIEN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À TOI JE REMETS MA VOLONTÉ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JÉSUS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MES MAINS SONT TENDUES VERS TOI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CROYANT QUE TOUT VIENT DE TOI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SAIS QUE TOUT CE QUE TU AS POUR MOI EST BON, SI BON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POUR TOI SEIGNEUR JE VIVRAI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FONDÉ SUR TA VÉRITÉ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CAR VOICI LE JOUR QUE DIEU A FAIT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EST POUR MOI UN SUJET DE JOIE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VOICI LE JOUR QUE DIEU A FAIT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EST POUR MOI UN SUJET DE JOIE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NON JE N’AURAI PAS PEUR POUR DEMAIN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MES CRAINTES SONT ENTRE TES MAINS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TE SUIVRAI SUR LE CHEMIN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MON ESPÉRANCE EST EN TOI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VOICI LE JOUR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199</Words>
  <Application>Microsoft Office PowerPoint</Application>
  <PresentationFormat>On-screen Show (4:3)</PresentationFormat>
  <Paragraphs>42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  <vt:lpstr>Diapositive 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Dunamis</cp:lastModifiedBy>
  <cp:revision>61</cp:revision>
  <dcterms:created xsi:type="dcterms:W3CDTF">2002-08-17T12:16:38Z</dcterms:created>
  <dcterms:modified xsi:type="dcterms:W3CDTF">2014-05-24T10:07:36Z</dcterms:modified>
</cp:coreProperties>
</file>