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-1086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65AE96A-EFB7-46A9-8ABF-6EB2E4CA1C8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76089A-44ED-4A67-87BA-B42F0B404033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5691AA-6335-466B-BA1F-121A7E2F0A8E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06F150-1134-4F03-A079-FEB98CAE66B9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F7DC0-A37B-441F-B7CB-1DAFFE7AA0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2D2CB-9D92-4092-99D8-6C8137CABB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ADB0B-29C4-4D79-BE3D-A2E73BB422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27297-C82A-4D17-A097-BED968A478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FB991C-F015-4E55-BF40-F371DC4BCF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D24DA-89A4-4C81-92E7-DBE6411575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AF126B-6117-4E82-AD4D-5397EA4E7E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7142C-E7FC-4DE2-85E5-38E165593A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620C01-9C4D-4040-A0FD-58465D0153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2BFCA-FC4C-4ACF-BB64-7CCF9814CA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5A4A6-C24D-442A-B8AC-801A8445F8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C80965F-FE03-449C-B746-594426B61F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OUVRE LES YEUX DE MON CŒUR (PÈRE)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OUVRE LES YEUX DE MON CŒUR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DÉSIRE TE VOIR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DÉSIRE TE VOIR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OUVRE LES YEUX DE MON CŒUR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OUVRE LES YEUX DE MON CŒUR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DÉSIRE TE VOIR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DÉSIRE TE VOIR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ÉLEVÉ AU PLUS HAUT DES CIEUX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RAYONNANT DE L’ÉCLAT DE TA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RÉPANDS TON AMOUR TA FORCE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ALORS QUE NOUS CHANTONS :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« TU ES SAINT »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SAINT, TU ES SAINT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SAINT, TU ES SAINT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SAINT, TU ES SAINT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DÉSIRE TE VOIR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92</Words>
  <Application>Microsoft Office PowerPoint</Application>
  <PresentationFormat>On-screen Show (4:3)</PresentationFormat>
  <Paragraphs>25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RUTH JASOR</cp:lastModifiedBy>
  <cp:revision>62</cp:revision>
  <dcterms:created xsi:type="dcterms:W3CDTF">2002-08-17T12:16:38Z</dcterms:created>
  <dcterms:modified xsi:type="dcterms:W3CDTF">2014-05-24T15:09:54Z</dcterms:modified>
</cp:coreProperties>
</file>