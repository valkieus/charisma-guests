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63" r:id="rId4"/>
    <p:sldId id="275" r:id="rId5"/>
    <p:sldId id="264" r:id="rId6"/>
    <p:sldId id="265" r:id="rId7"/>
    <p:sldId id="285" r:id="rId8"/>
    <p:sldId id="286" r:id="rId9"/>
    <p:sldId id="266" r:id="rId10"/>
    <p:sldId id="267" r:id="rId11"/>
    <p:sldId id="277" r:id="rId12"/>
    <p:sldId id="283" r:id="rId13"/>
    <p:sldId id="284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61" autoAdjust="0"/>
    <p:restoredTop sz="90631" autoAdjust="0"/>
  </p:normalViewPr>
  <p:slideViewPr>
    <p:cSldViewPr>
      <p:cViewPr varScale="1">
        <p:scale>
          <a:sx n="41" d="100"/>
          <a:sy n="41" d="100"/>
        </p:scale>
        <p:origin x="-102" y="-7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32F38F-E102-4242-89B0-9558843CF08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B89044-F4E0-44BB-BE91-ABBE2286DDE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7AF358-4DE4-4CF8-905D-4370117038D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8B3983-86B6-4758-B13B-AC37A85C0A0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A9F3BD-2EEA-4F16-973F-C4E3044FC51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DB3D5E-3BB0-4C97-A74C-FC77960F07C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1B3C75-93EE-4F66-951F-7C39667F5B0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EA0EDD-D414-4B97-8383-E3C023A269B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31884F-1712-44C8-9275-62DFBD9699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C5605F-1BA9-4DF0-AC05-79317CC6271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DB160C-C783-46EB-840D-803F967560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D0B90C9-F158-46EB-BA74-CCCC9BF1CBE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8"/>
          <p:cNvGrpSpPr>
            <a:grpSpLocks/>
          </p:cNvGrpSpPr>
          <p:nvPr/>
        </p:nvGrpSpPr>
        <p:grpSpPr bwMode="auto">
          <a:xfrm>
            <a:off x="-285750" y="-285750"/>
            <a:ext cx="9715500" cy="1928813"/>
            <a:chOff x="-114" y="3249"/>
            <a:chExt cx="6078" cy="1071"/>
          </a:xfrm>
        </p:grpSpPr>
        <p:sp>
          <p:nvSpPr>
            <p:cNvPr id="2053" name="Rectangle 19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20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5" name="AutoShape 21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6" name="Oval 22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7" name="Oval 23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-33338" y="984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EN CE LIEU, EN CET INSTANT MÊME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EN CE LIEU, JE VIENS À TOI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492918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857250" y="-215900"/>
            <a:ext cx="7358063" cy="1828800"/>
            <a:chOff x="-114" y="3249"/>
            <a:chExt cx="6078" cy="1071"/>
          </a:xfrm>
        </p:grpSpPr>
        <p:sp>
          <p:nvSpPr>
            <p:cNvPr id="30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CE QUE J’AI TANT DÉSIRÉ 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JE PEUX LE TROUVER</a:t>
            </a:r>
          </a:p>
        </p:txBody>
      </p:sp>
      <p:sp>
        <p:nvSpPr>
          <p:cNvPr id="307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1500188" y="-285750"/>
            <a:ext cx="6215062" cy="2286000"/>
            <a:chOff x="-114" y="3249"/>
            <a:chExt cx="6078" cy="1071"/>
          </a:xfrm>
        </p:grpSpPr>
        <p:sp>
          <p:nvSpPr>
            <p:cNvPr id="410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24130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CAR TU ES ICI MÊME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EN CE LIEU</a:t>
            </a:r>
          </a:p>
        </p:txBody>
      </p:sp>
      <p:sp>
        <p:nvSpPr>
          <p:cNvPr id="4100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2430463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500063" y="-215900"/>
            <a:ext cx="8286750" cy="1828800"/>
            <a:chOff x="-114" y="3249"/>
            <a:chExt cx="6078" cy="1071"/>
          </a:xfrm>
        </p:grpSpPr>
        <p:sp>
          <p:nvSpPr>
            <p:cNvPr id="512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SA MAJESTÉ M’EST RÉVÉLÉE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LE DIEU DE TOUTE ÉTERNITÉ</a:t>
            </a:r>
          </a:p>
        </p:txBody>
      </p:sp>
      <p:sp>
        <p:nvSpPr>
          <p:cNvPr id="5124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24209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971550" y="-215900"/>
            <a:ext cx="7200900" cy="1828800"/>
            <a:chOff x="-114" y="3249"/>
            <a:chExt cx="6078" cy="1071"/>
          </a:xfrm>
        </p:grpSpPr>
        <p:sp>
          <p:nvSpPr>
            <p:cNvPr id="614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15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ROMPIT LE TEMPS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POUR ME DONNER SA VIE</a:t>
            </a:r>
          </a:p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0" y="-215900"/>
            <a:ext cx="9144000" cy="1828800"/>
            <a:chOff x="-114" y="3249"/>
            <a:chExt cx="6078" cy="1071"/>
          </a:xfrm>
        </p:grpSpPr>
        <p:sp>
          <p:nvSpPr>
            <p:cNvPr id="717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TA MAIN FORMA LES GALAXIES 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DANS MON CŒUR VIT TON ESPRIT</a:t>
            </a:r>
          </a:p>
        </p:txBody>
      </p:sp>
      <p:sp>
        <p:nvSpPr>
          <p:cNvPr id="717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060575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2"/>
          <p:cNvGrpSpPr>
            <a:grpSpLocks/>
          </p:cNvGrpSpPr>
          <p:nvPr/>
        </p:nvGrpSpPr>
        <p:grpSpPr bwMode="auto">
          <a:xfrm>
            <a:off x="428625" y="-357188"/>
            <a:ext cx="8215313" cy="1785938"/>
            <a:chOff x="-114" y="3249"/>
            <a:chExt cx="6078" cy="1071"/>
          </a:xfrm>
        </p:grpSpPr>
        <p:sp>
          <p:nvSpPr>
            <p:cNvPr id="3072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2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2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2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2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28" name="Rectangle 8"/>
          <p:cNvSpPr>
            <a:spLocks noChangeArrowheads="1"/>
          </p:cNvSpPr>
          <p:nvPr/>
        </p:nvSpPr>
        <p:spPr bwMode="auto">
          <a:xfrm>
            <a:off x="0" y="24130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AUCUN LIEU N’EST LOIN DE TOI</a:t>
            </a:r>
          </a:p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  <a:latin typeface="Franklin Gothic Medium" pitchFamily="34" charset="0"/>
            </a:endParaRPr>
          </a:p>
        </p:txBody>
      </p:sp>
      <p:sp>
        <p:nvSpPr>
          <p:cNvPr id="3072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Group 2"/>
          <p:cNvGrpSpPr>
            <a:grpSpLocks/>
          </p:cNvGrpSpPr>
          <p:nvPr/>
        </p:nvGrpSpPr>
        <p:grpSpPr bwMode="auto">
          <a:xfrm>
            <a:off x="827088" y="-357188"/>
            <a:ext cx="7559675" cy="1970088"/>
            <a:chOff x="-114" y="3249"/>
            <a:chExt cx="6078" cy="1071"/>
          </a:xfrm>
        </p:grpSpPr>
        <p:sp>
          <p:nvSpPr>
            <p:cNvPr id="3174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74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74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175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75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1752" name="Rectangle 8"/>
          <p:cNvSpPr>
            <a:spLocks noChangeArrowheads="1"/>
          </p:cNvSpPr>
          <p:nvPr/>
        </p:nvSpPr>
        <p:spPr bwMode="auto">
          <a:xfrm>
            <a:off x="0" y="95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RIEN NE POURRA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JAMAIS T’ÉLOIGNER DE MOI</a:t>
            </a:r>
          </a:p>
        </p:txBody>
      </p:sp>
      <p:sp>
        <p:nvSpPr>
          <p:cNvPr id="3175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-285750" y="-215900"/>
            <a:ext cx="9786938" cy="1828800"/>
            <a:chOff x="-114" y="3249"/>
            <a:chExt cx="6078" cy="1071"/>
          </a:xfrm>
        </p:grpSpPr>
        <p:sp>
          <p:nvSpPr>
            <p:cNvPr id="922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EN CE LIEU, EN CET INSTANT MÊME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EN CE LIEU, JE VIENS À TOI</a:t>
            </a:r>
          </a:p>
        </p:txBody>
      </p:sp>
      <p:sp>
        <p:nvSpPr>
          <p:cNvPr id="9220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827088" y="2492375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Chantez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928688" y="-428625"/>
            <a:ext cx="7429500" cy="2041525"/>
            <a:chOff x="-114" y="3249"/>
            <a:chExt cx="6078" cy="1071"/>
          </a:xfrm>
        </p:grpSpPr>
        <p:sp>
          <p:nvSpPr>
            <p:cNvPr id="1024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269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CE QUE J’AI TANT DÉSIRÉ 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JE PEUX LE TROUVER</a:t>
            </a:r>
          </a:p>
        </p:txBody>
      </p:sp>
      <p:sp>
        <p:nvSpPr>
          <p:cNvPr id="10244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Chantez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1643063" y="-500063"/>
            <a:ext cx="5786437" cy="2214563"/>
            <a:chOff x="-114" y="3249"/>
            <a:chExt cx="6078" cy="1071"/>
          </a:xfrm>
        </p:grpSpPr>
        <p:sp>
          <p:nvSpPr>
            <p:cNvPr id="1126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CAR TU ES ICI MÊME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EN CE LIEU</a:t>
            </a:r>
          </a:p>
        </p:txBody>
      </p:sp>
      <p:sp>
        <p:nvSpPr>
          <p:cNvPr id="11268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2"/>
          <p:cNvGrpSpPr>
            <a:grpSpLocks/>
          </p:cNvGrpSpPr>
          <p:nvPr/>
        </p:nvGrpSpPr>
        <p:grpSpPr bwMode="auto">
          <a:xfrm>
            <a:off x="2336800" y="-212725"/>
            <a:ext cx="4540250" cy="2057400"/>
            <a:chOff x="-114" y="3249"/>
            <a:chExt cx="6078" cy="1071"/>
          </a:xfrm>
        </p:grpSpPr>
        <p:sp>
          <p:nvSpPr>
            <p:cNvPr id="1741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741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24130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TU ES ICI MÊME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EN CE LIEU</a:t>
            </a:r>
          </a:p>
        </p:txBody>
      </p:sp>
      <p:sp>
        <p:nvSpPr>
          <p:cNvPr id="1741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/>
          <p:cNvGrpSpPr>
            <a:grpSpLocks/>
          </p:cNvGrpSpPr>
          <p:nvPr/>
        </p:nvGrpSpPr>
        <p:grpSpPr bwMode="auto">
          <a:xfrm>
            <a:off x="1979613" y="-357188"/>
            <a:ext cx="5041900" cy="2214563"/>
            <a:chOff x="-114" y="3249"/>
            <a:chExt cx="6078" cy="1071"/>
          </a:xfrm>
        </p:grpSpPr>
        <p:sp>
          <p:nvSpPr>
            <p:cNvPr id="1843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844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4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M M M M  M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M M M M  M M  M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 </a:t>
            </a:r>
          </a:p>
        </p:txBody>
      </p:sp>
      <p:sp>
        <p:nvSpPr>
          <p:cNvPr id="1843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1532</TotalTime>
  <Words>146</Words>
  <Application>Microsoft PowerPoint</Application>
  <PresentationFormat>On-screen Show (4:3)</PresentationFormat>
  <Paragraphs>38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Modèle de conception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Times New Roman</vt:lpstr>
      <vt:lpstr>Arial</vt:lpstr>
      <vt:lpstr>Calibri</vt:lpstr>
      <vt:lpstr>Franklin Gothic Medium</vt:lpstr>
      <vt:lpstr>Default Design</vt:lpstr>
      <vt:lpstr>Faites un</vt:lpstr>
      <vt:lpstr>Faites un</vt:lpstr>
      <vt:lpstr>Faites un</vt:lpstr>
      <vt:lpstr>Faites un</vt:lpstr>
      <vt:lpstr>Diapositive 5</vt:lpstr>
      <vt:lpstr>Faites un</vt:lpstr>
      <vt:lpstr>Faites un</vt:lpstr>
      <vt:lpstr>Faites un</vt:lpstr>
      <vt:lpstr>Chantez un</vt:lpstr>
      <vt:lpstr>Chantez un</vt:lpstr>
      <vt:lpstr>Faites un</vt:lpstr>
      <vt:lpstr>Faites un</vt:lpstr>
      <vt:lpstr>Faites un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NT</cp:lastModifiedBy>
  <cp:revision>41</cp:revision>
  <dcterms:created xsi:type="dcterms:W3CDTF">2002-08-17T09:53:17Z</dcterms:created>
  <dcterms:modified xsi:type="dcterms:W3CDTF">2010-11-21T15:27:10Z</dcterms:modified>
</cp:coreProperties>
</file>