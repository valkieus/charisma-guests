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74" r:id="rId3"/>
    <p:sldId id="263" r:id="rId4"/>
    <p:sldId id="275" r:id="rId5"/>
    <p:sldId id="264" r:id="rId6"/>
    <p:sldId id="265" r:id="rId7"/>
    <p:sldId id="257" r:id="rId8"/>
    <p:sldId id="266" r:id="rId9"/>
    <p:sldId id="267" r:id="rId10"/>
    <p:sldId id="277" r:id="rId11"/>
    <p:sldId id="278" r:id="rId12"/>
    <p:sldId id="282" r:id="rId13"/>
    <p:sldId id="281" r:id="rId14"/>
    <p:sldId id="280" r:id="rId15"/>
    <p:sldId id="279" r:id="rId16"/>
    <p:sldId id="283" r:id="rId17"/>
    <p:sldId id="284" r:id="rId18"/>
    <p:sldId id="285" r:id="rId19"/>
    <p:sldId id="286" r:id="rId20"/>
    <p:sldId id="287" r:id="rId21"/>
    <p:sldId id="288" r:id="rId22"/>
    <p:sldId id="290" r:id="rId23"/>
    <p:sldId id="289" r:id="rId24"/>
    <p:sldId id="291" r:id="rId25"/>
    <p:sldId id="295" r:id="rId26"/>
    <p:sldId id="294" r:id="rId27"/>
    <p:sldId id="293" r:id="rId28"/>
    <p:sldId id="292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-111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-111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-111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-111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pitchFamily="-111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pitchFamily="-111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pitchFamily="-111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pitchFamily="-111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pitchFamily="-111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5833" autoAdjust="0"/>
  </p:normalViewPr>
  <p:slideViewPr>
    <p:cSldViewPr>
      <p:cViewPr varScale="1">
        <p:scale>
          <a:sx n="48" d="100"/>
          <a:sy n="48" d="100"/>
        </p:scale>
        <p:origin x="-62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77E64697-DEE1-4627-A10A-23237D6C0CF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8F7743C4-B950-49F3-B006-8809129D8CF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24-  ELLES  S’ENFUIENT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pitchFamily="-111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pitchFamily="-111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B98D6-E931-44BB-AD01-16751CB18D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3893F-E822-433D-9927-47BFD42CF8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BF368-30FD-47D9-8747-74EC74C198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D371E-CD3B-4026-97F4-31B87162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D64682-FB9D-4796-959A-2CA56320DA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13D55F-8725-446D-BB7C-95F502BBF0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4FD64-B8F1-4E36-A531-40ED62F166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C88F12-E849-4DCF-807A-406234A46A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601D7-A125-4629-A269-835DF8DAFF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7BB4A-B868-4E59-982F-BA46417569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250E5-A30B-4960-B248-A0577BB44C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15425A28-77C7-4FB2-8918-AC76574CE6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04800" y="98425"/>
            <a:ext cx="8488363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UN CHANT S’ÉLÈVE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LES YEUX SE TOURNENT VERS TOI</a:t>
            </a: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92918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SE TOURNENT VERS TOI</a:t>
            </a:r>
          </a:p>
        </p:txBody>
      </p:sp>
      <p:sp>
        <p:nvSpPr>
          <p:cNvPr id="307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L’ESPOIR RENAÎT, LES CŒURS SOUPIRENT APRÈS TOI, OUI APRÈS TOI</a:t>
            </a:r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30463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TE VOYANT, NOUS RETROUVONS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LA FORCE DE VIVRE </a:t>
            </a:r>
          </a:p>
        </p:txBody>
      </p:sp>
      <p:sp>
        <p:nvSpPr>
          <p:cNvPr id="512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209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QUAND NOUS SOMMES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TA PRÉSENCE NOS CRAINTES FUIENT </a:t>
            </a:r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060575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ELLES  S’ENFUIENT</a:t>
            </a:r>
          </a:p>
        </p:txBody>
      </p:sp>
      <p:sp>
        <p:nvSpPr>
          <p:cNvPr id="717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060575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HOSANNA! HOSANNA!</a:t>
            </a: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060575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ES LE ROI, LE SAUVEUR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TOI LA GLOIRE ET L’HONNEUR</a:t>
            </a:r>
          </a:p>
        </p:txBody>
      </p:sp>
      <p:sp>
        <p:nvSpPr>
          <p:cNvPr id="921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492375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184150"/>
            <a:ext cx="91773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HOSANNA! HOSANNA!</a:t>
            </a:r>
          </a:p>
        </p:txBody>
      </p:sp>
      <p:sp>
        <p:nvSpPr>
          <p:cNvPr id="1024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2984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NOUS T’ACCUEILLONS PARMI NOUS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SOIS LE BIENVENU, Ô JÉSUS</a:t>
            </a:r>
          </a:p>
        </p:txBody>
      </p:sp>
      <p:sp>
        <p:nvSpPr>
          <p:cNvPr id="1126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241300"/>
            <a:ext cx="917575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ENTENDS LE SON DES CŒURS QUI REVIENNENT À TOI, REVIENNENT 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DANS TON ROYAUME, LES VIES BRISÉES SONT RESTAURÉES, SONT RESTAURÉES</a:t>
            </a:r>
          </a:p>
        </p:txBody>
      </p:sp>
      <p:sp>
        <p:nvSpPr>
          <p:cNvPr id="1331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TE VOYANT,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NOUS RETROUVONS LA FORCE DE VIVRE </a:t>
            </a:r>
          </a:p>
        </p:txBody>
      </p:sp>
      <p:sp>
        <p:nvSpPr>
          <p:cNvPr id="1433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QUAND NOUS SOMMES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TA PRÉSENCE NOS CRAINTES FUIENT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ELLES  S’ENFUIENT</a:t>
            </a:r>
          </a:p>
        </p:txBody>
      </p:sp>
      <p:sp>
        <p:nvSpPr>
          <p:cNvPr id="1638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ChangeArrowheads="1"/>
          </p:cNvSpPr>
          <p:nvPr/>
        </p:nvSpPr>
        <p:spPr bwMode="auto">
          <a:xfrm>
            <a:off x="0" y="1524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HOSANNA! HOSANNA!</a:t>
            </a:r>
          </a:p>
        </p:txBody>
      </p:sp>
      <p:sp>
        <p:nvSpPr>
          <p:cNvPr id="1741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ES LE ROI, LE SAUVEUR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TOI LA GLOIRE ET L’HONNEUR</a:t>
            </a:r>
          </a:p>
        </p:txBody>
      </p:sp>
      <p:sp>
        <p:nvSpPr>
          <p:cNvPr id="1843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HOSANNA! HOSANNA!</a:t>
            </a:r>
          </a:p>
        </p:txBody>
      </p:sp>
      <p:sp>
        <p:nvSpPr>
          <p:cNvPr id="1945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NOUS T’ACCUEILLONS PARMI NOUS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SOIS LE BIENVENU, Ô JÉSUS</a:t>
            </a:r>
          </a:p>
        </p:txBody>
      </p:sp>
      <p:sp>
        <p:nvSpPr>
          <p:cNvPr id="2048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TE VOYANT, NOUS RETROUVONS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LA FORCE DE VIVRE </a:t>
            </a:r>
          </a:p>
        </p:txBody>
      </p:sp>
      <p:sp>
        <p:nvSpPr>
          <p:cNvPr id="2150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QUAND NOUS SOMMES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TA PRÉSENCE NOS CRAINTES FUIENT</a:t>
            </a:r>
          </a:p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TE VOYANT, NOUS RETROUVONS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LA FORCE DE VIVRE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QUAND NOUS SOMMES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EN TA PRÉSENCE NOS CRAINTES FUIENT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ChangeArrowheads="1"/>
          </p:cNvSpPr>
          <p:nvPr/>
        </p:nvSpPr>
        <p:spPr bwMode="auto">
          <a:xfrm>
            <a:off x="0" y="254000"/>
            <a:ext cx="9177338" cy="96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ELLES  S’ENFUIENT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 </a:t>
            </a:r>
          </a:p>
        </p:txBody>
      </p:sp>
      <p:sp>
        <p:nvSpPr>
          <p:cNvPr id="2560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ChangeArrowheads="1"/>
          </p:cNvSpPr>
          <p:nvPr/>
        </p:nvSpPr>
        <p:spPr bwMode="auto">
          <a:xfrm>
            <a:off x="0" y="254000"/>
            <a:ext cx="9177338" cy="96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HOSANNA! HOSANNA!</a:t>
            </a:r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85813" y="3071813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ChangeArrowheads="1"/>
          </p:cNvSpPr>
          <p:nvPr/>
        </p:nvSpPr>
        <p:spPr bwMode="auto">
          <a:xfrm>
            <a:off x="0" y="307975"/>
            <a:ext cx="9177338" cy="96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ES LE ROI, LE SAUVEUR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TOI LA GLOIRE ET L’HONNEUR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/>
          <p:cNvSpPr>
            <a:spLocks noChangeArrowheads="1"/>
          </p:cNvSpPr>
          <p:nvPr/>
        </p:nvSpPr>
        <p:spPr bwMode="auto">
          <a:xfrm>
            <a:off x="0" y="254000"/>
            <a:ext cx="9177338" cy="96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HOSANNA! HOSANNA!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 </a:t>
            </a:r>
          </a:p>
        </p:txBody>
      </p:sp>
      <p:sp>
        <p:nvSpPr>
          <p:cNvPr id="2867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8"/>
          <p:cNvSpPr>
            <a:spLocks noChangeArrowheads="1"/>
          </p:cNvSpPr>
          <p:nvPr/>
        </p:nvSpPr>
        <p:spPr bwMode="auto">
          <a:xfrm>
            <a:off x="0" y="254000"/>
            <a:ext cx="9177338" cy="96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NOUS T’ACCUEILLONS PARMI NOUS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SOIS LE BIENVENU, Ô JÉSUS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 </a:t>
            </a:r>
          </a:p>
        </p:txBody>
      </p:sp>
      <p:sp>
        <p:nvSpPr>
          <p:cNvPr id="2969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3137</Words>
  <Application>Microsoft PowerPoint</Application>
  <PresentationFormat>On-screen Show (4:3)</PresentationFormat>
  <Paragraphs>2230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4" baseType="lpstr">
      <vt:lpstr>Times New Roman</vt:lpstr>
      <vt:lpstr>ＭＳ Ｐゴシック</vt:lpstr>
      <vt:lpstr>Arial</vt:lpstr>
      <vt:lpstr>Calibri</vt:lpstr>
      <vt:lpstr>Franklin Gothic Medium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cec</cp:lastModifiedBy>
  <cp:revision>45</cp:revision>
  <dcterms:created xsi:type="dcterms:W3CDTF">2002-08-17T09:53:17Z</dcterms:created>
  <dcterms:modified xsi:type="dcterms:W3CDTF">2011-07-15T20:19:09Z</dcterms:modified>
</cp:coreProperties>
</file>