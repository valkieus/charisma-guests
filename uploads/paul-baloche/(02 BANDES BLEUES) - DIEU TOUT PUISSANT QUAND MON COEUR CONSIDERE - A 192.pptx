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75" r:id="rId5"/>
    <p:sldId id="272" r:id="rId6"/>
    <p:sldId id="276" r:id="rId7"/>
    <p:sldId id="264" r:id="rId8"/>
    <p:sldId id="277" r:id="rId9"/>
    <p:sldId id="265" r:id="rId10"/>
    <p:sldId id="267" r:id="rId11"/>
    <p:sldId id="269" r:id="rId12"/>
    <p:sldId id="278" r:id="rId13"/>
    <p:sldId id="273" r:id="rId14"/>
    <p:sldId id="279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92" autoAdjust="0"/>
    <p:restoredTop sz="90929"/>
  </p:normalViewPr>
  <p:slideViewPr>
    <p:cSldViewPr>
      <p:cViewPr varScale="1">
        <p:scale>
          <a:sx n="37" d="100"/>
          <a:sy n="37" d="100"/>
        </p:scale>
        <p:origin x="-72" y="-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4569D4-3DE7-49AD-9DC7-FC04443A4E07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81BC2-0138-4605-9329-942DD1797CB6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A511A1-5EC6-4A0B-910F-14F2BBF87702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ABB505-3134-467C-B492-1B3366106B55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8434A8-640E-4E61-B5D0-B98677A28A07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7A59FF-12D9-4C37-B6E3-D0844C243BBE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397621-0970-42DD-AD04-D6737AFAAB96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C43C95-7995-48C7-BFCE-C5DCA4FCA5D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8B1A16-7D84-4384-A913-8616180459F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EBF6BC-242B-47BF-AB81-78FD527285FA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083DE-7FED-4D3E-AF38-701DD279759F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ED37D00-98F3-40A0-A462-6FE91E02C2EA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2" name="Group 24"/>
          <p:cNvGrpSpPr>
            <a:grpSpLocks/>
          </p:cNvGrpSpPr>
          <p:nvPr/>
        </p:nvGrpSpPr>
        <p:grpSpPr bwMode="auto">
          <a:xfrm>
            <a:off x="323850" y="-215900"/>
            <a:ext cx="8569325" cy="1828800"/>
            <a:chOff x="-114" y="3249"/>
            <a:chExt cx="6078" cy="1071"/>
          </a:xfrm>
        </p:grpSpPr>
        <p:sp>
          <p:nvSpPr>
            <p:cNvPr id="2073" name="Rectangle 25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74" name="AutoShape 26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75" name="AutoShape 27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76" name="Oval 28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77" name="Oval 29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DIEU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TOUT-PUISSANT</a:t>
            </a:r>
            <a:endParaRPr lang="fr-FR" sz="4000">
              <a:solidFill>
                <a:schemeClr val="bg1"/>
              </a:solidFill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QUAND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MON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CŒUR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CONSIDÈRE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endParaRPr lang="en-GB" sz="4000">
              <a:solidFill>
                <a:schemeClr val="bg1"/>
              </a:solidFill>
              <a:latin typeface="Franklin Gothic Medium" pitchFamily="34" charset="0"/>
            </a:endParaRP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2997200"/>
            <a:ext cx="7772400" cy="1143000"/>
          </a:xfrm>
        </p:spPr>
        <p:txBody>
          <a:bodyPr/>
          <a:lstStyle/>
          <a:p>
            <a:r>
              <a:rPr lang="fr-FR"/>
              <a:t>Dieu tout-psst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6" name="Group 24"/>
          <p:cNvGrpSpPr>
            <a:grpSpLocks/>
          </p:cNvGrpSpPr>
          <p:nvPr/>
        </p:nvGrpSpPr>
        <p:grpSpPr bwMode="auto">
          <a:xfrm>
            <a:off x="1476375" y="-215900"/>
            <a:ext cx="6264275" cy="1828800"/>
            <a:chOff x="-114" y="3249"/>
            <a:chExt cx="6078" cy="1071"/>
          </a:xfrm>
        </p:grpSpPr>
        <p:sp>
          <p:nvSpPr>
            <p:cNvPr id="3097" name="Rectangle 25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98" name="AutoShape 26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99" name="AutoShape 27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00" name="Oval 28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01" name="Oval 29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TOUT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L’UNIVERS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CRÉ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É </a:t>
            </a: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PAR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TON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POUVOIR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544513" y="2565400"/>
            <a:ext cx="7772400" cy="1143000"/>
          </a:xfrm>
        </p:spPr>
        <p:txBody>
          <a:bodyPr/>
          <a:lstStyle/>
          <a:p>
            <a:r>
              <a:rPr lang="fr-FR"/>
              <a:t>Tout l’univers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539750" y="-215900"/>
            <a:ext cx="8080375" cy="1828800"/>
            <a:chOff x="-114" y="3249"/>
            <a:chExt cx="6078" cy="1071"/>
          </a:xfrm>
        </p:grpSpPr>
        <p:sp>
          <p:nvSpPr>
            <p:cNvPr id="2048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CIEL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D’AZUR, LES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ÉCLAIRS </a:t>
            </a: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TONNERRE</a:t>
            </a:r>
          </a:p>
        </p:txBody>
      </p:sp>
      <p:sp>
        <p:nvSpPr>
          <p:cNvPr id="2048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22563"/>
            <a:ext cx="7772400" cy="1143000"/>
          </a:xfrm>
        </p:spPr>
        <p:txBody>
          <a:bodyPr/>
          <a:lstStyle/>
          <a:p>
            <a:r>
              <a:rPr lang="fr-FR"/>
              <a:t>Le ciel d’azur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1042988" y="-215900"/>
            <a:ext cx="7131050" cy="1828800"/>
            <a:chOff x="-114" y="3249"/>
            <a:chExt cx="6078" cy="1071"/>
          </a:xfrm>
        </p:grpSpPr>
        <p:sp>
          <p:nvSpPr>
            <p:cNvPr id="2150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0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0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CLAIR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MATIN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OU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LES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OMBRES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DU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SOIR</a:t>
            </a:r>
          </a:p>
        </p:txBody>
      </p:sp>
      <p:sp>
        <p:nvSpPr>
          <p:cNvPr id="2151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22563"/>
            <a:ext cx="7772400" cy="1143000"/>
          </a:xfrm>
        </p:spPr>
        <p:txBody>
          <a:bodyPr/>
          <a:lstStyle/>
          <a:p>
            <a:r>
              <a:rPr lang="fr-FR"/>
              <a:t>Le ciel d’azur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6" name="Group 4"/>
          <p:cNvGrpSpPr>
            <a:grpSpLocks/>
          </p:cNvGrpSpPr>
          <p:nvPr/>
        </p:nvGrpSpPr>
        <p:grpSpPr bwMode="auto">
          <a:xfrm>
            <a:off x="1187450" y="-215900"/>
            <a:ext cx="6840538" cy="1828800"/>
            <a:chOff x="-114" y="3249"/>
            <a:chExt cx="6078" cy="1071"/>
          </a:xfrm>
        </p:grpSpPr>
        <p:sp>
          <p:nvSpPr>
            <p:cNvPr id="18437" name="Rectangle 5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6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7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0" name="Oval 8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9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AINSI, MON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ÂME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CHANTE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LOUANGE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À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TO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I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81300"/>
            <a:ext cx="7772400" cy="1143000"/>
          </a:xfrm>
        </p:spPr>
        <p:txBody>
          <a:bodyPr/>
          <a:lstStyle/>
          <a:p>
            <a:r>
              <a:rPr lang="fr-FR"/>
              <a:t>Ainsi mon âme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1979613" y="-215900"/>
            <a:ext cx="5184775" cy="1828800"/>
            <a:chOff x="-114" y="3249"/>
            <a:chExt cx="6078" cy="1071"/>
          </a:xfrm>
        </p:grpSpPr>
        <p:sp>
          <p:nvSpPr>
            <p:cNvPr id="2253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TU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ES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SI GRAND  </a:t>
            </a: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TU ES SI GRAND </a:t>
            </a:r>
          </a:p>
        </p:txBody>
      </p:sp>
      <p:sp>
        <p:nvSpPr>
          <p:cNvPr id="2253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81300"/>
            <a:ext cx="7772400" cy="1143000"/>
          </a:xfrm>
        </p:spPr>
        <p:txBody>
          <a:bodyPr/>
          <a:lstStyle/>
          <a:p>
            <a:r>
              <a:rPr lang="fr-FR"/>
              <a:t>Ainsi mon âme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4" name="Group 24"/>
          <p:cNvGrpSpPr>
            <a:grpSpLocks/>
          </p:cNvGrpSpPr>
          <p:nvPr/>
        </p:nvGrpSpPr>
        <p:grpSpPr bwMode="auto">
          <a:xfrm>
            <a:off x="1116013" y="-215900"/>
            <a:ext cx="6985000" cy="1828800"/>
            <a:chOff x="-114" y="3249"/>
            <a:chExt cx="6078" cy="1071"/>
          </a:xfrm>
        </p:grpSpPr>
        <p:sp>
          <p:nvSpPr>
            <p:cNvPr id="10265" name="Rectangle 25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66" name="AutoShape 26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67" name="AutoShape 27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68" name="Oval 28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69" name="Oval 29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QUAND, PAR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LES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BOIS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OU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LA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FORÊT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PROFONDE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09888"/>
            <a:ext cx="7772400" cy="1143000"/>
          </a:xfrm>
        </p:spPr>
        <p:txBody>
          <a:bodyPr/>
          <a:lstStyle/>
          <a:p>
            <a:r>
              <a:rPr lang="fr-FR"/>
              <a:t>Quand par les bois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611188" y="-215900"/>
            <a:ext cx="7921625" cy="1828800"/>
            <a:chOff x="-114" y="3249"/>
            <a:chExt cx="6078" cy="1071"/>
          </a:xfrm>
        </p:grpSpPr>
        <p:sp>
          <p:nvSpPr>
            <p:cNvPr id="2355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J’ERRE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ET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J’ENTENDS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TOUS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LES OISEAUX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CHANTER</a:t>
            </a:r>
          </a:p>
        </p:txBody>
      </p:sp>
      <p:sp>
        <p:nvSpPr>
          <p:cNvPr id="2356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909888"/>
            <a:ext cx="7772400" cy="1143000"/>
          </a:xfrm>
        </p:spPr>
        <p:txBody>
          <a:bodyPr/>
          <a:lstStyle/>
          <a:p>
            <a:r>
              <a:rPr lang="fr-FR"/>
              <a:t>Quand par les bois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88" name="Group 24"/>
          <p:cNvGrpSpPr>
            <a:grpSpLocks/>
          </p:cNvGrpSpPr>
          <p:nvPr/>
        </p:nvGrpSpPr>
        <p:grpSpPr bwMode="auto">
          <a:xfrm>
            <a:off x="698500" y="-215900"/>
            <a:ext cx="7775575" cy="1828800"/>
            <a:chOff x="-114" y="3249"/>
            <a:chExt cx="6078" cy="1071"/>
          </a:xfrm>
        </p:grpSpPr>
        <p:sp>
          <p:nvSpPr>
            <p:cNvPr id="11289" name="Rectangle 25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90" name="AutoShape 26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91" name="AutoShape 27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92" name="Oval 28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93" name="Oval 29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QUAND, SUR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LES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MONTS</a:t>
            </a: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LA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SOURCE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AVEC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SON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ONDE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565400"/>
            <a:ext cx="7772400" cy="1143000"/>
          </a:xfrm>
        </p:spPr>
        <p:txBody>
          <a:bodyPr/>
          <a:lstStyle/>
          <a:p>
            <a:r>
              <a:rPr lang="fr-FR"/>
              <a:t>Quand sur les monts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36" name="Group 24"/>
          <p:cNvGrpSpPr>
            <a:grpSpLocks/>
          </p:cNvGrpSpPr>
          <p:nvPr/>
        </p:nvGrpSpPr>
        <p:grpSpPr bwMode="auto">
          <a:xfrm>
            <a:off x="684213" y="-215900"/>
            <a:ext cx="7775575" cy="1828800"/>
            <a:chOff x="-114" y="3249"/>
            <a:chExt cx="6078" cy="1071"/>
          </a:xfrm>
        </p:grpSpPr>
        <p:sp>
          <p:nvSpPr>
            <p:cNvPr id="13337" name="Rectangle 25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38" name="AutoShape 26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39" name="AutoShape 27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40" name="Oval 28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41" name="Oval 29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LIVRE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AU ZÉPHIR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SON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CHANT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DOUX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ET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LÉGER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3213100"/>
            <a:ext cx="7772400" cy="1143000"/>
          </a:xfrm>
        </p:spPr>
        <p:txBody>
          <a:bodyPr/>
          <a:lstStyle/>
          <a:p>
            <a:r>
              <a:rPr lang="fr-FR"/>
              <a:t>Livre au zéphir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84" name="Group 24"/>
          <p:cNvGrpSpPr>
            <a:grpSpLocks/>
          </p:cNvGrpSpPr>
          <p:nvPr/>
        </p:nvGrpSpPr>
        <p:grpSpPr bwMode="auto">
          <a:xfrm>
            <a:off x="1287463" y="-215900"/>
            <a:ext cx="6626225" cy="1828800"/>
            <a:chOff x="-114" y="3249"/>
            <a:chExt cx="6078" cy="1071"/>
          </a:xfrm>
        </p:grpSpPr>
        <p:sp>
          <p:nvSpPr>
            <p:cNvPr id="15385" name="Rectangle 25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86" name="AutoShape 26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87" name="AutoShape 27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88" name="Oval 28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89" name="Oval 29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MAIS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QUAND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JE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SONGE </a:t>
            </a: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Ô SUBLIME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MYSTÈRE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924175"/>
            <a:ext cx="7772400" cy="1143000"/>
          </a:xfrm>
        </p:spPr>
        <p:txBody>
          <a:bodyPr/>
          <a:lstStyle/>
          <a:p>
            <a:r>
              <a:rPr lang="fr-FR"/>
              <a:t>Mais quand je songe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1403350" y="-215900"/>
            <a:ext cx="6337300" cy="1828800"/>
            <a:chOff x="-114" y="3249"/>
            <a:chExt cx="6078" cy="1071"/>
          </a:xfrm>
        </p:grpSpPr>
        <p:sp>
          <p:nvSpPr>
            <p:cNvPr id="2457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QU’UN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DIEU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SI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GRAND </a:t>
            </a: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AIT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PU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PENSER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À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MO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I</a:t>
            </a:r>
            <a:endParaRPr lang="en-GB" sz="4000">
              <a:solidFill>
                <a:schemeClr val="bg1"/>
              </a:solidFill>
              <a:latin typeface="Franklin Gothic Medium" pitchFamily="34" charset="0"/>
            </a:endParaRPr>
          </a:p>
        </p:txBody>
      </p:sp>
      <p:sp>
        <p:nvSpPr>
          <p:cNvPr id="2458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924175"/>
            <a:ext cx="7772400" cy="1143000"/>
          </a:xfrm>
        </p:spPr>
        <p:txBody>
          <a:bodyPr/>
          <a:lstStyle/>
          <a:p>
            <a:r>
              <a:rPr lang="fr-FR"/>
              <a:t>Mais quand je songe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60" name="Group 4"/>
          <p:cNvGrpSpPr>
            <a:grpSpLocks/>
          </p:cNvGrpSpPr>
          <p:nvPr/>
        </p:nvGrpSpPr>
        <p:grpSpPr bwMode="auto">
          <a:xfrm>
            <a:off x="1101725" y="-215900"/>
            <a:ext cx="6985000" cy="1828800"/>
            <a:chOff x="-114" y="3249"/>
            <a:chExt cx="6078" cy="1071"/>
          </a:xfrm>
        </p:grpSpPr>
        <p:sp>
          <p:nvSpPr>
            <p:cNvPr id="19461" name="Rectangle 5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6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AutoShape 7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4" name="Oval 8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5" name="Oval 9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QUE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SON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CHER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FILS </a:t>
            </a: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EST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DEVENU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MON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FRÈRE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881313"/>
            <a:ext cx="7772400" cy="1143000"/>
          </a:xfrm>
        </p:spPr>
        <p:txBody>
          <a:bodyPr/>
          <a:lstStyle/>
          <a:p>
            <a:r>
              <a:rPr lang="fr-FR"/>
              <a:t>Que son cher fils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900113" y="-215900"/>
            <a:ext cx="7343775" cy="1828800"/>
            <a:chOff x="-114" y="3249"/>
            <a:chExt cx="6078" cy="1071"/>
          </a:xfrm>
        </p:grpSpPr>
        <p:sp>
          <p:nvSpPr>
            <p:cNvPr id="2560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ET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QUE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JE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SUIS</a:t>
            </a:r>
            <a:endParaRPr lang="fr-FR" sz="4000">
              <a:solidFill>
                <a:schemeClr val="bg1"/>
              </a:solidFill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L’HÉRITIER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DU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GRAND</a:t>
            </a: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</a:t>
            </a: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ROI</a:t>
            </a:r>
          </a:p>
        </p:txBody>
      </p:sp>
      <p:sp>
        <p:nvSpPr>
          <p:cNvPr id="2560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881313"/>
            <a:ext cx="7772400" cy="1143000"/>
          </a:xfrm>
        </p:spPr>
        <p:txBody>
          <a:bodyPr/>
          <a:lstStyle/>
          <a:p>
            <a:r>
              <a:rPr lang="fr-FR"/>
              <a:t>Que son cher fils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156</Words>
  <Application>Microsoft PowerPoint</Application>
  <PresentationFormat>On-screen Show (4:3)</PresentationFormat>
  <Paragraphs>42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Times New Roman</vt:lpstr>
      <vt:lpstr>Franklin Gothic Medium</vt:lpstr>
      <vt:lpstr>Default Design</vt:lpstr>
      <vt:lpstr>Dieu tout-psst</vt:lpstr>
      <vt:lpstr>Tout l’univers</vt:lpstr>
      <vt:lpstr>Le ciel d’azur</vt:lpstr>
      <vt:lpstr>Le ciel d’azur</vt:lpstr>
      <vt:lpstr>Ainsi mon âme</vt:lpstr>
      <vt:lpstr>Ainsi mon âme</vt:lpstr>
      <vt:lpstr>Quand par les bois</vt:lpstr>
      <vt:lpstr>Quand par les bois</vt:lpstr>
      <vt:lpstr>Quand sur les monts</vt:lpstr>
      <vt:lpstr>Livre au zéphir</vt:lpstr>
      <vt:lpstr>Mais quand je songe</vt:lpstr>
      <vt:lpstr>Mais quand je songe</vt:lpstr>
      <vt:lpstr>Que son cher fils</vt:lpstr>
      <vt:lpstr>Que son cher fils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43</cp:revision>
  <dcterms:created xsi:type="dcterms:W3CDTF">2002-08-17T09:59:54Z</dcterms:created>
  <dcterms:modified xsi:type="dcterms:W3CDTF">2009-11-16T21:22:37Z</dcterms:modified>
</cp:coreProperties>
</file>