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62077" autoAdjust="0"/>
  </p:normalViewPr>
  <p:slideViewPr>
    <p:cSldViewPr>
      <p:cViewPr>
        <p:scale>
          <a:sx n="40" d="100"/>
          <a:sy n="40" d="100"/>
        </p:scale>
        <p:origin x="-2496" y="-4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7658D57-D98F-41B3-8732-C5F8F58EA86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47E42D2-4EAC-4272-8F75-25C75660855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 TOI, LES HUMBLES SONT BÉNIS EN TOI, LES FAIBLES SONT AFFERMIS</a:t>
            </a:r>
            <a:br>
              <a:rPr lang="fr-FR" smtClean="0"/>
            </a:br>
            <a:r>
              <a:rPr lang="fr-FR" smtClean="0"/>
              <a:t>2-  LES CŒURS BRISÉS TU RÉTABLIS DONNANT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AMOUR QUI PEUT LIBÉRER CET AMOUR QUI PEUT RESTAURER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APPELLE PAR NOTRE NOM TU NOUS APPELLES PAR NOTRE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 DIEU QUI CRÉA TOUT L'UNIVERS CE DIEU QUI VINT MOURIR AU CALVAIRE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NOUS APPELLE PAR NOTRE NOM TU NOUS APPELLES PAR NOTRE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À CEUX QUI DOUTENT DANS LA FOI AUX CHANCELANTS, TU TENDS LES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LES APPELLES DE TA VOIX VENEZ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DE TA VOIX, DE TA VOIX TU NOUS APPELLES À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TOI, LES HUMBLES SONT BÉNIS EN TOI, LES FAIBLES SONT AFFERMIS</a:t>
            </a:r>
            <a:br>
              <a:rPr lang="fr-FR" smtClean="0"/>
            </a:br>
            <a:r>
              <a:rPr lang="fr-FR" smtClean="0"/>
              <a:t>2-  LES CŒURS BRISÉS TU RÉTABLIS DONNANT LA VIE</a:t>
            </a:r>
          </a:p>
          <a:p>
            <a:endParaRPr lang="fr-FR" smtClean="0"/>
          </a:p>
          <a:p>
            <a:r>
              <a:rPr lang="fr-FR" smtClean="0"/>
              <a:t>3-  CET AMOUR QUI PEUT LIBÉRER CET AMOUR QUI PEUT RESTAURER</a:t>
            </a:r>
          </a:p>
          <a:p>
            <a:r>
              <a:rPr lang="fr-FR" smtClean="0"/>
              <a:t>4-  NOUS APPELLE PAR NOTRE NOM TU NOUS APPELLES PAR NOTRE NOM</a:t>
            </a:r>
          </a:p>
          <a:p>
            <a:endParaRPr lang="fr-FR" smtClean="0"/>
          </a:p>
          <a:p>
            <a:r>
              <a:rPr lang="fr-FR" smtClean="0"/>
              <a:t>5-  CE DIEU QUI CRÉA TOUT L'UNIVERS CE DIEU QUI VINT MOURIR AU CALVAIRE</a:t>
            </a:r>
          </a:p>
          <a:p>
            <a:r>
              <a:rPr lang="fr-FR" smtClean="0"/>
              <a:t>6-  NOUS APPELLE PAR NOTRE NOM TU NOUS APPELLES PAR NOTRE NOM</a:t>
            </a:r>
          </a:p>
          <a:p>
            <a:endParaRPr lang="fr-FR" smtClean="0"/>
          </a:p>
          <a:p>
            <a:r>
              <a:rPr lang="fr-FR" smtClean="0"/>
              <a:t>7-  À CEUX QUI DOUTENT DANS LA FOI AUX CHANCELANTS, TU TENDS LES BRAS</a:t>
            </a:r>
          </a:p>
          <a:p>
            <a:r>
              <a:rPr lang="fr-FR" smtClean="0"/>
              <a:t>8-  TU LES APPELLES DE TA VOIX VENEZ À MOI</a:t>
            </a:r>
          </a:p>
          <a:p>
            <a:endParaRPr lang="fr-FR" smtClean="0"/>
          </a:p>
          <a:p>
            <a:r>
              <a:rPr lang="fr-FR" smtClean="0"/>
              <a:t>9-  DE TA VOIX, DE TA VOIX TU NOUS APPELLES À LA CROIX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 TOI, LES HUMBLES SONT BÉNIS EN TOI, LES FAIBLES SONT AFFERMIS</a:t>
            </a:r>
            <a:br>
              <a:rPr lang="fr-FR" smtClean="0"/>
            </a:br>
            <a:r>
              <a:rPr lang="fr-FR" smtClean="0"/>
              <a:t>2-  LES CŒURS BRISÉS TU RÉTABLIS DONNANT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AMOUR QUI PEUT LIBÉRER CET AMOUR QUI PEUT RESTAURER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APPELLE PAR NOTRE NOM TU NOUS APPELLES PAR NOTRE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 DIEU QUI CRÉA TOUT L'UNIVERS CE DIEU QUI VINT MOURIR AU CALVAIRE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NOUS APPELLE PAR NOTRE NOM TU NOUS APPELLES PAR NOTRE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À CEUX QUI DOUTENT DANS LA FOI AUX CHANCELANTS, TU TENDS LES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LES APPELLES DE TA VOIX VENEZ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DE TA VOIX, DE TA VOIX TU NOUS APPELLES À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TOI, LES HUMBLES SONT BÉNIS EN TOI, LES FAIBLES SONT AFFERMIS</a:t>
            </a:r>
            <a:br>
              <a:rPr lang="fr-FR" smtClean="0"/>
            </a:br>
            <a:r>
              <a:rPr lang="fr-FR" smtClean="0"/>
              <a:t>2-  LES CŒURS BRISÉS TU RÉTABLIS DONNANT LA VIE</a:t>
            </a:r>
          </a:p>
          <a:p>
            <a:endParaRPr lang="fr-FR" smtClean="0"/>
          </a:p>
          <a:p>
            <a:r>
              <a:rPr lang="fr-FR" smtClean="0"/>
              <a:t>3-  CET AMOUR QUI PEUT LIBÉRER CET AMOUR QUI PEUT RESTAURER</a:t>
            </a:r>
          </a:p>
          <a:p>
            <a:r>
              <a:rPr lang="fr-FR" smtClean="0"/>
              <a:t>4-  NOUS APPELLE PAR NOTRE NOM TU NOUS APPELLES PAR NOTRE NOM</a:t>
            </a:r>
          </a:p>
          <a:p>
            <a:endParaRPr lang="fr-FR" smtClean="0"/>
          </a:p>
          <a:p>
            <a:r>
              <a:rPr lang="fr-FR" smtClean="0"/>
              <a:t>5-  CE DIEU QUI CRÉA TOUT L'UNIVERS CE DIEU QUI VINT MOURIR AU CALVAIRE</a:t>
            </a:r>
          </a:p>
          <a:p>
            <a:r>
              <a:rPr lang="fr-FR" smtClean="0"/>
              <a:t>6-  NOUS APPELLE PAR NOTRE NOM TU NOUS APPELLES PAR NOTRE NOM</a:t>
            </a:r>
          </a:p>
          <a:p>
            <a:endParaRPr lang="fr-FR" smtClean="0"/>
          </a:p>
          <a:p>
            <a:r>
              <a:rPr lang="fr-FR" smtClean="0"/>
              <a:t>7-  À CEUX QUI DOUTENT DANS LA FOI AUX CHANCELANTS, TU TENDS LES BRAS</a:t>
            </a:r>
          </a:p>
          <a:p>
            <a:r>
              <a:rPr lang="fr-FR" smtClean="0"/>
              <a:t>8-  TU LES APPELLES DE TA VOIX VENEZ À MOI</a:t>
            </a:r>
          </a:p>
          <a:p>
            <a:endParaRPr lang="fr-FR" smtClean="0"/>
          </a:p>
          <a:p>
            <a:r>
              <a:rPr lang="fr-FR" smtClean="0"/>
              <a:t>9-  DE TA VOIX, DE TA VOIX TU NOUS APPELLES À LA CROIX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 TOI, LES HUMBLES SONT BÉNIS EN TOI, LES FAIBLES SONT AFFERMIS</a:t>
            </a:r>
            <a:br>
              <a:rPr lang="fr-FR" smtClean="0"/>
            </a:br>
            <a:r>
              <a:rPr lang="fr-FR" smtClean="0"/>
              <a:t>2-  LES CŒURS BRISÉS TU RÉTABLIS DONNANT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AMOUR QUI PEUT LIBÉRER CET AMOUR QUI PEUT RESTAURER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APPELLE PAR NOTRE NOM TU NOUS APPELLES PAR NOTRE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 DIEU QUI CRÉA TOUT L'UNIVERS CE DIEU QUI VINT MOURIR AU CALVAIRE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NOUS APPELLE PAR NOTRE NOM TU NOUS APPELLES PAR NOTRE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À CEUX QUI DOUTENT DANS LA FOI AUX CHANCELANTS, TU TENDS LES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LES APPELLES DE TA VOIX VENEZ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DE TA VOIX, DE TA VOIX TU NOUS APPELLES À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TOI, LES HUMBLES SONT BÉNIS EN TOI, LES FAIBLES SONT AFFERMIS</a:t>
            </a:r>
            <a:br>
              <a:rPr lang="fr-FR" smtClean="0"/>
            </a:br>
            <a:r>
              <a:rPr lang="fr-FR" smtClean="0"/>
              <a:t>2-  LES CŒURS BRISÉS TU RÉTABLIS DONNANT LA VIE</a:t>
            </a:r>
          </a:p>
          <a:p>
            <a:endParaRPr lang="fr-FR" smtClean="0"/>
          </a:p>
          <a:p>
            <a:r>
              <a:rPr lang="fr-FR" smtClean="0"/>
              <a:t>3-  CET AMOUR QUI PEUT LIBÉRER CET AMOUR QUI PEUT RESTAURER</a:t>
            </a:r>
          </a:p>
          <a:p>
            <a:r>
              <a:rPr lang="fr-FR" smtClean="0"/>
              <a:t>4-  NOUS APPELLE PAR NOTRE NOM TU NOUS APPELLES PAR NOTRE NOM</a:t>
            </a:r>
          </a:p>
          <a:p>
            <a:endParaRPr lang="fr-FR" smtClean="0"/>
          </a:p>
          <a:p>
            <a:r>
              <a:rPr lang="fr-FR" smtClean="0"/>
              <a:t>5-  CE DIEU QUI CRÉA TOUT L'UNIVERS CE DIEU QUI VINT MOURIR AU CALVAIRE</a:t>
            </a:r>
          </a:p>
          <a:p>
            <a:r>
              <a:rPr lang="fr-FR" smtClean="0"/>
              <a:t>6-  NOUS APPELLE PAR NOTRE NOM TU NOUS APPELLES PAR NOTRE NOM</a:t>
            </a:r>
          </a:p>
          <a:p>
            <a:endParaRPr lang="fr-FR" smtClean="0"/>
          </a:p>
          <a:p>
            <a:r>
              <a:rPr lang="fr-FR" smtClean="0"/>
              <a:t>7-  À CEUX QUI DOUTENT DANS LA FOI AUX CHANCELANTS, TU TENDS LES BRAS</a:t>
            </a:r>
          </a:p>
          <a:p>
            <a:r>
              <a:rPr lang="fr-FR" smtClean="0"/>
              <a:t>8-  TU LES APPELLES DE TA VOIX VENEZ À MOI</a:t>
            </a:r>
          </a:p>
          <a:p>
            <a:endParaRPr lang="fr-FR" smtClean="0"/>
          </a:p>
          <a:p>
            <a:r>
              <a:rPr lang="fr-FR" smtClean="0"/>
              <a:t>9-  DE TA VOIX, DE TA VOIX TU NOUS APPELLES À LA CROIX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 TOI, LES HUMBLES SONT BÉNIS EN TOI, LES FAIBLES SONT AFFERMIS</a:t>
            </a:r>
            <a:br>
              <a:rPr lang="fr-FR" smtClean="0"/>
            </a:br>
            <a:r>
              <a:rPr lang="fr-FR" smtClean="0"/>
              <a:t>2-  LES CŒURS BRISÉS TU RÉTABLIS DONNANT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AMOUR QUI PEUT LIBÉRER CET AMOUR QUI PEUT RESTAURER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APPELLE PAR NOTRE NOM TU NOUS APPELLES PAR NOTRE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 DIEU QUI CRÉA TOUT L'UNIVERS CE DIEU QUI VINT MOURIR AU CALVAIRE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NOUS APPELLE PAR NOTRE NOM TU NOUS APPELLES PAR NOTRE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À CEUX QUI DOUTENT DANS LA FOI AUX CHANCELANTS, TU TENDS LES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LES APPELLES DE TA VOIX VENEZ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DE TA VOIX, DE TA VOIX TU NOUS APPELLES À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TOI, LES HUMBLES SONT BÉNIS EN TOI, LES FAIBLES SONT AFFERMIS</a:t>
            </a:r>
            <a:br>
              <a:rPr lang="fr-FR" smtClean="0"/>
            </a:br>
            <a:r>
              <a:rPr lang="fr-FR" smtClean="0"/>
              <a:t>2-  LES CŒURS BRISÉS TU RÉTABLIS DONNANT LA VIE</a:t>
            </a:r>
          </a:p>
          <a:p>
            <a:endParaRPr lang="fr-FR" smtClean="0"/>
          </a:p>
          <a:p>
            <a:r>
              <a:rPr lang="fr-FR" smtClean="0"/>
              <a:t>3-  CET AMOUR QUI PEUT LIBÉRER CET AMOUR QUI PEUT RESTAURER</a:t>
            </a:r>
          </a:p>
          <a:p>
            <a:r>
              <a:rPr lang="fr-FR" smtClean="0"/>
              <a:t>4-  NOUS APPELLE PAR NOTRE NOM TU NOUS APPELLES PAR NOTRE NOM</a:t>
            </a:r>
          </a:p>
          <a:p>
            <a:endParaRPr lang="fr-FR" smtClean="0"/>
          </a:p>
          <a:p>
            <a:r>
              <a:rPr lang="fr-FR" smtClean="0"/>
              <a:t>5-  CE DIEU QUI CRÉA TOUT L'UNIVERS CE DIEU QUI VINT MOURIR AU CALVAIRE</a:t>
            </a:r>
          </a:p>
          <a:p>
            <a:r>
              <a:rPr lang="fr-FR" smtClean="0"/>
              <a:t>6-  NOUS APPELLE PAR NOTRE NOM TU NOUS APPELLES PAR NOTRE NOM</a:t>
            </a:r>
          </a:p>
          <a:p>
            <a:endParaRPr lang="fr-FR" smtClean="0"/>
          </a:p>
          <a:p>
            <a:r>
              <a:rPr lang="fr-FR" smtClean="0"/>
              <a:t>7-  À CEUX QUI DOUTENT DANS LA FOI AUX CHANCELANTS, TU TENDS LES BRAS</a:t>
            </a:r>
          </a:p>
          <a:p>
            <a:r>
              <a:rPr lang="fr-FR" smtClean="0"/>
              <a:t>8-  TU LES APPELLES DE TA VOIX VENEZ À MOI</a:t>
            </a:r>
          </a:p>
          <a:p>
            <a:endParaRPr lang="fr-FR" smtClean="0"/>
          </a:p>
          <a:p>
            <a:r>
              <a:rPr lang="fr-FR" smtClean="0"/>
              <a:t>9-  DE TA VOIX, DE TA VOIX TU NOUS APPELLES À LA CROIX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 TOI, LES HUMBLES SONT BÉNIS EN TOI, LES FAIBLES SONT AFFERMIS</a:t>
            </a:r>
            <a:br>
              <a:rPr lang="fr-FR" smtClean="0"/>
            </a:br>
            <a:r>
              <a:rPr lang="fr-FR" smtClean="0"/>
              <a:t>2-  LES CŒURS BRISÉS TU RÉTABLIS DONNANT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AMOUR QUI PEUT LIBÉRER CET AMOUR QUI PEUT RESTAURER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APPELLE PAR NOTRE NOM TU NOUS APPELLES PAR NOTRE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 DIEU QUI CRÉA TOUT L'UNIVERS CE DIEU QUI VINT MOURIR AU CALVAIRE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NOUS APPELLE PAR NOTRE NOM TU NOUS APPELLES PAR NOTRE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À CEUX QUI DOUTENT DANS LA FOI AUX CHANCELANTS, TU TENDS LES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LES APPELLES DE TA VOIX VENEZ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DE TA VOIX, DE TA VOIX TU NOUS APPELLES À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TOI, LES HUMBLES SONT BÉNIS EN TOI, LES FAIBLES SONT AFFERMIS</a:t>
            </a:r>
            <a:br>
              <a:rPr lang="fr-FR" smtClean="0"/>
            </a:br>
            <a:r>
              <a:rPr lang="fr-FR" smtClean="0"/>
              <a:t>2-  LES CŒURS BRISÉS TU RÉTABLIS DONNANT LA VIE</a:t>
            </a:r>
          </a:p>
          <a:p>
            <a:endParaRPr lang="fr-FR" smtClean="0"/>
          </a:p>
          <a:p>
            <a:r>
              <a:rPr lang="fr-FR" smtClean="0"/>
              <a:t>3-  CET AMOUR QUI PEUT LIBÉRER CET AMOUR QUI PEUT RESTAURER</a:t>
            </a:r>
          </a:p>
          <a:p>
            <a:r>
              <a:rPr lang="fr-FR" smtClean="0"/>
              <a:t>4-  NOUS APPELLE PAR NOTRE NOM TU NOUS APPELLES PAR NOTRE NOM</a:t>
            </a:r>
          </a:p>
          <a:p>
            <a:endParaRPr lang="fr-FR" smtClean="0"/>
          </a:p>
          <a:p>
            <a:r>
              <a:rPr lang="fr-FR" smtClean="0"/>
              <a:t>5-  CE DIEU QUI CRÉA TOUT L'UNIVERS CE DIEU QUI VINT MOURIR AU CALVAIRE</a:t>
            </a:r>
          </a:p>
          <a:p>
            <a:r>
              <a:rPr lang="fr-FR" smtClean="0"/>
              <a:t>6-  NOUS APPELLE PAR NOTRE NOM TU NOUS APPELLES PAR NOTRE NOM</a:t>
            </a:r>
          </a:p>
          <a:p>
            <a:endParaRPr lang="fr-FR" smtClean="0"/>
          </a:p>
          <a:p>
            <a:r>
              <a:rPr lang="fr-FR" smtClean="0"/>
              <a:t>7-  À CEUX QUI DOUTENT DANS LA FOI AUX CHANCELANTS, TU TENDS LES BRAS</a:t>
            </a:r>
          </a:p>
          <a:p>
            <a:r>
              <a:rPr lang="fr-FR" smtClean="0"/>
              <a:t>8-  TU LES APPELLES DE TA VOIX VENEZ À MOI</a:t>
            </a:r>
          </a:p>
          <a:p>
            <a:endParaRPr lang="fr-FR" smtClean="0"/>
          </a:p>
          <a:p>
            <a:r>
              <a:rPr lang="fr-FR" smtClean="0"/>
              <a:t>9-  DE TA VOIX, DE TA VOIX TU NOUS APPELLES À LA CROIX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 TOI, LES HUMBLES SONT BÉNIS EN TOI, LES FAIBLES SONT AFFERMIS</a:t>
            </a:r>
            <a:br>
              <a:rPr lang="fr-FR" smtClean="0"/>
            </a:br>
            <a:r>
              <a:rPr lang="fr-FR" smtClean="0"/>
              <a:t>2-  LES CŒURS BRISÉS TU RÉTABLIS DONNANT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AMOUR QUI PEUT LIBÉRER CET AMOUR QUI PEUT RESTAURER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APPELLE PAR NOTRE NOM TU NOUS APPELLES PAR NOTRE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 DIEU QUI CRÉA TOUT L'UNIVERS CE DIEU QUI VINT MOURIR AU CALVAIRE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NOUS APPELLE PAR NOTRE NOM TU NOUS APPELLES PAR NOTRE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À CEUX QUI DOUTENT DANS LA FOI AUX CHANCELANTS, TU TENDS LES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LES APPELLES DE TA VOIX VENEZ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DE TA VOIX, DE TA VOIX TU NOUS APPELLES À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TOI, LES HUMBLES SONT BÉNIS EN TOI, LES FAIBLES SONT AFFERMIS</a:t>
            </a:r>
            <a:br>
              <a:rPr lang="fr-FR" smtClean="0"/>
            </a:br>
            <a:r>
              <a:rPr lang="fr-FR" smtClean="0"/>
              <a:t>2-  LES CŒURS BRISÉS TU RÉTABLIS DONNANT LA VIE</a:t>
            </a:r>
          </a:p>
          <a:p>
            <a:endParaRPr lang="fr-FR" smtClean="0"/>
          </a:p>
          <a:p>
            <a:r>
              <a:rPr lang="fr-FR" smtClean="0"/>
              <a:t>3-  CET AMOUR QUI PEUT LIBÉRER CET AMOUR QUI PEUT RESTAURER</a:t>
            </a:r>
          </a:p>
          <a:p>
            <a:r>
              <a:rPr lang="fr-FR" smtClean="0"/>
              <a:t>4-  NOUS APPELLE PAR NOTRE NOM TU NOUS APPELLES PAR NOTRE NOM</a:t>
            </a:r>
          </a:p>
          <a:p>
            <a:endParaRPr lang="fr-FR" smtClean="0"/>
          </a:p>
          <a:p>
            <a:r>
              <a:rPr lang="fr-FR" smtClean="0"/>
              <a:t>5-  CE DIEU QUI CRÉA TOUT L'UNIVERS CE DIEU QUI VINT MOURIR AU CALVAIRE</a:t>
            </a:r>
          </a:p>
          <a:p>
            <a:r>
              <a:rPr lang="fr-FR" smtClean="0"/>
              <a:t>6-  NOUS APPELLE PAR NOTRE NOM TU NOUS APPELLES PAR NOTRE NOM</a:t>
            </a:r>
          </a:p>
          <a:p>
            <a:endParaRPr lang="fr-FR" smtClean="0"/>
          </a:p>
          <a:p>
            <a:r>
              <a:rPr lang="fr-FR" smtClean="0"/>
              <a:t>7-  À CEUX QUI DOUTENT DANS LA FOI AUX CHANCELANTS, TU TENDS LES BRAS</a:t>
            </a:r>
          </a:p>
          <a:p>
            <a:r>
              <a:rPr lang="fr-FR" smtClean="0"/>
              <a:t>8-  TU LES APPELLES DE TA VOIX VENEZ À MOI</a:t>
            </a:r>
          </a:p>
          <a:p>
            <a:endParaRPr lang="fr-FR" smtClean="0"/>
          </a:p>
          <a:p>
            <a:r>
              <a:rPr lang="fr-FR" smtClean="0"/>
              <a:t>9-  DE TA VOIX, DE TA VOIX TU NOUS APPELLES À LA CROIX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 TOI, LES HUMBLES SONT BÉNIS EN TOI, LES FAIBLES SONT AFFERMIS</a:t>
            </a:r>
            <a:br>
              <a:rPr lang="fr-FR" smtClean="0"/>
            </a:br>
            <a:r>
              <a:rPr lang="fr-FR" smtClean="0"/>
              <a:t>2-  LES CŒURS BRISÉS TU RÉTABLIS DONNANT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AMOUR QUI PEUT LIBÉRER CET AMOUR QUI PEUT RESTAURER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APPELLE PAR NOTRE NOM TU NOUS APPELLES PAR NOTRE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 DIEU QUI CRÉA TOUT L'UNIVERS CE DIEU QUI VINT MOURIR AU CALVAIRE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NOUS APPELLE PAR NOTRE NOM TU NOUS APPELLES PAR NOTRE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À CEUX QUI DOUTENT DANS LA FOI AUX CHANCELANTS, TU TENDS LES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LES APPELLES DE TA VOIX VENEZ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DE TA VOIX, DE TA VOIX TU NOUS APPELLES À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TOI, LES HUMBLES SONT BÉNIS EN TOI, LES FAIBLES SONT AFFERMIS</a:t>
            </a:r>
            <a:br>
              <a:rPr lang="fr-FR" smtClean="0"/>
            </a:br>
            <a:r>
              <a:rPr lang="fr-FR" smtClean="0"/>
              <a:t>2-  LES CŒURS BRISÉS TU RÉTABLIS DONNANT LA VIE</a:t>
            </a:r>
          </a:p>
          <a:p>
            <a:endParaRPr lang="fr-FR" smtClean="0"/>
          </a:p>
          <a:p>
            <a:r>
              <a:rPr lang="fr-FR" smtClean="0"/>
              <a:t>3-  CET AMOUR QUI PEUT LIBÉRER CET AMOUR QUI PEUT RESTAURER</a:t>
            </a:r>
          </a:p>
          <a:p>
            <a:r>
              <a:rPr lang="fr-FR" smtClean="0"/>
              <a:t>4-  NOUS APPELLE PAR NOTRE NOM TU NOUS APPELLES PAR NOTRE NOM</a:t>
            </a:r>
          </a:p>
          <a:p>
            <a:endParaRPr lang="fr-FR" smtClean="0"/>
          </a:p>
          <a:p>
            <a:r>
              <a:rPr lang="fr-FR" smtClean="0"/>
              <a:t>5-  CE DIEU QUI CRÉA TOUT L'UNIVERS CE DIEU QUI VINT MOURIR AU CALVAIRE</a:t>
            </a:r>
          </a:p>
          <a:p>
            <a:r>
              <a:rPr lang="fr-FR" smtClean="0"/>
              <a:t>6-  NOUS APPELLE PAR NOTRE NOM TU NOUS APPELLES PAR NOTRE NOM</a:t>
            </a:r>
          </a:p>
          <a:p>
            <a:endParaRPr lang="fr-FR" smtClean="0"/>
          </a:p>
          <a:p>
            <a:r>
              <a:rPr lang="fr-FR" smtClean="0"/>
              <a:t>7-  À CEUX QUI DOUTENT DANS LA FOI AUX CHANCELANTS, TU TENDS LES BRAS</a:t>
            </a:r>
          </a:p>
          <a:p>
            <a:r>
              <a:rPr lang="fr-FR" smtClean="0"/>
              <a:t>8-  TU LES APPELLES DE TA VOIX VENEZ À MOI</a:t>
            </a:r>
          </a:p>
          <a:p>
            <a:endParaRPr lang="fr-FR" smtClean="0"/>
          </a:p>
          <a:p>
            <a:r>
              <a:rPr lang="fr-FR" smtClean="0"/>
              <a:t>9-  DE TA VOIX, DE TA VOIX TU NOUS APPELLES À LA CROIX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 TOI, LES HUMBLES SONT BÉNIS EN TOI, LES FAIBLES SONT AFFERMIS</a:t>
            </a:r>
            <a:br>
              <a:rPr lang="fr-FR" smtClean="0"/>
            </a:br>
            <a:r>
              <a:rPr lang="fr-FR" smtClean="0"/>
              <a:t>2-  LES CŒURS BRISÉS TU RÉTABLIS DONNANT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AMOUR QUI PEUT LIBÉRER CET AMOUR QUI PEUT RESTAURER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APPELLE PAR NOTRE NOM TU NOUS APPELLES PAR NOTRE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 DIEU QUI CRÉA TOUT L'UNIVERS CE DIEU QUI VINT MOURIR AU CALVAIRE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NOUS APPELLE PAR NOTRE NOM TU NOUS APPELLES PAR NOTRE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À CEUX QUI DOUTENT DANS LA FOI AUX CHANCELANTS, TU TENDS LES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LES APPELLES DE TA VOIX VENEZ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DE TA VOIX, DE TA VOIX TU NOUS APPELLES À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TOI, LES HUMBLES SONT BÉNIS EN TOI, LES FAIBLES SONT AFFERMIS</a:t>
            </a:r>
            <a:br>
              <a:rPr lang="fr-FR" smtClean="0"/>
            </a:br>
            <a:r>
              <a:rPr lang="fr-FR" smtClean="0"/>
              <a:t>2-  LES CŒURS BRISÉS TU RÉTABLIS DONNANT LA VIE</a:t>
            </a:r>
          </a:p>
          <a:p>
            <a:endParaRPr lang="fr-FR" smtClean="0"/>
          </a:p>
          <a:p>
            <a:r>
              <a:rPr lang="fr-FR" smtClean="0"/>
              <a:t>3-  CET AMOUR QUI PEUT LIBÉRER CET AMOUR QUI PEUT RESTAURER</a:t>
            </a:r>
          </a:p>
          <a:p>
            <a:r>
              <a:rPr lang="fr-FR" smtClean="0"/>
              <a:t>4-  NOUS APPELLE PAR NOTRE NOM TU NOUS APPELLES PAR NOTRE NOM</a:t>
            </a:r>
          </a:p>
          <a:p>
            <a:endParaRPr lang="fr-FR" smtClean="0"/>
          </a:p>
          <a:p>
            <a:r>
              <a:rPr lang="fr-FR" smtClean="0"/>
              <a:t>5-  CE DIEU QUI CRÉA TOUT L'UNIVERS CE DIEU QUI VINT MOURIR AU CALVAIRE</a:t>
            </a:r>
          </a:p>
          <a:p>
            <a:r>
              <a:rPr lang="fr-FR" smtClean="0"/>
              <a:t>6-  NOUS APPELLE PAR NOTRE NOM TU NOUS APPELLES PAR NOTRE NOM</a:t>
            </a:r>
          </a:p>
          <a:p>
            <a:endParaRPr lang="fr-FR" smtClean="0"/>
          </a:p>
          <a:p>
            <a:r>
              <a:rPr lang="fr-FR" smtClean="0"/>
              <a:t>7-  À CEUX QUI DOUTENT DANS LA FOI AUX CHANCELANTS, TU TENDS LES BRAS</a:t>
            </a:r>
          </a:p>
          <a:p>
            <a:r>
              <a:rPr lang="fr-FR" smtClean="0"/>
              <a:t>8-  TU LES APPELLES DE TA VOIX VENEZ À MOI</a:t>
            </a:r>
          </a:p>
          <a:p>
            <a:endParaRPr lang="fr-FR" smtClean="0"/>
          </a:p>
          <a:p>
            <a:r>
              <a:rPr lang="fr-FR" smtClean="0"/>
              <a:t>9-  DE TA VOIX, DE TA VOIX TU NOUS APPELLES À LA CROIX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 TOI, LES HUMBLES SONT BÉNIS EN TOI, LES FAIBLES SONT AFFERMIS</a:t>
            </a:r>
            <a:br>
              <a:rPr lang="fr-FR" smtClean="0"/>
            </a:br>
            <a:r>
              <a:rPr lang="fr-FR" smtClean="0"/>
              <a:t>2-  LES CŒURS BRISÉS TU RÉTABLIS DONNANT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AMOUR QUI PEUT LIBÉRER CET AMOUR QUI PEUT RESTAURER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APPELLE PAR NOTRE NOM TU NOUS APPELLES PAR NOTRE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 DIEU QUI CRÉA TOUT L'UNIVERS CE DIEU QUI VINT MOURIR AU CALVAIRE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NOUS APPELLE PAR NOTRE NOM TU NOUS APPELLES PAR NOTRE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À CEUX QUI DOUTENT DANS LA FOI AUX CHANCELANTS, TU TENDS LES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LES APPELLES DE TA VOIX VENEZ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DE TA VOIX, DE TA VOIX TU NOUS APPELLES À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TOI, LES HUMBLES SONT BÉNIS EN TOI, LES FAIBLES SONT AFFERMIS</a:t>
            </a:r>
            <a:br>
              <a:rPr lang="fr-FR" smtClean="0"/>
            </a:br>
            <a:r>
              <a:rPr lang="fr-FR" smtClean="0"/>
              <a:t>2-  LES CŒURS BRISÉS TU RÉTABLIS DONNANT LA VIE</a:t>
            </a:r>
          </a:p>
          <a:p>
            <a:endParaRPr lang="fr-FR" smtClean="0"/>
          </a:p>
          <a:p>
            <a:r>
              <a:rPr lang="fr-FR" smtClean="0"/>
              <a:t>3-  CET AMOUR QUI PEUT LIBÉRER CET AMOUR QUI PEUT RESTAURER</a:t>
            </a:r>
          </a:p>
          <a:p>
            <a:r>
              <a:rPr lang="fr-FR" smtClean="0"/>
              <a:t>4-  NOUS APPELLE PAR NOTRE NOM TU NOUS APPELLES PAR NOTRE NOM</a:t>
            </a:r>
          </a:p>
          <a:p>
            <a:endParaRPr lang="fr-FR" smtClean="0"/>
          </a:p>
          <a:p>
            <a:r>
              <a:rPr lang="fr-FR" smtClean="0"/>
              <a:t>5-  CE DIEU QUI CRÉA TOUT L'UNIVERS CE DIEU QUI VINT MOURIR AU CALVAIRE</a:t>
            </a:r>
          </a:p>
          <a:p>
            <a:r>
              <a:rPr lang="fr-FR" smtClean="0"/>
              <a:t>6-  NOUS APPELLE PAR NOTRE NOM TU NOUS APPELLES PAR NOTRE NOM</a:t>
            </a:r>
          </a:p>
          <a:p>
            <a:endParaRPr lang="fr-FR" smtClean="0"/>
          </a:p>
          <a:p>
            <a:r>
              <a:rPr lang="fr-FR" smtClean="0"/>
              <a:t>7-  À CEUX QUI DOUTENT DANS LA FOI AUX CHANCELANTS, TU TENDS LES BRAS</a:t>
            </a:r>
          </a:p>
          <a:p>
            <a:r>
              <a:rPr lang="fr-FR" smtClean="0"/>
              <a:t>8-  TU LES APPELLES DE TA VOIX VENEZ À MOI</a:t>
            </a:r>
          </a:p>
          <a:p>
            <a:endParaRPr lang="fr-FR" smtClean="0"/>
          </a:p>
          <a:p>
            <a:r>
              <a:rPr lang="fr-FR" smtClean="0"/>
              <a:t>9-  DE TA VOIX, DE TA VOIX TU NOUS APPELLES À LA CROIX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47B28E-1C18-4FE3-AE65-8647E4AF9A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16D586-2CA4-4719-AEED-5CD19C7136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1209B7-32E6-446E-867F-B05781A930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9EA283-1B9B-4581-A97E-9826021161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83C12D-3092-40D7-8CDA-EC6195DD5F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CFC323-796F-4519-8C08-BCB63CBF1D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B29FB-7142-4702-9397-23A4E14522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4C048B-3B22-4744-A324-C4C91D2499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E89F98-2487-45F2-B2B6-0E5C7FAE97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6F309C-7AAD-4553-9269-03097628FA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0128-1797-4FC2-A9C7-0561E3FC53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4AE004D-11DD-42F1-9650-92ACAA3B787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TOI, LES HUMBLES SONT BÉNIS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TOI, LES FAIBLES SONT AFFERMIS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CŒURS BRISÉS TU RÉTABLIS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DONNANT LA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CET AMOUR QUI PEUT LIBÉRER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CET AMOUR QUI PEUT RESTAURER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APPELLE PAR NOTRE NOM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NOUS APPELLES PAR NOTRE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DIEU QUI CRÉA TOUT L'UNIVERS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DIEU QUI VINT MOURIR AU CALVAIRE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APPELLE PAR NOTRE NOM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NOUS APPELLES PAR NOTRE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39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CEUX QUI DOUTENT DANS LA FOI</a:t>
            </a:r>
            <a:br>
              <a:rPr lang="fr-FR" sz="39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9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AUX CHANCELANTS, TU TENDS LES BRAS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LES APPELLES DE TA VOIX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VENEZ À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TA VOIX, DE TA VOIX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NOUS APPELLES À LA CROIX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3118</TotalTime>
  <Words>323</Words>
  <Application>Microsoft Office PowerPoint</Application>
  <PresentationFormat>On-screen Show (4:3)</PresentationFormat>
  <Paragraphs>225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Franklin Gothic Medium</vt:lpstr>
      <vt:lpstr>Arial</vt:lpstr>
      <vt:lpstr>Calibri</vt:lpstr>
      <vt:lpstr>Default Design</vt:lpstr>
      <vt:lpstr>EN TOI, LES HUMBLES SONT BÉNIS EN TOI, LES FAIBLES SONT AFFERMIS </vt:lpstr>
      <vt:lpstr>LES CŒURS BRISÉS TU RÉTABLIS DONNANT LA VIE</vt:lpstr>
      <vt:lpstr>CET AMOUR QUI PEUT LIBÉRER CET AMOUR QUI PEUT RESTAURER</vt:lpstr>
      <vt:lpstr>NOUS APPELLE PAR NOTRE NOM TU NOUS APPELLES PAR NOTRE NOM</vt:lpstr>
      <vt:lpstr>CE DIEU QUI CRÉA TOUT L'UNIVERS CE DIEU QUI VINT MOURIR AU CALVAIRE</vt:lpstr>
      <vt:lpstr>NOUS APPELLE PAR NOTRE NOM TU NOUS APPELLES PAR NOTRE NOM</vt:lpstr>
      <vt:lpstr>À CEUX QUI DOUTENT DANS LA FOI AUX CHANCELANTS, TU TENDS LES BRAS</vt:lpstr>
      <vt:lpstr>TU LES APPELLES DE TA VOIX VENEZ À MOI</vt:lpstr>
      <vt:lpstr>DE TA VOIX, DE TA VOIX TU NOUS APPELLES À LA CROIX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Dunamis</cp:lastModifiedBy>
  <cp:revision>141</cp:revision>
  <dcterms:created xsi:type="dcterms:W3CDTF">2002-08-17T10:50:50Z</dcterms:created>
  <dcterms:modified xsi:type="dcterms:W3CDTF">2014-05-24T10:16:42Z</dcterms:modified>
</cp:coreProperties>
</file>