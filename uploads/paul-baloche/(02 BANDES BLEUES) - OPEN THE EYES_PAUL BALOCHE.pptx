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70" r:id="rId6"/>
    <p:sldId id="271" r:id="rId7"/>
    <p:sldId id="273" r:id="rId8"/>
    <p:sldId id="281" r:id="rId9"/>
    <p:sldId id="274" r:id="rId10"/>
    <p:sldId id="287" r:id="rId11"/>
    <p:sldId id="286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72" y="-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7C4D0-6273-4C4C-8368-43541CC9ED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64C82-A55A-4716-AFBB-4ACCBBCE97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37347-05AF-4DEE-AA7A-3FF494880A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DA538-61C1-4D9B-A08A-7D6A2907EE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94AFD-B248-4693-A77D-1776CA7D56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93F9C-5EEF-478F-95D9-C36FB0E761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368CF-25DE-4DAE-8EC1-A286037A41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9C670-2EC8-4C7A-8700-6670110CFD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388161-DD40-4AF2-B59B-03E017AAC0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3C1DC-2EE3-41AA-858C-A034F13150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038D8-405E-4CA6-967E-BEFECC0A3A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C49A0EE-EC15-4E4E-B6C8-BDC9748465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214313" y="-100013"/>
            <a:ext cx="8715375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YEUX DE MON CŒUR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100013"/>
            <a:ext cx="907256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857375" y="-100013"/>
            <a:ext cx="5286375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JE DÉSIRE TE VOIR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-100013"/>
            <a:ext cx="90725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2071688" y="-100013"/>
            <a:ext cx="500062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JE DÉSIRE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428625" y="-100013"/>
            <a:ext cx="1007268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ÉLEVÉ AU PLUS HAUT DES CIEUX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RAYONNANT DE L’ÉCLAT DE TA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RÉPANDS TON AMOUR TA 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357188" y="-100013"/>
            <a:ext cx="8429625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ALORS QUE NOUS CHANTONS :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TU ES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857375" y="-100013"/>
            <a:ext cx="5286375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JE DÉSIRE TE VOIR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755650" y="-100013"/>
            <a:ext cx="7632700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TU ES SAINT, TU ES SAINT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DÉSIRE TE VOIR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357188" y="-100013"/>
            <a:ext cx="8358187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SEIGNEUR, JE DÉSIRE TE VOIR</a:t>
            </a: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357188" y="-100013"/>
            <a:ext cx="8358187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OPEN THE EYES OF MY HEART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LORD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357188" y="-100013"/>
            <a:ext cx="8358187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OPEN THE EYES OF MY HEART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I WANT TO SEE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/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SEE YOU HIGH AND LIFTED UP</a:t>
            </a:r>
            <a:br>
              <a:rPr lang="en-US" sz="4000" smtClean="0">
                <a:solidFill>
                  <a:schemeClr val="bg1"/>
                </a:solidFill>
              </a:rPr>
            </a:br>
            <a:endParaRPr lang="en-US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1357313" y="-100013"/>
            <a:ext cx="6286500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SHINING IN THE LIGHT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OF YOUR GLORY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071563" y="-100013"/>
            <a:ext cx="6858000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POUR OUT YOUR POWER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AND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571500" y="-100013"/>
            <a:ext cx="8001000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AS WE SING HOLY HOLY HOLY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785938" y="-100013"/>
            <a:ext cx="5572125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HOLY HOLY HOLY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 I WANT TO SEE YOU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/>
          <p:cNvGrpSpPr>
            <a:grpSpLocks/>
          </p:cNvGrpSpPr>
          <p:nvPr/>
        </p:nvGrpSpPr>
        <p:grpSpPr bwMode="auto">
          <a:xfrm>
            <a:off x="1785938" y="-100013"/>
            <a:ext cx="5572125" cy="2025651"/>
            <a:chOff x="-114" y="3249"/>
            <a:chExt cx="6078" cy="1071"/>
          </a:xfrm>
        </p:grpSpPr>
        <p:sp>
          <p:nvSpPr>
            <p:cNvPr id="3277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277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77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2777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OH, OH, 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131</Words>
  <Application>Microsoft Office PowerPoint</Application>
  <PresentationFormat>On-screen Show (4:3)</PresentationFormat>
  <Paragraphs>20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OUVRE LES YEUX DE MON CŒUR  PÈRE</vt:lpstr>
      <vt:lpstr>OUVRE LES YEUX DE MON CŒUR</vt:lpstr>
      <vt:lpstr>JE DÉSIRE TE VOIR</vt:lpstr>
      <vt:lpstr>OUVRE LES YEUX DE MON CŒUR</vt:lpstr>
      <vt:lpstr>JE DÉSIRE TE VOIR</vt:lpstr>
      <vt:lpstr>ÉLEVÉ AU PLUS HAUT DES CIEUX RAYONNANT DE L’ÉCLAT DE TA GLOIRE</vt:lpstr>
      <vt:lpstr>RÉPANDS TON AMOUR TA FORCE</vt:lpstr>
      <vt:lpstr>ALORS QUE NOUS CHANTONS :  TU ES SAINT</vt:lpstr>
      <vt:lpstr>OUVRE LES YEUX DE MON CŒUR</vt:lpstr>
      <vt:lpstr>JE DÉSIRE TE VOIR</vt:lpstr>
      <vt:lpstr> TU ES SAINT, TU ES SAINT JE DÉSIRE TE VOIR </vt:lpstr>
      <vt:lpstr>SEIGNEUR, JE DÉSIRE TE VOIR</vt:lpstr>
      <vt:lpstr>OPEN THE EYES OF MY HEART  LORD</vt:lpstr>
      <vt:lpstr>OPEN THE EYES OF MY HEART I WANT TO SEE YOU</vt:lpstr>
      <vt:lpstr> TO SEE YOU HIGH AND LIFTED UP </vt:lpstr>
      <vt:lpstr>SHINING IN THE LIGHT OF YOUR GLORY</vt:lpstr>
      <vt:lpstr>POUR OUT YOUR POWER AND LOVE</vt:lpstr>
      <vt:lpstr>AS WE SING HOLY HOLY HOLY</vt:lpstr>
      <vt:lpstr>HOLY HOLY HOLY  I WANT TO SEE YOU </vt:lpstr>
      <vt:lpstr>OH, OH, OH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81</cp:revision>
  <dcterms:created xsi:type="dcterms:W3CDTF">2002-08-17T10:50:50Z</dcterms:created>
  <dcterms:modified xsi:type="dcterms:W3CDTF">2010-11-21T18:52:23Z</dcterms:modified>
</cp:coreProperties>
</file>