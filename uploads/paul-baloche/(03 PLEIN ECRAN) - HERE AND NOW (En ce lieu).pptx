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0" r:id="rId2"/>
    <p:sldId id="261" r:id="rId3"/>
    <p:sldId id="263" r:id="rId4"/>
    <p:sldId id="264" r:id="rId5"/>
    <p:sldId id="265" r:id="rId6"/>
    <p:sldId id="266" r:id="rId7"/>
    <p:sldId id="267" r:id="rId8"/>
    <p:sldId id="268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11" d="100"/>
          <a:sy n="111" d="100"/>
        </p:scale>
        <p:origin x="-480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fr-FR"/>
          </a:p>
        </p:txBody>
      </p:sp>
      <p:sp>
        <p:nvSpPr>
          <p:cNvPr id="1331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1EFC8EE-B6CA-4101-93B9-4AF7395C8F58}" type="slidenum">
              <a:rPr lang="fr-FR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29A134-D3AC-4D81-B533-11103E03AB0D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F7C866-01B0-40EB-9E9B-7658BD5F324F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D16749-D7D3-48B6-9995-8189C55A913F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769C2-EBC2-4F5A-864F-18AC673B6CDD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A25DE6-945E-4346-AA6A-277AE938E4B2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C957F2-14E2-4FFA-B207-9EAE75408FA0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67A27E-0DA7-4B3E-8D75-666DEC03B624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439FFD-95F6-45DC-BD98-3E39A3F1FFF7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A6C2C8-BE68-4E76-8B6A-7217556AE68B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5035E1-5827-44BB-9FB3-DAE1ECAE990B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F31A49-FD63-4DEF-9223-8677D3D71C79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69C61D9-B46A-44E2-9B8C-925C16E345D3}" type="slidenum">
              <a:rPr lang="en-GB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0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0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0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0" charset="0"/>
          <a:ea typeface="ＭＳ Ｐゴシック" pitchFamily="-11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0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0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0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0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10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10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10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EN CE LIEU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EN CET INSTANT MÊME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EN CE LIEU, JE VIENS À TOI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CE QUE J’AI TANT DÉSIRÉ 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JE PEUX LE TROUVER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CAR TU ES ICI MÊME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EN CE LIEU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SA MAJESTÉ M’EST RÉVÉLÉE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LE DIEU DE TOUTE ÉTERNITÉ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ROMPIT LE TEMPS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POUR ME DONNER SA VIE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TA MAIN FORMA LES GALAXIES 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DANS MON CŒUR VIT TON ESPRIT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SI VASTE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MAIS TU N’ES JAMAIS LOIN D’ICI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AUCUN LIEU N’EST LOIN DE TOI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RIEN NE POURRA JAMAIS T’ÉLOIGNER DE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EN CE LIEU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EN CET INSTANT MÊME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EN CE LIEU, JE VIENS À TOI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CE QUE J’AI TANT DÉSIRÉ 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JE PEUX LE TROUVER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CAR TU ES ICI MÊME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EN CE LIEU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TU ES ICI MÊME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EN CE LIEU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M M M M    M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M M M M    M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M M M M    M M    M</a:t>
            </a: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HERE AND NOW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HERE IN THIS MOMENT</a:t>
            </a:r>
            <a:br>
              <a:rPr lang="fr-FR" sz="36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HERE AND NOW I TURN TO YOU</a:t>
            </a:r>
            <a:br>
              <a:rPr lang="fr-FR" sz="36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ALL THAT MY SEARCHING HEART HAS LONGED FOR</a:t>
            </a:r>
            <a:br>
              <a:rPr lang="fr-FR" sz="36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CAN BE FOUND</a:t>
            </a:r>
            <a:br>
              <a:rPr lang="fr-FR" sz="36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'CAUSE YOU'RE IN THIS MOMENT HERE AND NOW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WHAT MAJESTY WHAT MYSTERY THE GOD OF ALL ETERNITY</a:t>
            </a:r>
            <a:br>
              <a:rPr lang="fr-FR" sz="36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STEPPED INTO TIME AND GAVE HIS LIFE FOR ME</a:t>
            </a:r>
            <a:br>
              <a:rPr lang="fr-FR" sz="36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YOUR HAND IS SEEN IN GALAXIES</a:t>
            </a:r>
            <a:br>
              <a:rPr lang="fr-FR" sz="36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YET YOUR SPIRIT DWELLS IN ME</a:t>
            </a:r>
            <a:br>
              <a:rPr lang="fr-FR" sz="36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SO VAST AND YET YOU'RE STILL WITHIN OUR REACH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THERE IS NOWHERE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YOU CAN'T BE FOUND</a:t>
            </a:r>
            <a:br>
              <a:rPr lang="fr-FR" sz="36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NOTHING ON EARTH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COULD EVER KEEP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YOUR PRESENCE 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235</Words>
  <Application>Microsoft PowerPoint</Application>
  <PresentationFormat>On-screen Show (4:3)</PresentationFormat>
  <Paragraphs>53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Modèle de conception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Franklin Gothic Medium</vt:lpstr>
      <vt:lpstr>ＭＳ Ｐゴシック</vt:lpstr>
      <vt:lpstr>Arial</vt:lpstr>
      <vt:lpstr>Arial Black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Geraldy Badeau</cp:lastModifiedBy>
  <cp:revision>56</cp:revision>
  <dcterms:created xsi:type="dcterms:W3CDTF">2002-08-17T10:50:50Z</dcterms:created>
  <dcterms:modified xsi:type="dcterms:W3CDTF">2009-07-11T19:28:45Z</dcterms:modified>
</cp:coreProperties>
</file>