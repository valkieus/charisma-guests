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74" r:id="rId3"/>
    <p:sldId id="263" r:id="rId4"/>
    <p:sldId id="275" r:id="rId5"/>
    <p:sldId id="264" r:id="rId6"/>
    <p:sldId id="265" r:id="rId7"/>
    <p:sldId id="257" r:id="rId8"/>
    <p:sldId id="266" r:id="rId9"/>
    <p:sldId id="267" r:id="rId10"/>
    <p:sldId id="277" r:id="rId11"/>
    <p:sldId id="278" r:id="rId12"/>
    <p:sldId id="282" r:id="rId13"/>
    <p:sldId id="281" r:id="rId14"/>
    <p:sldId id="280" r:id="rId15"/>
    <p:sldId id="279" r:id="rId16"/>
    <p:sldId id="283" r:id="rId17"/>
    <p:sldId id="284" r:id="rId18"/>
    <p:sldId id="285" r:id="rId19"/>
    <p:sldId id="286" r:id="rId20"/>
    <p:sldId id="287" r:id="rId21"/>
    <p:sldId id="288" r:id="rId22"/>
    <p:sldId id="290" r:id="rId23"/>
    <p:sldId id="289" r:id="rId24"/>
    <p:sldId id="291" r:id="rId25"/>
    <p:sldId id="295" r:id="rId26"/>
    <p:sldId id="294" r:id="rId27"/>
    <p:sldId id="293" r:id="rId28"/>
    <p:sldId id="292" r:id="rId2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45684" autoAdjust="0"/>
  </p:normalViewPr>
  <p:slideViewPr>
    <p:cSldViewPr>
      <p:cViewPr varScale="1">
        <p:scale>
          <a:sx n="39" d="100"/>
          <a:sy n="39" d="100"/>
        </p:scale>
        <p:origin x="-2472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 New Roman" pitchFamily="-110" charset="0"/>
                <a:ea typeface="ＭＳ Ｐゴシック" pitchFamily="-110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imes New Roman" pitchFamily="-110" charset="0"/>
                <a:ea typeface="ＭＳ Ｐゴシック" pitchFamily="-110" charset="-128"/>
              </a:defRPr>
            </a:lvl1pPr>
          </a:lstStyle>
          <a:p>
            <a:pPr>
              <a:defRPr/>
            </a:pPr>
            <a:fld id="{5D829703-47AA-4DCA-9F1F-F5182D9AEDE3}" type="datetimeFigureOut">
              <a:rPr lang="fr-FR"/>
              <a:pPr>
                <a:defRPr/>
              </a:pPr>
              <a:t>20/10/2018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 New Roman" pitchFamily="-110" charset="0"/>
                <a:ea typeface="ＭＳ Ｐゴシック" pitchFamily="-110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imes New Roman" pitchFamily="-110" charset="0"/>
                <a:ea typeface="ＭＳ Ｐゴシック" pitchFamily="-110" charset="-128"/>
              </a:defRPr>
            </a:lvl1pPr>
          </a:lstStyle>
          <a:p>
            <a:pPr>
              <a:defRPr/>
            </a:pPr>
            <a:fld id="{1AE6D585-4EF8-428D-A21D-44C08AACAB5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ELLES  S’ENFUIENT	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24-  ELLES  S’ENFUIENT			X2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	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24-  ELLES  S’ENFUIENT			X2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	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24-  ELLES  S’ENFUIENT			X2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	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24-  ELLES  S’ENFUIENT			X2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	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24-  ELLES  S’ENFUIENT			X2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	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24-  ELLES  S’ENFUIENT			X2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	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24-  ELLES  S’ENFUIENT			X2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	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24-  ELLES  S’ENFUIENT			X2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	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24-  ELLES  S’ENFUIENT			X2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	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24-  ELLES  S’ENFUIENT			X2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	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24-  ELLES  S’ENFUIENT			X2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	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24-  ELLES  S’ENFUIENT			X2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	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24-  ELLES  S’ENFUIENT			X2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	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24-  ELLES  S’ENFUIENT			X2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	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24-  ELLES  S’ENFUIENT			X2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	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24-  ELLES  S’ENFUIENT			X2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	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24-  ELLES  S’ENFUIENT			X2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	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24-  ELLES  S’ENFUIENT			X2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	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24-  ELLES  S’ENFUIENT			X2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	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24-  ELLES  S’ENFUIENT			X2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	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24-  ELLES  S’ENFUIENT			X2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	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24-  ELLES  S’ENFUIENT			X2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	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24-  ELLES  S’ENFUIENT			X2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	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24-  ELLES  S’ENFUIENT			X2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	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24-  ELLES  S’ENFUIENT			X2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	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24-  ELLES  S’ENFUIENT			X2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	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24-  ELLES  S’ENFUIENT			X2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UN CHANT S’ÉLÈVE LES YEUX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SE TOURNENT VERS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L’ESPOIR RENAÎT, LES CŒURS SOUPIRENT APRÈS TOI, OUI APRÈS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8-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9-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10-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ENTENDS LE SON DES CŒURS QUI REVIENNENT À TOI, REVIENNENT À TOI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DANS TON ROYAUME, LES VIES BRISÉES SONT RESTAURÉES, SONT RESTAURÉES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QUAND NOUS SOMMES EN TA PRÉSENCE NOS CRAINTES FUIENT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ELLES  S’ENFUIENT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16-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17-  TU ES LE ROI, LE SAUVEUR À TOI LA GLOIRE ET L’HONNEUR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18-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19-  NOUS T’ACCUEILLONS PARMI NOUS 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Pont :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EN TE VOYANT, NOUS RETROUVONS LA FORCE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QUAND NOUS SOMMES EN TA PRÉSENCE NOS CRAINTES FUIENT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ELLES  S’ENFUIENT			X2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TU ES LE ROI, LE SAUVEUR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À TOI LA GLOIRE ET L’HONNEUR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HOSANNA! HOSANNA!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NOUS T’ACCUEILLONS PARMI NOUS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SOIS LE BIENVENU, Ô JÉSUS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1-  UN CHANT S’ÉLÈVE LES YEUX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2-  SE TOURNENT VERS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3-  L’ESPOIR RENAÎT, LES CŒURS SOUPIRENT APRÈS TOI, OUI APRÈS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4-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5-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6-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8-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9-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10-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11-  ENTENDS LE SON DES CŒURS QUI REVIENNENT À TOI, REVIENNENT À TOI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12-  DANS TON ROYAUME, LES VIES BRISÉES SONT RESTAURÉES, SONT RESTAURÉES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13-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14-  QUAND NOUS SOMMES EN TA PRÉSENCE NOS CRAINTES FUIENT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15-  ELLES  S’ENFUIENT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16-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17-  TU ES LE ROI, LE SAUVEUR À TOI LA GLOIRE ET L’HONNEUR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18-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	19-  NOUS T’ACCUEILLONS PARMI NOUS SOIS LE BIENVENU, Ô JÉSUS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Pont :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20-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21-  QUAND NOUS SOMMES EN TA PRÉSENCE NOS CRAINTES FUIENT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22-  EN TE VOYANT, NOUS RETROUVONS LA FORCE DE VIVRE 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23-  QUAND NOUS SOMMES EN TA PRÉSENCE NOS CRAINTES FUIENT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24-  ELLES  S’ENFUIENT			X2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25-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26-  TU ES LE ROI, LE SAUVEUR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À TOI LA GLOIRE ET L’HONNEUR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27-  HOSANNA! HOSANNA!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28-  NOUS T’ACCUEILLONS PARMI NOUS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SOIS LE BIENVENU, Ô JÉSUS</a:t>
            </a:r>
          </a:p>
          <a:p>
            <a:r>
              <a:rPr lang="fr-FR" smtClean="0">
                <a:latin typeface="Times New Roman" pitchFamily="18" charset="0"/>
                <a:ea typeface="ＭＳ Ｐゴシック" charset="-128"/>
              </a:rPr>
              <a:t> </a:t>
            </a:r>
          </a:p>
          <a:p>
            <a:endParaRPr lang="fr-FR" smtClean="0">
              <a:latin typeface="Times New Roman" pitchFamily="18" charset="0"/>
              <a:ea typeface="ＭＳ Ｐゴシック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5A837F-6162-45C8-BE34-EF79230BBB1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7C3C4B-CE06-4303-A80C-484CD54198D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BC5183-0C4E-4B5A-853C-00B53DD1C1F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FEAA96-A314-4D2D-9209-D07EC8C0F4C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9DA9A8-B5B7-4FBC-881C-21B43C4EA1A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31398B-83E1-40E7-A1C9-8024C347945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432943-B39E-4916-B851-91A1DECB736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9D8580-4209-408C-8409-F5F1B8CAFB5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8A0882-7B1A-4C03-9CF2-8C8B705939F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597C78-E7B5-429E-9C8C-78D2A3633B0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161858-1A3A-4BC9-8D87-2221AA51648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-110" charset="0"/>
                <a:ea typeface="ＭＳ Ｐゴシック" pitchFamily="-110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-110" charset="0"/>
                <a:ea typeface="ＭＳ Ｐゴシック" pitchFamily="-110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-110" charset="0"/>
                <a:ea typeface="ＭＳ Ｐゴシック" pitchFamily="-110" charset="-128"/>
              </a:defRPr>
            </a:lvl1pPr>
          </a:lstStyle>
          <a:p>
            <a:pPr>
              <a:defRPr/>
            </a:pPr>
            <a:fld id="{21FFC4DD-101B-4A8F-AC61-930C223C280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UN CHANT S’ÉLÈVE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LES YEUX SE TOURNENT VERS TOI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SE TOURNENT VERS TOI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L’ESPOIR RENAÎT, LES CŒURS SOUPIRENT APRÈS TOI, OUI APRÈS TOI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EN TE VOYANT, NOUS RETROUVONS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LA FORCE DE VIVRE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QUAND NOUS SOMMES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EN TA PRÉSENCE NOS CRAINTES FUIENT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ELLES S’ENFUIENT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HOSANNA ! HOSANNA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TU ES LE ROI, LE SAUVEUR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À TOI LA GLOIRE ET L’HONNEUR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HOSANNA ! HOSANNA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NOUS T’ACCUEILLONS PARMI NOUS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SOIS LE BIENVENU, Ô JÉSUS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ENTENDS LE SON DES CŒURS QUI REVIENNENT À TOI, REVIENNENT À TOI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DANS TON ROYAUME, LES VIES BRISÉES SONT RESTAURÉES, SONT RESTAURÉES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EN TE VOYANT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NOUS RETROUVONS LA FORCE DE VIVRE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QUAND NOUS SOMMES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EN TA PRÉSENCE NOS CRAINTES FUIENT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ELLES S’ENFUIENT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HOSANNA ! HOSANNA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TU ES LE ROI, LE SAUVEUR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À TOI LA GLOIRE ET L’HONNEUR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HOSANNA ! HOSANNA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NOUS T’ACCUEILLONS PARMI NOUS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SOIS LE BIENVENU, Ô JÉSUS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EN TE VOYANT, NOUS RETROUVONS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LA FORCE DE VIVRE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QUAND NOUS SOMMES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EN TA PRÉSENCE NOS CRAINTES FUIENT</a:t>
            </a:r>
          </a:p>
          <a:p>
            <a:pPr algn="ctr">
              <a:lnSpc>
                <a:spcPct val="90000"/>
              </a:lnSpc>
              <a:defRPr/>
            </a:pPr>
            <a:endParaRPr lang="fr-FR" sz="4000"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EN TE VOYANT, NOUS RETROUVONS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LA FORCE DE VIVRE 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QUAND NOUS SOMMES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EN TA PRÉSENCE NOS CRAINTES FUIENT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ELLES S’ENFUIENT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 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HOSANNA! HOSANNA!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TU ES LE ROI, LE SAUVEUR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À TOI LA GLOIRE ET L’HONNEUR 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HOSANNA! HOSANNA!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 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NOUS T’ACCUEILLONS PARMI NOUS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SOIS LE BIENVENU, Ô JÉSUS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  <a:ea typeface="ＭＳ Ｐゴシック" pitchFamily="-111" charset="-128"/>
              </a:rPr>
              <a:t> </a:t>
            </a:r>
            <a:endParaRPr lang="fr-FR" sz="400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  <a:ea typeface="ＭＳ Ｐゴシック" pitchFamily="-111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595</TotalTime>
  <Words>3136</Words>
  <Application>Microsoft Office PowerPoint</Application>
  <PresentationFormat>Affichage à l'écran (4:3)</PresentationFormat>
  <Paragraphs>2230</Paragraphs>
  <Slides>28</Slides>
  <Notes>28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29" baseType="lpstr"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GYo</cp:lastModifiedBy>
  <cp:revision>56</cp:revision>
  <dcterms:created xsi:type="dcterms:W3CDTF">2002-08-17T09:53:17Z</dcterms:created>
  <dcterms:modified xsi:type="dcterms:W3CDTF">2018-10-20T00:51:54Z</dcterms:modified>
</cp:coreProperties>
</file>