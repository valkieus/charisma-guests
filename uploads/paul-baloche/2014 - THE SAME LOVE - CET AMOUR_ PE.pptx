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-2106" y="-8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82FBA9-50DB-4D3F-8A7C-38DC063AF02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8939BA-A544-4EF1-B420-EFE85CE49898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282FF7-4312-4B72-AD12-1E87B5582A12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F2E5E-F5E9-4651-BC02-99F6A43793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A9344-619B-48F6-A6EB-B298C1205D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DE8E9-02DD-4CBA-91C8-30EA886F11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4F4E18-B3B7-4368-B7AF-41C6CA3A6D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B5FCE0-1E0E-406C-BA74-0F5C3EE6D3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32461-A482-4AA7-90C3-BCBE3E81DA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91BE7B-7FAB-4FF9-BEF8-E6C277AF1F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A4A74-DC3C-4AA5-A55A-8B60F14B9E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A6356-98C6-4EAB-9EE3-019E1680C4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BC2272-76D2-44F6-AD3D-FF53BB6271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FF942-E1FC-4F51-B22A-D6775A1396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33198C4-2E1E-46F1-AD86-F205AD6F80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TOI, LES HUMBLES SONT BÉNIS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TOI, LES FAIBLES SONT AFFERMIS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CŒURS BRISÉS TU RÉTABLIS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DONNANT LA VIE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CET AMOUR QUI PEUT LIBÉRER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CET AMOUR QUI PEUT RESTAURER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APPELLE PAR NOTRE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NOUS APPELLES PAR NOTRE NOM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 DIEU QUI CRÉA TOUT L'UNIVERS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 DIEU QUI VINT MOURIR AU CALVAIRE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APPELLE PAR NOTRE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NOUS APPELLES PAR NOTRE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CEUX QUI DOUTENT DANS LA FOI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AUX CHANCELANTS, TU TENDS LES BRAS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LES APPELLES DE TA VOIX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VENEZ À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TA VOIX, DE TA VOIX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NOUS APPELLES À LA CROIX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48</Words>
  <Application>Microsoft Office PowerPoint</Application>
  <PresentationFormat>On-screen Show (4:3)</PresentationFormat>
  <Paragraphs>23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Dunamis</cp:lastModifiedBy>
  <cp:revision>61</cp:revision>
  <dcterms:created xsi:type="dcterms:W3CDTF">2002-08-17T12:16:38Z</dcterms:created>
  <dcterms:modified xsi:type="dcterms:W3CDTF">2014-05-24T10:18:04Z</dcterms:modified>
</cp:coreProperties>
</file>