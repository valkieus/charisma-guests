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69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60B1A92-88CA-4B3E-9757-1F2FD644DD3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93A80FD-8F5F-4C6C-9EF1-68A4870A14A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71EB9-C8B6-475F-A5E4-76F590D385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D8BACF-5E7E-45AE-A64F-44D3753BEE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FC1D7-AC9F-47D3-93B0-C5335C536A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380EA-632B-4203-A60A-7341984ACD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8AE7B-00D0-471E-8718-CECC26C001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AB2FA3-7317-4CE4-A501-118ADE5CC4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4EE4F-6005-41BA-AEE2-20E8B747FA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D199E-EA84-4C06-97BB-721D036FD8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7DD7AD-283E-44F9-A3DA-6147C16BB1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FE7FB-A6DC-4DAA-9D5E-94E97FCB43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E5B32-26FB-4EAE-9FA2-C4D4CFC26D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6E3868A-B790-45C0-AED3-7BA9DACEBE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SONDE CE MYSTÈRE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REGARDE CETTE CROIX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LE DIEU SAUVEUR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N’EST PLUS SUR LE BOIS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NE LE SURPASSE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LUI SEUL PEUT SAUVER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PAR SA PUISSANCE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MORT EST TERRASSÉE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GLORIEUX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YEUX ONT VU LA GLOIRE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GLORIEUX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RÈGNE DANS LES CIEUX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SUR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GLORIEUX, GLORIEUX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DIEU TU ES GLORIEUX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AU-DELÀ DU TOMBEAU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LE DIEU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RESSUSCITÉ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RÈGNE SUR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NE LE SURPASSE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N'EST SON PAREIL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L'ESPOIR DE SON RETOUR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REMPLIT TOUT L'UNIVERS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TU ES GLORIEUX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3126</TotalTime>
  <Words>1059</Words>
  <Application>Microsoft Office PowerPoint</Application>
  <PresentationFormat>On-screen Show (4:3)</PresentationFormat>
  <Paragraphs>518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SONDE CE MYSTÈRE REGARDE CETTE CROIX</vt:lpstr>
      <vt:lpstr>VOIS LE DIEU SAUVEUR QUI N’EST PLUS SUR LE BOIS</vt:lpstr>
      <vt:lpstr>NUL NE LE SURPASSE LUI SEUL PEUT SAUVER</vt:lpstr>
      <vt:lpstr>ET PAR SA PUISSANCE LA MORT EST TERRASSÉE</vt:lpstr>
      <vt:lpstr>GLORIEUX </vt:lpstr>
      <vt:lpstr>MES YEUX ONT VU LA GLOIRE  DU SEIGNEUR</vt:lpstr>
      <vt:lpstr>GLORIEUX</vt:lpstr>
      <vt:lpstr>IL RÈGNE DANS LES CIEUX  ET SUR LA TERRE </vt:lpstr>
      <vt:lpstr>GLORIEUX, GLORIEUX  DIEU TU ES GLORIEUX </vt:lpstr>
      <vt:lpstr>AU-DELÀ DU TOMBEAU VOIS LE DIEU VAINQUEUR</vt:lpstr>
      <vt:lpstr>LE RESSUSCITÉ QUI RÈGNE SUR MON CŒUR</vt:lpstr>
      <vt:lpstr>NUL NE LE SURPASSE NUL N'EST SON PAREIL</vt:lpstr>
      <vt:lpstr>L'ESPOIR DE SON RETOUR REMPLIT TOUT L'UNIVERS</vt:lpstr>
      <vt:lpstr>OH OH OH, TU ES GLORIEUX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143</cp:revision>
  <dcterms:created xsi:type="dcterms:W3CDTF">2002-08-17T10:50:50Z</dcterms:created>
  <dcterms:modified xsi:type="dcterms:W3CDTF">2014-05-24T15:13:04Z</dcterms:modified>
</cp:coreProperties>
</file>