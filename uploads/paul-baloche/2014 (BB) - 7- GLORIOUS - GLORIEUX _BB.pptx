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4382" autoAdjust="0"/>
    <p:restoredTop sz="62077" autoAdjust="0"/>
  </p:normalViewPr>
  <p:slideViewPr>
    <p:cSldViewPr>
      <p:cViewPr>
        <p:scale>
          <a:sx n="40" d="100"/>
          <a:sy n="40" d="100"/>
        </p:scale>
        <p:origin x="-230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EFF08F4-8B54-414E-8CCB-4A902C10419B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DF75017-5AEB-492A-AD83-11F6C25FABD8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SONDE CE MYSTÈRE REGARDE CETTE CROIX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VOIS LE DIEU SAUVEUR QUI N’EST PLUS SUR LE BOIS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NUL NE LE SURPASSE LUI SEUL PEUT SAUVER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ET PAR SA PUISSANCE LA MORT EST TERRASSÉE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MES YEUX ONT VU LA GLOIRE DU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IL RÈGNE DANS LES CIEUX ET SUR LA TERRE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		9-  GLORIEUX, GLORIEUX  DIEU TU ES GLORIEUX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AU-DELÀ DU TOMBEAU VOIS LE DIEU VAINQUEUR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LE RESSUSCITÉ QUI RÈGNE SUR MON CŒUR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NUL NE LE SURPASSE NUL N'EST SON PAREIL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L'ESPOIR DE SON RETOUR REMPLIT TOUT L'UNIVERS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OH OH OH, TU ES GLORIEUX	(Boucle)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SONDE CE MYSTÈRE REGARDE CETTE CROIX</a:t>
            </a:r>
          </a:p>
          <a:p>
            <a:r>
              <a:rPr lang="fr-FR" smtClean="0"/>
              <a:t>2-  VOIS LE DIEU SAUVEUR QUI N’EST PLUS SUR LE BOIS</a:t>
            </a:r>
          </a:p>
          <a:p>
            <a:r>
              <a:rPr lang="fr-FR" smtClean="0"/>
              <a:t>3-  NUL NE LE SURPASSE LUI SEUL PEUT SAUVER</a:t>
            </a:r>
          </a:p>
          <a:p>
            <a:r>
              <a:rPr lang="fr-FR" smtClean="0"/>
              <a:t>4-  ET PAR SA PUISSANCE LA MORT EST TERRASSÉE</a:t>
            </a:r>
          </a:p>
          <a:p>
            <a:endParaRPr lang="fr-FR" smtClean="0"/>
          </a:p>
          <a:p>
            <a:r>
              <a:rPr lang="fr-FR" smtClean="0"/>
              <a:t>	5-  GLORIEUX</a:t>
            </a:r>
          </a:p>
          <a:p>
            <a:r>
              <a:rPr lang="fr-FR" smtClean="0"/>
              <a:t>	6-  MES YEUX ONT VU LA GLOIRE DU SEIGNEUR</a:t>
            </a:r>
          </a:p>
          <a:p>
            <a:r>
              <a:rPr lang="fr-FR" smtClean="0"/>
              <a:t>	7-  GLORIEUX</a:t>
            </a:r>
          </a:p>
          <a:p>
            <a:r>
              <a:rPr lang="fr-FR" smtClean="0"/>
              <a:t>	8-  IL RÈGNE DANS LES CIEUX ET SUR LA TERRE</a:t>
            </a:r>
          </a:p>
          <a:p>
            <a:endParaRPr lang="fr-FR" smtClean="0"/>
          </a:p>
          <a:p>
            <a:r>
              <a:rPr lang="fr-FR" smtClean="0"/>
              <a:t>			9-  GLORIEUX, GLORIEUX  DIEU TU ES GLORIEUX</a:t>
            </a:r>
          </a:p>
          <a:p>
            <a:endParaRPr lang="fr-FR" smtClean="0"/>
          </a:p>
          <a:p>
            <a:r>
              <a:rPr lang="fr-FR" smtClean="0"/>
              <a:t>10-  AU-DELÀ DU TOMBEAU VOIS LE DIEU VAINQUEUR</a:t>
            </a:r>
          </a:p>
          <a:p>
            <a:r>
              <a:rPr lang="fr-FR" smtClean="0"/>
              <a:t>11-  LE RESSUSCITÉ QUI RÈGNE SUR MON CŒUR</a:t>
            </a:r>
          </a:p>
          <a:p>
            <a:r>
              <a:rPr lang="fr-FR" smtClean="0"/>
              <a:t>12-  NUL NE LE SURPASSE NUL N'EST SON PAREIL</a:t>
            </a:r>
          </a:p>
          <a:p>
            <a:r>
              <a:rPr lang="fr-FR" smtClean="0"/>
              <a:t>13-  L'ESPOIR DE SON RETOUR REMPLIT TOUT L'UNIVERS</a:t>
            </a:r>
          </a:p>
          <a:p>
            <a:endParaRPr lang="fr-FR" smtClean="0"/>
          </a:p>
          <a:p>
            <a:r>
              <a:rPr lang="fr-FR" smtClean="0"/>
              <a:t>14-  OH OH OH, TU ES GLORIEUX	(Boucle)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97C75-DDF6-4C14-A30A-B27A389BD2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DB9A6-D31F-48CB-AA74-EC7496DBD9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5E804-3385-4900-B49F-AC956C481F3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31230-CDC5-4C65-ABFD-19BC2C528B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16DAE6-6144-4FE6-B5CB-C071958E60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5B871-6CBB-4656-ACE9-6DCD0F22E1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6E4232-2467-4AAF-B33A-B0ADD7CD2F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05E4FB-7FED-4057-A331-30267D6D99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F8B42C-B547-492A-8C69-CF81A6E130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0DF73-75DB-40D7-8523-87E351F769D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806A6-35C7-4592-B5DD-7819F6F6A4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2C75660-0EE6-4C98-8B22-86C60E4A5C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SONDE CE MYSTÈRE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REGARDE CETTE CROIX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LE DIEU SAUVEUR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N’EST PLUS SUR LE BOIS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NE LE SURPASSE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LUI SEUL PEUT SAUVER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PAR SA PUISSANCE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MORT EST TERRASSÉE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GLORIEUX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YEUX ONT VU LA GLOIRE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DU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GLORIEUX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RÈGNE DANS LES CIEUX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SUR LA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GLORIEUX, GLORIEUX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DIEU TU ES GLORIEUX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AU-DELÀ DU TOMBEAU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LE DIEU VAINQUEUR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RESSUSCITÉ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RÈGNE SUR MON CŒUR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NE LE SURPASSE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NUL N'EST SON PAREIL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L'ESPOIR DE SON RETOUR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REMPLIT TOUT L'UNIVERS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TU ES GLORIEUX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3125</TotalTime>
  <Words>1059</Words>
  <Application>Microsoft Office PowerPoint</Application>
  <PresentationFormat>On-screen Show (4:3)</PresentationFormat>
  <Paragraphs>518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Franklin Gothic Medium</vt:lpstr>
      <vt:lpstr>Arial</vt:lpstr>
      <vt:lpstr>Calibri</vt:lpstr>
      <vt:lpstr>Default Design</vt:lpstr>
      <vt:lpstr>SONDE CE MYSTÈRE REGARDE CETTE CROIX</vt:lpstr>
      <vt:lpstr>VOIS LE DIEU SAUVEUR QUI N’EST PLUS SUR LE BOIS</vt:lpstr>
      <vt:lpstr>NUL NE LE SURPASSE LUI SEUL PEUT SAUVER</vt:lpstr>
      <vt:lpstr>ET PAR SA PUISSANCE LA MORT EST TERRASSÉE</vt:lpstr>
      <vt:lpstr>GLORIEUX </vt:lpstr>
      <vt:lpstr>MES YEUX ONT VU LA GLOIRE  DU SEIGNEUR</vt:lpstr>
      <vt:lpstr>GLORIEUX</vt:lpstr>
      <vt:lpstr>IL RÈGNE DANS LES CIEUX  ET SUR LA TERRE </vt:lpstr>
      <vt:lpstr>GLORIEUX, GLORIEUX  DIEU TU ES GLORIEUX </vt:lpstr>
      <vt:lpstr>AU-DELÀ DU TOMBEAU VOIS LE DIEU VAINQUEUR</vt:lpstr>
      <vt:lpstr>LE RESSUSCITÉ QUI RÈGNE SUR MON CŒUR</vt:lpstr>
      <vt:lpstr>NUL NE LE SURPASSE NUL N'EST SON PAREIL</vt:lpstr>
      <vt:lpstr>L'ESPOIR DE SON RETOUR REMPLIT TOUT L'UNIVERS</vt:lpstr>
      <vt:lpstr>OH OH OH, TU ES GLORIEUX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Herve</cp:lastModifiedBy>
  <cp:revision>143</cp:revision>
  <dcterms:created xsi:type="dcterms:W3CDTF">2002-08-17T10:50:50Z</dcterms:created>
  <dcterms:modified xsi:type="dcterms:W3CDTF">2014-05-24T08:10:43Z</dcterms:modified>
</cp:coreProperties>
</file>