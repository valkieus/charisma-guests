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91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37917" autoAdjust="0"/>
  </p:normalViewPr>
  <p:slideViewPr>
    <p:cSldViewPr>
      <p:cViewPr>
        <p:scale>
          <a:sx n="44" d="100"/>
          <a:sy n="44" d="100"/>
        </p:scale>
        <p:origin x="-21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65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C967D7-C610-4698-B93B-74470133A5C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BBBCAB9-B4D6-412D-916D-DBF5FA4E540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CHANT S’ÉLÈVE LES YEUX SE TOURNENT VERS TOI</a:t>
            </a:r>
            <a:br>
              <a:rPr lang="fr-FR" dirty="0" smtClean="0"/>
            </a:br>
            <a:r>
              <a:rPr lang="fr-FR" dirty="0" smtClean="0"/>
              <a:t>2-  SE TOURNENT VERS TOI</a:t>
            </a:r>
            <a:br>
              <a:rPr lang="fr-FR" dirty="0" smtClean="0"/>
            </a:br>
            <a:r>
              <a:rPr lang="fr-FR" dirty="0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NOUS SOMMES EN TA PRÉSENCE </a:t>
            </a:r>
            <a:br>
              <a:rPr lang="fr-FR" dirty="0" smtClean="0"/>
            </a:br>
            <a:r>
              <a:rPr lang="fr-FR" dirty="0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HOSANNA ! HOSANNA 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HOSANNA</a:t>
            </a:r>
            <a:r>
              <a:rPr lang="fr-FR" dirty="0" smtClean="0"/>
              <a:t>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NOUS SOMMES EN TA PRÉSENCE </a:t>
            </a:r>
            <a:br>
              <a:rPr lang="fr-FR" dirty="0" smtClean="0"/>
            </a:br>
            <a:r>
              <a:rPr lang="fr-FR" dirty="0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HOSANNA ! HOSANNA 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HOSANNA</a:t>
            </a:r>
            <a:r>
              <a:rPr lang="fr-FR" dirty="0" smtClean="0"/>
              <a:t>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CHANT S’ÉLÈVE LES YEUX SE TOURNENT VERS TOI</a:t>
            </a:r>
            <a:br>
              <a:rPr lang="fr-FR" dirty="0" smtClean="0"/>
            </a:br>
            <a:r>
              <a:rPr lang="fr-FR" dirty="0" smtClean="0"/>
              <a:t>2-  SE TOURNENT VERS TOI</a:t>
            </a:r>
            <a:br>
              <a:rPr lang="fr-FR" dirty="0" smtClean="0"/>
            </a:br>
            <a:r>
              <a:rPr lang="fr-FR" dirty="0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NOUS SOMMES EN TA PRÉSENCE </a:t>
            </a:r>
            <a:br>
              <a:rPr lang="fr-FR" dirty="0" smtClean="0"/>
            </a:br>
            <a:r>
              <a:rPr lang="fr-FR" dirty="0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HOSANNA ! HOSANNA 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HOSANNA</a:t>
            </a:r>
            <a:r>
              <a:rPr lang="fr-FR" dirty="0" smtClean="0"/>
              <a:t>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HOSANNA, HOSANNA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À TOI LA GLOIRE ET L’HONNEUR HOSANNA, HOSANNA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DANS TON ROYAUME LES VIES BRISÉES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ELLES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 NOUS RETROUVONS LA FORCE DE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CHANT S’ÉLÈVE LES YEUX SE TOURNENT VERS TOI</a:t>
            </a:r>
            <a:br>
              <a:rPr lang="fr-FR" smtClean="0"/>
            </a:br>
            <a:r>
              <a:rPr lang="fr-FR" smtClean="0"/>
              <a:t>2-  SE TOURNENT VERS TOI</a:t>
            </a:r>
            <a:br>
              <a:rPr lang="fr-FR" smtClean="0"/>
            </a:br>
            <a:r>
              <a:rPr lang="fr-FR" smtClean="0"/>
              <a:t>3-  L’ESPOIR RENAÎT LES CŒURS SOUPIRENT APRÈS TOI</a:t>
            </a:r>
          </a:p>
          <a:p>
            <a:r>
              <a:rPr lang="fr-FR" smtClean="0"/>
              <a:t>4-  OUI APRÈS TOI</a:t>
            </a:r>
          </a:p>
          <a:p>
            <a:r>
              <a:rPr lang="fr-FR" smtClean="0"/>
              <a:t>5-  EN TE VOYANT NOUS RETROUVONS LA FORCE DE VIVRE</a:t>
            </a:r>
          </a:p>
          <a:p>
            <a:r>
              <a:rPr lang="fr-FR" smtClean="0"/>
              <a:t>6-  QUAND NOUS SOMMES EN TA PRÉSENCE </a:t>
            </a:r>
            <a:br>
              <a:rPr lang="fr-FR" smtClean="0"/>
            </a:br>
            <a:r>
              <a:rPr lang="fr-FR" smtClean="0"/>
              <a:t>7-  NOS CRAINTES FUIENT ELLES S’ENFUIENT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8-  HOSANNA, HOSANNA TU ES LE ROI, LE SAUVEUR</a:t>
            </a:r>
          </a:p>
          <a:p>
            <a:r>
              <a:rPr lang="fr-FR" smtClean="0"/>
              <a:t>	9-  À TOI LA GLOIRE ET L’HONNEUR HOSANNA, HOSANNA</a:t>
            </a:r>
          </a:p>
          <a:p>
            <a:r>
              <a:rPr lang="fr-FR" smtClean="0"/>
              <a:t>	10-  NOUS T’ACCUEILLONS PARMI NOUS SOIS LE BIENVENU, Ô JÉSUS</a:t>
            </a:r>
          </a:p>
          <a:p>
            <a:endParaRPr lang="fr-FR" smtClean="0"/>
          </a:p>
          <a:p>
            <a:r>
              <a:rPr lang="fr-FR" smtClean="0"/>
              <a:t>11-  ENTENDS LE SON DES CŒURS QUI REVIENNENT À TOI</a:t>
            </a:r>
          </a:p>
          <a:p>
            <a:r>
              <a:rPr lang="fr-FR" smtClean="0"/>
              <a:t>12-  REVIENNENT À TOI</a:t>
            </a:r>
          </a:p>
          <a:p>
            <a:r>
              <a:rPr lang="fr-FR" smtClean="0"/>
              <a:t>13-  DANS TON ROYAUME LES VIES BRISÉES SONT RESTAURÉES</a:t>
            </a:r>
          </a:p>
          <a:p>
            <a:r>
              <a:rPr lang="fr-FR" smtClean="0"/>
              <a:t>14-  SONT RESTAURÉES</a:t>
            </a:r>
          </a:p>
          <a:p>
            <a:r>
              <a:rPr lang="fr-FR" smtClean="0"/>
              <a:t>15-  EN TE VOYANT NOUS RETROUVONS LA FORCE DE VIVRE</a:t>
            </a:r>
          </a:p>
          <a:p>
            <a:r>
              <a:rPr lang="fr-FR" smtClean="0"/>
              <a:t>16-  QUAND NOUS SOMMES EN TA PRÉSENCE NOS CRAINTES FUIENT</a:t>
            </a:r>
          </a:p>
          <a:p>
            <a:r>
              <a:rPr lang="fr-FR" smtClean="0"/>
              <a:t>17-  ELLES S’ENFUIENT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18-  EN TE VOYANT NOUS RETROUVONS LA FORCE DE VIVRE</a:t>
            </a:r>
          </a:p>
          <a:p>
            <a:r>
              <a:rPr lang="fr-FR" smtClean="0"/>
              <a:t>19-  QUAND NOUS SOMMES EN TA PRÉSENCE NOS CRAINTES FUIENT</a:t>
            </a:r>
          </a:p>
          <a:p>
            <a:r>
              <a:rPr lang="fr-FR" smtClean="0"/>
              <a:t>20-  EN TE VOYANT NOUS RETROUVONS LA FORCE DE VIVRE</a:t>
            </a:r>
          </a:p>
          <a:p>
            <a:r>
              <a:rPr lang="fr-FR" smtClean="0"/>
              <a:t>21-  QUAND NOUS SOMMES EN TA PRÉSENCE NOS CRAINTES FUIENT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22-  HOSANNA ! HOSANNA </a:t>
            </a:r>
            <a:br>
              <a:rPr lang="fr-FR" smtClean="0"/>
            </a:br>
            <a:r>
              <a:rPr lang="fr-FR" smtClean="0"/>
              <a:t>       HOSANNA ! HOSANNA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2EFDA-B305-430C-AF11-685D574252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FE2E4-B652-405A-B1EF-1611B13724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B276E-CA64-4461-B9B4-1CA79B3069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0CD84-ACB6-44ED-AEAF-972CE51107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DB9AB-C944-4E77-8B6E-64586CFCD0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DE888-304F-4029-8B63-367A60BB8D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BB787-BB1A-4352-9A00-950B32C3C8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EE141-FF93-4955-8713-A433D57BF6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60E62-0DF7-4995-AB6D-315F1AAF1D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DF547-2906-433E-8098-92B358F1EB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55CB8-7EF5-45FA-AA8F-CD98728B2E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019EB36-94C8-4D9E-AAD3-12DEE0BE26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CHANT S’ÉLÈVE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LES YEUX SE TOURNENT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TOURNENT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/>
              <a:t> </a:t>
            </a:r>
            <a:br>
              <a:rPr lang="fr-FR" sz="4000" dirty="0" smtClean="0"/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L’ESPOIR RENAÎT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LES CŒURS SOUPIRENT APRÈS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APRÈS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TE VOYANT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RETROUVONS LA FORCE DE VIVRE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SOMMES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TA PRÉSENCE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CRAINTES FUIENT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ELLES S’ENFUIENT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HOSANNA, HOSANNA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ROI, LE SAUVEUR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TOI LA GLOIRE ET L’HONNEUR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HOSANNA, HOSANNA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T’ACCUEILLONS PARMI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LE BIENVENU, Ô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ENTENDS LE SON DES CŒURS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QUI REVIENNENT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REVIENNENT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TON ROYAUME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VIES BRISÉES SONT RESTAURÉES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RESTAURÉES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TE VOYANT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RETROUVONS LA FORCE DE VIVRE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SOMMES EN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PRÉSENCE NOS CRAINTES FUIENT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ELLES S’ENFUIENT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TE VOYANT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RETROUVONS LA FORCE DE VIVRE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SOMMES 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TA PRÉSENCE NOS CRAINTES FUIENT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TE VOYANT NOUS RETROUVONS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LA FORCE DE VIVRE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SOMMES 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TA PRÉSENCE NOS CRAINTES FUIENT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 ! HOSANNA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HOSANNA ! HOSANNA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513</Words>
  <Application>Microsoft Office PowerPoint</Application>
  <PresentationFormat>On-screen Show (4:3)</PresentationFormat>
  <Paragraphs>1254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UN CHANT S’ÉLÈVE  LES YEUX SE TOURNENT VERS TOI  </vt:lpstr>
      <vt:lpstr>SE TOURNENT VERS TOI   </vt:lpstr>
      <vt:lpstr>L’ESPOIR RENAÎT  LES CŒURS SOUPIRENT APRÈS TOI</vt:lpstr>
      <vt:lpstr>OUI APRÈS TOI</vt:lpstr>
      <vt:lpstr>EN TE VOYANT  NOUS RETROUVONS LA FORCE DE VIVRE</vt:lpstr>
      <vt:lpstr>QUAND NOUS SOMMES  EN TA PRÉSENCE  </vt:lpstr>
      <vt:lpstr>NOS CRAINTES FUIENT  ELLES S’ENFUIENT</vt:lpstr>
      <vt:lpstr>HOSANNA, HOSANNA TU ES LE ROI, LE SAUVEUR</vt:lpstr>
      <vt:lpstr>À TOI LA GLOIRE ET L’HONNEUR HOSANNA, HOSANNA</vt:lpstr>
      <vt:lpstr>NOUS T’ACCUEILLONS PARMI NOUS SOIS LE BIENVENU, Ô JÉSUS</vt:lpstr>
      <vt:lpstr>ENTENDS LE SON DES CŒURS  QUI REVIENNENT À TOI</vt:lpstr>
      <vt:lpstr>REVIENNENT À TOI</vt:lpstr>
      <vt:lpstr>DANS TON ROYAUME LES VIES BRISÉES SONT RESTAURÉES</vt:lpstr>
      <vt:lpstr>SONT RESTAURÉES</vt:lpstr>
      <vt:lpstr>EN TE VOYANT NOUS RETROUVONS LA FORCE DE VIVRE</vt:lpstr>
      <vt:lpstr>QUAND NOUS SOMMES EN  TA PRÉSENCE NOS CRAINTES FUIENT</vt:lpstr>
      <vt:lpstr>ELLES S’ENFUIENT</vt:lpstr>
      <vt:lpstr>EN TE VOYANT  NOUS RETROUVONS LA FORCE DE VIVRE</vt:lpstr>
      <vt:lpstr>QUAND NOUS SOMMES EN  TA PRÉSENCE NOS CRAINTES FUIENT</vt:lpstr>
      <vt:lpstr>EN TE VOYANT NOUS RETROUVONS  LA FORCE DE VIVRE</vt:lpstr>
      <vt:lpstr>QUAND NOUS SOMMES EN  TA PRÉSENCE NOS CRAINTES FUIENT</vt:lpstr>
      <vt:lpstr>HOSANNA ! HOSANNA  HOSANNA ! HOSANNA 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116</cp:revision>
  <dcterms:created xsi:type="dcterms:W3CDTF">2002-08-17T10:50:50Z</dcterms:created>
  <dcterms:modified xsi:type="dcterms:W3CDTF">2014-05-24T19:22:35Z</dcterms:modified>
</cp:coreProperties>
</file>