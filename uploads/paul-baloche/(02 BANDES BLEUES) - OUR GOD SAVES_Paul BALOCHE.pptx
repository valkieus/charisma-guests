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75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37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83C414-5B1A-4C95-B41B-08AD82CEF7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3831CA-DC30-47DD-89FF-DFE0182ACB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886455-1BD9-4BED-8AB9-AEEACE74FB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0C67E-9D05-41D7-92CE-02C36C2EB4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4054A-2502-47C9-A5DB-5A8EB12F9C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632B65-1EDB-4FB6-9CDE-4A48F396CC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5CE9AD-4069-49C7-9311-1DC92C4604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FE137-78E4-429A-8390-AAE6CBACB2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14A863-EB9C-461B-86DB-C051A2A28C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D69A99-FC68-4521-AF28-7FA8EBED76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F5AFD2-F0B9-49C7-9AE1-378E5F1594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F79CC645-B3D7-4F4A-B702-A6E60ACF6C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560388" y="-100013"/>
            <a:ext cx="8023225" cy="20764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DANS LE NOM DU PÈRE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DANS LE NOM DU FILS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560388" y="-100013"/>
            <a:ext cx="8023225" cy="20764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AU NOM DU SAINT-ESPRIT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NOUS VOICI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560388" y="-100013"/>
            <a:ext cx="8023225" cy="20764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TOUS RASSEMBLÉS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POUR ÉLEVER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-214313" y="-100013"/>
            <a:ext cx="9572626" cy="20764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POUR T’APPELER NOTRE SAUVEUR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POUR VOIR TA GRÂCE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560388" y="-100013"/>
            <a:ext cx="8023225" cy="20764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ENTENDS LE SON JOYEUX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DE NOTRE OFFRANDE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-428625" y="-100013"/>
            <a:ext cx="10001250" cy="20764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COMME LES SAINTS SE PROSTERNENT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COMME TON PEUPLE CHANTE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-428625" y="-100013"/>
            <a:ext cx="10001250" cy="20764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NOUS SERONS ÉLEVÉS AVEC TOI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PORTÉS PAR TES AILES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928688" y="-100013"/>
            <a:ext cx="7072312" cy="20764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ET LE MONDE VERRA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QUE NOTRE DIEU SAUVE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285750" y="-100013"/>
            <a:ext cx="8572500" cy="20764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NOTRE DIEU SAUVE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IL Y A DE L’ESPOIR EN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285750" y="-100013"/>
            <a:ext cx="8572500" cy="2076451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LES LARMES DEVIENNENT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DES CHANTS DE LOUANGE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1785938" y="-100013"/>
            <a:ext cx="5500687" cy="2076451"/>
            <a:chOff x="-114" y="3249"/>
            <a:chExt cx="6078" cy="1071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NOTRE DIEU SAUVE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NOTRE DIEU SAUVE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560388" y="-100013"/>
            <a:ext cx="8023225" cy="2076451"/>
            <a:chOff x="-114" y="3249"/>
            <a:chExt cx="6078" cy="1071"/>
          </a:xfrm>
        </p:grpSpPr>
        <p:sp>
          <p:nvSpPr>
            <p:cNvPr id="1331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IN THE NAME OF THE FATHER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IN THE NAME OF THE 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560388" y="-100013"/>
            <a:ext cx="8023225" cy="2076451"/>
            <a:chOff x="-114" y="3249"/>
            <a:chExt cx="6078" cy="1071"/>
          </a:xfrm>
        </p:grpSpPr>
        <p:sp>
          <p:nvSpPr>
            <p:cNvPr id="1434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434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IN THE NAME OF THE SPIRIT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LORD WE COME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1066800" y="-100013"/>
            <a:ext cx="7010400" cy="2076451"/>
            <a:chOff x="-114" y="3249"/>
            <a:chExt cx="6078" cy="1071"/>
          </a:xfrm>
        </p:grpSpPr>
        <p:sp>
          <p:nvSpPr>
            <p:cNvPr id="1536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536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GATHERED TOGETHER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TO LIFT UP YOUR 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1066800" y="-100013"/>
            <a:ext cx="7010400" cy="2076451"/>
            <a:chOff x="-114" y="3249"/>
            <a:chExt cx="6078" cy="1071"/>
          </a:xfrm>
        </p:grpSpPr>
        <p:sp>
          <p:nvSpPr>
            <p:cNvPr id="1638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638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TO CALL ON OUR SAVIOR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TO FALL ON YOUR GRACE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1066800" y="-100013"/>
            <a:ext cx="7010400" cy="2076451"/>
            <a:chOff x="-114" y="3249"/>
            <a:chExt cx="6078" cy="1071"/>
          </a:xfrm>
        </p:grpSpPr>
        <p:sp>
          <p:nvSpPr>
            <p:cNvPr id="1741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741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HEAR THE JOYFUL SOUND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OF OUR OFFERING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533400" y="-100013"/>
            <a:ext cx="8077200" cy="2076451"/>
            <a:chOff x="-114" y="3249"/>
            <a:chExt cx="6078" cy="1071"/>
          </a:xfrm>
        </p:grpSpPr>
        <p:sp>
          <p:nvSpPr>
            <p:cNvPr id="1843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843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AS YOUR SAINTS BOW DOWN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AS YOUR PEOPLE SING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304800" y="-100013"/>
            <a:ext cx="8534400" cy="2076451"/>
            <a:chOff x="-114" y="3249"/>
            <a:chExt cx="6078" cy="1071"/>
          </a:xfrm>
        </p:grpSpPr>
        <p:sp>
          <p:nvSpPr>
            <p:cNvPr id="1946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946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WE WILL RISE WITH YOU LIFTED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ON YOUR WINGS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152400" y="-100013"/>
            <a:ext cx="8839200" cy="2076451"/>
            <a:chOff x="-114" y="3249"/>
            <a:chExt cx="6078" cy="1071"/>
          </a:xfrm>
        </p:grpSpPr>
        <p:sp>
          <p:nvSpPr>
            <p:cNvPr id="2048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48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AND THE WORLD WILL SEE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1905000" y="-100013"/>
            <a:ext cx="5334000" cy="2076451"/>
            <a:chOff x="-114" y="3249"/>
            <a:chExt cx="6078" cy="1071"/>
          </a:xfrm>
        </p:grpSpPr>
        <p:sp>
          <p:nvSpPr>
            <p:cNvPr id="2150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150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OUR GOD SAVES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OUR GOD SAVES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2133600" y="-100013"/>
            <a:ext cx="4876800" cy="2076451"/>
            <a:chOff x="-114" y="3249"/>
            <a:chExt cx="6078" cy="1071"/>
          </a:xfrm>
        </p:grpSpPr>
        <p:sp>
          <p:nvSpPr>
            <p:cNvPr id="2253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253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THERE IS HOPE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IN YOUR 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1524000" y="-100013"/>
            <a:ext cx="6096000" cy="2076451"/>
            <a:chOff x="-114" y="3249"/>
            <a:chExt cx="6078" cy="1071"/>
          </a:xfrm>
        </p:grpSpPr>
        <p:sp>
          <p:nvSpPr>
            <p:cNvPr id="2355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6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6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355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MOURNING TURNS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TO SONGS OF PRAISE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2133600" y="-100013"/>
            <a:ext cx="4876800" cy="2076451"/>
            <a:chOff x="-114" y="3249"/>
            <a:chExt cx="6078" cy="1071"/>
          </a:xfrm>
        </p:grpSpPr>
        <p:sp>
          <p:nvSpPr>
            <p:cNvPr id="2458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458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333375"/>
            <a:ext cx="9258300" cy="114300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OUR GOD SAVES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OUR GOD SAVES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93</Words>
  <Application>Microsoft PowerPoint</Application>
  <PresentationFormat>On-screen Show (4:3)</PresentationFormat>
  <Paragraphs>23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8" baseType="lpstr">
      <vt:lpstr>Franklin Gothic Medium</vt:lpstr>
      <vt:lpstr>ＭＳ Ｐゴシック</vt:lpstr>
      <vt:lpstr>Arial</vt:lpstr>
      <vt:lpstr>Calibri</vt:lpstr>
      <vt:lpstr>Default Design</vt:lpstr>
      <vt:lpstr>DANS LE NOM DU PÈRE DANS LE NOM DU FILS</vt:lpstr>
      <vt:lpstr>AU NOM DU SAINT-ESPRIT NOUS VOICI</vt:lpstr>
      <vt:lpstr>TOUS RASSEMBLÉS POUR ÉLEVER TON NOM</vt:lpstr>
      <vt:lpstr>POUR T’APPELER NOTRE SAUVEUR POUR VOIR TA GRÂCE</vt:lpstr>
      <vt:lpstr>ENTENDS LE SON JOYEUX DE NOTRE OFFRANDE</vt:lpstr>
      <vt:lpstr>COMME LES SAINTS SE PROSTERNENT COMME TON PEUPLE CHANTE</vt:lpstr>
      <vt:lpstr>NOUS SERONS ÉLEVÉS AVEC TOI PORTÉS PAR TES AILES</vt:lpstr>
      <vt:lpstr>ET LE MONDE VERRA  QUE NOTRE DIEU SAUVE</vt:lpstr>
      <vt:lpstr>NOTRE DIEU SAUVE IL Y A DE L’ESPOIR EN TON NOM</vt:lpstr>
      <vt:lpstr>LES LARMES DEVIENNENT DES CHANTS DE LOUANGE</vt:lpstr>
      <vt:lpstr>NOTRE DIEU SAUVE NOTRE DIEU SAUVE</vt:lpstr>
      <vt:lpstr>IN THE NAME OF THE FATHER IN THE NAME OF THE SON</vt:lpstr>
      <vt:lpstr>IN THE NAME OF THE SPIRIT LORD WE COME</vt:lpstr>
      <vt:lpstr>GATHERED TOGETHER TO LIFT UP YOUR NAME</vt:lpstr>
      <vt:lpstr>TO CALL ON OUR SAVIOR TO FALL ON YOUR GRACE</vt:lpstr>
      <vt:lpstr>HEAR THE JOYFUL SOUND OF OUR OFFERING</vt:lpstr>
      <vt:lpstr>AS YOUR SAINTS BOW DOWN AS YOUR PEOPLE SING </vt:lpstr>
      <vt:lpstr>WE WILL RISE WITH YOU LIFTED ON YOUR WINGS</vt:lpstr>
      <vt:lpstr>AND THE WORLD WILL SEE THAT</vt:lpstr>
      <vt:lpstr>OUR GOD SAVES OUR GOD SAVES</vt:lpstr>
      <vt:lpstr>THERE IS HOPE IN YOUR NAME</vt:lpstr>
      <vt:lpstr>MOURNING TURNS TO SONGS OF PRAISE</vt:lpstr>
      <vt:lpstr>OUR GOD SAVES OUR GOD SAVES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64</cp:revision>
  <dcterms:created xsi:type="dcterms:W3CDTF">2002-08-17T10:50:50Z</dcterms:created>
  <dcterms:modified xsi:type="dcterms:W3CDTF">2010-11-21T17:02:25Z</dcterms:modified>
</cp:coreProperties>
</file>