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037" autoAdjust="0"/>
    <p:restoredTop sz="90929"/>
  </p:normalViewPr>
  <p:slideViewPr>
    <p:cSldViewPr>
      <p:cViewPr varScale="1">
        <p:scale>
          <a:sx n="43" d="100"/>
          <a:sy n="43" d="100"/>
        </p:scale>
        <p:origin x="-90" y="-7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394778-58B3-4BA7-AF9C-DF16E78FCA4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2DAC18-09E0-485C-9D20-B16EC77AD2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4B035E-E7F1-4787-AEC6-BA74529DFB1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5A4233-F1DA-4828-85F1-6F5BCD3DB1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F49355-3E3A-49AC-8C41-96C17910138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15CEB8-0F99-4408-BFE2-E3E258328D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56BD3-FFE5-47DE-9F20-088C8B1F43B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0A856-EAB7-48FC-98D2-9B86794FB63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A2BF4C-52C3-4FD8-A44B-31EFB75048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376C85-92CB-4AA1-893D-A86676E058E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11A18-9A1D-4A75-B7D7-1EEB422FBEB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8CC2810-79EC-4F2B-A7A6-FD76B1C027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0" y="-285750"/>
            <a:ext cx="9144000" cy="2346325"/>
            <a:chOff x="-114" y="3249"/>
            <a:chExt cx="6078" cy="1071"/>
          </a:xfrm>
        </p:grpSpPr>
        <p:sp>
          <p:nvSpPr>
            <p:cNvPr id="307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7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308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308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QUI EST SEMBLABLE AU LION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À L’AGNEAU  ASSIS SUR LE TRÔNE?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394" name="Group 2"/>
          <p:cNvGrpSpPr>
            <a:grpSpLocks/>
          </p:cNvGrpSpPr>
          <p:nvPr/>
        </p:nvGrpSpPr>
        <p:grpSpPr bwMode="auto">
          <a:xfrm>
            <a:off x="-468313" y="-285750"/>
            <a:ext cx="10009188" cy="2346325"/>
            <a:chOff x="-114" y="3249"/>
            <a:chExt cx="6078" cy="1071"/>
          </a:xfrm>
        </p:grpSpPr>
        <p:sp>
          <p:nvSpPr>
            <p:cNvPr id="5939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939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939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5939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5939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59400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LES MONTS S’INCLINENT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L’OCÉAN RUGIT DEVANT LE SEIGNEUR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/>
          <p:cNvGrpSpPr>
            <a:grpSpLocks/>
          </p:cNvGrpSpPr>
          <p:nvPr/>
        </p:nvGrpSpPr>
        <p:grpSpPr bwMode="auto">
          <a:xfrm>
            <a:off x="-252413" y="-285750"/>
            <a:ext cx="9720263" cy="2346325"/>
            <a:chOff x="-114" y="3249"/>
            <a:chExt cx="6078" cy="1071"/>
          </a:xfrm>
        </p:grpSpPr>
        <p:sp>
          <p:nvSpPr>
            <p:cNvPr id="6041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042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042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042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042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0424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LOUEZ ADONAÏ DU LEVER DU SOLEIL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JUSQU’À LA FIN DU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2" name="Group 2"/>
          <p:cNvGrpSpPr>
            <a:grpSpLocks/>
          </p:cNvGrpSpPr>
          <p:nvPr/>
        </p:nvGrpSpPr>
        <p:grpSpPr bwMode="auto">
          <a:xfrm>
            <a:off x="0" y="-285750"/>
            <a:ext cx="9070975" cy="2346325"/>
            <a:chOff x="-114" y="3249"/>
            <a:chExt cx="6078" cy="1071"/>
          </a:xfrm>
        </p:grpSpPr>
        <p:sp>
          <p:nvSpPr>
            <p:cNvPr id="6144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4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4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144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144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LOUEZ ADONAÏ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TOUTES LES NATIONS DU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Group 2"/>
          <p:cNvGrpSpPr>
            <a:grpSpLocks/>
          </p:cNvGrpSpPr>
          <p:nvPr/>
        </p:nvGrpSpPr>
        <p:grpSpPr bwMode="auto">
          <a:xfrm>
            <a:off x="611188" y="-285750"/>
            <a:ext cx="7848600" cy="2346325"/>
            <a:chOff x="-114" y="3249"/>
            <a:chExt cx="6078" cy="1071"/>
          </a:xfrm>
        </p:grpSpPr>
        <p:sp>
          <p:nvSpPr>
            <p:cNvPr id="6246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46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46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247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247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TOUS LES ANGES ET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TOUS LES SAINTS TE LOUENT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490" name="Group 2"/>
          <p:cNvGrpSpPr>
            <a:grpSpLocks/>
          </p:cNvGrpSpPr>
          <p:nvPr/>
        </p:nvGrpSpPr>
        <p:grpSpPr bwMode="auto">
          <a:xfrm>
            <a:off x="-252413" y="-285750"/>
            <a:ext cx="9720263" cy="2346325"/>
            <a:chOff x="-114" y="3249"/>
            <a:chExt cx="6078" cy="1071"/>
          </a:xfrm>
        </p:grpSpPr>
        <p:sp>
          <p:nvSpPr>
            <p:cNvPr id="6349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349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349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349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349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LOUEZ ADONAÏ DU LEVER DU SOLEIL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JUSQU’À LA FIN DU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14" name="Group 2"/>
          <p:cNvGrpSpPr>
            <a:grpSpLocks/>
          </p:cNvGrpSpPr>
          <p:nvPr/>
        </p:nvGrpSpPr>
        <p:grpSpPr bwMode="auto">
          <a:xfrm>
            <a:off x="0" y="-285750"/>
            <a:ext cx="9070975" cy="2346325"/>
            <a:chOff x="-114" y="3249"/>
            <a:chExt cx="6078" cy="1071"/>
          </a:xfrm>
        </p:grpSpPr>
        <p:sp>
          <p:nvSpPr>
            <p:cNvPr id="64515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516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517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4518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4519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4520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LOUEZ ADONAÏ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TOUTES LES NATIONS DU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8" name="Group 2"/>
          <p:cNvGrpSpPr>
            <a:grpSpLocks/>
          </p:cNvGrpSpPr>
          <p:nvPr/>
        </p:nvGrpSpPr>
        <p:grpSpPr bwMode="auto">
          <a:xfrm>
            <a:off x="-469900" y="-285750"/>
            <a:ext cx="10010775" cy="2346325"/>
            <a:chOff x="-114" y="3249"/>
            <a:chExt cx="6078" cy="1071"/>
          </a:xfrm>
        </p:grpSpPr>
        <p:sp>
          <p:nvSpPr>
            <p:cNvPr id="65539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540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541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5542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5543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5544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TOUS LES ANGES ET TOUS LES SAINTS TE LOUENT ADONAÏ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2" name="Group 2"/>
          <p:cNvGrpSpPr>
            <a:grpSpLocks/>
          </p:cNvGrpSpPr>
          <p:nvPr/>
        </p:nvGrpSpPr>
        <p:grpSpPr bwMode="auto">
          <a:xfrm>
            <a:off x="1187450" y="-285750"/>
            <a:ext cx="6838950" cy="2346325"/>
            <a:chOff x="-114" y="3249"/>
            <a:chExt cx="6078" cy="1071"/>
          </a:xfrm>
        </p:grpSpPr>
        <p:sp>
          <p:nvSpPr>
            <p:cNvPr id="66563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6564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6565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6566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6567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6568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DU LEVER DU SOLEIL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JUSQU’À LA FIN DU JOUR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6" name="Group 2"/>
          <p:cNvGrpSpPr>
            <a:grpSpLocks/>
          </p:cNvGrpSpPr>
          <p:nvPr/>
        </p:nvGrpSpPr>
        <p:grpSpPr bwMode="auto">
          <a:xfrm>
            <a:off x="0" y="-285750"/>
            <a:ext cx="9070975" cy="2346325"/>
            <a:chOff x="-114" y="3249"/>
            <a:chExt cx="6078" cy="1071"/>
          </a:xfrm>
        </p:grpSpPr>
        <p:sp>
          <p:nvSpPr>
            <p:cNvPr id="67587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588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589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7590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591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7592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LOUEZ ADONAÏ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TOUTES LES NATIONS DU MONDE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10" name="Group 2"/>
          <p:cNvGrpSpPr>
            <a:grpSpLocks/>
          </p:cNvGrpSpPr>
          <p:nvPr/>
        </p:nvGrpSpPr>
        <p:grpSpPr bwMode="auto">
          <a:xfrm>
            <a:off x="611188" y="-285750"/>
            <a:ext cx="7848600" cy="2346325"/>
            <a:chOff x="-114" y="3249"/>
            <a:chExt cx="6078" cy="1071"/>
          </a:xfrm>
        </p:grpSpPr>
        <p:sp>
          <p:nvSpPr>
            <p:cNvPr id="68611" name="Rectangle 3"/>
            <p:cNvSpPr>
              <a:spLocks noChangeArrowheads="1"/>
            </p:cNvSpPr>
            <p:nvPr/>
          </p:nvSpPr>
          <p:spPr bwMode="auto">
            <a:xfrm>
              <a:off x="-57" y="3351"/>
              <a:ext cx="6021" cy="867"/>
            </a:xfrm>
            <a:prstGeom prst="rect">
              <a:avLst/>
            </a:prstGeom>
            <a:solidFill>
              <a:srgbClr val="314887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8612" name="AutoShape 4"/>
            <p:cNvSpPr>
              <a:spLocks noChangeArrowheads="1"/>
            </p:cNvSpPr>
            <p:nvPr/>
          </p:nvSpPr>
          <p:spPr bwMode="auto">
            <a:xfrm>
              <a:off x="-114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8613" name="AutoShape 5"/>
            <p:cNvSpPr>
              <a:spLocks noChangeArrowheads="1"/>
            </p:cNvSpPr>
            <p:nvPr/>
          </p:nvSpPr>
          <p:spPr bwMode="auto">
            <a:xfrm rot="10800000">
              <a:off x="5551" y="3351"/>
              <a:ext cx="413" cy="867"/>
            </a:xfrm>
            <a:prstGeom prst="flowChartDelay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anchor="ctr"/>
            <a:lstStyle/>
            <a:p>
              <a:endParaRPr lang="fr-FR"/>
            </a:p>
          </p:txBody>
        </p:sp>
        <p:sp>
          <p:nvSpPr>
            <p:cNvPr id="68614" name="Oval 6"/>
            <p:cNvSpPr>
              <a:spLocks noChangeArrowheads="1"/>
            </p:cNvSpPr>
            <p:nvPr/>
          </p:nvSpPr>
          <p:spPr bwMode="auto">
            <a:xfrm>
              <a:off x="3" y="3249"/>
              <a:ext cx="5902" cy="20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8615" name="Oval 7"/>
            <p:cNvSpPr>
              <a:spLocks noChangeArrowheads="1"/>
            </p:cNvSpPr>
            <p:nvPr/>
          </p:nvSpPr>
          <p:spPr bwMode="auto">
            <a:xfrm>
              <a:off x="-114" y="4116"/>
              <a:ext cx="6019" cy="20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8616" name="Rectangle 8"/>
          <p:cNvSpPr>
            <a:spLocks noChangeArrowheads="1"/>
          </p:cNvSpPr>
          <p:nvPr/>
        </p:nvSpPr>
        <p:spPr bwMode="auto">
          <a:xfrm>
            <a:off x="0" y="312738"/>
            <a:ext cx="9177338" cy="1258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TOUS LES ANGES ET</a:t>
            </a:r>
          </a:p>
          <a:p>
            <a:pPr algn="ctr">
              <a:lnSpc>
                <a:spcPct val="90000"/>
              </a:lnSpc>
            </a:pPr>
            <a:r>
              <a:rPr lang="fr-FR" sz="4000">
                <a:solidFill>
                  <a:schemeClr val="bg1"/>
                </a:solidFill>
                <a:latin typeface="Franklin Gothic Medium" pitchFamily="34" charset="0"/>
              </a:rPr>
              <a:t>TOUS LES SAINTS TE LOUENT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1624</TotalTime>
  <Words>99</Words>
  <Application>Microsoft PowerPoint</Application>
  <PresentationFormat>On-screen Show (4:3)</PresentationFormat>
  <Paragraphs>21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Times New Roman</vt:lpstr>
      <vt:lpstr>Arial</vt:lpstr>
      <vt:lpstr>Calibri</vt:lpstr>
      <vt:lpstr>Franklin Gothic Medium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Nelson</cp:lastModifiedBy>
  <cp:revision>44</cp:revision>
  <dcterms:created xsi:type="dcterms:W3CDTF">2002-08-17T09:53:17Z</dcterms:created>
  <dcterms:modified xsi:type="dcterms:W3CDTF">2009-07-09T00:10:30Z</dcterms:modified>
</cp:coreProperties>
</file>