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63" r:id="rId4"/>
    <p:sldId id="295" r:id="rId5"/>
    <p:sldId id="296" r:id="rId6"/>
    <p:sldId id="299" r:id="rId7"/>
    <p:sldId id="275" r:id="rId8"/>
    <p:sldId id="264" r:id="rId9"/>
    <p:sldId id="265" r:id="rId10"/>
    <p:sldId id="257" r:id="rId11"/>
    <p:sldId id="300" r:id="rId12"/>
    <p:sldId id="302" r:id="rId13"/>
    <p:sldId id="267" r:id="rId14"/>
    <p:sldId id="277" r:id="rId15"/>
    <p:sldId id="278" r:id="rId16"/>
    <p:sldId id="282" r:id="rId17"/>
    <p:sldId id="281" r:id="rId18"/>
    <p:sldId id="280" r:id="rId19"/>
    <p:sldId id="283" r:id="rId20"/>
    <p:sldId id="303" r:id="rId21"/>
    <p:sldId id="285" r:id="rId22"/>
    <p:sldId id="286" r:id="rId23"/>
    <p:sldId id="305" r:id="rId24"/>
    <p:sldId id="306" r:id="rId25"/>
    <p:sldId id="307" r:id="rId26"/>
    <p:sldId id="308" r:id="rId27"/>
    <p:sldId id="310" r:id="rId28"/>
    <p:sldId id="312" r:id="rId29"/>
    <p:sldId id="311" r:id="rId30"/>
    <p:sldId id="313" r:id="rId31"/>
    <p:sldId id="314" r:id="rId3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61" autoAdjust="0"/>
    <p:restoredTop sz="90929"/>
  </p:normalViewPr>
  <p:slideViewPr>
    <p:cSldViewPr>
      <p:cViewPr>
        <p:scale>
          <a:sx n="33" d="100"/>
          <a:sy n="33" d="100"/>
        </p:scale>
        <p:origin x="-318" y="-9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B1A67E-1006-4167-8A64-34549590E53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B0A64B-51EE-4E22-A92A-50401A788FF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878739-B0C9-44EC-9089-EBCEC69BA75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C84A41-1C23-4CB2-B095-FA5775A1EFE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6D2E6A-BF7C-4B20-B906-7F7F63741E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6FF92D-6A7E-47D1-90E8-58B3D1CBBEC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7AA80C-51A8-4684-A95C-9A94AF0CC0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2E7F98-DBD0-4F11-A18F-6826F1737F9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4B3D58-0DBD-4D37-83F4-2E9A0147D5D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9ABC76-794E-4A75-AF37-9D8E1CB8A86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F75AD7-5663-4A16-ADFC-0A1E3CD54E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1D05F5F-183E-4676-A4AB-A01D623A12F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8"/>
          <p:cNvGrpSpPr>
            <a:grpSpLocks/>
          </p:cNvGrpSpPr>
          <p:nvPr/>
        </p:nvGrpSpPr>
        <p:grpSpPr bwMode="auto">
          <a:xfrm>
            <a:off x="-285750" y="-285750"/>
            <a:ext cx="9715500" cy="1928813"/>
            <a:chOff x="-114" y="3249"/>
            <a:chExt cx="6078" cy="1071"/>
          </a:xfrm>
        </p:grpSpPr>
        <p:sp>
          <p:nvSpPr>
            <p:cNvPr id="2053" name="Rectangle 19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4" name="AutoShape 20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5" name="AutoShape 21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6" name="Oval 22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7" name="Oval 23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-33338" y="984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UN JOUR NOUVEAU SE LÈVE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J’ÉLÈVERAI MA VOIX POUR TE LOUER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492918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-642938" y="-215900"/>
            <a:ext cx="10429876" cy="1828800"/>
            <a:chOff x="-114" y="3249"/>
            <a:chExt cx="6078" cy="1071"/>
          </a:xfrm>
        </p:grpSpPr>
        <p:sp>
          <p:nvSpPr>
            <p:cNvPr id="307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TON NOM EST SUR MES LÈVRES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J’ÉLÈVERAI MA VOIX POUR TE CHANTER</a:t>
            </a:r>
          </a:p>
        </p:txBody>
      </p:sp>
      <p:sp>
        <p:nvSpPr>
          <p:cNvPr id="3076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0" y="-215900"/>
            <a:ext cx="8715375" cy="1828800"/>
            <a:chOff x="-114" y="3249"/>
            <a:chExt cx="6078" cy="1071"/>
          </a:xfrm>
        </p:grpSpPr>
        <p:sp>
          <p:nvSpPr>
            <p:cNvPr id="410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À TOI SEUL REVIENT LA GLOIRE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À TOI SEUL REVIENT L’HONNEUR	</a:t>
            </a:r>
          </a:p>
        </p:txBody>
      </p:sp>
      <p:sp>
        <p:nvSpPr>
          <p:cNvPr id="4100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2430463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4" name="Group 2"/>
          <p:cNvGrpSpPr>
            <a:grpSpLocks/>
          </p:cNvGrpSpPr>
          <p:nvPr/>
        </p:nvGrpSpPr>
        <p:grpSpPr bwMode="auto">
          <a:xfrm>
            <a:off x="-323850" y="-215900"/>
            <a:ext cx="9796463" cy="1828800"/>
            <a:chOff x="-114" y="3249"/>
            <a:chExt cx="6078" cy="1071"/>
          </a:xfrm>
        </p:grpSpPr>
        <p:sp>
          <p:nvSpPr>
            <p:cNvPr id="3891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91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91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891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891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8920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MON ÂME EST RASSASIÉ DE JOIE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GLOIRE ET HONNEUR TE REVIENNENT	</a:t>
            </a:r>
          </a:p>
        </p:txBody>
      </p:sp>
      <p:sp>
        <p:nvSpPr>
          <p:cNvPr id="38921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2430463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38" name="Group 2"/>
          <p:cNvGrpSpPr>
            <a:grpSpLocks/>
          </p:cNvGrpSpPr>
          <p:nvPr/>
        </p:nvGrpSpPr>
        <p:grpSpPr bwMode="auto">
          <a:xfrm>
            <a:off x="-468313" y="-215900"/>
            <a:ext cx="10083801" cy="1828800"/>
            <a:chOff x="-114" y="3249"/>
            <a:chExt cx="6078" cy="1071"/>
          </a:xfrm>
        </p:grpSpPr>
        <p:sp>
          <p:nvSpPr>
            <p:cNvPr id="3993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994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994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994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994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9944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QUAND LA TERRE ENTIÈRE CHANTE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ELLE S’ÉCRIE ENVERS LE ROI DES ROIS</a:t>
            </a:r>
          </a:p>
        </p:txBody>
      </p:sp>
      <p:sp>
        <p:nvSpPr>
          <p:cNvPr id="39945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2430463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18"/>
          <p:cNvGrpSpPr>
            <a:grpSpLocks/>
          </p:cNvGrpSpPr>
          <p:nvPr/>
        </p:nvGrpSpPr>
        <p:grpSpPr bwMode="auto">
          <a:xfrm>
            <a:off x="-500063" y="-215900"/>
            <a:ext cx="9929813" cy="1828800"/>
            <a:chOff x="-114" y="3249"/>
            <a:chExt cx="6078" cy="1071"/>
          </a:xfrm>
        </p:grpSpPr>
        <p:sp>
          <p:nvSpPr>
            <p:cNvPr id="43011" name="Rectangle 19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3012" name="AutoShape 20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3013" name="AutoShape 21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3014" name="Oval 22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3015" name="Oval 23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3016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GLOIRE ET HONNEUR TE REVIENNENT 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SEIGNEUR, MON ROI</a:t>
            </a:r>
          </a:p>
        </p:txBody>
      </p:sp>
      <p:sp>
        <p:nvSpPr>
          <p:cNvPr id="43017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900113" y="2060575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Chantez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-180975" y="-215900"/>
            <a:ext cx="9521825" cy="2216150"/>
            <a:chOff x="-114" y="3249"/>
            <a:chExt cx="6078" cy="1071"/>
          </a:xfrm>
        </p:grpSpPr>
        <p:sp>
          <p:nvSpPr>
            <p:cNvPr id="512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24130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QUAND TON NOM EST GLORIFIÉ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MON ÂME EST RASSASIÉE DE JOIE</a:t>
            </a:r>
          </a:p>
        </p:txBody>
      </p:sp>
      <p:sp>
        <p:nvSpPr>
          <p:cNvPr id="5124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11188" y="24209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1619250" y="-428625"/>
            <a:ext cx="5832475" cy="2357438"/>
            <a:chOff x="-114" y="3249"/>
            <a:chExt cx="6078" cy="1071"/>
          </a:xfrm>
        </p:grpSpPr>
        <p:sp>
          <p:nvSpPr>
            <p:cNvPr id="614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615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GLOIRE ET HONNEUR 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   TE REVIENNENT	</a:t>
            </a:r>
          </a:p>
        </p:txBody>
      </p:sp>
      <p:sp>
        <p:nvSpPr>
          <p:cNvPr id="6148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827088" y="2060575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-785813" y="-215900"/>
            <a:ext cx="10715626" cy="2216150"/>
            <a:chOff x="-114" y="3249"/>
            <a:chExt cx="6078" cy="1071"/>
          </a:xfrm>
        </p:grpSpPr>
        <p:sp>
          <p:nvSpPr>
            <p:cNvPr id="717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31273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QUAND LA TERRE ENTIÈRE CHANTE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ELLE S’ÉCRIE ENVERS LE ROI DES ROIS </a:t>
            </a:r>
          </a:p>
        </p:txBody>
      </p:sp>
      <p:sp>
        <p:nvSpPr>
          <p:cNvPr id="717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060575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18"/>
          <p:cNvGrpSpPr>
            <a:grpSpLocks/>
          </p:cNvGrpSpPr>
          <p:nvPr/>
        </p:nvGrpSpPr>
        <p:grpSpPr bwMode="auto">
          <a:xfrm>
            <a:off x="-500063" y="-215900"/>
            <a:ext cx="9929813" cy="1828800"/>
            <a:chOff x="-114" y="3249"/>
            <a:chExt cx="6078" cy="1071"/>
          </a:xfrm>
        </p:grpSpPr>
        <p:sp>
          <p:nvSpPr>
            <p:cNvPr id="8197" name="Rectangle 19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8" name="AutoShape 20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9" name="AutoShape 21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00" name="Oval 22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01" name="Oval 23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8195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GLOIRE ET HONNEUR TE REVIENNENT 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SEIGNEUR, MON ROI</a:t>
            </a:r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900113" y="2060575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Chantez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34" name="Group 18"/>
          <p:cNvGrpSpPr>
            <a:grpSpLocks/>
          </p:cNvGrpSpPr>
          <p:nvPr/>
        </p:nvGrpSpPr>
        <p:grpSpPr bwMode="auto">
          <a:xfrm>
            <a:off x="-323850" y="-215900"/>
            <a:ext cx="9936163" cy="1828800"/>
            <a:chOff x="-114" y="3249"/>
            <a:chExt cx="6078" cy="1071"/>
          </a:xfrm>
        </p:grpSpPr>
        <p:sp>
          <p:nvSpPr>
            <p:cNvPr id="44035" name="Rectangle 19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4036" name="AutoShape 20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4037" name="AutoShape 21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44038" name="Oval 22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4039" name="Oval 23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4040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TE REVIENNENT, SEIGNEUR, MON ROI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GLOIRE ET HONNEUR TE REVIENNENT</a:t>
            </a:r>
          </a:p>
        </p:txBody>
      </p:sp>
      <p:sp>
        <p:nvSpPr>
          <p:cNvPr id="44041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900113" y="2060575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Chantez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82" name="Group 18"/>
          <p:cNvGrpSpPr>
            <a:grpSpLocks/>
          </p:cNvGrpSpPr>
          <p:nvPr/>
        </p:nvGrpSpPr>
        <p:grpSpPr bwMode="auto">
          <a:xfrm>
            <a:off x="-323850" y="-215900"/>
            <a:ext cx="9936163" cy="1828800"/>
            <a:chOff x="-114" y="3249"/>
            <a:chExt cx="6078" cy="1071"/>
          </a:xfrm>
        </p:grpSpPr>
        <p:sp>
          <p:nvSpPr>
            <p:cNvPr id="46083" name="Rectangle 19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6084" name="AutoShape 20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6085" name="AutoShape 21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46086" name="Oval 22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6087" name="Oval 23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6088" name="Rectangle 2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TE REVIENNENT, SEIGNEUR, MON ROI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GLOIRE ET HONNEUR TE REVIENNENT</a:t>
            </a:r>
          </a:p>
        </p:txBody>
      </p:sp>
      <p:sp>
        <p:nvSpPr>
          <p:cNvPr id="46089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900113" y="2060575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Chantez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"/>
          <p:cNvGrpSpPr>
            <a:grpSpLocks/>
          </p:cNvGrpSpPr>
          <p:nvPr/>
        </p:nvGrpSpPr>
        <p:grpSpPr bwMode="auto">
          <a:xfrm>
            <a:off x="500063" y="-428625"/>
            <a:ext cx="8215312" cy="2143125"/>
            <a:chOff x="-114" y="3249"/>
            <a:chExt cx="6078" cy="1071"/>
          </a:xfrm>
        </p:grpSpPr>
        <p:sp>
          <p:nvSpPr>
            <p:cNvPr id="1638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639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OH JÉSUS! 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TE REVIENNENT, SEIGNEUR</a:t>
            </a:r>
          </a:p>
        </p:txBody>
      </p:sp>
      <p:sp>
        <p:nvSpPr>
          <p:cNvPr id="16388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Chantez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2"/>
          <p:cNvGrpSpPr>
            <a:grpSpLocks/>
          </p:cNvGrpSpPr>
          <p:nvPr/>
        </p:nvGrpSpPr>
        <p:grpSpPr bwMode="auto">
          <a:xfrm>
            <a:off x="928688" y="-215900"/>
            <a:ext cx="7286625" cy="2073275"/>
            <a:chOff x="-114" y="3249"/>
            <a:chExt cx="6078" cy="1071"/>
          </a:xfrm>
        </p:grpSpPr>
        <p:sp>
          <p:nvSpPr>
            <p:cNvPr id="1741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741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24130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TE REVIENNENT, SEIGNEUR</a:t>
            </a:r>
          </a:p>
          <a:p>
            <a:pPr algn="ctr">
              <a:lnSpc>
                <a:spcPct val="90000"/>
              </a:lnSpc>
            </a:pPr>
            <a:r>
              <a:rPr lang="en-GB" sz="4000">
                <a:solidFill>
                  <a:schemeClr val="bg1"/>
                </a:solidFill>
                <a:latin typeface="Franklin Gothic Medium" pitchFamily="34" charset="0"/>
              </a:rPr>
              <a:t>ELLES TE REVIENNENT</a:t>
            </a:r>
          </a:p>
        </p:txBody>
      </p:sp>
      <p:sp>
        <p:nvSpPr>
          <p:cNvPr id="1741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/>
          <p:cNvGrpSpPr>
            <a:grpSpLocks/>
          </p:cNvGrpSpPr>
          <p:nvPr/>
        </p:nvGrpSpPr>
        <p:grpSpPr bwMode="auto">
          <a:xfrm>
            <a:off x="785813" y="-357188"/>
            <a:ext cx="7500937" cy="1970088"/>
            <a:chOff x="-114" y="3249"/>
            <a:chExt cx="6078" cy="1071"/>
          </a:xfrm>
        </p:grpSpPr>
        <p:sp>
          <p:nvSpPr>
            <p:cNvPr id="1843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3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4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844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OH JÉSUS! 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TE REVIENNENT, SEIGNEUR</a:t>
            </a:r>
          </a:p>
        </p:txBody>
      </p:sp>
      <p:sp>
        <p:nvSpPr>
          <p:cNvPr id="18436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2"/>
          <p:cNvGrpSpPr>
            <a:grpSpLocks/>
          </p:cNvGrpSpPr>
          <p:nvPr/>
        </p:nvGrpSpPr>
        <p:grpSpPr bwMode="auto">
          <a:xfrm>
            <a:off x="785813" y="-357188"/>
            <a:ext cx="7500937" cy="1970088"/>
            <a:chOff x="-114" y="3249"/>
            <a:chExt cx="6078" cy="1071"/>
          </a:xfrm>
        </p:grpSpPr>
        <p:sp>
          <p:nvSpPr>
            <p:cNvPr id="1946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946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TE REVIENNENT, SEIGNEUR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ELLES TE REVIENNENT</a:t>
            </a:r>
          </a:p>
        </p:txBody>
      </p:sp>
      <p:sp>
        <p:nvSpPr>
          <p:cNvPr id="19460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2"/>
          <p:cNvGrpSpPr>
            <a:grpSpLocks/>
          </p:cNvGrpSpPr>
          <p:nvPr/>
        </p:nvGrpSpPr>
        <p:grpSpPr bwMode="auto">
          <a:xfrm>
            <a:off x="785813" y="-357188"/>
            <a:ext cx="7500937" cy="1970088"/>
            <a:chOff x="-114" y="3249"/>
            <a:chExt cx="6078" cy="1071"/>
          </a:xfrm>
        </p:grpSpPr>
        <p:sp>
          <p:nvSpPr>
            <p:cNvPr id="2048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8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LA GLOIRE ET L’HONNEUR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TE REVIENNENT SEIGNEUR</a:t>
            </a:r>
          </a:p>
        </p:txBody>
      </p:sp>
      <p:sp>
        <p:nvSpPr>
          <p:cNvPr id="20484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2"/>
          <p:cNvGrpSpPr>
            <a:grpSpLocks/>
          </p:cNvGrpSpPr>
          <p:nvPr/>
        </p:nvGrpSpPr>
        <p:grpSpPr bwMode="auto">
          <a:xfrm>
            <a:off x="-285750" y="-357188"/>
            <a:ext cx="9715500" cy="1970088"/>
            <a:chOff x="-114" y="3249"/>
            <a:chExt cx="6078" cy="1071"/>
          </a:xfrm>
        </p:grpSpPr>
        <p:sp>
          <p:nvSpPr>
            <p:cNvPr id="2150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151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1507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GLOIRE ET HONNEUR TE REVIENNENT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SEIGNEUR, MON ROI</a:t>
            </a:r>
          </a:p>
        </p:txBody>
      </p:sp>
      <p:sp>
        <p:nvSpPr>
          <p:cNvPr id="21508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2"/>
          <p:cNvGrpSpPr>
            <a:grpSpLocks/>
          </p:cNvGrpSpPr>
          <p:nvPr/>
        </p:nvGrpSpPr>
        <p:grpSpPr bwMode="auto">
          <a:xfrm>
            <a:off x="-714375" y="-146050"/>
            <a:ext cx="10572750" cy="1931988"/>
            <a:chOff x="-114" y="3249"/>
            <a:chExt cx="6078" cy="1071"/>
          </a:xfrm>
        </p:grpSpPr>
        <p:sp>
          <p:nvSpPr>
            <p:cNvPr id="2253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253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24130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SEIGNEUR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GLOIRE ET L’HONNEUR TE REVIENNENT</a:t>
            </a:r>
          </a:p>
        </p:txBody>
      </p:sp>
      <p:sp>
        <p:nvSpPr>
          <p:cNvPr id="2253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06" name="Group 2"/>
          <p:cNvGrpSpPr>
            <a:grpSpLocks/>
          </p:cNvGrpSpPr>
          <p:nvPr/>
        </p:nvGrpSpPr>
        <p:grpSpPr bwMode="auto">
          <a:xfrm>
            <a:off x="0" y="-146050"/>
            <a:ext cx="9144000" cy="1931988"/>
            <a:chOff x="-114" y="3249"/>
            <a:chExt cx="6078" cy="1071"/>
          </a:xfrm>
        </p:grpSpPr>
        <p:sp>
          <p:nvSpPr>
            <p:cNvPr id="4710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710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710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4711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711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7112" name="Rectangle 8"/>
          <p:cNvSpPr>
            <a:spLocks noChangeArrowheads="1"/>
          </p:cNvSpPr>
          <p:nvPr/>
        </p:nvSpPr>
        <p:spPr bwMode="auto">
          <a:xfrm>
            <a:off x="0" y="24130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ELLES TE REVIENNENT, SEIGNEUR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ELLES TE REVIENNENT</a:t>
            </a:r>
          </a:p>
        </p:txBody>
      </p:sp>
      <p:sp>
        <p:nvSpPr>
          <p:cNvPr id="47113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2"/>
          <p:cNvGrpSpPr>
            <a:grpSpLocks/>
          </p:cNvGrpSpPr>
          <p:nvPr/>
        </p:nvGrpSpPr>
        <p:grpSpPr bwMode="auto">
          <a:xfrm>
            <a:off x="714375" y="-357188"/>
            <a:ext cx="7643813" cy="1571626"/>
            <a:chOff x="-114" y="3249"/>
            <a:chExt cx="6078" cy="1071"/>
          </a:xfrm>
        </p:grpSpPr>
        <p:sp>
          <p:nvSpPr>
            <p:cNvPr id="2560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560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5603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LA GLOIRE ET L’HONNEUR</a:t>
            </a:r>
          </a:p>
        </p:txBody>
      </p:sp>
      <p:sp>
        <p:nvSpPr>
          <p:cNvPr id="25604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Group 2"/>
          <p:cNvGrpSpPr>
            <a:grpSpLocks/>
          </p:cNvGrpSpPr>
          <p:nvPr/>
        </p:nvGrpSpPr>
        <p:grpSpPr bwMode="auto">
          <a:xfrm>
            <a:off x="0" y="-357188"/>
            <a:ext cx="9144000" cy="2214563"/>
            <a:chOff x="-114" y="3249"/>
            <a:chExt cx="6078" cy="1071"/>
          </a:xfrm>
        </p:grpSpPr>
        <p:sp>
          <p:nvSpPr>
            <p:cNvPr id="2662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3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3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3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663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6627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À TOI SEUL, REVIENT LA GLOIRE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À TOI SEUL, REVIENT L’HONNEUR</a:t>
            </a:r>
          </a:p>
        </p:txBody>
      </p:sp>
      <p:sp>
        <p:nvSpPr>
          <p:cNvPr id="26628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54" name="Group 2"/>
          <p:cNvGrpSpPr>
            <a:grpSpLocks/>
          </p:cNvGrpSpPr>
          <p:nvPr/>
        </p:nvGrpSpPr>
        <p:grpSpPr bwMode="auto">
          <a:xfrm>
            <a:off x="468313" y="-357188"/>
            <a:ext cx="8134350" cy="1571626"/>
            <a:chOff x="-114" y="3249"/>
            <a:chExt cx="6078" cy="1071"/>
          </a:xfrm>
        </p:grpSpPr>
        <p:sp>
          <p:nvSpPr>
            <p:cNvPr id="4915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915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915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4915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915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9160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THIS IS THE DAY YOU’VE MADE</a:t>
            </a:r>
          </a:p>
        </p:txBody>
      </p:sp>
      <p:sp>
        <p:nvSpPr>
          <p:cNvPr id="49161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78" name="Group 2"/>
          <p:cNvGrpSpPr>
            <a:grpSpLocks/>
          </p:cNvGrpSpPr>
          <p:nvPr/>
        </p:nvGrpSpPr>
        <p:grpSpPr bwMode="auto">
          <a:xfrm>
            <a:off x="1116013" y="-357188"/>
            <a:ext cx="6911975" cy="2214563"/>
            <a:chOff x="-114" y="3249"/>
            <a:chExt cx="6078" cy="1071"/>
          </a:xfrm>
        </p:grpSpPr>
        <p:sp>
          <p:nvSpPr>
            <p:cNvPr id="5017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8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8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018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018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0184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SO I WILL LIFT MY HEART 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AND GIVE YOU PRAISE</a:t>
            </a:r>
          </a:p>
        </p:txBody>
      </p:sp>
      <p:sp>
        <p:nvSpPr>
          <p:cNvPr id="50185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02" name="Group 2"/>
          <p:cNvGrpSpPr>
            <a:grpSpLocks/>
          </p:cNvGrpSpPr>
          <p:nvPr/>
        </p:nvGrpSpPr>
        <p:grpSpPr bwMode="auto">
          <a:xfrm>
            <a:off x="468313" y="-357188"/>
            <a:ext cx="8134350" cy="1571626"/>
            <a:chOff x="-114" y="3249"/>
            <a:chExt cx="6078" cy="1071"/>
          </a:xfrm>
        </p:grpSpPr>
        <p:sp>
          <p:nvSpPr>
            <p:cNvPr id="5120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0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0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120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0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208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THIS IS THE DAY YOU’VE MADE</a:t>
            </a:r>
          </a:p>
        </p:txBody>
      </p:sp>
      <p:sp>
        <p:nvSpPr>
          <p:cNvPr id="51209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26" name="Group 2"/>
          <p:cNvGrpSpPr>
            <a:grpSpLocks/>
          </p:cNvGrpSpPr>
          <p:nvPr/>
        </p:nvGrpSpPr>
        <p:grpSpPr bwMode="auto">
          <a:xfrm>
            <a:off x="1116013" y="-357188"/>
            <a:ext cx="6911975" cy="2214563"/>
            <a:chOff x="-114" y="3249"/>
            <a:chExt cx="6078" cy="1071"/>
          </a:xfrm>
        </p:grpSpPr>
        <p:sp>
          <p:nvSpPr>
            <p:cNvPr id="5222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222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222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223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223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2232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SO I WILL LIFT MY HEART 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AND GIVE YOU PRAISE</a:t>
            </a:r>
          </a:p>
        </p:txBody>
      </p:sp>
      <p:sp>
        <p:nvSpPr>
          <p:cNvPr id="52233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74" name="Group 2"/>
          <p:cNvGrpSpPr>
            <a:grpSpLocks/>
          </p:cNvGrpSpPr>
          <p:nvPr/>
        </p:nvGrpSpPr>
        <p:grpSpPr bwMode="auto">
          <a:xfrm>
            <a:off x="-396875" y="-357188"/>
            <a:ext cx="9864725" cy="1571626"/>
            <a:chOff x="-114" y="3249"/>
            <a:chExt cx="6078" cy="1071"/>
          </a:xfrm>
        </p:grpSpPr>
        <p:sp>
          <p:nvSpPr>
            <p:cNvPr id="5427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427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427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427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427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4280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YOU ARE WORTHY, YOU ARE WORTHY</a:t>
            </a:r>
          </a:p>
        </p:txBody>
      </p:sp>
      <p:sp>
        <p:nvSpPr>
          <p:cNvPr id="54281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22" name="Group 2"/>
          <p:cNvGrpSpPr>
            <a:grpSpLocks/>
          </p:cNvGrpSpPr>
          <p:nvPr/>
        </p:nvGrpSpPr>
        <p:grpSpPr bwMode="auto">
          <a:xfrm>
            <a:off x="0" y="-357188"/>
            <a:ext cx="9070975" cy="1571626"/>
            <a:chOff x="-114" y="3249"/>
            <a:chExt cx="6078" cy="1071"/>
          </a:xfrm>
        </p:grpSpPr>
        <p:sp>
          <p:nvSpPr>
            <p:cNvPr id="5632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632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632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632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632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6328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LORD WHEN YOU ARE GLORIFIED</a:t>
            </a:r>
          </a:p>
        </p:txBody>
      </p:sp>
      <p:sp>
        <p:nvSpPr>
          <p:cNvPr id="56329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98" name="Group 2"/>
          <p:cNvGrpSpPr>
            <a:grpSpLocks/>
          </p:cNvGrpSpPr>
          <p:nvPr/>
        </p:nvGrpSpPr>
        <p:grpSpPr bwMode="auto">
          <a:xfrm>
            <a:off x="-396875" y="-357188"/>
            <a:ext cx="9937750" cy="2214563"/>
            <a:chOff x="-114" y="3249"/>
            <a:chExt cx="6078" cy="1071"/>
          </a:xfrm>
        </p:grpSpPr>
        <p:sp>
          <p:nvSpPr>
            <p:cNvPr id="5529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530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530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530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530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5304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MY HEART IS SATISFIED TO KNOW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ALL PRAISE AND HONOR ARE YOURS</a:t>
            </a:r>
          </a:p>
        </p:txBody>
      </p:sp>
      <p:sp>
        <p:nvSpPr>
          <p:cNvPr id="55305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346" name="Group 2"/>
          <p:cNvGrpSpPr>
            <a:grpSpLocks/>
          </p:cNvGrpSpPr>
          <p:nvPr/>
        </p:nvGrpSpPr>
        <p:grpSpPr bwMode="auto">
          <a:xfrm>
            <a:off x="-396875" y="-357188"/>
            <a:ext cx="9937750" cy="2214563"/>
            <a:chOff x="-114" y="3249"/>
            <a:chExt cx="6078" cy="1071"/>
          </a:xfrm>
        </p:grpSpPr>
        <p:sp>
          <p:nvSpPr>
            <p:cNvPr id="5734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734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734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735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735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7352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AND WHEN ALL CREATION SINGS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TO YOU THE KING OF KINGS WE KNOW</a:t>
            </a:r>
          </a:p>
        </p:txBody>
      </p:sp>
      <p:sp>
        <p:nvSpPr>
          <p:cNvPr id="57353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370" name="Group 2"/>
          <p:cNvGrpSpPr>
            <a:grpSpLocks/>
          </p:cNvGrpSpPr>
          <p:nvPr/>
        </p:nvGrpSpPr>
        <p:grpSpPr bwMode="auto">
          <a:xfrm>
            <a:off x="-323850" y="-357188"/>
            <a:ext cx="9718675" cy="1571626"/>
            <a:chOff x="-114" y="3249"/>
            <a:chExt cx="6078" cy="1071"/>
          </a:xfrm>
        </p:grpSpPr>
        <p:sp>
          <p:nvSpPr>
            <p:cNvPr id="5837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837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837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837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837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8376" name="Rectangle 8"/>
          <p:cNvSpPr>
            <a:spLocks noChangeArrowheads="1"/>
          </p:cNvSpPr>
          <p:nvPr/>
        </p:nvSpPr>
        <p:spPr bwMode="auto">
          <a:xfrm>
            <a:off x="0" y="111125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ALL PRAISE AND HONOR ARE YOURS</a:t>
            </a:r>
          </a:p>
        </p:txBody>
      </p:sp>
      <p:sp>
        <p:nvSpPr>
          <p:cNvPr id="5837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852738"/>
            <a:ext cx="7772400" cy="1143000"/>
          </a:xfrm>
        </p:spPr>
        <p:txBody>
          <a:bodyPr/>
          <a:lstStyle/>
          <a:p>
            <a:pPr eaLnBrk="1" hangingPunct="1"/>
            <a:r>
              <a:rPr lang="fr-FR" smtClean="0"/>
              <a:t>Faites un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1433</TotalTime>
  <Words>322</Words>
  <Application>Microsoft PowerPoint</Application>
  <PresentationFormat>On-screen Show (4:3)</PresentationFormat>
  <Paragraphs>87</Paragraphs>
  <Slides>31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Modèle de conception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6" baseType="lpstr">
      <vt:lpstr>Times New Roman</vt:lpstr>
      <vt:lpstr>Arial</vt:lpstr>
      <vt:lpstr>Calibri</vt:lpstr>
      <vt:lpstr>Franklin Gothic Medium</vt:lpstr>
      <vt:lpstr>Default Design</vt:lpstr>
      <vt:lpstr>Faites un</vt:lpstr>
      <vt:lpstr>Faites un</vt:lpstr>
      <vt:lpstr>Faites un</vt:lpstr>
      <vt:lpstr>Faites un</vt:lpstr>
      <vt:lpstr>Faites un</vt:lpstr>
      <vt:lpstr>Chantez un</vt:lpstr>
      <vt:lpstr>Faites un</vt:lpstr>
      <vt:lpstr>Faites un</vt:lpstr>
      <vt:lpstr>Faites un</vt:lpstr>
      <vt:lpstr>Chantez un</vt:lpstr>
      <vt:lpstr>Chantez un</vt:lpstr>
      <vt:lpstr>Chantez un</vt:lpstr>
      <vt:lpstr>Chantez un</vt:lpstr>
      <vt:lpstr>Faites un</vt:lpstr>
      <vt:lpstr>Faites un</vt:lpstr>
      <vt:lpstr>Faites un</vt:lpstr>
      <vt:lpstr>Faites un</vt:lpstr>
      <vt:lpstr>Faites un</vt:lpstr>
      <vt:lpstr>Faites un</vt:lpstr>
      <vt:lpstr>Faites un</vt:lpstr>
      <vt:lpstr>Faites un</vt:lpstr>
      <vt:lpstr>Faites un</vt:lpstr>
      <vt:lpstr>Faites un</vt:lpstr>
      <vt:lpstr>Faites un</vt:lpstr>
      <vt:lpstr>Faites un</vt:lpstr>
      <vt:lpstr>Faites un</vt:lpstr>
      <vt:lpstr>Faites un</vt:lpstr>
      <vt:lpstr>Faites un</vt:lpstr>
      <vt:lpstr>Faites un</vt:lpstr>
      <vt:lpstr>Faites un</vt:lpstr>
      <vt:lpstr>Faites un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NT</cp:lastModifiedBy>
  <cp:revision>42</cp:revision>
  <dcterms:created xsi:type="dcterms:W3CDTF">2002-08-17T09:53:17Z</dcterms:created>
  <dcterms:modified xsi:type="dcterms:W3CDTF">2010-11-21T15:22:10Z</dcterms:modified>
</cp:coreProperties>
</file>