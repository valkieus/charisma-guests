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4" r:id="rId3"/>
    <p:sldId id="275" r:id="rId4"/>
    <p:sldId id="276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86" r:id="rId14"/>
    <p:sldId id="285" r:id="rId15"/>
    <p:sldId id="287" r:id="rId16"/>
    <p:sldId id="289" r:id="rId17"/>
    <p:sldId id="290" r:id="rId18"/>
    <p:sldId id="291" r:id="rId19"/>
    <p:sldId id="292" r:id="rId20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410" autoAdjust="0"/>
    <p:restoredTop sz="90929"/>
  </p:normalViewPr>
  <p:slideViewPr>
    <p:cSldViewPr>
      <p:cViewPr varScale="1">
        <p:scale>
          <a:sx n="67" d="100"/>
          <a:sy n="67" d="100"/>
        </p:scale>
        <p:origin x="-1110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93B6C8-EDC2-4448-8207-AC0DDF1EF44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B75758-453D-433C-827F-7D017A6783F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C6D389-6B47-466B-8FE8-52DAC5212F7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D73AD1-0323-4EED-8ED0-F3D47F7C443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08B6E1-9E63-4BB5-852C-402C451B947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787E6A-0825-4CEE-921A-A15BD230F7C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B6B60E-17B3-420A-B821-856D4EDB901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F043DB-9EA5-4748-BD92-534F17F0831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85E22E-EEAB-4A85-8295-E52D4880A96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938B5D-B0EA-469A-B369-A4327D52C83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0D2EB0-3446-48DC-BC59-441538F3645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00A2178B-471B-4E4F-B1B6-6392F477625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18"/>
          <p:cNvGrpSpPr>
            <a:grpSpLocks/>
          </p:cNvGrpSpPr>
          <p:nvPr/>
        </p:nvGrpSpPr>
        <p:grpSpPr bwMode="auto">
          <a:xfrm>
            <a:off x="755650" y="-242888"/>
            <a:ext cx="7632700" cy="1928813"/>
            <a:chOff x="-114" y="3249"/>
            <a:chExt cx="6078" cy="1071"/>
          </a:xfrm>
        </p:grpSpPr>
        <p:sp>
          <p:nvSpPr>
            <p:cNvPr id="2053" name="Rectangle 19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4" name="AutoShape 20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5" name="AutoShape 21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056" name="Oval 22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7" name="Oval 23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-33338" y="984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TU DIS : « JE VIS EN 3 JOURS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J’AI VAINCU LA MORT »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1371600" y="4929188"/>
            <a:ext cx="7772400" cy="1143000"/>
          </a:xfrm>
        </p:spPr>
        <p:txBody>
          <a:bodyPr/>
          <a:lstStyle/>
          <a:p>
            <a:pPr eaLnBrk="1" hangingPunct="1"/>
            <a:r>
              <a:rPr lang="fr-FR" smtClean="0"/>
              <a:t>Faites un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2"/>
          <p:cNvGrpSpPr>
            <a:grpSpLocks/>
          </p:cNvGrpSpPr>
          <p:nvPr/>
        </p:nvGrpSpPr>
        <p:grpSpPr bwMode="auto">
          <a:xfrm>
            <a:off x="2700338" y="-215900"/>
            <a:ext cx="3743325" cy="1787525"/>
            <a:chOff x="-114" y="3249"/>
            <a:chExt cx="6078" cy="1071"/>
          </a:xfrm>
        </p:grpSpPr>
        <p:sp>
          <p:nvSpPr>
            <p:cNvPr id="307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308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8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312738"/>
            <a:ext cx="9177338" cy="595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C’EST FAIT!</a:t>
            </a:r>
          </a:p>
        </p:txBody>
      </p:sp>
      <p:sp>
        <p:nvSpPr>
          <p:cNvPr id="3076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852738"/>
            <a:ext cx="7772400" cy="1143000"/>
          </a:xfrm>
        </p:spPr>
        <p:txBody>
          <a:bodyPr/>
          <a:lstStyle/>
          <a:p>
            <a:pPr eaLnBrk="1" hangingPunct="1"/>
            <a:r>
              <a:rPr lang="fr-FR" smtClean="0"/>
              <a:t>Faites un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18"/>
          <p:cNvGrpSpPr>
            <a:grpSpLocks/>
          </p:cNvGrpSpPr>
          <p:nvPr/>
        </p:nvGrpSpPr>
        <p:grpSpPr bwMode="auto">
          <a:xfrm>
            <a:off x="1835150" y="-285750"/>
            <a:ext cx="5473700" cy="1928813"/>
            <a:chOff x="-114" y="3249"/>
            <a:chExt cx="6078" cy="1071"/>
          </a:xfrm>
        </p:grpSpPr>
        <p:sp>
          <p:nvSpPr>
            <p:cNvPr id="4101" name="Rectangle 19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2" name="AutoShape 20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3" name="AutoShape 21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4104" name="Oval 22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5" name="Oval 23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4099" name="Rectangle 2"/>
          <p:cNvSpPr>
            <a:spLocks noChangeArrowheads="1"/>
          </p:cNvSpPr>
          <p:nvPr/>
        </p:nvSpPr>
        <p:spPr bwMode="auto">
          <a:xfrm>
            <a:off x="-33338" y="984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TU VIS À JAMAIS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TU RÈGNES, Ô ROI!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1371600" y="4929188"/>
            <a:ext cx="7772400" cy="1143000"/>
          </a:xfrm>
        </p:spPr>
        <p:txBody>
          <a:bodyPr/>
          <a:lstStyle/>
          <a:p>
            <a:pPr eaLnBrk="1" hangingPunct="1"/>
            <a:r>
              <a:rPr lang="fr-FR" smtClean="0"/>
              <a:t>Faites un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18"/>
          <p:cNvGrpSpPr>
            <a:grpSpLocks/>
          </p:cNvGrpSpPr>
          <p:nvPr/>
        </p:nvGrpSpPr>
        <p:grpSpPr bwMode="auto">
          <a:xfrm>
            <a:off x="395288" y="-242888"/>
            <a:ext cx="8353425" cy="1928813"/>
            <a:chOff x="-114" y="3249"/>
            <a:chExt cx="6078" cy="1071"/>
          </a:xfrm>
        </p:grpSpPr>
        <p:sp>
          <p:nvSpPr>
            <p:cNvPr id="5124" name="Rectangle 19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5" name="AutoShape 20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6" name="AutoShape 21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5127" name="Oval 22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8" name="Oval 23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5123" name="Rectangle 2"/>
          <p:cNvSpPr>
            <a:spLocks noChangeArrowheads="1"/>
          </p:cNvSpPr>
          <p:nvPr/>
        </p:nvSpPr>
        <p:spPr bwMode="auto">
          <a:xfrm>
            <a:off x="-33338" y="984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ET TU DIS QUE TU REVIENDRAS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JE SAIS QUE C’EST VRAI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18"/>
          <p:cNvGrpSpPr>
            <a:grpSpLocks/>
          </p:cNvGrpSpPr>
          <p:nvPr/>
        </p:nvGrpSpPr>
        <p:grpSpPr bwMode="auto">
          <a:xfrm>
            <a:off x="1547813" y="-242888"/>
            <a:ext cx="6048375" cy="1928813"/>
            <a:chOff x="-114" y="3249"/>
            <a:chExt cx="6078" cy="1071"/>
          </a:xfrm>
        </p:grpSpPr>
        <p:sp>
          <p:nvSpPr>
            <p:cNvPr id="6148" name="Rectangle 19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49" name="AutoShape 20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0" name="AutoShape 21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6151" name="Oval 22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2" name="Oval 23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6147" name="Rectangle 2"/>
          <p:cNvSpPr>
            <a:spLocks noChangeArrowheads="1"/>
          </p:cNvSpPr>
          <p:nvPr/>
        </p:nvSpPr>
        <p:spPr bwMode="auto">
          <a:xfrm>
            <a:off x="-33338" y="984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LA TERRE ENTIÈRE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CHANTERA TON NOM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Group 18"/>
          <p:cNvGrpSpPr>
            <a:grpSpLocks/>
          </p:cNvGrpSpPr>
          <p:nvPr/>
        </p:nvGrpSpPr>
        <p:grpSpPr bwMode="auto">
          <a:xfrm>
            <a:off x="1547813" y="-242888"/>
            <a:ext cx="6048375" cy="1928813"/>
            <a:chOff x="-114" y="3249"/>
            <a:chExt cx="6078" cy="1071"/>
          </a:xfrm>
        </p:grpSpPr>
        <p:sp>
          <p:nvSpPr>
            <p:cNvPr id="7172" name="Rectangle 19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3" name="AutoShape 20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4" name="AutoShape 21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7175" name="Oval 22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6" name="Oval 23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7171" name="Rectangle 2"/>
          <p:cNvSpPr>
            <a:spLocks noChangeArrowheads="1"/>
          </p:cNvSpPr>
          <p:nvPr/>
        </p:nvSpPr>
        <p:spPr bwMode="auto">
          <a:xfrm>
            <a:off x="-33338" y="984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SUR TOI, TU PRIS 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NOS PÉCHÉS, Ô ROI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4" name="Group 18"/>
          <p:cNvGrpSpPr>
            <a:grpSpLocks/>
          </p:cNvGrpSpPr>
          <p:nvPr/>
        </p:nvGrpSpPr>
        <p:grpSpPr bwMode="auto">
          <a:xfrm>
            <a:off x="684213" y="-242888"/>
            <a:ext cx="7775575" cy="1928813"/>
            <a:chOff x="-114" y="3249"/>
            <a:chExt cx="6078" cy="1071"/>
          </a:xfrm>
        </p:grpSpPr>
        <p:sp>
          <p:nvSpPr>
            <p:cNvPr id="8196" name="Rectangle 19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197" name="AutoShape 20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198" name="AutoShape 21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8199" name="Oval 22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200" name="Oval 23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8195" name="Rectangle 2"/>
          <p:cNvSpPr>
            <a:spLocks noChangeArrowheads="1"/>
          </p:cNvSpPr>
          <p:nvPr/>
        </p:nvSpPr>
        <p:spPr bwMode="auto">
          <a:xfrm>
            <a:off x="-33338" y="984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ET TU DONNAS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TA VIE, TON SANG POUR MOI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8" name="Group 18"/>
          <p:cNvGrpSpPr>
            <a:grpSpLocks/>
          </p:cNvGrpSpPr>
          <p:nvPr/>
        </p:nvGrpSpPr>
        <p:grpSpPr bwMode="auto">
          <a:xfrm>
            <a:off x="1547813" y="-242888"/>
            <a:ext cx="6048375" cy="1928813"/>
            <a:chOff x="-114" y="3249"/>
            <a:chExt cx="6078" cy="1071"/>
          </a:xfrm>
        </p:grpSpPr>
        <p:sp>
          <p:nvSpPr>
            <p:cNvPr id="9220" name="Rectangle 19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221" name="AutoShape 20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222" name="AutoShape 21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9223" name="Oval 22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224" name="Oval 23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9219" name="Rectangle 2"/>
          <p:cNvSpPr>
            <a:spLocks noChangeArrowheads="1"/>
          </p:cNvSpPr>
          <p:nvPr/>
        </p:nvSpPr>
        <p:spPr bwMode="auto">
          <a:xfrm>
            <a:off x="-33338" y="984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TU VINS À LA CROIX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POUR NOUS SAUVER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2" name="Group 18"/>
          <p:cNvGrpSpPr>
            <a:grpSpLocks/>
          </p:cNvGrpSpPr>
          <p:nvPr/>
        </p:nvGrpSpPr>
        <p:grpSpPr bwMode="auto">
          <a:xfrm>
            <a:off x="1547813" y="-242888"/>
            <a:ext cx="6048375" cy="1928813"/>
            <a:chOff x="-114" y="3249"/>
            <a:chExt cx="6078" cy="1071"/>
          </a:xfrm>
        </p:grpSpPr>
        <p:sp>
          <p:nvSpPr>
            <p:cNvPr id="10244" name="Rectangle 19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45" name="AutoShape 20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46" name="AutoShape 21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0247" name="Oval 22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48" name="Oval 23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0243" name="Rectangle 2"/>
          <p:cNvSpPr>
            <a:spLocks noChangeArrowheads="1"/>
          </p:cNvSpPr>
          <p:nvPr/>
        </p:nvSpPr>
        <p:spPr bwMode="auto">
          <a:xfrm>
            <a:off x="-33338" y="984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À JAMAIS TON AMOUR 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NOUS A CHANGÉS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66" name="Group 18"/>
          <p:cNvGrpSpPr>
            <a:grpSpLocks/>
          </p:cNvGrpSpPr>
          <p:nvPr/>
        </p:nvGrpSpPr>
        <p:grpSpPr bwMode="auto">
          <a:xfrm>
            <a:off x="1143000" y="-242888"/>
            <a:ext cx="6858000" cy="1928813"/>
            <a:chOff x="-114" y="3249"/>
            <a:chExt cx="6078" cy="1071"/>
          </a:xfrm>
        </p:grpSpPr>
        <p:sp>
          <p:nvSpPr>
            <p:cNvPr id="11268" name="Rectangle 19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269" name="AutoShape 20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270" name="AutoShape 21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1271" name="Oval 22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272" name="Oval 23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1267" name="Rectangle 2"/>
          <p:cNvSpPr>
            <a:spLocks noChangeArrowheads="1"/>
          </p:cNvSpPr>
          <p:nvPr/>
        </p:nvSpPr>
        <p:spPr bwMode="auto">
          <a:xfrm>
            <a:off x="-33338" y="984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YOU LIVED YOU DIED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YOU SAID IN THREE DAYS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90" name="Group 18"/>
          <p:cNvGrpSpPr>
            <a:grpSpLocks/>
          </p:cNvGrpSpPr>
          <p:nvPr/>
        </p:nvGrpSpPr>
        <p:grpSpPr bwMode="auto">
          <a:xfrm>
            <a:off x="1143000" y="-242888"/>
            <a:ext cx="6858000" cy="1928813"/>
            <a:chOff x="-114" y="3249"/>
            <a:chExt cx="6078" cy="1071"/>
          </a:xfrm>
        </p:grpSpPr>
        <p:sp>
          <p:nvSpPr>
            <p:cNvPr id="12292" name="Rectangle 19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293" name="AutoShape 20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294" name="AutoShape 21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2295" name="Oval 22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296" name="Oval 23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2291" name="Rectangle 2"/>
          <p:cNvSpPr>
            <a:spLocks noChangeArrowheads="1"/>
          </p:cNvSpPr>
          <p:nvPr/>
        </p:nvSpPr>
        <p:spPr bwMode="auto">
          <a:xfrm>
            <a:off x="-33338" y="984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YOU WOULD RISE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YOU DIED YOU’RE ALIVE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4" name="Group 18"/>
          <p:cNvGrpSpPr>
            <a:grpSpLocks/>
          </p:cNvGrpSpPr>
          <p:nvPr/>
        </p:nvGrpSpPr>
        <p:grpSpPr bwMode="auto">
          <a:xfrm>
            <a:off x="-500063" y="-242888"/>
            <a:ext cx="10144126" cy="1928813"/>
            <a:chOff x="-114" y="3249"/>
            <a:chExt cx="6078" cy="1071"/>
          </a:xfrm>
        </p:grpSpPr>
        <p:sp>
          <p:nvSpPr>
            <p:cNvPr id="13316" name="Rectangle 19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317" name="AutoShape 20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318" name="AutoShape 21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3319" name="Oval 22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320" name="Oval 23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3315" name="Rectangle 2"/>
          <p:cNvSpPr>
            <a:spLocks noChangeArrowheads="1"/>
          </p:cNvSpPr>
          <p:nvPr/>
        </p:nvSpPr>
        <p:spPr bwMode="auto">
          <a:xfrm>
            <a:off x="-33338" y="984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YOU RULE YOU REIGN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YOU SAID YOU’RE COMING BACK AGAIN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38" name="Group 2"/>
          <p:cNvGrpSpPr>
            <a:grpSpLocks/>
          </p:cNvGrpSpPr>
          <p:nvPr/>
        </p:nvGrpSpPr>
        <p:grpSpPr bwMode="auto">
          <a:xfrm>
            <a:off x="1428750" y="-215900"/>
            <a:ext cx="6286500" cy="1787525"/>
            <a:chOff x="-114" y="3249"/>
            <a:chExt cx="6078" cy="1071"/>
          </a:xfrm>
        </p:grpSpPr>
        <p:sp>
          <p:nvSpPr>
            <p:cNvPr id="1434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434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4339" name="Rectangle 8"/>
          <p:cNvSpPr>
            <a:spLocks noChangeArrowheads="1"/>
          </p:cNvSpPr>
          <p:nvPr/>
        </p:nvSpPr>
        <p:spPr bwMode="auto">
          <a:xfrm>
            <a:off x="0" y="312738"/>
            <a:ext cx="9177338" cy="595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I KNOW THAT YOU WILL</a:t>
            </a:r>
          </a:p>
        </p:txBody>
      </p:sp>
      <p:sp>
        <p:nvSpPr>
          <p:cNvPr id="14340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852738"/>
            <a:ext cx="7772400" cy="1143000"/>
          </a:xfrm>
        </p:spPr>
        <p:txBody>
          <a:bodyPr/>
          <a:lstStyle/>
          <a:p>
            <a:pPr eaLnBrk="1" hangingPunct="1"/>
            <a:r>
              <a:rPr lang="fr-FR" smtClean="0"/>
              <a:t>Faites un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2" name="Group 18"/>
          <p:cNvGrpSpPr>
            <a:grpSpLocks/>
          </p:cNvGrpSpPr>
          <p:nvPr/>
        </p:nvGrpSpPr>
        <p:grpSpPr bwMode="auto">
          <a:xfrm>
            <a:off x="1000125" y="-242888"/>
            <a:ext cx="7143750" cy="1928813"/>
            <a:chOff x="-114" y="3249"/>
            <a:chExt cx="6078" cy="1071"/>
          </a:xfrm>
        </p:grpSpPr>
        <p:sp>
          <p:nvSpPr>
            <p:cNvPr id="15364" name="Rectangle 19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365" name="AutoShape 20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366" name="AutoShape 21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5367" name="Oval 22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368" name="Oval 23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5363" name="Rectangle 2"/>
          <p:cNvSpPr>
            <a:spLocks noChangeArrowheads="1"/>
          </p:cNvSpPr>
          <p:nvPr/>
        </p:nvSpPr>
        <p:spPr bwMode="auto">
          <a:xfrm>
            <a:off x="-33338" y="984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AND ALL THE EARTH 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WILL SING YOUR PRAISES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86" name="Group 18"/>
          <p:cNvGrpSpPr>
            <a:grpSpLocks/>
          </p:cNvGrpSpPr>
          <p:nvPr/>
        </p:nvGrpSpPr>
        <p:grpSpPr bwMode="auto">
          <a:xfrm>
            <a:off x="1000125" y="-242888"/>
            <a:ext cx="7143750" cy="1928813"/>
            <a:chOff x="-114" y="3249"/>
            <a:chExt cx="6078" cy="1071"/>
          </a:xfrm>
        </p:grpSpPr>
        <p:sp>
          <p:nvSpPr>
            <p:cNvPr id="16388" name="Rectangle 19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6389" name="AutoShape 20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6390" name="AutoShape 21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6391" name="Oval 22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6392" name="Oval 23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6387" name="Rectangle 2"/>
          <p:cNvSpPr>
            <a:spLocks noChangeArrowheads="1"/>
          </p:cNvSpPr>
          <p:nvPr/>
        </p:nvSpPr>
        <p:spPr bwMode="auto">
          <a:xfrm>
            <a:off x="-33338" y="984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ALL THE EARTH 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WILL SING YOUR PRAISES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10" name="Group 18"/>
          <p:cNvGrpSpPr>
            <a:grpSpLocks/>
          </p:cNvGrpSpPr>
          <p:nvPr/>
        </p:nvGrpSpPr>
        <p:grpSpPr bwMode="auto">
          <a:xfrm>
            <a:off x="214313" y="-242888"/>
            <a:ext cx="8715375" cy="1928813"/>
            <a:chOff x="-114" y="3249"/>
            <a:chExt cx="6078" cy="1071"/>
          </a:xfrm>
        </p:grpSpPr>
        <p:sp>
          <p:nvSpPr>
            <p:cNvPr id="17412" name="Rectangle 19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7413" name="AutoShape 20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7414" name="AutoShape 21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7415" name="Oval 22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7416" name="Oval 23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7411" name="Rectangle 2"/>
          <p:cNvSpPr>
            <a:spLocks noChangeArrowheads="1"/>
          </p:cNvSpPr>
          <p:nvPr/>
        </p:nvSpPr>
        <p:spPr bwMode="auto">
          <a:xfrm>
            <a:off x="-33338" y="984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YOU TOOK 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YOU TAKE OUR SINS AWAY O GOD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4" name="Group 18"/>
          <p:cNvGrpSpPr>
            <a:grpSpLocks/>
          </p:cNvGrpSpPr>
          <p:nvPr/>
        </p:nvGrpSpPr>
        <p:grpSpPr bwMode="auto">
          <a:xfrm>
            <a:off x="0" y="-242888"/>
            <a:ext cx="9144000" cy="1928813"/>
            <a:chOff x="-114" y="3249"/>
            <a:chExt cx="6078" cy="1071"/>
          </a:xfrm>
        </p:grpSpPr>
        <p:sp>
          <p:nvSpPr>
            <p:cNvPr id="18436" name="Rectangle 19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8437" name="AutoShape 20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8438" name="AutoShape 21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8439" name="Oval 22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8440" name="Oval 23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8435" name="Rectangle 2"/>
          <p:cNvSpPr>
            <a:spLocks noChangeArrowheads="1"/>
          </p:cNvSpPr>
          <p:nvPr/>
        </p:nvSpPr>
        <p:spPr bwMode="auto">
          <a:xfrm>
            <a:off x="-33338" y="984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YOU GIVE 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YOU GAVE YOUR LIFE AWAY FOR US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58" name="Group 18"/>
          <p:cNvGrpSpPr>
            <a:grpSpLocks/>
          </p:cNvGrpSpPr>
          <p:nvPr/>
        </p:nvGrpSpPr>
        <p:grpSpPr bwMode="auto">
          <a:xfrm>
            <a:off x="-285750" y="-242888"/>
            <a:ext cx="9715500" cy="1928813"/>
            <a:chOff x="-114" y="3249"/>
            <a:chExt cx="6078" cy="1071"/>
          </a:xfrm>
        </p:grpSpPr>
        <p:sp>
          <p:nvSpPr>
            <p:cNvPr id="19460" name="Rectangle 19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9461" name="AutoShape 20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9462" name="AutoShape 21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19463" name="Oval 22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9464" name="Oval 23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9459" name="Rectangle 2"/>
          <p:cNvSpPr>
            <a:spLocks noChangeArrowheads="1"/>
          </p:cNvSpPr>
          <p:nvPr/>
        </p:nvSpPr>
        <p:spPr bwMode="auto">
          <a:xfrm>
            <a:off x="-33338" y="984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YOU CAME DOWN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YOU SAVED US THROUGH THE CROSS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82" name="Group 18"/>
          <p:cNvGrpSpPr>
            <a:grpSpLocks/>
          </p:cNvGrpSpPr>
          <p:nvPr/>
        </p:nvGrpSpPr>
        <p:grpSpPr bwMode="auto">
          <a:xfrm>
            <a:off x="142875" y="-242888"/>
            <a:ext cx="8858250" cy="1928813"/>
            <a:chOff x="-114" y="3249"/>
            <a:chExt cx="6078" cy="1071"/>
          </a:xfrm>
        </p:grpSpPr>
        <p:sp>
          <p:nvSpPr>
            <p:cNvPr id="20484" name="Rectangle 19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485" name="AutoShape 20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486" name="AutoShape 21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20487" name="Oval 22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488" name="Oval 23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0483" name="Rectangle 2"/>
          <p:cNvSpPr>
            <a:spLocks noChangeArrowheads="1"/>
          </p:cNvSpPr>
          <p:nvPr/>
        </p:nvSpPr>
        <p:spPr bwMode="auto">
          <a:xfrm>
            <a:off x="714375" y="98425"/>
            <a:ext cx="7681913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OUR HEARTS ARE CHANGED 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BECSAUSE OF YOUR GREAT LOVE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1554</TotalTime>
  <Words>169</Words>
  <Application>Microsoft Office PowerPoint</Application>
  <PresentationFormat>On-screen Show (4:3)</PresentationFormat>
  <Paragraphs>40</Paragraphs>
  <Slides>19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4" baseType="lpstr">
      <vt:lpstr>Times New Roman</vt:lpstr>
      <vt:lpstr>Arial</vt:lpstr>
      <vt:lpstr>Calibri</vt:lpstr>
      <vt:lpstr>Franklin Gothic Medium</vt:lpstr>
      <vt:lpstr>Default Design</vt:lpstr>
      <vt:lpstr>Faites un</vt:lpstr>
      <vt:lpstr>Faites un</vt:lpstr>
      <vt:lpstr>Faites un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Faites un</vt:lpstr>
      <vt:lpstr>Diapositive 14</vt:lpstr>
      <vt:lpstr>Diapositive 15</vt:lpstr>
      <vt:lpstr>Diapositive 16</vt:lpstr>
      <vt:lpstr>Diapositive 17</vt:lpstr>
      <vt:lpstr>Diapositive 18</vt:lpstr>
      <vt:lpstr>Diapositive 19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Mireille</cp:lastModifiedBy>
  <cp:revision>45</cp:revision>
  <dcterms:created xsi:type="dcterms:W3CDTF">2002-08-17T09:53:17Z</dcterms:created>
  <dcterms:modified xsi:type="dcterms:W3CDTF">2010-11-21T16:26:33Z</dcterms:modified>
</cp:coreProperties>
</file>