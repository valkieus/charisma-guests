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126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963E176-7D38-45C5-97EA-62CCF77F14A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78006A-38AD-46F6-AE18-82C13513BFF5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53B20C-31B6-4B6E-ADAD-77F2BD90173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7773C9-1BA7-422D-89BD-C4634B2A2E99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FE50B-B4FB-4994-A8BE-472F95F63D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0A57D-613C-4252-A7D6-EE3C2EE148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6A548-4618-4731-97D1-3F37E4B5EB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78349-8EEC-4629-AFC6-B7EB108159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F8AE8-2E9B-4B17-B613-661CF3B63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2286B-6F81-4BCD-87DA-CF023204D0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75529-494F-4EB9-878B-A36697E592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45BF1-8699-4C60-B672-B83775915B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A17B4-6E9E-4517-BEEC-B8BB1AC6A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E7ACF-3D30-4273-89A3-64BB928827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CAB98-1FB6-41A3-888B-17C90B11E7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0155CE8-8A46-460C-BD24-42F59B41AB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SONDE CE MYSTÈRE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REGARDE CETTE CROIX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VOIS LE DIEU SAUVEUR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N’EST PLUS SUR LE BOIS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NUL NE LE SURPASSE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LUI SEUL PEUT SAUVER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PAR SA PUISSANCE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MORT EST TERRASSÉE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GLORIEUX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MES YEUX ONT VU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GLOIRE DU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GLORIEUX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RÈGNE DANS LES CIEUX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SUR LA TERRE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GLORIEUX, GLORIEUX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DIEU TU ES GLORIEUX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AU-DELÀ DU TOMBEAU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VOIS LE DIEU VAINQUEUR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RESSUSCITÉ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RÈGNE SUR MON CŒUR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NUL NE LE SURPASSE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NUL N'EST SON PAREIL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L'ESPOIR DE SON RETOUR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REMPLIT TOUT L'UNIVERS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OH OH, TU ES GLORIEUX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90</Words>
  <Application>Microsoft Office PowerPoint</Application>
  <PresentationFormat>On-screen Show (4:3)</PresentationFormat>
  <Paragraphs>29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61</cp:revision>
  <dcterms:created xsi:type="dcterms:W3CDTF">2002-08-17T12:16:38Z</dcterms:created>
  <dcterms:modified xsi:type="dcterms:W3CDTF">2014-05-24T07:58:47Z</dcterms:modified>
</cp:coreProperties>
</file>