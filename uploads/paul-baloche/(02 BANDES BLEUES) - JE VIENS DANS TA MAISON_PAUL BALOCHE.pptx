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3" r:id="rId4"/>
    <p:sldId id="275" r:id="rId5"/>
    <p:sldId id="264" r:id="rId6"/>
    <p:sldId id="265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0929"/>
  </p:normalViewPr>
  <p:slideViewPr>
    <p:cSldViewPr>
      <p:cViewPr varScale="1">
        <p:scale>
          <a:sx n="49" d="100"/>
          <a:sy n="49" d="100"/>
        </p:scale>
        <p:origin x="-108" y="-6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7A647-872B-43C5-B8D9-76FD836ED5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6B143-2AA5-488A-B8DD-B095243F11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D2070-C8B9-4C6B-9102-8E14B0F843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628D6-A66D-4C46-9FEF-7CB888BEAB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AA406-F6CE-4E14-AED8-6638DD97E7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AF3EE-A344-4527-82F9-3BE4EDB44B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2B15C-2259-4D37-9B61-734B5AD5D2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D1046-F898-4F55-B1AA-AC80F78801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7A386-57F6-4CCA-BE5D-9C37AAD418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79837-0F74-44B8-AEC7-5FD8EFAC9F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61B19-F6DF-4822-8468-BD138A9658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1809E9C-BF40-4362-B96D-6971E2DAC4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>
            <a:grpSpLocks/>
          </p:cNvGrpSpPr>
          <p:nvPr/>
        </p:nvGrpSpPr>
        <p:grpSpPr bwMode="auto">
          <a:xfrm>
            <a:off x="785813" y="-285750"/>
            <a:ext cx="7572375" cy="1928813"/>
            <a:chOff x="-114" y="3249"/>
            <a:chExt cx="6078" cy="1071"/>
          </a:xfrm>
        </p:grpSpPr>
        <p:sp>
          <p:nvSpPr>
            <p:cNvPr id="205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VIENS DANS TA MAISON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VEUX TE RENCONTRER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3574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215900"/>
            <a:ext cx="9144000" cy="1828800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TEL QUE JE SUIS M’ABANDONNER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ALORS QUE NOUS CHANTONS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714375" y="-215900"/>
            <a:ext cx="7786688" cy="1828800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ESPRIT ME REMPLIT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MON ÂME EST LIBÉRÉE</a:t>
            </a: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642938" y="-215900"/>
            <a:ext cx="7858125" cy="1828800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TE VOIS, JE T’ENTENDS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PRÈS DE MOI, TU ES LÀ</a:t>
            </a: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357188" y="-215900"/>
            <a:ext cx="8501062" cy="2144713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VIENS ET SOUFFLE SUR MOI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RESSENS TA PRÉSENCE</a:t>
            </a:r>
          </a:p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	</a:t>
            </a:r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-215900"/>
            <a:ext cx="9144000" cy="2205038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2603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COMME UN FEU, COMME UN VENT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JÉSUS, JE VEUX PLUS DE TOI</a:t>
            </a:r>
          </a:p>
        </p:txBody>
      </p:sp>
      <p:sp>
        <p:nvSpPr>
          <p:cNvPr id="1024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70</Words>
  <Application>Microsoft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Franklin Gothic Medium</vt:lpstr>
      <vt:lpstr>Default Design</vt:lpstr>
      <vt:lpstr>Faites un</vt:lpstr>
      <vt:lpstr>Faites un</vt:lpstr>
      <vt:lpstr>Faites un</vt:lpstr>
      <vt:lpstr>Faites un</vt:lpstr>
      <vt:lpstr>Faites un</vt:lpstr>
      <vt:lpstr>Faites un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Nelson</cp:lastModifiedBy>
  <cp:revision>40</cp:revision>
  <dcterms:created xsi:type="dcterms:W3CDTF">2002-08-17T09:53:17Z</dcterms:created>
  <dcterms:modified xsi:type="dcterms:W3CDTF">2009-07-08T23:35:57Z</dcterms:modified>
</cp:coreProperties>
</file>