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3" r:id="rId2"/>
    <p:sldId id="275" r:id="rId3"/>
    <p:sldId id="272" r:id="rId4"/>
    <p:sldId id="274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91" r:id="rId13"/>
    <p:sldId id="290" r:id="rId14"/>
    <p:sldId id="283" r:id="rId15"/>
    <p:sldId id="284" r:id="rId16"/>
    <p:sldId id="285" r:id="rId17"/>
    <p:sldId id="286" r:id="rId18"/>
    <p:sldId id="287" r:id="rId19"/>
    <p:sldId id="288" r:id="rId20"/>
    <p:sldId id="289" r:id="rId2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61133" autoAdjust="0"/>
  </p:normalViewPr>
  <p:slideViewPr>
    <p:cSldViewPr>
      <p:cViewPr varScale="1">
        <p:scale>
          <a:sx n="63" d="100"/>
          <a:sy n="63" d="100"/>
        </p:scale>
        <p:origin x="-145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18/11/2018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5-  DE TOUT MON ÊTRE  ALORS S’ÉLÈVE UN CHANT 
	6-  DIEU TOUT-PUISSANT  QUE TU ES GRAND ! 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DE TOUT MON ÊTRE ALORS, S’ÉLÈVE UN CHANT 
	12-  DIEU TOUT-PUISSANT QUE TU ES GRAND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***************************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ALORS MON CŒUR REDIT  LA NUIT, LE JOUR 
14-  QUE TU ES BON, Ô DIEU D’AMOUR 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19-  JE REDIRAI DANS  SON DIVIN SÉJOUR  
20-  RIEN N’EST PLUS GRAND  QUE TON AMOUR !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mtClean="0"/>
            </a:br>
            <a:r>
              <a:rPr lang="fr-FR" smtClean="0"/>
              <a:t> 
	5-  DE TOUT MON ÊTRE  ALORS S’ÉLÈVE UN CHANT 
	6-  DIEU TOUT-PUISSANT  QUE TU ES GRAND ! 
</a:t>
            </a:r>
          </a:p>
          <a:p>
            <a:r>
              <a:rPr lang="fr-FR" smtClean="0"/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r>
              <a:rPr lang="fr-FR" smtClean="0"/>
              <a:t>
	11-  DE TOUT MON ÊTRE ALORS, S’ÉLÈVE UN CHANT 
	12-  DIEU TOUT-PUISSANT QUE TU ES GRAND ! 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***************************</a:t>
            </a:r>
          </a:p>
          <a:p>
            <a:r>
              <a:rPr lang="fr-FR" smtClean="0"/>
              <a:t>
13-  ALORS MON CŒUR REDIT  LA NUIT, LE JOUR 
14-  QUE TU ES BON, Ô DIEU D’AMOUR ! </a:t>
            </a:r>
          </a:p>
          <a:p>
            <a:r>
              <a:rPr lang="fr-FR" smtClean="0"/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mtClean="0"/>
            </a:br>
            <a:r>
              <a:rPr lang="fr-FR" smtClean="0"/>
              <a:t> 
19-  JE REDIRAI DANS  SON DIVIN SÉJOUR  
20-  RIEN N’EST PLUS GRAND  QUE TON AMOUR ! 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5-  DE TOUT MON ÊTRE  ALORS S’ÉLÈVE UN CHANT 
	6-  DIEU TOUT-PUISSANT  QUE TU ES GRAND ! 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DE TOUT MON ÊTRE ALORS, S’ÉLÈVE UN CHANT 
	12-  DIEU TOUT-PUISSANT QUE TU ES GRAND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***************************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ALORS MON CŒUR REDIT  LA NUIT, LE JOUR 
14-  QUE TU ES BON, Ô DIEU D’AMOUR 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19-  JE REDIRAI DANS  SON DIVIN SÉJOUR  
20-  RIEN N’EST PLUS GRAND  QUE TON AMOUR !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mtClean="0"/>
            </a:br>
            <a:r>
              <a:rPr lang="fr-FR" smtClean="0"/>
              <a:t> 
	5-  DE TOUT MON ÊTRE  ALORS S’ÉLÈVE UN CHANT 
	6-  DIEU TOUT-PUISSANT  QUE TU ES GRAND ! 
</a:t>
            </a:r>
          </a:p>
          <a:p>
            <a:r>
              <a:rPr lang="fr-FR" smtClean="0"/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r>
              <a:rPr lang="fr-FR" smtClean="0"/>
              <a:t>
	11-  DE TOUT MON ÊTRE ALORS, S’ÉLÈVE UN CHANT 
	12-  DIEU TOUT-PUISSANT QUE TU ES GRAND ! 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***************************</a:t>
            </a:r>
          </a:p>
          <a:p>
            <a:r>
              <a:rPr lang="fr-FR" smtClean="0"/>
              <a:t>
13-  ALORS MON CŒUR REDIT  LA NUIT, LE JOUR 
14-  QUE TU ES BON, Ô DIEU D’AMOUR ! </a:t>
            </a:r>
          </a:p>
          <a:p>
            <a:r>
              <a:rPr lang="fr-FR" smtClean="0"/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mtClean="0"/>
            </a:br>
            <a:r>
              <a:rPr lang="fr-FR" smtClean="0"/>
              <a:t> 
19-  JE REDIRAI DANS  SON DIVIN SÉJOUR  
20-  RIEN N’EST PLUS GRAND  QUE TON AMOUR ! 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	5-  DE TOUT MON ÊTRE  ALORS S’ÉLÈVE UN CHANT 
	6-  DIEU TOUT-PUISSANT  QUE TU ES GRAND ! 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	11-  DE TOUT MON ÊTRE ALORS, S’ÉLÈVE UN CHANT 
	12-  DIEU TOUT-PUISSANT QUE TU ES GRAND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***************************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13-  ALORS MON CŒUR REDIT  LA NUIT, LE JOUR 
14-  QUE TU ES BON, Ô DIEU D’AMOUR 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19-  JE REDIRAI DANS  SON DIVIN SÉJOUR  
20-  RIEN N’EST PLUS GRAND  QUE TON AMOUR !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mtClean="0"/>
            </a:br>
            <a:r>
              <a:rPr lang="fr-FR" smtClean="0"/>
              <a:t> 
	5-  DE TOUT MON ÊTRE  ALORS S’ÉLÈVE UN CHANT 
	6-  DIEU TOUT-PUISSANT  QUE TU ES GRAND ! 
</a:t>
            </a:r>
          </a:p>
          <a:p>
            <a:r>
              <a:rPr lang="fr-FR" smtClean="0"/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r>
              <a:rPr lang="fr-FR" smtClean="0"/>
              <a:t>
	11-  DE TOUT MON ÊTRE ALORS, S’ÉLÈVE UN CHANT 
	12-  DIEU TOUT-PUISSANT QUE TU ES GRAND ! 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***************************</a:t>
            </a:r>
          </a:p>
          <a:p>
            <a:r>
              <a:rPr lang="fr-FR" smtClean="0"/>
              <a:t>
13-  ALORS MON CŒUR REDIT  LA NUIT, LE JOUR 
14-  QUE TU ES BON, Ô DIEU D’AMOUR ! </a:t>
            </a:r>
          </a:p>
          <a:p>
            <a:r>
              <a:rPr lang="fr-FR" smtClean="0"/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mtClean="0"/>
            </a:br>
            <a:r>
              <a:rPr lang="fr-FR" smtClean="0"/>
              <a:t> 
19-  JE REDIRAI DANS  SON DIVIN SÉJOUR  
20-  RIEN N’EST PLUS GRAND  QUE TON AMOUR ! 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	5-  DE TOUT MON ÊTRE  ALORS S’ÉLÈVE UN CHANT 
	6-  DIEU TOUT-PUISSANT  QUE TU ES GRAND ! 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	11-  DE TOUT MON ÊTRE ALORS, S’ÉLÈVE UN CHANT 
	12-  DIEU TOUT-PUISSANT QUE TU ES GRAND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***************************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13-  ALORS MON CŒUR REDIT  LA NUIT, LE JOUR 
14-  QUE TU ES BON, Ô DIEU D’AMOUR 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19-  JE REDIRAI DANS  SON DIVIN SÉJOUR  
20-  RIEN N’EST PLUS GRAND  QUE TON AMOUR !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mtClean="0"/>
            </a:br>
            <a:r>
              <a:rPr lang="fr-FR" smtClean="0"/>
              <a:t> 
	5-  DE TOUT MON ÊTRE  ALORS S’ÉLÈVE UN CHANT 
	6-  DIEU TOUT-PUISSANT  QUE TU ES GRAND ! 
</a:t>
            </a:r>
          </a:p>
          <a:p>
            <a:r>
              <a:rPr lang="fr-FR" smtClean="0"/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r>
              <a:rPr lang="fr-FR" smtClean="0"/>
              <a:t>
	11-  DE TOUT MON ÊTRE ALORS, S’ÉLÈVE UN CHANT 
	12-  DIEU TOUT-PUISSANT QUE TU ES GRAND ! 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***************************</a:t>
            </a:r>
          </a:p>
          <a:p>
            <a:r>
              <a:rPr lang="fr-FR" smtClean="0"/>
              <a:t>
13-  ALORS MON CŒUR REDIT  LA NUIT, LE JOUR 
14-  QUE TU ES BON, Ô DIEU D’AMOUR ! </a:t>
            </a:r>
          </a:p>
          <a:p>
            <a:r>
              <a:rPr lang="fr-FR" smtClean="0"/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mtClean="0"/>
            </a:br>
            <a:r>
              <a:rPr lang="fr-FR" smtClean="0"/>
              <a:t> 
19-  JE REDIRAI DANS  SON DIVIN SÉJOUR  
20-  RIEN N’EST PLUS GRAND  QUE TON AMOUR ! 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	5-  DE TOUT MON ÊTRE  ALORS S’ÉLÈVE UN CHANT 
	6-  DIEU TOUT-PUISSANT  QUE TU ES GRAND ! 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	11-  DE TOUT MON ÊTRE ALORS, S’ÉLÈVE UN CHANT 
	12-  DIEU TOUT-PUISSANT QUE TU ES GRAND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***************************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13-  ALORS MON CŒUR REDIT  LA NUIT, LE JOUR 
14-  QUE TU ES BON, Ô DIEU D’AMOUR 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19-  JE REDIRAI DANS  SON DIVIN SÉJOUR  
20-  RIEN N’EST PLUS GRAND  QUE TON AMOUR !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mtClean="0"/>
            </a:br>
            <a:r>
              <a:rPr lang="fr-FR" smtClean="0"/>
              <a:t> 
	5-  DE TOUT MON ÊTRE  ALORS S’ÉLÈVE UN CHANT 
	6-  DIEU TOUT-PUISSANT  QUE TU ES GRAND ! 
</a:t>
            </a:r>
          </a:p>
          <a:p>
            <a:r>
              <a:rPr lang="fr-FR" smtClean="0"/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r>
              <a:rPr lang="fr-FR" smtClean="0"/>
              <a:t>
	11-  DE TOUT MON ÊTRE ALORS, S’ÉLÈVE UN CHANT 
	12-  DIEU TOUT-PUISSANT QUE TU ES GRAND ! 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***************************</a:t>
            </a:r>
          </a:p>
          <a:p>
            <a:r>
              <a:rPr lang="fr-FR" smtClean="0"/>
              <a:t>
13-  ALORS MON CŒUR REDIT  LA NUIT, LE JOUR 
14-  QUE TU ES BON, Ô DIEU D’AMOUR ! </a:t>
            </a:r>
          </a:p>
          <a:p>
            <a:r>
              <a:rPr lang="fr-FR" smtClean="0"/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mtClean="0"/>
            </a:br>
            <a:r>
              <a:rPr lang="fr-FR" smtClean="0"/>
              <a:t> 
19-  JE REDIRAI DANS  SON DIVIN SÉJOUR  
20-  RIEN N’EST PLUS GRAND  QUE TON AMOUR ! 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	5-  DE TOUT MON ÊTRE  ALORS S’ÉLÈVE UN CHANT 
	6-  DIEU TOUT-PUISSANT  QUE TU ES GRAND ! 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	11-  DE TOUT MON ÊTRE ALORS, S’ÉLÈVE UN CHANT 
	12-  DIEU TOUT-PUISSANT QUE TU ES GRAND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***************************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13-  ALORS MON CŒUR REDIT  LA NUIT, LE JOUR 
14-  QUE TU ES BON, Ô DIEU D’AMOUR 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19-  JE REDIRAI DANS  SON DIVIN SÉJOUR  
20-  RIEN N’EST PLUS GRAND  QUE TON AMOUR !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mtClean="0"/>
            </a:br>
            <a:r>
              <a:rPr lang="fr-FR" smtClean="0"/>
              <a:t> 
	5-  DE TOUT MON ÊTRE  ALORS S’ÉLÈVE UN CHANT 
	6-  DIEU TOUT-PUISSANT  QUE TU ES GRAND ! 
</a:t>
            </a:r>
          </a:p>
          <a:p>
            <a:r>
              <a:rPr lang="fr-FR" smtClean="0"/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r>
              <a:rPr lang="fr-FR" smtClean="0"/>
              <a:t>
	11-  DE TOUT MON ÊTRE ALORS, S’ÉLÈVE UN CHANT 
	12-  DIEU TOUT-PUISSANT QUE TU ES GRAND ! 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***************************</a:t>
            </a:r>
          </a:p>
          <a:p>
            <a:r>
              <a:rPr lang="fr-FR" smtClean="0"/>
              <a:t>
13-  ALORS MON CŒUR REDIT  LA NUIT, LE JOUR 
14-  QUE TU ES BON, Ô DIEU D’AMOUR ! </a:t>
            </a:r>
          </a:p>
          <a:p>
            <a:r>
              <a:rPr lang="fr-FR" smtClean="0"/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mtClean="0"/>
            </a:br>
            <a:r>
              <a:rPr lang="fr-FR" smtClean="0"/>
              <a:t> 
19-  JE REDIRAI DANS  SON DIVIN SÉJOUR  
20-  RIEN N’EST PLUS GRAND  QUE TON AMOUR ! 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	5-  DE TOUT MON ÊTRE  ALORS S’ÉLÈVE UN CHANT 
	6-  DIEU TOUT-PUISSANT  QUE TU ES GRAND ! 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	11-  DE TOUT MON ÊTRE ALORS, S’ÉLÈVE UN CHANT 
	12-  DIEU TOUT-PUISSANT QUE TU ES GRAND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***************************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13-  ALORS MON CŒUR REDIT  LA NUIT, LE JOUR 
14-  QUE TU ES BON, Ô DIEU D’AMOUR 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19-  JE REDIRAI DANS  SON DIVIN SÉJOUR  
20-  RIEN N’EST PLUS GRAND  QUE TON AMOUR !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mtClean="0"/>
            </a:br>
            <a:r>
              <a:rPr lang="fr-FR" smtClean="0"/>
              <a:t> 
	5-  DE TOUT MON ÊTRE  ALORS S’ÉLÈVE UN CHANT 
	6-  DIEU TOUT-PUISSANT  QUE TU ES GRAND ! 
</a:t>
            </a:r>
          </a:p>
          <a:p>
            <a:r>
              <a:rPr lang="fr-FR" smtClean="0"/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r>
              <a:rPr lang="fr-FR" smtClean="0"/>
              <a:t>
	11-  DE TOUT MON ÊTRE ALORS, S’ÉLÈVE UN CHANT 
	12-  DIEU TOUT-PUISSANT QUE TU ES GRAND ! 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***************************</a:t>
            </a:r>
          </a:p>
          <a:p>
            <a:r>
              <a:rPr lang="fr-FR" smtClean="0"/>
              <a:t>
13-  ALORS MON CŒUR REDIT  LA NUIT, LE JOUR 
14-  QUE TU ES BON, Ô DIEU D’AMOUR ! </a:t>
            </a:r>
          </a:p>
          <a:p>
            <a:r>
              <a:rPr lang="fr-FR" smtClean="0"/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mtClean="0"/>
            </a:br>
            <a:r>
              <a:rPr lang="fr-FR" smtClean="0"/>
              <a:t> 
19-  JE REDIRAI DANS  SON DIVIN SÉJOUR  
20-  RIEN N’EST PLUS GRAND  QUE TON AMOUR ! 
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	5-  DE TOUT MON ÊTRE  ALORS S’ÉLÈVE UN CHANT 
	6-  DIEU TOUT-PUISSANT  QUE TU ES GRAND ! 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	11-  DE TOUT MON ÊTRE ALORS, S’ÉLÈVE UN CHANT 
	12-  DIEU TOUT-PUISSANT QUE TU ES GRAND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***************************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13-  ALORS MON CŒUR REDIT  LA NUIT, LE JOUR 
14-  QUE TU ES BON, Ô DIEU D’AMOUR 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19-  JE REDIRAI DANS  SON DIVIN SÉJOUR  
20-  RIEN N’EST PLUS GRAND  QUE TON AMOUR !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mtClean="0"/>
            </a:br>
            <a:r>
              <a:rPr lang="fr-FR" smtClean="0"/>
              <a:t> 
	5-  DE TOUT MON ÊTRE  ALORS S’ÉLÈVE UN CHANT 
	6-  DIEU TOUT-PUISSANT  QUE TU ES GRAND ! 
</a:t>
            </a:r>
          </a:p>
          <a:p>
            <a:r>
              <a:rPr lang="fr-FR" smtClean="0"/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r>
              <a:rPr lang="fr-FR" smtClean="0"/>
              <a:t>
	11-  DE TOUT MON ÊTRE ALORS, S’ÉLÈVE UN CHANT 
	12-  DIEU TOUT-PUISSANT QUE TU ES GRAND ! 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***************************</a:t>
            </a:r>
          </a:p>
          <a:p>
            <a:r>
              <a:rPr lang="fr-FR" smtClean="0"/>
              <a:t>
13-  ALORS MON CŒUR REDIT  LA NUIT, LE JOUR 
14-  QUE TU ES BON, Ô DIEU D’AMOUR ! </a:t>
            </a:r>
          </a:p>
          <a:p>
            <a:r>
              <a:rPr lang="fr-FR" smtClean="0"/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mtClean="0"/>
            </a:br>
            <a:r>
              <a:rPr lang="fr-FR" smtClean="0"/>
              <a:t> 
19-  JE REDIRAI DANS  SON DIVIN SÉJOUR  
20-  RIEN N’EST PLUS GRAND  QUE TON AMOUR ! 
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	5-  DE TOUT MON ÊTRE  ALORS S’ÉLÈVE UN CHANT 
	6-  DIEU TOUT-PUISSANT  QUE TU ES GRAND ! 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	11-  DE TOUT MON ÊTRE ALORS, S’ÉLÈVE UN CHANT 
	12-  DIEU TOUT-PUISSANT QUE TU ES GRAND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***************************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13-  ALORS MON CŒUR REDIT  LA NUIT, LE JOUR 
14-  QUE TU ES BON, Ô DIEU D’AMOUR 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19-  JE REDIRAI DANS  SON DIVIN SÉJOUR  
20-  RIEN N’EST PLUS GRAND  QUE TON AMOUR !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mtClean="0"/>
            </a:br>
            <a:r>
              <a:rPr lang="fr-FR" smtClean="0"/>
              <a:t> 
	5-  DE TOUT MON ÊTRE  ALORS S’ÉLÈVE UN CHANT 
	6-  DIEU TOUT-PUISSANT  QUE TU ES GRAND ! 
</a:t>
            </a:r>
          </a:p>
          <a:p>
            <a:r>
              <a:rPr lang="fr-FR" smtClean="0"/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r>
              <a:rPr lang="fr-FR" smtClean="0"/>
              <a:t>
	11-  DE TOUT MON ÊTRE ALORS, S’ÉLÈVE UN CHANT 
	12-  DIEU TOUT-PUISSANT QUE TU ES GRAND ! 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***************************</a:t>
            </a:r>
          </a:p>
          <a:p>
            <a:r>
              <a:rPr lang="fr-FR" smtClean="0"/>
              <a:t>
13-  ALORS MON CŒUR REDIT  LA NUIT, LE JOUR 
14-  QUE TU ES BON, Ô DIEU D’AMOUR ! </a:t>
            </a:r>
          </a:p>
          <a:p>
            <a:r>
              <a:rPr lang="fr-FR" smtClean="0"/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mtClean="0"/>
            </a:br>
            <a:r>
              <a:rPr lang="fr-FR" smtClean="0"/>
              <a:t> 
19-  JE REDIRAI DANS  SON DIVIN SÉJOUR  
20-  RIEN N’EST PLUS GRAND  QUE TON AMOUR ! 
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	5-  DE TOUT MON ÊTRE  ALORS S’ÉLÈVE UN CHANT 
	6-  DIEU TOUT-PUISSANT  QUE TU ES GRAND ! 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	11-  DE TOUT MON ÊTRE ALORS, S’ÉLÈVE UN CHANT 
	12-  DIEU TOUT-PUISSANT QUE TU ES GRAND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***************************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13-  ALORS MON CŒUR REDIT  LA NUIT, LE JOUR 
14-  QUE TU ES BON, Ô DIEU D’AMOUR 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19-  JE REDIRAI DANS  SON DIVIN SÉJOUR  
20-  RIEN N’EST PLUS GRAND  QUE TON AMOUR !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mtClean="0"/>
            </a:br>
            <a:r>
              <a:rPr lang="fr-FR" smtClean="0"/>
              <a:t> 
	5-  DE TOUT MON ÊTRE  ALORS S’ÉLÈVE UN CHANT 
	6-  DIEU TOUT-PUISSANT  QUE TU ES GRAND ! 
</a:t>
            </a:r>
          </a:p>
          <a:p>
            <a:r>
              <a:rPr lang="fr-FR" smtClean="0"/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r>
              <a:rPr lang="fr-FR" smtClean="0"/>
              <a:t>
	11-  DE TOUT MON ÊTRE ALORS, S’ÉLÈVE UN CHANT 
	12-  DIEU TOUT-PUISSANT QUE TU ES GRAND ! 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***************************</a:t>
            </a:r>
          </a:p>
          <a:p>
            <a:r>
              <a:rPr lang="fr-FR" smtClean="0"/>
              <a:t>
13-  ALORS MON CŒUR REDIT  LA NUIT, LE JOUR 
14-  QUE TU ES BON, Ô DIEU D’AMOUR ! </a:t>
            </a:r>
          </a:p>
          <a:p>
            <a:r>
              <a:rPr lang="fr-FR" smtClean="0"/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mtClean="0"/>
            </a:br>
            <a:r>
              <a:rPr lang="fr-FR" smtClean="0"/>
              <a:t> 
19-  JE REDIRAI DANS  SON DIVIN SÉJOUR  
20-  RIEN N’EST PLUS GRAND  QUE TON AMOUR ! 
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	5-  DE TOUT MON ÊTRE  ALORS S’ÉLÈVE UN CHANT 
	6-  DIEU TOUT-PUISSANT  QUE TU ES GRAND ! 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	11-  DE TOUT MON ÊTRE ALORS, S’ÉLÈVE UN CHANT 
	12-  DIEU TOUT-PUISSANT QUE TU ES GRAND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***************************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13-  ALORS MON CŒUR REDIT  LA NUIT, LE JOUR 
14-  QUE TU ES BON, Ô DIEU D’AMOUR 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19-  JE REDIRAI DANS  SON DIVIN SÉJOUR  
20-  RIEN N’EST PLUS GRAND  QUE TON AMOUR !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mtClean="0"/>
            </a:br>
            <a:r>
              <a:rPr lang="fr-FR" smtClean="0"/>
              <a:t> 
	5-  DE TOUT MON ÊTRE  ALORS S’ÉLÈVE UN CHANT 
	6-  DIEU TOUT-PUISSANT  QUE TU ES GRAND ! 
</a:t>
            </a:r>
          </a:p>
          <a:p>
            <a:r>
              <a:rPr lang="fr-FR" smtClean="0"/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r>
              <a:rPr lang="fr-FR" smtClean="0"/>
              <a:t>
	11-  DE TOUT MON ÊTRE ALORS, S’ÉLÈVE UN CHANT 
	12-  DIEU TOUT-PUISSANT QUE TU ES GRAND ! 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***************************</a:t>
            </a:r>
          </a:p>
          <a:p>
            <a:r>
              <a:rPr lang="fr-FR" smtClean="0"/>
              <a:t>
13-  ALORS MON CŒUR REDIT  LA NUIT, LE JOUR 
14-  QUE TU ES BON, Ô DIEU D’AMOUR ! </a:t>
            </a:r>
          </a:p>
          <a:p>
            <a:r>
              <a:rPr lang="fr-FR" smtClean="0"/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mtClean="0"/>
            </a:br>
            <a:r>
              <a:rPr lang="fr-FR" smtClean="0"/>
              <a:t> 
19-  JE REDIRAI DANS  SON DIVIN SÉJOUR  
20-  RIEN N’EST PLUS GRAND  QUE TON AMOUR ! 
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	5-  DE TOUT MON ÊTRE  ALORS S’ÉLÈVE UN CHANT 
	6-  DIEU TOUT-PUISSANT  QUE TU ES GRAND ! 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	11-  DE TOUT MON ÊTRE ALORS, S’ÉLÈVE UN CHANT 
	12-  DIEU TOUT-PUISSANT QUE TU ES GRAND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***************************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13-  ALORS MON CŒUR REDIT  LA NUIT, LE JOUR 
14-  QUE TU ES BON, Ô DIEU D’AMOUR 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19-  JE REDIRAI DANS  SON DIVIN SÉJOUR  
20-  RIEN N’EST PLUS GRAND  QUE TON AMOUR !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mtClean="0"/>
            </a:br>
            <a:r>
              <a:rPr lang="fr-FR" smtClean="0"/>
              <a:t> 
	5-  DE TOUT MON ÊTRE  ALORS S’ÉLÈVE UN CHANT 
	6-  DIEU TOUT-PUISSANT  QUE TU ES GRAND ! 
</a:t>
            </a:r>
          </a:p>
          <a:p>
            <a:r>
              <a:rPr lang="fr-FR" smtClean="0"/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r>
              <a:rPr lang="fr-FR" smtClean="0"/>
              <a:t>
	11-  DE TOUT MON ÊTRE ALORS, S’ÉLÈVE UN CHANT 
	12-  DIEU TOUT-PUISSANT QUE TU ES GRAND ! 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***************************</a:t>
            </a:r>
          </a:p>
          <a:p>
            <a:r>
              <a:rPr lang="fr-FR" smtClean="0"/>
              <a:t>
13-  ALORS MON CŒUR REDIT  LA NUIT, LE JOUR 
14-  QUE TU ES BON, Ô DIEU D’AMOUR ! </a:t>
            </a:r>
          </a:p>
          <a:p>
            <a:r>
              <a:rPr lang="fr-FR" smtClean="0"/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mtClean="0"/>
            </a:br>
            <a:r>
              <a:rPr lang="fr-FR" smtClean="0"/>
              <a:t> 
19-  JE REDIRAI DANS  SON DIVIN SÉJOUR  
20-  RIEN N’EST PLUS GRAND  QUE TON AMOUR ! 
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	5-  DE TOUT MON ÊTRE  ALORS S’ÉLÈVE UN CHANT 
	6-  DIEU TOUT-PUISSANT  QUE TU ES GRAND ! 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	11-  DE TOUT MON ÊTRE ALORS, S’ÉLÈVE UN CHANT 
	12-  DIEU TOUT-PUISSANT QUE TU ES GRAND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***************************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13-  ALORS MON CŒUR REDIT  LA NUIT, LE JOUR 
14-  QUE TU ES BON, Ô DIEU D’AMOUR 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19-  JE REDIRAI DANS  SON DIVIN SÉJOUR  
20-  RIEN N’EST PLUS GRAND  QUE TON AMOUR !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mtClean="0"/>
            </a:br>
            <a:r>
              <a:rPr lang="fr-FR" smtClean="0"/>
              <a:t> 
	5-  DE TOUT MON ÊTRE  ALORS S’ÉLÈVE UN CHANT 
	6-  DIEU TOUT-PUISSANT  QUE TU ES GRAND ! 
</a:t>
            </a:r>
          </a:p>
          <a:p>
            <a:r>
              <a:rPr lang="fr-FR" smtClean="0"/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r>
              <a:rPr lang="fr-FR" smtClean="0"/>
              <a:t>
	11-  DE TOUT MON ÊTRE ALORS, S’ÉLÈVE UN CHANT 
	12-  DIEU TOUT-PUISSANT QUE TU ES GRAND ! 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***************************</a:t>
            </a:r>
          </a:p>
          <a:p>
            <a:r>
              <a:rPr lang="fr-FR" smtClean="0"/>
              <a:t>
13-  ALORS MON CŒUR REDIT  LA NUIT, LE JOUR 
14-  QUE TU ES BON, Ô DIEU D’AMOUR ! </a:t>
            </a:r>
          </a:p>
          <a:p>
            <a:r>
              <a:rPr lang="fr-FR" smtClean="0"/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mtClean="0"/>
            </a:br>
            <a:r>
              <a:rPr lang="fr-FR" smtClean="0"/>
              <a:t> 
19-  JE REDIRAI DANS  SON DIVIN SÉJOUR  
20-  RIEN N’EST PLUS GRAND  QUE TON AMOUR ! 
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	5-  DE TOUT MON ÊTRE  ALORS S’ÉLÈVE UN CHANT 
	6-  DIEU TOUT-PUISSANT  QUE TU ES GRAND ! 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	11-  DE TOUT MON ÊTRE ALORS, S’ÉLÈVE UN CHANT 
	12-  DIEU TOUT-PUISSANT QUE TU ES GRAND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***************************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13-  ALORS MON CŒUR REDIT  LA NUIT, LE JOUR 
14-  QUE TU ES BON, Ô DIEU D’AMOUR 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19-  JE REDIRAI DANS  SON DIVIN SÉJOUR  
20-  RIEN N’EST PLUS GRAND  QUE TON AMOUR !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mtClean="0"/>
            </a:br>
            <a:r>
              <a:rPr lang="fr-FR" smtClean="0"/>
              <a:t> 
	5-  DE TOUT MON ÊTRE  ALORS S’ÉLÈVE UN CHANT 
	6-  DIEU TOUT-PUISSANT  QUE TU ES GRAND ! 
</a:t>
            </a:r>
          </a:p>
          <a:p>
            <a:r>
              <a:rPr lang="fr-FR" smtClean="0"/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r>
              <a:rPr lang="fr-FR" smtClean="0"/>
              <a:t>
	11-  DE TOUT MON ÊTRE ALORS, S’ÉLÈVE UN CHANT 
	12-  DIEU TOUT-PUISSANT QUE TU ES GRAND ! 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***************************</a:t>
            </a:r>
          </a:p>
          <a:p>
            <a:r>
              <a:rPr lang="fr-FR" smtClean="0"/>
              <a:t>
13-  ALORS MON CŒUR REDIT  LA NUIT, LE JOUR 
14-  QUE TU ES BON, Ô DIEU D’AMOUR ! </a:t>
            </a:r>
          </a:p>
          <a:p>
            <a:r>
              <a:rPr lang="fr-FR" smtClean="0"/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mtClean="0"/>
            </a:br>
            <a:r>
              <a:rPr lang="fr-FR" smtClean="0"/>
              <a:t> 
19-  JE REDIRAI DANS  SON DIVIN SÉJOUR  
20-  RIEN N’EST PLUS GRAND  QUE TON AMOUR ! 
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	5-  DE TOUT MON ÊTRE  ALORS S’ÉLÈVE UN CHANT 
	6-  DIEU TOUT-PUISSANT  QUE TU ES GRAND ! 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	11-  DE TOUT MON ÊTRE ALORS, S’ÉLÈVE UN CHANT 
	12-  DIEU TOUT-PUISSANT QUE TU ES GRAND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***************************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13-  ALORS MON CŒUR REDIT  LA NUIT, LE JOUR 
14-  QUE TU ES BON, Ô DIEU D’AMOUR 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19-  JE REDIRAI DANS  SON DIVIN SÉJOUR  
20-  RIEN N’EST PLUS GRAND  QUE TON AMOUR !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mtClean="0"/>
            </a:br>
            <a:r>
              <a:rPr lang="fr-FR" smtClean="0"/>
              <a:t> 
	5-  DE TOUT MON ÊTRE  ALORS S’ÉLÈVE UN CHANT 
	6-  DIEU TOUT-PUISSANT  QUE TU ES GRAND ! 
</a:t>
            </a:r>
          </a:p>
          <a:p>
            <a:r>
              <a:rPr lang="fr-FR" smtClean="0"/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r>
              <a:rPr lang="fr-FR" smtClean="0"/>
              <a:t>
	11-  DE TOUT MON ÊTRE ALORS, S’ÉLÈVE UN CHANT 
	12-  DIEU TOUT-PUISSANT QUE TU ES GRAND ! 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***************************</a:t>
            </a:r>
          </a:p>
          <a:p>
            <a:r>
              <a:rPr lang="fr-FR" smtClean="0"/>
              <a:t>
13-  ALORS MON CŒUR REDIT  LA NUIT, LE JOUR 
14-  QUE TU ES BON, Ô DIEU D’AMOUR ! </a:t>
            </a:r>
          </a:p>
          <a:p>
            <a:r>
              <a:rPr lang="fr-FR" smtClean="0"/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mtClean="0"/>
            </a:br>
            <a:r>
              <a:rPr lang="fr-FR" smtClean="0"/>
              <a:t> 
19-  JE REDIRAI DANS  SON DIVIN SÉJOUR  
20-  RIEN N’EST PLUS GRAND  QUE TON AMOUR ! 
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	5-  DE TOUT MON ÊTRE  ALORS S’ÉLÈVE UN CHANT 
	6-  DIEU TOUT-PUISSANT  QUE TU ES GRAND ! 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	11-  DE TOUT MON ÊTRE ALORS, S’ÉLÈVE UN CHANT 
	12-  DIEU TOUT-PUISSANT QUE TU ES GRAND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***************************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13-  ALORS MON CŒUR REDIT  LA NUIT, LE JOUR 
14-  QUE TU ES BON, Ô DIEU D’AMOUR 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19-  JE REDIRAI DANS  SON DIVIN SÉJOUR  
20-  RIEN N’EST PLUS GRAND  QUE TON AMOUR !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mtClean="0"/>
            </a:br>
            <a:r>
              <a:rPr lang="fr-FR" smtClean="0"/>
              <a:t> 
	5-  DE TOUT MON ÊTRE  ALORS S’ÉLÈVE UN CHANT 
	6-  DIEU TOUT-PUISSANT  QUE TU ES GRAND ! 
</a:t>
            </a:r>
          </a:p>
          <a:p>
            <a:r>
              <a:rPr lang="fr-FR" smtClean="0"/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r>
              <a:rPr lang="fr-FR" smtClean="0"/>
              <a:t>
	11-  DE TOUT MON ÊTRE ALORS, S’ÉLÈVE UN CHANT 
	12-  DIEU TOUT-PUISSANT QUE TU ES GRAND ! 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***************************</a:t>
            </a:r>
          </a:p>
          <a:p>
            <a:r>
              <a:rPr lang="fr-FR" smtClean="0"/>
              <a:t>
13-  ALORS MON CŒUR REDIT  LA NUIT, LE JOUR 
14-  QUE TU ES BON, Ô DIEU D’AMOUR ! </a:t>
            </a:r>
          </a:p>
          <a:p>
            <a:r>
              <a:rPr lang="fr-FR" smtClean="0"/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mtClean="0"/>
            </a:br>
            <a:r>
              <a:rPr lang="fr-FR" smtClean="0"/>
              <a:t> 
19-  JE REDIRAI DANS  SON DIVIN SÉJOUR  
20-  RIEN N’EST PLUS GRAND  QUE TON AMOUR ! 
</a:t>
            </a: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	5-  DE TOUT MON ÊTRE  ALORS S’ÉLÈVE UN CHANT 
	6-  DIEU TOUT-PUISSANT  QUE TU ES GRAND ! 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	11-  DE TOUT MON ÊTRE ALORS, S’ÉLÈVE UN CHANT 
	12-  DIEU TOUT-PUISSANT QUE TU ES GRAND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***************************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13-  ALORS MON CŒUR REDIT  LA NUIT, LE JOUR 
14-  QUE TU ES BON, Ô DIEU D’AMOUR 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19-  JE REDIRAI DANS  SON DIVIN SÉJOUR  
20-  RIEN N’EST PLUS GRAND  QUE TON AMOUR !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mtClean="0"/>
            </a:br>
            <a:r>
              <a:rPr lang="fr-FR" smtClean="0"/>
              <a:t> 
	5-  DE TOUT MON ÊTRE  ALORS S’ÉLÈVE UN CHANT 
	6-  DIEU TOUT-PUISSANT  QUE TU ES GRAND ! 
</a:t>
            </a:r>
          </a:p>
          <a:p>
            <a:r>
              <a:rPr lang="fr-FR" smtClean="0"/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r>
              <a:rPr lang="fr-FR" smtClean="0"/>
              <a:t>
	11-  DE TOUT MON ÊTRE ALORS, S’ÉLÈVE UN CHANT 
	12-  DIEU TOUT-PUISSANT QUE TU ES GRAND ! 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***************************</a:t>
            </a:r>
          </a:p>
          <a:p>
            <a:r>
              <a:rPr lang="fr-FR" smtClean="0"/>
              <a:t>
13-  ALORS MON CŒUR REDIT  LA NUIT, LE JOUR 
14-  QUE TU ES BON, Ô DIEU D’AMOUR ! </a:t>
            </a:r>
          </a:p>
          <a:p>
            <a:r>
              <a:rPr lang="fr-FR" smtClean="0"/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mtClean="0"/>
            </a:br>
            <a:r>
              <a:rPr lang="fr-FR" smtClean="0"/>
              <a:t> 
19-  JE REDIRAI DANS  SON DIVIN SÉJOUR  
20-  RIEN N’EST PLUS GRAND  QUE TON AMOUR ! 
</a:t>
            </a: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	5-  DE TOUT MON ÊTRE  ALORS S’ÉLÈVE UN CHANT 
	6-  DIEU TOUT-PUISSANT  QUE TU ES GRAND ! 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	11-  DE TOUT MON ÊTRE ALORS, S’ÉLÈVE UN CHANT 
	12-  DIEU TOUT-PUISSANT QUE TU ES GRAND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***************************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13-  ALORS MON CŒUR REDIT  LA NUIT, LE JOUR 
14-  QUE TU ES BON, Ô DIEU D’AMOUR 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19-  JE REDIRAI DANS  SON DIVIN SÉJOUR  
20-  RIEN N’EST PLUS GRAND  QUE TON AMOUR !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mtClean="0"/>
            </a:br>
            <a:r>
              <a:rPr lang="fr-FR" smtClean="0"/>
              <a:t> 
	5-  DE TOUT MON ÊTRE  ALORS S’ÉLÈVE UN CHANT 
	6-  DIEU TOUT-PUISSANT  QUE TU ES GRAND ! 
</a:t>
            </a:r>
          </a:p>
          <a:p>
            <a:r>
              <a:rPr lang="fr-FR" smtClean="0"/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r>
              <a:rPr lang="fr-FR" smtClean="0"/>
              <a:t>
	11-  DE TOUT MON ÊTRE ALORS, S’ÉLÈVE UN CHANT 
	12-  DIEU TOUT-PUISSANT QUE TU ES GRAND ! 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***************************</a:t>
            </a:r>
          </a:p>
          <a:p>
            <a:r>
              <a:rPr lang="fr-FR" smtClean="0"/>
              <a:t>
13-  ALORS MON CŒUR REDIT  LA NUIT, LE JOUR 
14-  QUE TU ES BON, Ô DIEU D’AMOUR ! </a:t>
            </a:r>
          </a:p>
          <a:p>
            <a:r>
              <a:rPr lang="fr-FR" smtClean="0"/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mtClean="0"/>
            </a:br>
            <a:r>
              <a:rPr lang="fr-FR" smtClean="0"/>
              <a:t> 
19-  JE REDIRAI DANS  SON DIVIN SÉJOUR  
20-  RIEN N’EST PLUS GRAND  QUE TON AMOUR ! 
</a:t>
            </a:r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	5-  DE TOUT MON ÊTRE  ALORS S’ÉLÈVE UN CHANT 
	6-  DIEU TOUT-PUISSANT  QUE TU ES GRAND ! 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	11-  DE TOUT MON ÊTRE ALORS, S’ÉLÈVE UN CHANT 
	12-  DIEU TOUT-PUISSANT QUE TU ES GRAND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***************************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13-  ALORS MON CŒUR REDIT  LA NUIT, LE JOUR 
14-  QUE TU ES BON, Ô DIEU D’AMOUR 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19-  JE REDIRAI DANS  SON DIVIN SÉJOUR  
20-  RIEN N’EST PLUS GRAND  QUE TON AMOUR !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mtClean="0"/>
            </a:br>
            <a:r>
              <a:rPr lang="fr-FR" smtClean="0"/>
              <a:t> 
	5-  DE TOUT MON ÊTRE  ALORS S’ÉLÈVE UN CHANT 
	6-  DIEU TOUT-PUISSANT  QUE TU ES GRAND ! 
</a:t>
            </a:r>
          </a:p>
          <a:p>
            <a:r>
              <a:rPr lang="fr-FR" smtClean="0"/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r>
              <a:rPr lang="fr-FR" smtClean="0"/>
              <a:t>
	11-  DE TOUT MON ÊTRE ALORS, S’ÉLÈVE UN CHANT 
	12-  DIEU TOUT-PUISSANT QUE TU ES GRAND ! 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***************************</a:t>
            </a:r>
          </a:p>
          <a:p>
            <a:r>
              <a:rPr lang="fr-FR" smtClean="0"/>
              <a:t>
13-  ALORS MON CŒUR REDIT  LA NUIT, LE JOUR 
14-  QUE TU ES BON, Ô DIEU D’AMOUR ! </a:t>
            </a:r>
          </a:p>
          <a:p>
            <a:r>
              <a:rPr lang="fr-FR" smtClean="0"/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mtClean="0"/>
            </a:br>
            <a:r>
              <a:rPr lang="fr-FR" smtClean="0"/>
              <a:t> 
19-  JE REDIRAI DANS  SON DIVIN SÉJOUR  
20-  RIEN N’EST PLUS GRAND  QUE TON AMOUR ! 
</a:t>
            </a:r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	5-  DE TOUT MON ÊTRE  ALORS S’ÉLÈVE UN CHANT 
	6-  DIEU TOUT-PUISSANT  QUE TU ES GRAND ! 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	11-  DE TOUT MON ÊTRE ALORS, S’ÉLÈVE UN CHANT 
	12-  DIEU TOUT-PUISSANT QUE TU ES GRAND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***************************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13-  ALORS MON CŒUR REDIT  LA NUIT, LE JOUR 
14-  QUE TU ES BON, Ô DIEU D’AMOUR 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1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
19-  JE REDIRAI DANS  SON DIVIN SÉJOUR  
20-  RIEN N’EST PLUS GRAND  QUE TON AMOUR !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TOUT-PUISSANT QUAND MON CŒUR CONSIDÈRE  
2-  TOUT L’UNIVERS CRÉÉ  PAR TON POUVOIR  
3-  LE CIEL D’AZUR, LES ÉCLAIRS  LE TONNERRE 
4-  LE CLAIR MATIN OU  LES OMBRES DU SOIR </a:t>
            </a:r>
            <a:br>
              <a:rPr lang="fr-FR" smtClean="0"/>
            </a:br>
            <a:r>
              <a:rPr lang="fr-FR" smtClean="0"/>
              <a:t> 
	5-  DE TOUT MON ÊTRE  ALORS S’ÉLÈVE UN CHANT 
	6-  DIEU TOUT-PUISSANT  QUE TU ES GRAND ! 
</a:t>
            </a:r>
          </a:p>
          <a:p>
            <a:r>
              <a:rPr lang="fr-FR" smtClean="0"/>
              <a:t>7-  MAIS QUAND JE SONGE  Ô SUBLIME MYSTÈRE 
8-  QU’UN DIEU SI GRAND  A PU PENSER À MOI 
9-  QUE SON CHER FILS  EST DEVENU MON FRÈRE   
10-  ET QUE JE SUIS L’HÉRITIER  DU GRAND ROI </a:t>
            </a:r>
          </a:p>
          <a:p>
            <a:r>
              <a:rPr lang="fr-FR" smtClean="0"/>
              <a:t>
	11-  DE TOUT MON ÊTRE ALORS, S’ÉLÈVE UN CHANT 
	12-  DIEU TOUT-PUISSANT QUE TU ES GRAND ! 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***************************</a:t>
            </a:r>
          </a:p>
          <a:p>
            <a:r>
              <a:rPr lang="fr-FR" smtClean="0"/>
              <a:t>
13-  ALORS MON CŒUR REDIT  LA NUIT, LE JOUR 
14-  QUE TU ES BON, Ô DIEU D’AMOUR ! </a:t>
            </a:r>
          </a:p>
          <a:p>
            <a:r>
              <a:rPr lang="fr-FR" smtClean="0"/>
              <a:t>
15-  QUAND MON SAUVEUR  ÉCLATANT DE LUMIÈRE 
16-  SE LÈVERA DE SON TRÔNE ÉTERNEL   
17-  ET QUE, LAISSANT  LES DOULEURS DE LA TERRE 
18-  JE POURRAI VOIR LES SPLENDEURS DE SON CIEL </a:t>
            </a:r>
            <a:br>
              <a:rPr lang="fr-FR" smtClean="0"/>
            </a:br>
            <a:r>
              <a:rPr lang="fr-FR" smtClean="0"/>
              <a:t> 
19-  JE REDIRAI DANS  SON DIVIN SÉJOUR  
20-  RIEN N’EST PLUS GRAND  QUE TON AMOUR ! 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TOUT-PUISSANT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MON CŒUR CONSIDÈRE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L’UNIVERS CRÉÉ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TON POUVOIR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CIEL D’AZUR, LES ÉCLAIRS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TONNERRE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CLAIR MATIN OU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OMBRES DU SOIR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TOUT MON ÊTRE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ALORS S’ÉLÈVE UN CHANT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TOUT-PUISSANT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TU ES GRAND !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QUAND JE SONGE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Ô SUBLIME MYSTÈRE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QU’UN DIEU SI GRAND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A PU PENSER À MOI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SON CHER FILS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DEVENU MON FRÈRE 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QUE JE SUIS L’HÉRITIER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DU GRAND ROI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TOUT MON ÊTRE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ALORS, S’ÉLÈVE UN CHANT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TOUT-PUISSANT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GRAND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ALORS MON CŒUR REDIT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NUIT, LE JOUR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TU ES BON, Ô DIEU D’AMOUR !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MON SAUVEUR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ÉCLATANT DE LUMIÈRE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 LÈVERA DE SON TRÔNE ÉTERNEL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QUE, LAISSANT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DOULEURS DE LA TERRE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POURRAI VOIR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SPLENDEURS DE SON CIEL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REDIRAI DANS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 DIVIN SÉJOUR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N’EST PLUS GRAND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QUE TON AMOUR !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1603</TotalTime>
  <Words>435</Words>
  <Application>Microsoft Office PowerPoint</Application>
  <PresentationFormat>Affichage à l'écran (4:3)</PresentationFormat>
  <Paragraphs>399</Paragraphs>
  <Slides>20</Slides>
  <Notes>20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1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175</cp:revision>
  <dcterms:created xsi:type="dcterms:W3CDTF">2002-08-17T10:50:50Z</dcterms:created>
  <dcterms:modified xsi:type="dcterms:W3CDTF">2018-11-18T09:25:00Z</dcterms:modified>
</cp:coreProperties>
</file>