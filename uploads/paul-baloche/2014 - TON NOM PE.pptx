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8" autoAdjust="0"/>
    <p:restoredTop sz="90929"/>
  </p:normalViewPr>
  <p:slideViewPr>
    <p:cSldViewPr>
      <p:cViewPr>
        <p:scale>
          <a:sx n="48" d="100"/>
          <a:sy n="48" d="100"/>
        </p:scale>
        <p:origin x="-126" y="-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22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0FA3304-1AD4-4F89-B20D-785CBA302F7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EDAE5F-A697-4A18-87F7-781BBCD6F509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0C0A97-1EEB-4EA3-85CF-6608E3916F89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7CF565-D9F5-47A7-883B-4BBF6AB573F1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850A62-87A0-4299-90E2-4F0AA224D1FE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729BAC-A8B3-4102-A181-C8CB8D59C316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EEC9AD-3AD1-4FC0-8B41-05741517B278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E0E712-66D5-4EA0-AD5D-5E1A2AAB6E90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10473-2190-4022-AB79-BF69577027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EB7BF6-73A7-4897-8976-DBA0FE7CFB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9E04-E0CD-4C91-A324-DC7F028B1F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03B0C-32F8-4928-A2EE-B2F9328132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886EAB-6CB1-4221-AD99-9245BC310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65BA0B-EA78-4938-80DE-60AC8F2737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63FB27-F1B1-42DA-A212-611883A078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B5394A-718C-4702-B29A-1EE7213454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41582-03E8-49C9-9646-B888B050E2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7CFE8-CD5B-48FD-9424-6B8D0AF80C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F8CD3-11F6-423A-8DF3-83AEEF293F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2107B0E-999B-4F2C-BE06-066C8CAFF3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L’AUBE AU COUCHER DU SOLEIL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TES SPLENDEURS NOUS ÉMERVEILLENT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NOTRE CŒUR D’ENFANT RÉPOND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GLORIFIANT TON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NOM, COMME UNE TOUR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AUX QUATRE VENTS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 NOUS REND FORTS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CHAQUE INSTANT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NOM, QUE TOUS LES PEUPLES ENTONNENT UN CHANT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CAR AUCUN AUTRE NOM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N’EST PLUS GRAND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TON NOM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JÉSUS, FORTIFIE NOS CŒURS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PAR TA GRÂCE ET TA GRANDEUR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CAR C’EST EN TOI QUE NOUS PRIONS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GLORIFIER TON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NOM, COMME UNE TOUR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AUX QUATRE VENTS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 NOUS REND FORTS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CHAQUE INSTANT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NOM, QUE TOUS LES PEUPLES ENTONNENT UN CHANT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CAR AUCUN AUTRE NOM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N’EST PLUS GRAND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TON NOM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NOM, JÉSUS…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NOM, COMME UNE TOUR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AUX QUATRE VENTS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 NOUS REND FORTS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CHAQUE INSTANT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NOM, QUE TOUS LES PEUPLES ENTONNENT UN CHANT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CAR AUCUN AUTRE NOM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N’EST PLUS GRAND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TON NOM, COMME UNE TOUR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AUX QUATRE VENTS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 NOUS REND FORTS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CHAQUE INSTANT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NOM, QUE TOUS LES PEUPLES ENTONNENT UN CHANT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CAR AUCUN AUTRE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N’EST PLUS GRAND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TON NOM, COMME UNE TOUR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AUX QUATRE VENTS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 NOUS REND FORTS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CHAQUE INSTANT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NOM, QUE TOUS LES PEUPLES ENTONNENT UN CHANT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CAR AUCUN AUTRE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N’EST PLUS GRAND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TON NOM, COMME UNE TOUR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AUX QUATRE VENTS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NOM, NOUS REND FORTS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CHAQUE INSTANT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NOM, QUE TOUS LES PEUPLES ENTONNENT UN CHANT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CAR AUCUN AUTRE NOM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N’EST PLUS GRAND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TON NOM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TON NOM, JÉSUS… 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FORTIFIES NOS CŒURS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GUÉRISON EST EN CE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SALUT EST EN CE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RÉCONFORT EST EN CE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JOIE EST EN CE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GRÂCE EST EN CE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JÉSUS, CHANTONS SON NOM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JÉSUS…..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237</Words>
  <Application>Microsoft Office PowerPoint</Application>
  <PresentationFormat>On-screen Show (4:3)</PresentationFormat>
  <Paragraphs>79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Herve</cp:lastModifiedBy>
  <cp:revision>61</cp:revision>
  <dcterms:created xsi:type="dcterms:W3CDTF">2002-08-17T12:16:38Z</dcterms:created>
  <dcterms:modified xsi:type="dcterms:W3CDTF">2014-05-24T07:45:15Z</dcterms:modified>
</cp:coreProperties>
</file>