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8" r:id="rId2"/>
    <p:sldId id="319" r:id="rId3"/>
    <p:sldId id="320" r:id="rId4"/>
    <p:sldId id="321" r:id="rId5"/>
    <p:sldId id="322" r:id="rId6"/>
    <p:sldId id="323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58904" autoAdjust="0"/>
  </p:normalViewPr>
  <p:slideViewPr>
    <p:cSldViewPr>
      <p:cViewPr>
        <p:scale>
          <a:sx n="40" d="100"/>
          <a:sy n="40" d="100"/>
        </p:scale>
        <p:origin x="-69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77FACF-A826-460A-9343-D912ACB79AA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7DA318-DF00-4488-81B1-E2FE2C3FC3B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NOUS DÉSIRONS, SEIGNEUR</a:t>
            </a:r>
            <a:br>
              <a:rPr lang="fr-FR" dirty="0" smtClean="0"/>
            </a:br>
            <a:r>
              <a:rPr lang="fr-FR" dirty="0" smtClean="0"/>
              <a:t>     UNE SEULE CHOSE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ALORS QUE NOUS CHANTONS</a:t>
            </a:r>
            <a:br>
              <a:rPr lang="fr-FR" dirty="0" smtClean="0"/>
            </a:br>
            <a:r>
              <a:rPr lang="fr-FR" dirty="0" smtClean="0"/>
              <a:t>     VIENS TRANSFORMER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ÉLÈVE-TOI, ÉLÈVE-TOI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ET VIENS DANS TA GLOIRE</a:t>
            </a:r>
            <a:br>
              <a:rPr lang="fr-FR" dirty="0" smtClean="0"/>
            </a:br>
            <a:r>
              <a:rPr lang="fr-FR" dirty="0" smtClean="0"/>
              <a:t>     COURONNER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OUI VIENS, ROI DES ROIS</a:t>
            </a:r>
            <a:br>
              <a:rPr lang="fr-FR" dirty="0" smtClean="0"/>
            </a:br>
            <a:r>
              <a:rPr lang="fr-FR" dirty="0" smtClean="0"/>
              <a:t>     DIEU TRÈS SAINT,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OUI VIENS, OUI VIENS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endParaRPr lang="fr-FR" smtClean="0"/>
          </a:p>
          <a:p>
            <a:r>
              <a:rPr lang="fr-FR" smtClean="0"/>
              <a:t>3-  ÉLÈVE-TOI, ÉLÈVE-TOI</a:t>
            </a:r>
          </a:p>
          <a:p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endParaRPr lang="fr-FR" smtClean="0"/>
          </a:p>
          <a:p>
            <a:r>
              <a:rPr lang="fr-FR" smtClean="0"/>
              <a:t>6-  OUI VIENS, OUI VIENS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ÉLÈVE-TOI, ÉLÈVE-TOI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OUI VIENS, OUI VIENS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endParaRPr lang="fr-FR" smtClean="0"/>
          </a:p>
          <a:p>
            <a:r>
              <a:rPr lang="fr-FR" smtClean="0"/>
              <a:t>3-  ÉLÈVE-TOI, ÉLÈVE-TOI</a:t>
            </a:r>
          </a:p>
          <a:p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endParaRPr lang="fr-FR" smtClean="0"/>
          </a:p>
          <a:p>
            <a:r>
              <a:rPr lang="fr-FR" smtClean="0"/>
              <a:t>6-  OUI VIENS, OUI VIENS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ÉLÈVE-TOI, ÉLÈVE-TOI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OUI VIENS, OUI VIENS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endParaRPr lang="fr-FR" smtClean="0"/>
          </a:p>
          <a:p>
            <a:r>
              <a:rPr lang="fr-FR" smtClean="0"/>
              <a:t>3-  ÉLÈVE-TOI, ÉLÈVE-TOI</a:t>
            </a:r>
          </a:p>
          <a:p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endParaRPr lang="fr-FR" smtClean="0"/>
          </a:p>
          <a:p>
            <a:r>
              <a:rPr lang="fr-FR" smtClean="0"/>
              <a:t>6-  OUI VIENS, OUI VIENS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ÉLÈVE-TOI, ÉLÈVE-TOI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OUI VIENS, OUI VIENS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endParaRPr lang="fr-FR" smtClean="0"/>
          </a:p>
          <a:p>
            <a:r>
              <a:rPr lang="fr-FR" smtClean="0"/>
              <a:t>3-  ÉLÈVE-TOI, ÉLÈVE-TOI</a:t>
            </a:r>
          </a:p>
          <a:p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endParaRPr lang="fr-FR" smtClean="0"/>
          </a:p>
          <a:p>
            <a:r>
              <a:rPr lang="fr-FR" smtClean="0"/>
              <a:t>6-  OUI VIENS, OUI VIENS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ÉLÈVE-TOI, ÉLÈVE-TOI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OUI VIENS, OUI VIENS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endParaRPr lang="fr-FR" smtClean="0"/>
          </a:p>
          <a:p>
            <a:r>
              <a:rPr lang="fr-FR" smtClean="0"/>
              <a:t>3-  ÉLÈVE-TOI, ÉLÈVE-TOI</a:t>
            </a:r>
          </a:p>
          <a:p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endParaRPr lang="fr-FR" smtClean="0"/>
          </a:p>
          <a:p>
            <a:r>
              <a:rPr lang="fr-FR" smtClean="0"/>
              <a:t>6-  OUI VIENS, OUI VIENS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ÉLÈVE-TOI, ÉLÈVE-TOI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OUI VIENS, OUI VIENS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DÉSIRONS, SEIGNEUR</a:t>
            </a:r>
            <a:br>
              <a:rPr lang="fr-FR" smtClean="0"/>
            </a:br>
            <a:r>
              <a:rPr lang="fr-FR" smtClean="0"/>
              <a:t>     UNE SEULE CHOSE AUJOURD’HUI</a:t>
            </a:r>
          </a:p>
          <a:p>
            <a:r>
              <a:rPr lang="fr-FR" smtClean="0"/>
              <a:t>2-  ALORS QUE NOUS CHANTONS</a:t>
            </a:r>
            <a:br>
              <a:rPr lang="fr-FR" smtClean="0"/>
            </a:br>
            <a:r>
              <a:rPr lang="fr-FR" smtClean="0"/>
              <a:t>     VIENS TRANSFORMER NOS VIES</a:t>
            </a:r>
          </a:p>
          <a:p>
            <a:endParaRPr lang="fr-FR" smtClean="0"/>
          </a:p>
          <a:p>
            <a:r>
              <a:rPr lang="fr-FR" smtClean="0"/>
              <a:t>3-  ÉLÈVE-TOI, ÉLÈVE-TOI</a:t>
            </a:r>
          </a:p>
          <a:p>
            <a:r>
              <a:rPr lang="fr-FR" smtClean="0"/>
              <a:t>4-  ET VIENS DANS TA GLOIRE</a:t>
            </a:r>
            <a:br>
              <a:rPr lang="fr-FR" smtClean="0"/>
            </a:br>
            <a:r>
              <a:rPr lang="fr-FR" smtClean="0"/>
              <a:t>     COURONNER NOS LOUANGES</a:t>
            </a:r>
          </a:p>
          <a:p>
            <a:r>
              <a:rPr lang="fr-FR" smtClean="0"/>
              <a:t>5-  OUI VIENS, ROI DES ROIS</a:t>
            </a:r>
            <a:br>
              <a:rPr lang="fr-FR" smtClean="0"/>
            </a:br>
            <a:r>
              <a:rPr lang="fr-FR" smtClean="0"/>
              <a:t>     DIEU TRÈS SAINT, TOUT-PUISSANT</a:t>
            </a:r>
          </a:p>
          <a:p>
            <a:endParaRPr lang="fr-FR" smtClean="0"/>
          </a:p>
          <a:p>
            <a:r>
              <a:rPr lang="fr-FR" smtClean="0"/>
              <a:t>6-  OUI VIENS, OUI VIENS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5C223-1BE5-48D7-90DD-956F134C52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69BE7-B170-467D-B734-288AFBF7DA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8C765-A607-4B00-AE13-51870F8D69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4326-9587-49AC-890C-367DDF11F2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2D44E-6592-44D5-8FD0-6B5FB09F10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45C48-8BE8-48AE-8B60-AC85267B95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36BCF-0A62-4EE5-A9DD-045115388C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6F69A-D39C-4D68-8E84-C535E3C269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CA3AD-F38E-458D-924A-0E3DFFE5F1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FAC54-8646-40BD-B8B1-0E74EB1EB7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65134-EE87-4523-ADEA-9B8B51B89F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45AB200-0473-4588-BDEC-D4A73BDB57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DÉSIRONS,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CHOSE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QUE NOUS CHANTONS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TRANSFORMER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ÉLÈVE-TOI, ÉLÈVE-TOI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VIENS DANS TA GLOIRE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COURONNER NOS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VIENS, ROI DES 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TRÈS SAINT,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VIENS, OUI VIENS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87</Words>
  <Application>Microsoft Office PowerPoint</Application>
  <PresentationFormat>On-screen Show (4:3)</PresentationFormat>
  <Paragraphs>102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Franklin Gothic Medium</vt:lpstr>
      <vt:lpstr>Arial</vt:lpstr>
      <vt:lpstr>Calibri</vt:lpstr>
      <vt:lpstr>Default Design</vt:lpstr>
      <vt:lpstr>NOUS DÉSIRONS, SEIGNEUR UNE SEULE CHOSE AUJOURD’HUI</vt:lpstr>
      <vt:lpstr>ALORS QUE NOUS CHANTONS VIENS TRANSFORMER NOS VIES</vt:lpstr>
      <vt:lpstr>ÉLÈVE-TOI, ÉLÈVE-TOI</vt:lpstr>
      <vt:lpstr>ET VIENS DANS TA GLOIRE COURONNER NOS LOUANGES</vt:lpstr>
      <vt:lpstr>OUI VIENS, ROI DES ROIS DIEU TRÈS SAINT, TOUT-PUISSANT</vt:lpstr>
      <vt:lpstr>OUI VIENS, OUI VIENS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146</cp:revision>
  <dcterms:created xsi:type="dcterms:W3CDTF">2002-08-17T10:50:50Z</dcterms:created>
  <dcterms:modified xsi:type="dcterms:W3CDTF">2014-05-24T15:45:53Z</dcterms:modified>
</cp:coreProperties>
</file>