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3" r:id="rId4"/>
    <p:sldId id="275" r:id="rId5"/>
    <p:sldId id="264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0929"/>
  </p:normalViewPr>
  <p:slideViewPr>
    <p:cSldViewPr>
      <p:cViewPr varScale="1">
        <p:scale>
          <a:sx n="45" d="100"/>
          <a:sy n="45" d="100"/>
        </p:scale>
        <p:origin x="-102" y="-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E746C-9698-4043-BF4F-FF0C7B8017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C831A-46B6-4ED6-B3A3-9015DB4FF8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4663F-0D92-4462-A372-FA361AFDC4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05D50-BCF4-48BC-BEEA-8416FD782C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21FCE-CFAF-43C6-A5C7-573EF4712C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FD1EC-7194-4A46-9A13-107A5A3B6D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0E0F8-0010-44E7-99C5-E131C4E5FE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200ED-1809-4C1E-B44E-3532BEB261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D2406-9FE8-4C8B-BCC2-6CFD622D51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35828-1AE0-4A56-827D-4C0906829C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2BE53-E409-4221-A322-D3731B7B98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B01998F-5367-4891-B97A-911C87E0AE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>
            <a:grpSpLocks/>
          </p:cNvGrpSpPr>
          <p:nvPr/>
        </p:nvGrpSpPr>
        <p:grpSpPr bwMode="auto">
          <a:xfrm>
            <a:off x="0" y="-285750"/>
            <a:ext cx="9144000" cy="1928813"/>
            <a:chOff x="-114" y="3249"/>
            <a:chExt cx="6078" cy="1071"/>
          </a:xfrm>
        </p:grpSpPr>
        <p:sp>
          <p:nvSpPr>
            <p:cNvPr id="205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NOUS DÉSIRONS, 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UNE SEULE CHOSE AUJOURD’HUI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285750" y="-215900"/>
            <a:ext cx="8572500" cy="1828800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ALORS QUE NOUS CHANTONS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VIENS TRANSFORMER NOS VIES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714375" y="-215900"/>
            <a:ext cx="7786688" cy="1828800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ÉLÈVE-TOI, ÉLÈVE-TOI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ET VIENS DANS TA GLOIRE</a:t>
            </a: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428625" y="-215900"/>
            <a:ext cx="8215313" cy="1828800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COURONNER NOS LOUANGES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OUI VIENS, ROI DES ROIS</a:t>
            </a:r>
          </a:p>
        </p:txBody>
      </p:sp>
      <p:sp>
        <p:nvSpPr>
          <p:cNvPr id="51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-215900"/>
            <a:ext cx="9144000" cy="1828800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DIEU TRÈS SAINT, TOUT-PUISSANT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OUI VIENS, OUI VIENS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 </a:t>
            </a: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48</Words>
  <Application>Microsoft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Franklin Gothic Medium</vt:lpstr>
      <vt:lpstr>Default Design</vt:lpstr>
      <vt:lpstr>Faites un</vt:lpstr>
      <vt:lpstr>Faites un</vt:lpstr>
      <vt:lpstr>Faites un</vt:lpstr>
      <vt:lpstr>Faites un</vt:lpstr>
      <vt:lpstr>Faites un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Nelson</cp:lastModifiedBy>
  <cp:revision>40</cp:revision>
  <dcterms:created xsi:type="dcterms:W3CDTF">2002-08-17T09:53:17Z</dcterms:created>
  <dcterms:modified xsi:type="dcterms:W3CDTF">2009-07-08T21:44:24Z</dcterms:modified>
</cp:coreProperties>
</file>