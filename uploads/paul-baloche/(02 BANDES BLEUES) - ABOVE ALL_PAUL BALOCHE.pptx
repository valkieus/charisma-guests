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83" r:id="rId3"/>
    <p:sldId id="284" r:id="rId4"/>
    <p:sldId id="285" r:id="rId5"/>
    <p:sldId id="270" r:id="rId6"/>
    <p:sldId id="271" r:id="rId7"/>
    <p:sldId id="273" r:id="rId8"/>
    <p:sldId id="281" r:id="rId9"/>
    <p:sldId id="274" r:id="rId10"/>
    <p:sldId id="286" r:id="rId11"/>
    <p:sldId id="287" r:id="rId12"/>
    <p:sldId id="288" r:id="rId13"/>
    <p:sldId id="289" r:id="rId14"/>
    <p:sldId id="290" r:id="rId1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54" autoAdjust="0"/>
    <p:restoredTop sz="91136" autoAdjust="0"/>
  </p:normalViewPr>
  <p:slideViewPr>
    <p:cSldViewPr>
      <p:cViewPr>
        <p:scale>
          <a:sx n="50" d="100"/>
          <a:sy n="50" d="100"/>
        </p:scale>
        <p:origin x="-72" y="-6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756CE6-3F3D-4253-AA8C-1C127AC4949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935659-05C4-4AB1-B8EA-CF0DB9701D0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C63A81-BC95-48C7-A99C-85FE74E8501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7D3CE5-F400-4EC2-95BA-3ADFB5235B3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E478D1-0308-48E9-A5DC-22AEC0AB431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823922-66D4-441D-A65B-8447A2E4091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BA2911-5DF5-4757-AA3E-898F658BA71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5DF212-9750-4093-A5B5-27FB753E38B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9D2713-A95C-48D4-A0AB-488EFCC84C5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C5A9A4-4C5A-4D6D-A67C-83C44986556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46A80D-F889-43FA-877E-CCA51CE9105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1A236E2-DDCF-44CB-865C-58721F4868A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1214438" y="-100013"/>
            <a:ext cx="6715125" cy="2025651"/>
            <a:chOff x="-114" y="3249"/>
            <a:chExt cx="6078" cy="1071"/>
          </a:xfrm>
        </p:grpSpPr>
        <p:sp>
          <p:nvSpPr>
            <p:cNvPr id="205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05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CRUCIFIED LAID BEHIND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THE STONE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1428750" y="-100013"/>
            <a:ext cx="6215063" cy="2025651"/>
            <a:chOff x="-114" y="3249"/>
            <a:chExt cx="6078" cy="1071"/>
          </a:xfrm>
        </p:grpSpPr>
        <p:sp>
          <p:nvSpPr>
            <p:cNvPr id="307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08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07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YOU LIVED TO DIE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REJECTED AND ALONE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714375" y="-100013"/>
            <a:ext cx="7715250" cy="2025651"/>
            <a:chOff x="-114" y="3249"/>
            <a:chExt cx="6078" cy="1071"/>
          </a:xfrm>
        </p:grpSpPr>
        <p:sp>
          <p:nvSpPr>
            <p:cNvPr id="410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410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410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LIKE A ROSE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TRAMPLED ON THE GROUND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1500188" y="-100013"/>
            <a:ext cx="6143625" cy="2025651"/>
            <a:chOff x="-114" y="3249"/>
            <a:chExt cx="6078" cy="1071"/>
          </a:xfrm>
        </p:grpSpPr>
        <p:sp>
          <p:nvSpPr>
            <p:cNvPr id="512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512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512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YOU TOOK THE FALL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AND THOUGHT OF ME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/>
          <p:cNvGrpSpPr>
            <a:grpSpLocks/>
          </p:cNvGrpSpPr>
          <p:nvPr/>
        </p:nvGrpSpPr>
        <p:grpSpPr bwMode="auto">
          <a:xfrm>
            <a:off x="2786063" y="-100013"/>
            <a:ext cx="3714750" cy="2025651"/>
            <a:chOff x="-114" y="3249"/>
            <a:chExt cx="6078" cy="1071"/>
          </a:xfrm>
        </p:grpSpPr>
        <p:sp>
          <p:nvSpPr>
            <p:cNvPr id="614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615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614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85750"/>
            <a:ext cx="92583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ABOVE ALL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/>
          <p:cNvGrpSpPr>
            <a:grpSpLocks/>
          </p:cNvGrpSpPr>
          <p:nvPr/>
        </p:nvGrpSpPr>
        <p:grpSpPr bwMode="auto">
          <a:xfrm>
            <a:off x="1714500" y="-100013"/>
            <a:ext cx="5643563" cy="2025651"/>
            <a:chOff x="-114" y="3249"/>
            <a:chExt cx="6078" cy="1071"/>
          </a:xfrm>
        </p:grpSpPr>
        <p:sp>
          <p:nvSpPr>
            <p:cNvPr id="717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717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717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ABOVE ALL POWERS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ABOVE ALL KINGS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/>
          <p:cNvGrpSpPr>
            <a:grpSpLocks/>
          </p:cNvGrpSpPr>
          <p:nvPr/>
        </p:nvGrpSpPr>
        <p:grpSpPr bwMode="auto">
          <a:xfrm>
            <a:off x="1042988" y="-100013"/>
            <a:ext cx="6915150" cy="2025651"/>
            <a:chOff x="-114" y="3249"/>
            <a:chExt cx="6078" cy="1071"/>
          </a:xfrm>
        </p:grpSpPr>
        <p:sp>
          <p:nvSpPr>
            <p:cNvPr id="819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820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20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819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ABOVE ALL NATURE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AND ALL CREATED THINGS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>
            <a:grpSpLocks/>
          </p:cNvGrpSpPr>
          <p:nvPr/>
        </p:nvGrpSpPr>
        <p:grpSpPr bwMode="auto">
          <a:xfrm>
            <a:off x="900113" y="-100013"/>
            <a:ext cx="7272337" cy="2025651"/>
            <a:chOff x="-114" y="3249"/>
            <a:chExt cx="6078" cy="1071"/>
          </a:xfrm>
        </p:grpSpPr>
        <p:sp>
          <p:nvSpPr>
            <p:cNvPr id="922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922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922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ABOVE ALL WISDOM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AND ALL THE WAYS OF MAN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/>
          <p:cNvGrpSpPr>
            <a:grpSpLocks/>
          </p:cNvGrpSpPr>
          <p:nvPr/>
        </p:nvGrpSpPr>
        <p:grpSpPr bwMode="auto">
          <a:xfrm>
            <a:off x="323850" y="-100013"/>
            <a:ext cx="8496300" cy="2025651"/>
            <a:chOff x="-114" y="3249"/>
            <a:chExt cx="6078" cy="1071"/>
          </a:xfrm>
        </p:grpSpPr>
        <p:sp>
          <p:nvSpPr>
            <p:cNvPr id="1024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024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024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YOU WERE HERE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BEFORE THE WORLD BEGAN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2"/>
          <p:cNvGrpSpPr>
            <a:grpSpLocks/>
          </p:cNvGrpSpPr>
          <p:nvPr/>
        </p:nvGrpSpPr>
        <p:grpSpPr bwMode="auto">
          <a:xfrm>
            <a:off x="1285875" y="-100013"/>
            <a:ext cx="6357938" cy="2025651"/>
            <a:chOff x="-114" y="3249"/>
            <a:chExt cx="6078" cy="1071"/>
          </a:xfrm>
        </p:grpSpPr>
        <p:sp>
          <p:nvSpPr>
            <p:cNvPr id="1126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127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126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ABOVE ALL KINGDOMS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ABOVE ALL THRONES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/>
          <p:cNvGrpSpPr>
            <a:grpSpLocks/>
          </p:cNvGrpSpPr>
          <p:nvPr/>
        </p:nvGrpSpPr>
        <p:grpSpPr bwMode="auto">
          <a:xfrm>
            <a:off x="357188" y="-100013"/>
            <a:ext cx="8501062" cy="2025651"/>
            <a:chOff x="-114" y="3249"/>
            <a:chExt cx="6078" cy="1071"/>
          </a:xfrm>
        </p:grpSpPr>
        <p:sp>
          <p:nvSpPr>
            <p:cNvPr id="1229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229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229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ABOVE ALL WONDERS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THE WORLD HAS EVER KNOWN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2"/>
          <p:cNvGrpSpPr>
            <a:grpSpLocks/>
          </p:cNvGrpSpPr>
          <p:nvPr/>
        </p:nvGrpSpPr>
        <p:grpSpPr bwMode="auto">
          <a:xfrm>
            <a:off x="357188" y="-100013"/>
            <a:ext cx="8501062" cy="2025651"/>
            <a:chOff x="-114" y="3249"/>
            <a:chExt cx="6078" cy="1071"/>
          </a:xfrm>
        </p:grpSpPr>
        <p:sp>
          <p:nvSpPr>
            <p:cNvPr id="1331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332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2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331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ABOVE ALL WEALTH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AND TREASURES OF THE EARTH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2"/>
          <p:cNvGrpSpPr>
            <a:grpSpLocks/>
          </p:cNvGrpSpPr>
          <p:nvPr/>
        </p:nvGrpSpPr>
        <p:grpSpPr bwMode="auto">
          <a:xfrm>
            <a:off x="-357188" y="-100013"/>
            <a:ext cx="9715501" cy="2025651"/>
            <a:chOff x="-114" y="3249"/>
            <a:chExt cx="6078" cy="1071"/>
          </a:xfrm>
        </p:grpSpPr>
        <p:sp>
          <p:nvSpPr>
            <p:cNvPr id="1434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434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434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THERE’S NO WAY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TO MEASURE WHAT YOU’RE WORTH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6" name="Group 2"/>
          <p:cNvGrpSpPr>
            <a:grpSpLocks/>
          </p:cNvGrpSpPr>
          <p:nvPr/>
        </p:nvGrpSpPr>
        <p:grpSpPr bwMode="auto">
          <a:xfrm>
            <a:off x="-357188" y="-100013"/>
            <a:ext cx="9715501" cy="2025651"/>
            <a:chOff x="-114" y="3249"/>
            <a:chExt cx="6078" cy="1071"/>
          </a:xfrm>
        </p:grpSpPr>
        <p:sp>
          <p:nvSpPr>
            <p:cNvPr id="2662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662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662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663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663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6632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6633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Crucifié, la pierre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971</TotalTime>
  <Words>91</Words>
  <Application>Microsoft Office PowerPoint</Application>
  <PresentationFormat>On-screen Show (4:3)</PresentationFormat>
  <Paragraphs>14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Modèle de conception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Franklin Gothic Medium</vt:lpstr>
      <vt:lpstr>Arial</vt:lpstr>
      <vt:lpstr>Calibri</vt:lpstr>
      <vt:lpstr>Default Design</vt:lpstr>
      <vt:lpstr>CRUCIFIED LAID BEHIND THE STONE</vt:lpstr>
      <vt:lpstr>YOU LIVED TO DIE REJECTED AND ALONE</vt:lpstr>
      <vt:lpstr>LIKE A ROSE TRAMPLED ON THE GROUND</vt:lpstr>
      <vt:lpstr>YOU TOOK THE FALL AND THOUGHT OF ME</vt:lpstr>
      <vt:lpstr>ABOVE ALL</vt:lpstr>
      <vt:lpstr>ABOVE ALL POWERS ABOVE ALL KINGS</vt:lpstr>
      <vt:lpstr>ABOVE ALL NATURE AND ALL CREATED THINGS</vt:lpstr>
      <vt:lpstr>ABOVE ALL WISDOM AND ALL THE WAYS OF MAN</vt:lpstr>
      <vt:lpstr>YOU WERE HERE BEFORE THE WORLD BEGAN</vt:lpstr>
      <vt:lpstr>ABOVE ALL KINGDOMS ABOVE ALL THRONES</vt:lpstr>
      <vt:lpstr>ABOVE ALL WONDERS THE WORLD HAS EVER KNOWN</vt:lpstr>
      <vt:lpstr>ABOVE ALL WEALTH AND TREASURES OF THE EARTH</vt:lpstr>
      <vt:lpstr>THERE’S NO WAY TO MEASURE WHAT YOU’RE WORTH</vt:lpstr>
      <vt:lpstr>Crucifié, la pierre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NT</cp:lastModifiedBy>
  <cp:revision>79</cp:revision>
  <dcterms:created xsi:type="dcterms:W3CDTF">2002-08-17T10:50:50Z</dcterms:created>
  <dcterms:modified xsi:type="dcterms:W3CDTF">2010-11-21T18:52:40Z</dcterms:modified>
</cp:coreProperties>
</file>