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93" r:id="rId16"/>
    <p:sldId id="288" r:id="rId17"/>
    <p:sldId id="289" r:id="rId18"/>
    <p:sldId id="290" r:id="rId19"/>
    <p:sldId id="291" r:id="rId20"/>
    <p:sldId id="292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37" autoAdjust="0"/>
    <p:restoredTop sz="38832" autoAdjust="0"/>
  </p:normalViewPr>
  <p:slideViewPr>
    <p:cSldViewPr>
      <p:cViewPr varScale="1">
        <p:scale>
          <a:sx n="17" d="100"/>
          <a:sy n="17" d="100"/>
        </p:scale>
        <p:origin x="-115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CBE67B49-B637-483E-BAAF-A535BC6F3FB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E59B8107-5442-4881-8053-6DB9695B196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FORTIFIE NOS CŒURS PAR TA GRÂCE ET TA GRANDEUR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C’EST EN TOI QUE NOUS PRIONS VIENS GLORIFIER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NOM, JÉSUS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QUE TON NOM, COMME UNE TOUR AUX QUATRE VENTS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TON NOM, NOUS REND FORTS À CHAQUE INSTANT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TON NOM, QUE TOUS LES PEUPLES ENTONNENT UN CHANT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AUCUN AUTRE NOM N’EST PLUS GRAND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QUE TON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TON NOM, JÉSUS… TU FORTIFIES NOS CŒURS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 GUÉRISON EST EN CE NOM LE SALUT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LE RÉCONFORT EST EN CE NOM LA JOIE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LA GRÂCE EST EN CE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CHANTONS SON NOM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DE L’AUBE AU COUCHER DU SOLEIL TES SPLENDEURS NOUS ÉMERVEILLENT</a:t>
            </a:r>
          </a:p>
          <a:p>
            <a:r>
              <a:rPr lang="fr-FR"/>
              <a:t>2-  ET NOTRE CŒUR D’ENFANT RÉPOND EN GLORIFIANT TON NOM</a:t>
            </a:r>
          </a:p>
          <a:p>
            <a:endParaRPr lang="fr-FR"/>
          </a:p>
          <a:p>
            <a:r>
              <a:rPr lang="fr-FR"/>
              <a:t>3-  TON NOM, COMME UNE TOUR AUX QUATRE VENTS</a:t>
            </a:r>
          </a:p>
          <a:p>
            <a:r>
              <a:rPr lang="fr-FR"/>
              <a:t>4-  TON NOM, NOUS REND FORTS À CHAQUE INSTANT</a:t>
            </a:r>
          </a:p>
          <a:p>
            <a:r>
              <a:rPr lang="fr-FR"/>
              <a:t>5-  TON NOM, QUE TOUS LES PEUPLES ENTONNENT UN CHANT</a:t>
            </a:r>
          </a:p>
          <a:p>
            <a:r>
              <a:rPr lang="fr-FR"/>
              <a:t>6-  CAR AUCUN AUTRE NOM N’EST PLUS GRAND</a:t>
            </a:r>
          </a:p>
          <a:p>
            <a:r>
              <a:rPr lang="fr-FR"/>
              <a:t>7-  QUE TON NOM</a:t>
            </a:r>
          </a:p>
          <a:p>
            <a:endParaRPr lang="fr-FR"/>
          </a:p>
          <a:p>
            <a:r>
              <a:rPr lang="fr-FR"/>
              <a:t>8-  JÉSUS, FORTIFIE NOS CŒURS PAR TA GRÂCE ET TA GRANDEUR</a:t>
            </a:r>
          </a:p>
          <a:p>
            <a:r>
              <a:rPr lang="fr-FR"/>
              <a:t>9-  CAR C’EST EN TOI QUE NOUS PRIONS VIENS GLORIFIER TON NOM</a:t>
            </a:r>
          </a:p>
          <a:p>
            <a:endParaRPr lang="fr-FR"/>
          </a:p>
          <a:p>
            <a:r>
              <a:rPr lang="fr-FR"/>
              <a:t>10-  TON NOM, COMME UNE TOUR AUX QUATRE VENTS</a:t>
            </a:r>
          </a:p>
          <a:p>
            <a:r>
              <a:rPr lang="fr-FR"/>
              <a:t>11-  TON NOM, NOUS REND FORTS À CHAQUE INSTANT</a:t>
            </a:r>
          </a:p>
          <a:p>
            <a:r>
              <a:rPr lang="fr-FR"/>
              <a:t>12-  TON NOM, QUE TOUS LES PEUPLES ENTONNENT UN CHANT</a:t>
            </a:r>
          </a:p>
          <a:p>
            <a:r>
              <a:rPr lang="fr-FR"/>
              <a:t>13-  CAR AUCUN AUTRE NOM N’EST PLUS GRAND</a:t>
            </a:r>
          </a:p>
          <a:p>
            <a:r>
              <a:rPr lang="fr-FR"/>
              <a:t>14-  QUE TON NOM</a:t>
            </a:r>
          </a:p>
          <a:p>
            <a:endParaRPr lang="fr-FR"/>
          </a:p>
          <a:p>
            <a:r>
              <a:rPr lang="fr-FR"/>
              <a:t>15-  TON NOM, JÉSUS</a:t>
            </a:r>
          </a:p>
          <a:p>
            <a:endParaRPr lang="fr-FR"/>
          </a:p>
          <a:p>
            <a:r>
              <a:rPr lang="fr-FR"/>
              <a:t>16-  TON NOM, COMME UNE TOUR AUX QUATRE VENTS</a:t>
            </a:r>
          </a:p>
          <a:p>
            <a:r>
              <a:rPr lang="fr-FR"/>
              <a:t>17-  TON NOM, NOUS REND FORTS À CHAQUE INSTANT</a:t>
            </a:r>
          </a:p>
          <a:p>
            <a:r>
              <a:rPr lang="fr-FR"/>
              <a:t>18-  TON NOM, QUE TOUS LES PEUPLES ENTONNENT UN CHANT</a:t>
            </a:r>
          </a:p>
          <a:p>
            <a:r>
              <a:rPr lang="fr-FR"/>
              <a:t>19-  CAR AUCUN AUTRE NOM N’EST PLUS GRAND</a:t>
            </a:r>
          </a:p>
          <a:p>
            <a:r>
              <a:rPr lang="fr-FR"/>
              <a:t>20-  QUE TON NOM</a:t>
            </a:r>
          </a:p>
          <a:p>
            <a:endParaRPr lang="fr-FR"/>
          </a:p>
          <a:p>
            <a:r>
              <a:rPr lang="fr-FR"/>
              <a:t>21-  QUE TON NOM, COMME UNE TOUR AUX QUATRE VENTS</a:t>
            </a:r>
          </a:p>
          <a:p>
            <a:r>
              <a:rPr lang="fr-FR"/>
              <a:t>22-  TON NOM, NOUS REND FORTS À CHAQUE INSTANT</a:t>
            </a:r>
          </a:p>
          <a:p>
            <a:r>
              <a:rPr lang="fr-FR"/>
              <a:t>23-  TON NOM, QUE TOUS LES PEUPLES ENTONNENT UN CHANT</a:t>
            </a:r>
          </a:p>
          <a:p>
            <a:r>
              <a:rPr lang="fr-FR"/>
              <a:t>24-  CAR AUCUN AUTRE NOM N’EST PLUS GRAND</a:t>
            </a:r>
          </a:p>
          <a:p>
            <a:r>
              <a:rPr lang="fr-FR"/>
              <a:t>25-  QUE TON NOM</a:t>
            </a:r>
          </a:p>
          <a:p>
            <a:endParaRPr lang="fr-FR"/>
          </a:p>
          <a:p>
            <a:r>
              <a:rPr lang="fr-FR"/>
              <a:t>26-  TON NOM, JÉSUS… TU FORTIFIES NOS CŒURS</a:t>
            </a:r>
          </a:p>
          <a:p>
            <a:r>
              <a:rPr lang="fr-FR"/>
              <a:t>27-  LA GUÉRISON EST EN CE NOM LE SALUT EST EN CE NOM</a:t>
            </a:r>
          </a:p>
          <a:p>
            <a:r>
              <a:rPr lang="fr-FR"/>
              <a:t>28-  LE RÉCONFORT EST EN CE NOM LA JOIE EST EN CE NOM</a:t>
            </a:r>
          </a:p>
          <a:p>
            <a:r>
              <a:rPr lang="fr-FR"/>
              <a:t>29-  LA GRÂCE EST EN CE NOM</a:t>
            </a:r>
          </a:p>
          <a:p>
            <a:r>
              <a:rPr lang="fr-FR"/>
              <a:t>30-  JÉSUS, CHANTONS SON NOM</a:t>
            </a:r>
          </a:p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D87C02-5C49-4F8E-88F7-EA852B2D85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825F7-DE91-4915-9D73-6C65C4C8F1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6B084C-2604-4035-B6BC-8C81B37127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D11A29-AA78-4BB2-8A16-FA7F88D219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82978F-734D-4B82-A80F-44D974ED97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3911CB-DE66-4383-AB17-985A4D4945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17BD75-F961-4495-A821-17755DC874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FD27-F3DE-4DF0-B1C2-4BC8A9E264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FBD650-D185-4772-8C3A-176D4CC214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600831-ED1C-4563-BD57-F8784E8CCA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C4709-3A3C-4E7F-B7FA-139C73DF76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95690E7D-413D-4038-98C0-6A00C2B8BE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-612775" y="-285750"/>
            <a:ext cx="10369550" cy="2346325"/>
            <a:chOff x="-114" y="3249"/>
            <a:chExt cx="6078" cy="1071"/>
          </a:xfrm>
        </p:grpSpPr>
        <p:sp>
          <p:nvSpPr>
            <p:cNvPr id="2052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3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5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6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DE L’AUBE AU COUCHER DU SOLEIL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TES SPLENDEURS NOUS ÉMERVEILLENT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-323850" y="-285750"/>
            <a:ext cx="9791700" cy="2346325"/>
            <a:chOff x="-114" y="3249"/>
            <a:chExt cx="6078" cy="1071"/>
          </a:xfrm>
        </p:grpSpPr>
        <p:sp>
          <p:nvSpPr>
            <p:cNvPr id="3076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7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79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0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ET NOTRE CŒUR D’ENFANT RÉPOND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EN GLORIFIANT TON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684213" y="-315913"/>
            <a:ext cx="7918450" cy="2305051"/>
            <a:chOff x="-114" y="3249"/>
            <a:chExt cx="6078" cy="1071"/>
          </a:xfrm>
        </p:grpSpPr>
        <p:sp>
          <p:nvSpPr>
            <p:cNvPr id="4100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1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3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4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395288" y="312738"/>
            <a:ext cx="8385175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TON NOM, COMME UNE TOUR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AUX QUATRE VENTS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684213" y="-315913"/>
            <a:ext cx="7918450" cy="2305051"/>
            <a:chOff x="-114" y="3249"/>
            <a:chExt cx="6078" cy="1071"/>
          </a:xfrm>
        </p:grpSpPr>
        <p:sp>
          <p:nvSpPr>
            <p:cNvPr id="5124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5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7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8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395288" y="312738"/>
            <a:ext cx="8385175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TON NOM, NOUS REND FORTS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À CHAQUE INSTANT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0" y="-315913"/>
            <a:ext cx="9286875" cy="2305051"/>
            <a:chOff x="-114" y="3249"/>
            <a:chExt cx="6078" cy="1071"/>
          </a:xfrm>
        </p:grpSpPr>
        <p:sp>
          <p:nvSpPr>
            <p:cNvPr id="6148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49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1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2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395288" y="312738"/>
            <a:ext cx="8385175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TON NOM, QUE TOUS LES PEUPLES ENTONNENT UN 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1187450" y="-387350"/>
            <a:ext cx="6911975" cy="2305050"/>
            <a:chOff x="-114" y="3249"/>
            <a:chExt cx="6078" cy="1071"/>
          </a:xfrm>
        </p:grpSpPr>
        <p:sp>
          <p:nvSpPr>
            <p:cNvPr id="7172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3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5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6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395288" y="225425"/>
            <a:ext cx="8385175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CAR AUCUN AUTRE NOM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N’EST PLUS GRAND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2195513" y="-169863"/>
            <a:ext cx="4895850" cy="1870076"/>
            <a:chOff x="-114" y="3249"/>
            <a:chExt cx="6078" cy="1071"/>
          </a:xfrm>
        </p:grpSpPr>
        <p:sp>
          <p:nvSpPr>
            <p:cNvPr id="8196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7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8199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0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395288" y="441325"/>
            <a:ext cx="8385175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QUE TON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0" y="-285750"/>
            <a:ext cx="9144000" cy="2346325"/>
            <a:chOff x="-114" y="3249"/>
            <a:chExt cx="6078" cy="1071"/>
          </a:xfrm>
        </p:grpSpPr>
        <p:sp>
          <p:nvSpPr>
            <p:cNvPr id="9220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1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9223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4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JÉSUS, FORTIFIE NOS CŒURS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PAR TA GRÂCE ET TA GRANDEUR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-323850" y="-285750"/>
            <a:ext cx="9791700" cy="2346325"/>
            <a:chOff x="-114" y="3249"/>
            <a:chExt cx="6078" cy="1071"/>
          </a:xfrm>
        </p:grpSpPr>
        <p:sp>
          <p:nvSpPr>
            <p:cNvPr id="10244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5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0247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8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CAR C’EST EN TOI QUE NOUS PRIONS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VIENS GLORIFIER TON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684213" y="-315913"/>
            <a:ext cx="7918450" cy="2305051"/>
            <a:chOff x="-114" y="3249"/>
            <a:chExt cx="6078" cy="1071"/>
          </a:xfrm>
        </p:grpSpPr>
        <p:sp>
          <p:nvSpPr>
            <p:cNvPr id="11268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69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1271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2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395288" y="312738"/>
            <a:ext cx="8385175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TON NOM, COMME UNE TOUR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AUX QUATRE VENTS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684213" y="-315913"/>
            <a:ext cx="7918450" cy="2305051"/>
            <a:chOff x="-114" y="3249"/>
            <a:chExt cx="6078" cy="1071"/>
          </a:xfrm>
        </p:grpSpPr>
        <p:sp>
          <p:nvSpPr>
            <p:cNvPr id="12292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3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2295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6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395288" y="312738"/>
            <a:ext cx="8385175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TON NOM, NOUS REND FORTS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À CHAQUE INSTANT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0" y="-315913"/>
            <a:ext cx="9286875" cy="2305051"/>
            <a:chOff x="-114" y="3249"/>
            <a:chExt cx="6078" cy="1071"/>
          </a:xfrm>
        </p:grpSpPr>
        <p:sp>
          <p:nvSpPr>
            <p:cNvPr id="13316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7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3319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0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395288" y="312738"/>
            <a:ext cx="8385175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TON NOM, QUE TOUS LES PEUPLES ENTONNENT UN 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1187450" y="-387350"/>
            <a:ext cx="6911975" cy="2305050"/>
            <a:chOff x="-114" y="3249"/>
            <a:chExt cx="6078" cy="1071"/>
          </a:xfrm>
        </p:grpSpPr>
        <p:sp>
          <p:nvSpPr>
            <p:cNvPr id="14340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1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4343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4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395288" y="225425"/>
            <a:ext cx="8385175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CAR AUCUN AUTRE NOM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N’EST PLUS GRAND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2339975" y="-169863"/>
            <a:ext cx="4606925" cy="1870076"/>
            <a:chOff x="-114" y="3249"/>
            <a:chExt cx="6078" cy="1071"/>
          </a:xfrm>
        </p:grpSpPr>
        <p:sp>
          <p:nvSpPr>
            <p:cNvPr id="15364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5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5367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8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395288" y="441325"/>
            <a:ext cx="8385175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QUE TON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1835150" y="-98425"/>
            <a:ext cx="5616575" cy="1727200"/>
            <a:chOff x="-114" y="3249"/>
            <a:chExt cx="6078" cy="1071"/>
          </a:xfrm>
        </p:grpSpPr>
        <p:sp>
          <p:nvSpPr>
            <p:cNvPr id="16388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89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0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6391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2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395288" y="441325"/>
            <a:ext cx="8385175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TON NOM,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/>
          <p:cNvGrpSpPr>
            <a:grpSpLocks/>
          </p:cNvGrpSpPr>
          <p:nvPr/>
        </p:nvGrpSpPr>
        <p:grpSpPr bwMode="auto">
          <a:xfrm>
            <a:off x="684213" y="-315913"/>
            <a:ext cx="7918450" cy="2305051"/>
            <a:chOff x="-114" y="3249"/>
            <a:chExt cx="6078" cy="1071"/>
          </a:xfrm>
        </p:grpSpPr>
        <p:sp>
          <p:nvSpPr>
            <p:cNvPr id="17412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3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4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7415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6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395288" y="312738"/>
            <a:ext cx="8385175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TON NOM, COMME UNE TOUR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AUX QUATRE VENTS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392113" y="-315913"/>
            <a:ext cx="8502650" cy="2305051"/>
            <a:chOff x="-114" y="3249"/>
            <a:chExt cx="6078" cy="1071"/>
          </a:xfrm>
        </p:grpSpPr>
        <p:sp>
          <p:nvSpPr>
            <p:cNvPr id="18436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7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8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8439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0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395288" y="312738"/>
            <a:ext cx="8385175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TON NOM, NOUS REND FORTS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À CHAQUE INSTANT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>
            <a:grpSpLocks/>
          </p:cNvGrpSpPr>
          <p:nvPr/>
        </p:nvGrpSpPr>
        <p:grpSpPr bwMode="auto">
          <a:xfrm>
            <a:off x="0" y="-315913"/>
            <a:ext cx="9286875" cy="2305051"/>
            <a:chOff x="-114" y="3249"/>
            <a:chExt cx="6078" cy="1071"/>
          </a:xfrm>
        </p:grpSpPr>
        <p:sp>
          <p:nvSpPr>
            <p:cNvPr id="19460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1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2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9463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4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395288" y="312738"/>
            <a:ext cx="8385175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TON NOM, QUE TOUS LES PEUPLES ENTONNENT UN 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1187450" y="-387350"/>
            <a:ext cx="6911975" cy="2305050"/>
            <a:chOff x="-114" y="3249"/>
            <a:chExt cx="6078" cy="1071"/>
          </a:xfrm>
        </p:grpSpPr>
        <p:sp>
          <p:nvSpPr>
            <p:cNvPr id="20484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5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6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487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8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395288" y="225425"/>
            <a:ext cx="8385175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CAR AUCUN AUTRE NOM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N’EST PLUS GRAND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2195513" y="-98425"/>
            <a:ext cx="4895850" cy="1727200"/>
            <a:chOff x="-114" y="3249"/>
            <a:chExt cx="6078" cy="1071"/>
          </a:xfrm>
        </p:grpSpPr>
        <p:sp>
          <p:nvSpPr>
            <p:cNvPr id="21508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09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0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1511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2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395288" y="441325"/>
            <a:ext cx="8385175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QUE TON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>
            <a:off x="0" y="-315913"/>
            <a:ext cx="9286875" cy="2305051"/>
            <a:chOff x="-114" y="3249"/>
            <a:chExt cx="6078" cy="1071"/>
          </a:xfrm>
        </p:grpSpPr>
        <p:sp>
          <p:nvSpPr>
            <p:cNvPr id="22532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3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4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2535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6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395288" y="312738"/>
            <a:ext cx="8385175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QUE TON NOM, COMME UNE TOUR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AUX QUATRE VENTS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/>
          <p:cNvGrpSpPr>
            <a:grpSpLocks/>
          </p:cNvGrpSpPr>
          <p:nvPr/>
        </p:nvGrpSpPr>
        <p:grpSpPr bwMode="auto">
          <a:xfrm>
            <a:off x="684213" y="-315913"/>
            <a:ext cx="7918450" cy="2305051"/>
            <a:chOff x="-114" y="3249"/>
            <a:chExt cx="6078" cy="1071"/>
          </a:xfrm>
        </p:grpSpPr>
        <p:sp>
          <p:nvSpPr>
            <p:cNvPr id="23556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7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8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3559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60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3555" name="Rectangle 8"/>
          <p:cNvSpPr>
            <a:spLocks noChangeArrowheads="1"/>
          </p:cNvSpPr>
          <p:nvPr/>
        </p:nvSpPr>
        <p:spPr bwMode="auto">
          <a:xfrm>
            <a:off x="395288" y="312738"/>
            <a:ext cx="8385175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TON NOM, NOUS REND FORTS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À CHAQUE INSTANT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2"/>
          <p:cNvGrpSpPr>
            <a:grpSpLocks/>
          </p:cNvGrpSpPr>
          <p:nvPr/>
        </p:nvGrpSpPr>
        <p:grpSpPr bwMode="auto">
          <a:xfrm>
            <a:off x="0" y="-315913"/>
            <a:ext cx="9286875" cy="2305051"/>
            <a:chOff x="-114" y="3249"/>
            <a:chExt cx="6078" cy="1071"/>
          </a:xfrm>
        </p:grpSpPr>
        <p:sp>
          <p:nvSpPr>
            <p:cNvPr id="24580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1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2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4583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4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4579" name="Rectangle 8"/>
          <p:cNvSpPr>
            <a:spLocks noChangeArrowheads="1"/>
          </p:cNvSpPr>
          <p:nvPr/>
        </p:nvSpPr>
        <p:spPr bwMode="auto">
          <a:xfrm>
            <a:off x="395288" y="312738"/>
            <a:ext cx="8385175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TON NOM, QUE TOUS LES PEUPLES ENTONNENT UN 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/>
          <p:cNvGrpSpPr>
            <a:grpSpLocks/>
          </p:cNvGrpSpPr>
          <p:nvPr/>
        </p:nvGrpSpPr>
        <p:grpSpPr bwMode="auto">
          <a:xfrm>
            <a:off x="1187450" y="-387350"/>
            <a:ext cx="6911975" cy="2305050"/>
            <a:chOff x="-114" y="3249"/>
            <a:chExt cx="6078" cy="1071"/>
          </a:xfrm>
        </p:grpSpPr>
        <p:sp>
          <p:nvSpPr>
            <p:cNvPr id="25604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5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6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5607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8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5603" name="Rectangle 8"/>
          <p:cNvSpPr>
            <a:spLocks noChangeArrowheads="1"/>
          </p:cNvSpPr>
          <p:nvPr/>
        </p:nvSpPr>
        <p:spPr bwMode="auto">
          <a:xfrm>
            <a:off x="395288" y="225425"/>
            <a:ext cx="8385175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CAR AUCUN AUTRE NOM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N’EST PLUS GRAND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/>
          <p:cNvGrpSpPr>
            <a:grpSpLocks/>
          </p:cNvGrpSpPr>
          <p:nvPr/>
        </p:nvGrpSpPr>
        <p:grpSpPr bwMode="auto">
          <a:xfrm>
            <a:off x="2268538" y="-98425"/>
            <a:ext cx="4749800" cy="1727200"/>
            <a:chOff x="-114" y="3249"/>
            <a:chExt cx="6078" cy="1071"/>
          </a:xfrm>
        </p:grpSpPr>
        <p:sp>
          <p:nvSpPr>
            <p:cNvPr id="26628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29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0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6631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2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6627" name="Rectangle 8"/>
          <p:cNvSpPr>
            <a:spLocks noChangeArrowheads="1"/>
          </p:cNvSpPr>
          <p:nvPr/>
        </p:nvSpPr>
        <p:spPr bwMode="auto">
          <a:xfrm>
            <a:off x="395288" y="441325"/>
            <a:ext cx="8385175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QUE TON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2"/>
          <p:cNvGrpSpPr>
            <a:grpSpLocks/>
          </p:cNvGrpSpPr>
          <p:nvPr/>
        </p:nvGrpSpPr>
        <p:grpSpPr bwMode="auto">
          <a:xfrm>
            <a:off x="684213" y="-387350"/>
            <a:ext cx="7918450" cy="2305050"/>
            <a:chOff x="-114" y="3249"/>
            <a:chExt cx="6078" cy="1071"/>
          </a:xfrm>
        </p:grpSpPr>
        <p:sp>
          <p:nvSpPr>
            <p:cNvPr id="27652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3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4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7655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6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7651" name="Rectangle 8"/>
          <p:cNvSpPr>
            <a:spLocks noChangeArrowheads="1"/>
          </p:cNvSpPr>
          <p:nvPr/>
        </p:nvSpPr>
        <p:spPr bwMode="auto">
          <a:xfrm>
            <a:off x="323850" y="225425"/>
            <a:ext cx="852805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TON NOM, JÉSUS… 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TU FORTIFIES NOS CŒURS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2"/>
          <p:cNvGrpSpPr>
            <a:grpSpLocks/>
          </p:cNvGrpSpPr>
          <p:nvPr/>
        </p:nvGrpSpPr>
        <p:grpSpPr bwMode="auto">
          <a:xfrm>
            <a:off x="684213" y="-387350"/>
            <a:ext cx="7918450" cy="2305050"/>
            <a:chOff x="-114" y="3249"/>
            <a:chExt cx="6078" cy="1071"/>
          </a:xfrm>
        </p:grpSpPr>
        <p:sp>
          <p:nvSpPr>
            <p:cNvPr id="28676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77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78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8679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80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8675" name="Rectangle 8"/>
          <p:cNvSpPr>
            <a:spLocks noChangeArrowheads="1"/>
          </p:cNvSpPr>
          <p:nvPr/>
        </p:nvSpPr>
        <p:spPr bwMode="auto">
          <a:xfrm>
            <a:off x="323850" y="225425"/>
            <a:ext cx="852805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LA GUÉRISON EST EN CE NOM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LE SALUT EST EN CE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/>
          <p:cNvGrpSpPr>
            <a:grpSpLocks/>
          </p:cNvGrpSpPr>
          <p:nvPr/>
        </p:nvGrpSpPr>
        <p:grpSpPr bwMode="auto">
          <a:xfrm>
            <a:off x="323850" y="-387350"/>
            <a:ext cx="8639175" cy="2305050"/>
            <a:chOff x="-114" y="3249"/>
            <a:chExt cx="6078" cy="1071"/>
          </a:xfrm>
        </p:grpSpPr>
        <p:sp>
          <p:nvSpPr>
            <p:cNvPr id="29700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1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2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9703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4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9699" name="Rectangle 8"/>
          <p:cNvSpPr>
            <a:spLocks noChangeArrowheads="1"/>
          </p:cNvSpPr>
          <p:nvPr/>
        </p:nvSpPr>
        <p:spPr bwMode="auto">
          <a:xfrm>
            <a:off x="323850" y="225425"/>
            <a:ext cx="852805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LE RÉCONFORT EST EN CE NOM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LA JOIE EST EN CE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2"/>
          <p:cNvGrpSpPr>
            <a:grpSpLocks/>
          </p:cNvGrpSpPr>
          <p:nvPr/>
        </p:nvGrpSpPr>
        <p:grpSpPr bwMode="auto">
          <a:xfrm>
            <a:off x="900113" y="-30163"/>
            <a:ext cx="7486650" cy="1587501"/>
            <a:chOff x="-114" y="3249"/>
            <a:chExt cx="6078" cy="1071"/>
          </a:xfrm>
        </p:grpSpPr>
        <p:sp>
          <p:nvSpPr>
            <p:cNvPr id="30724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5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6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727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8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23" name="Rectangle 8"/>
          <p:cNvSpPr>
            <a:spLocks noChangeArrowheads="1"/>
          </p:cNvSpPr>
          <p:nvPr/>
        </p:nvSpPr>
        <p:spPr bwMode="auto">
          <a:xfrm>
            <a:off x="323850" y="477838"/>
            <a:ext cx="852805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LA GRÂCE EST EN CE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2"/>
          <p:cNvGrpSpPr>
            <a:grpSpLocks/>
          </p:cNvGrpSpPr>
          <p:nvPr/>
        </p:nvGrpSpPr>
        <p:grpSpPr bwMode="auto">
          <a:xfrm>
            <a:off x="684213" y="-387350"/>
            <a:ext cx="7918450" cy="1728788"/>
            <a:chOff x="-114" y="3249"/>
            <a:chExt cx="6078" cy="1071"/>
          </a:xfrm>
        </p:grpSpPr>
        <p:sp>
          <p:nvSpPr>
            <p:cNvPr id="31748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49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50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1751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52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1747" name="Rectangle 8"/>
          <p:cNvSpPr>
            <a:spLocks noChangeArrowheads="1"/>
          </p:cNvSpPr>
          <p:nvPr/>
        </p:nvSpPr>
        <p:spPr bwMode="auto">
          <a:xfrm>
            <a:off x="323850" y="188913"/>
            <a:ext cx="8528050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JÉSUS, CHANTONS SON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1666</TotalTime>
  <Words>16562</Words>
  <Application>Microsoft PowerPoint</Application>
  <PresentationFormat>On-screen Show (4:3)</PresentationFormat>
  <Paragraphs>2269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5" baseType="lpstr">
      <vt:lpstr>Times New Roman</vt:lpstr>
      <vt:lpstr>Arial</vt:lpstr>
      <vt:lpstr>Calibri</vt:lpstr>
      <vt:lpstr>Franklin Gothic Medium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cec</cp:lastModifiedBy>
  <cp:revision>48</cp:revision>
  <dcterms:created xsi:type="dcterms:W3CDTF">2002-08-17T09:53:17Z</dcterms:created>
  <dcterms:modified xsi:type="dcterms:W3CDTF">2011-05-13T18:35:25Z</dcterms:modified>
</cp:coreProperties>
</file>