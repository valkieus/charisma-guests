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1" d="100"/>
          <a:sy n="111" d="100"/>
        </p:scale>
        <p:origin x="-488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495FB6-761B-42F8-9C08-03116EF899A4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F8AEFC-6EDD-4A2D-8DA7-76C47195F2A1}" type="slidenum">
              <a:rPr lang="fr-FR"/>
              <a:pPr/>
              <a:t>1</a:t>
            </a:fld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922A278-2E11-47BD-92EB-E3B15018B2C4}" type="slidenum">
              <a:rPr lang="fr-FR" sz="1200"/>
              <a:pPr algn="r"/>
              <a:t>2</a:t>
            </a:fld>
            <a:endParaRPr lang="fr-FR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72C9F7D-87B0-40E0-8FAA-16A569940C9C}" type="slidenum">
              <a:rPr lang="fr-FR" sz="1200"/>
              <a:pPr algn="r"/>
              <a:t>3</a:t>
            </a:fld>
            <a:endParaRPr lang="fr-FR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481DE36-0F8F-4E24-97DB-1CFD8A5B6FF6}" type="slidenum">
              <a:rPr lang="fr-FR" sz="1200"/>
              <a:pPr algn="r"/>
              <a:t>4</a:t>
            </a:fld>
            <a:endParaRPr lang="fr-FR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6A664F6-BBC1-485F-8964-FDAFE6487281}" type="slidenum">
              <a:rPr lang="fr-FR" sz="1200"/>
              <a:pPr algn="r"/>
              <a:t>5</a:t>
            </a:fld>
            <a:endParaRPr lang="fr-FR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79BB86-BE19-41D5-B6EA-EA2736580D3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0487-E27E-4191-98F9-266B6FAED108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1FE28D-686A-42D4-99F5-1DEB58441424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59ABCA-1335-4CF0-886D-9A9D67FAED39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3E64C8-0E7B-4658-A73F-5CE8A55BE445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7D34F1-B46D-4DD7-8BDC-1BE646A1DD3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95F78B-F725-4007-AF2B-712A03F42445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EF44DD-B76F-454E-8EFE-24024156C618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3C64B5-D5DC-4677-833A-F1297AD3FD6E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E5DA5F-5143-4E9A-AA0C-828829ABC04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873A0D-27C0-4423-9CA7-CEB509F88293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538B769-CEE3-4316-931B-FF6A098E50D0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NOUS DÉSIRONS, 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UNE SEULE CHOSE AUJOURD’HUI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ALORS QUE NOUS CHANTONS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VIENS TRANSFORMER NOS VIES</a:t>
            </a:r>
          </a:p>
          <a:p>
            <a:pPr algn="ctr">
              <a:lnSpc>
                <a:spcPct val="110000"/>
              </a:lnSpc>
            </a:pPr>
            <a:endParaRPr lang="fr-FR" sz="33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3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ÉLÈVE-TOI, ÉLÈVE-TOI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ET VIENS DANS TA GLOIRE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COURONNER NOS LOUANGES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OUI VIENS, ROI DES ROIS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DIEU TRÈS SAINT, TOUT-PUISSANT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OUI VIENS, OUI VIENS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3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ARISE TAKE YOUR PLACE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BE ENTHRONED ON OUR PRAISE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ARISE KING OF KINGS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HOLY GOD AS WE SING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ARISE ARISE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ARISE ARISE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3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ONE THING WE ASK OF YOU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ONE THING THAT WE DESIRE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THAT AS WE WORSHIP YOU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LORD COME AND CHANGE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OUR LIVES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ARISE ARISE ARISE ARISE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3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WE LIFT YOU UP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WE LIFT YOU UP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WE LIFT YOU UP ON OUR PRAISES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WE LIFT YOU UP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WE LIFT YOU UP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WE LIFT YOU UP ON OUR PRAISES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1559</TotalTime>
  <Words>149</Words>
  <Application>Microsoft PowerPoint</Application>
  <PresentationFormat>On-screen Show (4:3)</PresentationFormat>
  <Paragraphs>42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Times New Roman</vt:lpstr>
      <vt:lpstr>ＭＳ Ｐゴシック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Geraldy Badeau</cp:lastModifiedBy>
  <cp:revision>79</cp:revision>
  <dcterms:created xsi:type="dcterms:W3CDTF">2002-08-17T09:53:17Z</dcterms:created>
  <dcterms:modified xsi:type="dcterms:W3CDTF">2009-07-11T19:24:17Z</dcterms:modified>
</cp:coreProperties>
</file>