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06" r:id="rId2"/>
    <p:sldId id="307" r:id="rId3"/>
    <p:sldId id="308" r:id="rId4"/>
    <p:sldId id="309" r:id="rId5"/>
    <p:sldId id="310" r:id="rId6"/>
    <p:sldId id="311" r:id="rId7"/>
    <p:sldId id="313" r:id="rId8"/>
    <p:sldId id="312" r:id="rId9"/>
    <p:sldId id="314" r:id="rId10"/>
    <p:sldId id="315" r:id="rId11"/>
    <p:sldId id="316" r:id="rId12"/>
    <p:sldId id="317" r:id="rId13"/>
    <p:sldId id="318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49509" autoAdjust="0"/>
  </p:normalViewPr>
  <p:slideViewPr>
    <p:cSldViewPr>
      <p:cViewPr>
        <p:scale>
          <a:sx n="40" d="100"/>
          <a:sy n="40" d="100"/>
        </p:scale>
        <p:origin x="-780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7FAC2E2-A2A4-4054-ADE0-34A8CAC6C7BA}" type="datetimeFigureOut">
              <a:rPr lang="fr-FR"/>
              <a:pPr>
                <a:defRPr/>
              </a:pPr>
              <a:t>18/11/2018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93A723D-C618-43D2-8BC6-0D290A6F7A5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679621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QUI EST SEMBLABLE AU LION À L’AGNEAU</a:t>
            </a:r>
            <a:br>
              <a:rPr lang="fr-FR" dirty="0" smtClean="0"/>
            </a:br>
            <a:r>
              <a:rPr lang="fr-FR" dirty="0" smtClean="0"/>
              <a:t>2-  ASSIS SUR LE TRÔNE?</a:t>
            </a:r>
            <a:br>
              <a:rPr lang="fr-FR" dirty="0" smtClean="0"/>
            </a:br>
            <a:r>
              <a:rPr lang="fr-FR" dirty="0" smtClean="0"/>
              <a:t>3-  LES MONTS S’INCLINENT L’OCÉAN RUGIT </a:t>
            </a:r>
            <a:br>
              <a:rPr lang="fr-FR" dirty="0" smtClean="0"/>
            </a:br>
            <a:r>
              <a:rPr lang="fr-FR" dirty="0" smtClean="0"/>
              <a:t>4-  DEVANT LE SEIGNEUR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LOUEZ ADONAÏ</a:t>
            </a:r>
            <a:br>
              <a:rPr lang="fr-FR" dirty="0" smtClean="0"/>
            </a:br>
            <a:r>
              <a:rPr lang="fr-FR" dirty="0" smtClean="0"/>
              <a:t>	6-  DU LEVER DU SOLEIL JUSQU’À LA FIN DU JOUR</a:t>
            </a:r>
            <a:br>
              <a:rPr lang="fr-FR" dirty="0" smtClean="0"/>
            </a:br>
            <a:r>
              <a:rPr lang="fr-FR" dirty="0" smtClean="0"/>
              <a:t>	7-  LOUEZ ADONAÏ</a:t>
            </a:r>
            <a:br>
              <a:rPr lang="fr-FR" dirty="0" smtClean="0"/>
            </a:br>
            <a:r>
              <a:rPr lang="fr-FR" dirty="0" smtClean="0"/>
              <a:t>	8-  TOUTES LES NATIONS DU MONDE TOUS LES ANGES ET TOUS LES SAINTS</a:t>
            </a:r>
            <a:br>
              <a:rPr lang="fr-FR" dirty="0" smtClean="0"/>
            </a:br>
            <a:r>
              <a:rPr lang="fr-FR" dirty="0" smtClean="0"/>
              <a:t>	9-  TE LOUENT</a:t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r>
              <a:rPr lang="fr-FR" dirty="0" smtClean="0"/>
              <a:t>10-  QUI EST SEMBLABLE AU LION À L’AGNEAU</a:t>
            </a:r>
            <a:br>
              <a:rPr lang="fr-FR" dirty="0" smtClean="0"/>
            </a:br>
            <a:r>
              <a:rPr lang="fr-FR" dirty="0" smtClean="0"/>
              <a:t>11-  ASSIS SUR LE TRÔNE?</a:t>
            </a:r>
            <a:br>
              <a:rPr lang="fr-FR" dirty="0" smtClean="0"/>
            </a:br>
            <a:r>
              <a:rPr lang="fr-FR" dirty="0" smtClean="0"/>
              <a:t>12-  LES MONTS S’INCLINENT L’OCÉAN RUGIT</a:t>
            </a:r>
            <a:br>
              <a:rPr lang="fr-FR" dirty="0" smtClean="0"/>
            </a:br>
            <a:r>
              <a:rPr lang="fr-FR" dirty="0" smtClean="0"/>
              <a:t>13-  DEVANT LE SEIGNEUR</a:t>
            </a:r>
            <a:br>
              <a:rPr lang="fr-FR" dirty="0" smtClean="0"/>
            </a:b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14-  LOUEZ ADONAÏ</a:t>
            </a:r>
            <a:br>
              <a:rPr lang="fr-FR" dirty="0" smtClean="0"/>
            </a:br>
            <a:r>
              <a:rPr lang="fr-FR" dirty="0" smtClean="0"/>
              <a:t>	15-  DU LEVER DU SOLEIL JUSQU’À LA FIN DU JOUR</a:t>
            </a:r>
            <a:br>
              <a:rPr lang="fr-FR" dirty="0" smtClean="0"/>
            </a:br>
            <a:r>
              <a:rPr lang="fr-FR" dirty="0" smtClean="0"/>
              <a:t>	16-  LOUEZ ADONAÏ</a:t>
            </a:r>
            <a:br>
              <a:rPr lang="fr-FR" dirty="0" smtClean="0"/>
            </a:br>
            <a:r>
              <a:rPr lang="fr-FR" dirty="0" smtClean="0"/>
              <a:t>	17-  TOUTES LES NATIONS DU MONDE TOUS LES ANGES ET TOUS LES SAINTS</a:t>
            </a:r>
            <a:br>
              <a:rPr lang="fr-FR" dirty="0" smtClean="0"/>
            </a:br>
            <a:r>
              <a:rPr lang="fr-FR" dirty="0" smtClean="0"/>
              <a:t>	18-  TE LOUENT</a:t>
            </a:r>
            <a:br>
              <a:rPr lang="fr-FR" dirty="0" smtClean="0"/>
            </a:br>
            <a:r>
              <a:rPr lang="fr-FR" dirty="0" smtClean="0"/>
              <a:t> 	19-  LOUEZ ADONAÏ</a:t>
            </a:r>
            <a:br>
              <a:rPr lang="fr-FR" dirty="0" smtClean="0"/>
            </a:br>
            <a:r>
              <a:rPr lang="fr-FR" dirty="0" smtClean="0"/>
              <a:t>	20-  DU LEVER DU SOLEIL</a:t>
            </a:r>
            <a:br>
              <a:rPr lang="fr-FR" dirty="0" smtClean="0"/>
            </a:br>
            <a:r>
              <a:rPr lang="fr-FR" dirty="0" smtClean="0"/>
              <a:t>JUSQU’À LA FIN DU JOUR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LOUEZ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TOUTES LES NATIONS DU MONDE</a:t>
            </a:r>
            <a:br>
              <a:rPr lang="fr-FR" dirty="0" smtClean="0"/>
            </a:br>
            <a:r>
              <a:rPr lang="fr-FR" dirty="0" smtClean="0"/>
              <a:t>TOUS LES ANGES ET TOUS LES SAINTS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TE LOUENT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DU LEVER DU SOLEIL</a:t>
            </a:r>
            <a:br>
              <a:rPr lang="fr-FR" dirty="0" smtClean="0"/>
            </a:br>
            <a:r>
              <a:rPr lang="fr-FR" dirty="0" smtClean="0"/>
              <a:t>JUSQU’À LA FIN DU JOUR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LOUEZ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TOUTES LES NATIONS DU MONDE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TOUS LES ANGES ET TOUS LES SAINTS </a:t>
            </a:r>
            <a:br>
              <a:rPr lang="fr-FR" dirty="0" smtClean="0"/>
            </a:br>
            <a:r>
              <a:rPr lang="fr-FR" dirty="0" smtClean="0"/>
              <a:t>TE LOUENT</a:t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QUI EST SEMBLABLE AU LION À L’AGNEAU</a:t>
            </a:r>
            <a:br>
              <a:rPr lang="fr-FR" dirty="0" smtClean="0"/>
            </a:br>
            <a:r>
              <a:rPr lang="fr-FR" dirty="0" smtClean="0"/>
              <a:t>2-  ASSIS SUR LE TRÔNE?</a:t>
            </a:r>
            <a:br>
              <a:rPr lang="fr-FR" dirty="0" smtClean="0"/>
            </a:br>
            <a:r>
              <a:rPr lang="fr-FR" dirty="0" smtClean="0"/>
              <a:t>3-  LES MONTS S’INCLINENT L’OCÉAN RUGIT </a:t>
            </a:r>
            <a:br>
              <a:rPr lang="fr-FR" dirty="0" smtClean="0"/>
            </a:br>
            <a:r>
              <a:rPr lang="fr-FR" dirty="0" smtClean="0"/>
              <a:t>4-  DEVANT LE SEIGNEUR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LOUEZ ADONAÏ</a:t>
            </a:r>
            <a:br>
              <a:rPr lang="fr-FR" dirty="0" smtClean="0"/>
            </a:br>
            <a:r>
              <a:rPr lang="fr-FR" dirty="0" smtClean="0"/>
              <a:t>	6-  DU LEVER DU SOLEIL JUSQU’À LA FIN DU JOUR</a:t>
            </a:r>
            <a:br>
              <a:rPr lang="fr-FR" dirty="0" smtClean="0"/>
            </a:br>
            <a:r>
              <a:rPr lang="fr-FR" dirty="0" smtClean="0"/>
              <a:t>	7-  LOUEZ ADONAÏ</a:t>
            </a:r>
            <a:br>
              <a:rPr lang="fr-FR" dirty="0" smtClean="0"/>
            </a:br>
            <a:r>
              <a:rPr lang="fr-FR" dirty="0" smtClean="0"/>
              <a:t>	8-  TOUTES LES NATIONS DU MONDE TOUS LES ANGES ET TOUS LES SAINTS</a:t>
            </a:r>
            <a:br>
              <a:rPr lang="fr-FR" dirty="0" smtClean="0"/>
            </a:br>
            <a:r>
              <a:rPr lang="fr-FR" dirty="0" smtClean="0"/>
              <a:t>	9-  TE LOUENT</a:t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r>
              <a:rPr lang="fr-FR" dirty="0" smtClean="0"/>
              <a:t>10-  QUI EST SEMBLABLE AU LION À L’AGNEAU</a:t>
            </a:r>
            <a:br>
              <a:rPr lang="fr-FR" dirty="0" smtClean="0"/>
            </a:br>
            <a:r>
              <a:rPr lang="fr-FR" dirty="0" smtClean="0"/>
              <a:t>11-  ASSIS SUR LE TRÔNE?</a:t>
            </a:r>
            <a:br>
              <a:rPr lang="fr-FR" dirty="0" smtClean="0"/>
            </a:br>
            <a:r>
              <a:rPr lang="fr-FR" dirty="0" smtClean="0"/>
              <a:t>12-  LES MONTS S’INCLINENT L’OCÉAN RUGIT</a:t>
            </a:r>
            <a:br>
              <a:rPr lang="fr-FR" dirty="0" smtClean="0"/>
            </a:br>
            <a:r>
              <a:rPr lang="fr-FR" dirty="0" smtClean="0"/>
              <a:t>13-  DEVANT LE SEIGNEUR</a:t>
            </a:r>
            <a:br>
              <a:rPr lang="fr-FR" dirty="0" smtClean="0"/>
            </a:b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14-  LOUEZ ADONAÏ</a:t>
            </a:r>
            <a:br>
              <a:rPr lang="fr-FR" dirty="0" smtClean="0"/>
            </a:br>
            <a:r>
              <a:rPr lang="fr-FR" dirty="0" smtClean="0"/>
              <a:t>	15-  DU LEVER DU SOLEIL JUSQU’À LA FIN DU JOUR</a:t>
            </a:r>
            <a:br>
              <a:rPr lang="fr-FR" dirty="0" smtClean="0"/>
            </a:br>
            <a:r>
              <a:rPr lang="fr-FR" dirty="0" smtClean="0"/>
              <a:t>	16-  LOUEZ ADONAÏ</a:t>
            </a:r>
            <a:br>
              <a:rPr lang="fr-FR" dirty="0" smtClean="0"/>
            </a:br>
            <a:r>
              <a:rPr lang="fr-FR" dirty="0" smtClean="0"/>
              <a:t>	17-  TOUTES LES NATIONS DU MONDE TOUS LES ANGES ET TOUS LES SAINTS</a:t>
            </a:r>
            <a:br>
              <a:rPr lang="fr-FR" dirty="0" smtClean="0"/>
            </a:br>
            <a:r>
              <a:rPr lang="fr-FR" dirty="0" smtClean="0"/>
              <a:t>	18-  TE LOUENT</a:t>
            </a:r>
            <a:br>
              <a:rPr lang="fr-FR" dirty="0" smtClean="0"/>
            </a:br>
            <a:r>
              <a:rPr lang="fr-FR" dirty="0" smtClean="0"/>
              <a:t> 	19-  LOUEZ ADONAÏ</a:t>
            </a:r>
            <a:br>
              <a:rPr lang="fr-FR" dirty="0" smtClean="0"/>
            </a:br>
            <a:r>
              <a:rPr lang="fr-FR" dirty="0" smtClean="0"/>
              <a:t>	20-  DU LEVER DU SOLEIL</a:t>
            </a:r>
            <a:br>
              <a:rPr lang="fr-FR" dirty="0" smtClean="0"/>
            </a:br>
            <a:r>
              <a:rPr lang="fr-FR" dirty="0" smtClean="0"/>
              <a:t>JUSQU’À LA FIN DU JOUR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LOUEZ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TOUTES LES NATIONS DU MONDE</a:t>
            </a:r>
            <a:br>
              <a:rPr lang="fr-FR" dirty="0" smtClean="0"/>
            </a:br>
            <a:r>
              <a:rPr lang="fr-FR" dirty="0" smtClean="0"/>
              <a:t>TOUS LES ANGES ET TOUS LES SAINTS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TE LOUENT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DU LEVER DU SOLEIL</a:t>
            </a:r>
            <a:br>
              <a:rPr lang="fr-FR" dirty="0" smtClean="0"/>
            </a:br>
            <a:r>
              <a:rPr lang="fr-FR" dirty="0" smtClean="0"/>
              <a:t>JUSQU’À LA FIN DU JOUR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LOUEZ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TOUTES LES NATIONS DU MONDE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TOUS LES ANGES ET TOUS LES SAINTS </a:t>
            </a:r>
            <a:br>
              <a:rPr lang="fr-FR" dirty="0" smtClean="0"/>
            </a:br>
            <a:r>
              <a:rPr lang="fr-FR" dirty="0" smtClean="0"/>
              <a:t>TE LOUENT</a:t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QUI EST SEMBLABLE AU LION À L’AGNEAU</a:t>
            </a:r>
            <a:br>
              <a:rPr lang="fr-FR" dirty="0" smtClean="0"/>
            </a:br>
            <a:r>
              <a:rPr lang="fr-FR" dirty="0" smtClean="0"/>
              <a:t>2-  ASSIS SUR LE TRÔNE?</a:t>
            </a:r>
            <a:br>
              <a:rPr lang="fr-FR" dirty="0" smtClean="0"/>
            </a:br>
            <a:r>
              <a:rPr lang="fr-FR" dirty="0" smtClean="0"/>
              <a:t>3-  LES MONTS S’INCLINENT L’OCÉAN RUGIT </a:t>
            </a:r>
            <a:br>
              <a:rPr lang="fr-FR" dirty="0" smtClean="0"/>
            </a:br>
            <a:r>
              <a:rPr lang="fr-FR" dirty="0" smtClean="0"/>
              <a:t>4-  DEVANT LE SEIGNEUR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LOUEZ ADONAÏ</a:t>
            </a:r>
            <a:br>
              <a:rPr lang="fr-FR" dirty="0" smtClean="0"/>
            </a:br>
            <a:r>
              <a:rPr lang="fr-FR" dirty="0" smtClean="0"/>
              <a:t>	6-  DU LEVER DU SOLEIL JUSQU’À LA FIN DU JOUR</a:t>
            </a:r>
            <a:br>
              <a:rPr lang="fr-FR" dirty="0" smtClean="0"/>
            </a:br>
            <a:r>
              <a:rPr lang="fr-FR" dirty="0" smtClean="0"/>
              <a:t>	7-  LOUEZ ADONAÏ</a:t>
            </a:r>
            <a:br>
              <a:rPr lang="fr-FR" dirty="0" smtClean="0"/>
            </a:br>
            <a:r>
              <a:rPr lang="fr-FR" dirty="0" smtClean="0"/>
              <a:t>	8-  TOUTES LES NATIONS DU MONDE TOUS LES ANGES ET TOUS LES SAINTS</a:t>
            </a:r>
            <a:br>
              <a:rPr lang="fr-FR" dirty="0" smtClean="0"/>
            </a:br>
            <a:r>
              <a:rPr lang="fr-FR" dirty="0" smtClean="0"/>
              <a:t>	9-  TE LOUENT</a:t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r>
              <a:rPr lang="fr-FR" dirty="0" smtClean="0"/>
              <a:t>10-  QUI EST SEMBLABLE AU LION À L’AGNEAU</a:t>
            </a:r>
            <a:br>
              <a:rPr lang="fr-FR" dirty="0" smtClean="0"/>
            </a:br>
            <a:r>
              <a:rPr lang="fr-FR" dirty="0" smtClean="0"/>
              <a:t>11-  ASSIS SUR LE TRÔNE?</a:t>
            </a:r>
            <a:br>
              <a:rPr lang="fr-FR" dirty="0" smtClean="0"/>
            </a:br>
            <a:r>
              <a:rPr lang="fr-FR" dirty="0" smtClean="0"/>
              <a:t>12-  LES MONTS S’INCLINENT L’OCÉAN RUGIT</a:t>
            </a:r>
            <a:br>
              <a:rPr lang="fr-FR" dirty="0" smtClean="0"/>
            </a:br>
            <a:r>
              <a:rPr lang="fr-FR" dirty="0" smtClean="0"/>
              <a:t>13-  DEVANT LE SEIGNEUR</a:t>
            </a:r>
            <a:br>
              <a:rPr lang="fr-FR" dirty="0" smtClean="0"/>
            </a:b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14-  LOUEZ ADONAÏ</a:t>
            </a:r>
            <a:br>
              <a:rPr lang="fr-FR" dirty="0" smtClean="0"/>
            </a:br>
            <a:r>
              <a:rPr lang="fr-FR" dirty="0" smtClean="0"/>
              <a:t>	15-  DU LEVER DU SOLEIL JUSQU’À LA FIN DU JOUR</a:t>
            </a:r>
            <a:br>
              <a:rPr lang="fr-FR" dirty="0" smtClean="0"/>
            </a:br>
            <a:r>
              <a:rPr lang="fr-FR" dirty="0" smtClean="0"/>
              <a:t>	16-  LOUEZ ADONAÏ</a:t>
            </a:r>
            <a:br>
              <a:rPr lang="fr-FR" dirty="0" smtClean="0"/>
            </a:br>
            <a:r>
              <a:rPr lang="fr-FR" dirty="0" smtClean="0"/>
              <a:t>	17-  TOUTES LES NATIONS DU MONDE TOUS LES ANGES ET TOUS LES SAINTS</a:t>
            </a:r>
            <a:br>
              <a:rPr lang="fr-FR" dirty="0" smtClean="0"/>
            </a:br>
            <a:r>
              <a:rPr lang="fr-FR" dirty="0" smtClean="0"/>
              <a:t>	18-  TE LOUENT</a:t>
            </a:r>
            <a:br>
              <a:rPr lang="fr-FR" dirty="0" smtClean="0"/>
            </a:br>
            <a:r>
              <a:rPr lang="fr-FR" dirty="0" smtClean="0"/>
              <a:t> 	19-  LOUEZ ADONAÏ</a:t>
            </a:r>
            <a:br>
              <a:rPr lang="fr-FR" dirty="0" smtClean="0"/>
            </a:br>
            <a:r>
              <a:rPr lang="fr-FR" dirty="0" smtClean="0"/>
              <a:t>	20-  DU LEVER DU SOLEIL</a:t>
            </a:r>
            <a:br>
              <a:rPr lang="fr-FR" dirty="0" smtClean="0"/>
            </a:br>
            <a:r>
              <a:rPr lang="fr-FR" dirty="0" smtClean="0"/>
              <a:t>JUSQU’À LA FIN DU JOUR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LOUEZ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TOUTES LES NATIONS DU MONDE</a:t>
            </a:r>
            <a:br>
              <a:rPr lang="fr-FR" dirty="0" smtClean="0"/>
            </a:br>
            <a:r>
              <a:rPr lang="fr-FR" dirty="0" smtClean="0"/>
              <a:t>TOUS LES ANGES ET TOUS LES SAINTS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TE LOUENT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DU LEVER DU SOLEIL</a:t>
            </a:r>
            <a:br>
              <a:rPr lang="fr-FR" dirty="0" smtClean="0"/>
            </a:br>
            <a:r>
              <a:rPr lang="fr-FR" dirty="0" smtClean="0"/>
              <a:t>JUSQU’À LA FIN DU JOUR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LOUEZ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TOUTES LES NATIONS DU MONDE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TOUS LES ANGES ET TOUS LES SAINTS </a:t>
            </a:r>
            <a:br>
              <a:rPr lang="fr-FR" dirty="0" smtClean="0"/>
            </a:br>
            <a:r>
              <a:rPr lang="fr-FR" dirty="0" smtClean="0"/>
              <a:t>TE LOUENT</a:t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0EC72-346C-4EE1-9CAB-6FE3E3307C7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FB176-5586-416D-B4C3-5B684957603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671C7-02BE-4F79-832E-EFF66F59A1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389507-A227-4CD4-BAA6-CC21DF23EA3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BA97F-17F2-4896-B08D-4530B815DE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8F0EC-69D2-4569-B011-CF6A95518E0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BA0DB-4CEA-4495-B375-7689523CDE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0C057A-EE3C-4042-A914-00823044650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2D41A-515E-4DB8-A81C-B520647CBD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0F9B9-FC7C-43D3-99C9-91FC4B14E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745523-1A22-4C56-9C95-8A8B41C459E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D4CF14C-3F2A-4ED3-B6E4-3767203E7F3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SEMBLABLE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LION, À L’AGNEAU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ASSIS SUR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TRÔNE ?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MONTS S’INCLINENT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L’OCÉAN RUGIT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LE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ADONAÏ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LEVER DU SOLEIL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LA FIN DU JOUR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ADONAÏ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NATIONS DU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ANGES ET TOUS LES SAINTS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LOUENT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SEMBLABLE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LION, À L’AGNEAU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ASSIS SUR LE TRÔNE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MONTS S’INCLINENT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L’OCÉAN RUGIT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LE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ADONAÏ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LEVER DU SOLEIL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LA FIN DU JOUR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ADONAÏ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NATIONS DU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ANGES ET TOUS LES SAINTS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LOUENT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ADONAÏ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LEVER DU SOLEIL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LA FIN DU JOUR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ADONAÏ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NATIONS DU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ANGES ET TOUS LES SAINTS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LOUENT ADONAÏ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LEVER DU SOLEIL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LA FIN DU JOUR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ADONAÏ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NATIONS DU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ANGES ET TOUS LES SAINTS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LOUENT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3343</TotalTime>
  <Words>523</Words>
  <Application>Microsoft Office PowerPoint</Application>
  <PresentationFormat>Affichage à l'écran (4:3)</PresentationFormat>
  <Paragraphs>567</Paragraphs>
  <Slides>27</Slides>
  <Notes>27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8" baseType="lpstr">
      <vt:lpstr>Default Design</vt:lpstr>
      <vt:lpstr>QUI EST SEMBLABLE  AU LION, À L’AGNEAU </vt:lpstr>
      <vt:lpstr>ASSIS SUR LE TRÔNE ? </vt:lpstr>
      <vt:lpstr>LES MONTS S’INCLINENT  L’OCÉAN RUGIT     </vt:lpstr>
      <vt:lpstr>DEVANT LE SEIGNEUR      </vt:lpstr>
      <vt:lpstr>LOUEZ ADONAÏ    </vt:lpstr>
      <vt:lpstr>DU LEVER DU SOLEIL  JUSQU’À LA FIN DU JOUR  </vt:lpstr>
      <vt:lpstr>LOUEZ ADONAÏ    </vt:lpstr>
      <vt:lpstr>TOUTES LES NATIONS DU MONDE TOUS LES ANGES ET TOUS LES SAINTS    </vt:lpstr>
      <vt:lpstr>TE LOUENT   </vt:lpstr>
      <vt:lpstr>QUI EST SEMBLABLE  AU LION, À L’AGNEAU </vt:lpstr>
      <vt:lpstr>ASSIS SUR LE TRÔNE  </vt:lpstr>
      <vt:lpstr>LES MONTS S’INCLINENT  L’OCÉAN RUGIT </vt:lpstr>
      <vt:lpstr>DEVANT LE SEIGNEUR    </vt:lpstr>
      <vt:lpstr>LOUEZ ADONAÏ    </vt:lpstr>
      <vt:lpstr>DU LEVER DU SOLEIL  JUSQU’À LA FIN DU JOUR  </vt:lpstr>
      <vt:lpstr>LOUEZ ADONAÏ    </vt:lpstr>
      <vt:lpstr>TOUTES LES NATIONS DU MONDE TOUS LES ANGES ET TOUS LES SAINTS    </vt:lpstr>
      <vt:lpstr>TE LOUENT   </vt:lpstr>
      <vt:lpstr>LOUEZ ADONAÏ </vt:lpstr>
      <vt:lpstr>DU LEVER DU SOLEIL JUSQU’À LA FIN DU JOUR    </vt:lpstr>
      <vt:lpstr>LOUEZ ADONAÏ  </vt:lpstr>
      <vt:lpstr>TOUTES LES NATIONS DU MONDE TOUS LES ANGES ET TOUS LES SAINTS  </vt:lpstr>
      <vt:lpstr>TE LOUENT ADONAÏ  </vt:lpstr>
      <vt:lpstr>DU LEVER DU SOLEIL JUSQU’À LA FIN DU JOUR    </vt:lpstr>
      <vt:lpstr>LOUEZ ADONAÏ    </vt:lpstr>
      <vt:lpstr>TOUTES LES NATIONS DU MONDE    </vt:lpstr>
      <vt:lpstr>TOUS LES ANGES ET TOUS LES SAINTS  TE LOUENT  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148</cp:revision>
  <dcterms:created xsi:type="dcterms:W3CDTF">2002-08-17T10:50:50Z</dcterms:created>
  <dcterms:modified xsi:type="dcterms:W3CDTF">2018-11-18T09:26:34Z</dcterms:modified>
</cp:coreProperties>
</file>