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6" r:id="rId2"/>
    <p:sldId id="307" r:id="rId3"/>
    <p:sldId id="309" r:id="rId4"/>
    <p:sldId id="311" r:id="rId5"/>
    <p:sldId id="312" r:id="rId6"/>
    <p:sldId id="313" r:id="rId7"/>
    <p:sldId id="314" r:id="rId8"/>
    <p:sldId id="315" r:id="rId9"/>
    <p:sldId id="317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37101" autoAdjust="0"/>
  </p:normalViewPr>
  <p:slideViewPr>
    <p:cSldViewPr>
      <p:cViewPr>
        <p:scale>
          <a:sx n="40" d="100"/>
          <a:sy n="40" d="100"/>
        </p:scale>
        <p:origin x="-23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0D5F13-74FF-4A4D-A5FF-6C51328A95C1}" type="datetimeFigureOut">
              <a:rPr lang="fr-FR"/>
              <a:pPr>
                <a:defRPr/>
              </a:pPr>
              <a:t>15/11/2018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367FC24-DC74-4FF3-8D9F-0938D5F0BCB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858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OUVRE LES YEUX DE MON CŒUR PÈRE OUVRE LES YEUX DE MON CŒUR 
	2-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3-  OUVRE LES YEUX DE MON CŒUR  OUVRE LES YEUX DE MON CŒUR 
	4-  JE DÉSIRE TE VOIR JE DÉSIRE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9-  TU ES SAINT, TU ES SAINT JE DÉSIRE TE VOIR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OUVRE LES YEUX DE MON CŒUR PÈRE OUVRE LES YEUX DE MON CŒUR 
	2-  JE DÉSIRE TE VOIR JE DÉSIRE TE VOIR </a:t>
            </a:r>
          </a:p>
          <a:p>
            <a:r>
              <a:rPr lang="fr-FR" smtClean="0"/>
              <a:t>
	3-  OUVRE LES YEUX DE MON CŒUR  OUVRE LES YEUX DE MON CŒUR 
	4-  JE DÉSIRE TE VOIR JE DÉSIRE TE VOIR </a:t>
            </a:r>
          </a:p>
          <a:p>
            <a:r>
              <a:rPr lang="fr-FR" smtClean="0"/>
              <a:t>
5-  ÉLEVÉ AU PLUS HAUT DES CIEUX RAYONNANT DE L’ÉCLAT DE TA GLOIRE 
6-  RÉPANDS TON AMOUR TA FORCE ALORS QUE NOUS CHANTONS   
7-  TU ES SAINT  
8-  TU ES SAINT, TU ES SAINT TU ES SAINT, TU ES SAINT </a:t>
            </a:r>
          </a:p>
          <a:p>
            <a:r>
              <a:rPr lang="fr-FR" smtClean="0"/>
              <a:t>
9-  TU ES SAINT, TU ES SAINT JE DÉSIRE TE VOIR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F31DA-D50A-4D0C-A9F5-5211327A2E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4B2AA-FFE0-41EC-A7A1-B09EC02DE2A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3C222-D685-40E2-B08C-06E8BDA238D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09D5D-8193-4F4B-83B5-7DE130E8415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5040F-DBCC-4854-A6C1-0965D3D0F8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7E219-E2C4-4DE0-938D-BCF5B75D4E9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CAE2D-0D78-4170-AB6A-A6518546C82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D09F0-68B8-4822-B808-227733D8527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AD8BB-09C0-48BB-BF32-7DE2D7468D3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A11CF-77C7-4DBA-83A3-E009E9C614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C8398-7855-4AD3-89C7-34A4109EC83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3D5543E-4012-4BD7-964A-BF176160429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YEUX DE MON CŒUR PÈRE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YEUX DE MON CŒUR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DÉSIRE TE VOIR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DÉSIRE TE VOIR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YEUX DE MON CŒUR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YEUX DE MON CŒUR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DÉSIRE TE VOIR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DÉSIRE TE VOIR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ÉLEVÉ AU PLUS HAUT DES CIEUX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RAYONNANT DE L’ÉCLAT DE TA GLOIRE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RÉPANDS TON AMOUR TA FORCE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QUE NOUS CHANTONS 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SAINT, TU ES SAINT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SAINT, TU ES SAINT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SAINT, TU ES SAINT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DÉSIRE TE VOIR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49</Words>
  <Application>Microsoft Office PowerPoint</Application>
  <PresentationFormat>Affichage à l'écran (4:3)</PresentationFormat>
  <Paragraphs>81</Paragraphs>
  <Slides>9</Slides>
  <Notes>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Default Design</vt:lpstr>
      <vt:lpstr>OUVRE LES YEUX DE MON CŒUR PÈRE OUVRE LES YEUX DE MON CŒUR</vt:lpstr>
      <vt:lpstr>JE DÉSIRE TE VOIR JE DÉSIRE TE VOIR</vt:lpstr>
      <vt:lpstr>OUVRE LES YEUX DE MON CŒUR  OUVRE LES YEUX DE MON CŒUR</vt:lpstr>
      <vt:lpstr>JE DÉSIRE TE VOIR JE DÉSIRE TE VOIR</vt:lpstr>
      <vt:lpstr>ÉLEVÉ AU PLUS HAUT DES CIEUX RAYONNANT DE L’ÉCLAT DE TA GLOIRE</vt:lpstr>
      <vt:lpstr>RÉPANDS TON AMOUR TA FORCE ALORS QUE NOUS CHANTONS  </vt:lpstr>
      <vt:lpstr>TU ES SAINT </vt:lpstr>
      <vt:lpstr>TU ES SAINT, TU ES SAINT TU ES SAINT, TU ES SAINT</vt:lpstr>
      <vt:lpstr>TU ES SAINT, TU ES SAINT JE DÉSIRE TE VOIR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2018-11-15T11:16:51Z</dcterms:modified>
</cp:coreProperties>
</file>