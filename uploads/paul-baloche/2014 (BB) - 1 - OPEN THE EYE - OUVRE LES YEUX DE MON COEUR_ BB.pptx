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7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37101" autoAdjust="0"/>
  </p:normalViewPr>
  <p:slideViewPr>
    <p:cSldViewPr>
      <p:cViewPr>
        <p:scale>
          <a:sx n="40" d="100"/>
          <a:sy n="40" d="100"/>
        </p:scale>
        <p:origin x="-1434" y="4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80D5F13-74FF-4A4D-A5FF-6C51328A95C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367FC24-DC74-4FF3-8D9F-0938D5F0BCB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TU ES SAINT, TU ES SAINT</a:t>
            </a:r>
            <a:br>
              <a:rPr lang="fr-FR" dirty="0" smtClean="0"/>
            </a:br>
            <a:r>
              <a:rPr lang="fr-FR" dirty="0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OUVRE LES YEUX DE MON CŒUR PÈRE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JE DÉSIRE TE VOIRJE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OUVRE LES YEUX DE MON CŒUR 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OUVRE LES YEUX DE MON CŒUR OUVRE LES YEUX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DÉSIRE TE VOIR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ÉLEVÉ AU PLUS HAUT DES CIEUX RAYONNANT DE L’ÉCLAT DE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RÉPANDS TON AMOUR TA FORCE ALORS QUE NOUS CHANTONS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TU ES SAINT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TU ES SAINT, TU ES SAINT</a:t>
            </a:r>
            <a:br>
              <a:rPr lang="fr-FR" dirty="0" smtClean="0"/>
            </a:br>
            <a:r>
              <a:rPr lang="fr-FR" dirty="0" smtClean="0"/>
              <a:t>       TU ES SAINT, TU ES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TU ES SAINT, TU ES SAINT JE DÉSIRE TE 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YEUX DE MON CŒUR PÈRE OUVRE LES YEUX DE MON CŒUR</a:t>
            </a:r>
          </a:p>
          <a:p>
            <a:r>
              <a:rPr lang="fr-FR" smtClean="0"/>
              <a:t>2-  JE DÉSIRE TE VOIRJE DÉSIRE TE VOIR</a:t>
            </a:r>
          </a:p>
          <a:p>
            <a:r>
              <a:rPr lang="fr-FR" smtClean="0"/>
              <a:t>3-  JE DÉSIRE TE VOIR JE DÉSIRE TE VOIR</a:t>
            </a:r>
          </a:p>
          <a:p>
            <a:endParaRPr lang="fr-FR" smtClean="0"/>
          </a:p>
          <a:p>
            <a:r>
              <a:rPr lang="fr-FR" smtClean="0"/>
              <a:t>4-  OUVRE LES YEUX DE MON CŒUR  OUVRE LES YEUX DE MON CŒUR</a:t>
            </a:r>
          </a:p>
          <a:p>
            <a:r>
              <a:rPr lang="fr-FR" smtClean="0"/>
              <a:t>5-  OUVRE LES YEUX DE MON CŒUR OUVRE LES YEUX DE MON CŒUR</a:t>
            </a:r>
          </a:p>
          <a:p>
            <a:r>
              <a:rPr lang="fr-FR" smtClean="0"/>
              <a:t>6-  JE DÉSIRE TE VOIR JE DÉSIRE TE VOIR</a:t>
            </a:r>
          </a:p>
          <a:p>
            <a:endParaRPr lang="fr-FR" smtClean="0"/>
          </a:p>
          <a:p>
            <a:r>
              <a:rPr lang="fr-FR" smtClean="0"/>
              <a:t>7-  ÉLEVÉ AU PLUS HAUT DES CIEUX RAYONNANT DE L’ÉCLAT DE TA GLOIRE</a:t>
            </a:r>
          </a:p>
          <a:p>
            <a:r>
              <a:rPr lang="fr-FR" smtClean="0"/>
              <a:t>8-  RÉPANDS TON AMOUR TA FORCE ALORS QUE NOUS CHANTONS  </a:t>
            </a:r>
          </a:p>
          <a:p>
            <a:r>
              <a:rPr lang="fr-FR" smtClean="0"/>
              <a:t>9-  TU ES SAINT </a:t>
            </a:r>
          </a:p>
          <a:p>
            <a:endParaRPr lang="fr-FR" smtClean="0"/>
          </a:p>
          <a:p>
            <a:r>
              <a:rPr lang="fr-FR" smtClean="0"/>
              <a:t>10-  TU ES SAINT, TU ES SAINT</a:t>
            </a:r>
            <a:br>
              <a:rPr lang="fr-FR" smtClean="0"/>
            </a:br>
            <a:r>
              <a:rPr lang="fr-FR" smtClean="0"/>
              <a:t>       TU ES SAINT, TU ES SAINT</a:t>
            </a:r>
          </a:p>
          <a:p>
            <a:endParaRPr lang="fr-FR" smtClean="0"/>
          </a:p>
          <a:p>
            <a:r>
              <a:rPr lang="fr-FR" smtClean="0"/>
              <a:t>11-  TU ES SAINT, TU ES SAINT JE DÉSIRE TE VOIR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F31DA-D50A-4D0C-A9F5-5211327A2E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4B2AA-FFE0-41EC-A7A1-B09EC02DE2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3C222-D685-40E2-B08C-06E8BDA238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09D5D-8193-4F4B-83B5-7DE130E841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5040F-DBCC-4854-A6C1-0965D3D0F8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7E219-E2C4-4DE0-938D-BCF5B75D4E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CAE2D-0D78-4170-AB6A-A6518546C8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CD09F0-68B8-4822-B808-227733D852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AD8BB-09C0-48BB-BF32-7DE2D7468D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A11CF-77C7-4DBA-83A3-E009E9C614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C8398-7855-4AD3-89C7-34A4109EC8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3D5543E-4012-4BD7-964A-BF17616042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 PÈRE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DÉSIRE TE 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DÉSIRE TE 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DÉSIRE TE 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DÉSIRE TE 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LES YEUX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DÉSIRE TE 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DÉSIRE TE 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ÉLEVÉ AU PLUS HAUT DES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RAYONNANT DE L’ÉCLAT DE TA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RÉPANDS TON AMOUR TA FORCE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QUE NOUS CHANTONS 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SAINT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SAINT, TU ES SAINT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SAINT, TU ES 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SAINT, TU ES SAINT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DÉSIRE TE 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3159</TotalTime>
  <Words>2017</Words>
  <Application>Microsoft Office PowerPoint</Application>
  <PresentationFormat>On-screen Show (4:3)</PresentationFormat>
  <Paragraphs>341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OUVRE LES YEUX DE MON CŒUR PÈRE OUVRE LES YEUX DE MON CŒUR</vt:lpstr>
      <vt:lpstr>JE DÉSIRE TE VOIR JE DÉSIRE TE VOIR</vt:lpstr>
      <vt:lpstr>JE DÉSIRE TE VOIR JE DÉSIRE TE VOIR</vt:lpstr>
      <vt:lpstr>OUVRE LES YEUX DE MON CŒUR  OUVRE LES YEUX DE MON CŒUR</vt:lpstr>
      <vt:lpstr>OUVRE LES YEUX DE MON CŒUR  OUVRE LES YEUX DE MON CŒUR</vt:lpstr>
      <vt:lpstr>JE DÉSIRE TE VOIR JE DÉSIRE TE VOIR</vt:lpstr>
      <vt:lpstr>ÉLEVÉ AU PLUS HAUT DES CIEUX RAYONNANT DE L’ÉCLAT DE TA GLOIRE</vt:lpstr>
      <vt:lpstr>RÉPANDS TON AMOUR TA FORCE ALORS QUE NOUS CHANTONS  </vt:lpstr>
      <vt:lpstr>TU ES SAINT </vt:lpstr>
      <vt:lpstr>TU ES SAINT, TU ES SAINT TU ES SAINT, TU ES SAINT</vt:lpstr>
      <vt:lpstr>TU ES SAINT, TU ES SAINT JE DÉSIRE TE VOIR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RUTH JASOR</cp:lastModifiedBy>
  <cp:revision>146</cp:revision>
  <dcterms:created xsi:type="dcterms:W3CDTF">2002-08-17T10:50:50Z</dcterms:created>
  <dcterms:modified xsi:type="dcterms:W3CDTF">2014-05-24T15:09:17Z</dcterms:modified>
</cp:coreProperties>
</file>