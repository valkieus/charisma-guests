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0" r:id="rId2"/>
    <p:sldId id="262" r:id="rId3"/>
    <p:sldId id="267" r:id="rId4"/>
    <p:sldId id="268" r:id="rId5"/>
    <p:sldId id="270" r:id="rId6"/>
    <p:sldId id="271" r:id="rId7"/>
    <p:sldId id="272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slideViewPr>
    <p:cSldViewPr>
      <p:cViewPr varScale="1">
        <p:scale>
          <a:sx n="111" d="100"/>
          <a:sy n="111" d="100"/>
        </p:scale>
        <p:origin x="-816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/>
          </a:p>
        </p:txBody>
      </p:sp>
      <p:sp>
        <p:nvSpPr>
          <p:cNvPr id="1331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33E2513-66D1-4F34-8511-300C58B634DB}" type="slidenum">
              <a:rPr lang="fr-FR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37BD7B-6BB5-48A5-B2C8-86B05AEA6B83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00461E-5543-4D18-994F-677DB4B9FFA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E964FB-CACB-4A05-B552-0A7F10C76334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E0552-7515-46F9-BD42-F2EDBF7D5D8E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C11E0D-DF70-4698-AE89-4E0446F1FA26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4E2346-C384-48F5-8E49-8D98AAF74C87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86E12A-705A-4A57-9FD4-517751519782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62B5DE-4F29-4A24-B801-919F4CCA6CD4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A49674-410E-4A3F-9478-4582DEA69193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48BE96-A501-4191-A9BF-4B1EE07E598B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2C3607-B3AB-4F20-89FD-88B81A707BD7}" type="slidenum">
              <a:rPr lang="en-GB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ACF6F86-04BC-4862-9DC7-8F33D2C964D3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-110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0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JÉSUS TU ES, TU ES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TOUT CE QUE JE NE SUIS PAS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TOUT CE QUE JE VOUDRAIS ÊTRE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JÉSUS TU ES, TU ES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L’ARTISAN DE MON ÂME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ACHÈVE L’ŒUVRE QUE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TU FAIS EN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J’AI EN MOI CET ESPOIR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QUE JE NE PEUX PAS VOIR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TU CHOISIS PAR TON SANG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DE PAYER LE PRIX POUR MOI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MAINTENANT JE CROIS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OUI JE CROIS, OUI JE CROIS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ACHÈVE L’ŒUVRE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QUE TU FAIS EN MOI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ACHÈVE L’ŒUVRE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QUE TU FAIS EN MOI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ACHÈVE L’ŒUVRE QUE TU FAIS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YEAH…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TU ES, TU ES, TU ES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TOUT CE QUE JE VOUDRAIS ÊTRE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JÉSUS, TU ES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ACHÈVE L’ŒUVRE QUE TU FAIS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JESUS YOU ARE YOU ARE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EV'RYTHING I'M NOT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AND EV'RYTHING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THAT I WANT TO BE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JESUS YOU ARE YOU ARE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THE MAKER OF MY HEART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FINISH WHAT YOU STARTED IN ME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THIS IS THE HOPE I HAVE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IT'S SOMETHING I CANNOT SEE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YOU WILLINGLY GAVE YOUR LIFE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WILLING TO DIE FOR ME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NOW I BELIEVE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I BELIEVE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I BELIEVE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-110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YOU'RE EV'RYTHING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THAT I WANT TO BE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JESUS YOU ARE</a:t>
            </a:r>
            <a:br>
              <a:rPr lang="fr-FR" sz="3600">
                <a:solidFill>
                  <a:schemeClr val="bg1"/>
                </a:solidFill>
                <a:latin typeface="Arial Black" pitchFamily="-110" charset="0"/>
              </a:rPr>
            </a:b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FINISH WHAT YOU STARTED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-110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200</Words>
  <Application>Microsoft PowerPoint</Application>
  <PresentationFormat>On-screen Show (4:3)</PresentationFormat>
  <Paragraphs>49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Franklin Gothic Medium</vt:lpstr>
      <vt:lpstr>ＭＳ Ｐゴシック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Geraldy Badeau</cp:lastModifiedBy>
  <cp:revision>58</cp:revision>
  <dcterms:created xsi:type="dcterms:W3CDTF">2002-08-17T10:50:50Z</dcterms:created>
  <dcterms:modified xsi:type="dcterms:W3CDTF">2009-07-11T20:35:20Z</dcterms:modified>
</cp:coreProperties>
</file>