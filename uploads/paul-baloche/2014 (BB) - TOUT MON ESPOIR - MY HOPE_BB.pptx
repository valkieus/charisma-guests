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18" r:id="rId2"/>
    <p:sldId id="320" r:id="rId3"/>
    <p:sldId id="319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8390" autoAdjust="0"/>
  </p:normalViewPr>
  <p:slideViewPr>
    <p:cSldViewPr>
      <p:cViewPr>
        <p:scale>
          <a:sx n="40" d="100"/>
          <a:sy n="40" d="100"/>
        </p:scale>
        <p:origin x="-45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F19470B-F166-4053-93DE-850D627EA6A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8EADC53-52F7-48B2-A227-5596259D5F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NE SAURAIT ME DÉTOURNER 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DURE À JAMAIS ET GUIDE MES PAS CHAQUE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RIEN NE SAURAIT RESTREINDRE TA FIDÉLITÉ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GRÂCE, JE SAIS M'ENTOURE DANS L'OBSCURITÉ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NE PEUX SAISIR TES VOIES MAIS JE ME CONFIE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TOUT MON ESPOIR EST ÉTABLI SUR TON AMOUR ET TA JUSTICE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NE SUIVRAI NULLE AUTRE VOIE JE ME CONFIE, M'APPUIE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TIENDRAI BON JE COMPTERAI SUR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TOI MON APPUI QUAND LA TEMPÊTE VIENT SOUFFLER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TU ES MON ABRI ET QUAND SURVIENT L'ADVERSITÉ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TIENDRAI BON JE COMPTERAI SUR TOI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SAURAIT ME DÉTOURNER DE TON AMOUR</a:t>
            </a:r>
          </a:p>
          <a:p>
            <a:r>
              <a:rPr lang="fr-FR" smtClean="0"/>
              <a:t>2-  IL DURE À JAMAIS ET GUIDE MES PAS CHAQUE JOUR</a:t>
            </a:r>
          </a:p>
          <a:p>
            <a:r>
              <a:rPr lang="fr-FR" smtClean="0"/>
              <a:t>3-  JE TIENDRAI BON JE COMPTERAI SUR TOI</a:t>
            </a:r>
          </a:p>
          <a:p>
            <a:endParaRPr lang="fr-FR" smtClean="0"/>
          </a:p>
          <a:p>
            <a:r>
              <a:rPr lang="fr-FR" smtClean="0"/>
              <a:t>4-  RIEN NE SAURAIT RESTREINDRE TA FIDÉLITÉ</a:t>
            </a:r>
          </a:p>
          <a:p>
            <a:r>
              <a:rPr lang="fr-FR" smtClean="0"/>
              <a:t>5-  TA GRÂCE, JE SAIS M'ENTOURE DANS L'OBSCURITÉ</a:t>
            </a:r>
          </a:p>
          <a:p>
            <a:r>
              <a:rPr lang="fr-FR" smtClean="0"/>
              <a:t>6-  JE TIENDRAI BON JE COMPTERAI SUR TOI</a:t>
            </a:r>
          </a:p>
          <a:p>
            <a:endParaRPr lang="fr-FR" smtClean="0"/>
          </a:p>
          <a:p>
            <a:r>
              <a:rPr lang="fr-FR" smtClean="0"/>
              <a:t>7-  JE NE PEUX SAISIR TES VOIES MAIS JE ME CONFIE EN TOI</a:t>
            </a:r>
          </a:p>
          <a:p>
            <a:endParaRPr lang="fr-FR" smtClean="0"/>
          </a:p>
          <a:p>
            <a:r>
              <a:rPr lang="fr-FR" smtClean="0"/>
              <a:t>8-  TOUT MON ESPOIR EST ÉTABLI SUR TON AMOUR ET TA JUSTICE</a:t>
            </a:r>
          </a:p>
          <a:p>
            <a:r>
              <a:rPr lang="fr-FR" smtClean="0"/>
              <a:t>9-  JE NE SUIVRAI NULLE AUTRE VOIE JE ME CONFIE, M'APPUIE SUR TOI</a:t>
            </a:r>
          </a:p>
          <a:p>
            <a:r>
              <a:rPr lang="fr-FR" smtClean="0"/>
              <a:t>10-  JE TIENDRAI BON JE COMPTERAI SUR TOI</a:t>
            </a:r>
          </a:p>
          <a:p>
            <a:endParaRPr lang="fr-FR" smtClean="0"/>
          </a:p>
          <a:p>
            <a:r>
              <a:rPr lang="fr-FR" smtClean="0"/>
              <a:t>11-  TOI MON APPUI QUAND LA TEMPÊTE VIENT SOUFFLER</a:t>
            </a:r>
          </a:p>
          <a:p>
            <a:r>
              <a:rPr lang="fr-FR" smtClean="0"/>
              <a:t>12-  TU ES MON ABRI ET QUAND SURVIENT L'ADVERSITÉ</a:t>
            </a:r>
          </a:p>
          <a:p>
            <a:endParaRPr lang="fr-FR" smtClean="0"/>
          </a:p>
          <a:p>
            <a:r>
              <a:rPr lang="fr-FR" smtClean="0"/>
              <a:t>13-  JE TIENDRAI BON JE COMPTERAI SUR TOI   X2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9A1B3-2982-4146-B443-C08D77D96D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46FF1-64CF-43CA-8D66-88DF7D8510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EB326-59F8-420B-8614-2E5174703E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BE6D8-EC29-4668-933F-53635D273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1DFF9-CAA0-4F23-B039-85EEAE70EF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93B00-0C87-4761-8796-5928618D1A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28B81-A38C-473C-954D-14C79F6F57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22CBE-13B7-4512-BD7C-A8181E3F5E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39B58-9A7D-4EDA-8E09-3C5AC81B83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C94A8-707B-4F36-BCEC-FD947E2EB8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C16A-17D8-415E-BF58-AFE1F4E017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26E99E-3EFF-4E5F-8FC6-2AE3427862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SAURAIT ME DÉTOURNER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DURE À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GUIDE MES PAS CHAQUE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TIENDRAI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COMPTERAI SUR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SAURAIT RESTREINDRE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FIDÉLITÉ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GRÂCE, JE SAIS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M'ENTOURE DANS L'OBSCURITÉ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TIENDRAI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COMPTERAI SUR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PEUX SAISIR TES VOIES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ME CONFIE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MON ESPOIR EST ÉTABLI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TON AMOUR ET TA JUSTICE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SUIVRAI NULLE AUTRE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CONFIE, M'APPUIE SUR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TIENDRAI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COMPTERAI SUR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MON APPUI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TEMPÊTE VIENT SOUFFLER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ABRI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SURVIENT L'ADVERSITÉ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TIENDRAI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COMPTERAI SUR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3135</TotalTime>
  <Words>3330</Words>
  <Application>Microsoft Office PowerPoint</Application>
  <PresentationFormat>On-screen Show (4:3)</PresentationFormat>
  <Paragraphs>481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RIEN NE SAURAIT ME DÉTOURNER DE TON AMOUR</vt:lpstr>
      <vt:lpstr>IL DURE À JAMAIS  ET GUIDE MES PAS CHAQUE JOUR</vt:lpstr>
      <vt:lpstr>JE TIENDRAI BON JE COMPTERAI SUR TOI</vt:lpstr>
      <vt:lpstr>RIEN NE SAURAIT RESTREINDRE TA FIDÉLITÉ</vt:lpstr>
      <vt:lpstr>TA GRÂCE, JE SAIS M'ENTOURE DANS L'OBSCURITÉ</vt:lpstr>
      <vt:lpstr>JE TIENDRAI BON JE COMPTERAI SUR TOI</vt:lpstr>
      <vt:lpstr>JE NE PEUX SAISIR TES VOIES MAIS JE ME CONFIE EN TOI</vt:lpstr>
      <vt:lpstr>TOUT MON ESPOIR EST ÉTABLI SUR TON AMOUR ET TA JUSTICE</vt:lpstr>
      <vt:lpstr>JE NE SUIVRAI NULLE AUTRE VOIE JE ME CONFIE, M'APPUIE SUR TOI</vt:lpstr>
      <vt:lpstr>JE TIENDRAI BON JE COMPTERAI SUR TOI</vt:lpstr>
      <vt:lpstr>TOI MON APPUI QUAND LA TEMPÊTE VIENT SOUFFLER</vt:lpstr>
      <vt:lpstr>TU ES MON ABRI ET QUAND SURVIENT L'ADVERSITÉ</vt:lpstr>
      <vt:lpstr>JE TIENDRAI BON JE COMPTERAI SUR TOI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146</cp:revision>
  <dcterms:created xsi:type="dcterms:W3CDTF">2002-08-17T10:50:50Z</dcterms:created>
  <dcterms:modified xsi:type="dcterms:W3CDTF">2014-05-24T15:55:32Z</dcterms:modified>
</cp:coreProperties>
</file>