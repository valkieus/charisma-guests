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0" r:id="rId4"/>
    <p:sldId id="259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73BD6-D071-4443-AE62-17FD8C245E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5DA69-52A2-42DE-A685-FA425DFE0B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EA089B-A48E-4E2D-91E6-0FF2290D4D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8FF0C-EA9E-490E-B763-3FCA84C482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15FFA-C714-408B-B323-54F988BABA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97630-7F8A-412B-B9B4-07CEED02C1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C8381-BB78-412E-B8A8-AD22DCC0F4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12CDD-EFB0-4F3F-B83A-C7BAC35861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0B32A-E041-4FC9-A635-10CAA12DA1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ACC92-74F9-4A3B-ACED-9477C9210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CFD703-044A-4F6D-8996-4F81E26349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9FB92FD6-D2CA-4923-B140-57C5B336A8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GOÛTE ET VOIS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GOÛTE ET VOIS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LE SEIGNEUR EST BON</a:t>
            </a: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SA MISÉRICORDE DURE À JAMAIS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ET SA BONTÉ DURE À JAMAIS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ALORS GOÛTE ET VOIS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LE SEIGNEUR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LE SEIGNEUR EST BON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OUI SI BON, SI BON </a:t>
            </a:r>
            <a:endParaRPr lang="en-US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EST BON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EST JUSTE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EST AMOUR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EST SI DOU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ALORS GOÛTE ET VOIS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LE SEIGNEUR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LE SEIGNEUR EST BON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LE SEIGNEUR EST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OH TASTE AND SEE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OH TASTE AND SEE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THAT THE LORD, HE IS GOOD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HIS MERCY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ENDURES FOREVER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HIS GOODNESS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ENDURES FOREVER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SO TASTE AND SEE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THAT THE LORD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THAT THE LORD IS GOOD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IS GOOD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IS RIGHT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IS LOVE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IS KIND</a:t>
            </a:r>
          </a:p>
          <a:p>
            <a:pPr algn="ctr">
              <a:lnSpc>
                <a:spcPct val="110000"/>
              </a:lnSpc>
            </a:pPr>
            <a:r>
              <a:rPr lang="en-US" sz="1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SO TASTE AND SEE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THAT THE LORD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THAT THE LORD IS GOOD</a:t>
            </a:r>
            <a:endParaRPr lang="en-GB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95</Words>
  <Application>Microsoft PowerPoint</Application>
  <PresentationFormat>On-screen Show (4:3)</PresentationFormat>
  <Paragraphs>47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76</cp:revision>
  <dcterms:created xsi:type="dcterms:W3CDTF">2002-08-17T10:50:50Z</dcterms:created>
  <dcterms:modified xsi:type="dcterms:W3CDTF">2010-11-14T03:37:48Z</dcterms:modified>
</cp:coreProperties>
</file>