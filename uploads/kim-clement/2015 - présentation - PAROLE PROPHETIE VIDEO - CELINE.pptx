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70" r:id="rId2"/>
    <p:sldId id="273" r:id="rId3"/>
    <p:sldId id="272" r:id="rId4"/>
    <p:sldId id="271" r:id="rId5"/>
    <p:sldId id="285" r:id="rId6"/>
    <p:sldId id="284" r:id="rId7"/>
    <p:sldId id="283" r:id="rId8"/>
    <p:sldId id="282" r:id="rId9"/>
    <p:sldId id="281" r:id="rId10"/>
    <p:sldId id="280" r:id="rId11"/>
    <p:sldId id="279" r:id="rId12"/>
    <p:sldId id="278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inimized">
    <p:restoredLeft sz="13600" autoAdjust="0"/>
    <p:restoredTop sz="55914" autoAdjust="0"/>
  </p:normalViewPr>
  <p:slideViewPr>
    <p:cSldViewPr>
      <p:cViewPr varScale="1">
        <p:scale>
          <a:sx n="15" d="100"/>
          <a:sy n="15" d="100"/>
        </p:scale>
        <p:origin x="-112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534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04BA713-65F9-40DF-AF3F-607B265E4358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49A247F-6250-4AF8-B407-9CDE4B93B46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IL Y AURA UNE SECONDE RÉFORME EN EUROPE</a:t>
            </a:r>
          </a:p>
          <a:p>
            <a:pPr>
              <a:defRPr/>
            </a:pPr>
            <a:r>
              <a:rPr lang="fr-FR" dirty="0" smtClean="0"/>
              <a:t>     There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a second reformation</a:t>
            </a:r>
          </a:p>
          <a:p>
            <a:pPr>
              <a:defRPr/>
            </a:pPr>
            <a:r>
              <a:rPr lang="fr-FR" dirty="0" smtClean="0"/>
              <a:t>2-  JE VAIS INITIER QUELQUE CHOSE DE NOUVEAU</a:t>
            </a:r>
          </a:p>
          <a:p>
            <a:pPr>
              <a:defRPr/>
            </a:pPr>
            <a:r>
              <a:rPr lang="fr-FR" dirty="0" smtClean="0"/>
              <a:t>    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</a:t>
            </a:r>
            <a:r>
              <a:rPr lang="fr-FR" dirty="0" err="1" smtClean="0"/>
              <a:t>something</a:t>
            </a:r>
            <a:r>
              <a:rPr lang="fr-FR" dirty="0" smtClean="0"/>
              <a:t> new in Europe</a:t>
            </a:r>
          </a:p>
          <a:p>
            <a:pPr>
              <a:defRPr/>
            </a:pPr>
            <a:r>
              <a:rPr lang="fr-FR" dirty="0" smtClean="0"/>
              <a:t>3-  DIT DIEU ET JE VAIS COMMENCER EN FRANCE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God</a:t>
            </a:r>
            <a:r>
              <a:rPr lang="fr-FR" dirty="0" smtClean="0"/>
              <a:t> </a:t>
            </a:r>
            <a:r>
              <a:rPr lang="fr-FR" dirty="0" err="1" smtClean="0"/>
              <a:t>says</a:t>
            </a:r>
            <a:r>
              <a:rPr lang="fr-FR" dirty="0" smtClean="0"/>
              <a:t> I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begin</a:t>
            </a:r>
            <a:r>
              <a:rPr lang="fr-FR" dirty="0" smtClean="0"/>
              <a:t> in France</a:t>
            </a:r>
          </a:p>
          <a:p>
            <a:pPr>
              <a:defRPr/>
            </a:pPr>
            <a:r>
              <a:rPr lang="fr-FR" dirty="0" smtClean="0"/>
              <a:t>4-  TOUS LES PEUPLES DE LA TERRE SERONT AFFECTÉS PAR LE SON</a:t>
            </a:r>
          </a:p>
          <a:p>
            <a:pPr>
              <a:defRPr/>
            </a:pPr>
            <a:r>
              <a:rPr lang="fr-FR" dirty="0" smtClean="0"/>
              <a:t>     All the </a:t>
            </a:r>
            <a:r>
              <a:rPr lang="fr-FR" dirty="0" err="1" smtClean="0"/>
              <a:t>tribes</a:t>
            </a:r>
            <a:r>
              <a:rPr lang="fr-FR" dirty="0" smtClean="0"/>
              <a:t> of the </a:t>
            </a:r>
            <a:r>
              <a:rPr lang="fr-FR" dirty="0" err="1" smtClean="0"/>
              <a:t>earth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affected</a:t>
            </a:r>
            <a:r>
              <a:rPr lang="fr-FR" dirty="0" smtClean="0"/>
              <a:t> by the </a:t>
            </a:r>
            <a:r>
              <a:rPr lang="fr-FR" dirty="0" err="1" smtClean="0"/>
              <a:t>sound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5-  CHRÉTIENS JUIFS</a:t>
            </a:r>
          </a:p>
          <a:p>
            <a:pPr>
              <a:defRPr/>
            </a:pPr>
            <a:r>
              <a:rPr lang="fr-FR" dirty="0" smtClean="0"/>
              <a:t>     Christian </a:t>
            </a:r>
            <a:r>
              <a:rPr lang="fr-FR" dirty="0" err="1" smtClean="0"/>
              <a:t>jewish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6-  MUSULMANS BOUDDHISTES</a:t>
            </a:r>
          </a:p>
          <a:p>
            <a:pPr>
              <a:defRPr/>
            </a:pPr>
            <a:r>
              <a:rPr lang="fr-FR" dirty="0" smtClean="0"/>
              <a:t>     Islam Buddha</a:t>
            </a:r>
          </a:p>
          <a:p>
            <a:pPr>
              <a:defRPr/>
            </a:pPr>
            <a:r>
              <a:rPr lang="fr-FR" dirty="0" smtClean="0"/>
              <a:t>7-  ILS ENTENDRONT JÉSUS </a:t>
            </a:r>
            <a:r>
              <a:rPr lang="fr-FR" dirty="0" err="1" smtClean="0"/>
              <a:t>JÉSUS</a:t>
            </a:r>
            <a:r>
              <a:rPr lang="fr-FR" dirty="0" smtClean="0"/>
              <a:t> TOUCHERA TOUTES LES TRIBUS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They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hear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Jesus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touch</a:t>
            </a:r>
            <a:r>
              <a:rPr lang="fr-FR" dirty="0" smtClean="0"/>
              <a:t>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tribe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8-  TOUTES LES NATIONS TOUTES LES LANGUES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Every</a:t>
            </a:r>
            <a:r>
              <a:rPr lang="fr-FR" dirty="0" smtClean="0"/>
              <a:t> nation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9-  DE CE SON DE CE LIEU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From</a:t>
            </a:r>
            <a:r>
              <a:rPr lang="fr-FR" dirty="0" smtClean="0"/>
              <a:t> the </a:t>
            </a:r>
            <a:r>
              <a:rPr lang="fr-FR" dirty="0" err="1" smtClean="0"/>
              <a:t>sound</a:t>
            </a:r>
            <a:r>
              <a:rPr lang="fr-FR" dirty="0" smtClean="0"/>
              <a:t>  </a:t>
            </a:r>
            <a:r>
              <a:rPr lang="fr-FR" dirty="0" err="1" smtClean="0"/>
              <a:t>From</a:t>
            </a:r>
            <a:r>
              <a:rPr lang="fr-FR" dirty="0" smtClean="0"/>
              <a:t> </a:t>
            </a:r>
            <a:r>
              <a:rPr lang="fr-FR" dirty="0" err="1" smtClean="0"/>
              <a:t>this</a:t>
            </a:r>
            <a:r>
              <a:rPr lang="fr-FR" dirty="0" smtClean="0"/>
              <a:t> place</a:t>
            </a:r>
          </a:p>
          <a:p>
            <a:pPr>
              <a:defRPr/>
            </a:pPr>
            <a:r>
              <a:rPr lang="fr-FR" dirty="0" smtClean="0"/>
              <a:t>10-  CELA NE S'ARRÊTERA JAMAIS ET LE COMBAT SERA GAGNÉ</a:t>
            </a:r>
          </a:p>
          <a:p>
            <a:pPr>
              <a:defRPr/>
            </a:pPr>
            <a:r>
              <a:rPr lang="fr-FR" dirty="0" smtClean="0"/>
              <a:t>       It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never</a:t>
            </a:r>
            <a:r>
              <a:rPr lang="fr-FR" dirty="0" smtClean="0"/>
              <a:t> end And the </a:t>
            </a:r>
            <a:r>
              <a:rPr lang="fr-FR" dirty="0" err="1" smtClean="0"/>
              <a:t>battle</a:t>
            </a:r>
            <a:r>
              <a:rPr lang="fr-FR" dirty="0" smtClean="0"/>
              <a:t>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won</a:t>
            </a:r>
          </a:p>
          <a:p>
            <a:pPr>
              <a:defRPr/>
            </a:pPr>
            <a:r>
              <a:rPr lang="fr-FR" dirty="0" smtClean="0"/>
              <a:t>11-  CE MOT, C'EST YESHUA,</a:t>
            </a:r>
          </a:p>
          <a:p>
            <a:pPr>
              <a:defRPr/>
            </a:pPr>
            <a:r>
              <a:rPr lang="fr-FR" dirty="0" smtClean="0"/>
              <a:t>       That </a:t>
            </a:r>
            <a:r>
              <a:rPr lang="fr-FR" dirty="0" err="1" smtClean="0"/>
              <a:t>word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</a:t>
            </a:r>
            <a:r>
              <a:rPr lang="fr-FR" dirty="0" err="1" smtClean="0"/>
              <a:t>Yahshua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>12-  JÉSUS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IL Y AURA UNE SECONDE RÉFORME EN EUROPE</a:t>
            </a:r>
          </a:p>
          <a:p>
            <a:pPr>
              <a:defRPr/>
            </a:pPr>
            <a:r>
              <a:rPr lang="fr-FR" smtClean="0"/>
              <a:t>     There will be a second reformation</a:t>
            </a:r>
          </a:p>
          <a:p>
            <a:pPr>
              <a:defRPr/>
            </a:pPr>
            <a:r>
              <a:rPr lang="fr-FR" smtClean="0"/>
              <a:t>2-  JE VAIS INITIER QUELQUE CHOSE DE NOUVEAU</a:t>
            </a:r>
          </a:p>
          <a:p>
            <a:pPr>
              <a:defRPr/>
            </a:pPr>
            <a:r>
              <a:rPr lang="fr-FR" smtClean="0"/>
              <a:t>     I will begin something new in Europe</a:t>
            </a:r>
          </a:p>
          <a:p>
            <a:pPr>
              <a:defRPr/>
            </a:pPr>
            <a:r>
              <a:rPr lang="fr-FR" smtClean="0"/>
              <a:t>3-  DIT DIEU ET JE VAIS COMMENCER EN FRANCE</a:t>
            </a:r>
          </a:p>
          <a:p>
            <a:pPr>
              <a:defRPr/>
            </a:pPr>
            <a:r>
              <a:rPr lang="fr-FR" smtClean="0"/>
              <a:t>     God says I will begin in France</a:t>
            </a:r>
          </a:p>
          <a:p>
            <a:pPr>
              <a:defRPr/>
            </a:pPr>
            <a:r>
              <a:rPr lang="fr-FR" smtClean="0"/>
              <a:t>4-  TOUS LES PEUPLES DE LA TERRE SERONT AFFECTÉS PAR LE SON</a:t>
            </a:r>
          </a:p>
          <a:p>
            <a:pPr>
              <a:defRPr/>
            </a:pPr>
            <a:r>
              <a:rPr lang="fr-FR" smtClean="0"/>
              <a:t>     All the tribes of the earth Shall be affected by the sound</a:t>
            </a:r>
          </a:p>
          <a:p>
            <a:pPr>
              <a:defRPr/>
            </a:pPr>
            <a:r>
              <a:rPr lang="fr-FR" smtClean="0"/>
              <a:t>5-  CHRÉTIENS JUIFS</a:t>
            </a:r>
          </a:p>
          <a:p>
            <a:pPr>
              <a:defRPr/>
            </a:pPr>
            <a:r>
              <a:rPr lang="fr-FR" smtClean="0"/>
              <a:t>     Christian jewish</a:t>
            </a:r>
          </a:p>
          <a:p>
            <a:pPr>
              <a:defRPr/>
            </a:pPr>
            <a:r>
              <a:rPr lang="fr-FR" smtClean="0"/>
              <a:t>6-  MUSULMANS BOUDDHISTES</a:t>
            </a:r>
          </a:p>
          <a:p>
            <a:pPr>
              <a:defRPr/>
            </a:pPr>
            <a:r>
              <a:rPr lang="fr-FR" smtClean="0"/>
              <a:t>     Islam Buddha</a:t>
            </a:r>
          </a:p>
          <a:p>
            <a:pPr>
              <a:defRPr/>
            </a:pPr>
            <a:r>
              <a:rPr lang="fr-FR" smtClean="0"/>
              <a:t>7-  ILS ENTENDRONT JÉSUS JÉSUS TOUCHERA TOUTES LES TRIBUS</a:t>
            </a:r>
          </a:p>
          <a:p>
            <a:pPr>
              <a:defRPr/>
            </a:pPr>
            <a:r>
              <a:rPr lang="fr-FR" smtClean="0"/>
              <a:t>     They shall hear Jesus Jesus shall touch every tribe</a:t>
            </a:r>
          </a:p>
          <a:p>
            <a:pPr>
              <a:defRPr/>
            </a:pPr>
            <a:r>
              <a:rPr lang="fr-FR" smtClean="0"/>
              <a:t>8-  TOUTES LES NATIONS TOUTES LES LANGUES</a:t>
            </a:r>
          </a:p>
          <a:p>
            <a:pPr>
              <a:defRPr/>
            </a:pPr>
            <a:r>
              <a:rPr lang="fr-FR" smtClean="0"/>
              <a:t>     Every nation Every language</a:t>
            </a:r>
          </a:p>
          <a:p>
            <a:pPr>
              <a:defRPr/>
            </a:pPr>
            <a:r>
              <a:rPr lang="fr-FR" smtClean="0"/>
              <a:t>9-  DE CE SON DE CE LIEU</a:t>
            </a:r>
          </a:p>
          <a:p>
            <a:pPr>
              <a:defRPr/>
            </a:pPr>
            <a:r>
              <a:rPr lang="fr-FR" smtClean="0"/>
              <a:t>     From the sound  From this place</a:t>
            </a:r>
          </a:p>
          <a:p>
            <a:pPr>
              <a:defRPr/>
            </a:pPr>
            <a:r>
              <a:rPr lang="fr-FR" smtClean="0"/>
              <a:t>10-  CELA NE S'ARRÊTERA JAMAIS ET LE COMBAT SERA GAGNÉ</a:t>
            </a:r>
          </a:p>
          <a:p>
            <a:pPr>
              <a:defRPr/>
            </a:pPr>
            <a:r>
              <a:rPr lang="fr-FR" smtClean="0"/>
              <a:t>       It shall never end And the battle shall be won</a:t>
            </a:r>
          </a:p>
          <a:p>
            <a:pPr>
              <a:defRPr/>
            </a:pPr>
            <a:r>
              <a:rPr lang="fr-FR" smtClean="0"/>
              <a:t>11-  CE MOT, C'EST YESHUA,</a:t>
            </a:r>
          </a:p>
          <a:p>
            <a:pPr>
              <a:defRPr/>
            </a:pPr>
            <a:r>
              <a:rPr lang="fr-FR" smtClean="0"/>
              <a:t>       That word is Yahshua</a:t>
            </a:r>
          </a:p>
          <a:p>
            <a:pPr>
              <a:defRPr/>
            </a:pPr>
            <a:r>
              <a:rPr lang="fr-FR" smtClean="0"/>
              <a:t>12-  JÉSUS</a:t>
            </a:r>
          </a:p>
          <a:p>
            <a:pPr>
              <a:defRPr/>
            </a:pPr>
            <a:r>
              <a:rPr lang="fr-FR" smtClean="0"/>
              <a:t>       Jesus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IL Y AURA UNE SECONDE RÉFORME EN EUROPE</a:t>
            </a:r>
          </a:p>
          <a:p>
            <a:r>
              <a:rPr lang="fr-FR" smtClean="0"/>
              <a:t>     There will be a second reformation</a:t>
            </a:r>
          </a:p>
          <a:p>
            <a:r>
              <a:rPr lang="fr-FR" smtClean="0"/>
              <a:t>2-  JE VAIS INITIER QUELQUE CHOSE DE NOUVEAU</a:t>
            </a:r>
          </a:p>
          <a:p>
            <a:r>
              <a:rPr lang="fr-FR" smtClean="0"/>
              <a:t>     I will begin something new in Europe</a:t>
            </a:r>
          </a:p>
          <a:p>
            <a:r>
              <a:rPr lang="fr-FR" smtClean="0"/>
              <a:t>3-  DIT DIEU ET JE VAIS COMMENCER EN FRANCE</a:t>
            </a:r>
          </a:p>
          <a:p>
            <a:r>
              <a:rPr lang="fr-FR" smtClean="0"/>
              <a:t>     God says I will begin in France</a:t>
            </a:r>
          </a:p>
          <a:p>
            <a:r>
              <a:rPr lang="fr-FR" smtClean="0"/>
              <a:t>4-  TOUS LES PEUPLES DE LA TERRE SERONT AFFECTÉS PAR LE SON</a:t>
            </a:r>
          </a:p>
          <a:p>
            <a:r>
              <a:rPr lang="fr-FR" smtClean="0"/>
              <a:t>     All the tribes of the earth Shall be affected by the sound</a:t>
            </a:r>
          </a:p>
          <a:p>
            <a:r>
              <a:rPr lang="fr-FR" smtClean="0"/>
              <a:t>5-  CHRÉTIENS JUIFS</a:t>
            </a:r>
          </a:p>
          <a:p>
            <a:r>
              <a:rPr lang="fr-FR" smtClean="0"/>
              <a:t>     Christian jewish</a:t>
            </a:r>
          </a:p>
          <a:p>
            <a:r>
              <a:rPr lang="fr-FR" smtClean="0"/>
              <a:t>6-  MUSULMANS BOUDDHISTES</a:t>
            </a:r>
          </a:p>
          <a:p>
            <a:r>
              <a:rPr lang="fr-FR" smtClean="0"/>
              <a:t>     Islam Buddha</a:t>
            </a:r>
          </a:p>
          <a:p>
            <a:r>
              <a:rPr lang="fr-FR" smtClean="0"/>
              <a:t>7-  ILS ENTENDRONT JÉSUS JÉSUS TOUCHERA TOUTES LES TRIBUS</a:t>
            </a:r>
          </a:p>
          <a:p>
            <a:r>
              <a:rPr lang="fr-FR" smtClean="0"/>
              <a:t>     They shall hear Jesus Jesus shall touch every tribe</a:t>
            </a:r>
          </a:p>
          <a:p>
            <a:r>
              <a:rPr lang="fr-FR" smtClean="0"/>
              <a:t>8-  TOUTES LES NATIONS TOUTES LES LANGUES</a:t>
            </a:r>
          </a:p>
          <a:p>
            <a:r>
              <a:rPr lang="fr-FR" smtClean="0"/>
              <a:t>     Every nation Every language</a:t>
            </a:r>
          </a:p>
          <a:p>
            <a:r>
              <a:rPr lang="fr-FR" smtClean="0"/>
              <a:t>9-  DE CE SON DE CE LIEU</a:t>
            </a:r>
          </a:p>
          <a:p>
            <a:r>
              <a:rPr lang="fr-FR" smtClean="0"/>
              <a:t>     From the sound  From this place</a:t>
            </a:r>
          </a:p>
          <a:p>
            <a:r>
              <a:rPr lang="fr-FR" smtClean="0"/>
              <a:t>10-  CELA NE S'ARRÊTERA JAMAIS ET LE COMBAT SERA GAGNÉ</a:t>
            </a:r>
          </a:p>
          <a:p>
            <a:r>
              <a:rPr lang="fr-FR" smtClean="0"/>
              <a:t>       It shall never end And the battle shall be won</a:t>
            </a:r>
          </a:p>
          <a:p>
            <a:r>
              <a:rPr lang="fr-FR" smtClean="0"/>
              <a:t>11-  CE MOT, C'EST YESHUA,</a:t>
            </a:r>
          </a:p>
          <a:p>
            <a:r>
              <a:rPr lang="fr-FR" smtClean="0"/>
              <a:t>       That word is Yahshua</a:t>
            </a:r>
          </a:p>
          <a:p>
            <a:r>
              <a:rPr lang="fr-FR" smtClean="0"/>
              <a:t>12-  JÉSUS</a:t>
            </a:r>
          </a:p>
          <a:p>
            <a:r>
              <a:rPr lang="fr-FR" smtClean="0"/>
              <a:t>       Jesus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24960-04C1-48EC-9211-3AAF7F2E92A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311DA-8729-4B55-99FF-9F52BC1B20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A9814-383B-4176-B977-4EBE53057B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CF0E3-04BB-4F0B-8F01-F8945CF358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674A68-46A9-4BF3-A313-2BD917614B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3BF48E-3175-4955-9D9C-8432293DA1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6564F2-E893-448C-92EC-5BEA40D675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DE60A-8A00-4EE9-B6E2-2007393103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8B380-B24A-4E2C-9194-F3903249780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29F47C-0758-4E33-902C-BF7E2026BAB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AA44AB-E3F7-4A95-9B46-F7C0A0ED4D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3BB6CBC-ECB9-490E-8EC9-6985C02D65E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AURA UNE SECONDE RÉFORME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EUROPE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INITIER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QUELQUE CHOSE DE NOUVEAU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DIT DIEU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JE VAIS COMMENCER EN FRANCE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TOUS LES PEUPLES DE LA TERRE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SERONT AFFECTÉS PAR LE SON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CHRÉTIENS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JUIFS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MUSULMANS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BOUDDHISTES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ENTENDRONT JÉSUS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 TOUCHERA TOUTES LES TRIBUS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NATIONS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TOUTES LES LANGUES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SON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CE LIEU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CELA NE S'ARRÊTERA JAMAIS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LE COMBAT SERA GAGNÉ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 MOT, C'EST YESHUA,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1701</TotalTime>
  <Words>4106</Words>
  <Application>Microsoft Office PowerPoint</Application>
  <PresentationFormat>On-screen Show (4:3)</PresentationFormat>
  <Paragraphs>598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162</cp:revision>
  <dcterms:created xsi:type="dcterms:W3CDTF">2002-08-17T10:50:50Z</dcterms:created>
  <dcterms:modified xsi:type="dcterms:W3CDTF">2015-02-08T07:50:41Z</dcterms:modified>
</cp:coreProperties>
</file>