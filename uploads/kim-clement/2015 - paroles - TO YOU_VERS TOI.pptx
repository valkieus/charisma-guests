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0" r:id="rId2"/>
    <p:sldId id="285" r:id="rId3"/>
    <p:sldId id="284" r:id="rId4"/>
    <p:sldId id="283" r:id="rId5"/>
    <p:sldId id="282" r:id="rId6"/>
    <p:sldId id="307" r:id="rId7"/>
    <p:sldId id="281" r:id="rId8"/>
    <p:sldId id="297" r:id="rId9"/>
    <p:sldId id="280" r:id="rId10"/>
    <p:sldId id="279" r:id="rId11"/>
    <p:sldId id="287" r:id="rId12"/>
    <p:sldId id="298" r:id="rId13"/>
    <p:sldId id="299" r:id="rId14"/>
    <p:sldId id="278" r:id="rId15"/>
    <p:sldId id="300" r:id="rId16"/>
    <p:sldId id="277" r:id="rId17"/>
    <p:sldId id="301" r:id="rId18"/>
    <p:sldId id="276" r:id="rId19"/>
    <p:sldId id="302" r:id="rId20"/>
    <p:sldId id="275" r:id="rId21"/>
    <p:sldId id="308" r:id="rId22"/>
    <p:sldId id="274" r:id="rId23"/>
    <p:sldId id="273" r:id="rId24"/>
    <p:sldId id="272" r:id="rId25"/>
    <p:sldId id="303" r:id="rId26"/>
    <p:sldId id="309" r:id="rId27"/>
    <p:sldId id="271" r:id="rId28"/>
    <p:sldId id="288" r:id="rId29"/>
    <p:sldId id="296" r:id="rId30"/>
    <p:sldId id="304" r:id="rId31"/>
    <p:sldId id="310" r:id="rId32"/>
    <p:sldId id="295" r:id="rId33"/>
    <p:sldId id="305" r:id="rId34"/>
    <p:sldId id="311" r:id="rId35"/>
    <p:sldId id="294" r:id="rId36"/>
    <p:sldId id="306" r:id="rId37"/>
    <p:sldId id="293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51761" autoAdjust="0"/>
  </p:normalViewPr>
  <p:slideViewPr>
    <p:cSldViewPr>
      <p:cViewPr>
        <p:scale>
          <a:sx n="40" d="100"/>
          <a:sy n="40" d="100"/>
        </p:scale>
        <p:origin x="-690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5C1C3FE-65EE-4FD8-B484-B7B45492ED7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2D101E9-49ED-454A-B69F-D9A99FDE3DD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1-  VIENS ÔTER LE VOILE VIENS ÔTER  VOILE</a:t>
            </a:r>
          </a:p>
          <a:p>
            <a:pPr>
              <a:defRPr/>
            </a:pPr>
            <a:r>
              <a:rPr lang="en-US" dirty="0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dirty="0" smtClean="0"/>
              <a:t>     Open up my eyes let me see your light</a:t>
            </a:r>
          </a:p>
          <a:p>
            <a:pPr>
              <a:defRPr/>
            </a:pPr>
            <a:r>
              <a:rPr lang="en-US" dirty="0" smtClean="0"/>
              <a:t> 3-  BRILLER DANS LA NUIT VIENS OUVRIR MES YEUX </a:t>
            </a:r>
          </a:p>
          <a:p>
            <a:pPr>
              <a:defRPr/>
            </a:pPr>
            <a:r>
              <a:rPr lang="en-US" dirty="0" smtClean="0"/>
              <a:t>     Shining in the night open up my eye</a:t>
            </a:r>
          </a:p>
          <a:p>
            <a:pPr>
              <a:defRPr/>
            </a:pPr>
            <a:r>
              <a:rPr lang="en-US" dirty="0" smtClean="0"/>
              <a:t>4-  POUR QUE JE TE VOIE FACE À FACE ET TOUCHE TA SAINTE GRÂCE  
     That </a:t>
            </a:r>
            <a:r>
              <a:rPr lang="en-US" dirty="0" err="1" smtClean="0"/>
              <a:t>i</a:t>
            </a:r>
            <a:r>
              <a:rPr lang="en-US" dirty="0" smtClean="0"/>
              <a:t> may see you face to </a:t>
            </a:r>
            <a:r>
              <a:rPr lang="en-US" dirty="0" err="1" smtClean="0"/>
              <a:t>faceand</a:t>
            </a:r>
            <a:r>
              <a:rPr lang="en-US" dirty="0" smtClean="0"/>
              <a:t> touch your holy grace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5-  VIENS ÔTER LE VOILE VIENS ÔTER LE VOILE </a:t>
            </a:r>
          </a:p>
          <a:p>
            <a:pPr>
              <a:defRPr/>
            </a:pPr>
            <a:r>
              <a:rPr lang="en-US" dirty="0" smtClean="0"/>
              <a:t>                        Take away the veil, take away the veil</a:t>
            </a:r>
          </a:p>
          <a:p>
            <a:pPr>
              <a:defRPr/>
            </a:pPr>
            <a:r>
              <a:rPr lang="en-US" dirty="0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dirty="0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dirty="0" smtClean="0"/>
              <a:t>                         Whisper in my ear the sound </a:t>
            </a:r>
            <a:r>
              <a:rPr lang="en-US" dirty="0" err="1" smtClean="0"/>
              <a:t>i</a:t>
            </a:r>
            <a:r>
              <a:rPr lang="en-US" dirty="0" smtClean="0"/>
              <a:t> love to hear
	8-  ET QUE TA PRESENCE M’EMMÈNE</a:t>
            </a:r>
          </a:p>
          <a:p>
            <a:pPr>
              <a:defRPr/>
            </a:pPr>
            <a:r>
              <a:rPr lang="en-US" dirty="0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dirty="0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11-  VERS TOI, VERS TOI MA LUMIÈRE BRILLERA JUSQU'À TOI</a:t>
            </a:r>
          </a:p>
          <a:p>
            <a:pPr>
              <a:defRPr/>
            </a:pPr>
            <a:r>
              <a:rPr lang="en-US" dirty="0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dirty="0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14-  LA BRILLANTE LUMIÈRE QUI T'A CONDUIT HIER</a:t>
            </a:r>
          </a:p>
          <a:p>
            <a:pPr>
              <a:defRPr/>
            </a:pPr>
            <a:r>
              <a:rPr lang="en-US" dirty="0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dirty="0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dirty="0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dirty="0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dirty="0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dirty="0" smtClean="0"/>
              <a:t>	       In a dry and thirsty land he’ll send the rain</a:t>
            </a:r>
          </a:p>
          <a:p>
            <a:pPr>
              <a:defRPr/>
            </a:pPr>
            <a:r>
              <a:rPr lang="en-US" dirty="0" smtClean="0"/>
              <a:t> </a:t>
            </a:r>
          </a:p>
          <a:p>
            <a:pPr>
              <a:defRPr/>
            </a:pPr>
            <a:r>
              <a:rPr lang="en-US" dirty="0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dirty="0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dirty="0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dirty="0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smtClean="0"/>
              <a:t>1-  VIENS ÔTER LE VOILE VIENS ÔTER  VOILE</a:t>
            </a:r>
          </a:p>
          <a:p>
            <a:pPr>
              <a:defRPr/>
            </a:pPr>
            <a:r>
              <a:rPr lang="en-US" smtClean="0"/>
              <a:t>     Take away the veil, take away the veil
2-  VIENS OUVRIR MES YEUX TA LUMIÈRE JE VEUX VOIR</a:t>
            </a:r>
          </a:p>
          <a:p>
            <a:pPr>
              <a:defRPr/>
            </a:pPr>
            <a:r>
              <a:rPr lang="en-US" smtClean="0"/>
              <a:t>     Open up my eyes let me see your light</a:t>
            </a:r>
          </a:p>
          <a:p>
            <a:pPr>
              <a:defRPr/>
            </a:pPr>
            <a:r>
              <a:rPr lang="en-US" smtClean="0"/>
              <a:t> 3-  BRILLER DANS LA NUIT VIENS OUVRIR MES YEUX </a:t>
            </a:r>
          </a:p>
          <a:p>
            <a:pPr>
              <a:defRPr/>
            </a:pPr>
            <a:r>
              <a:rPr lang="en-US" smtClean="0"/>
              <a:t>     Shining in the night open up my eye</a:t>
            </a:r>
          </a:p>
          <a:p>
            <a:pPr>
              <a:defRPr/>
            </a:pPr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5-  VIENS ÔTER LE VOILE VIENS ÔTER LE VOILE </a:t>
            </a:r>
          </a:p>
          <a:p>
            <a:pPr>
              <a:defRPr/>
            </a:pPr>
            <a:r>
              <a:rPr lang="en-US" smtClean="0"/>
              <a:t>                        Take away the veil, take away the veil</a:t>
            </a:r>
          </a:p>
          <a:p>
            <a:pPr>
              <a:defRPr/>
            </a:pPr>
            <a:r>
              <a:rPr lang="en-US" smtClean="0"/>
              <a:t>                   6-  VIENS OUVRIR MON CŒUR POUR QUE J’ENTENDE TA VOIX </a:t>
            </a:r>
          </a:p>
          <a:p>
            <a:pPr>
              <a:defRPr/>
            </a:pPr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pPr>
              <a:defRPr/>
            </a:pPr>
            <a:r>
              <a:rPr lang="en-US" smtClean="0"/>
              <a:t>                         Whisper in my ear the sound i love to hear
	8-  ET QUE TA PRESENCE M’EMMÈNE</a:t>
            </a:r>
          </a:p>
          <a:p>
            <a:pPr>
              <a:defRPr/>
            </a:pPr>
            <a:r>
              <a:rPr lang="en-US" smtClean="0"/>
              <a:t>                        As your presence draws me near
	9-  JUSQU’À MA DESTINÉE MON ADORATION T’ATTIRE </a:t>
            </a:r>
          </a:p>
          <a:p>
            <a:pPr>
              <a:defRPr/>
            </a:pPr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11-  VERS TOI, VERS TOI MA LUMIÈRE BRILLERA JUSQU'À TOI</a:t>
            </a:r>
          </a:p>
          <a:p>
            <a:pPr>
              <a:defRPr/>
            </a:pPr>
            <a:r>
              <a:rPr lang="en-US" smtClean="0"/>
              <a:t>      To you, to you, my light is shining all the way to you
12-  VERS TOI, MON AMOUR BRILLERA JUSQU'A TOI</a:t>
            </a:r>
          </a:p>
          <a:p>
            <a:pPr>
              <a:defRPr/>
            </a:pPr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14-  LA BRILLANTE LUMIÈRE QUI T'A CONDUIT HIER</a:t>
            </a:r>
          </a:p>
          <a:p>
            <a:pPr>
              <a:defRPr/>
            </a:pPr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pPr>
              <a:defRPr/>
            </a:pPr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pPr>
              <a:defRPr/>
            </a:pPr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pPr>
              <a:defRPr/>
            </a:pPr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pPr>
              <a:defRPr/>
            </a:pPr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pPr>
              <a:defRPr/>
            </a:pPr>
            <a:r>
              <a:rPr lang="en-US" smtClean="0"/>
              <a:t>	       In a dry and thirsty land he’ll send the rain</a:t>
            </a:r>
          </a:p>
          <a:p>
            <a:pPr>
              <a:defRPr/>
            </a:pPr>
            <a:r>
              <a:rPr lang="en-US" smtClean="0"/>
              <a:t> </a:t>
            </a:r>
          </a:p>
          <a:p>
            <a:pPr>
              <a:defRPr/>
            </a:pPr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pPr>
              <a:defRPr/>
            </a:pPr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pPr>
              <a:defRPr/>
            </a:pPr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pPr>
              <a:defRPr/>
            </a:pPr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VIENS ÔTER LE VOILE VIENS ÔTER  VOILE</a:t>
            </a:r>
          </a:p>
          <a:p>
            <a:r>
              <a:rPr lang="en-US" smtClean="0"/>
              <a:t>     Take away the veil, take away the veil
2-  VIENS OUVRIR MES YEUX TA LUMIÈRE JE VEUX VOIR</a:t>
            </a:r>
          </a:p>
          <a:p>
            <a:r>
              <a:rPr lang="en-US" smtClean="0"/>
              <a:t>     Open up my eyes let me see your light</a:t>
            </a:r>
          </a:p>
          <a:p>
            <a:r>
              <a:rPr lang="en-US" smtClean="0"/>
              <a:t> 3-  BRILLER DANS LA NUIT VIENS OUVRIR MES YEUX </a:t>
            </a:r>
          </a:p>
          <a:p>
            <a:r>
              <a:rPr lang="en-US" smtClean="0"/>
              <a:t>     Shining in the night open up my eye</a:t>
            </a:r>
          </a:p>
          <a:p>
            <a:r>
              <a:rPr lang="en-US" smtClean="0"/>
              <a:t>4-  POUR QUE JE TE VOIE FACE À FACE ET TOUCHE TA SAINTE GRÂCE  
     That i may see you face to faceand touch your holy grace</a:t>
            </a:r>
          </a:p>
          <a:p>
            <a:endParaRPr lang="en-US" smtClean="0"/>
          </a:p>
          <a:p>
            <a:r>
              <a:rPr lang="en-US" smtClean="0"/>
              <a:t>	5-  VIENS ÔTER LE VOILE VIENS ÔTER LE VOILE </a:t>
            </a:r>
          </a:p>
          <a:p>
            <a:r>
              <a:rPr lang="en-US" smtClean="0"/>
              <a:t>                        Take away the veil, take away the veil</a:t>
            </a:r>
          </a:p>
          <a:p>
            <a:r>
              <a:rPr lang="en-US" smtClean="0"/>
              <a:t>                   6-  VIENS OUVRIR MON CŒUR POUR QUE J’ENTENDE TA VOIX </a:t>
            </a:r>
          </a:p>
          <a:p>
            <a:r>
              <a:rPr lang="en-US" smtClean="0"/>
              <a:t>                        Open up my heart let me hear your words
	7-  SOUFFLE DANS MON OREILLE CE SON QUI M’ÉMERVEILLE </a:t>
            </a:r>
          </a:p>
          <a:p>
            <a:r>
              <a:rPr lang="en-US" smtClean="0"/>
              <a:t>                         Whisper in my ear the sound i love to hear
	8-  ET QUE TA PRESENCE M’EMMÈNE</a:t>
            </a:r>
          </a:p>
          <a:p>
            <a:r>
              <a:rPr lang="en-US" smtClean="0"/>
              <a:t>                        As your presence draws me near
	9-  JUSQU’À MA DESTINÉE MON ADORATION T’ATTIRE </a:t>
            </a:r>
          </a:p>
          <a:p>
            <a:r>
              <a:rPr lang="en-US" smtClean="0"/>
              <a:t>                         Into my destiny as my worship draws you near
	10- TU ME REÇOIS AUSSI    
                         You gently welcome me</a:t>
            </a:r>
          </a:p>
          <a:p>
            <a:endParaRPr lang="en-US" smtClean="0"/>
          </a:p>
          <a:p>
            <a:r>
              <a:rPr lang="en-US" smtClean="0"/>
              <a:t>11-  VERS TOI, VERS TOI MA LUMIÈRE BRILLERA JUSQU'À TOI</a:t>
            </a:r>
          </a:p>
          <a:p>
            <a:r>
              <a:rPr lang="en-US" smtClean="0"/>
              <a:t>      To you, to you, my light is shining all the way to you
12-  VERS TOI, MON AMOUR BRILLERA JUSQU'A TOI</a:t>
            </a:r>
          </a:p>
          <a:p>
            <a:r>
              <a:rPr lang="en-US" smtClean="0"/>
              <a:t>       To you, my love is shining all the way to you
13-  VERS TOI, MA LUMIÈRE BRILLERA JUSQU'À TOI 
       To you, my light is shining all the way to you</a:t>
            </a:r>
          </a:p>
          <a:p>
            <a:endParaRPr lang="en-US" smtClean="0"/>
          </a:p>
          <a:p>
            <a:r>
              <a:rPr lang="en-US" smtClean="0"/>
              <a:t>	14-  LA BRILLANTE LUMIÈRE QUI T'A CONDUIT HIER</a:t>
            </a:r>
          </a:p>
          <a:p>
            <a:r>
              <a:rPr lang="en-US" smtClean="0"/>
              <a:t>                        The bright and shining light that lead you yesterday
	15-  ILLUMINE LA VOIE DE LA PAIX ÉTERNELLE</a:t>
            </a:r>
          </a:p>
          <a:p>
            <a:r>
              <a:rPr lang="en-US" smtClean="0"/>
              <a:t>                         Will light your way and guide you to eternal peace
	16-  IL SUPPRIME LE CHAGRIN ET LA SOUFFRANCE</a:t>
            </a:r>
          </a:p>
          <a:p>
            <a:r>
              <a:rPr lang="en-US" smtClean="0"/>
              <a:t>                          He’ll take away the pain and the suffering
	17-  IL OUVRIRA LES YEUX ET LE CŒUR DE CHACUN </a:t>
            </a:r>
          </a:p>
          <a:p>
            <a:r>
              <a:rPr lang="en-US" smtClean="0"/>
              <a:t>                          He’ll open up the eyes the hearts of everyone
	18-  VOUS ENTENDREZ LA VOIX QUI RÉCONFORTERA </a:t>
            </a:r>
          </a:p>
          <a:p>
            <a:r>
              <a:rPr lang="en-US" smtClean="0"/>
              <a:t>                          You will hear the voice that always comforts you
	19-  SUR LA TERRE ASSOIFFÉE IL ENVERRA SA PLUIE </a:t>
            </a:r>
          </a:p>
          <a:p>
            <a:r>
              <a:rPr lang="en-US" smtClean="0"/>
              <a:t>	       In a dry and thirsty land he’ll send the rain</a:t>
            </a:r>
          </a:p>
          <a:p>
            <a:r>
              <a:rPr lang="en-US" smtClean="0"/>
              <a:t> </a:t>
            </a:r>
          </a:p>
          <a:p>
            <a:r>
              <a:rPr lang="en-US" smtClean="0"/>
              <a:t>20-  TAKE AWAY THE VEIL TAKE AWAY THE VEIL  
21-  OPEN UP MY EYES 
22-  LET ME SEE YOUR LIGHT SHINING IN THE NIGHT OPEN UP MY EYE  
23-  THAT I MAY SEE YOU FACE TO FACE AND TOUCH YOUR HOLY GRACE  
</a:t>
            </a:r>
          </a:p>
          <a:p>
            <a:r>
              <a:rPr lang="en-US" smtClean="0"/>
              <a:t>	24-  TAKE AWAY THE VEIL TAKE AWAY THE VEIL  
	25-  OPEN UP MY HEART LET ME HEAR YOUR WORDS 
	26-  WHISPER IN MY EAR THE SOUND I LOVE TO HEAR 
	27-  AS YOUR PRESENCE DRAWS ME NEAR INTO MY DESTINY  
	28-  AS MY WORSHIP DRAWS YOU NEAR YOU GENTLY WELCOME ME  
</a:t>
            </a:r>
          </a:p>
          <a:p>
            <a:r>
              <a:rPr lang="en-US" smtClean="0"/>
              <a:t>29-  TO YOU, TO YOU, MY LIGHT IS SHINING ALL THE WAY TO YOU  
30-  TO YOU, MY LOVE IS SHINING ALL THE WAY TO YOU 
31-  TO YOU, MY LIGHT IS SHINING ALL THE WAY TO YOU 
</a:t>
            </a:r>
          </a:p>
          <a:p>
            <a:r>
              <a:rPr lang="en-US" smtClean="0"/>
              <a:t>	32-  THE BRIGHT AND SHINING LIGHT THAT LEAD YOU YESTERDAY  
	33-  WILL LIGHT YOUR WAY AND GUIDE YOU TO ETERNAL PEACE 
	34-  HE’LL TAKE AWAY THE PAIN AND THE SUFFERING 
	35-  HE’LL OPEN UP THE EYES THE HEARTS OF EVERYONE  
	36-  YOU WILL HEAR THE VOICE THAT ALWAYS COMFORTS YOU 
	37-  IN A DRY AND THIRSTY LAND HE’LL SEND THE RAIN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8DA05A-DAA4-484E-A2E2-EBA1ECABF5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ADC64-9F57-4BCA-BE15-65AE2EC548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B38EB-2E1B-4740-BBC9-097970B989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7BCB1-79EE-4CE6-9027-665E9C863B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BDFF3-8FC3-4E9D-88D2-045C20A9AA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FFE67B-9E1F-4CED-B0BF-6D59B8B765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F65F1-E0A4-4AB7-9D72-572B179CF5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672E2-6211-411D-983D-FEAD6A6A3D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BEF5A-8608-4BF6-8AAD-AAED231565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E0646-F5B5-49ED-AC41-B973C34795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91762-84B0-4F68-8694-6BB4D086CC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D4EB3EE-4A54-446F-93C8-E1DE08545B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MES 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LUMIÈRE JE VEUX VOIR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BRILLER DANS LA NUIT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MES YEUX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TE VOIE FACE À FACE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TOUCHE TA SAINTE GRÂCE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ÔTER LE VOILE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VIENS OUVRIR MON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J’ENTENDE TA VOIX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SOUFFLE DANS MON OREILLE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 QUI M’ÉMERVEILLE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TA PRESENCE M’EMMÈNE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MA DESTINÉE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ADORATION T’ATTIRE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REÇOIS AUSSI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VERS TOI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LUMIÈRE BRILLERA JUSQU'À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MON AMOUR BRILLERA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JUSQU‘À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LUMIÈRE BRILLERA JUSQU'À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BRILLANTE LUMIÈRE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T'A CONDUIT HIER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ILLUMINE LA VOIE DE LA PAIX ÉTERNELLE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SUPPRIME LE CHAGRIN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SOUFFRANCE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OUVRIRA LES YEUX ET LE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CHACUN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VOUS ENTENDREZ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VOIX QUI RÉCONFORTERA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TERRE ASSOIFFÉE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ENVERRA SA PLUIE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MY EYES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LET ME SEE YOUR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SHINING IN THE NIGHT OPEN UP MY EYE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THAT I MAY SEE YOU FACE TO FACE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TOUCH YOUR HOLY GRACE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TAKE AWAY THE VEIL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MY HEART LET ME HEAR YOUR WORDS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WHISPER IN MY EAR THE SOUND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LOVE TO HEAR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YOUR PRESENCE DRAWS ME NEAR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INTO MY DESTINY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MY WORSHIP DRAWS YOU NEAR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GENTLY WELCOME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TO YOU, MY LIGHT IS SHINING ALL THE WAY TO YOU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MY LOVE IS SHINING ALL THE WAY TO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 YOU, MY LIGHT IS SHINING ALL THE WAY TO YOU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BRIGHT AND SHINING LIGHT THAT LEAD YOU YESTERDAY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WILL LIGHT YOUR WAY AND GUIDE YOU TO ETERNAL PEACE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HE’LL TAKE AWAY THE PAIN AND THE SUFFERING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HE’LL OPEN UP THE EYES THE HEARTS OF EVERYONE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WILL HEAR THE VOICE THAT ALWAYS COMFORTS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33400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A DRY AND THIRSTY LAND HE’LL SEND THE RAIN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1657</Words>
  <Application>Microsoft Office PowerPoint</Application>
  <PresentationFormat>On-screen Show (4:3)</PresentationFormat>
  <Paragraphs>2354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132</cp:revision>
  <dcterms:created xsi:type="dcterms:W3CDTF">2002-08-17T10:50:50Z</dcterms:created>
  <dcterms:modified xsi:type="dcterms:W3CDTF">2015-02-08T09:07:42Z</dcterms:modified>
</cp:coreProperties>
</file>