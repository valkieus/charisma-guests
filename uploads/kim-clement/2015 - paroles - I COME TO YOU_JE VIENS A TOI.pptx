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70" r:id="rId2"/>
    <p:sldId id="273" r:id="rId3"/>
    <p:sldId id="272" r:id="rId4"/>
    <p:sldId id="271" r:id="rId5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00" autoAdjust="0"/>
    <p:restoredTop sz="46056" autoAdjust="0"/>
  </p:normalViewPr>
  <p:slideViewPr>
    <p:cSldViewPr>
      <p:cViewPr>
        <p:scale>
          <a:sx n="40" d="100"/>
          <a:sy n="40" d="100"/>
        </p:scale>
        <p:origin x="-690" y="-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D7F97019-3AED-494D-841C-F5BCE0EA8BDC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E1257DFD-A814-451B-B7F7-79BB3AD5F3C6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VIENS A TOI MAINS LEVEES EN LOUANT</a:t>
            </a:r>
          </a:p>
          <a:p>
            <a:pPr>
              <a:defRPr/>
            </a:pPr>
            <a:r>
              <a:rPr lang="fr-FR" smtClean="0"/>
              <a:t>     i come to you with my hands open wide</a:t>
            </a:r>
          </a:p>
          <a:p>
            <a:pPr>
              <a:defRPr/>
            </a:pPr>
            <a:r>
              <a:rPr lang="fr-FR" smtClean="0"/>
              <a:t>2-  JE VIENS A TOI AVEC UN COEUR D'ENFANT</a:t>
            </a:r>
          </a:p>
          <a:p>
            <a:pPr>
              <a:defRPr/>
            </a:pPr>
            <a:r>
              <a:rPr lang="fr-FR" smtClean="0"/>
              <a:t>     i come to you with my heart like a child</a:t>
            </a:r>
          </a:p>
          <a:p>
            <a:pPr>
              <a:defRPr/>
            </a:pPr>
            <a:r>
              <a:rPr lang="fr-FR" smtClean="0"/>
              <a:t>3-  PARCE QUE JE SAIS QUI TU ES ET CE QUE TU DESIR</a:t>
            </a:r>
          </a:p>
          <a:p>
            <a:pPr>
              <a:defRPr/>
            </a:pPr>
            <a:r>
              <a:rPr lang="fr-FR" smtClean="0"/>
              <a:t>     because i know who you are and i know what you want</a:t>
            </a:r>
          </a:p>
          <a:p>
            <a:pPr>
              <a:defRPr/>
            </a:pPr>
            <a:r>
              <a:rPr lang="fr-FR" smtClean="0"/>
              <a:t>4-  MON AMOUR, MON AMOUR POUR TOI MA LOUANGE, MA LOUANGE A TOI</a:t>
            </a:r>
          </a:p>
          <a:p>
            <a:pPr>
              <a:defRPr/>
            </a:pPr>
            <a:r>
              <a:rPr lang="fr-FR" smtClean="0"/>
              <a:t>     my love, my love to you my praise, my praise to you 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71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VIENS A TOI MAINS LEVEES EN LOUANT</a:t>
            </a:r>
          </a:p>
          <a:p>
            <a:r>
              <a:rPr lang="fr-FR" smtClean="0"/>
              <a:t>     i come to you with my hands open wide</a:t>
            </a:r>
          </a:p>
          <a:p>
            <a:r>
              <a:rPr lang="fr-FR" smtClean="0"/>
              <a:t>2-  JE VIENS A TOI AVEC UN COEUR D'ENFANT</a:t>
            </a:r>
          </a:p>
          <a:p>
            <a:r>
              <a:rPr lang="fr-FR" smtClean="0"/>
              <a:t>     i come to you with my heart like a child</a:t>
            </a:r>
          </a:p>
          <a:p>
            <a:r>
              <a:rPr lang="fr-FR" smtClean="0"/>
              <a:t>3-  PARCE QUE JE SAIS QUI TU ES ET CE QUE TU DESIR</a:t>
            </a:r>
          </a:p>
          <a:p>
            <a:r>
              <a:rPr lang="fr-FR" smtClean="0"/>
              <a:t>     because i know who you are and i know what you want</a:t>
            </a:r>
          </a:p>
          <a:p>
            <a:r>
              <a:rPr lang="fr-FR" smtClean="0"/>
              <a:t>4-  MON AMOUR, MON AMOUR POUR TOI MA LOUANGE, MA LOUANGE A TOI</a:t>
            </a:r>
          </a:p>
          <a:p>
            <a:r>
              <a:rPr lang="fr-FR" smtClean="0"/>
              <a:t>     my love, my love to you my praise, my praise to you 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VIENS A TOI MAINS LEVEES EN LOUANT</a:t>
            </a:r>
          </a:p>
          <a:p>
            <a:pPr>
              <a:defRPr/>
            </a:pPr>
            <a:r>
              <a:rPr lang="fr-FR" smtClean="0"/>
              <a:t>     i come to you with my hands open wide</a:t>
            </a:r>
          </a:p>
          <a:p>
            <a:pPr>
              <a:defRPr/>
            </a:pPr>
            <a:r>
              <a:rPr lang="fr-FR" smtClean="0"/>
              <a:t>2-  JE VIENS A TOI AVEC UN COEUR D'ENFANT</a:t>
            </a:r>
          </a:p>
          <a:p>
            <a:pPr>
              <a:defRPr/>
            </a:pPr>
            <a:r>
              <a:rPr lang="fr-FR" smtClean="0"/>
              <a:t>     i come to you with my heart like a child</a:t>
            </a:r>
          </a:p>
          <a:p>
            <a:pPr>
              <a:defRPr/>
            </a:pPr>
            <a:r>
              <a:rPr lang="fr-FR" smtClean="0"/>
              <a:t>3-  PARCE QUE JE SAIS QUI TU ES ET CE QUE TU DESIR</a:t>
            </a:r>
          </a:p>
          <a:p>
            <a:pPr>
              <a:defRPr/>
            </a:pPr>
            <a:r>
              <a:rPr lang="fr-FR" smtClean="0"/>
              <a:t>     because i know who you are and i know what you want</a:t>
            </a:r>
          </a:p>
          <a:p>
            <a:pPr>
              <a:defRPr/>
            </a:pPr>
            <a:r>
              <a:rPr lang="fr-FR" smtClean="0"/>
              <a:t>4-  MON AMOUR, MON AMOUR POUR TOI MA LOUANGE, MA LOUANGE A TOI</a:t>
            </a:r>
          </a:p>
          <a:p>
            <a:pPr>
              <a:defRPr/>
            </a:pPr>
            <a:r>
              <a:rPr lang="fr-FR" smtClean="0"/>
              <a:t>     my love, my love to you my praise, my praise to you 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81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VIENS A TOI MAINS LEVEES EN LOUANT</a:t>
            </a:r>
          </a:p>
          <a:p>
            <a:r>
              <a:rPr lang="fr-FR" smtClean="0"/>
              <a:t>     i come to you with my hands open wide</a:t>
            </a:r>
          </a:p>
          <a:p>
            <a:r>
              <a:rPr lang="fr-FR" smtClean="0"/>
              <a:t>2-  JE VIENS A TOI AVEC UN COEUR D'ENFANT</a:t>
            </a:r>
          </a:p>
          <a:p>
            <a:r>
              <a:rPr lang="fr-FR" smtClean="0"/>
              <a:t>     i come to you with my heart like a child</a:t>
            </a:r>
          </a:p>
          <a:p>
            <a:r>
              <a:rPr lang="fr-FR" smtClean="0"/>
              <a:t>3-  PARCE QUE JE SAIS QUI TU ES ET CE QUE TU DESIR</a:t>
            </a:r>
          </a:p>
          <a:p>
            <a:r>
              <a:rPr lang="fr-FR" smtClean="0"/>
              <a:t>     because i know who you are and i know what you want</a:t>
            </a:r>
          </a:p>
          <a:p>
            <a:r>
              <a:rPr lang="fr-FR" smtClean="0"/>
              <a:t>4-  MON AMOUR, MON AMOUR POUR TOI MA LOUANGE, MA LOUANGE A TOI</a:t>
            </a:r>
          </a:p>
          <a:p>
            <a:r>
              <a:rPr lang="fr-FR" smtClean="0"/>
              <a:t>     my love, my love to you my praise, my praise to you 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VIENS A TOI MAINS LEVEES EN LOUANT</a:t>
            </a:r>
          </a:p>
          <a:p>
            <a:pPr>
              <a:defRPr/>
            </a:pPr>
            <a:r>
              <a:rPr lang="fr-FR" smtClean="0"/>
              <a:t>     i come to you with my hands open wide</a:t>
            </a:r>
          </a:p>
          <a:p>
            <a:pPr>
              <a:defRPr/>
            </a:pPr>
            <a:r>
              <a:rPr lang="fr-FR" smtClean="0"/>
              <a:t>2-  JE VIENS A TOI AVEC UN COEUR D'ENFANT</a:t>
            </a:r>
          </a:p>
          <a:p>
            <a:pPr>
              <a:defRPr/>
            </a:pPr>
            <a:r>
              <a:rPr lang="fr-FR" smtClean="0"/>
              <a:t>     i come to you with my heart like a child</a:t>
            </a:r>
          </a:p>
          <a:p>
            <a:pPr>
              <a:defRPr/>
            </a:pPr>
            <a:r>
              <a:rPr lang="fr-FR" smtClean="0"/>
              <a:t>3-  PARCE QUE JE SAIS QUI TU ES ET CE QUE TU DESIR</a:t>
            </a:r>
          </a:p>
          <a:p>
            <a:pPr>
              <a:defRPr/>
            </a:pPr>
            <a:r>
              <a:rPr lang="fr-FR" smtClean="0"/>
              <a:t>     because i know who you are and i know what you want</a:t>
            </a:r>
          </a:p>
          <a:p>
            <a:pPr>
              <a:defRPr/>
            </a:pPr>
            <a:r>
              <a:rPr lang="fr-FR" smtClean="0"/>
              <a:t>4-  MON AMOUR, MON AMOUR POUR TOI MA LOUANGE, MA LOUANGE A TOI</a:t>
            </a:r>
          </a:p>
          <a:p>
            <a:pPr>
              <a:defRPr/>
            </a:pPr>
            <a:r>
              <a:rPr lang="fr-FR" smtClean="0"/>
              <a:t>     my love, my love to you my praise, my praise to you 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92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VIENS A TOI MAINS LEVEES EN LOUANT</a:t>
            </a:r>
          </a:p>
          <a:p>
            <a:r>
              <a:rPr lang="fr-FR" smtClean="0"/>
              <a:t>     i come to you with my hands open wide</a:t>
            </a:r>
          </a:p>
          <a:p>
            <a:r>
              <a:rPr lang="fr-FR" smtClean="0"/>
              <a:t>2-  JE VIENS A TOI AVEC UN COEUR D'ENFANT</a:t>
            </a:r>
          </a:p>
          <a:p>
            <a:r>
              <a:rPr lang="fr-FR" smtClean="0"/>
              <a:t>     i come to you with my heart like a child</a:t>
            </a:r>
          </a:p>
          <a:p>
            <a:r>
              <a:rPr lang="fr-FR" smtClean="0"/>
              <a:t>3-  PARCE QUE JE SAIS QUI TU ES ET CE QUE TU DESIR</a:t>
            </a:r>
          </a:p>
          <a:p>
            <a:r>
              <a:rPr lang="fr-FR" smtClean="0"/>
              <a:t>     because i know who you are and i know what you want</a:t>
            </a:r>
          </a:p>
          <a:p>
            <a:r>
              <a:rPr lang="fr-FR" smtClean="0"/>
              <a:t>4-  MON AMOUR, MON AMOUR POUR TOI MA LOUANGE, MA LOUANGE A TOI</a:t>
            </a:r>
          </a:p>
          <a:p>
            <a:r>
              <a:rPr lang="fr-FR" smtClean="0"/>
              <a:t>     my love, my love to you my praise, my praise to you 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VIENS A TOI MAINS LEVEES EN LOUANT</a:t>
            </a:r>
          </a:p>
          <a:p>
            <a:pPr>
              <a:defRPr/>
            </a:pPr>
            <a:r>
              <a:rPr lang="fr-FR" smtClean="0"/>
              <a:t>     i come to you with my hands open wide</a:t>
            </a:r>
          </a:p>
          <a:p>
            <a:pPr>
              <a:defRPr/>
            </a:pPr>
            <a:r>
              <a:rPr lang="fr-FR" smtClean="0"/>
              <a:t>2-  JE VIENS A TOI AVEC UN COEUR D'ENFANT</a:t>
            </a:r>
          </a:p>
          <a:p>
            <a:pPr>
              <a:defRPr/>
            </a:pPr>
            <a:r>
              <a:rPr lang="fr-FR" smtClean="0"/>
              <a:t>     i come to you with my heart like a child</a:t>
            </a:r>
          </a:p>
          <a:p>
            <a:pPr>
              <a:defRPr/>
            </a:pPr>
            <a:r>
              <a:rPr lang="fr-FR" smtClean="0"/>
              <a:t>3-  PARCE QUE JE SAIS QUI TU ES ET CE QUE TU DESIR</a:t>
            </a:r>
          </a:p>
          <a:p>
            <a:pPr>
              <a:defRPr/>
            </a:pPr>
            <a:r>
              <a:rPr lang="fr-FR" smtClean="0"/>
              <a:t>     because i know who you are and i know what you want</a:t>
            </a:r>
          </a:p>
          <a:p>
            <a:pPr>
              <a:defRPr/>
            </a:pPr>
            <a:r>
              <a:rPr lang="fr-FR" smtClean="0"/>
              <a:t>4-  MON AMOUR, MON AMOUR POUR TOI MA LOUANGE, MA LOUANGE A TOI</a:t>
            </a:r>
          </a:p>
          <a:p>
            <a:pPr>
              <a:defRPr/>
            </a:pPr>
            <a:r>
              <a:rPr lang="fr-FR" smtClean="0"/>
              <a:t>     my love, my love to you my praise, my praise to you 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102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VIENS A TOI MAINS LEVEES EN LOUANT</a:t>
            </a:r>
          </a:p>
          <a:p>
            <a:r>
              <a:rPr lang="fr-FR" smtClean="0"/>
              <a:t>     i come to you with my hands open wide</a:t>
            </a:r>
          </a:p>
          <a:p>
            <a:r>
              <a:rPr lang="fr-FR" smtClean="0"/>
              <a:t>2-  JE VIENS A TOI AVEC UN COEUR D'ENFANT</a:t>
            </a:r>
          </a:p>
          <a:p>
            <a:r>
              <a:rPr lang="fr-FR" smtClean="0"/>
              <a:t>     i come to you with my heart like a child</a:t>
            </a:r>
          </a:p>
          <a:p>
            <a:r>
              <a:rPr lang="fr-FR" smtClean="0"/>
              <a:t>3-  PARCE QUE JE SAIS QUI TU ES ET CE QUE TU DESIR</a:t>
            </a:r>
          </a:p>
          <a:p>
            <a:r>
              <a:rPr lang="fr-FR" smtClean="0"/>
              <a:t>     because i know who you are and i know what you want</a:t>
            </a:r>
          </a:p>
          <a:p>
            <a:r>
              <a:rPr lang="fr-FR" smtClean="0"/>
              <a:t>4-  MON AMOUR, MON AMOUR POUR TOI MA LOUANGE, MA LOUANGE A TOI</a:t>
            </a:r>
          </a:p>
          <a:p>
            <a:r>
              <a:rPr lang="fr-FR" smtClean="0"/>
              <a:t>     my love, my love to you my praise, my praise to you 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2433A1-66F2-4F0E-8FFA-E87DC095C00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4782EA-23C5-42D4-BE01-1F7DDDB7C20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8A7380-709C-4B8C-81D9-E2E8E8D840E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B811A11-A56D-48CB-A22E-BE132CFA490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819AD4-9465-4BF6-BE83-668EE6F08C4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15B5A6-DA05-4F80-8DC8-2A873E3AEB6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2FF248-0B7A-442A-8932-8DFB7461F17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FAB3A8-CA28-40BC-A30E-82A1E128F6C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CB7A94-6C27-4948-A71F-2943C8E731F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ED5667D-5442-4BD0-86EA-B90B8DCF3F4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BEBE9B-7C39-452A-9D2C-E269EBF3C83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1F6D9572-A8EB-463B-8522-4BF4D767ACC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938992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VIENS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À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TOI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MAINS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LEVÉES EN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LOUANT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938992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VIENS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À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TOI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AVEC UN COEUR D'ENFANT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938992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PARCE QUE JE SAIS QUI TU ES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CE QUE TU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DÉSIRES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MON AMOUR, MON AMOUR POUR TOI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MA LOUANGE, MA LOUANGE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	À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1691</TotalTime>
  <Words>800</Words>
  <Application>Microsoft Office PowerPoint</Application>
  <PresentationFormat>On-screen Show (4:3)</PresentationFormat>
  <Paragraphs>72</Paragraphs>
  <Slides>4</Slides>
  <Notes>4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8" baseType="lpstr">
      <vt:lpstr>Franklin Gothic Medium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VALERIE</cp:lastModifiedBy>
  <cp:revision>162</cp:revision>
  <dcterms:created xsi:type="dcterms:W3CDTF">2002-08-17T10:50:50Z</dcterms:created>
  <dcterms:modified xsi:type="dcterms:W3CDTF">2015-02-08T08:51:51Z</dcterms:modified>
</cp:coreProperties>
</file>