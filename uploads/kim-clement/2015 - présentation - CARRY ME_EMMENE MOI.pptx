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85" r:id="rId3"/>
    <p:sldId id="284" r:id="rId4"/>
    <p:sldId id="286" r:id="rId5"/>
    <p:sldId id="283" r:id="rId6"/>
    <p:sldId id="287" r:id="rId7"/>
    <p:sldId id="282" r:id="rId8"/>
    <p:sldId id="288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69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E5E9F49-FA0A-4551-922A-DDB0FB18D6F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404B5B6-DA78-44F7-83A0-F512DBC31DB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 EMMÈNE-MOI, EMMÈNE-MOI  À TON REPOS PARFAIT</a:t>
            </a:r>
          </a:p>
          <a:p>
            <a:pPr>
              <a:defRPr/>
            </a:pPr>
            <a:r>
              <a:rPr lang="en-US" dirty="0" smtClean="0"/>
              <a:t>     carry me, carry me to your place of rest</a:t>
            </a:r>
          </a:p>
          <a:p>
            <a:pPr>
              <a:defRPr/>
            </a:pPr>
            <a:r>
              <a:rPr lang="en-US" dirty="0" smtClean="0"/>
              <a:t>2-  EMMÈNE-MOI, EMMÈNE-MOI DANS TON LIEU DE PAIX</a:t>
            </a:r>
          </a:p>
          <a:p>
            <a:pPr>
              <a:defRPr/>
            </a:pPr>
            <a:r>
              <a:rPr lang="en-US" dirty="0" smtClean="0"/>
              <a:t>     carry me, carry me to your place of peace</a:t>
            </a:r>
          </a:p>
          <a:p>
            <a:pPr>
              <a:defRPr/>
            </a:pPr>
            <a:r>
              <a:rPr lang="en-US" dirty="0" smtClean="0"/>
              <a:t>  </a:t>
            </a:r>
          </a:p>
          <a:p>
            <a:pPr>
              <a:defRPr/>
            </a:pPr>
            <a:r>
              <a:rPr lang="en-US" dirty="0" smtClean="0"/>
              <a:t>3-  SUR TES AILES DE GRÂCE GARDÉ DANS TES BRAS</a:t>
            </a:r>
          </a:p>
          <a:p>
            <a:pPr>
              <a:defRPr/>
            </a:pPr>
            <a:r>
              <a:rPr lang="en-US" dirty="0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dirty="0" smtClean="0"/>
              <a:t>      guided by the voice </a:t>
            </a:r>
            <a:r>
              <a:rPr lang="en-US" dirty="0" err="1" smtClean="0"/>
              <a:t>i</a:t>
            </a:r>
            <a:r>
              <a:rPr lang="en-US" dirty="0" smtClean="0"/>
              <a:t> hear from you
</a:t>
            </a:r>
          </a:p>
          <a:p>
            <a:pPr>
              <a:defRPr/>
            </a:pPr>
            <a:r>
              <a:rPr lang="en-US" dirty="0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dirty="0" smtClean="0"/>
              <a:t>7-  ON YOUR WINGS OF GRACE SAFE IN YOUR EMBRACE 
8-  GUIDED BY THE VOICE I HEAR FROM YOU 
</a:t>
            </a: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F04506-9E72-458F-AE91-B4DA9CA7F8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C3405-0F42-45CB-BAB3-204F826953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45B53-7F83-4AAB-9CFB-A0F0FF64DA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52817-7542-4AD5-A947-086139CE95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630A9-DEBD-45DB-8831-1438BC6DB4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0D5DD-848D-431D-B6B4-732C0C5D87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497F7B-5689-4F81-B9C3-C792D81F62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8C529-F402-49AB-910E-97D04830D6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F2FEC6-018D-458E-AC17-EDB970CFFC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803F1-2C0C-4440-9DB8-2738954199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25A581-DBF6-4CA1-899B-775CAA2871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F55D1C6-55CB-491E-8A73-018BAEA0A3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EMMÈNE-MOI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EMMÈNE-MOI 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REPOS PARFAIT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EMMÈNE-MOI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EMMÈNE-MOI 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LIEU DE PAIX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TES AILES DE GRÂCE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GARDÉ DANS TES BRAS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GUIDÉ PAR TA VOIX, CONDUIT PAR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CARRY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CARRY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PLACE OF REST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CARRY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CARRY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TO YOUR PLACE OF PEACE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YOUR WINGS OF GRACE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SAFE IN YOUR EMBRACE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GUIDED BY THE VOICE I HEAR FROM YOU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1041</Words>
  <Application>Microsoft Office PowerPoint</Application>
  <PresentationFormat>On-screen Show (4:3)</PresentationFormat>
  <Paragraphs>174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131</cp:revision>
  <dcterms:created xsi:type="dcterms:W3CDTF">2002-08-17T10:50:50Z</dcterms:created>
  <dcterms:modified xsi:type="dcterms:W3CDTF">2015-02-07T23:22:47Z</dcterms:modified>
</cp:coreProperties>
</file>