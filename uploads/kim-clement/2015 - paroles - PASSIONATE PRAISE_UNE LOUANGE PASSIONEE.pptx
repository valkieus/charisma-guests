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6056" autoAdjust="0"/>
  </p:normalViewPr>
  <p:slideViewPr>
    <p:cSldViewPr>
      <p:cViewPr>
        <p:scale>
          <a:sx n="40" d="100"/>
          <a:sy n="40" d="100"/>
        </p:scale>
        <p:origin x="-40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0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06A4A87-BB3F-4651-A4DA-1E3C72214CC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BEDCAC1-3D00-4150-B02E-EE582FCA93E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DIEU EST BON </a:t>
            </a:r>
          </a:p>
          <a:p>
            <a:pPr>
              <a:defRPr/>
            </a:pPr>
            <a:r>
              <a:rPr lang="en-US" smtClean="0"/>
              <a:t>    god is good and  
2-  ET IL EST BON POUR NOUS  DE LE LOUER, LE LOUER</a:t>
            </a:r>
          </a:p>
          <a:p>
            <a:pPr>
              <a:defRPr/>
            </a:pPr>
            <a:r>
              <a:rPr lang="en-US" smtClean="0"/>
              <a:t>     it is good for us to give him praise give him praise  </a:t>
            </a:r>
          </a:p>
          <a:p>
            <a:pPr>
              <a:defRPr/>
            </a:pPr>
            <a:r>
              <a:rPr lang="en-US" smtClean="0"/>
              <a:t>3-  TU ES MA RAISON D’ÉLEVER MA VOIX PLUS HAUT POUR LOUER </a:t>
            </a:r>
          </a:p>
          <a:p>
            <a:pPr>
              <a:defRPr/>
            </a:pPr>
            <a:r>
              <a:rPr lang="en-US" smtClean="0"/>
              <a:t>     you are the reason  i that i lift my praise up higher </a:t>
            </a:r>
          </a:p>
          <a:p>
            <a:pPr>
              <a:defRPr/>
            </a:pPr>
            <a:r>
              <a:rPr lang="en-US" smtClean="0"/>
              <a:t>4-  POUR TOUJOURS JE CHANTERAI TA GRANDE BONTÉ</a:t>
            </a:r>
          </a:p>
          <a:p>
            <a:pPr>
              <a:defRPr/>
            </a:pPr>
            <a:r>
              <a:rPr lang="en-US" smtClean="0"/>
              <a:t>     i will forever sing of your lovingkindness  
5-  ET JE TE DONNERAI TOUTE LA GLOIRE</a:t>
            </a:r>
          </a:p>
          <a:p>
            <a:pPr>
              <a:defRPr/>
            </a:pPr>
            <a:r>
              <a:rPr lang="en-US" smtClean="0"/>
              <a:t>   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6-  SOIS PASSIONNÉ POUR LOUER</a:t>
            </a:r>
          </a:p>
          <a:p>
            <a:pPr>
              <a:defRPr/>
            </a:pPr>
            <a:r>
              <a:rPr lang="en-US" smtClean="0"/>
              <a:t>     get passionate with your praise  
7-  CAR DIEU EST DIGNE D’UNE LOUANGE PASSIONNÉE</a:t>
            </a:r>
          </a:p>
          <a:p>
            <a:pPr>
              <a:defRPr/>
            </a:pPr>
            <a:r>
              <a:rPr lang="en-US" smtClean="0"/>
              <a:t>     cause god is worthy  of passionate praise 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*****Anglais****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8-  GOD IS GOOD AND 
9-  IT IS GOOD FOR US TO GIVE HIM PRAISE GIVE HIM PRAISE </a:t>
            </a:r>
          </a:p>
          <a:p>
            <a:pPr>
              <a:defRPr/>
            </a:pPr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13-  GET PASSIONATE WITH YOUR PRAISE 
14-  CAUSE GOD IS WORTHY  OF PASSIONATE PRAISE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DIEU EST BON </a:t>
            </a:r>
          </a:p>
          <a:p>
            <a:r>
              <a:rPr lang="en-US" smtClean="0"/>
              <a:t>    god is good and  
2-  ET IL EST BON POUR NOUS  DE LE LOUER, LE LOUER</a:t>
            </a:r>
          </a:p>
          <a:p>
            <a:r>
              <a:rPr lang="en-US" smtClean="0"/>
              <a:t>     it is good for us to give him praise give him praise  </a:t>
            </a:r>
          </a:p>
          <a:p>
            <a:r>
              <a:rPr lang="en-US" smtClean="0"/>
              <a:t>3-  TU ES MA RAISON D’ÉLEVER MA VOIX PLUS HAUT POUR LOUER </a:t>
            </a:r>
          </a:p>
          <a:p>
            <a:r>
              <a:rPr lang="en-US" smtClean="0"/>
              <a:t>     you are the reason  i that i lift my praise up higher </a:t>
            </a:r>
          </a:p>
          <a:p>
            <a:r>
              <a:rPr lang="en-US" smtClean="0"/>
              <a:t>4-  POUR TOUJOURS JE CHANTERAI TA GRANDE BONTÉ</a:t>
            </a:r>
          </a:p>
          <a:p>
            <a:r>
              <a:rPr lang="en-US" smtClean="0"/>
              <a:t>     i will forever sing of your lovingkindness  
5-  ET JE TE DONNERAI TOUTE LA GLOIRE</a:t>
            </a:r>
          </a:p>
          <a:p>
            <a:r>
              <a:rPr lang="en-US" smtClean="0"/>
              <a:t>     and i’ll make your praises glorious </a:t>
            </a:r>
          </a:p>
          <a:p>
            <a:endParaRPr lang="en-US" smtClean="0"/>
          </a:p>
          <a:p>
            <a:r>
              <a:rPr lang="en-US" smtClean="0"/>
              <a:t>6-  SOIS PASSIONNÉ POUR LOUER</a:t>
            </a:r>
          </a:p>
          <a:p>
            <a:r>
              <a:rPr lang="en-US" smtClean="0"/>
              <a:t>     get passionate with your praise  
7-  CAR DIEU EST DIGNE D’UNE LOUANGE PASSIONNÉE</a:t>
            </a:r>
          </a:p>
          <a:p>
            <a:r>
              <a:rPr lang="en-US" smtClean="0"/>
              <a:t>     cause god is worthy  of passionate praise  </a:t>
            </a:r>
          </a:p>
          <a:p>
            <a:endParaRPr lang="en-US" smtClean="0"/>
          </a:p>
          <a:p>
            <a:r>
              <a:rPr lang="en-US" smtClean="0"/>
              <a:t>	*****Anglais****</a:t>
            </a:r>
          </a:p>
          <a:p>
            <a:endParaRPr lang="en-US" smtClean="0"/>
          </a:p>
          <a:p>
            <a:r>
              <a:rPr lang="en-US" smtClean="0"/>
              <a:t>8-  GOD IS GOOD AND 
9-  IT IS GOOD FOR US TO GIVE HIM PRAISE GIVE HIM PRAISE </a:t>
            </a:r>
          </a:p>
          <a:p>
            <a:r>
              <a:rPr lang="en-US" smtClean="0"/>
              <a:t>10-  YOU ARE THE REASON  I THAT I LIFT MY PRAISE UP HIGHER 
11-  I WILL FOREVER SING OF YOUR LOVINGKINDNESS 
12-  AND I’LL MAKE YOUR PRAISES GLORIOUS </a:t>
            </a:r>
          </a:p>
          <a:p>
            <a:endParaRPr lang="en-US" smtClean="0"/>
          </a:p>
          <a:p>
            <a:r>
              <a:rPr lang="en-US" smtClean="0"/>
              <a:t>13-  GET PASSIONATE WITH YOUR PRAISE 
14-  CAUSE GOD IS WORTHY  OF PASSIONATE PRAISE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5E6D7-18F8-4C43-ACC2-F70A091FD3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50E84-5892-4B91-9A5E-0D81759AE4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BB8B6-1574-4F97-842F-A8C37891C4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515F7-E5DD-4CDE-B841-3013C3E909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66B62-F7BF-4605-8C8B-D26FA1C26F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D9DDC-943E-4C95-BE10-FC7FE448F7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4C391-0B6B-48D6-94BF-C33079C07C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DF060-016C-4B8A-B7FF-43CE2505F3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D663B-037A-44EE-B756-200CA8C838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5F41B-71BB-475D-87E5-3D32073C29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44B84-925B-4E9D-B1CC-065DDB8FA8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5BACF99-481E-4BCF-864F-698F2FBBC8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BON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EST BON POUR NOUS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LE LOUER, LE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MA RAISON D’ÉLEVER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VOIX PLUS HAUT POUR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JE CHANTERAI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GRANDE BONTÉ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DONNERAI 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PASSIONNÉ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DIEU EST DIGNE D’UNE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PASSIONNÉE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GOD IS GOOD 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 IS GOOD FOR US TO GIVE HIM PRAISE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GIVE HIM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THE REASON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THAT I LIFT MY PRAISE UP HIGHER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WILL FOREVER SING OF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LOVINGKINDNESS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I’LL MAKE YOUR PRAISES GLORIOUS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GET PASSIONATE WITH YOUR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CAUSE GOD IS WORTHY 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OF PASSIONATE PRAISE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216</Words>
  <Application>Microsoft Office PowerPoint</Application>
  <PresentationFormat>On-screen Show (4:3)</PresentationFormat>
  <Paragraphs>555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159</cp:revision>
  <dcterms:created xsi:type="dcterms:W3CDTF">2002-08-17T10:50:50Z</dcterms:created>
  <dcterms:modified xsi:type="dcterms:W3CDTF">2015-02-08T07:52:27Z</dcterms:modified>
</cp:coreProperties>
</file>