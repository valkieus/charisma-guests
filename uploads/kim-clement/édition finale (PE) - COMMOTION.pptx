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66" r:id="rId5"/>
    <p:sldId id="263" r:id="rId6"/>
    <p:sldId id="262" r:id="rId7"/>
    <p:sldId id="260" r:id="rId8"/>
    <p:sldId id="261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12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AD49E-C9C7-4832-97C8-E91F54C074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144C9-FF56-4042-BD82-C1FBE910BE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C5EAB-9774-4186-9190-AABFC7040A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983A2-123B-4D18-B059-3623157B28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785FB-398E-4463-A263-6428A21B88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06EB0-DED0-4531-976A-DCC6F4E762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FEC04-FA65-42A0-8254-1E740BFC28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6DC69-A261-4DF9-8675-B0C102C35E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3B26D-2B4D-475A-831C-FCD2723ED0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86103-5E8C-4769-A55E-0C9BBC9D4C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F7E7C-57EB-4123-8FD0-5D482E87D3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49B62B57-6218-47E7-AEF2-B93029FE5E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 Y A UN GRAND BRUIT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COMME UN MOUVEMENT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DANS L’AIR 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ENTENDENT LE SON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ÉCOUTENT LE SON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DES GUERRIERS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ENTENDENT UN SON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ENTENDENT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DES CRIS DE TRIOMPHE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 Y A UN GRAND BRUIT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ET DES ANGES PARTOUT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 Y A UN GRAND BRUIT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DÉMONS DEVIENNENT FOUS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ENTENDENT LE BRUIT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ENTENDENT LE SON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DE LA LOUANGE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ENTENDENT LE SON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ILS ENTENDENT LE SON DE JUDA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 Y A UN GRAND BRUIT 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QUAND L’ESPRIT PREND SA PLACE</a:t>
            </a: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 Y A UN SENTIMENT 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LES ANGES COMMENCENT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LEURS POURSUITES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ENTENDENT LE BRUIT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ENTENDENT LE SON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DES GUERRIERS 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ENTENDENT LE BRUIT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ENTENDENT LE BRUIT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DE YAHVÉ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S’INCLINENT AU SON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S’INCLINENT AUX SONS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DES GUERRIERS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S’INCLINENT AU SON 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S’INCLINENT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AUX CRIS DE TRIOMPHE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S’INCLINENT AU BRUIT 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S’INCLINENT AU SON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DES LOUANGES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ILS TOMBENT FACE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34" charset="0"/>
              </a:rPr>
              <a:t>AUX CRIS DE JOSUÉ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THERE’S A COMMOTION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AN EMOTION IN THE AIR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THERE’S A COMMOTION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THERE’S MOTION IN THE AIR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 OF WARRIORS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 OF TRIUMPH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THERE’S A COMMOTION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 ARE ANGELS IN THE AIR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THERE’S A COMMOTION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 ARE DEMONS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WHO WOULD DARE</a:t>
            </a:r>
          </a:p>
          <a:p>
            <a:pPr algn="ctr">
              <a:lnSpc>
                <a:spcPct val="110000"/>
              </a:lnSpc>
            </a:pP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 OF PRAISE</a:t>
            </a:r>
          </a:p>
          <a:p>
            <a:pPr algn="ctr">
              <a:lnSpc>
                <a:spcPct val="110000"/>
              </a:lnSpc>
            </a:pP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 OF JUDAH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THERE’S A COMMOTION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AS THE SPIRIT TAKES HIS SPACE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THERE’S A COMMOTION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AS ANGELS START THEIR CHASE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 OF WARRIORS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LISTENING TO THE SOUND OF JEHOVAH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BOWING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BOWING TO THE SOUND OF WARRIORS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BOWING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BOWING TO THE SOUND OF TRIUMPH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BOWING TO THE SOUND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BOWING TO THE SOUND OF PRAISES</a:t>
            </a:r>
          </a:p>
          <a:p>
            <a:pPr algn="ctr">
              <a:lnSpc>
                <a:spcPct val="110000"/>
              </a:lnSpc>
            </a:pP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THEY’RE FALLING TO THE SOUND OF J’SHUA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316</Words>
  <Application>Microsoft Office PowerPoint</Application>
  <PresentationFormat>On-screen Show (4:3)</PresentationFormat>
  <Paragraphs>91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70</cp:revision>
  <dcterms:created xsi:type="dcterms:W3CDTF">2002-08-17T10:50:50Z</dcterms:created>
  <dcterms:modified xsi:type="dcterms:W3CDTF">2010-11-14T03:06:03Z</dcterms:modified>
</cp:coreProperties>
</file>