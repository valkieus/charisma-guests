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6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D5494B-8ADE-4DDD-B7CC-F20B662E71C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E59E2DB-ED7B-46A1-8091-C6E27FF99BB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2-  OUI, J’ATTENDS PLUS QUE TOUT QUE TU VIENNNES 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to come in
3-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
4-  QUE TU OUVRES LA PORTE </a:t>
            </a:r>
          </a:p>
          <a:p>
            <a:pPr>
              <a:defRPr/>
            </a:pPr>
            <a:r>
              <a:rPr lang="fr-FR" dirty="0" smtClean="0"/>
              <a:t>      To open the </a:t>
            </a:r>
            <a:r>
              <a:rPr lang="fr-FR" dirty="0" err="1" smtClean="0"/>
              <a:t>door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5-  QUE TU VIENNES DERRIERE LE VOILE</a:t>
            </a:r>
          </a:p>
          <a:p>
            <a:pPr>
              <a:defRPr/>
            </a:pPr>
            <a:r>
              <a:rPr lang="fr-FR" dirty="0" smtClean="0"/>
              <a:t>      And come in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6-  JE T’INVITE PARMI NOUS JE T’INVITE PARMI NOUS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JE T’INVITE PARMI NOUS,  POUR QUE TU VIENNES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come in
8-  JE T’INVITE PARMI NOUS JE T’INVITE PARMI NOUS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
9-  QUE TU OUVRES LA PORTE, QUE TU VIENNES  </a:t>
            </a:r>
          </a:p>
          <a:p>
            <a:pPr>
              <a:defRPr/>
            </a:pPr>
            <a:r>
              <a:rPr lang="fr-FR" dirty="0" smtClean="0"/>
              <a:t>     To open the </a:t>
            </a:r>
            <a:r>
              <a:rPr lang="fr-FR" dirty="0" err="1" smtClean="0"/>
              <a:t>door</a:t>
            </a:r>
            <a:r>
              <a:rPr lang="fr-FR" dirty="0" smtClean="0"/>
              <a:t> and come in</a:t>
            </a:r>
          </a:p>
          <a:p>
            <a:pPr>
              <a:defRPr/>
            </a:pPr>
            <a:r>
              <a:rPr lang="fr-FR" dirty="0" smtClean="0"/>
              <a:t>10-  DERRIERE LE VOILE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2-  OUI, J’ATTENDS PLUS QUE TOUT QUE TU VIENNNES 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to come in
3-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
4-  QUE TU OUVRES LA PORTE </a:t>
            </a:r>
          </a:p>
          <a:p>
            <a:pPr>
              <a:defRPr/>
            </a:pPr>
            <a:r>
              <a:rPr lang="fr-FR" dirty="0" smtClean="0"/>
              <a:t>      To open the </a:t>
            </a:r>
            <a:r>
              <a:rPr lang="fr-FR" dirty="0" err="1" smtClean="0"/>
              <a:t>door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5-  QUE TU VIENNES DERRIERE LE VOILE</a:t>
            </a:r>
          </a:p>
          <a:p>
            <a:pPr>
              <a:defRPr/>
            </a:pPr>
            <a:r>
              <a:rPr lang="fr-FR" dirty="0" smtClean="0"/>
              <a:t>      And come in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6-  JE T’INVITE PARMI NOUS JE T’INVITE PARMI NOUS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JE T’INVITE PARMI NOUS,  POUR QUE TU VIENNES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come in
8-  JE T’INVITE PARMI NOUS JE T’INVITE PARMI NOUS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
9-  QUE TU OUVRES LA PORTE, QUE TU VIENNES  </a:t>
            </a:r>
          </a:p>
          <a:p>
            <a:pPr>
              <a:defRPr/>
            </a:pPr>
            <a:r>
              <a:rPr lang="fr-FR" dirty="0" smtClean="0"/>
              <a:t>     To open the </a:t>
            </a:r>
            <a:r>
              <a:rPr lang="fr-FR" dirty="0" err="1" smtClean="0"/>
              <a:t>door</a:t>
            </a:r>
            <a:r>
              <a:rPr lang="fr-FR" dirty="0" smtClean="0"/>
              <a:t> and come in</a:t>
            </a:r>
          </a:p>
          <a:p>
            <a:pPr>
              <a:defRPr/>
            </a:pPr>
            <a:r>
              <a:rPr lang="fr-FR" dirty="0" smtClean="0"/>
              <a:t>10-  DERRIERE LE VOILE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T’INVITE PARMI NOUS,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T’INVITE PARMI NOUS JE T’INVITE PARMI NOUS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T’INVITE PARMI NOUS,  POUR QUE TU VIENNES </a:t>
            </a:r>
          </a:p>
          <a:p>
            <a:r>
              <a:rPr lang="fr-FR" smtClean="0"/>
              <a:t>     I am welcoming you to come in
8-  JE T’INVITE PARMI NOUS JE T’INVITE PARMI NOUS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dirty="0" smtClean="0"/>
              <a:t>     I am waiting for you, I am waiting for you</a:t>
            </a:r>
          </a:p>
          <a:p>
            <a:pPr>
              <a:defRPr/>
            </a:pPr>
            <a:r>
              <a:rPr lang="en-US" dirty="0" smtClean="0"/>
              <a:t> 2-  OUI, J’ATTENDS PLUS QUE TOUT QUE TU VIENNNES </a:t>
            </a:r>
          </a:p>
          <a:p>
            <a:pPr>
              <a:defRPr/>
            </a:pPr>
            <a:r>
              <a:rPr lang="en-US" dirty="0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dirty="0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dirty="0" smtClean="0"/>
              <a:t>      To open the door </a:t>
            </a:r>
          </a:p>
          <a:p>
            <a:pPr>
              <a:defRPr/>
            </a:pPr>
            <a:r>
              <a:rPr lang="en-US" dirty="0" smtClean="0"/>
              <a:t>5-  QUE TU VIENNES DERRIERE LE VOILE</a:t>
            </a:r>
          </a:p>
          <a:p>
            <a:pPr>
              <a:defRPr/>
            </a:pPr>
            <a:r>
              <a:rPr lang="en-US" dirty="0" smtClean="0"/>
              <a:t>      And come in beyond the veil</a:t>
            </a:r>
          </a:p>
          <a:p>
            <a:pPr>
              <a:defRPr/>
            </a:pPr>
            <a:r>
              <a:rPr lang="en-US" dirty="0" smtClean="0"/>
              <a:t> 
6-  JE T’INVITE PARMI NOUS JE T’INVITE PARMI NOUS</a:t>
            </a:r>
          </a:p>
          <a:p>
            <a:pPr>
              <a:defRPr/>
            </a:pPr>
            <a:r>
              <a:rPr lang="en-US" dirty="0" smtClean="0"/>
              <a:t>     I am welcoming you, I am welcoming you</a:t>
            </a:r>
          </a:p>
          <a:p>
            <a:pPr>
              <a:defRPr/>
            </a:pPr>
            <a:r>
              <a:rPr lang="en-US" dirty="0" smtClean="0"/>
              <a:t>7-  JE T’INVITE PARMI NOUS,  POUR QUE TU VIENNES </a:t>
            </a:r>
          </a:p>
          <a:p>
            <a:pPr>
              <a:defRPr/>
            </a:pPr>
            <a:r>
              <a:rPr lang="en-US" dirty="0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dirty="0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dirty="0" smtClean="0"/>
              <a:t>     To open the door and come in</a:t>
            </a:r>
          </a:p>
          <a:p>
            <a:pPr>
              <a:defRPr/>
            </a:pPr>
            <a:r>
              <a:rPr lang="en-US" dirty="0" smtClean="0"/>
              <a:t>10-  DERRIERE LE VOILE</a:t>
            </a:r>
          </a:p>
          <a:p>
            <a:pPr>
              <a:defRPr/>
            </a:pPr>
            <a:r>
              <a:rPr lang="en-US" dirty="0" smtClean="0"/>
              <a:t>      Beyond the veil</a:t>
            </a:r>
          </a:p>
          <a:p>
            <a:pPr>
              <a:defRPr/>
            </a:pPr>
            <a:r>
              <a:rPr lang="en-US" dirty="0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T’INVITE PARMI NOUS,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T’INVITE PARMI NOUS JE T’INVITE PARMI NOUS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T’INVITE PARMI NOUS JE T’INVITE PARMI NOUS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T’INVITE PARMI NOUS,  POUR QUE TU VIENNES </a:t>
            </a:r>
          </a:p>
          <a:p>
            <a:r>
              <a:rPr lang="en-US" smtClean="0"/>
              <a:t>     I am welcoming you to come in
8-  JE T’INVITE PARMI NOUS JE T’INVITE PARMI NOUS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527EB-0E3B-44EA-AE49-7A660EC38C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50693-7DC9-49A2-8135-0619044ABC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13751-7B6C-4C9F-BB3B-BCF6502C97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68E12-7EE9-47EC-95E0-F8875FC5CE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C8CB9-9438-4997-89A7-67A0630D74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118769-8FD9-4B01-9A3C-E40CEEAFE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9FE08C-E15E-4AF7-84A6-FD765E6594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E8125-3F94-4579-BAB3-C244732DB1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1ECD5-AC49-4DDC-9E3D-8460D44098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CBB6B-A029-4132-A77F-59AA6A758F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06A09-73E0-4D8A-A963-63A5D28D4F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8A7C25-29C8-4D0A-840A-6413A3DB12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J’ATTENDS PLUS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VIENNNES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OUVRES LA PORTE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VIENNES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DERRIERE LE VOILE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T’INVITE PARMI NOUS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T’INVITE PARMI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T’INVITE PARMI NOUS,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TU VIENNES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T’INVITE PARMI NOUS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T’INVITE PARMI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OUVRES LA PORTE,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TU VIENNES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DERRIERE LE VOILE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YOU,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 TO COME IN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OPEN THE DOOR AND COME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BEYOND THE VEIL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 TO COME IN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OPEN THE DOOR AND COME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BEYOND THE VEIL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1698</Words>
  <Application>Microsoft Office PowerPoint</Application>
  <PresentationFormat>On-screen Show (4:3)</PresentationFormat>
  <Paragraphs>644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140</cp:revision>
  <dcterms:created xsi:type="dcterms:W3CDTF">2002-08-17T10:50:50Z</dcterms:created>
  <dcterms:modified xsi:type="dcterms:W3CDTF">2015-02-07T22:10:50Z</dcterms:modified>
</cp:coreProperties>
</file>