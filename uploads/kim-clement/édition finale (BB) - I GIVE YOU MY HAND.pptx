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300" r:id="rId5"/>
    <p:sldId id="30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5" r:id="rId18"/>
    <p:sldId id="286" r:id="rId19"/>
    <p:sldId id="299" r:id="rId20"/>
    <p:sldId id="289" r:id="rId21"/>
    <p:sldId id="290" r:id="rId22"/>
    <p:sldId id="291" r:id="rId23"/>
    <p:sldId id="292" r:id="rId24"/>
    <p:sldId id="293" r:id="rId25"/>
    <p:sldId id="294" r:id="rId26"/>
    <p:sldId id="296" r:id="rId27"/>
    <p:sldId id="295" r:id="rId28"/>
    <p:sldId id="297" r:id="rId29"/>
    <p:sldId id="298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9430" autoAdjust="0"/>
    <p:restoredTop sz="91136" autoAdjust="0"/>
  </p:normalViewPr>
  <p:slideViewPr>
    <p:cSldViewPr>
      <p:cViewPr>
        <p:scale>
          <a:sx n="54" d="100"/>
          <a:sy n="54" d="100"/>
        </p:scale>
        <p:origin x="144" y="-4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A3242-29CD-4AB0-B087-38C084DDE0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81F7C-9022-4555-8471-1ADFBC0959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30FB9-B3CC-48E6-9D03-5567C28CD7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66C44-E2C0-47FF-BE27-3C2DEED63F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70B7B-DB28-40A4-B1AD-F425B659C3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231AE-9395-43A8-99C9-13C15084B3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039343-1A96-46D8-81A2-28BA08E3C3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7D049-A5B4-4559-AD28-68BEAE8305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FDA282-C13F-42E7-A55B-C31D28DDAD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EFD44-7A27-4C70-8D29-A84CF63858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6D3BC-B03D-47D0-ABB1-A1CE072440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fld id="{02F6B83E-7DD4-47EE-8243-5833B6C751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JE TE DONNE MES MAINS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TE DONNE MON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116013" y="-100013"/>
            <a:ext cx="6840537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TE DONNE MON CHANT 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JE T’OFFRE MA LOUANGE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C’EST TOUT CE QUE J’AI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TOUT CE QUE JE PEUX TE DONNER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1692275" y="-100013"/>
            <a:ext cx="5759450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DANS MA DOULEUR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1619250" y="-100013"/>
            <a:ext cx="5832475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J’OUVRE MES MAINS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J’OUVRE MON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755650" y="-100013"/>
            <a:ext cx="7561263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JE VAICRAI CES CRAINTES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QUI NONS ONT ÉLOIGNÉ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C’EST TOUT CE QUE J’AI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TOUT CE QUE JE PEUX TE DONNER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1908175" y="-100013"/>
            <a:ext cx="5327650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DANS MA DOULEUR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900113" y="-100013"/>
            <a:ext cx="7343775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LES MOTS QUE JE T’OFFRE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LE CHANT QUE JE CHANTE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-193675" y="-100013"/>
            <a:ext cx="9531350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SONT PLUS PRÉCIEUX QUE L’OR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CAR ILS VIENNENT DE MES LARMES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C’EST TOUT CE QUE J’AI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TOUT CE QUE JE PEUX TE DONNER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692275" y="-100013"/>
            <a:ext cx="5759450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DANS MA DOULEUR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900113" y="-100013"/>
            <a:ext cx="7343775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JE TE DONNE MA VIE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TE DONNE MON SOUFFLE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900113" y="-100013"/>
            <a:ext cx="7343775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MON ÂME A FAIT LE CHOIX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D’ÊTRE UN AVEC TOI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C’EST TOUT CE QUE J’AI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TOUT CE QUE JE PEUX TE DONNER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692275" y="-100013"/>
            <a:ext cx="5759450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DANS MA DOULEUR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1619250" y="-100013"/>
            <a:ext cx="5832475" cy="20256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946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I GIVE YOU MY HAND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I GIVE YOU MY HEART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619250" y="-100013"/>
            <a:ext cx="5832475" cy="20256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48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I GIVE YOU MY SONG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I GIVE YOU MY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152400" y="-100013"/>
            <a:ext cx="8766175" cy="2025651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150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IT’S ALL I HAVE, IT’S ALL I’VE GOT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GIVE TO YOU, IN MY PAIN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-468313" y="-100013"/>
            <a:ext cx="10007601" cy="2025651"/>
            <a:chOff x="-114" y="3249"/>
            <a:chExt cx="6078" cy="1071"/>
          </a:xfrm>
        </p:grpSpPr>
        <p:sp>
          <p:nvSpPr>
            <p:cNvPr id="2253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253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253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I OPEN MY HANDS, I OPEN MY HEART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I SURRENDER THESE FEARS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827088" y="-100013"/>
            <a:ext cx="7416800" cy="2025651"/>
            <a:chOff x="-114" y="3249"/>
            <a:chExt cx="6078" cy="1071"/>
          </a:xfrm>
        </p:grpSpPr>
        <p:sp>
          <p:nvSpPr>
            <p:cNvPr id="2355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356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355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THAT HAVE TORN US APART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0" y="-100013"/>
            <a:ext cx="9070975" cy="2025651"/>
            <a:chOff x="-114" y="3249"/>
            <a:chExt cx="6078" cy="1071"/>
          </a:xfrm>
        </p:grpSpPr>
        <p:sp>
          <p:nvSpPr>
            <p:cNvPr id="2458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458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458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IT’S ALL I HAVE, IT’S ALL I’VE GOT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GIVE TO YOU, IN MY PAIN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1042988" y="-100013"/>
            <a:ext cx="6985000" cy="2025651"/>
            <a:chOff x="-114" y="3249"/>
            <a:chExt cx="6078" cy="1071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560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THE WORDS THAT I BRING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THE SONG THAT I 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0" y="-100013"/>
            <a:ext cx="9070975" cy="2025651"/>
            <a:chOff x="-114" y="3249"/>
            <a:chExt cx="6078" cy="1071"/>
          </a:xfrm>
        </p:grpSpPr>
        <p:sp>
          <p:nvSpPr>
            <p:cNvPr id="2662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662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MORE PRECIOUS THAN GOLD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FOR THEY COME WITH MY TEARS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0" y="-100013"/>
            <a:ext cx="9070975" cy="2025651"/>
            <a:chOff x="-114" y="3249"/>
            <a:chExt cx="6078" cy="1071"/>
          </a:xfrm>
        </p:grpSpPr>
        <p:sp>
          <p:nvSpPr>
            <p:cNvPr id="276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76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76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IT’S ALL I HAVE, IT’S ALL I’VE GOT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GIVE TO YOU, IN MY PAIN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1908175" y="-100013"/>
            <a:ext cx="5256213" cy="2025651"/>
            <a:chOff x="-114" y="3249"/>
            <a:chExt cx="6078" cy="1071"/>
          </a:xfrm>
        </p:grpSpPr>
        <p:sp>
          <p:nvSpPr>
            <p:cNvPr id="286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86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I GIVE YOU MY LIFE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I GIVE YOU BREATH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611188" y="-100013"/>
            <a:ext cx="7848600" cy="2025651"/>
            <a:chOff x="-114" y="3249"/>
            <a:chExt cx="6078" cy="1071"/>
          </a:xfrm>
        </p:grpSpPr>
        <p:sp>
          <p:nvSpPr>
            <p:cNvPr id="297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97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97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MY SOUL MADE THIS CHOICE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BE ONE WITH YOUR VOICE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-612775" y="-100013"/>
            <a:ext cx="10296525" cy="2025651"/>
            <a:chOff x="-114" y="3249"/>
            <a:chExt cx="6078" cy="1071"/>
          </a:xfrm>
        </p:grpSpPr>
        <p:sp>
          <p:nvSpPr>
            <p:cNvPr id="307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smtClean="0">
                <a:solidFill>
                  <a:schemeClr val="bg1"/>
                </a:solidFill>
              </a:rPr>
              <a:t>YOU’RE ALL I HAVE, YOU’RE ALL I’VE GOT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I CLING TO YOU, IN MY PAIN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148</Words>
  <Application>Microsoft Office PowerPoint</Application>
  <PresentationFormat>On-screen Show (4:3)</PresentationFormat>
  <Paragraphs>29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Franklin Gothic Medium</vt:lpstr>
      <vt:lpstr>Arial</vt:lpstr>
      <vt:lpstr>Calibri</vt:lpstr>
      <vt:lpstr>Default Design</vt:lpstr>
      <vt:lpstr>JE TE DONNE MES MAINS  JE TE DONNE MON CŒUR </vt:lpstr>
      <vt:lpstr> JE TE DONNE MON CHANT  </vt:lpstr>
      <vt:lpstr>JE T’OFFRE MA LOUANGE </vt:lpstr>
      <vt:lpstr>C’EST TOUT CE QUE J’AI  TOUT CE QUE JE PEUX TE DONNER </vt:lpstr>
      <vt:lpstr>DANS MA DOULEUR</vt:lpstr>
      <vt:lpstr>J’OUVRE MES MAINS  J’OUVRE MON CŒUR </vt:lpstr>
      <vt:lpstr>JE VAICRAI CES CRAINTES QUI NONS ONT ÉLOIGNÉ</vt:lpstr>
      <vt:lpstr>C’EST TOUT CE QUE J’AI TOUT CE QUE JE PEUX TE DONNER </vt:lpstr>
      <vt:lpstr>DANS MA DOULEUR </vt:lpstr>
      <vt:lpstr>LES MOTS QUE JE T’OFFRE LE CHANT QUE JE CHANTE </vt:lpstr>
      <vt:lpstr>SONT PLUS PRÉCIEUX QUE L’OR CAR ILS VIENNENT DE MES LARMES </vt:lpstr>
      <vt:lpstr>C’EST TOUT CE QUE J’AI  TOUT CE QUE JE PEUX TE DONNER </vt:lpstr>
      <vt:lpstr>DANS MA DOULEUR</vt:lpstr>
      <vt:lpstr>JE TE DONNE MA VIE  JE TE DONNE MON SOUFFLE</vt:lpstr>
      <vt:lpstr>MON ÂME A FAIT LE CHOIX D’ÊTRE UN AVEC TOI </vt:lpstr>
      <vt:lpstr>C’EST TOUT CE QUE J’AI TOUT CE QUE JE PEUX TE DONNER</vt:lpstr>
      <vt:lpstr>DANS MA DOULEUR</vt:lpstr>
      <vt:lpstr>I GIVE YOU MY HAND I GIVE YOU MY HEART</vt:lpstr>
      <vt:lpstr>I GIVE YOU MY SONG I GIVE YOU MY PRAISE</vt:lpstr>
      <vt:lpstr>IT’S ALL I HAVE, IT’S ALL I’VE GOT TO GIVE TO YOU, IN MY PAIN</vt:lpstr>
      <vt:lpstr>I OPEN MY HANDS, I OPEN MY HEART I SURRENDER THESE FEARS</vt:lpstr>
      <vt:lpstr>THAT HAVE TORN US APART</vt:lpstr>
      <vt:lpstr>IT’S ALL I HAVE, IT’S ALL I’VE GOT TO GIVE TO YOU, IN MY PAIN</vt:lpstr>
      <vt:lpstr>THE WORDS THAT I BRING THE SONG THAT I SING</vt:lpstr>
      <vt:lpstr>MORE PRECIOUS THAN GOLD FOR THEY COME WITH MY TEARS</vt:lpstr>
      <vt:lpstr>IT’S ALL I HAVE, IT’S ALL I’VE GOT TO GIVE TO YOU, IN MY PAIN</vt:lpstr>
      <vt:lpstr>I GIVE YOU MY LIFE I GIVE YOU BREATH</vt:lpstr>
      <vt:lpstr>MY SOUL MADE THIS CHOICE TO BE ONE WITH YOUR VOICE</vt:lpstr>
      <vt:lpstr>YOU’RE ALL I HAVE, YOU’RE ALL I’VE GOT I CLING TO YOU, IN MY PAIN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79</cp:revision>
  <dcterms:created xsi:type="dcterms:W3CDTF">2002-08-17T10:50:50Z</dcterms:created>
  <dcterms:modified xsi:type="dcterms:W3CDTF">2011-01-29T14:20:01Z</dcterms:modified>
</cp:coreProperties>
</file>