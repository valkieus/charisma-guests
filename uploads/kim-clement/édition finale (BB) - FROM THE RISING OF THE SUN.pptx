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theme/themeOverride21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heme/themeOverride19.xml" ContentType="application/vnd.openxmlformats-officedocument.themeOverride+xml"/>
  <Override PartName="/ppt/slideLayouts/slideLayout10.xml" ContentType="application/vnd.openxmlformats-officedocument.presentationml.slideLayout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Override8.xml" ContentType="application/vnd.openxmlformats-officedocument.themeOverride+xml"/>
  <Override PartName="/ppt/theme/themeOverride11.xml" ContentType="application/vnd.openxmlformats-officedocument.themeOverride+xml"/>
  <Override PartName="/ppt/theme/themeOverride20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2" r:id="rId3"/>
    <p:sldId id="273" r:id="rId4"/>
    <p:sldId id="284" r:id="rId5"/>
    <p:sldId id="274" r:id="rId6"/>
    <p:sldId id="275" r:id="rId7"/>
    <p:sldId id="276" r:id="rId8"/>
    <p:sldId id="280" r:id="rId9"/>
    <p:sldId id="278" r:id="rId10"/>
    <p:sldId id="285" r:id="rId11"/>
    <p:sldId id="279" r:id="rId12"/>
    <p:sldId id="277" r:id="rId13"/>
    <p:sldId id="282" r:id="rId14"/>
    <p:sldId id="283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 varScale="1">
        <p:scale>
          <a:sx n="48" d="100"/>
          <a:sy n="48" d="100"/>
        </p:scale>
        <p:origin x="-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85196-2002-4F57-98C9-0BF72410CC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5598F-888B-4F76-82B7-DA10A3B3E6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A8836-6432-4221-BEAD-7A8332DF3F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4E1B9-2FA5-40D7-B530-465A7D472A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0801B-23FF-4768-AEE5-E7ED122299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8AE45-B637-4454-AECB-5091F16CFA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31374-35F4-4D82-BA24-1C55B94BDC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EA8AC-BEA1-4F9C-AEAD-8338F4F1AB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E512A-5662-4423-9652-030340C8D2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44252-A902-4B94-9A70-9B2F1EEB83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8FD12-5CF9-428B-A44D-4CBFE9E0A9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5D0BE68-12E5-43B2-BB6C-16CDB831AE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755650" y="-100013"/>
            <a:ext cx="7681913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NE VEUX PAS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QUE TU T’ÉLOIGNES DE MOI</a:t>
            </a:r>
            <a:endParaRPr lang="fr-FR" sz="4000" kern="1200" dirty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428625" y="-100013"/>
            <a:ext cx="833596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T’AI CONSTRUIT UN AUTEL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755650" y="-100013"/>
            <a:ext cx="7681913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NE VEUX PAS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QUE TU T’ÉLOIGNES DE MOI</a:t>
            </a:r>
            <a:endParaRPr lang="fr-FR" sz="4000" kern="1200" dirty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96838" y="-100013"/>
            <a:ext cx="9386888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T’AI CONSTRUIT UNE MONTAGNE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330200" y="-100013"/>
            <a:ext cx="9853613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1430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VEUX-TU Y DEMEURER AVEC MOI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603250" y="-100013"/>
            <a:ext cx="7986713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260350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J’AI TELLEMENT BESOIN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QUE TU RESTES AVEC MOI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206500" y="-100013"/>
            <a:ext cx="6780213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DU LEVER DU SOLEIL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JUSQU’À SON COUCHER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711325" y="-100013"/>
            <a:ext cx="5768975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TE LOUERAI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895350" y="-100013"/>
            <a:ext cx="7402513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260350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J’AI TELLEMENT BESOIN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b="1" dirty="0" smtClean="0"/>
              <a:t> </a:t>
            </a: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D’AVOIR TA PRÉSENCE </a:t>
            </a:r>
            <a:r>
              <a:rPr lang="fr-FR" sz="4000" dirty="0" smtClean="0"/>
              <a:t/>
            </a:r>
            <a:br>
              <a:rPr lang="fr-FR" sz="4000" dirty="0" smtClean="0"/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311150" y="-100013"/>
            <a:ext cx="8570913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874713" y="260350"/>
            <a:ext cx="7280275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b="1" dirty="0" smtClean="0"/>
              <a:t> </a:t>
            </a:r>
            <a:br>
              <a:rPr lang="fr-FR" sz="4000" b="1" dirty="0" smtClean="0"/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DE T’AVOIR TOUT PRÈS DE MOI 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dirty="0" smtClean="0"/>
              <a:t/>
            </a:r>
            <a:br>
              <a:rPr lang="fr-FR" sz="4000" dirty="0" smtClean="0"/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206500" y="-100013"/>
            <a:ext cx="6780213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DU LEVER DU SOLEIL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JUSQU’À SON COUCHER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485775" y="-100013"/>
            <a:ext cx="8221663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TE LOUERAI</a:t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JE LOUERAI TON SAINT NOM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206500" y="-100013"/>
            <a:ext cx="6780213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DU LEVER DU SOLEIL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JUSQU’À SON COUCHER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485775" y="-100013"/>
            <a:ext cx="8221663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JE TE LOUERAI</a:t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JE LOUERAI TON SAINT NOM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855663" y="-100013"/>
            <a:ext cx="7481887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 NEVER WANT YOU 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GO AWAY FROM ME</a:t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855663" y="-100013"/>
            <a:ext cx="7481887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I’VE BUILT YOU AN ALTAR</a:t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855663" y="-100013"/>
            <a:ext cx="7481887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 NEVER WANT YOU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GO AWAY FROM 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485775" y="-100013"/>
            <a:ext cx="8221663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I’VE BUILT YOU A MOUNTAIN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485775" y="-100013"/>
            <a:ext cx="8221663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WON’T YOU LIVE WITH 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WON’T YOU LIVE WITH 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485775" y="-100013"/>
            <a:ext cx="8221663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I’M SO DESPERATE 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HAVE YOU STAY WITH ME</a:t>
            </a: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39688" y="-100013"/>
            <a:ext cx="9113837" cy="2025651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THAT I WILL PRAISE YOUR NAME</a:t>
            </a: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-311150" y="-100013"/>
            <a:ext cx="9815513" cy="2025651"/>
            <a:chOff x="-114" y="3249"/>
            <a:chExt cx="6078" cy="1071"/>
          </a:xfrm>
        </p:grpSpPr>
        <p:sp>
          <p:nvSpPr>
            <p:cNvPr id="2355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5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356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56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FROM THE RISING OF THE SUN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THE GOING DOWN OF THE SAME 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/>
          <p:cNvGrpSpPr>
            <a:grpSpLocks/>
          </p:cNvGrpSpPr>
          <p:nvPr/>
        </p:nvGrpSpPr>
        <p:grpSpPr bwMode="auto">
          <a:xfrm>
            <a:off x="1595438" y="-100013"/>
            <a:ext cx="6002337" cy="2025651"/>
            <a:chOff x="-114" y="3249"/>
            <a:chExt cx="6078" cy="1071"/>
          </a:xfrm>
        </p:grpSpPr>
        <p:sp>
          <p:nvSpPr>
            <p:cNvPr id="2458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458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58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r>
              <a:rPr lang="en-US" sz="4000" dirty="0" smtClean="0">
                <a:solidFill>
                  <a:schemeClr val="bg1"/>
                </a:solidFill>
              </a:rPr>
              <a:t>I WILL PRAISE YOU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874713" y="-100013"/>
            <a:ext cx="7442200" cy="2025651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 </a:t>
            </a:r>
            <a:r>
              <a:rPr lang="en-US" sz="4000" dirty="0" smtClean="0">
                <a:solidFill>
                  <a:schemeClr val="bg1"/>
                </a:solidFill>
              </a:rPr>
              <a:t>I’M SO DESPERATE 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HAVE YOUR PRESENCE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214313" y="-100013"/>
            <a:ext cx="8764587" cy="2025651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HAVE YOU CLOSE TO 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FROM THE RISING OF THE SUN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-388938" y="-100013"/>
            <a:ext cx="9971088" cy="2025651"/>
            <a:chOff x="-114" y="3249"/>
            <a:chExt cx="6078" cy="1071"/>
          </a:xfrm>
        </p:grpSpPr>
        <p:sp>
          <p:nvSpPr>
            <p:cNvPr id="276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76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6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260350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THE GOING DOWN OF THE SAME  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681038" y="-100013"/>
            <a:ext cx="7831137" cy="2025651"/>
            <a:chOff x="-114" y="3249"/>
            <a:chExt cx="6078" cy="1071"/>
          </a:xfrm>
        </p:grpSpPr>
        <p:sp>
          <p:nvSpPr>
            <p:cNvPr id="286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6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86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 WILL PRAISE YOU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I WILL PRAISE YOUR NAME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-369888" y="-100013"/>
            <a:ext cx="9932988" cy="2025651"/>
            <a:chOff x="-114" y="3249"/>
            <a:chExt cx="6078" cy="1071"/>
          </a:xfrm>
        </p:grpSpPr>
        <p:sp>
          <p:nvSpPr>
            <p:cNvPr id="297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FROM THE RISING OF THE SUN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TO THE GOING DOWN OF THE SAME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>
            <a:grpSpLocks/>
          </p:cNvGrpSpPr>
          <p:nvPr/>
        </p:nvGrpSpPr>
        <p:grpSpPr bwMode="auto">
          <a:xfrm>
            <a:off x="544513" y="-100013"/>
            <a:ext cx="7988300" cy="2025651"/>
            <a:chOff x="-114" y="3249"/>
            <a:chExt cx="6078" cy="1071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7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681038" y="369888"/>
            <a:ext cx="7815262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136525" y="319088"/>
            <a:ext cx="930275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/>
            </a:r>
            <a:br>
              <a:rPr lang="en-US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en-US" sz="4000" dirty="0" smtClean="0">
                <a:solidFill>
                  <a:schemeClr val="bg1"/>
                </a:solidFill>
              </a:rPr>
              <a:t>I WILL PRAISE YOU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>I WILL PRAISE YOUR NAME</a:t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fr-FR" sz="4000" dirty="0" smtClean="0">
                <a:solidFill>
                  <a:schemeClr val="bg1"/>
                </a:solidFill>
              </a:rPr>
              <a:t/>
            </a:r>
            <a:br>
              <a:rPr lang="fr-FR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bg1"/>
                </a:solidFill>
              </a:rPr>
              <a:t/>
            </a:r>
            <a:br>
              <a:rPr lang="en-US" sz="4000" dirty="0" smtClean="0">
                <a:solidFill>
                  <a:schemeClr val="bg1"/>
                </a:solidFill>
              </a:rPr>
            </a:b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9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0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4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5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41</Words>
  <Application>Microsoft PowerPoint</Application>
  <PresentationFormat>On-screen Show (4:3)</PresentationFormat>
  <Paragraphs>29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Franklin Gothic Medium</vt:lpstr>
      <vt:lpstr>Arial</vt:lpstr>
      <vt:lpstr>Calibri</vt:lpstr>
      <vt:lpstr>ＭＳ Ｐゴシック</vt:lpstr>
      <vt:lpstr>Default Design</vt:lpstr>
      <vt:lpstr>JE NE VEUX PAS  QUE TU T’ÉLOIGNES DE MOI</vt:lpstr>
      <vt:lpstr>JE T’AI CONSTRUIT UN AUTEL </vt:lpstr>
      <vt:lpstr>JE NE VEUX PAS  QUE TU T’ÉLOIGNES DE MOI</vt:lpstr>
      <vt:lpstr>JE T’AI CONSTRUIT UNE MONTAGNE </vt:lpstr>
      <vt:lpstr>VEUX-TU Y DEMEURER AVEC MOI </vt:lpstr>
      <vt:lpstr>J’AI TELLEMENT BESOIN  QUE TU RESTES AVEC MOI </vt:lpstr>
      <vt:lpstr>DU LEVER DU SOLEIL JUSQU’À SON COUCHER </vt:lpstr>
      <vt:lpstr>JE TE LOUERAI</vt:lpstr>
      <vt:lpstr> J’AI TELLEMENT BESOIN   D’AVOIR TA PRÉSENCE  </vt:lpstr>
      <vt:lpstr>   DE T’AVOIR TOUT PRÈS DE MOI   </vt:lpstr>
      <vt:lpstr>DU LEVER DU SOLEIL JUSQU’À SON COUCHER </vt:lpstr>
      <vt:lpstr> JE TE LOUERAI  JE LOUERAI TON SAINT NOM </vt:lpstr>
      <vt:lpstr>DU LEVER DU SOLEIL JUSQU’À SON COUCHER </vt:lpstr>
      <vt:lpstr> JE TE LOUERAI  JE LOUERAI TON SAINT NOM </vt:lpstr>
      <vt:lpstr> I NEVER WANT YOU  TO GO AWAY FROM ME </vt:lpstr>
      <vt:lpstr> I’VE BUILT YOU AN ALTAR </vt:lpstr>
      <vt:lpstr>  I NEVER WANT YOU TO GO AWAY FROM ME  </vt:lpstr>
      <vt:lpstr>   I’VE BUILT YOU A MOUNTAIN   </vt:lpstr>
      <vt:lpstr>    WON’T YOU LIVE WITH ME WON’T YOU LIVE WITH ME    </vt:lpstr>
      <vt:lpstr>    I’M SO DESPERATE  TO HAVE YOU STAY WITH ME    </vt:lpstr>
      <vt:lpstr>    THAT I WILL PRAISE YOUR NAME    </vt:lpstr>
      <vt:lpstr>     FROM THE RISING OF THE SUN TO THE GOING DOWN OF THE SAME      </vt:lpstr>
      <vt:lpstr>      I WILL PRAISE YOU     </vt:lpstr>
      <vt:lpstr>      I’M SO DESPERATE  TO HAVE YOUR PRESENCE     </vt:lpstr>
      <vt:lpstr>     TO HAVE YOU CLOSE TO ME FROM THE RISING OF THE SUN     </vt:lpstr>
      <vt:lpstr>     TO THE GOING DOWN OF THE SAME       </vt:lpstr>
      <vt:lpstr>     I WILL PRAISE YOU I WILL PRAISE YOUR NAME     </vt:lpstr>
      <vt:lpstr>     FROM THE RISING OF THE SUN TO THE GOING DOWN OF THE SAME     </vt:lpstr>
      <vt:lpstr>     I WILL PRAISE YOU I WILL PRAISE YOUR NAME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72</cp:revision>
  <dcterms:created xsi:type="dcterms:W3CDTF">2002-08-17T10:50:50Z</dcterms:created>
  <dcterms:modified xsi:type="dcterms:W3CDTF">2010-11-14T08:11:55Z</dcterms:modified>
</cp:coreProperties>
</file>