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66" r:id="rId5"/>
    <p:sldId id="267" r:id="rId6"/>
    <p:sldId id="263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2E07E-8D73-4B4B-949F-D24AF314E8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239C7-F061-420A-9D71-1CC8CBA90F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477DB-834F-4E16-8F7F-3B2DD72097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8BC32-0285-4A0C-8DFF-0BDE7D40A9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3C8E9-12B0-4DC2-89B5-7134CFC87E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045D2-E8CE-47D6-B3CD-3027FC0D79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DBD4C-5D3F-4EC6-9D5E-25584216C7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0E368-2120-4EF4-8091-990D53F814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8EC12-20CB-4F2D-AE66-348DA8AB91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FDD2B-885B-4963-903D-944232C82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27CA73-E9D1-4435-83A6-A6D0999C65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C38E7F7-36DC-40B0-ADFF-2FDA27041D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ME PROSTERNE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DEVANT LE SEUL DIEU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ME PROSTERNE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DEVANT LE SEIGNEUR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ME PROSTERNE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DEVANT L’ÉTERNEL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ME PROSTERNE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DEVANT LE SEIGNEUR 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CŒUR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EST PRÊT À T’ÉCOUTER,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CŒUR EST OUVERT À TA VOIX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ÉMERVEILLÉ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PAR TA DOUCE FRAGRANCE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DERRIÈRE LE VOILE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 SAINTE PRÉSENCE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M’AVANCE AVEC IMPATIENCE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ME PROSTERNE DEVANT TOI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MAINS LEVÉES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M’ATTENDS À TOI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MAINS LEVÉES VERS TOI SEIGNEUR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CŒUR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EST PLEIN D’UNE PURE ÉMOTION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CŒUR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EST PLEIN DE TA GRÂCE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LÈVE MES MAINS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JE M’ATTENDS À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LÈVE MES MAINS À TOI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BOW MY KNEE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THE ONLY GOD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BOW MY KNEE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THE LORD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BOW MY KNEE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ETERNAL GOD (JEHOVAH)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BOW MY KNEE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HEART IS OPEN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LISTEN TO YOU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HEART IS OPEN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YOUR VOICE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STAND AMAZED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AS I SENSE YOUR FRAGRANCE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AWARE OF LIFE BEYOND THE VEIL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TAKE THE STEP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WITH ANTICIPATION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BOW MY KNEE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YOU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HANDS ARE RAISED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IN ANTICIPATION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HANDS ARE RAISED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YOU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HEART IS FILLED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WITH A PURE SENSATION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MY HEART IS FILLED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WITH YOUR GRACE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RAISE MY HANDS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IN ANTICIPATION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 RAISE MY HANDS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 YOU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219</Words>
  <Application>Microsoft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69</cp:revision>
  <dcterms:created xsi:type="dcterms:W3CDTF">2002-08-17T10:50:50Z</dcterms:created>
  <dcterms:modified xsi:type="dcterms:W3CDTF">2010-11-14T02:48:01Z</dcterms:modified>
</cp:coreProperties>
</file>