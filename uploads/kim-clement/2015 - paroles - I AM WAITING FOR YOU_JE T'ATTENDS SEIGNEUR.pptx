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70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283" r:id="rId15"/>
    <p:sldId id="284" r:id="rId16"/>
    <p:sldId id="285" r:id="rId17"/>
    <p:sldId id="286" r:id="rId18"/>
    <p:sldId id="287" r:id="rId19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00" autoAdjust="0"/>
    <p:restoredTop sz="59677" autoAdjust="0"/>
  </p:normalViewPr>
  <p:slideViewPr>
    <p:cSldViewPr>
      <p:cViewPr>
        <p:scale>
          <a:sx n="40" d="100"/>
          <a:sy n="40" d="100"/>
        </p:scale>
        <p:origin x="-120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D2C26842-2477-4CAA-A03A-196DA59633FD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7B541ED-C494-4883-8DE8-6CCA6F33BE04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T’ATTENDS PLUS QUE TOUT JE T’ATTENDS PLUS QUE TOUT</a:t>
            </a:r>
          </a:p>
          <a:p>
            <a:pPr>
              <a:defRPr/>
            </a:pPr>
            <a:r>
              <a:rPr lang="fr-FR" smtClean="0"/>
              <a:t>     I am waiting for you, I am waiting for you</a:t>
            </a:r>
          </a:p>
          <a:p>
            <a:pPr>
              <a:defRPr/>
            </a:pPr>
            <a:r>
              <a:rPr lang="fr-FR" smtClean="0"/>
              <a:t> 2-  OUI, J’ATTENDS PLUS QUE TOUT QUE TU VIENNNES </a:t>
            </a:r>
          </a:p>
          <a:p>
            <a:pPr>
              <a:defRPr/>
            </a:pPr>
            <a:r>
              <a:rPr lang="fr-FR" smtClean="0"/>
              <a:t>      I am waiting for you to come in
3-  JE T’ATTENDS PLUS QUE TOUT JE T’ATTENDS PLUS QUE TOUT</a:t>
            </a:r>
          </a:p>
          <a:p>
            <a:pPr>
              <a:defRPr/>
            </a:pPr>
            <a:r>
              <a:rPr lang="fr-FR" smtClean="0"/>
              <a:t>      I am waiting for you, I am waiting for you
4-  QUE TU OUVRES LA PORTE </a:t>
            </a:r>
          </a:p>
          <a:p>
            <a:pPr>
              <a:defRPr/>
            </a:pPr>
            <a:r>
              <a:rPr lang="fr-FR" smtClean="0"/>
              <a:t>      To open the door </a:t>
            </a:r>
          </a:p>
          <a:p>
            <a:pPr>
              <a:defRPr/>
            </a:pPr>
            <a:r>
              <a:rPr lang="fr-FR" smtClean="0"/>
              <a:t>5-  QUE TU VIENNES DERRIERE LE VOILE</a:t>
            </a:r>
          </a:p>
          <a:p>
            <a:pPr>
              <a:defRPr/>
            </a:pPr>
            <a:r>
              <a:rPr lang="fr-FR" smtClean="0"/>
              <a:t>      And come in beyond the veil</a:t>
            </a:r>
          </a:p>
          <a:p>
            <a:pPr>
              <a:defRPr/>
            </a:pPr>
            <a:r>
              <a:rPr lang="fr-FR" smtClean="0"/>
              <a:t> 
6-  JE T’ACCUEILLE MON SEIGNEUR JE T’ACCUEILLE MON SEIGNEUR</a:t>
            </a:r>
          </a:p>
          <a:p>
            <a:pPr>
              <a:defRPr/>
            </a:pPr>
            <a:r>
              <a:rPr lang="fr-FR" smtClean="0"/>
              <a:t>     I am welcoming you, I am welcoming you</a:t>
            </a:r>
          </a:p>
          <a:p>
            <a:pPr>
              <a:defRPr/>
            </a:pPr>
            <a:r>
              <a:rPr lang="fr-FR" smtClean="0"/>
              <a:t>7-  JE T’ACCUEILLE MON SEIGNEUR,  POUR QUE TU VIENNES </a:t>
            </a:r>
          </a:p>
          <a:p>
            <a:pPr>
              <a:defRPr/>
            </a:pPr>
            <a:r>
              <a:rPr lang="fr-FR" smtClean="0"/>
              <a:t>     I am welcoming you to come in
8-  JE T’ACCUEILLE MON SEIGNEUR JE T’ACCUEILLE MON SEIGNEUR</a:t>
            </a:r>
          </a:p>
          <a:p>
            <a:pPr>
              <a:defRPr/>
            </a:pPr>
            <a:r>
              <a:rPr lang="fr-FR" smtClean="0"/>
              <a:t>     I am welcoming you, I am welcoming you 
9-  QUE TU OUVRES LA PORTE, QUE TU VIENNES  </a:t>
            </a:r>
          </a:p>
          <a:p>
            <a:pPr>
              <a:defRPr/>
            </a:pPr>
            <a:r>
              <a:rPr lang="fr-FR" smtClean="0"/>
              <a:t>     To open the door and come in</a:t>
            </a:r>
          </a:p>
          <a:p>
            <a:pPr>
              <a:defRPr/>
            </a:pPr>
            <a:r>
              <a:rPr lang="fr-FR" smtClean="0"/>
              <a:t>10-  DERRIERE LE VOILE</a:t>
            </a:r>
          </a:p>
          <a:p>
            <a:pPr>
              <a:defRPr/>
            </a:pPr>
            <a:r>
              <a:rPr lang="fr-FR" smtClean="0"/>
              <a:t>      Beyond the veil</a:t>
            </a:r>
          </a:p>
          <a:p>
            <a:pPr>
              <a:defRPr/>
            </a:pPr>
            <a:r>
              <a:rPr lang="fr-FR" smtClean="0"/>
              <a:t> 
11-  I AM WAITING FOR YOU, I AM WAITING FOR YOU   
12-  I AM WAITING FOR YOU TO COME IN I AM WAITING FOR YOU 
13-  I AM WAITING FOR YOU TO OPEN THE DOOR AND COME IN 
14-  BEYOND THE VEIL 
15-  I AM WELCOMING YOU I AM WELCOMING YOU 
16-  I AM WELCOMING YOU TO COME IN I AM WELCOMING YOU 
17-  I AM WELCOMING YOU TO OPEN THE DOOR AND COME IN 
18-  BEYOND THE VEIL 
</a:t>
            </a:r>
            <a:endParaRPr lang="fr-FR" dirty="0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T’ATTENDS PLUS QUE TOUT JE T’ATTENDS PLUS QUE TOUT</a:t>
            </a:r>
          </a:p>
          <a:p>
            <a:r>
              <a:rPr lang="fr-FR" smtClean="0"/>
              <a:t>     I am waiting for you, I am waiting for you</a:t>
            </a:r>
          </a:p>
          <a:p>
            <a:r>
              <a:rPr lang="fr-FR" smtClean="0"/>
              <a:t> 2-  OUI, J’ATTENDS PLUS QUE TOUT QUE TU VIENNNES </a:t>
            </a:r>
          </a:p>
          <a:p>
            <a:r>
              <a:rPr lang="fr-FR" smtClean="0"/>
              <a:t>      I am waiting for you to come in
3-  JE T’ATTENDS PLUS QUE TOUT JE T’ATTENDS PLUS QUE TOUT</a:t>
            </a:r>
          </a:p>
          <a:p>
            <a:r>
              <a:rPr lang="fr-FR" smtClean="0"/>
              <a:t>      I am waiting for you, I am waiting for you
4-  QUE TU OUVRES LA PORTE </a:t>
            </a:r>
          </a:p>
          <a:p>
            <a:r>
              <a:rPr lang="fr-FR" smtClean="0"/>
              <a:t>      To open the door </a:t>
            </a:r>
          </a:p>
          <a:p>
            <a:r>
              <a:rPr lang="fr-FR" smtClean="0"/>
              <a:t>5-  QUE TU VIENNES DERRIERE LE VOILE</a:t>
            </a:r>
          </a:p>
          <a:p>
            <a:r>
              <a:rPr lang="fr-FR" smtClean="0"/>
              <a:t>      And come in beyond the veil</a:t>
            </a:r>
          </a:p>
          <a:p>
            <a:r>
              <a:rPr lang="fr-FR" smtClean="0"/>
              <a:t> 
6-  JE T’ACCUEILLE MON SEIGNEUR JE T’ACCUEILLE MON SEIGNEUR</a:t>
            </a:r>
          </a:p>
          <a:p>
            <a:r>
              <a:rPr lang="fr-FR" smtClean="0"/>
              <a:t>     I am welcoming you, I am welcoming you</a:t>
            </a:r>
          </a:p>
          <a:p>
            <a:r>
              <a:rPr lang="fr-FR" smtClean="0"/>
              <a:t>7-  JE T’ACCUEILLE MON SEIGNEUR,  POUR QUE TU VIENNES </a:t>
            </a:r>
          </a:p>
          <a:p>
            <a:r>
              <a:rPr lang="fr-FR" smtClean="0"/>
              <a:t>     I am welcoming you to come in
8-  JE T’ACCUEILLE MON SEIGNEUR JE T’ACCUEILLE MON SEIGNEUR</a:t>
            </a:r>
          </a:p>
          <a:p>
            <a:r>
              <a:rPr lang="fr-FR" smtClean="0"/>
              <a:t>     I am welcoming you, I am welcoming you 
9-  QUE TU OUVRES LA PORTE, QUE TU VIENNES  </a:t>
            </a:r>
          </a:p>
          <a:p>
            <a:r>
              <a:rPr lang="fr-FR" smtClean="0"/>
              <a:t>     To open the door and come in</a:t>
            </a:r>
          </a:p>
          <a:p>
            <a:r>
              <a:rPr lang="fr-FR" smtClean="0"/>
              <a:t>10-  DERRIERE LE VOILE</a:t>
            </a:r>
          </a:p>
          <a:p>
            <a:r>
              <a:rPr lang="fr-FR" smtClean="0"/>
              <a:t>      Beyond the veil</a:t>
            </a:r>
          </a:p>
          <a:p>
            <a:r>
              <a:rPr lang="fr-FR" smtClean="0"/>
              <a:t> 
11-  I AM WAITING FOR YOU, I AM WAITING FOR YOU   
12-  I AM WAITING FOR YOU TO COME IN I AM WAITING FOR YOU 
13-  I AM WAITING FOR YOU TO OPEN THE DOOR AND COME IN 
14-  BEYOND THE VEIL 
15-  I AM WELCOMING YOU I AM WELCOMING YOU 
16-  I AM WELCOMING YOU TO COME IN I AM WELCOMING YOU 
17-  I AM WELCOMING YOU TO OPEN THE DOOR AND COME IN 
18-  BEYOND THE VEIL 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T’ATTENDS PLUS QUE TOUT JE T’ATTENDS PLUS QUE TOUT</a:t>
            </a:r>
          </a:p>
          <a:p>
            <a:pPr>
              <a:defRPr/>
            </a:pPr>
            <a:r>
              <a:rPr lang="fr-FR" smtClean="0"/>
              <a:t>     I am waiting for you, I am waiting for you</a:t>
            </a:r>
          </a:p>
          <a:p>
            <a:pPr>
              <a:defRPr/>
            </a:pPr>
            <a:r>
              <a:rPr lang="fr-FR" smtClean="0"/>
              <a:t> 2-  OUI, J’ATTENDS PLUS QUE TOUT QUE TU VIENNNES </a:t>
            </a:r>
          </a:p>
          <a:p>
            <a:pPr>
              <a:defRPr/>
            </a:pPr>
            <a:r>
              <a:rPr lang="fr-FR" smtClean="0"/>
              <a:t>      I am waiting for you to come in
3-  JE T’ATTENDS PLUS QUE TOUT JE T’ATTENDS PLUS QUE TOUT</a:t>
            </a:r>
          </a:p>
          <a:p>
            <a:pPr>
              <a:defRPr/>
            </a:pPr>
            <a:r>
              <a:rPr lang="fr-FR" smtClean="0"/>
              <a:t>      I am waiting for you, I am waiting for you
4-  QUE TU OUVRES LA PORTE </a:t>
            </a:r>
          </a:p>
          <a:p>
            <a:pPr>
              <a:defRPr/>
            </a:pPr>
            <a:r>
              <a:rPr lang="fr-FR" smtClean="0"/>
              <a:t>      To open the door </a:t>
            </a:r>
          </a:p>
          <a:p>
            <a:pPr>
              <a:defRPr/>
            </a:pPr>
            <a:r>
              <a:rPr lang="fr-FR" smtClean="0"/>
              <a:t>5-  QUE TU VIENNES DERRIERE LE VOILE</a:t>
            </a:r>
          </a:p>
          <a:p>
            <a:pPr>
              <a:defRPr/>
            </a:pPr>
            <a:r>
              <a:rPr lang="fr-FR" smtClean="0"/>
              <a:t>      And come in beyond the veil</a:t>
            </a:r>
          </a:p>
          <a:p>
            <a:pPr>
              <a:defRPr/>
            </a:pPr>
            <a:r>
              <a:rPr lang="fr-FR" smtClean="0"/>
              <a:t> 
6-  JE T’ACCUEILLE MON SEIGNEUR JE T’ACCUEILLE MON SEIGNEUR</a:t>
            </a:r>
          </a:p>
          <a:p>
            <a:pPr>
              <a:defRPr/>
            </a:pPr>
            <a:r>
              <a:rPr lang="fr-FR" smtClean="0"/>
              <a:t>     I am welcoming you, I am welcoming you</a:t>
            </a:r>
          </a:p>
          <a:p>
            <a:pPr>
              <a:defRPr/>
            </a:pPr>
            <a:r>
              <a:rPr lang="fr-FR" smtClean="0"/>
              <a:t>7-  JE T’ACCUEILLE MON SEIGNEUR,  POUR QUE TU VIENNES </a:t>
            </a:r>
          </a:p>
          <a:p>
            <a:pPr>
              <a:defRPr/>
            </a:pPr>
            <a:r>
              <a:rPr lang="fr-FR" smtClean="0"/>
              <a:t>     I am welcoming you to come in
8-  JE T’ACCUEILLE MON SEIGNEUR JE T’ACCUEILLE MON SEIGNEUR</a:t>
            </a:r>
          </a:p>
          <a:p>
            <a:pPr>
              <a:defRPr/>
            </a:pPr>
            <a:r>
              <a:rPr lang="fr-FR" smtClean="0"/>
              <a:t>     I am welcoming you, I am welcoming you 
9-  QUE TU OUVRES LA PORTE, QUE TU VIENNES  </a:t>
            </a:r>
          </a:p>
          <a:p>
            <a:pPr>
              <a:defRPr/>
            </a:pPr>
            <a:r>
              <a:rPr lang="fr-FR" smtClean="0"/>
              <a:t>     To open the door and come in</a:t>
            </a:r>
          </a:p>
          <a:p>
            <a:pPr>
              <a:defRPr/>
            </a:pPr>
            <a:r>
              <a:rPr lang="fr-FR" smtClean="0"/>
              <a:t>10-  DERRIERE LE VOILE</a:t>
            </a:r>
          </a:p>
          <a:p>
            <a:pPr>
              <a:defRPr/>
            </a:pPr>
            <a:r>
              <a:rPr lang="fr-FR" smtClean="0"/>
              <a:t>      Beyond the veil</a:t>
            </a:r>
          </a:p>
          <a:p>
            <a:pPr>
              <a:defRPr/>
            </a:pPr>
            <a:r>
              <a:rPr lang="fr-FR" smtClean="0"/>
              <a:t> 
11-  I AM WAITING FOR YOU, I AM WAITING FOR YOU   
12-  I AM WAITING FOR YOU TO COME IN I AM WAITING FOR YOU 
13-  I AM WAITING FOR YOU TO OPEN THE DOOR AND COME IN 
14-  BEYOND THE VEIL 
15-  I AM WELCOMING YOU I AM WELCOMING YOU 
16-  I AM WELCOMING YOU TO COME IN I AM WELCOMING YOU 
17-  I AM WELCOMING YOU TO OPEN THE DOOR AND COME IN 
18-  BEYOND THE VEIL 
</a:t>
            </a:r>
            <a:endParaRPr lang="fr-FR" dirty="0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T’ATTENDS PLUS QUE TOUT JE T’ATTENDS PLUS QUE TOUT</a:t>
            </a:r>
          </a:p>
          <a:p>
            <a:r>
              <a:rPr lang="fr-FR" smtClean="0"/>
              <a:t>     I am waiting for you, I am waiting for you</a:t>
            </a:r>
          </a:p>
          <a:p>
            <a:r>
              <a:rPr lang="fr-FR" smtClean="0"/>
              <a:t> 2-  OUI, J’ATTENDS PLUS QUE TOUT QUE TU VIENNNES </a:t>
            </a:r>
          </a:p>
          <a:p>
            <a:r>
              <a:rPr lang="fr-FR" smtClean="0"/>
              <a:t>      I am waiting for you to come in
3-  JE T’ATTENDS PLUS QUE TOUT JE T’ATTENDS PLUS QUE TOUT</a:t>
            </a:r>
          </a:p>
          <a:p>
            <a:r>
              <a:rPr lang="fr-FR" smtClean="0"/>
              <a:t>      I am waiting for you, I am waiting for you
4-  QUE TU OUVRES LA PORTE </a:t>
            </a:r>
          </a:p>
          <a:p>
            <a:r>
              <a:rPr lang="fr-FR" smtClean="0"/>
              <a:t>      To open the door </a:t>
            </a:r>
          </a:p>
          <a:p>
            <a:r>
              <a:rPr lang="fr-FR" smtClean="0"/>
              <a:t>5-  QUE TU VIENNES DERRIERE LE VOILE</a:t>
            </a:r>
          </a:p>
          <a:p>
            <a:r>
              <a:rPr lang="fr-FR" smtClean="0"/>
              <a:t>      And come in beyond the veil</a:t>
            </a:r>
          </a:p>
          <a:p>
            <a:r>
              <a:rPr lang="fr-FR" smtClean="0"/>
              <a:t> 
6-  JE T’ACCUEILLE MON SEIGNEUR JE T’ACCUEILLE MON SEIGNEUR</a:t>
            </a:r>
          </a:p>
          <a:p>
            <a:r>
              <a:rPr lang="fr-FR" smtClean="0"/>
              <a:t>     I am welcoming you, I am welcoming you</a:t>
            </a:r>
          </a:p>
          <a:p>
            <a:r>
              <a:rPr lang="fr-FR" smtClean="0"/>
              <a:t>7-  JE T’ACCUEILLE MON SEIGNEUR,  POUR QUE TU VIENNES </a:t>
            </a:r>
          </a:p>
          <a:p>
            <a:r>
              <a:rPr lang="fr-FR" smtClean="0"/>
              <a:t>     I am welcoming you to come in
8-  JE T’ACCUEILLE MON SEIGNEUR JE T’ACCUEILLE MON SEIGNEUR</a:t>
            </a:r>
          </a:p>
          <a:p>
            <a:r>
              <a:rPr lang="fr-FR" smtClean="0"/>
              <a:t>     I am welcoming you, I am welcoming you 
9-  QUE TU OUVRES LA PORTE, QUE TU VIENNES  </a:t>
            </a:r>
          </a:p>
          <a:p>
            <a:r>
              <a:rPr lang="fr-FR" smtClean="0"/>
              <a:t>     To open the door and come in</a:t>
            </a:r>
          </a:p>
          <a:p>
            <a:r>
              <a:rPr lang="fr-FR" smtClean="0"/>
              <a:t>10-  DERRIERE LE VOILE</a:t>
            </a:r>
          </a:p>
          <a:p>
            <a:r>
              <a:rPr lang="fr-FR" smtClean="0"/>
              <a:t>      Beyond the veil</a:t>
            </a:r>
          </a:p>
          <a:p>
            <a:r>
              <a:rPr lang="fr-FR" smtClean="0"/>
              <a:t> 
11-  I AM WAITING FOR YOU, I AM WAITING FOR YOU   
12-  I AM WAITING FOR YOU TO COME IN I AM WAITING FOR YOU 
13-  I AM WAITING FOR YOU TO OPEN THE DOOR AND COME IN 
14-  BEYOND THE VEIL 
15-  I AM WELCOMING YOU I AM WELCOMING YOU 
16-  I AM WELCOMING YOU TO COME IN I AM WELCOMING YOU 
17-  I AM WELCOMING YOU TO OPEN THE DOOR AND COME IN 
18-  BEYOND THE VEIL 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T’ATTENDS PLUS QUE TOUT JE T’ATTENDS PLUS QUE TOUT</a:t>
            </a:r>
          </a:p>
          <a:p>
            <a:pPr>
              <a:defRPr/>
            </a:pPr>
            <a:r>
              <a:rPr lang="fr-FR" smtClean="0"/>
              <a:t>     I am waiting for you, I am waiting for you</a:t>
            </a:r>
          </a:p>
          <a:p>
            <a:pPr>
              <a:defRPr/>
            </a:pPr>
            <a:r>
              <a:rPr lang="fr-FR" smtClean="0"/>
              <a:t> 2-  OUI, J’ATTENDS PLUS QUE TOUT QUE TU VIENNNES </a:t>
            </a:r>
          </a:p>
          <a:p>
            <a:pPr>
              <a:defRPr/>
            </a:pPr>
            <a:r>
              <a:rPr lang="fr-FR" smtClean="0"/>
              <a:t>      I am waiting for you to come in
3-  JE T’ATTENDS PLUS QUE TOUT JE T’ATTENDS PLUS QUE TOUT</a:t>
            </a:r>
          </a:p>
          <a:p>
            <a:pPr>
              <a:defRPr/>
            </a:pPr>
            <a:r>
              <a:rPr lang="fr-FR" smtClean="0"/>
              <a:t>      I am waiting for you, I am waiting for you
4-  QUE TU OUVRES LA PORTE </a:t>
            </a:r>
          </a:p>
          <a:p>
            <a:pPr>
              <a:defRPr/>
            </a:pPr>
            <a:r>
              <a:rPr lang="fr-FR" smtClean="0"/>
              <a:t>      To open the door </a:t>
            </a:r>
          </a:p>
          <a:p>
            <a:pPr>
              <a:defRPr/>
            </a:pPr>
            <a:r>
              <a:rPr lang="fr-FR" smtClean="0"/>
              <a:t>5-  QUE TU VIENNES DERRIERE LE VOILE</a:t>
            </a:r>
          </a:p>
          <a:p>
            <a:pPr>
              <a:defRPr/>
            </a:pPr>
            <a:r>
              <a:rPr lang="fr-FR" smtClean="0"/>
              <a:t>      And come in beyond the veil</a:t>
            </a:r>
          </a:p>
          <a:p>
            <a:pPr>
              <a:defRPr/>
            </a:pPr>
            <a:r>
              <a:rPr lang="fr-FR" smtClean="0"/>
              <a:t> 
6-  JE T’ACCUEILLE MON SEIGNEUR JE T’ACCUEILLE MON SEIGNEUR</a:t>
            </a:r>
          </a:p>
          <a:p>
            <a:pPr>
              <a:defRPr/>
            </a:pPr>
            <a:r>
              <a:rPr lang="fr-FR" smtClean="0"/>
              <a:t>     I am welcoming you, I am welcoming you</a:t>
            </a:r>
          </a:p>
          <a:p>
            <a:pPr>
              <a:defRPr/>
            </a:pPr>
            <a:r>
              <a:rPr lang="fr-FR" smtClean="0"/>
              <a:t>7-  JE T’ACCUEILLE MON SEIGNEUR,  POUR QUE TU VIENNES </a:t>
            </a:r>
          </a:p>
          <a:p>
            <a:pPr>
              <a:defRPr/>
            </a:pPr>
            <a:r>
              <a:rPr lang="fr-FR" smtClean="0"/>
              <a:t>     I am welcoming you to come in
8-  JE T’ACCUEILLE MON SEIGNEUR JE T’ACCUEILLE MON SEIGNEUR</a:t>
            </a:r>
          </a:p>
          <a:p>
            <a:pPr>
              <a:defRPr/>
            </a:pPr>
            <a:r>
              <a:rPr lang="fr-FR" smtClean="0"/>
              <a:t>     I am welcoming you, I am welcoming you 
9-  QUE TU OUVRES LA PORTE, QUE TU VIENNES  </a:t>
            </a:r>
          </a:p>
          <a:p>
            <a:pPr>
              <a:defRPr/>
            </a:pPr>
            <a:r>
              <a:rPr lang="fr-FR" smtClean="0"/>
              <a:t>     To open the door and come in</a:t>
            </a:r>
          </a:p>
          <a:p>
            <a:pPr>
              <a:defRPr/>
            </a:pPr>
            <a:r>
              <a:rPr lang="fr-FR" smtClean="0"/>
              <a:t>10-  DERRIERE LE VOILE</a:t>
            </a:r>
          </a:p>
          <a:p>
            <a:pPr>
              <a:defRPr/>
            </a:pPr>
            <a:r>
              <a:rPr lang="fr-FR" smtClean="0"/>
              <a:t>      Beyond the veil</a:t>
            </a:r>
          </a:p>
          <a:p>
            <a:pPr>
              <a:defRPr/>
            </a:pPr>
            <a:r>
              <a:rPr lang="fr-FR" smtClean="0"/>
              <a:t> 
11-  I AM WAITING FOR YOU, I AM WAITING FOR YOU   
12-  I AM WAITING FOR YOU TO COME IN I AM WAITING FOR YOU 
13-  I AM WAITING FOR YOU TO OPEN THE DOOR AND COME IN 
14-  BEYOND THE VEIL 
15-  I AM WELCOMING YOU I AM WELCOMING YOU 
16-  I AM WELCOMING YOU TO COME IN I AM WELCOMING YOU 
17-  I AM WELCOMING YOU TO OPEN THE DOOR AND COME IN 
18-  BEYOND THE VEIL 
</a:t>
            </a:r>
            <a:endParaRPr lang="fr-FR" dirty="0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T’ATTENDS PLUS QUE TOUT JE T’ATTENDS PLUS QUE TOUT</a:t>
            </a:r>
          </a:p>
          <a:p>
            <a:r>
              <a:rPr lang="fr-FR" smtClean="0"/>
              <a:t>     I am waiting for you, I am waiting for you</a:t>
            </a:r>
          </a:p>
          <a:p>
            <a:r>
              <a:rPr lang="fr-FR" smtClean="0"/>
              <a:t> 2-  OUI, J’ATTENDS PLUS QUE TOUT QUE TU VIENNNES </a:t>
            </a:r>
          </a:p>
          <a:p>
            <a:r>
              <a:rPr lang="fr-FR" smtClean="0"/>
              <a:t>      I am waiting for you to come in
3-  JE T’ATTENDS PLUS QUE TOUT JE T’ATTENDS PLUS QUE TOUT</a:t>
            </a:r>
          </a:p>
          <a:p>
            <a:r>
              <a:rPr lang="fr-FR" smtClean="0"/>
              <a:t>      I am waiting for you, I am waiting for you
4-  QUE TU OUVRES LA PORTE </a:t>
            </a:r>
          </a:p>
          <a:p>
            <a:r>
              <a:rPr lang="fr-FR" smtClean="0"/>
              <a:t>      To open the door </a:t>
            </a:r>
          </a:p>
          <a:p>
            <a:r>
              <a:rPr lang="fr-FR" smtClean="0"/>
              <a:t>5-  QUE TU VIENNES DERRIERE LE VOILE</a:t>
            </a:r>
          </a:p>
          <a:p>
            <a:r>
              <a:rPr lang="fr-FR" smtClean="0"/>
              <a:t>      And come in beyond the veil</a:t>
            </a:r>
          </a:p>
          <a:p>
            <a:r>
              <a:rPr lang="fr-FR" smtClean="0"/>
              <a:t> 
6-  JE T’ACCUEILLE MON SEIGNEUR JE T’ACCUEILLE MON SEIGNEUR</a:t>
            </a:r>
          </a:p>
          <a:p>
            <a:r>
              <a:rPr lang="fr-FR" smtClean="0"/>
              <a:t>     I am welcoming you, I am welcoming you</a:t>
            </a:r>
          </a:p>
          <a:p>
            <a:r>
              <a:rPr lang="fr-FR" smtClean="0"/>
              <a:t>7-  JE T’ACCUEILLE MON SEIGNEUR,  POUR QUE TU VIENNES </a:t>
            </a:r>
          </a:p>
          <a:p>
            <a:r>
              <a:rPr lang="fr-FR" smtClean="0"/>
              <a:t>     I am welcoming you to come in
8-  JE T’ACCUEILLE MON SEIGNEUR JE T’ACCUEILLE MON SEIGNEUR</a:t>
            </a:r>
          </a:p>
          <a:p>
            <a:r>
              <a:rPr lang="fr-FR" smtClean="0"/>
              <a:t>     I am welcoming you, I am welcoming you 
9-  QUE TU OUVRES LA PORTE, QUE TU VIENNES  </a:t>
            </a:r>
          </a:p>
          <a:p>
            <a:r>
              <a:rPr lang="fr-FR" smtClean="0"/>
              <a:t>     To open the door and come in</a:t>
            </a:r>
          </a:p>
          <a:p>
            <a:r>
              <a:rPr lang="fr-FR" smtClean="0"/>
              <a:t>10-  DERRIERE LE VOILE</a:t>
            </a:r>
          </a:p>
          <a:p>
            <a:r>
              <a:rPr lang="fr-FR" smtClean="0"/>
              <a:t>      Beyond the veil</a:t>
            </a:r>
          </a:p>
          <a:p>
            <a:r>
              <a:rPr lang="fr-FR" smtClean="0"/>
              <a:t> 
11-  I AM WAITING FOR YOU, I AM WAITING FOR YOU   
12-  I AM WAITING FOR YOU TO COME IN I AM WAITING FOR YOU 
13-  I AM WAITING FOR YOU TO OPEN THE DOOR AND COME IN 
14-  BEYOND THE VEIL 
15-  I AM WELCOMING YOU I AM WELCOMING YOU 
16-  I AM WELCOMING YOU TO COME IN I AM WELCOMING YOU 
17-  I AM WELCOMING YOU TO OPEN THE DOOR AND COME IN 
18-  BEYOND THE VEIL 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T’ATTENDS PLUS QUE TOUT JE T’ATTENDS PLUS QUE TOUT</a:t>
            </a:r>
          </a:p>
          <a:p>
            <a:pPr>
              <a:defRPr/>
            </a:pPr>
            <a:r>
              <a:rPr lang="fr-FR" smtClean="0"/>
              <a:t>     I am waiting for you, I am waiting for you</a:t>
            </a:r>
          </a:p>
          <a:p>
            <a:pPr>
              <a:defRPr/>
            </a:pPr>
            <a:r>
              <a:rPr lang="fr-FR" smtClean="0"/>
              <a:t> 2-  OUI, J’ATTENDS PLUS QUE TOUT QUE TU VIENNNES </a:t>
            </a:r>
          </a:p>
          <a:p>
            <a:pPr>
              <a:defRPr/>
            </a:pPr>
            <a:r>
              <a:rPr lang="fr-FR" smtClean="0"/>
              <a:t>      I am waiting for you to come in
3-  JE T’ATTENDS PLUS QUE TOUT JE T’ATTENDS PLUS QUE TOUT</a:t>
            </a:r>
          </a:p>
          <a:p>
            <a:pPr>
              <a:defRPr/>
            </a:pPr>
            <a:r>
              <a:rPr lang="fr-FR" smtClean="0"/>
              <a:t>      I am waiting for you, I am waiting for you
4-  QUE TU OUVRES LA PORTE </a:t>
            </a:r>
          </a:p>
          <a:p>
            <a:pPr>
              <a:defRPr/>
            </a:pPr>
            <a:r>
              <a:rPr lang="fr-FR" smtClean="0"/>
              <a:t>      To open the door </a:t>
            </a:r>
          </a:p>
          <a:p>
            <a:pPr>
              <a:defRPr/>
            </a:pPr>
            <a:r>
              <a:rPr lang="fr-FR" smtClean="0"/>
              <a:t>5-  QUE TU VIENNES DERRIERE LE VOILE</a:t>
            </a:r>
          </a:p>
          <a:p>
            <a:pPr>
              <a:defRPr/>
            </a:pPr>
            <a:r>
              <a:rPr lang="fr-FR" smtClean="0"/>
              <a:t>      And come in beyond the veil</a:t>
            </a:r>
          </a:p>
          <a:p>
            <a:pPr>
              <a:defRPr/>
            </a:pPr>
            <a:r>
              <a:rPr lang="fr-FR" smtClean="0"/>
              <a:t> 
6-  JE T’ACCUEILLE MON SEIGNEUR JE T’ACCUEILLE MON SEIGNEUR</a:t>
            </a:r>
          </a:p>
          <a:p>
            <a:pPr>
              <a:defRPr/>
            </a:pPr>
            <a:r>
              <a:rPr lang="fr-FR" smtClean="0"/>
              <a:t>     I am welcoming you, I am welcoming you</a:t>
            </a:r>
          </a:p>
          <a:p>
            <a:pPr>
              <a:defRPr/>
            </a:pPr>
            <a:r>
              <a:rPr lang="fr-FR" smtClean="0"/>
              <a:t>7-  JE T’ACCUEILLE MON SEIGNEUR,  POUR QUE TU VIENNES </a:t>
            </a:r>
          </a:p>
          <a:p>
            <a:pPr>
              <a:defRPr/>
            </a:pPr>
            <a:r>
              <a:rPr lang="fr-FR" smtClean="0"/>
              <a:t>     I am welcoming you to come in
8-  JE T’ACCUEILLE MON SEIGNEUR JE T’ACCUEILLE MON SEIGNEUR</a:t>
            </a:r>
          </a:p>
          <a:p>
            <a:pPr>
              <a:defRPr/>
            </a:pPr>
            <a:r>
              <a:rPr lang="fr-FR" smtClean="0"/>
              <a:t>     I am welcoming you, I am welcoming you 
9-  QUE TU OUVRES LA PORTE, QUE TU VIENNES  </a:t>
            </a:r>
          </a:p>
          <a:p>
            <a:pPr>
              <a:defRPr/>
            </a:pPr>
            <a:r>
              <a:rPr lang="fr-FR" smtClean="0"/>
              <a:t>     To open the door and come in</a:t>
            </a:r>
          </a:p>
          <a:p>
            <a:pPr>
              <a:defRPr/>
            </a:pPr>
            <a:r>
              <a:rPr lang="fr-FR" smtClean="0"/>
              <a:t>10-  DERRIERE LE VOILE</a:t>
            </a:r>
          </a:p>
          <a:p>
            <a:pPr>
              <a:defRPr/>
            </a:pPr>
            <a:r>
              <a:rPr lang="fr-FR" smtClean="0"/>
              <a:t>      Beyond the veil</a:t>
            </a:r>
          </a:p>
          <a:p>
            <a:pPr>
              <a:defRPr/>
            </a:pPr>
            <a:r>
              <a:rPr lang="fr-FR" smtClean="0"/>
              <a:t> 
11-  I AM WAITING FOR YOU, I AM WAITING FOR YOU   
12-  I AM WAITING FOR YOU TO COME IN I AM WAITING FOR YOU 
13-  I AM WAITING FOR YOU TO OPEN THE DOOR AND COME IN 
14-  BEYOND THE VEIL 
15-  I AM WELCOMING YOU I AM WELCOMING YOU 
16-  I AM WELCOMING YOU TO COME IN I AM WELCOMING YOU 
17-  I AM WELCOMING YOU TO OPEN THE DOOR AND COME IN 
18-  BEYOND THE VEIL 
</a:t>
            </a:r>
            <a:endParaRPr lang="fr-FR" dirty="0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T’ATTENDS PLUS QUE TOUT JE T’ATTENDS PLUS QUE TOUT</a:t>
            </a:r>
          </a:p>
          <a:p>
            <a:r>
              <a:rPr lang="fr-FR" smtClean="0"/>
              <a:t>     I am waiting for you, I am waiting for you</a:t>
            </a:r>
          </a:p>
          <a:p>
            <a:r>
              <a:rPr lang="fr-FR" smtClean="0"/>
              <a:t> 2-  OUI, J’ATTENDS PLUS QUE TOUT QUE TU VIENNNES </a:t>
            </a:r>
          </a:p>
          <a:p>
            <a:r>
              <a:rPr lang="fr-FR" smtClean="0"/>
              <a:t>      I am waiting for you to come in
3-  JE T’ATTENDS PLUS QUE TOUT JE T’ATTENDS PLUS QUE TOUT</a:t>
            </a:r>
          </a:p>
          <a:p>
            <a:r>
              <a:rPr lang="fr-FR" smtClean="0"/>
              <a:t>      I am waiting for you, I am waiting for you
4-  QUE TU OUVRES LA PORTE </a:t>
            </a:r>
          </a:p>
          <a:p>
            <a:r>
              <a:rPr lang="fr-FR" smtClean="0"/>
              <a:t>      To open the door </a:t>
            </a:r>
          </a:p>
          <a:p>
            <a:r>
              <a:rPr lang="fr-FR" smtClean="0"/>
              <a:t>5-  QUE TU VIENNES DERRIERE LE VOILE</a:t>
            </a:r>
          </a:p>
          <a:p>
            <a:r>
              <a:rPr lang="fr-FR" smtClean="0"/>
              <a:t>      And come in beyond the veil</a:t>
            </a:r>
          </a:p>
          <a:p>
            <a:r>
              <a:rPr lang="fr-FR" smtClean="0"/>
              <a:t> 
6-  JE T’ACCUEILLE MON SEIGNEUR JE T’ACCUEILLE MON SEIGNEUR</a:t>
            </a:r>
          </a:p>
          <a:p>
            <a:r>
              <a:rPr lang="fr-FR" smtClean="0"/>
              <a:t>     I am welcoming you, I am welcoming you</a:t>
            </a:r>
          </a:p>
          <a:p>
            <a:r>
              <a:rPr lang="fr-FR" smtClean="0"/>
              <a:t>7-  JE T’ACCUEILLE MON SEIGNEUR,  POUR QUE TU VIENNES </a:t>
            </a:r>
          </a:p>
          <a:p>
            <a:r>
              <a:rPr lang="fr-FR" smtClean="0"/>
              <a:t>     I am welcoming you to come in
8-  JE T’ACCUEILLE MON SEIGNEUR JE T’ACCUEILLE MON SEIGNEUR</a:t>
            </a:r>
          </a:p>
          <a:p>
            <a:r>
              <a:rPr lang="fr-FR" smtClean="0"/>
              <a:t>     I am welcoming you, I am welcoming you 
9-  QUE TU OUVRES LA PORTE, QUE TU VIENNES  </a:t>
            </a:r>
          </a:p>
          <a:p>
            <a:r>
              <a:rPr lang="fr-FR" smtClean="0"/>
              <a:t>     To open the door and come in</a:t>
            </a:r>
          </a:p>
          <a:p>
            <a:r>
              <a:rPr lang="fr-FR" smtClean="0"/>
              <a:t>10-  DERRIERE LE VOILE</a:t>
            </a:r>
          </a:p>
          <a:p>
            <a:r>
              <a:rPr lang="fr-FR" smtClean="0"/>
              <a:t>      Beyond the veil</a:t>
            </a:r>
          </a:p>
          <a:p>
            <a:r>
              <a:rPr lang="fr-FR" smtClean="0"/>
              <a:t> 
11-  I AM WAITING FOR YOU, I AM WAITING FOR YOU   
12-  I AM WAITING FOR YOU TO COME IN I AM WAITING FOR YOU 
13-  I AM WAITING FOR YOU TO OPEN THE DOOR AND COME IN 
14-  BEYOND THE VEIL 
15-  I AM WELCOMING YOU I AM WELCOMING YOU 
16-  I AM WELCOMING YOU TO COME IN I AM WELCOMING YOU 
17-  I AM WELCOMING YOU TO OPEN THE DOOR AND COME IN 
18-  BEYOND THE VEIL 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T’ATTENDS PLUS QUE TOUT JE T’ATTENDS PLUS QUE TOUT</a:t>
            </a:r>
          </a:p>
          <a:p>
            <a:pPr>
              <a:defRPr/>
            </a:pPr>
            <a:r>
              <a:rPr lang="fr-FR" dirty="0" smtClean="0"/>
              <a:t>     I </a:t>
            </a:r>
            <a:r>
              <a:rPr lang="fr-FR" dirty="0" err="1" smtClean="0"/>
              <a:t>am</a:t>
            </a:r>
            <a:r>
              <a:rPr lang="fr-FR" dirty="0" smtClean="0"/>
              <a:t> </a:t>
            </a:r>
            <a:r>
              <a:rPr lang="fr-FR" dirty="0" err="1" smtClean="0"/>
              <a:t>waiting</a:t>
            </a:r>
            <a:r>
              <a:rPr lang="fr-FR" dirty="0" smtClean="0"/>
              <a:t> for </a:t>
            </a:r>
            <a:r>
              <a:rPr lang="fr-FR" dirty="0" err="1" smtClean="0"/>
              <a:t>you</a:t>
            </a:r>
            <a:r>
              <a:rPr lang="fr-FR" dirty="0" smtClean="0"/>
              <a:t>, I </a:t>
            </a:r>
            <a:r>
              <a:rPr lang="fr-FR" dirty="0" err="1" smtClean="0"/>
              <a:t>am</a:t>
            </a:r>
            <a:r>
              <a:rPr lang="fr-FR" dirty="0" smtClean="0"/>
              <a:t> </a:t>
            </a:r>
            <a:r>
              <a:rPr lang="fr-FR" dirty="0" err="1" smtClean="0"/>
              <a:t>waiting</a:t>
            </a:r>
            <a:r>
              <a:rPr lang="fr-FR" dirty="0" smtClean="0"/>
              <a:t> for </a:t>
            </a:r>
            <a:r>
              <a:rPr lang="fr-FR" dirty="0" err="1" smtClean="0"/>
              <a:t>you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 2-  OUI, J’ATTENDS PLUS QUE TOUT QUE TU VIENNNES </a:t>
            </a:r>
          </a:p>
          <a:p>
            <a:pPr>
              <a:defRPr/>
            </a:pPr>
            <a:r>
              <a:rPr lang="fr-FR" dirty="0" smtClean="0"/>
              <a:t>      I </a:t>
            </a:r>
            <a:r>
              <a:rPr lang="fr-FR" dirty="0" err="1" smtClean="0"/>
              <a:t>am</a:t>
            </a:r>
            <a:r>
              <a:rPr lang="fr-FR" dirty="0" smtClean="0"/>
              <a:t> </a:t>
            </a:r>
            <a:r>
              <a:rPr lang="fr-FR" dirty="0" err="1" smtClean="0"/>
              <a:t>waiting</a:t>
            </a:r>
            <a:r>
              <a:rPr lang="fr-FR" dirty="0" smtClean="0"/>
              <a:t> for </a:t>
            </a:r>
            <a:r>
              <a:rPr lang="fr-FR" dirty="0" err="1" smtClean="0"/>
              <a:t>you</a:t>
            </a:r>
            <a:r>
              <a:rPr lang="fr-FR" dirty="0" smtClean="0"/>
              <a:t> to come in
3-  JE T’ATTENDS PLUS QUE TOUT JE T’ATTENDS PLUS QUE TOUT</a:t>
            </a:r>
          </a:p>
          <a:p>
            <a:pPr>
              <a:defRPr/>
            </a:pPr>
            <a:r>
              <a:rPr lang="fr-FR" dirty="0" smtClean="0"/>
              <a:t>      I </a:t>
            </a:r>
            <a:r>
              <a:rPr lang="fr-FR" dirty="0" err="1" smtClean="0"/>
              <a:t>am</a:t>
            </a:r>
            <a:r>
              <a:rPr lang="fr-FR" dirty="0" smtClean="0"/>
              <a:t> </a:t>
            </a:r>
            <a:r>
              <a:rPr lang="fr-FR" dirty="0" err="1" smtClean="0"/>
              <a:t>waiting</a:t>
            </a:r>
            <a:r>
              <a:rPr lang="fr-FR" dirty="0" smtClean="0"/>
              <a:t> for </a:t>
            </a:r>
            <a:r>
              <a:rPr lang="fr-FR" dirty="0" err="1" smtClean="0"/>
              <a:t>you</a:t>
            </a:r>
            <a:r>
              <a:rPr lang="fr-FR" dirty="0" smtClean="0"/>
              <a:t>, I </a:t>
            </a:r>
            <a:r>
              <a:rPr lang="fr-FR" dirty="0" err="1" smtClean="0"/>
              <a:t>am</a:t>
            </a:r>
            <a:r>
              <a:rPr lang="fr-FR" dirty="0" smtClean="0"/>
              <a:t> </a:t>
            </a:r>
            <a:r>
              <a:rPr lang="fr-FR" dirty="0" err="1" smtClean="0"/>
              <a:t>waiting</a:t>
            </a:r>
            <a:r>
              <a:rPr lang="fr-FR" dirty="0" smtClean="0"/>
              <a:t> for </a:t>
            </a:r>
            <a:r>
              <a:rPr lang="fr-FR" dirty="0" err="1" smtClean="0"/>
              <a:t>you</a:t>
            </a:r>
            <a:r>
              <a:rPr lang="fr-FR" dirty="0" smtClean="0"/>
              <a:t>
4-  QUE TU OUVRES LA PORTE </a:t>
            </a:r>
          </a:p>
          <a:p>
            <a:pPr>
              <a:defRPr/>
            </a:pPr>
            <a:r>
              <a:rPr lang="fr-FR" dirty="0" smtClean="0"/>
              <a:t>      To open the </a:t>
            </a:r>
            <a:r>
              <a:rPr lang="fr-FR" dirty="0" err="1" smtClean="0"/>
              <a:t>door</a:t>
            </a:r>
            <a:r>
              <a:rPr lang="fr-FR" dirty="0" smtClean="0"/>
              <a:t> </a:t>
            </a:r>
          </a:p>
          <a:p>
            <a:pPr>
              <a:defRPr/>
            </a:pPr>
            <a:r>
              <a:rPr lang="fr-FR" dirty="0" smtClean="0"/>
              <a:t>5-  QUE TU VIENNES DERRIERE LE VOILE</a:t>
            </a:r>
          </a:p>
          <a:p>
            <a:pPr>
              <a:defRPr/>
            </a:pPr>
            <a:r>
              <a:rPr lang="fr-FR" dirty="0" smtClean="0"/>
              <a:t>      And come in </a:t>
            </a:r>
            <a:r>
              <a:rPr lang="fr-FR" dirty="0" err="1" smtClean="0"/>
              <a:t>beyond</a:t>
            </a:r>
            <a:r>
              <a:rPr lang="fr-FR" dirty="0" smtClean="0"/>
              <a:t> the </a:t>
            </a:r>
            <a:r>
              <a:rPr lang="fr-FR" dirty="0" err="1" smtClean="0"/>
              <a:t>veil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 
6-  JE T’ACCUEILLE MON SEIGNEUR JE T’ACCUEILLE MON SEIGNEUR</a:t>
            </a:r>
          </a:p>
          <a:p>
            <a:pPr>
              <a:defRPr/>
            </a:pPr>
            <a:r>
              <a:rPr lang="fr-FR" dirty="0" smtClean="0"/>
              <a:t>     I </a:t>
            </a:r>
            <a:r>
              <a:rPr lang="fr-FR" dirty="0" err="1" smtClean="0"/>
              <a:t>am</a:t>
            </a:r>
            <a:r>
              <a:rPr lang="fr-FR" dirty="0" smtClean="0"/>
              <a:t> </a:t>
            </a:r>
            <a:r>
              <a:rPr lang="fr-FR" dirty="0" err="1" smtClean="0"/>
              <a:t>welcoming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, I </a:t>
            </a:r>
            <a:r>
              <a:rPr lang="fr-FR" dirty="0" err="1" smtClean="0"/>
              <a:t>am</a:t>
            </a:r>
            <a:r>
              <a:rPr lang="fr-FR" dirty="0" smtClean="0"/>
              <a:t> </a:t>
            </a:r>
            <a:r>
              <a:rPr lang="fr-FR" dirty="0" err="1" smtClean="0"/>
              <a:t>welcoming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7-  JE T’ACCUEILLE MON SEIGNEUR,  POUR QUE TU VIENNES </a:t>
            </a:r>
          </a:p>
          <a:p>
            <a:pPr>
              <a:defRPr/>
            </a:pPr>
            <a:r>
              <a:rPr lang="fr-FR" dirty="0" smtClean="0"/>
              <a:t>     I </a:t>
            </a:r>
            <a:r>
              <a:rPr lang="fr-FR" dirty="0" err="1" smtClean="0"/>
              <a:t>am</a:t>
            </a:r>
            <a:r>
              <a:rPr lang="fr-FR" dirty="0" smtClean="0"/>
              <a:t> </a:t>
            </a:r>
            <a:r>
              <a:rPr lang="fr-FR" dirty="0" err="1" smtClean="0"/>
              <a:t>welcoming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to come in
8-  JE T’ACCUEILLE MON SEIGNEUR JE T’ACCUEILLE MON SEIGNEUR</a:t>
            </a:r>
          </a:p>
          <a:p>
            <a:pPr>
              <a:defRPr/>
            </a:pPr>
            <a:r>
              <a:rPr lang="fr-FR" dirty="0" smtClean="0"/>
              <a:t>     I </a:t>
            </a:r>
            <a:r>
              <a:rPr lang="fr-FR" dirty="0" err="1" smtClean="0"/>
              <a:t>am</a:t>
            </a:r>
            <a:r>
              <a:rPr lang="fr-FR" dirty="0" smtClean="0"/>
              <a:t> </a:t>
            </a:r>
            <a:r>
              <a:rPr lang="fr-FR" dirty="0" err="1" smtClean="0"/>
              <a:t>welcoming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, I </a:t>
            </a:r>
            <a:r>
              <a:rPr lang="fr-FR" dirty="0" err="1" smtClean="0"/>
              <a:t>am</a:t>
            </a:r>
            <a:r>
              <a:rPr lang="fr-FR" dirty="0" smtClean="0"/>
              <a:t> </a:t>
            </a:r>
            <a:r>
              <a:rPr lang="fr-FR" dirty="0" err="1" smtClean="0"/>
              <a:t>welcoming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
9-  QUE TU OUVRES LA PORTE, QUE TU VIENNES  </a:t>
            </a:r>
          </a:p>
          <a:p>
            <a:pPr>
              <a:defRPr/>
            </a:pPr>
            <a:r>
              <a:rPr lang="fr-FR" dirty="0" smtClean="0"/>
              <a:t>     To open the </a:t>
            </a:r>
            <a:r>
              <a:rPr lang="fr-FR" dirty="0" err="1" smtClean="0"/>
              <a:t>door</a:t>
            </a:r>
            <a:r>
              <a:rPr lang="fr-FR" dirty="0" smtClean="0"/>
              <a:t> and come in</a:t>
            </a:r>
          </a:p>
          <a:p>
            <a:pPr>
              <a:defRPr/>
            </a:pPr>
            <a:r>
              <a:rPr lang="fr-FR" dirty="0" smtClean="0"/>
              <a:t>10-  DERRIERE LE VOILE</a:t>
            </a:r>
          </a:p>
          <a:p>
            <a:pPr>
              <a:defRPr/>
            </a:pPr>
            <a:r>
              <a:rPr lang="fr-FR" dirty="0" smtClean="0"/>
              <a:t>      </a:t>
            </a:r>
            <a:r>
              <a:rPr lang="fr-FR" dirty="0" err="1" smtClean="0"/>
              <a:t>Beyond</a:t>
            </a:r>
            <a:r>
              <a:rPr lang="fr-FR" dirty="0" smtClean="0"/>
              <a:t> the </a:t>
            </a:r>
            <a:r>
              <a:rPr lang="fr-FR" dirty="0" err="1" smtClean="0"/>
              <a:t>veil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 
11-  I AM WAITING FOR YOU, I AM WAITING FOR YOU   
12-  I AM WAITING FOR YOU TO COME IN I AM WAITING FOR YOU 
13-  I AM WAITING FOR YOU TO OPEN THE DOOR AND COME IN 
14-  BEYOND THE VEIL 
15-  I AM WELCOMING YOU I AM WELCOMING YOU 
16-  I AM WELCOMING YOU TO COME IN I AM WELCOMING YOU 
17-  I AM WELCOMING YOU TO OPEN THE DOOR AND COME IN 
18-  BEYOND THE VEIL 
</a:t>
            </a: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T’ATTENDS PLUS QUE TOUT JE T’ATTENDS PLUS QUE TOUT</a:t>
            </a:r>
          </a:p>
          <a:p>
            <a:r>
              <a:rPr lang="fr-FR" smtClean="0"/>
              <a:t>     I am waiting for you, I am waiting for you</a:t>
            </a:r>
          </a:p>
          <a:p>
            <a:r>
              <a:rPr lang="fr-FR" smtClean="0"/>
              <a:t> 2-  OUI, J’ATTENDS PLUS QUE TOUT QUE TU VIENNNES </a:t>
            </a:r>
          </a:p>
          <a:p>
            <a:r>
              <a:rPr lang="fr-FR" smtClean="0"/>
              <a:t>      I am waiting for you to come in
3-  JE T’ATTENDS PLUS QUE TOUT JE T’ATTENDS PLUS QUE TOUT</a:t>
            </a:r>
          </a:p>
          <a:p>
            <a:r>
              <a:rPr lang="fr-FR" smtClean="0"/>
              <a:t>      I am waiting for you, I am waiting for you
4-  QUE TU OUVRES LA PORTE </a:t>
            </a:r>
          </a:p>
          <a:p>
            <a:r>
              <a:rPr lang="fr-FR" smtClean="0"/>
              <a:t>      To open the door </a:t>
            </a:r>
          </a:p>
          <a:p>
            <a:r>
              <a:rPr lang="fr-FR" smtClean="0"/>
              <a:t>5-  QUE TU VIENNES DERRIERE LE VOILE</a:t>
            </a:r>
          </a:p>
          <a:p>
            <a:r>
              <a:rPr lang="fr-FR" smtClean="0"/>
              <a:t>      And come in beyond the veil</a:t>
            </a:r>
          </a:p>
          <a:p>
            <a:r>
              <a:rPr lang="fr-FR" smtClean="0"/>
              <a:t> 
6-  JE T’ACCUEILLE MON SEIGNEUR JE T’ACCUEILLE MON SEIGNEUR</a:t>
            </a:r>
          </a:p>
          <a:p>
            <a:r>
              <a:rPr lang="fr-FR" smtClean="0"/>
              <a:t>     I am welcoming you, I am welcoming you</a:t>
            </a:r>
          </a:p>
          <a:p>
            <a:r>
              <a:rPr lang="fr-FR" smtClean="0"/>
              <a:t>7-  JE T’ACCUEILLE MON SEIGNEUR,  POUR QUE TU VIENNES </a:t>
            </a:r>
          </a:p>
          <a:p>
            <a:r>
              <a:rPr lang="fr-FR" smtClean="0"/>
              <a:t>     I am welcoming you to come in
8-  JE T’ACCUEILLE MON SEIGNEUR JE T’ACCUEILLE MON SEIGNEUR</a:t>
            </a:r>
          </a:p>
          <a:p>
            <a:r>
              <a:rPr lang="fr-FR" smtClean="0"/>
              <a:t>     I am welcoming you, I am welcoming you 
9-  QUE TU OUVRES LA PORTE, QUE TU VIENNES  </a:t>
            </a:r>
          </a:p>
          <a:p>
            <a:r>
              <a:rPr lang="fr-FR" smtClean="0"/>
              <a:t>     To open the door and come in</a:t>
            </a:r>
          </a:p>
          <a:p>
            <a:r>
              <a:rPr lang="fr-FR" smtClean="0"/>
              <a:t>10-  DERRIERE LE VOILE</a:t>
            </a:r>
          </a:p>
          <a:p>
            <a:r>
              <a:rPr lang="fr-FR" smtClean="0"/>
              <a:t>      Beyond the veil</a:t>
            </a:r>
          </a:p>
          <a:p>
            <a:r>
              <a:rPr lang="fr-FR" smtClean="0"/>
              <a:t> 
11-  I AM WAITING FOR YOU, I AM WAITING FOR YOU   
12-  I AM WAITING FOR YOU TO COME IN I AM WAITING FOR YOU 
13-  I AM WAITING FOR YOU TO OPEN THE DOOR AND COME IN 
14-  BEYOND THE VEIL 
15-  I AM WELCOMING YOU I AM WELCOMING YOU 
16-  I AM WELCOMING YOU TO COME IN I AM WELCOMING YOU 
17-  I AM WELCOMING YOU TO OPEN THE DOOR AND COME IN 
18-  BEYOND THE VEIL 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dirty="0" smtClean="0"/>
              <a:t>1-  JE T’ATTENDS PLUS QUE TOUT JE T’ATTENDS PLUS QUE TOUT</a:t>
            </a:r>
          </a:p>
          <a:p>
            <a:pPr>
              <a:defRPr/>
            </a:pPr>
            <a:r>
              <a:rPr lang="fr-FR" dirty="0" smtClean="0"/>
              <a:t>     I </a:t>
            </a:r>
            <a:r>
              <a:rPr lang="fr-FR" dirty="0" err="1" smtClean="0"/>
              <a:t>am</a:t>
            </a:r>
            <a:r>
              <a:rPr lang="fr-FR" dirty="0" smtClean="0"/>
              <a:t> </a:t>
            </a:r>
            <a:r>
              <a:rPr lang="fr-FR" dirty="0" err="1" smtClean="0"/>
              <a:t>waiting</a:t>
            </a:r>
            <a:r>
              <a:rPr lang="fr-FR" dirty="0" smtClean="0"/>
              <a:t> for </a:t>
            </a:r>
            <a:r>
              <a:rPr lang="fr-FR" dirty="0" err="1" smtClean="0"/>
              <a:t>you</a:t>
            </a:r>
            <a:r>
              <a:rPr lang="fr-FR" dirty="0" smtClean="0"/>
              <a:t>, I </a:t>
            </a:r>
            <a:r>
              <a:rPr lang="fr-FR" dirty="0" err="1" smtClean="0"/>
              <a:t>am</a:t>
            </a:r>
            <a:r>
              <a:rPr lang="fr-FR" dirty="0" smtClean="0"/>
              <a:t> </a:t>
            </a:r>
            <a:r>
              <a:rPr lang="fr-FR" dirty="0" err="1" smtClean="0"/>
              <a:t>waiting</a:t>
            </a:r>
            <a:r>
              <a:rPr lang="fr-FR" dirty="0" smtClean="0"/>
              <a:t> for </a:t>
            </a:r>
            <a:r>
              <a:rPr lang="fr-FR" dirty="0" err="1" smtClean="0"/>
              <a:t>you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 2-  OUI, J’ATTENDS PLUS QUE TOUT QUE TU VIENNNES </a:t>
            </a:r>
          </a:p>
          <a:p>
            <a:pPr>
              <a:defRPr/>
            </a:pPr>
            <a:r>
              <a:rPr lang="fr-FR" dirty="0" smtClean="0"/>
              <a:t>      I </a:t>
            </a:r>
            <a:r>
              <a:rPr lang="fr-FR" dirty="0" err="1" smtClean="0"/>
              <a:t>am</a:t>
            </a:r>
            <a:r>
              <a:rPr lang="fr-FR" dirty="0" smtClean="0"/>
              <a:t> </a:t>
            </a:r>
            <a:r>
              <a:rPr lang="fr-FR" dirty="0" err="1" smtClean="0"/>
              <a:t>waiting</a:t>
            </a:r>
            <a:r>
              <a:rPr lang="fr-FR" dirty="0" smtClean="0"/>
              <a:t> for </a:t>
            </a:r>
            <a:r>
              <a:rPr lang="fr-FR" dirty="0" err="1" smtClean="0"/>
              <a:t>you</a:t>
            </a:r>
            <a:r>
              <a:rPr lang="fr-FR" dirty="0" smtClean="0"/>
              <a:t> to come in
3-  JE T’ATTENDS PLUS QUE TOUT JE T’ATTENDS PLUS QUE TOUT</a:t>
            </a:r>
          </a:p>
          <a:p>
            <a:pPr>
              <a:defRPr/>
            </a:pPr>
            <a:r>
              <a:rPr lang="fr-FR" dirty="0" smtClean="0"/>
              <a:t>      I </a:t>
            </a:r>
            <a:r>
              <a:rPr lang="fr-FR" dirty="0" err="1" smtClean="0"/>
              <a:t>am</a:t>
            </a:r>
            <a:r>
              <a:rPr lang="fr-FR" dirty="0" smtClean="0"/>
              <a:t> </a:t>
            </a:r>
            <a:r>
              <a:rPr lang="fr-FR" dirty="0" err="1" smtClean="0"/>
              <a:t>waiting</a:t>
            </a:r>
            <a:r>
              <a:rPr lang="fr-FR" dirty="0" smtClean="0"/>
              <a:t> for </a:t>
            </a:r>
            <a:r>
              <a:rPr lang="fr-FR" dirty="0" err="1" smtClean="0"/>
              <a:t>you</a:t>
            </a:r>
            <a:r>
              <a:rPr lang="fr-FR" dirty="0" smtClean="0"/>
              <a:t>, I </a:t>
            </a:r>
            <a:r>
              <a:rPr lang="fr-FR" dirty="0" err="1" smtClean="0"/>
              <a:t>am</a:t>
            </a:r>
            <a:r>
              <a:rPr lang="fr-FR" dirty="0" smtClean="0"/>
              <a:t> </a:t>
            </a:r>
            <a:r>
              <a:rPr lang="fr-FR" dirty="0" err="1" smtClean="0"/>
              <a:t>waiting</a:t>
            </a:r>
            <a:r>
              <a:rPr lang="fr-FR" dirty="0" smtClean="0"/>
              <a:t> for </a:t>
            </a:r>
            <a:r>
              <a:rPr lang="fr-FR" dirty="0" err="1" smtClean="0"/>
              <a:t>you</a:t>
            </a:r>
            <a:r>
              <a:rPr lang="fr-FR" dirty="0" smtClean="0"/>
              <a:t>
4-  QUE TU OUVRES LA PORTE </a:t>
            </a:r>
          </a:p>
          <a:p>
            <a:pPr>
              <a:defRPr/>
            </a:pPr>
            <a:r>
              <a:rPr lang="fr-FR" dirty="0" smtClean="0"/>
              <a:t>      To open the </a:t>
            </a:r>
            <a:r>
              <a:rPr lang="fr-FR" dirty="0" err="1" smtClean="0"/>
              <a:t>door</a:t>
            </a:r>
            <a:r>
              <a:rPr lang="fr-FR" dirty="0" smtClean="0"/>
              <a:t> </a:t>
            </a:r>
          </a:p>
          <a:p>
            <a:pPr>
              <a:defRPr/>
            </a:pPr>
            <a:r>
              <a:rPr lang="fr-FR" dirty="0" smtClean="0"/>
              <a:t>5-  QUE TU VIENNES DERRIERE LE VOILE</a:t>
            </a:r>
          </a:p>
          <a:p>
            <a:pPr>
              <a:defRPr/>
            </a:pPr>
            <a:r>
              <a:rPr lang="fr-FR" dirty="0" smtClean="0"/>
              <a:t>      And come in </a:t>
            </a:r>
            <a:r>
              <a:rPr lang="fr-FR" dirty="0" err="1" smtClean="0"/>
              <a:t>beyond</a:t>
            </a:r>
            <a:r>
              <a:rPr lang="fr-FR" dirty="0" smtClean="0"/>
              <a:t> the </a:t>
            </a:r>
            <a:r>
              <a:rPr lang="fr-FR" dirty="0" err="1" smtClean="0"/>
              <a:t>veil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 
6-  JE T’ACCUEILLE MON SEIGNEUR JE T’ACCUEILLE MON SEIGNEUR</a:t>
            </a:r>
          </a:p>
          <a:p>
            <a:pPr>
              <a:defRPr/>
            </a:pPr>
            <a:r>
              <a:rPr lang="fr-FR" dirty="0" smtClean="0"/>
              <a:t>     I </a:t>
            </a:r>
            <a:r>
              <a:rPr lang="fr-FR" dirty="0" err="1" smtClean="0"/>
              <a:t>am</a:t>
            </a:r>
            <a:r>
              <a:rPr lang="fr-FR" dirty="0" smtClean="0"/>
              <a:t> </a:t>
            </a:r>
            <a:r>
              <a:rPr lang="fr-FR" dirty="0" err="1" smtClean="0"/>
              <a:t>welcoming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, I </a:t>
            </a:r>
            <a:r>
              <a:rPr lang="fr-FR" dirty="0" err="1" smtClean="0"/>
              <a:t>am</a:t>
            </a:r>
            <a:r>
              <a:rPr lang="fr-FR" dirty="0" smtClean="0"/>
              <a:t> </a:t>
            </a:r>
            <a:r>
              <a:rPr lang="fr-FR" dirty="0" err="1" smtClean="0"/>
              <a:t>welcoming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7-  JE T’ACCUEILLE MON SEIGNEUR,  POUR QUE TU VIENNES </a:t>
            </a:r>
          </a:p>
          <a:p>
            <a:pPr>
              <a:defRPr/>
            </a:pPr>
            <a:r>
              <a:rPr lang="fr-FR" dirty="0" smtClean="0"/>
              <a:t>     I </a:t>
            </a:r>
            <a:r>
              <a:rPr lang="fr-FR" dirty="0" err="1" smtClean="0"/>
              <a:t>am</a:t>
            </a:r>
            <a:r>
              <a:rPr lang="fr-FR" dirty="0" smtClean="0"/>
              <a:t> </a:t>
            </a:r>
            <a:r>
              <a:rPr lang="fr-FR" dirty="0" err="1" smtClean="0"/>
              <a:t>welcoming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to come in
8-  JE T’ACCUEILLE MON SEIGNEUR JE T’ACCUEILLE MON SEIGNEUR</a:t>
            </a:r>
          </a:p>
          <a:p>
            <a:pPr>
              <a:defRPr/>
            </a:pPr>
            <a:r>
              <a:rPr lang="fr-FR" dirty="0" smtClean="0"/>
              <a:t>     I </a:t>
            </a:r>
            <a:r>
              <a:rPr lang="fr-FR" dirty="0" err="1" smtClean="0"/>
              <a:t>am</a:t>
            </a:r>
            <a:r>
              <a:rPr lang="fr-FR" dirty="0" smtClean="0"/>
              <a:t> </a:t>
            </a:r>
            <a:r>
              <a:rPr lang="fr-FR" dirty="0" err="1" smtClean="0"/>
              <a:t>welcoming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, I </a:t>
            </a:r>
            <a:r>
              <a:rPr lang="fr-FR" dirty="0" err="1" smtClean="0"/>
              <a:t>am</a:t>
            </a:r>
            <a:r>
              <a:rPr lang="fr-FR" dirty="0" smtClean="0"/>
              <a:t> </a:t>
            </a:r>
            <a:r>
              <a:rPr lang="fr-FR" dirty="0" err="1" smtClean="0"/>
              <a:t>welcoming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
9-  QUE TU OUVRES LA PORTE, QUE TU VIENNES  </a:t>
            </a:r>
          </a:p>
          <a:p>
            <a:pPr>
              <a:defRPr/>
            </a:pPr>
            <a:r>
              <a:rPr lang="fr-FR" dirty="0" smtClean="0"/>
              <a:t>     To open the </a:t>
            </a:r>
            <a:r>
              <a:rPr lang="fr-FR" dirty="0" err="1" smtClean="0"/>
              <a:t>door</a:t>
            </a:r>
            <a:r>
              <a:rPr lang="fr-FR" dirty="0" smtClean="0"/>
              <a:t> and come in</a:t>
            </a:r>
          </a:p>
          <a:p>
            <a:pPr>
              <a:defRPr/>
            </a:pPr>
            <a:r>
              <a:rPr lang="fr-FR" dirty="0" smtClean="0"/>
              <a:t>10-  DERRIERE LE VOILE</a:t>
            </a:r>
          </a:p>
          <a:p>
            <a:pPr>
              <a:defRPr/>
            </a:pPr>
            <a:r>
              <a:rPr lang="fr-FR" dirty="0" smtClean="0"/>
              <a:t>      </a:t>
            </a:r>
            <a:r>
              <a:rPr lang="fr-FR" dirty="0" err="1" smtClean="0"/>
              <a:t>Beyond</a:t>
            </a:r>
            <a:r>
              <a:rPr lang="fr-FR" dirty="0" smtClean="0"/>
              <a:t> the </a:t>
            </a:r>
            <a:r>
              <a:rPr lang="fr-FR" dirty="0" err="1" smtClean="0"/>
              <a:t>veil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 
11-  I AM WAITING FOR YOU, I AM WAITING FOR YOU   
12-  I AM WAITING FOR YOU TO COME IN I AM WAITING FOR YOU 
13-  I AM WAITING FOR YOU TO OPEN THE DOOR AND COME IN 
14-  BEYOND THE VEIL 
15-  I AM WELCOMING YOU I AM WELCOMING YOU 
16-  I AM WELCOMING YOU TO COME IN I AM WELCOMING YOU 
17-  I AM WELCOMING YOU TO OPEN THE DOOR AND COME IN 
18-  BEYOND THE VEIL 
</a:t>
            </a: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T’ATTENDS PLUS QUE TOUT JE T’ATTENDS PLUS QUE TOUT</a:t>
            </a:r>
          </a:p>
          <a:p>
            <a:r>
              <a:rPr lang="fr-FR" smtClean="0"/>
              <a:t>     I am waiting for you, I am waiting for you</a:t>
            </a:r>
          </a:p>
          <a:p>
            <a:r>
              <a:rPr lang="fr-FR" smtClean="0"/>
              <a:t> 2-  OUI, J’ATTENDS PLUS QUE TOUT QUE TU VIENNNES </a:t>
            </a:r>
          </a:p>
          <a:p>
            <a:r>
              <a:rPr lang="fr-FR" smtClean="0"/>
              <a:t>      I am waiting for you to come in
3-  JE T’ATTENDS PLUS QUE TOUT JE T’ATTENDS PLUS QUE TOUT</a:t>
            </a:r>
          </a:p>
          <a:p>
            <a:r>
              <a:rPr lang="fr-FR" smtClean="0"/>
              <a:t>      I am waiting for you, I am waiting for you
4-  QUE TU OUVRES LA PORTE </a:t>
            </a:r>
          </a:p>
          <a:p>
            <a:r>
              <a:rPr lang="fr-FR" smtClean="0"/>
              <a:t>      To open the door </a:t>
            </a:r>
          </a:p>
          <a:p>
            <a:r>
              <a:rPr lang="fr-FR" smtClean="0"/>
              <a:t>5-  QUE TU VIENNES DERRIERE LE VOILE</a:t>
            </a:r>
          </a:p>
          <a:p>
            <a:r>
              <a:rPr lang="fr-FR" smtClean="0"/>
              <a:t>      And come in beyond the veil</a:t>
            </a:r>
          </a:p>
          <a:p>
            <a:r>
              <a:rPr lang="fr-FR" smtClean="0"/>
              <a:t> 
6-  JE T’ACCUEILLE MON SEIGNEUR JE T’ACCUEILLE MON SEIGNEUR</a:t>
            </a:r>
          </a:p>
          <a:p>
            <a:r>
              <a:rPr lang="fr-FR" smtClean="0"/>
              <a:t>     I am welcoming you, I am welcoming you</a:t>
            </a:r>
          </a:p>
          <a:p>
            <a:r>
              <a:rPr lang="fr-FR" smtClean="0"/>
              <a:t>7-  JE T’ACCUEILLE MON SEIGNEUR,  POUR QUE TU VIENNES </a:t>
            </a:r>
          </a:p>
          <a:p>
            <a:r>
              <a:rPr lang="fr-FR" smtClean="0"/>
              <a:t>     I am welcoming you to come in
8-  JE T’ACCUEILLE MON SEIGNEUR JE T’ACCUEILLE MON SEIGNEUR</a:t>
            </a:r>
          </a:p>
          <a:p>
            <a:r>
              <a:rPr lang="fr-FR" smtClean="0"/>
              <a:t>     I am welcoming you, I am welcoming you 
9-  QUE TU OUVRES LA PORTE, QUE TU VIENNES  </a:t>
            </a:r>
          </a:p>
          <a:p>
            <a:r>
              <a:rPr lang="fr-FR" smtClean="0"/>
              <a:t>     To open the door and come in</a:t>
            </a:r>
          </a:p>
          <a:p>
            <a:r>
              <a:rPr lang="fr-FR" smtClean="0"/>
              <a:t>10-  DERRIERE LE VOILE</a:t>
            </a:r>
          </a:p>
          <a:p>
            <a:r>
              <a:rPr lang="fr-FR" smtClean="0"/>
              <a:t>      Beyond the veil</a:t>
            </a:r>
          </a:p>
          <a:p>
            <a:r>
              <a:rPr lang="fr-FR" smtClean="0"/>
              <a:t> 
11-  I AM WAITING FOR YOU, I AM WAITING FOR YOU   
12-  I AM WAITING FOR YOU TO COME IN I AM WAITING FOR YOU 
13-  I AM WAITING FOR YOU TO OPEN THE DOOR AND COME IN 
14-  BEYOND THE VEIL 
15-  I AM WELCOMING YOU I AM WELCOMING YOU 
16-  I AM WELCOMING YOU TO COME IN I AM WELCOMING YOU 
17-  I AM WELCOMING YOU TO OPEN THE DOOR AND COME IN 
18-  BEYOND THE VEIL 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T’ATTENDS PLUS QUE TOUT JE T’ATTENDS PLUS QUE TOUT</a:t>
            </a:r>
          </a:p>
          <a:p>
            <a:pPr>
              <a:defRPr/>
            </a:pPr>
            <a:r>
              <a:rPr lang="fr-FR" smtClean="0"/>
              <a:t>     I am waiting for you, I am waiting for you</a:t>
            </a:r>
          </a:p>
          <a:p>
            <a:pPr>
              <a:defRPr/>
            </a:pPr>
            <a:r>
              <a:rPr lang="fr-FR" smtClean="0"/>
              <a:t> 2-  OUI, J’ATTENDS PLUS QUE TOUT QUE TU VIENNNES </a:t>
            </a:r>
          </a:p>
          <a:p>
            <a:pPr>
              <a:defRPr/>
            </a:pPr>
            <a:r>
              <a:rPr lang="fr-FR" smtClean="0"/>
              <a:t>      I am waiting for you to come in
3-  JE T’ATTENDS PLUS QUE TOUT JE T’ATTENDS PLUS QUE TOUT</a:t>
            </a:r>
          </a:p>
          <a:p>
            <a:pPr>
              <a:defRPr/>
            </a:pPr>
            <a:r>
              <a:rPr lang="fr-FR" smtClean="0"/>
              <a:t>      I am waiting for you, I am waiting for you
4-  QUE TU OUVRES LA PORTE </a:t>
            </a:r>
          </a:p>
          <a:p>
            <a:pPr>
              <a:defRPr/>
            </a:pPr>
            <a:r>
              <a:rPr lang="fr-FR" smtClean="0"/>
              <a:t>      To open the door </a:t>
            </a:r>
          </a:p>
          <a:p>
            <a:pPr>
              <a:defRPr/>
            </a:pPr>
            <a:r>
              <a:rPr lang="fr-FR" smtClean="0"/>
              <a:t>5-  QUE TU VIENNES DERRIERE LE VOILE</a:t>
            </a:r>
          </a:p>
          <a:p>
            <a:pPr>
              <a:defRPr/>
            </a:pPr>
            <a:r>
              <a:rPr lang="fr-FR" smtClean="0"/>
              <a:t>      And come in beyond the veil</a:t>
            </a:r>
          </a:p>
          <a:p>
            <a:pPr>
              <a:defRPr/>
            </a:pPr>
            <a:r>
              <a:rPr lang="fr-FR" smtClean="0"/>
              <a:t> 
6-  JE T’ACCUEILLE MON SEIGNEUR JE T’ACCUEILLE MON SEIGNEUR</a:t>
            </a:r>
          </a:p>
          <a:p>
            <a:pPr>
              <a:defRPr/>
            </a:pPr>
            <a:r>
              <a:rPr lang="fr-FR" smtClean="0"/>
              <a:t>     I am welcoming you, I am welcoming you</a:t>
            </a:r>
          </a:p>
          <a:p>
            <a:pPr>
              <a:defRPr/>
            </a:pPr>
            <a:r>
              <a:rPr lang="fr-FR" smtClean="0"/>
              <a:t>7-  JE T’ACCUEILLE MON SEIGNEUR,  POUR QUE TU VIENNES </a:t>
            </a:r>
          </a:p>
          <a:p>
            <a:pPr>
              <a:defRPr/>
            </a:pPr>
            <a:r>
              <a:rPr lang="fr-FR" smtClean="0"/>
              <a:t>     I am welcoming you to come in
8-  JE T’ACCUEILLE MON SEIGNEUR JE T’ACCUEILLE MON SEIGNEUR</a:t>
            </a:r>
          </a:p>
          <a:p>
            <a:pPr>
              <a:defRPr/>
            </a:pPr>
            <a:r>
              <a:rPr lang="fr-FR" smtClean="0"/>
              <a:t>     I am welcoming you, I am welcoming you 
9-  QUE TU OUVRES LA PORTE, QUE TU VIENNES  </a:t>
            </a:r>
          </a:p>
          <a:p>
            <a:pPr>
              <a:defRPr/>
            </a:pPr>
            <a:r>
              <a:rPr lang="fr-FR" smtClean="0"/>
              <a:t>     To open the door and come in</a:t>
            </a:r>
          </a:p>
          <a:p>
            <a:pPr>
              <a:defRPr/>
            </a:pPr>
            <a:r>
              <a:rPr lang="fr-FR" smtClean="0"/>
              <a:t>10-  DERRIERE LE VOILE</a:t>
            </a:r>
          </a:p>
          <a:p>
            <a:pPr>
              <a:defRPr/>
            </a:pPr>
            <a:r>
              <a:rPr lang="fr-FR" smtClean="0"/>
              <a:t>      Beyond the veil</a:t>
            </a:r>
          </a:p>
          <a:p>
            <a:pPr>
              <a:defRPr/>
            </a:pPr>
            <a:r>
              <a:rPr lang="fr-FR" smtClean="0"/>
              <a:t> 
11-  I AM WAITING FOR YOU, I AM WAITING FOR YOU   
12-  I AM WAITING FOR YOU TO COME IN I AM WAITING FOR YOU 
13-  I AM WAITING FOR YOU TO OPEN THE DOOR AND COME IN 
14-  BEYOND THE VEIL 
15-  I AM WELCOMING YOU I AM WELCOMING YOU 
16-  I AM WELCOMING YOU TO COME IN I AM WELCOMING YOU 
17-  I AM WELCOMING YOU TO OPEN THE DOOR AND COME IN 
18-  BEYOND THE VEIL 
</a:t>
            </a:r>
            <a:endParaRPr lang="fr-FR" dirty="0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T’ATTENDS PLUS QUE TOUT JE T’ATTENDS PLUS QUE TOUT</a:t>
            </a:r>
          </a:p>
          <a:p>
            <a:r>
              <a:rPr lang="fr-FR" smtClean="0"/>
              <a:t>     I am waiting for you, I am waiting for you</a:t>
            </a:r>
          </a:p>
          <a:p>
            <a:r>
              <a:rPr lang="fr-FR" smtClean="0"/>
              <a:t> 2-  OUI, J’ATTENDS PLUS QUE TOUT QUE TU VIENNNES </a:t>
            </a:r>
          </a:p>
          <a:p>
            <a:r>
              <a:rPr lang="fr-FR" smtClean="0"/>
              <a:t>      I am waiting for you to come in
3-  JE T’ATTENDS PLUS QUE TOUT JE T’ATTENDS PLUS QUE TOUT</a:t>
            </a:r>
          </a:p>
          <a:p>
            <a:r>
              <a:rPr lang="fr-FR" smtClean="0"/>
              <a:t>      I am waiting for you, I am waiting for you
4-  QUE TU OUVRES LA PORTE </a:t>
            </a:r>
          </a:p>
          <a:p>
            <a:r>
              <a:rPr lang="fr-FR" smtClean="0"/>
              <a:t>      To open the door </a:t>
            </a:r>
          </a:p>
          <a:p>
            <a:r>
              <a:rPr lang="fr-FR" smtClean="0"/>
              <a:t>5-  QUE TU VIENNES DERRIERE LE VOILE</a:t>
            </a:r>
          </a:p>
          <a:p>
            <a:r>
              <a:rPr lang="fr-FR" smtClean="0"/>
              <a:t>      And come in beyond the veil</a:t>
            </a:r>
          </a:p>
          <a:p>
            <a:r>
              <a:rPr lang="fr-FR" smtClean="0"/>
              <a:t> 
6-  JE T’ACCUEILLE MON SEIGNEUR JE T’ACCUEILLE MON SEIGNEUR</a:t>
            </a:r>
          </a:p>
          <a:p>
            <a:r>
              <a:rPr lang="fr-FR" smtClean="0"/>
              <a:t>     I am welcoming you, I am welcoming you</a:t>
            </a:r>
          </a:p>
          <a:p>
            <a:r>
              <a:rPr lang="fr-FR" smtClean="0"/>
              <a:t>7-  JE T’ACCUEILLE MON SEIGNEUR,  POUR QUE TU VIENNES </a:t>
            </a:r>
          </a:p>
          <a:p>
            <a:r>
              <a:rPr lang="fr-FR" smtClean="0"/>
              <a:t>     I am welcoming you to come in
8-  JE T’ACCUEILLE MON SEIGNEUR JE T’ACCUEILLE MON SEIGNEUR</a:t>
            </a:r>
          </a:p>
          <a:p>
            <a:r>
              <a:rPr lang="fr-FR" smtClean="0"/>
              <a:t>     I am welcoming you, I am welcoming you 
9-  QUE TU OUVRES LA PORTE, QUE TU VIENNES  </a:t>
            </a:r>
          </a:p>
          <a:p>
            <a:r>
              <a:rPr lang="fr-FR" smtClean="0"/>
              <a:t>     To open the door and come in</a:t>
            </a:r>
          </a:p>
          <a:p>
            <a:r>
              <a:rPr lang="fr-FR" smtClean="0"/>
              <a:t>10-  DERRIERE LE VOILE</a:t>
            </a:r>
          </a:p>
          <a:p>
            <a:r>
              <a:rPr lang="fr-FR" smtClean="0"/>
              <a:t>      Beyond the veil</a:t>
            </a:r>
          </a:p>
          <a:p>
            <a:r>
              <a:rPr lang="fr-FR" smtClean="0"/>
              <a:t> 
11-  I AM WAITING FOR YOU, I AM WAITING FOR YOU   
12-  I AM WAITING FOR YOU TO COME IN I AM WAITING FOR YOU 
13-  I AM WAITING FOR YOU TO OPEN THE DOOR AND COME IN 
14-  BEYOND THE VEIL 
15-  I AM WELCOMING YOU I AM WELCOMING YOU 
16-  I AM WELCOMING YOU TO COME IN I AM WELCOMING YOU 
17-  I AM WELCOMING YOU TO OPEN THE DOOR AND COME IN 
18-  BEYOND THE VEIL 
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T’ATTENDS PLUS QUE TOUT JE T’ATTENDS PLUS QUE TOUT</a:t>
            </a:r>
          </a:p>
          <a:p>
            <a:pPr>
              <a:defRPr/>
            </a:pPr>
            <a:r>
              <a:rPr lang="fr-FR" smtClean="0"/>
              <a:t>     I am waiting for you, I am waiting for you</a:t>
            </a:r>
          </a:p>
          <a:p>
            <a:pPr>
              <a:defRPr/>
            </a:pPr>
            <a:r>
              <a:rPr lang="fr-FR" smtClean="0"/>
              <a:t> 2-  OUI, J’ATTENDS PLUS QUE TOUT QUE TU VIENNNES </a:t>
            </a:r>
          </a:p>
          <a:p>
            <a:pPr>
              <a:defRPr/>
            </a:pPr>
            <a:r>
              <a:rPr lang="fr-FR" smtClean="0"/>
              <a:t>      I am waiting for you to come in
3-  JE T’ATTENDS PLUS QUE TOUT JE T’ATTENDS PLUS QUE TOUT</a:t>
            </a:r>
          </a:p>
          <a:p>
            <a:pPr>
              <a:defRPr/>
            </a:pPr>
            <a:r>
              <a:rPr lang="fr-FR" smtClean="0"/>
              <a:t>      I am waiting for you, I am waiting for you
4-  QUE TU OUVRES LA PORTE </a:t>
            </a:r>
          </a:p>
          <a:p>
            <a:pPr>
              <a:defRPr/>
            </a:pPr>
            <a:r>
              <a:rPr lang="fr-FR" smtClean="0"/>
              <a:t>      To open the door </a:t>
            </a:r>
          </a:p>
          <a:p>
            <a:pPr>
              <a:defRPr/>
            </a:pPr>
            <a:r>
              <a:rPr lang="fr-FR" smtClean="0"/>
              <a:t>5-  QUE TU VIENNES DERRIERE LE VOILE</a:t>
            </a:r>
          </a:p>
          <a:p>
            <a:pPr>
              <a:defRPr/>
            </a:pPr>
            <a:r>
              <a:rPr lang="fr-FR" smtClean="0"/>
              <a:t>      And come in beyond the veil</a:t>
            </a:r>
          </a:p>
          <a:p>
            <a:pPr>
              <a:defRPr/>
            </a:pPr>
            <a:r>
              <a:rPr lang="fr-FR" smtClean="0"/>
              <a:t> 
6-  JE T’ACCUEILLE MON SEIGNEUR JE T’ACCUEILLE MON SEIGNEUR</a:t>
            </a:r>
          </a:p>
          <a:p>
            <a:pPr>
              <a:defRPr/>
            </a:pPr>
            <a:r>
              <a:rPr lang="fr-FR" smtClean="0"/>
              <a:t>     I am welcoming you, I am welcoming you</a:t>
            </a:r>
          </a:p>
          <a:p>
            <a:pPr>
              <a:defRPr/>
            </a:pPr>
            <a:r>
              <a:rPr lang="fr-FR" smtClean="0"/>
              <a:t>7-  JE T’ACCUEILLE MON SEIGNEUR,  POUR QUE TU VIENNES </a:t>
            </a:r>
          </a:p>
          <a:p>
            <a:pPr>
              <a:defRPr/>
            </a:pPr>
            <a:r>
              <a:rPr lang="fr-FR" smtClean="0"/>
              <a:t>     I am welcoming you to come in
8-  JE T’ACCUEILLE MON SEIGNEUR JE T’ACCUEILLE MON SEIGNEUR</a:t>
            </a:r>
          </a:p>
          <a:p>
            <a:pPr>
              <a:defRPr/>
            </a:pPr>
            <a:r>
              <a:rPr lang="fr-FR" smtClean="0"/>
              <a:t>     I am welcoming you, I am welcoming you 
9-  QUE TU OUVRES LA PORTE, QUE TU VIENNES  </a:t>
            </a:r>
          </a:p>
          <a:p>
            <a:pPr>
              <a:defRPr/>
            </a:pPr>
            <a:r>
              <a:rPr lang="fr-FR" smtClean="0"/>
              <a:t>     To open the door and come in</a:t>
            </a:r>
          </a:p>
          <a:p>
            <a:pPr>
              <a:defRPr/>
            </a:pPr>
            <a:r>
              <a:rPr lang="fr-FR" smtClean="0"/>
              <a:t>10-  DERRIERE LE VOILE</a:t>
            </a:r>
          </a:p>
          <a:p>
            <a:pPr>
              <a:defRPr/>
            </a:pPr>
            <a:r>
              <a:rPr lang="fr-FR" smtClean="0"/>
              <a:t>      Beyond the veil</a:t>
            </a:r>
          </a:p>
          <a:p>
            <a:pPr>
              <a:defRPr/>
            </a:pPr>
            <a:r>
              <a:rPr lang="fr-FR" smtClean="0"/>
              <a:t> 
11-  I AM WAITING FOR YOU, I AM WAITING FOR YOU   
12-  I AM WAITING FOR YOU TO COME IN I AM WAITING FOR YOU 
13-  I AM WAITING FOR YOU TO OPEN THE DOOR AND COME IN 
14-  BEYOND THE VEIL 
15-  I AM WELCOMING YOU I AM WELCOMING YOU 
16-  I AM WELCOMING YOU TO COME IN I AM WELCOMING YOU 
17-  I AM WELCOMING YOU TO OPEN THE DOOR AND COME IN 
18-  BEYOND THE VEIL 
</a:t>
            </a:r>
            <a:endParaRPr lang="fr-FR" dirty="0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T’ATTENDS PLUS QUE TOUT JE T’ATTENDS PLUS QUE TOUT</a:t>
            </a:r>
          </a:p>
          <a:p>
            <a:r>
              <a:rPr lang="fr-FR" smtClean="0"/>
              <a:t>     I am waiting for you, I am waiting for you</a:t>
            </a:r>
          </a:p>
          <a:p>
            <a:r>
              <a:rPr lang="fr-FR" smtClean="0"/>
              <a:t> 2-  OUI, J’ATTENDS PLUS QUE TOUT QUE TU VIENNNES </a:t>
            </a:r>
          </a:p>
          <a:p>
            <a:r>
              <a:rPr lang="fr-FR" smtClean="0"/>
              <a:t>      I am waiting for you to come in
3-  JE T’ATTENDS PLUS QUE TOUT JE T’ATTENDS PLUS QUE TOUT</a:t>
            </a:r>
          </a:p>
          <a:p>
            <a:r>
              <a:rPr lang="fr-FR" smtClean="0"/>
              <a:t>      I am waiting for you, I am waiting for you
4-  QUE TU OUVRES LA PORTE </a:t>
            </a:r>
          </a:p>
          <a:p>
            <a:r>
              <a:rPr lang="fr-FR" smtClean="0"/>
              <a:t>      To open the door </a:t>
            </a:r>
          </a:p>
          <a:p>
            <a:r>
              <a:rPr lang="fr-FR" smtClean="0"/>
              <a:t>5-  QUE TU VIENNES DERRIERE LE VOILE</a:t>
            </a:r>
          </a:p>
          <a:p>
            <a:r>
              <a:rPr lang="fr-FR" smtClean="0"/>
              <a:t>      And come in beyond the veil</a:t>
            </a:r>
          </a:p>
          <a:p>
            <a:r>
              <a:rPr lang="fr-FR" smtClean="0"/>
              <a:t> 
6-  JE T’ACCUEILLE MON SEIGNEUR JE T’ACCUEILLE MON SEIGNEUR</a:t>
            </a:r>
          </a:p>
          <a:p>
            <a:r>
              <a:rPr lang="fr-FR" smtClean="0"/>
              <a:t>     I am welcoming you, I am welcoming you</a:t>
            </a:r>
          </a:p>
          <a:p>
            <a:r>
              <a:rPr lang="fr-FR" smtClean="0"/>
              <a:t>7-  JE T’ACCUEILLE MON SEIGNEUR,  POUR QUE TU VIENNES </a:t>
            </a:r>
          </a:p>
          <a:p>
            <a:r>
              <a:rPr lang="fr-FR" smtClean="0"/>
              <a:t>     I am welcoming you to come in
8-  JE T’ACCUEILLE MON SEIGNEUR JE T’ACCUEILLE MON SEIGNEUR</a:t>
            </a:r>
          </a:p>
          <a:p>
            <a:r>
              <a:rPr lang="fr-FR" smtClean="0"/>
              <a:t>     I am welcoming you, I am welcoming you 
9-  QUE TU OUVRES LA PORTE, QUE TU VIENNES  </a:t>
            </a:r>
          </a:p>
          <a:p>
            <a:r>
              <a:rPr lang="fr-FR" smtClean="0"/>
              <a:t>     To open the door and come in</a:t>
            </a:r>
          </a:p>
          <a:p>
            <a:r>
              <a:rPr lang="fr-FR" smtClean="0"/>
              <a:t>10-  DERRIERE LE VOILE</a:t>
            </a:r>
          </a:p>
          <a:p>
            <a:r>
              <a:rPr lang="fr-FR" smtClean="0"/>
              <a:t>      Beyond the veil</a:t>
            </a:r>
          </a:p>
          <a:p>
            <a:r>
              <a:rPr lang="fr-FR" smtClean="0"/>
              <a:t> 
11-  I AM WAITING FOR YOU, I AM WAITING FOR YOU   
12-  I AM WAITING FOR YOU TO COME IN I AM WAITING FOR YOU 
13-  I AM WAITING FOR YOU TO OPEN THE DOOR AND COME IN 
14-  BEYOND THE VEIL 
15-  I AM WELCOMING YOU I AM WELCOMING YOU 
16-  I AM WELCOMING YOU TO COME IN I AM WELCOMING YOU 
17-  I AM WELCOMING YOU TO OPEN THE DOOR AND COME IN 
18-  BEYOND THE VEIL 
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T’ATTENDS PLUS QUE TOUT JE T’ATTENDS PLUS QUE TOUT</a:t>
            </a:r>
          </a:p>
          <a:p>
            <a:pPr>
              <a:defRPr/>
            </a:pPr>
            <a:r>
              <a:rPr lang="fr-FR" smtClean="0"/>
              <a:t>     I am waiting for you, I am waiting for you</a:t>
            </a:r>
          </a:p>
          <a:p>
            <a:pPr>
              <a:defRPr/>
            </a:pPr>
            <a:r>
              <a:rPr lang="fr-FR" smtClean="0"/>
              <a:t> 2-  OUI, J’ATTENDS PLUS QUE TOUT QUE TU VIENNNES </a:t>
            </a:r>
          </a:p>
          <a:p>
            <a:pPr>
              <a:defRPr/>
            </a:pPr>
            <a:r>
              <a:rPr lang="fr-FR" smtClean="0"/>
              <a:t>      I am waiting for you to come in
3-  JE T’ATTENDS PLUS QUE TOUT JE T’ATTENDS PLUS QUE TOUT</a:t>
            </a:r>
          </a:p>
          <a:p>
            <a:pPr>
              <a:defRPr/>
            </a:pPr>
            <a:r>
              <a:rPr lang="fr-FR" smtClean="0"/>
              <a:t>      I am waiting for you, I am waiting for you
4-  QUE TU OUVRES LA PORTE </a:t>
            </a:r>
          </a:p>
          <a:p>
            <a:pPr>
              <a:defRPr/>
            </a:pPr>
            <a:r>
              <a:rPr lang="fr-FR" smtClean="0"/>
              <a:t>      To open the door </a:t>
            </a:r>
          </a:p>
          <a:p>
            <a:pPr>
              <a:defRPr/>
            </a:pPr>
            <a:r>
              <a:rPr lang="fr-FR" smtClean="0"/>
              <a:t>5-  QUE TU VIENNES DERRIERE LE VOILE</a:t>
            </a:r>
          </a:p>
          <a:p>
            <a:pPr>
              <a:defRPr/>
            </a:pPr>
            <a:r>
              <a:rPr lang="fr-FR" smtClean="0"/>
              <a:t>      And come in beyond the veil</a:t>
            </a:r>
          </a:p>
          <a:p>
            <a:pPr>
              <a:defRPr/>
            </a:pPr>
            <a:r>
              <a:rPr lang="fr-FR" smtClean="0"/>
              <a:t> 
6-  JE T’ACCUEILLE MON SEIGNEUR JE T’ACCUEILLE MON SEIGNEUR</a:t>
            </a:r>
          </a:p>
          <a:p>
            <a:pPr>
              <a:defRPr/>
            </a:pPr>
            <a:r>
              <a:rPr lang="fr-FR" smtClean="0"/>
              <a:t>     I am welcoming you, I am welcoming you</a:t>
            </a:r>
          </a:p>
          <a:p>
            <a:pPr>
              <a:defRPr/>
            </a:pPr>
            <a:r>
              <a:rPr lang="fr-FR" smtClean="0"/>
              <a:t>7-  JE T’ACCUEILLE MON SEIGNEUR,  POUR QUE TU VIENNES </a:t>
            </a:r>
          </a:p>
          <a:p>
            <a:pPr>
              <a:defRPr/>
            </a:pPr>
            <a:r>
              <a:rPr lang="fr-FR" smtClean="0"/>
              <a:t>     I am welcoming you to come in
8-  JE T’ACCUEILLE MON SEIGNEUR JE T’ACCUEILLE MON SEIGNEUR</a:t>
            </a:r>
          </a:p>
          <a:p>
            <a:pPr>
              <a:defRPr/>
            </a:pPr>
            <a:r>
              <a:rPr lang="fr-FR" smtClean="0"/>
              <a:t>     I am welcoming you, I am welcoming you 
9-  QUE TU OUVRES LA PORTE, QUE TU VIENNES  </a:t>
            </a:r>
          </a:p>
          <a:p>
            <a:pPr>
              <a:defRPr/>
            </a:pPr>
            <a:r>
              <a:rPr lang="fr-FR" smtClean="0"/>
              <a:t>     To open the door and come in</a:t>
            </a:r>
          </a:p>
          <a:p>
            <a:pPr>
              <a:defRPr/>
            </a:pPr>
            <a:r>
              <a:rPr lang="fr-FR" smtClean="0"/>
              <a:t>10-  DERRIERE LE VOILE</a:t>
            </a:r>
          </a:p>
          <a:p>
            <a:pPr>
              <a:defRPr/>
            </a:pPr>
            <a:r>
              <a:rPr lang="fr-FR" smtClean="0"/>
              <a:t>      Beyond the veil</a:t>
            </a:r>
          </a:p>
          <a:p>
            <a:pPr>
              <a:defRPr/>
            </a:pPr>
            <a:r>
              <a:rPr lang="fr-FR" smtClean="0"/>
              <a:t> 
11-  I AM WAITING FOR YOU, I AM WAITING FOR YOU   
12-  I AM WAITING FOR YOU TO COME IN I AM WAITING FOR YOU 
13-  I AM WAITING FOR YOU TO OPEN THE DOOR AND COME IN 
14-  BEYOND THE VEIL 
15-  I AM WELCOMING YOU I AM WELCOMING YOU 
16-  I AM WELCOMING YOU TO COME IN I AM WELCOMING YOU 
17-  I AM WELCOMING YOU TO OPEN THE DOOR AND COME IN 
18-  BEYOND THE VEIL 
</a:t>
            </a:r>
            <a:endParaRPr lang="fr-FR" dirty="0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T’ATTENDS PLUS QUE TOUT JE T’ATTENDS PLUS QUE TOUT</a:t>
            </a:r>
          </a:p>
          <a:p>
            <a:r>
              <a:rPr lang="fr-FR" smtClean="0"/>
              <a:t>     I am waiting for you, I am waiting for you</a:t>
            </a:r>
          </a:p>
          <a:p>
            <a:r>
              <a:rPr lang="fr-FR" smtClean="0"/>
              <a:t> 2-  OUI, J’ATTENDS PLUS QUE TOUT QUE TU VIENNNES </a:t>
            </a:r>
          </a:p>
          <a:p>
            <a:r>
              <a:rPr lang="fr-FR" smtClean="0"/>
              <a:t>      I am waiting for you to come in
3-  JE T’ATTENDS PLUS QUE TOUT JE T’ATTENDS PLUS QUE TOUT</a:t>
            </a:r>
          </a:p>
          <a:p>
            <a:r>
              <a:rPr lang="fr-FR" smtClean="0"/>
              <a:t>      I am waiting for you, I am waiting for you
4-  QUE TU OUVRES LA PORTE </a:t>
            </a:r>
          </a:p>
          <a:p>
            <a:r>
              <a:rPr lang="fr-FR" smtClean="0"/>
              <a:t>      To open the door </a:t>
            </a:r>
          </a:p>
          <a:p>
            <a:r>
              <a:rPr lang="fr-FR" smtClean="0"/>
              <a:t>5-  QUE TU VIENNES DERRIERE LE VOILE</a:t>
            </a:r>
          </a:p>
          <a:p>
            <a:r>
              <a:rPr lang="fr-FR" smtClean="0"/>
              <a:t>      And come in beyond the veil</a:t>
            </a:r>
          </a:p>
          <a:p>
            <a:r>
              <a:rPr lang="fr-FR" smtClean="0"/>
              <a:t> 
6-  JE T’ACCUEILLE MON SEIGNEUR JE T’ACCUEILLE MON SEIGNEUR</a:t>
            </a:r>
          </a:p>
          <a:p>
            <a:r>
              <a:rPr lang="fr-FR" smtClean="0"/>
              <a:t>     I am welcoming you, I am welcoming you</a:t>
            </a:r>
          </a:p>
          <a:p>
            <a:r>
              <a:rPr lang="fr-FR" smtClean="0"/>
              <a:t>7-  JE T’ACCUEILLE MON SEIGNEUR,  POUR QUE TU VIENNES </a:t>
            </a:r>
          </a:p>
          <a:p>
            <a:r>
              <a:rPr lang="fr-FR" smtClean="0"/>
              <a:t>     I am welcoming you to come in
8-  JE T’ACCUEILLE MON SEIGNEUR JE T’ACCUEILLE MON SEIGNEUR</a:t>
            </a:r>
          </a:p>
          <a:p>
            <a:r>
              <a:rPr lang="fr-FR" smtClean="0"/>
              <a:t>     I am welcoming you, I am welcoming you 
9-  QUE TU OUVRES LA PORTE, QUE TU VIENNES  </a:t>
            </a:r>
          </a:p>
          <a:p>
            <a:r>
              <a:rPr lang="fr-FR" smtClean="0"/>
              <a:t>     To open the door and come in</a:t>
            </a:r>
          </a:p>
          <a:p>
            <a:r>
              <a:rPr lang="fr-FR" smtClean="0"/>
              <a:t>10-  DERRIERE LE VOILE</a:t>
            </a:r>
          </a:p>
          <a:p>
            <a:r>
              <a:rPr lang="fr-FR" smtClean="0"/>
              <a:t>      Beyond the veil</a:t>
            </a:r>
          </a:p>
          <a:p>
            <a:r>
              <a:rPr lang="fr-FR" smtClean="0"/>
              <a:t> 
11-  I AM WAITING FOR YOU, I AM WAITING FOR YOU   
12-  I AM WAITING FOR YOU TO COME IN I AM WAITING FOR YOU 
13-  I AM WAITING FOR YOU TO OPEN THE DOOR AND COME IN 
14-  BEYOND THE VEIL 
15-  I AM WELCOMING YOU I AM WELCOMING YOU 
16-  I AM WELCOMING YOU TO COME IN I AM WELCOMING YOU 
17-  I AM WELCOMING YOU TO OPEN THE DOOR AND COME IN 
18-  BEYOND THE VEIL 
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T’ATTENDS PLUS QUE TOUT JE T’ATTENDS PLUS QUE TOUT</a:t>
            </a:r>
          </a:p>
          <a:p>
            <a:pPr>
              <a:defRPr/>
            </a:pPr>
            <a:r>
              <a:rPr lang="fr-FR" smtClean="0"/>
              <a:t>     I am waiting for you, I am waiting for you</a:t>
            </a:r>
          </a:p>
          <a:p>
            <a:pPr>
              <a:defRPr/>
            </a:pPr>
            <a:r>
              <a:rPr lang="fr-FR" smtClean="0"/>
              <a:t> 2-  OUI, J’ATTENDS PLUS QUE TOUT QUE TU VIENNNES </a:t>
            </a:r>
          </a:p>
          <a:p>
            <a:pPr>
              <a:defRPr/>
            </a:pPr>
            <a:r>
              <a:rPr lang="fr-FR" smtClean="0"/>
              <a:t>      I am waiting for you to come in
3-  JE T’ATTENDS PLUS QUE TOUT JE T’ATTENDS PLUS QUE TOUT</a:t>
            </a:r>
          </a:p>
          <a:p>
            <a:pPr>
              <a:defRPr/>
            </a:pPr>
            <a:r>
              <a:rPr lang="fr-FR" smtClean="0"/>
              <a:t>      I am waiting for you, I am waiting for you
4-  QUE TU OUVRES LA PORTE </a:t>
            </a:r>
          </a:p>
          <a:p>
            <a:pPr>
              <a:defRPr/>
            </a:pPr>
            <a:r>
              <a:rPr lang="fr-FR" smtClean="0"/>
              <a:t>      To open the door </a:t>
            </a:r>
          </a:p>
          <a:p>
            <a:pPr>
              <a:defRPr/>
            </a:pPr>
            <a:r>
              <a:rPr lang="fr-FR" smtClean="0"/>
              <a:t>5-  QUE TU VIENNES DERRIERE LE VOILE</a:t>
            </a:r>
          </a:p>
          <a:p>
            <a:pPr>
              <a:defRPr/>
            </a:pPr>
            <a:r>
              <a:rPr lang="fr-FR" smtClean="0"/>
              <a:t>      And come in beyond the veil</a:t>
            </a:r>
          </a:p>
          <a:p>
            <a:pPr>
              <a:defRPr/>
            </a:pPr>
            <a:r>
              <a:rPr lang="fr-FR" smtClean="0"/>
              <a:t> 
6-  JE T’ACCUEILLE MON SEIGNEUR JE T’ACCUEILLE MON SEIGNEUR</a:t>
            </a:r>
          </a:p>
          <a:p>
            <a:pPr>
              <a:defRPr/>
            </a:pPr>
            <a:r>
              <a:rPr lang="fr-FR" smtClean="0"/>
              <a:t>     I am welcoming you, I am welcoming you</a:t>
            </a:r>
          </a:p>
          <a:p>
            <a:pPr>
              <a:defRPr/>
            </a:pPr>
            <a:r>
              <a:rPr lang="fr-FR" smtClean="0"/>
              <a:t>7-  JE T’ACCUEILLE MON SEIGNEUR,  POUR QUE TU VIENNES </a:t>
            </a:r>
          </a:p>
          <a:p>
            <a:pPr>
              <a:defRPr/>
            </a:pPr>
            <a:r>
              <a:rPr lang="fr-FR" smtClean="0"/>
              <a:t>     I am welcoming you to come in
8-  JE T’ACCUEILLE MON SEIGNEUR JE T’ACCUEILLE MON SEIGNEUR</a:t>
            </a:r>
          </a:p>
          <a:p>
            <a:pPr>
              <a:defRPr/>
            </a:pPr>
            <a:r>
              <a:rPr lang="fr-FR" smtClean="0"/>
              <a:t>     I am welcoming you, I am welcoming you 
9-  QUE TU OUVRES LA PORTE, QUE TU VIENNES  </a:t>
            </a:r>
          </a:p>
          <a:p>
            <a:pPr>
              <a:defRPr/>
            </a:pPr>
            <a:r>
              <a:rPr lang="fr-FR" smtClean="0"/>
              <a:t>     To open the door and come in</a:t>
            </a:r>
          </a:p>
          <a:p>
            <a:pPr>
              <a:defRPr/>
            </a:pPr>
            <a:r>
              <a:rPr lang="fr-FR" smtClean="0"/>
              <a:t>10-  DERRIERE LE VOILE</a:t>
            </a:r>
          </a:p>
          <a:p>
            <a:pPr>
              <a:defRPr/>
            </a:pPr>
            <a:r>
              <a:rPr lang="fr-FR" smtClean="0"/>
              <a:t>      Beyond the veil</a:t>
            </a:r>
          </a:p>
          <a:p>
            <a:pPr>
              <a:defRPr/>
            </a:pPr>
            <a:r>
              <a:rPr lang="fr-FR" smtClean="0"/>
              <a:t> 
11-  I AM WAITING FOR YOU, I AM WAITING FOR YOU   
12-  I AM WAITING FOR YOU TO COME IN I AM WAITING FOR YOU 
13-  I AM WAITING FOR YOU TO OPEN THE DOOR AND COME IN 
14-  BEYOND THE VEIL 
15-  I AM WELCOMING YOU I AM WELCOMING YOU 
16-  I AM WELCOMING YOU TO COME IN I AM WELCOMING YOU 
17-  I AM WELCOMING YOU TO OPEN THE DOOR AND COME IN 
18-  BEYOND THE VEIL 
</a:t>
            </a:r>
            <a:endParaRPr lang="fr-FR" dirty="0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T’ATTENDS PLUS QUE TOUT JE T’ATTENDS PLUS QUE TOUT</a:t>
            </a:r>
          </a:p>
          <a:p>
            <a:r>
              <a:rPr lang="fr-FR" smtClean="0"/>
              <a:t>     I am waiting for you, I am waiting for you</a:t>
            </a:r>
          </a:p>
          <a:p>
            <a:r>
              <a:rPr lang="fr-FR" smtClean="0"/>
              <a:t> 2-  OUI, J’ATTENDS PLUS QUE TOUT QUE TU VIENNNES </a:t>
            </a:r>
          </a:p>
          <a:p>
            <a:r>
              <a:rPr lang="fr-FR" smtClean="0"/>
              <a:t>      I am waiting for you to come in
3-  JE T’ATTENDS PLUS QUE TOUT JE T’ATTENDS PLUS QUE TOUT</a:t>
            </a:r>
          </a:p>
          <a:p>
            <a:r>
              <a:rPr lang="fr-FR" smtClean="0"/>
              <a:t>      I am waiting for you, I am waiting for you
4-  QUE TU OUVRES LA PORTE </a:t>
            </a:r>
          </a:p>
          <a:p>
            <a:r>
              <a:rPr lang="fr-FR" smtClean="0"/>
              <a:t>      To open the door </a:t>
            </a:r>
          </a:p>
          <a:p>
            <a:r>
              <a:rPr lang="fr-FR" smtClean="0"/>
              <a:t>5-  QUE TU VIENNES DERRIERE LE VOILE</a:t>
            </a:r>
          </a:p>
          <a:p>
            <a:r>
              <a:rPr lang="fr-FR" smtClean="0"/>
              <a:t>      And come in beyond the veil</a:t>
            </a:r>
          </a:p>
          <a:p>
            <a:r>
              <a:rPr lang="fr-FR" smtClean="0"/>
              <a:t> 
6-  JE T’ACCUEILLE MON SEIGNEUR JE T’ACCUEILLE MON SEIGNEUR</a:t>
            </a:r>
          </a:p>
          <a:p>
            <a:r>
              <a:rPr lang="fr-FR" smtClean="0"/>
              <a:t>     I am welcoming you, I am welcoming you</a:t>
            </a:r>
          </a:p>
          <a:p>
            <a:r>
              <a:rPr lang="fr-FR" smtClean="0"/>
              <a:t>7-  JE T’ACCUEILLE MON SEIGNEUR,  POUR QUE TU VIENNES </a:t>
            </a:r>
          </a:p>
          <a:p>
            <a:r>
              <a:rPr lang="fr-FR" smtClean="0"/>
              <a:t>     I am welcoming you to come in
8-  JE T’ACCUEILLE MON SEIGNEUR JE T’ACCUEILLE MON SEIGNEUR</a:t>
            </a:r>
          </a:p>
          <a:p>
            <a:r>
              <a:rPr lang="fr-FR" smtClean="0"/>
              <a:t>     I am welcoming you, I am welcoming you 
9-  QUE TU OUVRES LA PORTE, QUE TU VIENNES  </a:t>
            </a:r>
          </a:p>
          <a:p>
            <a:r>
              <a:rPr lang="fr-FR" smtClean="0"/>
              <a:t>     To open the door and come in</a:t>
            </a:r>
          </a:p>
          <a:p>
            <a:r>
              <a:rPr lang="fr-FR" smtClean="0"/>
              <a:t>10-  DERRIERE LE VOILE</a:t>
            </a:r>
          </a:p>
          <a:p>
            <a:r>
              <a:rPr lang="fr-FR" smtClean="0"/>
              <a:t>      Beyond the veil</a:t>
            </a:r>
          </a:p>
          <a:p>
            <a:r>
              <a:rPr lang="fr-FR" smtClean="0"/>
              <a:t> 
11-  I AM WAITING FOR YOU, I AM WAITING FOR YOU   
12-  I AM WAITING FOR YOU TO COME IN I AM WAITING FOR YOU 
13-  I AM WAITING FOR YOU TO OPEN THE DOOR AND COME IN 
14-  BEYOND THE VEIL 
15-  I AM WELCOMING YOU I AM WELCOMING YOU 
16-  I AM WELCOMING YOU TO COME IN I AM WELCOMING YOU 
17-  I AM WELCOMING YOU TO OPEN THE DOOR AND COME IN 
18-  BEYOND THE VEIL 
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JE T’ATTENDS PLUS QUE TOUT JE T’ATTENDS PLUS QUE TOUT</a:t>
            </a:r>
          </a:p>
          <a:p>
            <a:pPr>
              <a:defRPr/>
            </a:pPr>
            <a:r>
              <a:rPr lang="en-US" smtClean="0"/>
              <a:t>     I am waiting for you, I am waiting for you</a:t>
            </a:r>
          </a:p>
          <a:p>
            <a:pPr>
              <a:defRPr/>
            </a:pPr>
            <a:r>
              <a:rPr lang="en-US" smtClean="0"/>
              <a:t> 2-  OUI, J’ATTENDS PLUS QUE TOUT QUE TU VIENNNES </a:t>
            </a:r>
          </a:p>
          <a:p>
            <a:pPr>
              <a:defRPr/>
            </a:pPr>
            <a:r>
              <a:rPr lang="en-US" smtClean="0"/>
              <a:t>      I am waiting for you to come in
3-  JE T’ATTENDS PLUS QUE TOUT JE T’ATTENDS PLUS QUE TOUT</a:t>
            </a:r>
          </a:p>
          <a:p>
            <a:pPr>
              <a:defRPr/>
            </a:pPr>
            <a:r>
              <a:rPr lang="en-US" smtClean="0"/>
              <a:t>      I am waiting for you, I am waiting for you
4-  QUE TU OUVRES LA PORTE </a:t>
            </a:r>
          </a:p>
          <a:p>
            <a:pPr>
              <a:defRPr/>
            </a:pPr>
            <a:r>
              <a:rPr lang="en-US" smtClean="0"/>
              <a:t>      To open the door </a:t>
            </a:r>
          </a:p>
          <a:p>
            <a:pPr>
              <a:defRPr/>
            </a:pPr>
            <a:r>
              <a:rPr lang="en-US" smtClean="0"/>
              <a:t>5-  QUE TU VIENNES DERRIERE LE VOILE</a:t>
            </a:r>
          </a:p>
          <a:p>
            <a:pPr>
              <a:defRPr/>
            </a:pPr>
            <a:r>
              <a:rPr lang="en-US" smtClean="0"/>
              <a:t>      And come in beyond the veil</a:t>
            </a:r>
          </a:p>
          <a:p>
            <a:pPr>
              <a:defRPr/>
            </a:pPr>
            <a:r>
              <a:rPr lang="en-US" smtClean="0"/>
              <a:t> 
6-  JE T’ACCUEILLE MON SEIGNEUR JE T’ACCUEILLE MON SEIGNEUR</a:t>
            </a:r>
          </a:p>
          <a:p>
            <a:pPr>
              <a:defRPr/>
            </a:pPr>
            <a:r>
              <a:rPr lang="en-US" smtClean="0"/>
              <a:t>     I am welcoming you, I am welcoming you</a:t>
            </a:r>
          </a:p>
          <a:p>
            <a:pPr>
              <a:defRPr/>
            </a:pPr>
            <a:r>
              <a:rPr lang="en-US" smtClean="0"/>
              <a:t>7-  JE T’ACCUEILLE MON SEIGNEUR,  POUR QUE TU VIENNES </a:t>
            </a:r>
          </a:p>
          <a:p>
            <a:pPr>
              <a:defRPr/>
            </a:pPr>
            <a:r>
              <a:rPr lang="en-US" smtClean="0"/>
              <a:t>     I am welcoming you to come in
8-  JE T’ACCUEILLE MON SEIGNEUR JE T’ACCUEILLE MON SEIGNEUR</a:t>
            </a:r>
          </a:p>
          <a:p>
            <a:pPr>
              <a:defRPr/>
            </a:pPr>
            <a:r>
              <a:rPr lang="en-US" smtClean="0"/>
              <a:t>     I am welcoming you, I am welcoming you 
9-  QUE TU OUVRES LA PORTE, QUE TU VIENNES  </a:t>
            </a:r>
          </a:p>
          <a:p>
            <a:pPr>
              <a:defRPr/>
            </a:pPr>
            <a:r>
              <a:rPr lang="en-US" smtClean="0"/>
              <a:t>     To open the door and come in</a:t>
            </a:r>
          </a:p>
          <a:p>
            <a:pPr>
              <a:defRPr/>
            </a:pPr>
            <a:r>
              <a:rPr lang="en-US" smtClean="0"/>
              <a:t>10-  DERRIERE LE VOILE</a:t>
            </a:r>
          </a:p>
          <a:p>
            <a:pPr>
              <a:defRPr/>
            </a:pPr>
            <a:r>
              <a:rPr lang="en-US" smtClean="0"/>
              <a:t>      Beyond the veil</a:t>
            </a:r>
          </a:p>
          <a:p>
            <a:pPr>
              <a:defRPr/>
            </a:pPr>
            <a:r>
              <a:rPr lang="en-US" smtClean="0"/>
              <a:t> 
11-  I AM WAITING FOR YOU, I AM WAITING FOR YOU   
12-  I AM WAITING FOR YOU TO COME IN I AM WAITING FOR YOU 
13-  I AM WAITING FOR YOU TO OPEN THE DOOR AND COME IN 
14-  BEYOND THE VEIL 
15-  I AM WELCOMING YOU I AM WELCOMING YOU 
16-  I AM WELCOMING YOU TO COME IN I AM WELCOMING YOU 
17-  I AM WELCOMING YOU TO OPEN THE DOOR AND COME IN 
18-  BEYOND THE VEIL 
</a:t>
            </a:r>
            <a:endParaRPr lang="fr-FR" dirty="0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T’ATTENDS PLUS QUE TOUT JE T’ATTENDS PLUS QUE TOUT</a:t>
            </a:r>
          </a:p>
          <a:p>
            <a:r>
              <a:rPr lang="en-US" smtClean="0"/>
              <a:t>     I am waiting for you, I am waiting for you</a:t>
            </a:r>
          </a:p>
          <a:p>
            <a:r>
              <a:rPr lang="en-US" smtClean="0"/>
              <a:t> 2-  OUI, J’ATTENDS PLUS QUE TOUT QUE TU VIENNNES </a:t>
            </a:r>
          </a:p>
          <a:p>
            <a:r>
              <a:rPr lang="en-US" smtClean="0"/>
              <a:t>      I am waiting for you to come in
3-  JE T’ATTENDS PLUS QUE TOUT JE T’ATTENDS PLUS QUE TOUT</a:t>
            </a:r>
          </a:p>
          <a:p>
            <a:r>
              <a:rPr lang="en-US" smtClean="0"/>
              <a:t>      I am waiting for you, I am waiting for you
4-  QUE TU OUVRES LA PORTE </a:t>
            </a:r>
          </a:p>
          <a:p>
            <a:r>
              <a:rPr lang="en-US" smtClean="0"/>
              <a:t>      To open the door </a:t>
            </a:r>
          </a:p>
          <a:p>
            <a:r>
              <a:rPr lang="en-US" smtClean="0"/>
              <a:t>5-  QUE TU VIENNES DERRIERE LE VOILE</a:t>
            </a:r>
          </a:p>
          <a:p>
            <a:r>
              <a:rPr lang="en-US" smtClean="0"/>
              <a:t>      And come in beyond the veil</a:t>
            </a:r>
          </a:p>
          <a:p>
            <a:r>
              <a:rPr lang="en-US" smtClean="0"/>
              <a:t> 
6-  JE T’ACCUEILLE MON SEIGNEUR JE T’ACCUEILLE MON SEIGNEUR</a:t>
            </a:r>
          </a:p>
          <a:p>
            <a:r>
              <a:rPr lang="en-US" smtClean="0"/>
              <a:t>     I am welcoming you, I am welcoming you</a:t>
            </a:r>
          </a:p>
          <a:p>
            <a:r>
              <a:rPr lang="en-US" smtClean="0"/>
              <a:t>7-  JE T’ACCUEILLE MON SEIGNEUR,  POUR QUE TU VIENNES </a:t>
            </a:r>
          </a:p>
          <a:p>
            <a:r>
              <a:rPr lang="en-US" smtClean="0"/>
              <a:t>     I am welcoming you to come in
8-  JE T’ACCUEILLE MON SEIGNEUR JE T’ACCUEILLE MON SEIGNEUR</a:t>
            </a:r>
          </a:p>
          <a:p>
            <a:r>
              <a:rPr lang="en-US" smtClean="0"/>
              <a:t>     I am welcoming you, I am welcoming you 
9-  QUE TU OUVRES LA PORTE, QUE TU VIENNES  </a:t>
            </a:r>
          </a:p>
          <a:p>
            <a:r>
              <a:rPr lang="en-US" smtClean="0"/>
              <a:t>     To open the door and come in</a:t>
            </a:r>
          </a:p>
          <a:p>
            <a:r>
              <a:rPr lang="en-US" smtClean="0"/>
              <a:t>10-  DERRIERE LE VOILE</a:t>
            </a:r>
          </a:p>
          <a:p>
            <a:r>
              <a:rPr lang="en-US" smtClean="0"/>
              <a:t>      Beyond the veil</a:t>
            </a:r>
          </a:p>
          <a:p>
            <a:r>
              <a:rPr lang="en-US" smtClean="0"/>
              <a:t> 
11-  I AM WAITING FOR YOU, I AM WAITING FOR YOU   
12-  I AM WAITING FOR YOU TO COME IN I AM WAITING FOR YOU 
13-  I AM WAITING FOR YOU TO OPEN THE DOOR AND COME IN 
14-  BEYOND THE VEIL 
15-  I AM WELCOMING YOU I AM WELCOMING YOU 
16-  I AM WELCOMING YOU TO COME IN I AM WELCOMING YOU 
17-  I AM WELCOMING YOU TO OPEN THE DOOR AND COME IN 
18-  BEYOND THE VEIL 
</a:t>
            </a:r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JE T’ATTENDS PLUS QUE TOUT JE T’ATTENDS PLUS QUE TOUT</a:t>
            </a:r>
          </a:p>
          <a:p>
            <a:pPr>
              <a:defRPr/>
            </a:pPr>
            <a:r>
              <a:rPr lang="en-US" smtClean="0"/>
              <a:t>     I am waiting for you, I am waiting for you</a:t>
            </a:r>
          </a:p>
          <a:p>
            <a:pPr>
              <a:defRPr/>
            </a:pPr>
            <a:r>
              <a:rPr lang="en-US" smtClean="0"/>
              <a:t> 2-  OUI, J’ATTENDS PLUS QUE TOUT QUE TU VIENNNES </a:t>
            </a:r>
          </a:p>
          <a:p>
            <a:pPr>
              <a:defRPr/>
            </a:pPr>
            <a:r>
              <a:rPr lang="en-US" smtClean="0"/>
              <a:t>      I am waiting for you to come in
3-  JE T’ATTENDS PLUS QUE TOUT JE T’ATTENDS PLUS QUE TOUT</a:t>
            </a:r>
          </a:p>
          <a:p>
            <a:pPr>
              <a:defRPr/>
            </a:pPr>
            <a:r>
              <a:rPr lang="en-US" smtClean="0"/>
              <a:t>      I am waiting for you, I am waiting for you
4-  QUE TU OUVRES LA PORTE </a:t>
            </a:r>
          </a:p>
          <a:p>
            <a:pPr>
              <a:defRPr/>
            </a:pPr>
            <a:r>
              <a:rPr lang="en-US" smtClean="0"/>
              <a:t>      To open the door </a:t>
            </a:r>
          </a:p>
          <a:p>
            <a:pPr>
              <a:defRPr/>
            </a:pPr>
            <a:r>
              <a:rPr lang="en-US" smtClean="0"/>
              <a:t>5-  QUE TU VIENNES DERRIERE LE VOILE</a:t>
            </a:r>
          </a:p>
          <a:p>
            <a:pPr>
              <a:defRPr/>
            </a:pPr>
            <a:r>
              <a:rPr lang="en-US" smtClean="0"/>
              <a:t>      And come in beyond the veil</a:t>
            </a:r>
          </a:p>
          <a:p>
            <a:pPr>
              <a:defRPr/>
            </a:pPr>
            <a:r>
              <a:rPr lang="en-US" smtClean="0"/>
              <a:t> 
6-  JE T’ACCUEILLE MON SEIGNEUR JE T’ACCUEILLE MON SEIGNEUR</a:t>
            </a:r>
          </a:p>
          <a:p>
            <a:pPr>
              <a:defRPr/>
            </a:pPr>
            <a:r>
              <a:rPr lang="en-US" smtClean="0"/>
              <a:t>     I am welcoming you, I am welcoming you</a:t>
            </a:r>
          </a:p>
          <a:p>
            <a:pPr>
              <a:defRPr/>
            </a:pPr>
            <a:r>
              <a:rPr lang="en-US" smtClean="0"/>
              <a:t>7-  JE T’ACCUEILLE MON SEIGNEUR,  POUR QUE TU VIENNES </a:t>
            </a:r>
          </a:p>
          <a:p>
            <a:pPr>
              <a:defRPr/>
            </a:pPr>
            <a:r>
              <a:rPr lang="en-US" smtClean="0"/>
              <a:t>     I am welcoming you to come in
8-  JE T’ACCUEILLE MON SEIGNEUR JE T’ACCUEILLE MON SEIGNEUR</a:t>
            </a:r>
          </a:p>
          <a:p>
            <a:pPr>
              <a:defRPr/>
            </a:pPr>
            <a:r>
              <a:rPr lang="en-US" smtClean="0"/>
              <a:t>     I am welcoming you, I am welcoming you 
9-  QUE TU OUVRES LA PORTE, QUE TU VIENNES  </a:t>
            </a:r>
          </a:p>
          <a:p>
            <a:pPr>
              <a:defRPr/>
            </a:pPr>
            <a:r>
              <a:rPr lang="en-US" smtClean="0"/>
              <a:t>     To open the door and come in</a:t>
            </a:r>
          </a:p>
          <a:p>
            <a:pPr>
              <a:defRPr/>
            </a:pPr>
            <a:r>
              <a:rPr lang="en-US" smtClean="0"/>
              <a:t>10-  DERRIERE LE VOILE</a:t>
            </a:r>
          </a:p>
          <a:p>
            <a:pPr>
              <a:defRPr/>
            </a:pPr>
            <a:r>
              <a:rPr lang="en-US" smtClean="0"/>
              <a:t>      Beyond the veil</a:t>
            </a:r>
          </a:p>
          <a:p>
            <a:pPr>
              <a:defRPr/>
            </a:pPr>
            <a:r>
              <a:rPr lang="en-US" smtClean="0"/>
              <a:t> 
11-  I AM WAITING FOR YOU, I AM WAITING FOR YOU   
12-  I AM WAITING FOR YOU TO COME IN I AM WAITING FOR YOU 
13-  I AM WAITING FOR YOU TO OPEN THE DOOR AND COME IN 
14-  BEYOND THE VEIL 
15-  I AM WELCOMING YOU I AM WELCOMING YOU 
16-  I AM WELCOMING YOU TO COME IN I AM WELCOMING YOU 
17-  I AM WELCOMING YOU TO OPEN THE DOOR AND COME IN 
18-  BEYOND THE VEIL 
</a:t>
            </a:r>
            <a:endParaRPr lang="fr-FR" dirty="0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T’ATTENDS PLUS QUE TOUT JE T’ATTENDS PLUS QUE TOUT</a:t>
            </a:r>
          </a:p>
          <a:p>
            <a:r>
              <a:rPr lang="en-US" smtClean="0"/>
              <a:t>     I am waiting for you, I am waiting for you</a:t>
            </a:r>
          </a:p>
          <a:p>
            <a:r>
              <a:rPr lang="en-US" smtClean="0"/>
              <a:t> 2-  OUI, J’ATTENDS PLUS QUE TOUT QUE TU VIENNNES </a:t>
            </a:r>
          </a:p>
          <a:p>
            <a:r>
              <a:rPr lang="en-US" smtClean="0"/>
              <a:t>      I am waiting for you to come in
3-  JE T’ATTENDS PLUS QUE TOUT JE T’ATTENDS PLUS QUE TOUT</a:t>
            </a:r>
          </a:p>
          <a:p>
            <a:r>
              <a:rPr lang="en-US" smtClean="0"/>
              <a:t>      I am waiting for you, I am waiting for you
4-  QUE TU OUVRES LA PORTE </a:t>
            </a:r>
          </a:p>
          <a:p>
            <a:r>
              <a:rPr lang="en-US" smtClean="0"/>
              <a:t>      To open the door </a:t>
            </a:r>
          </a:p>
          <a:p>
            <a:r>
              <a:rPr lang="en-US" smtClean="0"/>
              <a:t>5-  QUE TU VIENNES DERRIERE LE VOILE</a:t>
            </a:r>
          </a:p>
          <a:p>
            <a:r>
              <a:rPr lang="en-US" smtClean="0"/>
              <a:t>      And come in beyond the veil</a:t>
            </a:r>
          </a:p>
          <a:p>
            <a:r>
              <a:rPr lang="en-US" smtClean="0"/>
              <a:t> 
6-  JE T’ACCUEILLE MON SEIGNEUR JE T’ACCUEILLE MON SEIGNEUR</a:t>
            </a:r>
          </a:p>
          <a:p>
            <a:r>
              <a:rPr lang="en-US" smtClean="0"/>
              <a:t>     I am welcoming you, I am welcoming you</a:t>
            </a:r>
          </a:p>
          <a:p>
            <a:r>
              <a:rPr lang="en-US" smtClean="0"/>
              <a:t>7-  JE T’ACCUEILLE MON SEIGNEUR,  POUR QUE TU VIENNES </a:t>
            </a:r>
          </a:p>
          <a:p>
            <a:r>
              <a:rPr lang="en-US" smtClean="0"/>
              <a:t>     I am welcoming you to come in
8-  JE T’ACCUEILLE MON SEIGNEUR JE T’ACCUEILLE MON SEIGNEUR</a:t>
            </a:r>
          </a:p>
          <a:p>
            <a:r>
              <a:rPr lang="en-US" smtClean="0"/>
              <a:t>     I am welcoming you, I am welcoming you 
9-  QUE TU OUVRES LA PORTE, QUE TU VIENNES  </a:t>
            </a:r>
          </a:p>
          <a:p>
            <a:r>
              <a:rPr lang="en-US" smtClean="0"/>
              <a:t>     To open the door and come in</a:t>
            </a:r>
          </a:p>
          <a:p>
            <a:r>
              <a:rPr lang="en-US" smtClean="0"/>
              <a:t>10-  DERRIERE LE VOILE</a:t>
            </a:r>
          </a:p>
          <a:p>
            <a:r>
              <a:rPr lang="en-US" smtClean="0"/>
              <a:t>      Beyond the veil</a:t>
            </a:r>
          </a:p>
          <a:p>
            <a:r>
              <a:rPr lang="en-US" smtClean="0"/>
              <a:t> 
11-  I AM WAITING FOR YOU, I AM WAITING FOR YOU   
12-  I AM WAITING FOR YOU TO COME IN I AM WAITING FOR YOU 
13-  I AM WAITING FOR YOU TO OPEN THE DOOR AND COME IN 
14-  BEYOND THE VEIL 
15-  I AM WELCOMING YOU I AM WELCOMING YOU 
16-  I AM WELCOMING YOU TO COME IN I AM WELCOMING YOU 
17-  I AM WELCOMING YOU TO OPEN THE DOOR AND COME IN 
18-  BEYOND THE VEIL 
</a:t>
            </a:r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JE T’ATTENDS PLUS QUE TOUT JE T’ATTENDS PLUS QUE TOUT</a:t>
            </a:r>
          </a:p>
          <a:p>
            <a:pPr>
              <a:defRPr/>
            </a:pPr>
            <a:r>
              <a:rPr lang="en-US" smtClean="0"/>
              <a:t>     I am waiting for you, I am waiting for you</a:t>
            </a:r>
          </a:p>
          <a:p>
            <a:pPr>
              <a:defRPr/>
            </a:pPr>
            <a:r>
              <a:rPr lang="en-US" smtClean="0"/>
              <a:t> 2-  OUI, J’ATTENDS PLUS QUE TOUT QUE TU VIENNNES </a:t>
            </a:r>
          </a:p>
          <a:p>
            <a:pPr>
              <a:defRPr/>
            </a:pPr>
            <a:r>
              <a:rPr lang="en-US" smtClean="0"/>
              <a:t>      I am waiting for you to come in
3-  JE T’ATTENDS PLUS QUE TOUT JE T’ATTENDS PLUS QUE TOUT</a:t>
            </a:r>
          </a:p>
          <a:p>
            <a:pPr>
              <a:defRPr/>
            </a:pPr>
            <a:r>
              <a:rPr lang="en-US" smtClean="0"/>
              <a:t>      I am waiting for you, I am waiting for you
4-  QUE TU OUVRES LA PORTE </a:t>
            </a:r>
          </a:p>
          <a:p>
            <a:pPr>
              <a:defRPr/>
            </a:pPr>
            <a:r>
              <a:rPr lang="en-US" smtClean="0"/>
              <a:t>      To open the door </a:t>
            </a:r>
          </a:p>
          <a:p>
            <a:pPr>
              <a:defRPr/>
            </a:pPr>
            <a:r>
              <a:rPr lang="en-US" smtClean="0"/>
              <a:t>5-  QUE TU VIENNES DERRIERE LE VOILE</a:t>
            </a:r>
          </a:p>
          <a:p>
            <a:pPr>
              <a:defRPr/>
            </a:pPr>
            <a:r>
              <a:rPr lang="en-US" smtClean="0"/>
              <a:t>      And come in beyond the veil</a:t>
            </a:r>
          </a:p>
          <a:p>
            <a:pPr>
              <a:defRPr/>
            </a:pPr>
            <a:r>
              <a:rPr lang="en-US" smtClean="0"/>
              <a:t> 
6-  JE T’ACCUEILLE MON SEIGNEUR JE T’ACCUEILLE MON SEIGNEUR</a:t>
            </a:r>
          </a:p>
          <a:p>
            <a:pPr>
              <a:defRPr/>
            </a:pPr>
            <a:r>
              <a:rPr lang="en-US" smtClean="0"/>
              <a:t>     I am welcoming you, I am welcoming you</a:t>
            </a:r>
          </a:p>
          <a:p>
            <a:pPr>
              <a:defRPr/>
            </a:pPr>
            <a:r>
              <a:rPr lang="en-US" smtClean="0"/>
              <a:t>7-  JE T’ACCUEILLE MON SEIGNEUR,  POUR QUE TU VIENNES </a:t>
            </a:r>
          </a:p>
          <a:p>
            <a:pPr>
              <a:defRPr/>
            </a:pPr>
            <a:r>
              <a:rPr lang="en-US" smtClean="0"/>
              <a:t>     I am welcoming you to come in
8-  JE T’ACCUEILLE MON SEIGNEUR JE T’ACCUEILLE MON SEIGNEUR</a:t>
            </a:r>
          </a:p>
          <a:p>
            <a:pPr>
              <a:defRPr/>
            </a:pPr>
            <a:r>
              <a:rPr lang="en-US" smtClean="0"/>
              <a:t>     I am welcoming you, I am welcoming you 
9-  QUE TU OUVRES LA PORTE, QUE TU VIENNES  </a:t>
            </a:r>
          </a:p>
          <a:p>
            <a:pPr>
              <a:defRPr/>
            </a:pPr>
            <a:r>
              <a:rPr lang="en-US" smtClean="0"/>
              <a:t>     To open the door and come in</a:t>
            </a:r>
          </a:p>
          <a:p>
            <a:pPr>
              <a:defRPr/>
            </a:pPr>
            <a:r>
              <a:rPr lang="en-US" smtClean="0"/>
              <a:t>10-  DERRIERE LE VOILE</a:t>
            </a:r>
          </a:p>
          <a:p>
            <a:pPr>
              <a:defRPr/>
            </a:pPr>
            <a:r>
              <a:rPr lang="en-US" smtClean="0"/>
              <a:t>      Beyond the veil</a:t>
            </a:r>
          </a:p>
          <a:p>
            <a:pPr>
              <a:defRPr/>
            </a:pPr>
            <a:r>
              <a:rPr lang="en-US" smtClean="0"/>
              <a:t> 
11-  I AM WAITING FOR YOU, I AM WAITING FOR YOU   
12-  I AM WAITING FOR YOU TO COME IN I AM WAITING FOR YOU 
13-  I AM WAITING FOR YOU TO OPEN THE DOOR AND COME IN 
14-  BEYOND THE VEIL 
15-  I AM WELCOMING YOU I AM WELCOMING YOU 
16-  I AM WELCOMING YOU TO COME IN I AM WELCOMING YOU 
17-  I AM WELCOMING YOU TO OPEN THE DOOR AND COME IN 
18-  BEYOND THE VEIL 
</a:t>
            </a:r>
            <a:endParaRPr lang="fr-FR" dirty="0" smtClean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T’ATTENDS PLUS QUE TOUT JE T’ATTENDS PLUS QUE TOUT</a:t>
            </a:r>
          </a:p>
          <a:p>
            <a:r>
              <a:rPr lang="en-US" smtClean="0"/>
              <a:t>     I am waiting for you, I am waiting for you</a:t>
            </a:r>
          </a:p>
          <a:p>
            <a:r>
              <a:rPr lang="en-US" smtClean="0"/>
              <a:t> 2-  OUI, J’ATTENDS PLUS QUE TOUT QUE TU VIENNNES </a:t>
            </a:r>
          </a:p>
          <a:p>
            <a:r>
              <a:rPr lang="en-US" smtClean="0"/>
              <a:t>      I am waiting for you to come in
3-  JE T’ATTENDS PLUS QUE TOUT JE T’ATTENDS PLUS QUE TOUT</a:t>
            </a:r>
          </a:p>
          <a:p>
            <a:r>
              <a:rPr lang="en-US" smtClean="0"/>
              <a:t>      I am waiting for you, I am waiting for you
4-  QUE TU OUVRES LA PORTE </a:t>
            </a:r>
          </a:p>
          <a:p>
            <a:r>
              <a:rPr lang="en-US" smtClean="0"/>
              <a:t>      To open the door </a:t>
            </a:r>
          </a:p>
          <a:p>
            <a:r>
              <a:rPr lang="en-US" smtClean="0"/>
              <a:t>5-  QUE TU VIENNES DERRIERE LE VOILE</a:t>
            </a:r>
          </a:p>
          <a:p>
            <a:r>
              <a:rPr lang="en-US" smtClean="0"/>
              <a:t>      And come in beyond the veil</a:t>
            </a:r>
          </a:p>
          <a:p>
            <a:r>
              <a:rPr lang="en-US" smtClean="0"/>
              <a:t> 
6-  JE T’ACCUEILLE MON SEIGNEUR JE T’ACCUEILLE MON SEIGNEUR</a:t>
            </a:r>
          </a:p>
          <a:p>
            <a:r>
              <a:rPr lang="en-US" smtClean="0"/>
              <a:t>     I am welcoming you, I am welcoming you</a:t>
            </a:r>
          </a:p>
          <a:p>
            <a:r>
              <a:rPr lang="en-US" smtClean="0"/>
              <a:t>7-  JE T’ACCUEILLE MON SEIGNEUR,  POUR QUE TU VIENNES </a:t>
            </a:r>
          </a:p>
          <a:p>
            <a:r>
              <a:rPr lang="en-US" smtClean="0"/>
              <a:t>     I am welcoming you to come in
8-  JE T’ACCUEILLE MON SEIGNEUR JE T’ACCUEILLE MON SEIGNEUR</a:t>
            </a:r>
          </a:p>
          <a:p>
            <a:r>
              <a:rPr lang="en-US" smtClean="0"/>
              <a:t>     I am welcoming you, I am welcoming you 
9-  QUE TU OUVRES LA PORTE, QUE TU VIENNES  </a:t>
            </a:r>
          </a:p>
          <a:p>
            <a:r>
              <a:rPr lang="en-US" smtClean="0"/>
              <a:t>     To open the door and come in</a:t>
            </a:r>
          </a:p>
          <a:p>
            <a:r>
              <a:rPr lang="en-US" smtClean="0"/>
              <a:t>10-  DERRIERE LE VOILE</a:t>
            </a:r>
          </a:p>
          <a:p>
            <a:r>
              <a:rPr lang="en-US" smtClean="0"/>
              <a:t>      Beyond the veil</a:t>
            </a:r>
          </a:p>
          <a:p>
            <a:r>
              <a:rPr lang="en-US" smtClean="0"/>
              <a:t> 
11-  I AM WAITING FOR YOU, I AM WAITING FOR YOU   
12-  I AM WAITING FOR YOU TO COME IN I AM WAITING FOR YOU 
13-  I AM WAITING FOR YOU TO OPEN THE DOOR AND COME IN 
14-  BEYOND THE VEIL 
15-  I AM WELCOMING YOU I AM WELCOMING YOU 
16-  I AM WELCOMING YOU TO COME IN I AM WELCOMING YOU 
17-  I AM WELCOMING YOU TO OPEN THE DOOR AND COME IN 
18-  BEYOND THE VEIL 
</a:t>
            </a:r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JE T’ATTENDS PLUS QUE TOUT JE T’ATTENDS PLUS QUE TOUT</a:t>
            </a:r>
          </a:p>
          <a:p>
            <a:pPr>
              <a:defRPr/>
            </a:pPr>
            <a:r>
              <a:rPr lang="en-US" smtClean="0"/>
              <a:t>     I am waiting for you, I am waiting for you</a:t>
            </a:r>
          </a:p>
          <a:p>
            <a:pPr>
              <a:defRPr/>
            </a:pPr>
            <a:r>
              <a:rPr lang="en-US" smtClean="0"/>
              <a:t> 2-  OUI, J’ATTENDS PLUS QUE TOUT QUE TU VIENNNES </a:t>
            </a:r>
          </a:p>
          <a:p>
            <a:pPr>
              <a:defRPr/>
            </a:pPr>
            <a:r>
              <a:rPr lang="en-US" smtClean="0"/>
              <a:t>      I am waiting for you to come in
3-  JE T’ATTENDS PLUS QUE TOUT JE T’ATTENDS PLUS QUE TOUT</a:t>
            </a:r>
          </a:p>
          <a:p>
            <a:pPr>
              <a:defRPr/>
            </a:pPr>
            <a:r>
              <a:rPr lang="en-US" smtClean="0"/>
              <a:t>      I am waiting for you, I am waiting for you
4-  QUE TU OUVRES LA PORTE </a:t>
            </a:r>
          </a:p>
          <a:p>
            <a:pPr>
              <a:defRPr/>
            </a:pPr>
            <a:r>
              <a:rPr lang="en-US" smtClean="0"/>
              <a:t>      To open the door </a:t>
            </a:r>
          </a:p>
          <a:p>
            <a:pPr>
              <a:defRPr/>
            </a:pPr>
            <a:r>
              <a:rPr lang="en-US" smtClean="0"/>
              <a:t>5-  QUE TU VIENNES DERRIERE LE VOILE</a:t>
            </a:r>
          </a:p>
          <a:p>
            <a:pPr>
              <a:defRPr/>
            </a:pPr>
            <a:r>
              <a:rPr lang="en-US" smtClean="0"/>
              <a:t>      And come in beyond the veil</a:t>
            </a:r>
          </a:p>
          <a:p>
            <a:pPr>
              <a:defRPr/>
            </a:pPr>
            <a:r>
              <a:rPr lang="en-US" smtClean="0"/>
              <a:t> 
6-  JE T’ACCUEILLE MON SEIGNEUR JE T’ACCUEILLE MON SEIGNEUR</a:t>
            </a:r>
          </a:p>
          <a:p>
            <a:pPr>
              <a:defRPr/>
            </a:pPr>
            <a:r>
              <a:rPr lang="en-US" smtClean="0"/>
              <a:t>     I am welcoming you, I am welcoming you</a:t>
            </a:r>
          </a:p>
          <a:p>
            <a:pPr>
              <a:defRPr/>
            </a:pPr>
            <a:r>
              <a:rPr lang="en-US" smtClean="0"/>
              <a:t>7-  JE T’ACCUEILLE MON SEIGNEUR,  POUR QUE TU VIENNES </a:t>
            </a:r>
          </a:p>
          <a:p>
            <a:pPr>
              <a:defRPr/>
            </a:pPr>
            <a:r>
              <a:rPr lang="en-US" smtClean="0"/>
              <a:t>     I am welcoming you to come in
8-  JE T’ACCUEILLE MON SEIGNEUR JE T’ACCUEILLE MON SEIGNEUR</a:t>
            </a:r>
          </a:p>
          <a:p>
            <a:pPr>
              <a:defRPr/>
            </a:pPr>
            <a:r>
              <a:rPr lang="en-US" smtClean="0"/>
              <a:t>     I am welcoming you, I am welcoming you 
9-  QUE TU OUVRES LA PORTE, QUE TU VIENNES  </a:t>
            </a:r>
          </a:p>
          <a:p>
            <a:pPr>
              <a:defRPr/>
            </a:pPr>
            <a:r>
              <a:rPr lang="en-US" smtClean="0"/>
              <a:t>     To open the door and come in</a:t>
            </a:r>
          </a:p>
          <a:p>
            <a:pPr>
              <a:defRPr/>
            </a:pPr>
            <a:r>
              <a:rPr lang="en-US" smtClean="0"/>
              <a:t>10-  DERRIERE LE VOILE</a:t>
            </a:r>
          </a:p>
          <a:p>
            <a:pPr>
              <a:defRPr/>
            </a:pPr>
            <a:r>
              <a:rPr lang="en-US" smtClean="0"/>
              <a:t>      Beyond the veil</a:t>
            </a:r>
          </a:p>
          <a:p>
            <a:pPr>
              <a:defRPr/>
            </a:pPr>
            <a:r>
              <a:rPr lang="en-US" smtClean="0"/>
              <a:t> 
11-  I AM WAITING FOR YOU, I AM WAITING FOR YOU   
12-  I AM WAITING FOR YOU TO COME IN I AM WAITING FOR YOU 
13-  I AM WAITING FOR YOU TO OPEN THE DOOR AND COME IN 
14-  BEYOND THE VEIL 
15-  I AM WELCOMING YOU I AM WELCOMING YOU 
16-  I AM WELCOMING YOU TO COME IN I AM WELCOMING YOU 
17-  I AM WELCOMING YOU TO OPEN THE DOOR AND COME IN 
18-  BEYOND THE VEIL 
</a:t>
            </a:r>
            <a:endParaRPr lang="fr-FR" dirty="0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T’ATTENDS PLUS QUE TOUT JE T’ATTENDS PLUS QUE TOUT</a:t>
            </a:r>
          </a:p>
          <a:p>
            <a:r>
              <a:rPr lang="en-US" smtClean="0"/>
              <a:t>     I am waiting for you, I am waiting for you</a:t>
            </a:r>
          </a:p>
          <a:p>
            <a:r>
              <a:rPr lang="en-US" smtClean="0"/>
              <a:t> 2-  OUI, J’ATTENDS PLUS QUE TOUT QUE TU VIENNNES </a:t>
            </a:r>
          </a:p>
          <a:p>
            <a:r>
              <a:rPr lang="en-US" smtClean="0"/>
              <a:t>      I am waiting for you to come in
3-  JE T’ATTENDS PLUS QUE TOUT JE T’ATTENDS PLUS QUE TOUT</a:t>
            </a:r>
          </a:p>
          <a:p>
            <a:r>
              <a:rPr lang="en-US" smtClean="0"/>
              <a:t>      I am waiting for you, I am waiting for you
4-  QUE TU OUVRES LA PORTE </a:t>
            </a:r>
          </a:p>
          <a:p>
            <a:r>
              <a:rPr lang="en-US" smtClean="0"/>
              <a:t>      To open the door </a:t>
            </a:r>
          </a:p>
          <a:p>
            <a:r>
              <a:rPr lang="en-US" smtClean="0"/>
              <a:t>5-  QUE TU VIENNES DERRIERE LE VOILE</a:t>
            </a:r>
          </a:p>
          <a:p>
            <a:r>
              <a:rPr lang="en-US" smtClean="0"/>
              <a:t>      And come in beyond the veil</a:t>
            </a:r>
          </a:p>
          <a:p>
            <a:r>
              <a:rPr lang="en-US" smtClean="0"/>
              <a:t> 
6-  JE T’ACCUEILLE MON SEIGNEUR JE T’ACCUEILLE MON SEIGNEUR</a:t>
            </a:r>
          </a:p>
          <a:p>
            <a:r>
              <a:rPr lang="en-US" smtClean="0"/>
              <a:t>     I am welcoming you, I am welcoming you</a:t>
            </a:r>
          </a:p>
          <a:p>
            <a:r>
              <a:rPr lang="en-US" smtClean="0"/>
              <a:t>7-  JE T’ACCUEILLE MON SEIGNEUR,  POUR QUE TU VIENNES </a:t>
            </a:r>
          </a:p>
          <a:p>
            <a:r>
              <a:rPr lang="en-US" smtClean="0"/>
              <a:t>     I am welcoming you to come in
8-  JE T’ACCUEILLE MON SEIGNEUR JE T’ACCUEILLE MON SEIGNEUR</a:t>
            </a:r>
          </a:p>
          <a:p>
            <a:r>
              <a:rPr lang="en-US" smtClean="0"/>
              <a:t>     I am welcoming you, I am welcoming you 
9-  QUE TU OUVRES LA PORTE, QUE TU VIENNES  </a:t>
            </a:r>
          </a:p>
          <a:p>
            <a:r>
              <a:rPr lang="en-US" smtClean="0"/>
              <a:t>     To open the door and come in</a:t>
            </a:r>
          </a:p>
          <a:p>
            <a:r>
              <a:rPr lang="en-US" smtClean="0"/>
              <a:t>10-  DERRIERE LE VOILE</a:t>
            </a:r>
          </a:p>
          <a:p>
            <a:r>
              <a:rPr lang="en-US" smtClean="0"/>
              <a:t>      Beyond the veil</a:t>
            </a:r>
          </a:p>
          <a:p>
            <a:r>
              <a:rPr lang="en-US" smtClean="0"/>
              <a:t> 
11-  I AM WAITING FOR YOU, I AM WAITING FOR YOU   
12-  I AM WAITING FOR YOU TO COME IN I AM WAITING FOR YOU 
13-  I AM WAITING FOR YOU TO OPEN THE DOOR AND COME IN 
14-  BEYOND THE VEIL 
15-  I AM WELCOMING YOU I AM WELCOMING YOU 
16-  I AM WELCOMING YOU TO COME IN I AM WELCOMING YOU 
17-  I AM WELCOMING YOU TO OPEN THE DOOR AND COME IN 
18-  BEYOND THE VEIL 
</a:t>
            </a:r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JE T’ATTENDS PLUS QUE TOUT JE T’ATTENDS PLUS QUE TOUT</a:t>
            </a:r>
          </a:p>
          <a:p>
            <a:pPr>
              <a:defRPr/>
            </a:pPr>
            <a:r>
              <a:rPr lang="en-US" smtClean="0"/>
              <a:t>     I am waiting for you, I am waiting for you</a:t>
            </a:r>
          </a:p>
          <a:p>
            <a:pPr>
              <a:defRPr/>
            </a:pPr>
            <a:r>
              <a:rPr lang="en-US" smtClean="0"/>
              <a:t> 2-  OUI, J’ATTENDS PLUS QUE TOUT QUE TU VIENNNES </a:t>
            </a:r>
          </a:p>
          <a:p>
            <a:pPr>
              <a:defRPr/>
            </a:pPr>
            <a:r>
              <a:rPr lang="en-US" smtClean="0"/>
              <a:t>      I am waiting for you to come in
3-  JE T’ATTENDS PLUS QUE TOUT JE T’ATTENDS PLUS QUE TOUT</a:t>
            </a:r>
          </a:p>
          <a:p>
            <a:pPr>
              <a:defRPr/>
            </a:pPr>
            <a:r>
              <a:rPr lang="en-US" smtClean="0"/>
              <a:t>      I am waiting for you, I am waiting for you
4-  QUE TU OUVRES LA PORTE </a:t>
            </a:r>
          </a:p>
          <a:p>
            <a:pPr>
              <a:defRPr/>
            </a:pPr>
            <a:r>
              <a:rPr lang="en-US" smtClean="0"/>
              <a:t>      To open the door </a:t>
            </a:r>
          </a:p>
          <a:p>
            <a:pPr>
              <a:defRPr/>
            </a:pPr>
            <a:r>
              <a:rPr lang="en-US" smtClean="0"/>
              <a:t>5-  QUE TU VIENNES DERRIERE LE VOILE</a:t>
            </a:r>
          </a:p>
          <a:p>
            <a:pPr>
              <a:defRPr/>
            </a:pPr>
            <a:r>
              <a:rPr lang="en-US" smtClean="0"/>
              <a:t>      And come in beyond the veil</a:t>
            </a:r>
          </a:p>
          <a:p>
            <a:pPr>
              <a:defRPr/>
            </a:pPr>
            <a:r>
              <a:rPr lang="en-US" smtClean="0"/>
              <a:t> 
6-  JE T’ACCUEILLE MON SEIGNEUR JE T’ACCUEILLE MON SEIGNEUR</a:t>
            </a:r>
          </a:p>
          <a:p>
            <a:pPr>
              <a:defRPr/>
            </a:pPr>
            <a:r>
              <a:rPr lang="en-US" smtClean="0"/>
              <a:t>     I am welcoming you, I am welcoming you</a:t>
            </a:r>
          </a:p>
          <a:p>
            <a:pPr>
              <a:defRPr/>
            </a:pPr>
            <a:r>
              <a:rPr lang="en-US" smtClean="0"/>
              <a:t>7-  JE T’ACCUEILLE MON SEIGNEUR,  POUR QUE TU VIENNES </a:t>
            </a:r>
          </a:p>
          <a:p>
            <a:pPr>
              <a:defRPr/>
            </a:pPr>
            <a:r>
              <a:rPr lang="en-US" smtClean="0"/>
              <a:t>     I am welcoming you to come in
8-  JE T’ACCUEILLE MON SEIGNEUR JE T’ACCUEILLE MON SEIGNEUR</a:t>
            </a:r>
          </a:p>
          <a:p>
            <a:pPr>
              <a:defRPr/>
            </a:pPr>
            <a:r>
              <a:rPr lang="en-US" smtClean="0"/>
              <a:t>     I am welcoming you, I am welcoming you 
9-  QUE TU OUVRES LA PORTE, QUE TU VIENNES  </a:t>
            </a:r>
          </a:p>
          <a:p>
            <a:pPr>
              <a:defRPr/>
            </a:pPr>
            <a:r>
              <a:rPr lang="en-US" smtClean="0"/>
              <a:t>     To open the door and come in</a:t>
            </a:r>
          </a:p>
          <a:p>
            <a:pPr>
              <a:defRPr/>
            </a:pPr>
            <a:r>
              <a:rPr lang="en-US" smtClean="0"/>
              <a:t>10-  DERRIERE LE VOILE</a:t>
            </a:r>
          </a:p>
          <a:p>
            <a:pPr>
              <a:defRPr/>
            </a:pPr>
            <a:r>
              <a:rPr lang="en-US" smtClean="0"/>
              <a:t>      Beyond the veil</a:t>
            </a:r>
          </a:p>
          <a:p>
            <a:pPr>
              <a:defRPr/>
            </a:pPr>
            <a:r>
              <a:rPr lang="en-US" smtClean="0"/>
              <a:t> 
11-  I AM WAITING FOR YOU, I AM WAITING FOR YOU   
12-  I AM WAITING FOR YOU TO COME IN I AM WAITING FOR YOU 
13-  I AM WAITING FOR YOU TO OPEN THE DOOR AND COME IN 
14-  BEYOND THE VEIL 
15-  I AM WELCOMING YOU I AM WELCOMING YOU 
16-  I AM WELCOMING YOU TO COME IN I AM WELCOMING YOU 
17-  I AM WELCOMING YOU TO OPEN THE DOOR AND COME IN 
18-  BEYOND THE VEIL 
</a:t>
            </a:r>
            <a:endParaRPr lang="fr-FR" dirty="0" smtClean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T’ATTENDS PLUS QUE TOUT JE T’ATTENDS PLUS QUE TOUT</a:t>
            </a:r>
          </a:p>
          <a:p>
            <a:r>
              <a:rPr lang="en-US" smtClean="0"/>
              <a:t>     I am waiting for you, I am waiting for you</a:t>
            </a:r>
          </a:p>
          <a:p>
            <a:r>
              <a:rPr lang="en-US" smtClean="0"/>
              <a:t> 2-  OUI, J’ATTENDS PLUS QUE TOUT QUE TU VIENNNES </a:t>
            </a:r>
          </a:p>
          <a:p>
            <a:r>
              <a:rPr lang="en-US" smtClean="0"/>
              <a:t>      I am waiting for you to come in
3-  JE T’ATTENDS PLUS QUE TOUT JE T’ATTENDS PLUS QUE TOUT</a:t>
            </a:r>
          </a:p>
          <a:p>
            <a:r>
              <a:rPr lang="en-US" smtClean="0"/>
              <a:t>      I am waiting for you, I am waiting for you
4-  QUE TU OUVRES LA PORTE </a:t>
            </a:r>
          </a:p>
          <a:p>
            <a:r>
              <a:rPr lang="en-US" smtClean="0"/>
              <a:t>      To open the door </a:t>
            </a:r>
          </a:p>
          <a:p>
            <a:r>
              <a:rPr lang="en-US" smtClean="0"/>
              <a:t>5-  QUE TU VIENNES DERRIERE LE VOILE</a:t>
            </a:r>
          </a:p>
          <a:p>
            <a:r>
              <a:rPr lang="en-US" smtClean="0"/>
              <a:t>      And come in beyond the veil</a:t>
            </a:r>
          </a:p>
          <a:p>
            <a:r>
              <a:rPr lang="en-US" smtClean="0"/>
              <a:t> 
6-  JE T’ACCUEILLE MON SEIGNEUR JE T’ACCUEILLE MON SEIGNEUR</a:t>
            </a:r>
          </a:p>
          <a:p>
            <a:r>
              <a:rPr lang="en-US" smtClean="0"/>
              <a:t>     I am welcoming you, I am welcoming you</a:t>
            </a:r>
          </a:p>
          <a:p>
            <a:r>
              <a:rPr lang="en-US" smtClean="0"/>
              <a:t>7-  JE T’ACCUEILLE MON SEIGNEUR,  POUR QUE TU VIENNES </a:t>
            </a:r>
          </a:p>
          <a:p>
            <a:r>
              <a:rPr lang="en-US" smtClean="0"/>
              <a:t>     I am welcoming you to come in
8-  JE T’ACCUEILLE MON SEIGNEUR JE T’ACCUEILLE MON SEIGNEUR</a:t>
            </a:r>
          </a:p>
          <a:p>
            <a:r>
              <a:rPr lang="en-US" smtClean="0"/>
              <a:t>     I am welcoming you, I am welcoming you 
9-  QUE TU OUVRES LA PORTE, QUE TU VIENNES  </a:t>
            </a:r>
          </a:p>
          <a:p>
            <a:r>
              <a:rPr lang="en-US" smtClean="0"/>
              <a:t>     To open the door and come in</a:t>
            </a:r>
          </a:p>
          <a:p>
            <a:r>
              <a:rPr lang="en-US" smtClean="0"/>
              <a:t>10-  DERRIERE LE VOILE</a:t>
            </a:r>
          </a:p>
          <a:p>
            <a:r>
              <a:rPr lang="en-US" smtClean="0"/>
              <a:t>      Beyond the veil</a:t>
            </a:r>
          </a:p>
          <a:p>
            <a:r>
              <a:rPr lang="en-US" smtClean="0"/>
              <a:t> 
11-  I AM WAITING FOR YOU, I AM WAITING FOR YOU   
12-  I AM WAITING FOR YOU TO COME IN I AM WAITING FOR YOU 
13-  I AM WAITING FOR YOU TO OPEN THE DOOR AND COME IN 
14-  BEYOND THE VEIL 
15-  I AM WELCOMING YOU I AM WELCOMING YOU 
16-  I AM WELCOMING YOU TO COME IN I AM WELCOMING YOU 
17-  I AM WELCOMING YOU TO OPEN THE DOOR AND COME IN 
18-  BEYOND THE VEIL 
</a:t>
            </a:r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JE T’ATTENDS PLUS QUE TOUT JE T’ATTENDS PLUS QUE TOUT</a:t>
            </a:r>
          </a:p>
          <a:p>
            <a:pPr>
              <a:defRPr/>
            </a:pPr>
            <a:r>
              <a:rPr lang="en-US" smtClean="0"/>
              <a:t>     I am waiting for you, I am waiting for you</a:t>
            </a:r>
          </a:p>
          <a:p>
            <a:pPr>
              <a:defRPr/>
            </a:pPr>
            <a:r>
              <a:rPr lang="en-US" smtClean="0"/>
              <a:t> 2-  OUI, J’ATTENDS PLUS QUE TOUT QUE TU VIENNNES </a:t>
            </a:r>
          </a:p>
          <a:p>
            <a:pPr>
              <a:defRPr/>
            </a:pPr>
            <a:r>
              <a:rPr lang="en-US" smtClean="0"/>
              <a:t>      I am waiting for you to come in
3-  JE T’ATTENDS PLUS QUE TOUT JE T’ATTENDS PLUS QUE TOUT</a:t>
            </a:r>
          </a:p>
          <a:p>
            <a:pPr>
              <a:defRPr/>
            </a:pPr>
            <a:r>
              <a:rPr lang="en-US" smtClean="0"/>
              <a:t>      I am waiting for you, I am waiting for you
4-  QUE TU OUVRES LA PORTE </a:t>
            </a:r>
          </a:p>
          <a:p>
            <a:pPr>
              <a:defRPr/>
            </a:pPr>
            <a:r>
              <a:rPr lang="en-US" smtClean="0"/>
              <a:t>      To open the door </a:t>
            </a:r>
          </a:p>
          <a:p>
            <a:pPr>
              <a:defRPr/>
            </a:pPr>
            <a:r>
              <a:rPr lang="en-US" smtClean="0"/>
              <a:t>5-  QUE TU VIENNES DERRIERE LE VOILE</a:t>
            </a:r>
          </a:p>
          <a:p>
            <a:pPr>
              <a:defRPr/>
            </a:pPr>
            <a:r>
              <a:rPr lang="en-US" smtClean="0"/>
              <a:t>      And come in beyond the veil</a:t>
            </a:r>
          </a:p>
          <a:p>
            <a:pPr>
              <a:defRPr/>
            </a:pPr>
            <a:r>
              <a:rPr lang="en-US" smtClean="0"/>
              <a:t> 
6-  JE T’ACCUEILLE MON SEIGNEUR JE T’ACCUEILLE MON SEIGNEUR</a:t>
            </a:r>
          </a:p>
          <a:p>
            <a:pPr>
              <a:defRPr/>
            </a:pPr>
            <a:r>
              <a:rPr lang="en-US" smtClean="0"/>
              <a:t>     I am welcoming you, I am welcoming you</a:t>
            </a:r>
          </a:p>
          <a:p>
            <a:pPr>
              <a:defRPr/>
            </a:pPr>
            <a:r>
              <a:rPr lang="en-US" smtClean="0"/>
              <a:t>7-  JE T’ACCUEILLE MON SEIGNEUR,  POUR QUE TU VIENNES </a:t>
            </a:r>
          </a:p>
          <a:p>
            <a:pPr>
              <a:defRPr/>
            </a:pPr>
            <a:r>
              <a:rPr lang="en-US" smtClean="0"/>
              <a:t>     I am welcoming you to come in
8-  JE T’ACCUEILLE MON SEIGNEUR JE T’ACCUEILLE MON SEIGNEUR</a:t>
            </a:r>
          </a:p>
          <a:p>
            <a:pPr>
              <a:defRPr/>
            </a:pPr>
            <a:r>
              <a:rPr lang="en-US" smtClean="0"/>
              <a:t>     I am welcoming you, I am welcoming you 
9-  QUE TU OUVRES LA PORTE, QUE TU VIENNES  </a:t>
            </a:r>
          </a:p>
          <a:p>
            <a:pPr>
              <a:defRPr/>
            </a:pPr>
            <a:r>
              <a:rPr lang="en-US" smtClean="0"/>
              <a:t>     To open the door and come in</a:t>
            </a:r>
          </a:p>
          <a:p>
            <a:pPr>
              <a:defRPr/>
            </a:pPr>
            <a:r>
              <a:rPr lang="en-US" smtClean="0"/>
              <a:t>10-  DERRIERE LE VOILE</a:t>
            </a:r>
          </a:p>
          <a:p>
            <a:pPr>
              <a:defRPr/>
            </a:pPr>
            <a:r>
              <a:rPr lang="en-US" smtClean="0"/>
              <a:t>      Beyond the veil</a:t>
            </a:r>
          </a:p>
          <a:p>
            <a:pPr>
              <a:defRPr/>
            </a:pPr>
            <a:r>
              <a:rPr lang="en-US" smtClean="0"/>
              <a:t> 
11-  I AM WAITING FOR YOU, I AM WAITING FOR YOU   
12-  I AM WAITING FOR YOU TO COME IN I AM WAITING FOR YOU 
13-  I AM WAITING FOR YOU TO OPEN THE DOOR AND COME IN 
14-  BEYOND THE VEIL 
15-  I AM WELCOMING YOU I AM WELCOMING YOU 
16-  I AM WELCOMING YOU TO COME IN I AM WELCOMING YOU 
17-  I AM WELCOMING YOU TO OPEN THE DOOR AND COME IN 
18-  BEYOND THE VEIL 
</a:t>
            </a: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T’ATTENDS PLUS QUE TOUT JE T’ATTENDS PLUS QUE TOUT</a:t>
            </a:r>
          </a:p>
          <a:p>
            <a:r>
              <a:rPr lang="en-US" smtClean="0"/>
              <a:t>     I am waiting for you, I am waiting for you</a:t>
            </a:r>
          </a:p>
          <a:p>
            <a:r>
              <a:rPr lang="en-US" smtClean="0"/>
              <a:t> 2-  OUI, J’ATTENDS PLUS QUE TOUT QUE TU VIENNNES </a:t>
            </a:r>
          </a:p>
          <a:p>
            <a:r>
              <a:rPr lang="en-US" smtClean="0"/>
              <a:t>      I am waiting for you to come in
3-  JE T’ATTENDS PLUS QUE TOUT JE T’ATTENDS PLUS QUE TOUT</a:t>
            </a:r>
          </a:p>
          <a:p>
            <a:r>
              <a:rPr lang="en-US" smtClean="0"/>
              <a:t>      I am waiting for you, I am waiting for you
4-  QUE TU OUVRES LA PORTE </a:t>
            </a:r>
          </a:p>
          <a:p>
            <a:r>
              <a:rPr lang="en-US" smtClean="0"/>
              <a:t>      To open the door </a:t>
            </a:r>
          </a:p>
          <a:p>
            <a:r>
              <a:rPr lang="en-US" smtClean="0"/>
              <a:t>5-  QUE TU VIENNES DERRIERE LE VOILE</a:t>
            </a:r>
          </a:p>
          <a:p>
            <a:r>
              <a:rPr lang="en-US" smtClean="0"/>
              <a:t>      And come in beyond the veil</a:t>
            </a:r>
          </a:p>
          <a:p>
            <a:r>
              <a:rPr lang="en-US" smtClean="0"/>
              <a:t> 
6-  JE T’ACCUEILLE MON SEIGNEUR JE T’ACCUEILLE MON SEIGNEUR</a:t>
            </a:r>
          </a:p>
          <a:p>
            <a:r>
              <a:rPr lang="en-US" smtClean="0"/>
              <a:t>     I am welcoming you, I am welcoming you</a:t>
            </a:r>
          </a:p>
          <a:p>
            <a:r>
              <a:rPr lang="en-US" smtClean="0"/>
              <a:t>7-  JE T’ACCUEILLE MON SEIGNEUR,  POUR QUE TU VIENNES </a:t>
            </a:r>
          </a:p>
          <a:p>
            <a:r>
              <a:rPr lang="en-US" smtClean="0"/>
              <a:t>     I am welcoming you to come in
8-  JE T’ACCUEILLE MON SEIGNEUR JE T’ACCUEILLE MON SEIGNEUR</a:t>
            </a:r>
          </a:p>
          <a:p>
            <a:r>
              <a:rPr lang="en-US" smtClean="0"/>
              <a:t>     I am welcoming you, I am welcoming you 
9-  QUE TU OUVRES LA PORTE, QUE TU VIENNES  </a:t>
            </a:r>
          </a:p>
          <a:p>
            <a:r>
              <a:rPr lang="en-US" smtClean="0"/>
              <a:t>     To open the door and come in</a:t>
            </a:r>
          </a:p>
          <a:p>
            <a:r>
              <a:rPr lang="en-US" smtClean="0"/>
              <a:t>10-  DERRIERE LE VOILE</a:t>
            </a:r>
          </a:p>
          <a:p>
            <a:r>
              <a:rPr lang="en-US" smtClean="0"/>
              <a:t>      Beyond the veil</a:t>
            </a:r>
          </a:p>
          <a:p>
            <a:r>
              <a:rPr lang="en-US" smtClean="0"/>
              <a:t> 
11-  I AM WAITING FOR YOU, I AM WAITING FOR YOU   
12-  I AM WAITING FOR YOU TO COME IN I AM WAITING FOR YOU 
13-  I AM WAITING FOR YOU TO OPEN THE DOOR AND COME IN 
14-  BEYOND THE VEIL 
15-  I AM WELCOMING YOU I AM WELCOMING YOU 
16-  I AM WELCOMING YOU TO COME IN I AM WELCOMING YOU 
17-  I AM WELCOMING YOU TO OPEN THE DOOR AND COME IN 
18-  BEYOND THE VEIL 
</a:t>
            </a:r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JE T’ATTENDS PLUS QUE TOUT JE T’ATTENDS PLUS QUE TOUT</a:t>
            </a:r>
          </a:p>
          <a:p>
            <a:pPr>
              <a:defRPr/>
            </a:pPr>
            <a:r>
              <a:rPr lang="en-US" smtClean="0"/>
              <a:t>     I am waiting for you, I am waiting for you</a:t>
            </a:r>
          </a:p>
          <a:p>
            <a:pPr>
              <a:defRPr/>
            </a:pPr>
            <a:r>
              <a:rPr lang="en-US" smtClean="0"/>
              <a:t> 2-  OUI, J’ATTENDS PLUS QUE TOUT QUE TU VIENNNES </a:t>
            </a:r>
          </a:p>
          <a:p>
            <a:pPr>
              <a:defRPr/>
            </a:pPr>
            <a:r>
              <a:rPr lang="en-US" smtClean="0"/>
              <a:t>      I am waiting for you to come in
3-  JE T’ATTENDS PLUS QUE TOUT JE T’ATTENDS PLUS QUE TOUT</a:t>
            </a:r>
          </a:p>
          <a:p>
            <a:pPr>
              <a:defRPr/>
            </a:pPr>
            <a:r>
              <a:rPr lang="en-US" smtClean="0"/>
              <a:t>      I am waiting for you, I am waiting for you
4-  QUE TU OUVRES LA PORTE </a:t>
            </a:r>
          </a:p>
          <a:p>
            <a:pPr>
              <a:defRPr/>
            </a:pPr>
            <a:r>
              <a:rPr lang="en-US" smtClean="0"/>
              <a:t>      To open the door </a:t>
            </a:r>
          </a:p>
          <a:p>
            <a:pPr>
              <a:defRPr/>
            </a:pPr>
            <a:r>
              <a:rPr lang="en-US" smtClean="0"/>
              <a:t>5-  QUE TU VIENNES DERRIERE LE VOILE</a:t>
            </a:r>
          </a:p>
          <a:p>
            <a:pPr>
              <a:defRPr/>
            </a:pPr>
            <a:r>
              <a:rPr lang="en-US" smtClean="0"/>
              <a:t>      And come in beyond the veil</a:t>
            </a:r>
          </a:p>
          <a:p>
            <a:pPr>
              <a:defRPr/>
            </a:pPr>
            <a:r>
              <a:rPr lang="en-US" smtClean="0"/>
              <a:t> 
6-  JE T’ACCUEILLE MON SEIGNEUR JE T’ACCUEILLE MON SEIGNEUR</a:t>
            </a:r>
          </a:p>
          <a:p>
            <a:pPr>
              <a:defRPr/>
            </a:pPr>
            <a:r>
              <a:rPr lang="en-US" smtClean="0"/>
              <a:t>     I am welcoming you, I am welcoming you</a:t>
            </a:r>
          </a:p>
          <a:p>
            <a:pPr>
              <a:defRPr/>
            </a:pPr>
            <a:r>
              <a:rPr lang="en-US" smtClean="0"/>
              <a:t>7-  JE T’ACCUEILLE MON SEIGNEUR,  POUR QUE TU VIENNES </a:t>
            </a:r>
          </a:p>
          <a:p>
            <a:pPr>
              <a:defRPr/>
            </a:pPr>
            <a:r>
              <a:rPr lang="en-US" smtClean="0"/>
              <a:t>     I am welcoming you to come in
8-  JE T’ACCUEILLE MON SEIGNEUR JE T’ACCUEILLE MON SEIGNEUR</a:t>
            </a:r>
          </a:p>
          <a:p>
            <a:pPr>
              <a:defRPr/>
            </a:pPr>
            <a:r>
              <a:rPr lang="en-US" smtClean="0"/>
              <a:t>     I am welcoming you, I am welcoming you 
9-  QUE TU OUVRES LA PORTE, QUE TU VIENNES  </a:t>
            </a:r>
          </a:p>
          <a:p>
            <a:pPr>
              <a:defRPr/>
            </a:pPr>
            <a:r>
              <a:rPr lang="en-US" smtClean="0"/>
              <a:t>     To open the door and come in</a:t>
            </a:r>
          </a:p>
          <a:p>
            <a:pPr>
              <a:defRPr/>
            </a:pPr>
            <a:r>
              <a:rPr lang="en-US" smtClean="0"/>
              <a:t>10-  DERRIERE LE VOILE</a:t>
            </a:r>
          </a:p>
          <a:p>
            <a:pPr>
              <a:defRPr/>
            </a:pPr>
            <a:r>
              <a:rPr lang="en-US" smtClean="0"/>
              <a:t>      Beyond the veil</a:t>
            </a:r>
          </a:p>
          <a:p>
            <a:pPr>
              <a:defRPr/>
            </a:pPr>
            <a:r>
              <a:rPr lang="en-US" smtClean="0"/>
              <a:t> 
11-  I AM WAITING FOR YOU, I AM WAITING FOR YOU   
12-  I AM WAITING FOR YOU TO COME IN I AM WAITING FOR YOU 
13-  I AM WAITING FOR YOU TO OPEN THE DOOR AND COME IN 
14-  BEYOND THE VEIL 
15-  I AM WELCOMING YOU I AM WELCOMING YOU 
16-  I AM WELCOMING YOU TO COME IN I AM WELCOMING YOU 
17-  I AM WELCOMING YOU TO OPEN THE DOOR AND COME IN 
18-  BEYOND THE VEIL 
</a:t>
            </a:r>
            <a:endParaRPr lang="fr-FR" dirty="0" smtClean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T’ATTENDS PLUS QUE TOUT JE T’ATTENDS PLUS QUE TOUT</a:t>
            </a:r>
          </a:p>
          <a:p>
            <a:r>
              <a:rPr lang="en-US" smtClean="0"/>
              <a:t>     I am waiting for you, I am waiting for you</a:t>
            </a:r>
          </a:p>
          <a:p>
            <a:r>
              <a:rPr lang="en-US" smtClean="0"/>
              <a:t> 2-  OUI, J’ATTENDS PLUS QUE TOUT QUE TU VIENNNES </a:t>
            </a:r>
          </a:p>
          <a:p>
            <a:r>
              <a:rPr lang="en-US" smtClean="0"/>
              <a:t>      I am waiting for you to come in
3-  JE T’ATTENDS PLUS QUE TOUT JE T’ATTENDS PLUS QUE TOUT</a:t>
            </a:r>
          </a:p>
          <a:p>
            <a:r>
              <a:rPr lang="en-US" smtClean="0"/>
              <a:t>      I am waiting for you, I am waiting for you
4-  QUE TU OUVRES LA PORTE </a:t>
            </a:r>
          </a:p>
          <a:p>
            <a:r>
              <a:rPr lang="en-US" smtClean="0"/>
              <a:t>      To open the door </a:t>
            </a:r>
          </a:p>
          <a:p>
            <a:r>
              <a:rPr lang="en-US" smtClean="0"/>
              <a:t>5-  QUE TU VIENNES DERRIERE LE VOILE</a:t>
            </a:r>
          </a:p>
          <a:p>
            <a:r>
              <a:rPr lang="en-US" smtClean="0"/>
              <a:t>      And come in beyond the veil</a:t>
            </a:r>
          </a:p>
          <a:p>
            <a:r>
              <a:rPr lang="en-US" smtClean="0"/>
              <a:t> 
6-  JE T’ACCUEILLE MON SEIGNEUR JE T’ACCUEILLE MON SEIGNEUR</a:t>
            </a:r>
          </a:p>
          <a:p>
            <a:r>
              <a:rPr lang="en-US" smtClean="0"/>
              <a:t>     I am welcoming you, I am welcoming you</a:t>
            </a:r>
          </a:p>
          <a:p>
            <a:r>
              <a:rPr lang="en-US" smtClean="0"/>
              <a:t>7-  JE T’ACCUEILLE MON SEIGNEUR,  POUR QUE TU VIENNES </a:t>
            </a:r>
          </a:p>
          <a:p>
            <a:r>
              <a:rPr lang="en-US" smtClean="0"/>
              <a:t>     I am welcoming you to come in
8-  JE T’ACCUEILLE MON SEIGNEUR JE T’ACCUEILLE MON SEIGNEUR</a:t>
            </a:r>
          </a:p>
          <a:p>
            <a:r>
              <a:rPr lang="en-US" smtClean="0"/>
              <a:t>     I am welcoming you, I am welcoming you 
9-  QUE TU OUVRES LA PORTE, QUE TU VIENNES  </a:t>
            </a:r>
          </a:p>
          <a:p>
            <a:r>
              <a:rPr lang="en-US" smtClean="0"/>
              <a:t>     To open the door and come in</a:t>
            </a:r>
          </a:p>
          <a:p>
            <a:r>
              <a:rPr lang="en-US" smtClean="0"/>
              <a:t>10-  DERRIERE LE VOILE</a:t>
            </a:r>
          </a:p>
          <a:p>
            <a:r>
              <a:rPr lang="en-US" smtClean="0"/>
              <a:t>      Beyond the veil</a:t>
            </a:r>
          </a:p>
          <a:p>
            <a:r>
              <a:rPr lang="en-US" smtClean="0"/>
              <a:t> 
11-  I AM WAITING FOR YOU, I AM WAITING FOR YOU   
12-  I AM WAITING FOR YOU TO COME IN I AM WAITING FOR YOU 
13-  I AM WAITING FOR YOU TO OPEN THE DOOR AND COME IN 
14-  BEYOND THE VEIL 
15-  I AM WELCOMING YOU I AM WELCOMING YOU 
16-  I AM WELCOMING YOU TO COME IN I AM WELCOMING YOU 
17-  I AM WELCOMING YOU TO OPEN THE DOOR AND COME IN 
18-  BEYOND THE VEIL 
</a:t>
            </a:r>
            <a:endParaRPr 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JE T’ATTENDS PLUS QUE TOUT JE T’ATTENDS PLUS QUE TOUT</a:t>
            </a:r>
          </a:p>
          <a:p>
            <a:pPr>
              <a:defRPr/>
            </a:pPr>
            <a:r>
              <a:rPr lang="en-US" smtClean="0"/>
              <a:t>     I am waiting for you, I am waiting for you</a:t>
            </a:r>
          </a:p>
          <a:p>
            <a:pPr>
              <a:defRPr/>
            </a:pPr>
            <a:r>
              <a:rPr lang="en-US" smtClean="0"/>
              <a:t> 2-  OUI, J’ATTENDS PLUS QUE TOUT QUE TU VIENNNES </a:t>
            </a:r>
          </a:p>
          <a:p>
            <a:pPr>
              <a:defRPr/>
            </a:pPr>
            <a:r>
              <a:rPr lang="en-US" smtClean="0"/>
              <a:t>      I am waiting for you to come in
3-  JE T’ATTENDS PLUS QUE TOUT JE T’ATTENDS PLUS QUE TOUT</a:t>
            </a:r>
          </a:p>
          <a:p>
            <a:pPr>
              <a:defRPr/>
            </a:pPr>
            <a:r>
              <a:rPr lang="en-US" smtClean="0"/>
              <a:t>      I am waiting for you, I am waiting for you
4-  QUE TU OUVRES LA PORTE </a:t>
            </a:r>
          </a:p>
          <a:p>
            <a:pPr>
              <a:defRPr/>
            </a:pPr>
            <a:r>
              <a:rPr lang="en-US" smtClean="0"/>
              <a:t>      To open the door </a:t>
            </a:r>
          </a:p>
          <a:p>
            <a:pPr>
              <a:defRPr/>
            </a:pPr>
            <a:r>
              <a:rPr lang="en-US" smtClean="0"/>
              <a:t>5-  QUE TU VIENNES DERRIERE LE VOILE</a:t>
            </a:r>
          </a:p>
          <a:p>
            <a:pPr>
              <a:defRPr/>
            </a:pPr>
            <a:r>
              <a:rPr lang="en-US" smtClean="0"/>
              <a:t>      And come in beyond the veil</a:t>
            </a:r>
          </a:p>
          <a:p>
            <a:pPr>
              <a:defRPr/>
            </a:pPr>
            <a:r>
              <a:rPr lang="en-US" smtClean="0"/>
              <a:t> 
6-  JE T’ACCUEILLE MON SEIGNEUR JE T’ACCUEILLE MON SEIGNEUR</a:t>
            </a:r>
          </a:p>
          <a:p>
            <a:pPr>
              <a:defRPr/>
            </a:pPr>
            <a:r>
              <a:rPr lang="en-US" smtClean="0"/>
              <a:t>     I am welcoming you, I am welcoming you</a:t>
            </a:r>
          </a:p>
          <a:p>
            <a:pPr>
              <a:defRPr/>
            </a:pPr>
            <a:r>
              <a:rPr lang="en-US" smtClean="0"/>
              <a:t>7-  JE T’ACCUEILLE MON SEIGNEUR,  POUR QUE TU VIENNES </a:t>
            </a:r>
          </a:p>
          <a:p>
            <a:pPr>
              <a:defRPr/>
            </a:pPr>
            <a:r>
              <a:rPr lang="en-US" smtClean="0"/>
              <a:t>     I am welcoming you to come in
8-  JE T’ACCUEILLE MON SEIGNEUR JE T’ACCUEILLE MON SEIGNEUR</a:t>
            </a:r>
          </a:p>
          <a:p>
            <a:pPr>
              <a:defRPr/>
            </a:pPr>
            <a:r>
              <a:rPr lang="en-US" smtClean="0"/>
              <a:t>     I am welcoming you, I am welcoming you 
9-  QUE TU OUVRES LA PORTE, QUE TU VIENNES  </a:t>
            </a:r>
          </a:p>
          <a:p>
            <a:pPr>
              <a:defRPr/>
            </a:pPr>
            <a:r>
              <a:rPr lang="en-US" smtClean="0"/>
              <a:t>     To open the door and come in</a:t>
            </a:r>
          </a:p>
          <a:p>
            <a:pPr>
              <a:defRPr/>
            </a:pPr>
            <a:r>
              <a:rPr lang="en-US" smtClean="0"/>
              <a:t>10-  DERRIERE LE VOILE</a:t>
            </a:r>
          </a:p>
          <a:p>
            <a:pPr>
              <a:defRPr/>
            </a:pPr>
            <a:r>
              <a:rPr lang="en-US" smtClean="0"/>
              <a:t>      Beyond the veil</a:t>
            </a:r>
          </a:p>
          <a:p>
            <a:pPr>
              <a:defRPr/>
            </a:pPr>
            <a:r>
              <a:rPr lang="en-US" smtClean="0"/>
              <a:t> 
11-  I AM WAITING FOR YOU, I AM WAITING FOR YOU   
12-  I AM WAITING FOR YOU TO COME IN I AM WAITING FOR YOU 
13-  I AM WAITING FOR YOU TO OPEN THE DOOR AND COME IN 
14-  BEYOND THE VEIL 
15-  I AM WELCOMING YOU I AM WELCOMING YOU 
16-  I AM WELCOMING YOU TO COME IN I AM WELCOMING YOU 
17-  I AM WELCOMING YOU TO OPEN THE DOOR AND COME IN 
18-  BEYOND THE VEIL 
</a:t>
            </a:r>
            <a:endParaRPr lang="fr-FR" dirty="0" smtClean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JE T’ATTENDS PLUS QUE TOUT JE T’ATTENDS PLUS QUE TOUT</a:t>
            </a:r>
          </a:p>
          <a:p>
            <a:r>
              <a:rPr lang="en-US" smtClean="0"/>
              <a:t>     I am waiting for you, I am waiting for you</a:t>
            </a:r>
          </a:p>
          <a:p>
            <a:r>
              <a:rPr lang="en-US" smtClean="0"/>
              <a:t> 2-  OUI, J’ATTENDS PLUS QUE TOUT QUE TU VIENNNES </a:t>
            </a:r>
          </a:p>
          <a:p>
            <a:r>
              <a:rPr lang="en-US" smtClean="0"/>
              <a:t>      I am waiting for you to come in
3-  JE T’ATTENDS PLUS QUE TOUT JE T’ATTENDS PLUS QUE TOUT</a:t>
            </a:r>
          </a:p>
          <a:p>
            <a:r>
              <a:rPr lang="en-US" smtClean="0"/>
              <a:t>      I am waiting for you, I am waiting for you
4-  QUE TU OUVRES LA PORTE </a:t>
            </a:r>
          </a:p>
          <a:p>
            <a:r>
              <a:rPr lang="en-US" smtClean="0"/>
              <a:t>      To open the door </a:t>
            </a:r>
          </a:p>
          <a:p>
            <a:r>
              <a:rPr lang="en-US" smtClean="0"/>
              <a:t>5-  QUE TU VIENNES DERRIERE LE VOILE</a:t>
            </a:r>
          </a:p>
          <a:p>
            <a:r>
              <a:rPr lang="en-US" smtClean="0"/>
              <a:t>      And come in beyond the veil</a:t>
            </a:r>
          </a:p>
          <a:p>
            <a:r>
              <a:rPr lang="en-US" smtClean="0"/>
              <a:t> 
6-  JE T’ACCUEILLE MON SEIGNEUR JE T’ACCUEILLE MON SEIGNEUR</a:t>
            </a:r>
          </a:p>
          <a:p>
            <a:r>
              <a:rPr lang="en-US" smtClean="0"/>
              <a:t>     I am welcoming you, I am welcoming you</a:t>
            </a:r>
          </a:p>
          <a:p>
            <a:r>
              <a:rPr lang="en-US" smtClean="0"/>
              <a:t>7-  JE T’ACCUEILLE MON SEIGNEUR,  POUR QUE TU VIENNES </a:t>
            </a:r>
          </a:p>
          <a:p>
            <a:r>
              <a:rPr lang="en-US" smtClean="0"/>
              <a:t>     I am welcoming you to come in
8-  JE T’ACCUEILLE MON SEIGNEUR JE T’ACCUEILLE MON SEIGNEUR</a:t>
            </a:r>
          </a:p>
          <a:p>
            <a:r>
              <a:rPr lang="en-US" smtClean="0"/>
              <a:t>     I am welcoming you, I am welcoming you 
9-  QUE TU OUVRES LA PORTE, QUE TU VIENNES  </a:t>
            </a:r>
          </a:p>
          <a:p>
            <a:r>
              <a:rPr lang="en-US" smtClean="0"/>
              <a:t>     To open the door and come in</a:t>
            </a:r>
          </a:p>
          <a:p>
            <a:r>
              <a:rPr lang="en-US" smtClean="0"/>
              <a:t>10-  DERRIERE LE VOILE</a:t>
            </a:r>
          </a:p>
          <a:p>
            <a:r>
              <a:rPr lang="en-US" smtClean="0"/>
              <a:t>      Beyond the veil</a:t>
            </a:r>
          </a:p>
          <a:p>
            <a:r>
              <a:rPr lang="en-US" smtClean="0"/>
              <a:t> 
11-  I AM WAITING FOR YOU, I AM WAITING FOR YOU   
12-  I AM WAITING FOR YOU TO COME IN I AM WAITING FOR YOU 
13-  I AM WAITING FOR YOU TO OPEN THE DOOR AND COME IN 
14-  BEYOND THE VEIL 
15-  I AM WELCOMING YOU I AM WELCOMING YOU 
16-  I AM WELCOMING YOU TO COME IN I AM WELCOMING YOU 
17-  I AM WELCOMING YOU TO OPEN THE DOOR AND COME IN 
18-  BEYOND THE VEIL 
</a:t>
            </a:r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ED83DB-F915-4B7D-86CA-15ED2744871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78D037-C184-4B0E-80BE-743AB4731B6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6BB4F1-A7F0-4FC5-99FB-6155817BF08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83B6EA-A3D2-4CE7-B485-2EA798CFD61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FAC251-2A9F-4601-8D81-54934C1342E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3153F4-9FAE-467F-8602-A07CDB975F9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C7D1D4-1F0E-418D-BECB-A46A1F77256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6919E3-C818-42FE-8AB4-7216515405B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16C36D-DDA1-42F7-A89B-790B815694A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D2F465-C878-48D5-976A-91883C0936F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0C1AB7-6414-44AA-8A07-03166F7B3C6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278047CB-6410-43DC-8EF0-4A0621F93A8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T’ATTENDS PLUS QUE TOUT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T’ATTENDS PLUS QUE TOUT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OUI, J’ATTENDS PLUS QUE TOUT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TU VIENNNES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T’ATTENDS PLUS QUE TOUT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T’ATTENDS PLUS QUE TOUT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TU OUVRES LA PORTE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TU VIENNES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DERRIÈRE LE VOILE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JE VEUX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T’ACCUEILLIR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JE VEUX T’ACCUEILLIR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JE VEUX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T’ACCUEILLIR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TU VIENNES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JE VEUX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T’ACCUEILLIR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JE VEUX T’ACCUEILLIR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TU OUVRES LA PORTE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QUE TU VIENNES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DERRIÈRE LE VOILE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2554545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 AM WAITING FOR YOU</a:t>
            </a:r>
          </a:p>
          <a:p>
            <a:pPr algn="ctr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 AM WAITING FOR YOU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 AM WAITING FOR YOU TO COME IN</a:t>
            </a:r>
          </a:p>
          <a:p>
            <a:pPr algn="ctr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 AM WAITING FOR YOU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 AM WAITING FOR YOU</a:t>
            </a:r>
          </a:p>
          <a:p>
            <a:pPr algn="ctr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 OPEN THE DOOR AND COME IN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BEYOND THE VEIL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 AM WELCOMING YOU</a:t>
            </a:r>
          </a:p>
          <a:p>
            <a:pPr algn="ctr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 AM WELCOMING YOU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 AM WELCOMING YOU TO COME IN</a:t>
            </a:r>
          </a:p>
          <a:p>
            <a:pPr algn="ctr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 AM WELCOMING YOU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 AM WELCOMING YOU</a:t>
            </a:r>
          </a:p>
          <a:p>
            <a:pPr algn="ctr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 OPEN THE DOOR AND COME IN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BEYOND THE VEIL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1501</TotalTime>
  <Words>1695</Words>
  <Application>Microsoft Office PowerPoint</Application>
  <PresentationFormat>On-screen Show (4:3)</PresentationFormat>
  <Paragraphs>644</Paragraphs>
  <Slides>18</Slides>
  <Notes>18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2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144</cp:revision>
  <dcterms:created xsi:type="dcterms:W3CDTF">2002-08-17T10:50:50Z</dcterms:created>
  <dcterms:modified xsi:type="dcterms:W3CDTF">2015-02-08T10:03:04Z</dcterms:modified>
</cp:coreProperties>
</file>