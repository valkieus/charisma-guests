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0" r:id="rId2"/>
    <p:sldId id="271" r:id="rId3"/>
    <p:sldId id="272" r:id="rId4"/>
    <p:sldId id="273" r:id="rId5"/>
    <p:sldId id="274" r:id="rId6"/>
    <p:sldId id="275" r:id="rId7"/>
    <p:sldId id="291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3600" autoAdjust="0"/>
    <p:restoredTop sz="46056" autoAdjust="0"/>
  </p:normalViewPr>
  <p:slideViewPr>
    <p:cSldViewPr>
      <p:cViewPr>
        <p:scale>
          <a:sx n="40" d="100"/>
          <a:sy n="40" d="100"/>
        </p:scale>
        <p:origin x="-120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16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E93ED3E-5F6A-41D7-BE29-860D662654F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BBDFFCA-7F69-43C7-8781-CF5EE810D04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SI TU LE CROIS  RIEN N’EST IMPOSSIBLE </a:t>
            </a:r>
          </a:p>
          <a:p>
            <a:pPr>
              <a:defRPr/>
            </a:pPr>
            <a:r>
              <a:rPr lang="en-US" smtClean="0"/>
              <a:t>     if you believe  nothing is impossible  
2-  SI TU LE CROIS, IL PEUT FAIRE </a:t>
            </a:r>
          </a:p>
          <a:p>
            <a:pPr>
              <a:defRPr/>
            </a:pPr>
            <a:r>
              <a:rPr lang="en-US" smtClean="0"/>
              <a:t>     if you believe he is able  
3-  TOUT CE QUE TU LUI DEMANDE </a:t>
            </a:r>
          </a:p>
          <a:p>
            <a:pPr>
              <a:defRPr/>
            </a:pPr>
            <a:r>
              <a:rPr lang="en-US" smtClean="0"/>
              <a:t>     to do anything you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DEMANDE ET CROIS </a:t>
            </a:r>
          </a:p>
          <a:p>
            <a:pPr>
              <a:defRPr/>
            </a:pPr>
            <a:r>
              <a:rPr lang="en-US" smtClean="0"/>
              <a:t>    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OUI JE LE CROIS RIEN N’EST IMPOSSIBLE </a:t>
            </a:r>
          </a:p>
          <a:p>
            <a:pPr>
              <a:defRPr/>
            </a:pPr>
            <a:r>
              <a:rPr lang="en-US" smtClean="0"/>
              <a:t>     yes i believe, nothing is impossible 
6-  OUI JE LE CROIS, IL PEUT FAIRE  TOUT CE QUE JE LUI DEMANDE </a:t>
            </a:r>
          </a:p>
          <a:p>
            <a:pPr>
              <a:defRPr/>
            </a:pPr>
            <a:r>
              <a:rPr lang="en-US" smtClean="0"/>
              <a:t>     yes i believe he is able  to do anything i ask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7-  JE DEMANDE ET CROIS </a:t>
            </a:r>
          </a:p>
          <a:p>
            <a:pPr>
              <a:defRPr/>
            </a:pPr>
            <a:r>
              <a:rPr lang="en-US" smtClean="0"/>
              <a:t>     i ask and believe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COMME UN PETIT ENFANT</a:t>
            </a:r>
          </a:p>
          <a:p>
            <a:pPr>
              <a:defRPr/>
            </a:pPr>
            <a:r>
              <a:rPr lang="en-US" smtClean="0"/>
              <a:t>     like a little child 
9-  J'AI CONFIANCE  QUE TES PAROLES SONT VÉRITÉ </a:t>
            </a:r>
          </a:p>
          <a:p>
            <a:pPr>
              <a:defRPr/>
            </a:pPr>
            <a:r>
              <a:rPr lang="en-US" smtClean="0"/>
              <a:t>     i trust that every word you say is true 
10-  QUE TES PROMESSES SONT SINCERES</a:t>
            </a:r>
          </a:p>
          <a:p>
            <a:pPr>
              <a:defRPr/>
            </a:pPr>
            <a:r>
              <a:rPr lang="en-US" smtClean="0"/>
              <a:t>     that your promises  are yes and amen   
11-  OUI....OUI... QUE VRAIMENT  RIEN N'EST IMPOSSIBLE POUR TOI</a:t>
            </a:r>
          </a:p>
          <a:p>
            <a:pPr>
              <a:defRPr/>
            </a:pPr>
            <a:r>
              <a:rPr lang="en-US" smtClean="0"/>
              <a:t>     and i do believe that  nothing is impossible for you   
12-  ET JE TE REMERCIE  POUR TA PAROLE VIVANTE  </a:t>
            </a:r>
          </a:p>
          <a:p>
            <a:pPr>
              <a:defRPr/>
            </a:pPr>
            <a:r>
              <a:rPr lang="en-US" smtClean="0"/>
              <a:t>     and i thank you that  your word is alive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***ANGLAIS***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SI TU LE CROIS  RIEN N’EST IMPOSSIBLE </a:t>
            </a:r>
          </a:p>
          <a:p>
            <a:r>
              <a:rPr lang="en-US" smtClean="0"/>
              <a:t>     if you believe  nothing is impossible  
2-  SI TU LE CROIS, IL PEUT FAIRE </a:t>
            </a:r>
          </a:p>
          <a:p>
            <a:r>
              <a:rPr lang="en-US" smtClean="0"/>
              <a:t>     if you believe he is able  
3-  TOUT CE QUE TU LUI DEMANDE </a:t>
            </a:r>
          </a:p>
          <a:p>
            <a:r>
              <a:rPr lang="en-US" smtClean="0"/>
              <a:t>     to do anything you ask </a:t>
            </a:r>
          </a:p>
          <a:p>
            <a:endParaRPr lang="en-US" smtClean="0"/>
          </a:p>
          <a:p>
            <a:r>
              <a:rPr lang="en-US" smtClean="0"/>
              <a:t>4-  DEMANDE ET CROIS </a:t>
            </a:r>
          </a:p>
          <a:p>
            <a:r>
              <a:rPr lang="en-US" smtClean="0"/>
              <a:t>     ask and believe </a:t>
            </a:r>
          </a:p>
          <a:p>
            <a:endParaRPr lang="en-US" smtClean="0"/>
          </a:p>
          <a:p>
            <a:r>
              <a:rPr lang="en-US" smtClean="0"/>
              <a:t>5-  OUI JE LE CROIS RIEN N’EST IMPOSSIBLE </a:t>
            </a:r>
          </a:p>
          <a:p>
            <a:r>
              <a:rPr lang="en-US" smtClean="0"/>
              <a:t>     yes i believe, nothing is impossible 
6-  OUI JE LE CROIS, IL PEUT FAIRE  TOUT CE QUE JE LUI DEMANDE </a:t>
            </a:r>
          </a:p>
          <a:p>
            <a:r>
              <a:rPr lang="en-US" smtClean="0"/>
              <a:t>     yes i believe he is able  to do anything i ask </a:t>
            </a:r>
          </a:p>
          <a:p>
            <a:endParaRPr lang="en-US" smtClean="0"/>
          </a:p>
          <a:p>
            <a:r>
              <a:rPr lang="en-US" smtClean="0"/>
              <a:t>7-  JE DEMANDE ET CROIS </a:t>
            </a:r>
          </a:p>
          <a:p>
            <a:r>
              <a:rPr lang="en-US" smtClean="0"/>
              <a:t>     i ask and believe </a:t>
            </a:r>
          </a:p>
          <a:p>
            <a:endParaRPr lang="en-US" smtClean="0"/>
          </a:p>
          <a:p>
            <a:r>
              <a:rPr lang="en-US" smtClean="0"/>
              <a:t>8-  COMME UN PETIT ENFANT</a:t>
            </a:r>
          </a:p>
          <a:p>
            <a:r>
              <a:rPr lang="en-US" smtClean="0"/>
              <a:t>     like a little child 
9-  J'AI CONFIANCE  QUE TES PAROLES SONT VÉRITÉ </a:t>
            </a:r>
          </a:p>
          <a:p>
            <a:r>
              <a:rPr lang="en-US" smtClean="0"/>
              <a:t>     i trust that every word you say is true 
10-  QUE TES PROMESSES SONT SINCERES</a:t>
            </a:r>
          </a:p>
          <a:p>
            <a:r>
              <a:rPr lang="en-US" smtClean="0"/>
              <a:t>     that your promises  are yes and amen   
11-  OUI....OUI... QUE VRAIMENT  RIEN N'EST IMPOSSIBLE POUR TOI</a:t>
            </a:r>
          </a:p>
          <a:p>
            <a:r>
              <a:rPr lang="en-US" smtClean="0"/>
              <a:t>     and i do believe that  nothing is impossible for you   
12-  ET JE TE REMERCIE  POUR TA PAROLE VIVANTE  </a:t>
            </a:r>
          </a:p>
          <a:p>
            <a:r>
              <a:rPr lang="en-US" smtClean="0"/>
              <a:t>     and i thank you that  your word is alive </a:t>
            </a:r>
          </a:p>
          <a:p>
            <a:endParaRPr lang="en-US" smtClean="0"/>
          </a:p>
          <a:p>
            <a:r>
              <a:rPr lang="en-US" smtClean="0"/>
              <a:t>	***ANGLAIS***</a:t>
            </a:r>
          </a:p>
          <a:p>
            <a:endParaRPr lang="en-US" smtClean="0"/>
          </a:p>
          <a:p>
            <a:r>
              <a:rPr lang="en-US" smtClean="0"/>
              <a:t>13-  IF YOU BELIEVE  NOTHING IS IMPOSSIBLE 
14-  IF YOU BELIEVE HE IS ABLE  TO DO ANYTHING YOU ASK 
15-  ASK AND BELIEVE 
16-  YES I BELIEVE, NOTHING IS IMPOSSIBLE 
17-  YES I BELIEVE HE IS ABLE  TO DO ANYTHING I ASK 
18-  I ASK AND BELIEVE 
19-  LIKE A LITTLE CHILD I TRUST THAT EVERY WORD YOU SAY IS TRUE 
20-  THAT YOUR PROMISES  ARE YES AND AMEN 
21-  AND I DO BELIEVE THAT  NOTHING IS IMPOSSIBLE FOR YOU 
22-  AND I THANK YOU THAT  YOUR WORD IS ALIVE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C33887-714C-4109-90BE-7FA4B0A0A0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7A94B-8190-4800-BF49-5D18A3963E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FB6FF-1954-43BF-89DB-11C9B84EC2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90B6AD-648F-4AB9-AFAD-7C58486396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34D001-E187-44CE-8A76-855455159B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3BAA7-D00D-4E69-9775-E51D410137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6BF9C9-3C56-4359-9939-305F701805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54302-8524-4CE0-9BDD-BE23F8203D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8B32E2-5EE9-4EC4-AB81-49AF7B14CC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E6AAC-F69E-4994-B46F-6797EEAC28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07BBE2-6F67-4443-A4A8-EA6200C0A3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BB52AD8-A4EB-4887-84BD-F0D2ED2B5F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LE CROIS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N’EST IMPOSSIBLE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LE CROIS, IL PEUT FAIRE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TU LUI DEMANDE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DEMANDE ET CROIS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LE CROIS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N’EST IMPOSSIBLE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LE CROIS, IL PEUT FAIRE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JE LUI DEMANDE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DEMANDE ET CROIS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PETIT ENFANT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CONFIANCE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TES PAROLES SONT VÉRITÉ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TES PROMESSES SONT SINCERES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OUI....OUI... QUE VRAIMENT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N'EST IMPOSSIBLE POUR 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TE REMERCIE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TA PAROLE VIVANTE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IF YOU BELIEVE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NOTHING IS IMPOSSIBLE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IF YOU BELIEVE HE IS ABLE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DO ANYTHING YOU ASK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ASK AND BELIEVE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 I BELIEVE, NOTHING IS IMPOSSIBLE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 I BELIEVE HE IS ABLE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DO ANYTHING I ASK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ASK AND BELIEVE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LIKE A LITTLE CHILD I TRUST THAT EVERY WORD YOU SAY IS TRUE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THAT YOUR PROMISES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ARE YES AND AMEN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I DO BELIEVE THAT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NOTHING IS IMPOSSIBLE FOR YOU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I THANK YOU THAT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WORD IS ALIVE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825</Words>
  <Application>Microsoft Office PowerPoint</Application>
  <PresentationFormat>On-screen Show (4:3)</PresentationFormat>
  <Paragraphs>1134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163</cp:revision>
  <dcterms:created xsi:type="dcterms:W3CDTF">2002-08-17T10:50:50Z</dcterms:created>
  <dcterms:modified xsi:type="dcterms:W3CDTF">2015-02-08T03:59:43Z</dcterms:modified>
</cp:coreProperties>
</file>