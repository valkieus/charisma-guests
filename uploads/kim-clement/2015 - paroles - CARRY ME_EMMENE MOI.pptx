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0" r:id="rId2"/>
    <p:sldId id="285" r:id="rId3"/>
    <p:sldId id="284" r:id="rId4"/>
    <p:sldId id="286" r:id="rId5"/>
    <p:sldId id="283" r:id="rId6"/>
    <p:sldId id="287" r:id="rId7"/>
    <p:sldId id="282" r:id="rId8"/>
    <p:sldId id="288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3511" autoAdjust="0"/>
  </p:normalViewPr>
  <p:slideViewPr>
    <p:cSldViewPr>
      <p:cViewPr>
        <p:scale>
          <a:sx n="40" d="100"/>
          <a:sy n="40" d="100"/>
        </p:scale>
        <p:origin x="-40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4458413-E3B2-40C6-8BD6-61F70BC47BF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6FB1ECA-C787-48DE-BCA8-2C7FEF1C131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 EMMÈNE-MOI, EMMÈNE-MOI  À TON REPOS PARFAIT</a:t>
            </a:r>
          </a:p>
          <a:p>
            <a:pPr>
              <a:defRPr/>
            </a:pPr>
            <a:r>
              <a:rPr lang="en-US" dirty="0" smtClean="0"/>
              <a:t>     carry me, carry me to your place of rest</a:t>
            </a:r>
          </a:p>
          <a:p>
            <a:pPr>
              <a:defRPr/>
            </a:pPr>
            <a:r>
              <a:rPr lang="en-US" dirty="0" smtClean="0"/>
              <a:t>2-  EMMÈNE-MOI, EMMÈNE-MOI DANS TON LIEU DE PAIX</a:t>
            </a:r>
          </a:p>
          <a:p>
            <a:pPr>
              <a:defRPr/>
            </a:pPr>
            <a:r>
              <a:rPr lang="en-US" dirty="0" smtClean="0"/>
              <a:t>     carry me, carry me to your place of peace</a:t>
            </a:r>
          </a:p>
          <a:p>
            <a:pPr>
              <a:defRPr/>
            </a:pPr>
            <a:r>
              <a:rPr lang="en-US" dirty="0" smtClean="0"/>
              <a:t>  </a:t>
            </a:r>
          </a:p>
          <a:p>
            <a:pPr>
              <a:defRPr/>
            </a:pPr>
            <a:r>
              <a:rPr lang="en-US" dirty="0" smtClean="0"/>
              <a:t>3-  SUR TES AILES DE GRÂCE GARDÉ DANS TES BRAS</a:t>
            </a:r>
          </a:p>
          <a:p>
            <a:pPr>
              <a:defRPr/>
            </a:pPr>
            <a:r>
              <a:rPr lang="en-US" dirty="0" smtClean="0"/>
              <a:t>     on your wings of grace, safe in your embrace 
4-  GUIDÉ PAR TA VOIX, CONDUIT PAR TOI </a:t>
            </a:r>
          </a:p>
          <a:p>
            <a:pPr>
              <a:defRPr/>
            </a:pPr>
            <a:r>
              <a:rPr lang="en-US" dirty="0" smtClean="0"/>
              <a:t>      guided by the voice </a:t>
            </a:r>
            <a:r>
              <a:rPr lang="en-US" dirty="0" err="1" smtClean="0"/>
              <a:t>i</a:t>
            </a:r>
            <a:r>
              <a:rPr lang="en-US" dirty="0" smtClean="0"/>
              <a:t> hear from you
</a:t>
            </a:r>
          </a:p>
          <a:p>
            <a:pPr>
              <a:defRPr/>
            </a:pPr>
            <a:r>
              <a:rPr lang="en-US" dirty="0" smtClean="0"/>
              <a:t>5-  CARRY ME, CARRY ME TO YOUR PLACE OF REST  
6-  CARRY ME, CARRY ME TO YOUR PLACE OF PEACE 
</a:t>
            </a:r>
          </a:p>
          <a:p>
            <a:pPr>
              <a:defRPr/>
            </a:pPr>
            <a:r>
              <a:rPr lang="en-US" dirty="0" smtClean="0"/>
              <a:t>7-  ON YOUR WINGS OF GRACE SAFE IN YOUR EMBRACE 
8-  GUIDED BY THE VOICE I HEAR FROM YOU 
</a:t>
            </a: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EMMÈNE-MOI, EMMÈNE-MOI  À TON REPOS PARFAIT</a:t>
            </a:r>
          </a:p>
          <a:p>
            <a:r>
              <a:rPr lang="en-US" smtClean="0"/>
              <a:t>     carry me, carry me to your place of rest</a:t>
            </a:r>
          </a:p>
          <a:p>
            <a:r>
              <a:rPr lang="en-US" smtClean="0"/>
              <a:t>2-  EMMÈNE-MOI, EMMÈNE-MOI DANS TON LIEU DE PAIX</a:t>
            </a:r>
          </a:p>
          <a:p>
            <a:r>
              <a:rPr lang="en-US" smtClean="0"/>
              <a:t>     carry me, carry me to your place of peace</a:t>
            </a:r>
          </a:p>
          <a:p>
            <a:r>
              <a:rPr lang="en-US" smtClean="0"/>
              <a:t>  </a:t>
            </a:r>
          </a:p>
          <a:p>
            <a:r>
              <a:rPr lang="en-US" smtClean="0"/>
              <a:t>3-  SUR TES AILES DE GRÂCE GARDÉ DANS TES BRAS</a:t>
            </a:r>
          </a:p>
          <a:p>
            <a:r>
              <a:rPr lang="en-US" smtClean="0"/>
              <a:t>     on your wings of grace, safe in your embrace 
4-  GUIDÉ PAR TA VOIX, CONDUIT PAR TOI </a:t>
            </a:r>
          </a:p>
          <a:p>
            <a:r>
              <a:rPr lang="en-US" smtClean="0"/>
              <a:t>      guided by the voice i hear from you
</a:t>
            </a:r>
          </a:p>
          <a:p>
            <a:r>
              <a:rPr lang="en-US" smtClean="0"/>
              <a:t>5-  CARRY ME, CARRY ME TO YOUR PLACE OF REST  
6-  CARRY ME, CARRY ME TO YOUR PLACE OF PEACE 
</a:t>
            </a:r>
          </a:p>
          <a:p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EMMÈNE-MOI, EMMÈNE-MOI  À TON REPOS PARFAIT</a:t>
            </a:r>
          </a:p>
          <a:p>
            <a:pPr>
              <a:defRPr/>
            </a:pPr>
            <a:r>
              <a:rPr lang="en-US" smtClean="0"/>
              <a:t>     carry me, carry me to your place of rest</a:t>
            </a:r>
          </a:p>
          <a:p>
            <a:pPr>
              <a:defRPr/>
            </a:pPr>
            <a:r>
              <a:rPr lang="en-US" smtClean="0"/>
              <a:t>2-  EMMÈNE-MOI, EMMÈNE-MOI DANS TON LIEU DE PAIX</a:t>
            </a:r>
          </a:p>
          <a:p>
            <a:pPr>
              <a:defRPr/>
            </a:pPr>
            <a:r>
              <a:rPr lang="en-US" smtClean="0"/>
              <a:t>     carry me, carry me to your place of peace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r>
              <a:rPr lang="en-US" smtClean="0"/>
              <a:t>3-  SUR TES AILES DE GRÂCE GARDÉ DANS TES BRAS</a:t>
            </a:r>
          </a:p>
          <a:p>
            <a:pPr>
              <a:defRPr/>
            </a:pPr>
            <a:r>
              <a:rPr lang="en-US" smtClean="0"/>
              <a:t>     on your wings of grace, safe in your embrace 
4-  GUIDÉ PAR TA VOIX, CONDUIT PAR TOI </a:t>
            </a:r>
          </a:p>
          <a:p>
            <a:pPr>
              <a:defRPr/>
            </a:pPr>
            <a:r>
              <a:rPr lang="en-US" smtClean="0"/>
              <a:t>      guided by the voice i hear from you
</a:t>
            </a:r>
          </a:p>
          <a:p>
            <a:pPr>
              <a:defRPr/>
            </a:pPr>
            <a:r>
              <a:rPr lang="en-US" smtClean="0"/>
              <a:t>5-  CARRY ME, CARRY ME TO YOUR PLACE OF REST  
6-  CARRY ME, CARRY ME TO YOUR PLACE OF PEACE 
</a:t>
            </a:r>
          </a:p>
          <a:p>
            <a:pPr>
              <a:defRPr/>
            </a:pPr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EMMÈNE-MOI, EMMÈNE-MOI  À TON REPOS PARFAIT</a:t>
            </a:r>
          </a:p>
          <a:p>
            <a:r>
              <a:rPr lang="en-US" smtClean="0"/>
              <a:t>     carry me, carry me to your place of rest</a:t>
            </a:r>
          </a:p>
          <a:p>
            <a:r>
              <a:rPr lang="en-US" smtClean="0"/>
              <a:t>2-  EMMÈNE-MOI, EMMÈNE-MOI DANS TON LIEU DE PAIX</a:t>
            </a:r>
          </a:p>
          <a:p>
            <a:r>
              <a:rPr lang="en-US" smtClean="0"/>
              <a:t>     carry me, carry me to your place of peace</a:t>
            </a:r>
          </a:p>
          <a:p>
            <a:r>
              <a:rPr lang="en-US" smtClean="0"/>
              <a:t>  </a:t>
            </a:r>
          </a:p>
          <a:p>
            <a:r>
              <a:rPr lang="en-US" smtClean="0"/>
              <a:t>3-  SUR TES AILES DE GRÂCE GARDÉ DANS TES BRAS</a:t>
            </a:r>
          </a:p>
          <a:p>
            <a:r>
              <a:rPr lang="en-US" smtClean="0"/>
              <a:t>     on your wings of grace, safe in your embrace 
4-  GUIDÉ PAR TA VOIX, CONDUIT PAR TOI </a:t>
            </a:r>
          </a:p>
          <a:p>
            <a:r>
              <a:rPr lang="en-US" smtClean="0"/>
              <a:t>      guided by the voice i hear from you
</a:t>
            </a:r>
          </a:p>
          <a:p>
            <a:r>
              <a:rPr lang="en-US" smtClean="0"/>
              <a:t>5-  CARRY ME, CARRY ME TO YOUR PLACE OF REST  
6-  CARRY ME, CARRY ME TO YOUR PLACE OF PEACE 
</a:t>
            </a:r>
          </a:p>
          <a:p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EMMÈNE-MOI, EMMÈNE-MOI  À TON REPOS PARFAIT</a:t>
            </a:r>
          </a:p>
          <a:p>
            <a:pPr>
              <a:defRPr/>
            </a:pPr>
            <a:r>
              <a:rPr lang="en-US" smtClean="0"/>
              <a:t>     carry me, carry me to your place of rest</a:t>
            </a:r>
          </a:p>
          <a:p>
            <a:pPr>
              <a:defRPr/>
            </a:pPr>
            <a:r>
              <a:rPr lang="en-US" smtClean="0"/>
              <a:t>2-  EMMÈNE-MOI, EMMÈNE-MOI DANS TON LIEU DE PAIX</a:t>
            </a:r>
          </a:p>
          <a:p>
            <a:pPr>
              <a:defRPr/>
            </a:pPr>
            <a:r>
              <a:rPr lang="en-US" smtClean="0"/>
              <a:t>     carry me, carry me to your place of peace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r>
              <a:rPr lang="en-US" smtClean="0"/>
              <a:t>3-  SUR TES AILES DE GRÂCE GARDÉ DANS TES BRAS</a:t>
            </a:r>
          </a:p>
          <a:p>
            <a:pPr>
              <a:defRPr/>
            </a:pPr>
            <a:r>
              <a:rPr lang="en-US" smtClean="0"/>
              <a:t>     on your wings of grace, safe in your embrace 
4-  GUIDÉ PAR TA VOIX, CONDUIT PAR TOI </a:t>
            </a:r>
          </a:p>
          <a:p>
            <a:pPr>
              <a:defRPr/>
            </a:pPr>
            <a:r>
              <a:rPr lang="en-US" smtClean="0"/>
              <a:t>      guided by the voice i hear from you
</a:t>
            </a:r>
          </a:p>
          <a:p>
            <a:pPr>
              <a:defRPr/>
            </a:pPr>
            <a:r>
              <a:rPr lang="en-US" smtClean="0"/>
              <a:t>5-  CARRY ME, CARRY ME TO YOUR PLACE OF REST  
6-  CARRY ME, CARRY ME TO YOUR PLACE OF PEACE 
</a:t>
            </a:r>
          </a:p>
          <a:p>
            <a:pPr>
              <a:defRPr/>
            </a:pPr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EMMÈNE-MOI, EMMÈNE-MOI  À TON REPOS PARFAIT</a:t>
            </a:r>
          </a:p>
          <a:p>
            <a:r>
              <a:rPr lang="en-US" smtClean="0"/>
              <a:t>     carry me, carry me to your place of rest</a:t>
            </a:r>
          </a:p>
          <a:p>
            <a:r>
              <a:rPr lang="en-US" smtClean="0"/>
              <a:t>2-  EMMÈNE-MOI, EMMÈNE-MOI DANS TON LIEU DE PAIX</a:t>
            </a:r>
          </a:p>
          <a:p>
            <a:r>
              <a:rPr lang="en-US" smtClean="0"/>
              <a:t>     carry me, carry me to your place of peace</a:t>
            </a:r>
          </a:p>
          <a:p>
            <a:r>
              <a:rPr lang="en-US" smtClean="0"/>
              <a:t>  </a:t>
            </a:r>
          </a:p>
          <a:p>
            <a:r>
              <a:rPr lang="en-US" smtClean="0"/>
              <a:t>3-  SUR TES AILES DE GRÂCE GARDÉ DANS TES BRAS</a:t>
            </a:r>
          </a:p>
          <a:p>
            <a:r>
              <a:rPr lang="en-US" smtClean="0"/>
              <a:t>     on your wings of grace, safe in your embrace 
4-  GUIDÉ PAR TA VOIX, CONDUIT PAR TOI </a:t>
            </a:r>
          </a:p>
          <a:p>
            <a:r>
              <a:rPr lang="en-US" smtClean="0"/>
              <a:t>      guided by the voice i hear from you
</a:t>
            </a:r>
          </a:p>
          <a:p>
            <a:r>
              <a:rPr lang="en-US" smtClean="0"/>
              <a:t>5-  CARRY ME, CARRY ME TO YOUR PLACE OF REST  
6-  CARRY ME, CARRY ME TO YOUR PLACE OF PEACE 
</a:t>
            </a:r>
          </a:p>
          <a:p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EMMÈNE-MOI, EMMÈNE-MOI  À TON REPOS PARFAIT</a:t>
            </a:r>
          </a:p>
          <a:p>
            <a:pPr>
              <a:defRPr/>
            </a:pPr>
            <a:r>
              <a:rPr lang="en-US" smtClean="0"/>
              <a:t>     carry me, carry me to your place of rest</a:t>
            </a:r>
          </a:p>
          <a:p>
            <a:pPr>
              <a:defRPr/>
            </a:pPr>
            <a:r>
              <a:rPr lang="en-US" smtClean="0"/>
              <a:t>2-  EMMÈNE-MOI, EMMÈNE-MOI DANS TON LIEU DE PAIX</a:t>
            </a:r>
          </a:p>
          <a:p>
            <a:pPr>
              <a:defRPr/>
            </a:pPr>
            <a:r>
              <a:rPr lang="en-US" smtClean="0"/>
              <a:t>     carry me, carry me to your place of peace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r>
              <a:rPr lang="en-US" smtClean="0"/>
              <a:t>3-  SUR TES AILES DE GRÂCE GARDÉ DANS TES BRAS</a:t>
            </a:r>
          </a:p>
          <a:p>
            <a:pPr>
              <a:defRPr/>
            </a:pPr>
            <a:r>
              <a:rPr lang="en-US" smtClean="0"/>
              <a:t>     on your wings of grace, safe in your embrace 
4-  GUIDÉ PAR TA VOIX, CONDUIT PAR TOI </a:t>
            </a:r>
          </a:p>
          <a:p>
            <a:pPr>
              <a:defRPr/>
            </a:pPr>
            <a:r>
              <a:rPr lang="en-US" smtClean="0"/>
              <a:t>      guided by the voice i hear from you
</a:t>
            </a:r>
          </a:p>
          <a:p>
            <a:pPr>
              <a:defRPr/>
            </a:pPr>
            <a:r>
              <a:rPr lang="en-US" smtClean="0"/>
              <a:t>5-  CARRY ME, CARRY ME TO YOUR PLACE OF REST  
6-  CARRY ME, CARRY ME TO YOUR PLACE OF PEACE 
</a:t>
            </a:r>
          </a:p>
          <a:p>
            <a:pPr>
              <a:defRPr/>
            </a:pPr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EMMÈNE-MOI, EMMÈNE-MOI  À TON REPOS PARFAIT</a:t>
            </a:r>
          </a:p>
          <a:p>
            <a:r>
              <a:rPr lang="en-US" smtClean="0"/>
              <a:t>     carry me, carry me to your place of rest</a:t>
            </a:r>
          </a:p>
          <a:p>
            <a:r>
              <a:rPr lang="en-US" smtClean="0"/>
              <a:t>2-  EMMÈNE-MOI, EMMÈNE-MOI DANS TON LIEU DE PAIX</a:t>
            </a:r>
          </a:p>
          <a:p>
            <a:r>
              <a:rPr lang="en-US" smtClean="0"/>
              <a:t>     carry me, carry me to your place of peace</a:t>
            </a:r>
          </a:p>
          <a:p>
            <a:r>
              <a:rPr lang="en-US" smtClean="0"/>
              <a:t>  </a:t>
            </a:r>
          </a:p>
          <a:p>
            <a:r>
              <a:rPr lang="en-US" smtClean="0"/>
              <a:t>3-  SUR TES AILES DE GRÂCE GARDÉ DANS TES BRAS</a:t>
            </a:r>
          </a:p>
          <a:p>
            <a:r>
              <a:rPr lang="en-US" smtClean="0"/>
              <a:t>     on your wings of grace, safe in your embrace 
4-  GUIDÉ PAR TA VOIX, CONDUIT PAR TOI </a:t>
            </a:r>
          </a:p>
          <a:p>
            <a:r>
              <a:rPr lang="en-US" smtClean="0"/>
              <a:t>      guided by the voice i hear from you
</a:t>
            </a:r>
          </a:p>
          <a:p>
            <a:r>
              <a:rPr lang="en-US" smtClean="0"/>
              <a:t>5-  CARRY ME, CARRY ME TO YOUR PLACE OF REST  
6-  CARRY ME, CARRY ME TO YOUR PLACE OF PEACE 
</a:t>
            </a:r>
          </a:p>
          <a:p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EMMÈNE-MOI, EMMÈNE-MOI  À TON REPOS PARFAIT</a:t>
            </a:r>
          </a:p>
          <a:p>
            <a:pPr>
              <a:defRPr/>
            </a:pPr>
            <a:r>
              <a:rPr lang="en-US" smtClean="0"/>
              <a:t>     carry me, carry me to your place of rest</a:t>
            </a:r>
          </a:p>
          <a:p>
            <a:pPr>
              <a:defRPr/>
            </a:pPr>
            <a:r>
              <a:rPr lang="en-US" smtClean="0"/>
              <a:t>2-  EMMÈNE-MOI, EMMÈNE-MOI DANS TON LIEU DE PAIX</a:t>
            </a:r>
          </a:p>
          <a:p>
            <a:pPr>
              <a:defRPr/>
            </a:pPr>
            <a:r>
              <a:rPr lang="en-US" smtClean="0"/>
              <a:t>     carry me, carry me to your place of peace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r>
              <a:rPr lang="en-US" smtClean="0"/>
              <a:t>3-  SUR TES AILES DE GRÂCE GARDÉ DANS TES BRAS</a:t>
            </a:r>
          </a:p>
          <a:p>
            <a:pPr>
              <a:defRPr/>
            </a:pPr>
            <a:r>
              <a:rPr lang="en-US" smtClean="0"/>
              <a:t>     on your wings of grace, safe in your embrace 
4-  GUIDÉ PAR TA VOIX, CONDUIT PAR TOI </a:t>
            </a:r>
          </a:p>
          <a:p>
            <a:pPr>
              <a:defRPr/>
            </a:pPr>
            <a:r>
              <a:rPr lang="en-US" smtClean="0"/>
              <a:t>      guided by the voice i hear from you
</a:t>
            </a:r>
          </a:p>
          <a:p>
            <a:pPr>
              <a:defRPr/>
            </a:pPr>
            <a:r>
              <a:rPr lang="en-US" smtClean="0"/>
              <a:t>5-  CARRY ME, CARRY ME TO YOUR PLACE OF REST  
6-  CARRY ME, CARRY ME TO YOUR PLACE OF PEACE 
</a:t>
            </a:r>
          </a:p>
          <a:p>
            <a:pPr>
              <a:defRPr/>
            </a:pPr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EMMÈNE-MOI, EMMÈNE-MOI  À TON REPOS PARFAIT</a:t>
            </a:r>
          </a:p>
          <a:p>
            <a:r>
              <a:rPr lang="en-US" smtClean="0"/>
              <a:t>     carry me, carry me to your place of rest</a:t>
            </a:r>
          </a:p>
          <a:p>
            <a:r>
              <a:rPr lang="en-US" smtClean="0"/>
              <a:t>2-  EMMÈNE-MOI, EMMÈNE-MOI DANS TON LIEU DE PAIX</a:t>
            </a:r>
          </a:p>
          <a:p>
            <a:r>
              <a:rPr lang="en-US" smtClean="0"/>
              <a:t>     carry me, carry me to your place of peace</a:t>
            </a:r>
          </a:p>
          <a:p>
            <a:r>
              <a:rPr lang="en-US" smtClean="0"/>
              <a:t>  </a:t>
            </a:r>
          </a:p>
          <a:p>
            <a:r>
              <a:rPr lang="en-US" smtClean="0"/>
              <a:t>3-  SUR TES AILES DE GRÂCE GARDÉ DANS TES BRAS</a:t>
            </a:r>
          </a:p>
          <a:p>
            <a:r>
              <a:rPr lang="en-US" smtClean="0"/>
              <a:t>     on your wings of grace, safe in your embrace 
4-  GUIDÉ PAR TA VOIX, CONDUIT PAR TOI </a:t>
            </a:r>
          </a:p>
          <a:p>
            <a:r>
              <a:rPr lang="en-US" smtClean="0"/>
              <a:t>      guided by the voice i hear from you
</a:t>
            </a:r>
          </a:p>
          <a:p>
            <a:r>
              <a:rPr lang="en-US" smtClean="0"/>
              <a:t>5-  CARRY ME, CARRY ME TO YOUR PLACE OF REST  
6-  CARRY ME, CARRY ME TO YOUR PLACE OF PEACE 
</a:t>
            </a:r>
          </a:p>
          <a:p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EMMÈNE-MOI, EMMÈNE-MOI  À TON REPOS PARFAIT</a:t>
            </a:r>
          </a:p>
          <a:p>
            <a:pPr>
              <a:defRPr/>
            </a:pPr>
            <a:r>
              <a:rPr lang="en-US" smtClean="0"/>
              <a:t>     carry me, carry me to your place of rest</a:t>
            </a:r>
          </a:p>
          <a:p>
            <a:pPr>
              <a:defRPr/>
            </a:pPr>
            <a:r>
              <a:rPr lang="en-US" smtClean="0"/>
              <a:t>2-  EMMÈNE-MOI, EMMÈNE-MOI DANS TON LIEU DE PAIX</a:t>
            </a:r>
          </a:p>
          <a:p>
            <a:pPr>
              <a:defRPr/>
            </a:pPr>
            <a:r>
              <a:rPr lang="en-US" smtClean="0"/>
              <a:t>     carry me, carry me to your place of peace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r>
              <a:rPr lang="en-US" smtClean="0"/>
              <a:t>3-  SUR TES AILES DE GRÂCE GARDÉ DANS TES BRAS</a:t>
            </a:r>
          </a:p>
          <a:p>
            <a:pPr>
              <a:defRPr/>
            </a:pPr>
            <a:r>
              <a:rPr lang="en-US" smtClean="0"/>
              <a:t>     on your wings of grace, safe in your embrace 
4-  GUIDÉ PAR TA VOIX, CONDUIT PAR TOI </a:t>
            </a:r>
          </a:p>
          <a:p>
            <a:pPr>
              <a:defRPr/>
            </a:pPr>
            <a:r>
              <a:rPr lang="en-US" smtClean="0"/>
              <a:t>      guided by the voice i hear from you
</a:t>
            </a:r>
          </a:p>
          <a:p>
            <a:pPr>
              <a:defRPr/>
            </a:pPr>
            <a:r>
              <a:rPr lang="en-US" smtClean="0"/>
              <a:t>5-  CARRY ME, CARRY ME TO YOUR PLACE OF REST  
6-  CARRY ME, CARRY ME TO YOUR PLACE OF PEACE 
</a:t>
            </a:r>
          </a:p>
          <a:p>
            <a:pPr>
              <a:defRPr/>
            </a:pPr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EMMÈNE-MOI, EMMÈNE-MOI  À TON REPOS PARFAIT</a:t>
            </a:r>
          </a:p>
          <a:p>
            <a:r>
              <a:rPr lang="en-US" smtClean="0"/>
              <a:t>     carry me, carry me to your place of rest</a:t>
            </a:r>
          </a:p>
          <a:p>
            <a:r>
              <a:rPr lang="en-US" smtClean="0"/>
              <a:t>2-  EMMÈNE-MOI, EMMÈNE-MOI DANS TON LIEU DE PAIX</a:t>
            </a:r>
          </a:p>
          <a:p>
            <a:r>
              <a:rPr lang="en-US" smtClean="0"/>
              <a:t>     carry me, carry me to your place of peace</a:t>
            </a:r>
          </a:p>
          <a:p>
            <a:r>
              <a:rPr lang="en-US" smtClean="0"/>
              <a:t>  </a:t>
            </a:r>
          </a:p>
          <a:p>
            <a:r>
              <a:rPr lang="en-US" smtClean="0"/>
              <a:t>3-  SUR TES AILES DE GRÂCE GARDÉ DANS TES BRAS</a:t>
            </a:r>
          </a:p>
          <a:p>
            <a:r>
              <a:rPr lang="en-US" smtClean="0"/>
              <a:t>     on your wings of grace, safe in your embrace 
4-  GUIDÉ PAR TA VOIX, CONDUIT PAR TOI </a:t>
            </a:r>
          </a:p>
          <a:p>
            <a:r>
              <a:rPr lang="en-US" smtClean="0"/>
              <a:t>      guided by the voice i hear from you
</a:t>
            </a:r>
          </a:p>
          <a:p>
            <a:r>
              <a:rPr lang="en-US" smtClean="0"/>
              <a:t>5-  CARRY ME, CARRY ME TO YOUR PLACE OF REST  
6-  CARRY ME, CARRY ME TO YOUR PLACE OF PEACE 
</a:t>
            </a:r>
          </a:p>
          <a:p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EMMÈNE-MOI, EMMÈNE-MOI  À TON REPOS PARFAIT</a:t>
            </a:r>
          </a:p>
          <a:p>
            <a:pPr>
              <a:defRPr/>
            </a:pPr>
            <a:r>
              <a:rPr lang="en-US" smtClean="0"/>
              <a:t>     carry me, carry me to your place of rest</a:t>
            </a:r>
          </a:p>
          <a:p>
            <a:pPr>
              <a:defRPr/>
            </a:pPr>
            <a:r>
              <a:rPr lang="en-US" smtClean="0"/>
              <a:t>2-  EMMÈNE-MOI, EMMÈNE-MOI DANS TON LIEU DE PAIX</a:t>
            </a:r>
          </a:p>
          <a:p>
            <a:pPr>
              <a:defRPr/>
            </a:pPr>
            <a:r>
              <a:rPr lang="en-US" smtClean="0"/>
              <a:t>     carry me, carry me to your place of peace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r>
              <a:rPr lang="en-US" smtClean="0"/>
              <a:t>3-  SUR TES AILES DE GRÂCE GARDÉ DANS TES BRAS</a:t>
            </a:r>
          </a:p>
          <a:p>
            <a:pPr>
              <a:defRPr/>
            </a:pPr>
            <a:r>
              <a:rPr lang="en-US" smtClean="0"/>
              <a:t>     on your wings of grace, safe in your embrace 
4-  GUIDÉ PAR TA VOIX, CONDUIT PAR TOI </a:t>
            </a:r>
          </a:p>
          <a:p>
            <a:pPr>
              <a:defRPr/>
            </a:pPr>
            <a:r>
              <a:rPr lang="en-US" smtClean="0"/>
              <a:t>      guided by the voice i hear from you
</a:t>
            </a:r>
          </a:p>
          <a:p>
            <a:pPr>
              <a:defRPr/>
            </a:pPr>
            <a:r>
              <a:rPr lang="en-US" smtClean="0"/>
              <a:t>5-  CARRY ME, CARRY ME TO YOUR PLACE OF REST  
6-  CARRY ME, CARRY ME TO YOUR PLACE OF PEACE 
</a:t>
            </a:r>
          </a:p>
          <a:p>
            <a:pPr>
              <a:defRPr/>
            </a:pPr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EMMÈNE-MOI, EMMÈNE-MOI  À TON REPOS PARFAIT</a:t>
            </a:r>
          </a:p>
          <a:p>
            <a:r>
              <a:rPr lang="en-US" smtClean="0"/>
              <a:t>     carry me, carry me to your place of rest</a:t>
            </a:r>
          </a:p>
          <a:p>
            <a:r>
              <a:rPr lang="en-US" smtClean="0"/>
              <a:t>2-  EMMÈNE-MOI, EMMÈNE-MOI DANS TON LIEU DE PAIX</a:t>
            </a:r>
          </a:p>
          <a:p>
            <a:r>
              <a:rPr lang="en-US" smtClean="0"/>
              <a:t>     carry me, carry me to your place of peace</a:t>
            </a:r>
          </a:p>
          <a:p>
            <a:r>
              <a:rPr lang="en-US" smtClean="0"/>
              <a:t>  </a:t>
            </a:r>
          </a:p>
          <a:p>
            <a:r>
              <a:rPr lang="en-US" smtClean="0"/>
              <a:t>3-  SUR TES AILES DE GRÂCE GARDÉ DANS TES BRAS</a:t>
            </a:r>
          </a:p>
          <a:p>
            <a:r>
              <a:rPr lang="en-US" smtClean="0"/>
              <a:t>     on your wings of grace, safe in your embrace 
4-  GUIDÉ PAR TA VOIX, CONDUIT PAR TOI </a:t>
            </a:r>
          </a:p>
          <a:p>
            <a:r>
              <a:rPr lang="en-US" smtClean="0"/>
              <a:t>      guided by the voice i hear from you
</a:t>
            </a:r>
          </a:p>
          <a:p>
            <a:r>
              <a:rPr lang="en-US" smtClean="0"/>
              <a:t>5-  CARRY ME, CARRY ME TO YOUR PLACE OF REST  
6-  CARRY ME, CARRY ME TO YOUR PLACE OF PEACE 
</a:t>
            </a:r>
          </a:p>
          <a:p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EMMÈNE-MOI, EMMÈNE-MOI  À TON REPOS PARFAIT</a:t>
            </a:r>
          </a:p>
          <a:p>
            <a:pPr>
              <a:defRPr/>
            </a:pPr>
            <a:r>
              <a:rPr lang="en-US" smtClean="0"/>
              <a:t>     carry me, carry me to your place of rest</a:t>
            </a:r>
          </a:p>
          <a:p>
            <a:pPr>
              <a:defRPr/>
            </a:pPr>
            <a:r>
              <a:rPr lang="en-US" smtClean="0"/>
              <a:t>2-  EMMÈNE-MOI, EMMÈNE-MOI DANS TON LIEU DE PAIX</a:t>
            </a:r>
          </a:p>
          <a:p>
            <a:pPr>
              <a:defRPr/>
            </a:pPr>
            <a:r>
              <a:rPr lang="en-US" smtClean="0"/>
              <a:t>     carry me, carry me to your place of peace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r>
              <a:rPr lang="en-US" smtClean="0"/>
              <a:t>3-  SUR TES AILES DE GRÂCE GARDÉ DANS TES BRAS</a:t>
            </a:r>
          </a:p>
          <a:p>
            <a:pPr>
              <a:defRPr/>
            </a:pPr>
            <a:r>
              <a:rPr lang="en-US" smtClean="0"/>
              <a:t>     on your wings of grace, safe in your embrace 
4-  GUIDÉ PAR TA VOIX, CONDUIT PAR TOI </a:t>
            </a:r>
          </a:p>
          <a:p>
            <a:pPr>
              <a:defRPr/>
            </a:pPr>
            <a:r>
              <a:rPr lang="en-US" smtClean="0"/>
              <a:t>      guided by the voice i hear from you
</a:t>
            </a:r>
          </a:p>
          <a:p>
            <a:pPr>
              <a:defRPr/>
            </a:pPr>
            <a:r>
              <a:rPr lang="en-US" smtClean="0"/>
              <a:t>5-  CARRY ME, CARRY ME TO YOUR PLACE OF REST  
6-  CARRY ME, CARRY ME TO YOUR PLACE OF PEACE 
</a:t>
            </a:r>
          </a:p>
          <a:p>
            <a:pPr>
              <a:defRPr/>
            </a:pPr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EMMÈNE-MOI, EMMÈNE-MOI  À TON REPOS PARFAIT</a:t>
            </a:r>
          </a:p>
          <a:p>
            <a:r>
              <a:rPr lang="en-US" smtClean="0"/>
              <a:t>     carry me, carry me to your place of rest</a:t>
            </a:r>
          </a:p>
          <a:p>
            <a:r>
              <a:rPr lang="en-US" smtClean="0"/>
              <a:t>2-  EMMÈNE-MOI, EMMÈNE-MOI DANS TON LIEU DE PAIX</a:t>
            </a:r>
          </a:p>
          <a:p>
            <a:r>
              <a:rPr lang="en-US" smtClean="0"/>
              <a:t>     carry me, carry me to your place of peace</a:t>
            </a:r>
          </a:p>
          <a:p>
            <a:r>
              <a:rPr lang="en-US" smtClean="0"/>
              <a:t>  </a:t>
            </a:r>
          </a:p>
          <a:p>
            <a:r>
              <a:rPr lang="en-US" smtClean="0"/>
              <a:t>3-  SUR TES AILES DE GRÂCE GARDÉ DANS TES BRAS</a:t>
            </a:r>
          </a:p>
          <a:p>
            <a:r>
              <a:rPr lang="en-US" smtClean="0"/>
              <a:t>     on your wings of grace, safe in your embrace 
4-  GUIDÉ PAR TA VOIX, CONDUIT PAR TOI </a:t>
            </a:r>
          </a:p>
          <a:p>
            <a:r>
              <a:rPr lang="en-US" smtClean="0"/>
              <a:t>      guided by the voice i hear from you
</a:t>
            </a:r>
          </a:p>
          <a:p>
            <a:r>
              <a:rPr lang="en-US" smtClean="0"/>
              <a:t>5-  CARRY ME, CARRY ME TO YOUR PLACE OF REST  
6-  CARRY ME, CARRY ME TO YOUR PLACE OF PEACE 
</a:t>
            </a:r>
          </a:p>
          <a:p>
            <a:r>
              <a:rPr lang="en-US" smtClean="0"/>
              <a:t>7-  ON YOUR WINGS OF GRACE SAFE IN YOUR EMBRACE 
8-  GUIDED BY THE VOICE I HEAR FROM YOU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95BA3-BB23-425F-841D-81ED7A3F3B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69AA66-7E2D-4CCF-8B74-8A6AD1270E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BD589E-9D3E-4A2B-8060-F2AF40FDBF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A2C17-F0DE-4773-BFF9-8D1963A1FA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B5FE0-9333-447C-BF85-B7226E08C7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B2CD6E-1F88-4FFD-AFF0-D35F7E468E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D1FAE-6281-4DDB-8B64-54047B36EA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156652-5AB6-4E34-9DD2-0AB8A3D469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E04CAB-0D9A-4FED-A245-63AB984DE5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3BAC2-F15F-4109-8037-8E893367AA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948D1-1E78-4DD8-8C2A-AE969B3FEE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04F95F6-9BA5-442D-8555-55C6E228E1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EMMÈNE-MOI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EMMÈNE-MOI À TON REPOS PARFAIT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EMMÈNE-MOI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EMMÈNE-MOI DANS TON LIEU DE PAIX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TES AILES DE GRÂCE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GARDÉ DANS TES BRAS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GUIDÉ PAR TA VOIX, CONDUIT PAR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CARRY ME 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CARRY ME TO YOUR PLACE OF REST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CARRY ME 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CARRY ME TO YOUR PLACE OF PEACE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YOUR WINGS OF GRACE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SAFE IN YOUR EMBRACE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GUIDED BY THE VOICE I HEAR FROM YOU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</TotalTime>
  <Words>1041</Words>
  <Application>Microsoft Office PowerPoint</Application>
  <PresentationFormat>On-screen Show (4:3)</PresentationFormat>
  <Paragraphs>174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132</cp:revision>
  <dcterms:created xsi:type="dcterms:W3CDTF">2002-08-17T10:50:50Z</dcterms:created>
  <dcterms:modified xsi:type="dcterms:W3CDTF">2015-02-08T07:51:57Z</dcterms:modified>
</cp:coreProperties>
</file>