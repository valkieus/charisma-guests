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16" r:id="rId3"/>
    <p:sldId id="310" r:id="rId4"/>
    <p:sldId id="317" r:id="rId5"/>
    <p:sldId id="312" r:id="rId6"/>
    <p:sldId id="313" r:id="rId7"/>
    <p:sldId id="314" r:id="rId8"/>
    <p:sldId id="315" r:id="rId9"/>
    <p:sldId id="309" r:id="rId10"/>
    <p:sldId id="304" r:id="rId11"/>
    <p:sldId id="305" r:id="rId12"/>
    <p:sldId id="306" r:id="rId13"/>
    <p:sldId id="307" r:id="rId14"/>
    <p:sldId id="308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50" autoAdjust="0"/>
    <p:restoredTop sz="94658" autoAdjust="0"/>
  </p:normalViewPr>
  <p:slideViewPr>
    <p:cSldViewPr>
      <p:cViewPr>
        <p:scale>
          <a:sx n="40" d="100"/>
          <a:sy n="40" d="100"/>
        </p:scale>
        <p:origin x="-276" y="-7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6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98C3FD-2983-4B60-BC46-A875981799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8498BE-CB17-4279-9B7A-82508457E0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1207E3-87A1-4147-81D0-E210CFB033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7EC7C1-F81A-4F8F-9242-35C2B214CE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0F7B4-0D7A-402D-B517-ACB919CE00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A63B6-5D80-4992-BA5A-7F8374355F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132F83-7EA0-4162-BE12-54539C0761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F0629-E1EB-4391-8ED3-3BA5627318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ACC616-85B4-4AE8-A2C2-115C669AF9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7AD93-FC69-457F-95EB-1D1E58CF14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2D2DA-8798-4A6E-BAB3-3877C285A4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015AECE1-9183-4A97-8037-5152EFEC90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071563" y="-100013"/>
            <a:ext cx="6929437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fr-FR" sz="4000" smtClean="0">
                <a:solidFill>
                  <a:schemeClr val="bg1"/>
                </a:solidFill>
              </a:rPr>
              <a:t>CHAQUE JOUR DE MA VIE</a:t>
            </a:r>
            <a:endParaRPr lang="en-US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1428750" y="-100013"/>
            <a:ext cx="6143625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fr-FR" sz="4000" smtClean="0">
                <a:solidFill>
                  <a:schemeClr val="bg1"/>
                </a:solidFill>
              </a:rPr>
              <a:t>JE VEUX SENTIR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TA SAINTE PRÉSENCE</a:t>
            </a:r>
            <a:endParaRPr lang="en-US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481013" y="-100013"/>
            <a:ext cx="10029826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fr-FR" sz="4000" smtClean="0">
                <a:solidFill>
                  <a:schemeClr val="bg1"/>
                </a:solidFill>
              </a:rPr>
              <a:t>JE VEUX SENTIR LE TOUCHER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DE TON SAINT-ESPRIT DANS MA VIE</a:t>
            </a:r>
            <a:endParaRPr lang="en-US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-481013" y="-100013"/>
            <a:ext cx="10029826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fr-FR" sz="4000" smtClean="0">
                <a:solidFill>
                  <a:schemeClr val="bg1"/>
                </a:solidFill>
              </a:rPr>
              <a:t>JE VEUX SENTIR TA SAINT PRÉSENCE DANS MA VIE</a:t>
            </a:r>
            <a:endParaRPr lang="en-US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-120650" y="-100013"/>
            <a:ext cx="9309100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fr-FR" sz="4000" smtClean="0">
                <a:solidFill>
                  <a:schemeClr val="bg1"/>
                </a:solidFill>
              </a:rPr>
              <a:t>CHAQUE JOUR DE MA VIE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VEUX ENTENDRE TA DOUCE VOIX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-147638" y="-100013"/>
            <a:ext cx="9363076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fr-FR" sz="4000" smtClean="0">
                <a:solidFill>
                  <a:schemeClr val="bg1"/>
                </a:solidFill>
              </a:rPr>
              <a:t>JE VEUX ENTENDRE TA DOUCE VOIX DANS MON CŒUR</a:t>
            </a:r>
            <a:endParaRPr lang="en-US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-147638" y="-100013"/>
            <a:ext cx="9363076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fr-FR" sz="4000" smtClean="0">
                <a:solidFill>
                  <a:schemeClr val="bg1"/>
                </a:solidFill>
              </a:rPr>
              <a:t>CHAQUE JOUR DE MA VIE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VEUX TE SENTIR PRÈS DE MOI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-147638" y="-100013"/>
            <a:ext cx="9363076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fr-FR" sz="4000" smtClean="0">
                <a:solidFill>
                  <a:schemeClr val="bg1"/>
                </a:solidFill>
              </a:rPr>
              <a:t>JE VEUX SENTIR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TA SAINTE PRÉSENCE DANS MA VIE</a:t>
            </a:r>
            <a:endParaRPr lang="en-US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-147638" y="-100013"/>
            <a:ext cx="9363076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500" smtClean="0">
                <a:solidFill>
                  <a:schemeClr val="bg1"/>
                </a:solidFill>
              </a:rPr>
              <a:t/>
            </a:r>
            <a:br>
              <a:rPr lang="en-US" sz="5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EVERY SINGLE DAY OF MY LIFE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I WANT TO FEEL YOUR HOLY TOUCH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-147638" y="-100013"/>
            <a:ext cx="9363076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sz="5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5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>I WANT TO FEEL YOUR HOLY TOUCH</a:t>
            </a:r>
            <a:b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>IN MY LIFE</a:t>
            </a:r>
            <a:endParaRPr lang="en-US" sz="4000" kern="1200" dirty="0">
              <a:solidFill>
                <a:srgbClr val="FFFFFF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-147638" y="-100013"/>
            <a:ext cx="9363076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sz="5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5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>EVERY SINGLE DAY OF MY LIFE </a:t>
            </a:r>
            <a:b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>I WANT TO HEAR YOUR LOVELY VOICE</a:t>
            </a:r>
            <a:endParaRPr lang="en-US" sz="4000" kern="1200" dirty="0">
              <a:solidFill>
                <a:srgbClr val="FFFFFF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-147638" y="-100013"/>
            <a:ext cx="9363076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5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5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>I WANT TO HEAR YOUR LOVELY VOICE</a:t>
            </a:r>
            <a:b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>IN MY HEART</a:t>
            </a:r>
            <a:endParaRPr lang="fr-FR" sz="4000" kern="1200" dirty="0">
              <a:solidFill>
                <a:srgbClr val="FFFFFF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-147638" y="-100013"/>
            <a:ext cx="9363076" cy="2025651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5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5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>EVERY SINGLE OF MY LIFE</a:t>
            </a:r>
            <a:b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>I WANT TO FEEL YOU NEXT TO ME</a:t>
            </a:r>
            <a:endParaRPr lang="fr-FR" sz="4000" kern="1200" dirty="0">
              <a:solidFill>
                <a:srgbClr val="FFFFFF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-601663" y="-100013"/>
            <a:ext cx="10271126" cy="2025651"/>
            <a:chOff x="-114" y="3249"/>
            <a:chExt cx="6078" cy="1071"/>
          </a:xfrm>
        </p:grpSpPr>
        <p:sp>
          <p:nvSpPr>
            <p:cNvPr id="153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5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5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>I WANT TO FEEL YOUR HOLY PRESENCE IN MY LIFE</a:t>
            </a:r>
            <a:endParaRPr lang="fr-FR" sz="4000" kern="1200" dirty="0">
              <a:solidFill>
                <a:srgbClr val="FFFFFF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44</Words>
  <Application>Microsoft Office PowerPoint</Application>
  <PresentationFormat>On-screen Show (4:3)</PresentationFormat>
  <Paragraphs>14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Franklin Gothic Medium</vt:lpstr>
      <vt:lpstr>MS PGothic</vt:lpstr>
      <vt:lpstr>Arial</vt:lpstr>
      <vt:lpstr>Calibri</vt:lpstr>
      <vt:lpstr>Default Design</vt:lpstr>
      <vt:lpstr>CHAQUE JOUR DE MA VIE</vt:lpstr>
      <vt:lpstr>JE VEUX SENTIR TA SAINTE PRÉSENCE</vt:lpstr>
      <vt:lpstr>JE VEUX SENTIR LE TOUCHER DE TON SAINT-ESPRIT DANS MA VIE</vt:lpstr>
      <vt:lpstr>JE VEUX SENTIR TA SAINT PRÉSENCE DANS MA VIE</vt:lpstr>
      <vt:lpstr>CHAQUE JOUR DE MA VIE JE VEUX ENTENDRE TA DOUCE VOIX</vt:lpstr>
      <vt:lpstr>JE VEUX ENTENDRE TA DOUCE VOIX DANS MON CŒUR</vt:lpstr>
      <vt:lpstr>CHAQUE JOUR DE MA VIE JE VEUX TE SENTIR PRÈS DE MOI </vt:lpstr>
      <vt:lpstr>JE VEUX SENTIR  TA SAINTE PRÉSENCE DANS MA VIE</vt:lpstr>
      <vt:lpstr> EVERY SINGLE DAY OF MY LIFE I WANT TO FEEL YOUR HOLY TOUCH</vt:lpstr>
      <vt:lpstr> I WANT TO FEEL YOUR HOLY TOUCH IN MY LIFE</vt:lpstr>
      <vt:lpstr> EVERY SINGLE DAY OF MY LIFE  I WANT TO HEAR YOUR LOVELY VOICE</vt:lpstr>
      <vt:lpstr> I WANT TO HEAR YOUR LOVELY VOICE IN MY HEART</vt:lpstr>
      <vt:lpstr> EVERY SINGLE OF MY LIFE I WANT TO FEEL YOU NEXT TO ME</vt:lpstr>
      <vt:lpstr> I WANT TO FEEL YOUR HOLY PRESENCE IN MY LIFE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83</cp:revision>
  <dcterms:created xsi:type="dcterms:W3CDTF">2010-10-18T20:00:07Z</dcterms:created>
  <dcterms:modified xsi:type="dcterms:W3CDTF">2011-01-29T14:00:22Z</dcterms:modified>
</cp:coreProperties>
</file>