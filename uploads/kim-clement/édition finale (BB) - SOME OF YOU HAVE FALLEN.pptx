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303" r:id="rId3"/>
    <p:sldId id="317" r:id="rId4"/>
    <p:sldId id="304" r:id="rId5"/>
    <p:sldId id="305" r:id="rId6"/>
    <p:sldId id="306" r:id="rId7"/>
    <p:sldId id="318" r:id="rId8"/>
    <p:sldId id="319" r:id="rId9"/>
    <p:sldId id="320" r:id="rId10"/>
    <p:sldId id="322" r:id="rId11"/>
    <p:sldId id="311" r:id="rId12"/>
    <p:sldId id="312" r:id="rId13"/>
    <p:sldId id="323" r:id="rId14"/>
    <p:sldId id="314" r:id="rId15"/>
    <p:sldId id="315" r:id="rId16"/>
    <p:sldId id="316" r:id="rId17"/>
    <p:sldId id="272" r:id="rId18"/>
    <p:sldId id="301" r:id="rId19"/>
    <p:sldId id="302" r:id="rId20"/>
    <p:sldId id="273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4" autoAdjust="0"/>
    <p:restoredTop sz="91136" autoAdjust="0"/>
  </p:normalViewPr>
  <p:slideViewPr>
    <p:cSldViewPr>
      <p:cViewPr>
        <p:scale>
          <a:sx n="40" d="100"/>
          <a:sy n="40" d="100"/>
        </p:scale>
        <p:origin x="-324" y="-8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D953F-4241-49CB-B916-EFFA31C585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942C4-83EE-4A93-8500-8DAD819DB5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F6EA7-11ED-4EDC-BFAC-E23911F0D1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B57A7-D081-4817-B647-EDCF4CD142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C0876-5EF6-4DFB-A054-8950B90104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11D99-D0E8-410B-B3B1-BFA603BD93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C6214-851E-4905-8844-C27E01F9BA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5007B5-AE81-4EAD-8D41-3DEA90960B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F6A84-BA34-41D2-ADC2-71A2E2DE70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A03EC-3BA6-487C-9296-63BBB5A2EB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5F4AB-5DA0-45BA-9D60-5D54C80145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8237FF6-18F3-4D12-92FB-99BFF17EC9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357188" y="-100013"/>
            <a:ext cx="8478837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QUELQUES UNS SONT TOMBÉS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QUELQUES UNS SONT TOMBÉS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357313" y="-100013"/>
            <a:ext cx="6478587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LÀ SUR VOS GENOUX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357188" y="-100013"/>
            <a:ext cx="8478837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QUELQUES UNS SONT TOMBÉS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QUELQUES UNS SONT TOMBÉS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357188" y="-100013"/>
            <a:ext cx="9907588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JUSTE DANS SES BRAS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ET C’EST LÀ QU’IL VEUX QUE TU SOIS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1714500" y="-100013"/>
            <a:ext cx="5764213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TOUT PRÈS DE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500063" y="-100013"/>
            <a:ext cx="10193338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SEIGNEUR JE SAIS QUE JE SUIS TOMBÉ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SEIGNEUR JE SAIS QUE JE SUIS TOMBÉ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357313" y="-100013"/>
            <a:ext cx="6478587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LÀ SUR VOS GENOUX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-500063" y="-100013"/>
            <a:ext cx="10193338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SEIGNEUR JE SAIS QUE JE SUIS TOMBÉ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SEIGNEUR JE SAIS QUE JE SUIS TOMBÉ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1143000" y="-100013"/>
            <a:ext cx="6907213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JUSTE DANS SES BRAS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-357188" y="-100013"/>
            <a:ext cx="9907588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ET C’EST LÀ QU’IL VEUX QUE TU SOIS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TOUT PRÈS DE LUI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869950" y="-100013"/>
            <a:ext cx="7453313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SOME OF YOU HAVE FALLEN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SOME OF YOU HAVE FALLEN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869950" y="-100013"/>
            <a:ext cx="7453313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RIGHT ONTO YOU KNEES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428625" y="-71438"/>
            <a:ext cx="8335963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SOME OF YOU HAVE STUMBLED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SOME OF YOU HAVE STUMBLED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1357313" y="-100013"/>
            <a:ext cx="6478587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RIGHT INTO HIS ARMS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357188" y="-100013"/>
            <a:ext cx="8478837" cy="2025651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THAT IS WRERE HE WANTS YOU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TO BE RIGHT NEXT TO HIM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869950" y="-100013"/>
            <a:ext cx="7453313" cy="2025651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LORD I KNOW I’VE FALLEN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LORD I KNOW I’VE FALLEN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285875" y="-100013"/>
            <a:ext cx="6572250" cy="2025651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RIGHT ONTO MY KNEES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571500" y="-100013"/>
            <a:ext cx="7929563" cy="2025651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LORD I KNOW I’VE STUMBLED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</a:rPr>
              <a:t> LORD I KNOW I’VE STUMBLED</a:t>
            </a:r>
            <a:endParaRPr lang="fr-FR" sz="4000" kern="1200" dirty="0" smtClean="0">
              <a:solidFill>
                <a:schemeClr val="bg1"/>
              </a:solidFill>
              <a:ea typeface="ＭＳ Ｐゴシック" pitchFamily="-107" charset="-128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357188" y="-100013"/>
            <a:ext cx="8501062" cy="2025651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258300" cy="1238250"/>
          </a:xfrm>
        </p:spPr>
        <p:txBody>
          <a:bodyPr/>
          <a:lstStyle/>
          <a:p>
            <a:pPr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RIGHT INTO YOUR ARMS</a:t>
            </a:r>
            <a:b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</a:b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THAT IS WRERE YOU WANT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928688" y="-100013"/>
            <a:ext cx="7335837" cy="2025651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868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fr-FR" sz="4000" kern="1200" dirty="0" smtClean="0">
                <a:solidFill>
                  <a:schemeClr val="bg1"/>
                </a:solidFill>
                <a:ea typeface="ＭＳ Ｐゴシック" pitchFamily="-107" charset="-128"/>
                <a:cs typeface="+mn-cs"/>
              </a:rPr>
              <a:t>TO BE RIGHT NEXT TO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927</TotalTime>
  <Words>98</Words>
  <Application>Microsoft Office PowerPoint</Application>
  <PresentationFormat>On-screen Show (4:3)</PresentationFormat>
  <Paragraphs>20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Franklin Gothic Medium</vt:lpstr>
      <vt:lpstr>Arial</vt:lpstr>
      <vt:lpstr>Calibri</vt:lpstr>
      <vt:lpstr>ＭＳ Ｐゴシック</vt:lpstr>
      <vt:lpstr>Default Design</vt:lpstr>
      <vt:lpstr>QUELQUES UNS SONT TOMBÉS QUELQUES UNS SONT TOMBÉS</vt:lpstr>
      <vt:lpstr>LÀ SUR VOS GENOUX</vt:lpstr>
      <vt:lpstr>QUELQUES UNS SONT TOMBÉS QUELQUES UNS SONT TOMBÉS</vt:lpstr>
      <vt:lpstr>JUSTE DANS SES BRAS ET C’EST LÀ QU’IL VEUX QUE TU SOIS</vt:lpstr>
      <vt:lpstr>TOUT PRÈS DE LUI</vt:lpstr>
      <vt:lpstr>SEIGNEUR JE SAIS QUE JE SUIS TOMBÉ SEIGNEUR JE SAIS QUE JE SUIS TOMBÉ</vt:lpstr>
      <vt:lpstr>LÀ SUR VOS GENOUX</vt:lpstr>
      <vt:lpstr>SEIGNEUR JE SAIS QUE JE SUIS TOMBÉ SEIGNEUR JE SAIS QUE JE SUIS TOMBÉ</vt:lpstr>
      <vt:lpstr>JUSTE DANS SES BRAS</vt:lpstr>
      <vt:lpstr>ET C’EST LÀ QU’IL VEUX QUE TU SOIS TOUT PRÈS DE LUI</vt:lpstr>
      <vt:lpstr>SOME OF YOU HAVE FALLEN SOME OF YOU HAVE FALLEN</vt:lpstr>
      <vt:lpstr>RIGHT ONTO YOU KNEES</vt:lpstr>
      <vt:lpstr>SOME OF YOU HAVE STUMBLED SOME OF YOU HAVE STUMBLED</vt:lpstr>
      <vt:lpstr>RIGHT INTO HIS ARMS</vt:lpstr>
      <vt:lpstr>THAT IS WRERE HE WANTS YOU TO BE RIGHT NEXT TO HIM</vt:lpstr>
      <vt:lpstr>LORD I KNOW I’VE FALLEN LORD I KNOW I’VE FALLEN</vt:lpstr>
      <vt:lpstr>RIGHT ONTO MY KNEES</vt:lpstr>
      <vt:lpstr>LORD I KNOW I’VE STUMBLED  LORD I KNOW I’VE STUMBLED</vt:lpstr>
      <vt:lpstr>RIGHT INTO YOUR ARMS THAT IS WRERE YOU WANT ME</vt:lpstr>
      <vt:lpstr>TO BE RIGHT NEXT TO YOU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83</cp:revision>
  <dcterms:created xsi:type="dcterms:W3CDTF">2002-08-17T10:50:50Z</dcterms:created>
  <dcterms:modified xsi:type="dcterms:W3CDTF">2011-01-29T15:14:41Z</dcterms:modified>
</cp:coreProperties>
</file>