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theme/themeOverride21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heme/themeOverride19.xml" ContentType="application/vnd.openxmlformats-officedocument.themeOverride+xml"/>
  <Override PartName="/ppt/slideLayouts/slideLayout10.xml" ContentType="application/vnd.openxmlformats-officedocument.presentationml.slideLayout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22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theme/themeOverride2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2" r:id="rId3"/>
    <p:sldId id="301" r:id="rId4"/>
    <p:sldId id="302" r:id="rId5"/>
    <p:sldId id="273" r:id="rId6"/>
    <p:sldId id="284" r:id="rId7"/>
    <p:sldId id="274" r:id="rId8"/>
    <p:sldId id="275" r:id="rId9"/>
    <p:sldId id="276" r:id="rId10"/>
    <p:sldId id="317" r:id="rId11"/>
    <p:sldId id="280" r:id="rId12"/>
    <p:sldId id="278" r:id="rId13"/>
    <p:sldId id="285" r:id="rId14"/>
    <p:sldId id="279" r:id="rId15"/>
    <p:sldId id="277" r:id="rId16"/>
    <p:sldId id="318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 varScale="1">
        <p:scale>
          <a:sx n="48" d="100"/>
          <a:sy n="48" d="100"/>
        </p:scale>
        <p:origin x="-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77F47-2D63-44E6-BEC3-7A8A47DCE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1E8CA-D200-428A-996F-574A7F5C6B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2EF65-D921-4980-96D0-D0E0DC9106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B03C78-2164-41A6-9788-38AEA3D4D8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232B5-0C35-4A25-A144-53DAC33BAA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951BB-CBA6-487C-A5DD-8C654111B0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63B8F-A199-4BD7-84E3-E5D6B41624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FE81B-F4B8-4119-992C-EB04346C28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4E2C3-F8BA-498C-940D-7D1DDC1D4F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EBDA3-BB35-45C6-B376-9F9E38E977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DCB4-F155-4FCD-B294-9A2BEBE80F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9239CC-B376-40CF-846C-CE86F22C16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869950" y="-100013"/>
            <a:ext cx="7453313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ME PROSTERNE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DEVANT LE SEUL DIEU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357313" y="-100013"/>
            <a:ext cx="6429375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ME PROSTERNE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DEVANT LE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714500" y="-100013"/>
            <a:ext cx="5643563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ME PROSTERNE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DEVANT L’ÉTERNEL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285875" y="-100013"/>
            <a:ext cx="67865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ME PROSTERNE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DEVANT LE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88900" y="-100013"/>
            <a:ext cx="9371013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MON CŒUR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EST PRÊT À T’ÉCOUTER,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357188" y="-100013"/>
            <a:ext cx="990758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MON CŒUR EST OUVERT À TA VOIX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446088" y="-100013"/>
            <a:ext cx="8054975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1430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ÉMERVEILLÉ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PAR TA DOUCE FRAGRANCE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285875" y="-100013"/>
            <a:ext cx="6357938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319088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DERRIÈRE LE VOILE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TA SAINTE PRÉSENCE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214313" y="-100013"/>
            <a:ext cx="8715375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JE M’AVANCE AVEC IMPATIENCE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214313" y="-100013"/>
            <a:ext cx="8715375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JE ME PROSTERNE DEVANT TOI SEIGNEUR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428750" y="-100013"/>
            <a:ext cx="6072188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MES MAINS LEVÉES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M’ATTENDS À TOI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133350" y="-100013"/>
            <a:ext cx="8926513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333375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 MES MAINS LEVÉES VERS TOI SEIGNEUR </a:t>
            </a:r>
            <a:r>
              <a:rPr lang="fr-FR" sz="4000" dirty="0" smtClean="0"/>
              <a:t/>
            </a:r>
            <a:br>
              <a:rPr lang="fr-FR" sz="4000" dirty="0" smtClean="0"/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143000" y="-100013"/>
            <a:ext cx="6786563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260350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b="1" dirty="0" smtClean="0"/>
              <a:t> </a:t>
            </a: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MON CŒUR EST PLEIN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D’UNE PURE ÉMOTION</a:t>
            </a:r>
            <a:r>
              <a:rPr lang="fr-FR" sz="4000" dirty="0" smtClean="0"/>
              <a:t/>
            </a:r>
            <a:br>
              <a:rPr lang="fr-FR" sz="4000" dirty="0" smtClean="0"/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143000" y="-100013"/>
            <a:ext cx="6715125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MON CŒUR EST PLEIN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 TA GRÂCE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214438" y="-100013"/>
            <a:ext cx="6643687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LÈVE MES MAINS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ET JE M’ATTENDS À TOI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928688" y="-100013"/>
            <a:ext cx="7286625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JE LÈVE MES MAINS À TOI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SEIGNEUR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-177800" y="-100013"/>
            <a:ext cx="9548813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BOW MY KNEE TO THE ONLY GOD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 BOW MY KNEE TO THE LORD</a:t>
            </a: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-177800" y="-100013"/>
            <a:ext cx="9548813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BOW MY KNEE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TO ETERNAL GOD (JEHOVAH)</a:t>
            </a: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-177800" y="-100013"/>
            <a:ext cx="9548813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BOW MY KNEE TO THE LORD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-579438" y="-100013"/>
            <a:ext cx="10352088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HEART IS OPEN TO LISTEN TO YOU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HEART IS OPEN TO YOUR VOICE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155575" y="-100013"/>
            <a:ext cx="8882063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STAND AMAZED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AS I SENSE YOUR FRAGRANCE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-357188" y="-100013"/>
            <a:ext cx="9907588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AWARE OF LIFE BEYOND THE VEIL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 TAKE THE STEP WITH ANTICIPATION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312738" y="-100013"/>
            <a:ext cx="8567737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BOW MY KNEE TO YOU LORD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312738" y="-100013"/>
            <a:ext cx="8567737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HANDS ARE RAISED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IN ANTICIPATION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312738" y="-100013"/>
            <a:ext cx="8567737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HANDS ARE RAISED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TO YOU LORD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646113" y="-100013"/>
            <a:ext cx="7900987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HEART IS FILLED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WITH A PURE SENSATION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646113" y="-100013"/>
            <a:ext cx="7900987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MY HEART IS FILLED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WITH YOUR GRACE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-490538" y="-100013"/>
            <a:ext cx="10174288" cy="202565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>
                <a:solidFill>
                  <a:schemeClr val="bg1"/>
                </a:solidFill>
              </a:rPr>
              <a:t>I RAISE MY HANDS IN ANTICIPATION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 RAISE MY HANDS TO YOU LORD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9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0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43</Words>
  <Application>Microsoft Office PowerPoint</Application>
  <PresentationFormat>On-screen Show (4:3)</PresentationFormat>
  <Paragraphs>28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Franklin Gothic Medium</vt:lpstr>
      <vt:lpstr>Arial</vt:lpstr>
      <vt:lpstr>Calibri</vt:lpstr>
      <vt:lpstr>ＭＳ Ｐゴシック</vt:lpstr>
      <vt:lpstr>Default Design</vt:lpstr>
      <vt:lpstr>JE ME PROSTERNE  DEVANT LE SEUL DIEU </vt:lpstr>
      <vt:lpstr>JE ME PROSTERNE  DEVANT LE SEIGNEUR </vt:lpstr>
      <vt:lpstr>JE ME PROSTERNE  DEVANT L’ÉTERNEL  </vt:lpstr>
      <vt:lpstr>JE ME PROSTERNE  DEVANT LE SEIGNEUR </vt:lpstr>
      <vt:lpstr>MON CŒUR EST PRÊT À T’ÉCOUTER, MON ROI</vt:lpstr>
      <vt:lpstr>MON CŒUR EST OUVERT À TA VOIX </vt:lpstr>
      <vt:lpstr> ÉMERVEILLÉ PAR TA DOUCE FRAGRANCE  </vt:lpstr>
      <vt:lpstr>DERRIÈRE LE VOILE TA SAINTE PRÉSENCE </vt:lpstr>
      <vt:lpstr> JE M’AVANCE AVEC IMPATIENCE</vt:lpstr>
      <vt:lpstr> JE ME PROSTERNE DEVANT TOI SEIGNEUR </vt:lpstr>
      <vt:lpstr>MES MAINS LEVÉES  JE M’ATTENDS À TOI</vt:lpstr>
      <vt:lpstr>  MES MAINS LEVÉES VERS TOI SEIGNEUR  </vt:lpstr>
      <vt:lpstr>  MON CŒUR EST PLEIN D’UNE PURE ÉMOTION </vt:lpstr>
      <vt:lpstr>MON CŒUR EST PLEIN  DE TA GRÂCE</vt:lpstr>
      <vt:lpstr>   JE LÈVE MES MAINS  ET JE M’ATTENDS À TOI  </vt:lpstr>
      <vt:lpstr>  JE LÈVE MES MAINS À TOI SEIGNEUR  </vt:lpstr>
      <vt:lpstr>   I BOW MY KNEE TO THE ONLY GOD I BOW MY KNEE TO THE LORD  </vt:lpstr>
      <vt:lpstr>   I BOW MY KNEE  TO ETERNAL GOD (JEHOVAH)  </vt:lpstr>
      <vt:lpstr>   I BOW MY KNEE TO THE LORD  </vt:lpstr>
      <vt:lpstr>   MY HEART IS OPEN TO LISTEN TO YOU MY HEART IS OPEN TO YOUR VOICE  </vt:lpstr>
      <vt:lpstr>   I STAND AMAZED AS I SENSE YOUR FRAGRANCE  </vt:lpstr>
      <vt:lpstr>   AWARE OF LIFE BEYOND THE VEIL I TAKE THE STEP WITH ANTICIPATION  </vt:lpstr>
      <vt:lpstr>   I BOW MY KNEE TO YOU LORD  </vt:lpstr>
      <vt:lpstr>   MY HANDS ARE RAISED IN ANTICIPATION  </vt:lpstr>
      <vt:lpstr>   MY HANDS ARE RAISED TO YOU LORD  </vt:lpstr>
      <vt:lpstr>   MY HEART IS FILLED WITH A PURE SENSATION  </vt:lpstr>
      <vt:lpstr>   MY HEART IS FILLED WITH YOUR GRACE  </vt:lpstr>
      <vt:lpstr>   I RAISE MY HANDS IN ANTICIPATION I RAISE MY HANDS TO YOU LORD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80</cp:revision>
  <dcterms:created xsi:type="dcterms:W3CDTF">2002-08-17T10:50:50Z</dcterms:created>
  <dcterms:modified xsi:type="dcterms:W3CDTF">2010-11-14T02:59:18Z</dcterms:modified>
</cp:coreProperties>
</file>