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6056" autoAdjust="0"/>
  </p:normalViewPr>
  <p:slideViewPr>
    <p:cSldViewPr>
      <p:cViewPr>
        <p:scale>
          <a:sx n="40" d="100"/>
          <a:sy n="40" d="100"/>
        </p:scale>
        <p:origin x="-90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6548EA7-97B6-448F-AD20-5612B4DF21C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767F643-98B0-4BBB-9DE8-B4D5F4BC97B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UN DOUX PARFUM, PLEIN DE VIE S'ELEVANT AVEC L'AURORE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there’s</a:t>
            </a:r>
            <a:r>
              <a:rPr lang="fr-FR" dirty="0" smtClean="0"/>
              <a:t> a fragrance  </a:t>
            </a:r>
            <a:r>
              <a:rPr lang="fr-FR" dirty="0" err="1" smtClean="0"/>
              <a:t>filled</a:t>
            </a:r>
            <a:r>
              <a:rPr lang="fr-FR" dirty="0" smtClean="0"/>
              <a:t>  </a:t>
            </a:r>
            <a:r>
              <a:rPr lang="fr-FR" dirty="0" err="1" smtClean="0"/>
              <a:t>with</a:t>
            </a:r>
            <a:r>
              <a:rPr lang="fr-FR" dirty="0" smtClean="0"/>
              <a:t> life </a:t>
            </a:r>
            <a:r>
              <a:rPr lang="fr-FR" dirty="0" err="1" smtClean="0"/>
              <a:t>rising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dawn’s</a:t>
            </a:r>
            <a:r>
              <a:rPr lang="fr-FR" dirty="0" smtClean="0"/>
              <a:t> </a:t>
            </a:r>
            <a:r>
              <a:rPr lang="fr-FR" dirty="0" err="1" smtClean="0"/>
              <a:t>early</a:t>
            </a:r>
            <a:r>
              <a:rPr lang="fr-FR" dirty="0" smtClean="0"/>
              <a:t> light  
2-  UN ENCENS PRECIEUX POUR LA FRANCE </a:t>
            </a:r>
          </a:p>
          <a:p>
            <a:pPr>
              <a:defRPr/>
            </a:pPr>
            <a:r>
              <a:rPr lang="fr-FR" dirty="0" smtClean="0"/>
              <a:t>     a </a:t>
            </a:r>
            <a:r>
              <a:rPr lang="fr-FR" dirty="0" err="1" smtClean="0"/>
              <a:t>precious</a:t>
            </a:r>
            <a:r>
              <a:rPr lang="fr-FR" dirty="0" smtClean="0"/>
              <a:t> </a:t>
            </a:r>
            <a:r>
              <a:rPr lang="fr-FR" dirty="0" err="1" smtClean="0"/>
              <a:t>incense</a:t>
            </a:r>
            <a:r>
              <a:rPr lang="fr-FR" dirty="0" smtClean="0"/>
              <a:t> </a:t>
            </a:r>
            <a:r>
              <a:rPr lang="fr-FR" dirty="0" err="1" smtClean="0"/>
              <a:t>filling</a:t>
            </a:r>
            <a:r>
              <a:rPr lang="fr-FR" dirty="0" smtClean="0"/>
              <a:t> </a:t>
            </a:r>
            <a:r>
              <a:rPr lang="fr-FR" dirty="0" err="1" smtClean="0"/>
              <a:t>france</a:t>
            </a:r>
            <a:r>
              <a:rPr lang="fr-FR" dirty="0" smtClean="0"/>
              <a:t>
3-  UN ESPOIR POUR LA PATRIE ENFANTS RIEURS, SONS DE VIE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hope</a:t>
            </a:r>
            <a:r>
              <a:rPr lang="fr-FR" dirty="0" smtClean="0"/>
              <a:t> </a:t>
            </a:r>
            <a:r>
              <a:rPr lang="fr-FR" dirty="0" err="1" smtClean="0"/>
              <a:t>restored</a:t>
            </a:r>
            <a:r>
              <a:rPr lang="fr-FR" dirty="0" smtClean="0"/>
              <a:t> </a:t>
            </a:r>
            <a:r>
              <a:rPr lang="fr-FR" dirty="0" err="1" smtClean="0"/>
              <a:t>across</a:t>
            </a:r>
            <a:r>
              <a:rPr lang="fr-FR" dirty="0" smtClean="0"/>
              <a:t> the land </a:t>
            </a:r>
            <a:r>
              <a:rPr lang="fr-FR" dirty="0" err="1" smtClean="0"/>
              <a:t>children</a:t>
            </a:r>
            <a:r>
              <a:rPr lang="fr-FR" dirty="0" smtClean="0"/>
              <a:t> </a:t>
            </a:r>
            <a:r>
              <a:rPr lang="fr-FR" dirty="0" err="1" smtClean="0"/>
              <a:t>laughing</a:t>
            </a:r>
            <a:r>
              <a:rPr lang="fr-FR" dirty="0" smtClean="0"/>
              <a:t>, </a:t>
            </a:r>
            <a:r>
              <a:rPr lang="fr-FR" dirty="0" err="1" smtClean="0"/>
              <a:t>sounds</a:t>
            </a:r>
            <a:r>
              <a:rPr lang="fr-FR" dirty="0" smtClean="0"/>
              <a:t> of life  
4-  LA SOUFFRANCE DEVENANT JOIE HOTES DES CIEUX VENANT A NOUS</a:t>
            </a:r>
          </a:p>
          <a:p>
            <a:pPr>
              <a:defRPr/>
            </a:pPr>
            <a:r>
              <a:rPr lang="fr-FR" dirty="0" smtClean="0"/>
              <a:t>     as the </a:t>
            </a:r>
            <a:r>
              <a:rPr lang="fr-FR" dirty="0" err="1" smtClean="0"/>
              <a:t>sorrow</a:t>
            </a:r>
            <a:r>
              <a:rPr lang="fr-FR" dirty="0" smtClean="0"/>
              <a:t> </a:t>
            </a:r>
            <a:r>
              <a:rPr lang="fr-FR" dirty="0" err="1" smtClean="0"/>
              <a:t>turns</a:t>
            </a:r>
            <a:r>
              <a:rPr lang="fr-FR" dirty="0" smtClean="0"/>
              <a:t> to </a:t>
            </a:r>
            <a:r>
              <a:rPr lang="fr-FR" dirty="0" err="1" smtClean="0"/>
              <a:t>joy</a:t>
            </a:r>
            <a:r>
              <a:rPr lang="fr-FR" dirty="0" smtClean="0"/>
              <a:t> hosts of </a:t>
            </a:r>
            <a:r>
              <a:rPr lang="fr-FR" dirty="0" err="1" smtClean="0"/>
              <a:t>heaven</a:t>
            </a:r>
            <a:r>
              <a:rPr lang="fr-FR" dirty="0" smtClean="0"/>
              <a:t>, </a:t>
            </a:r>
            <a:r>
              <a:rPr lang="fr-FR" dirty="0" err="1" smtClean="0"/>
              <a:t>drawing</a:t>
            </a:r>
            <a:r>
              <a:rPr lang="fr-FR" dirty="0" smtClean="0"/>
              <a:t> close  
5-  NOUS APPORTER LA CLARTE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bringing</a:t>
            </a:r>
            <a:r>
              <a:rPr lang="fr-FR" dirty="0" smtClean="0"/>
              <a:t> </a:t>
            </a:r>
            <a:r>
              <a:rPr lang="fr-FR" dirty="0" err="1" smtClean="0"/>
              <a:t>forth</a:t>
            </a:r>
            <a:r>
              <a:rPr lang="fr-FR" dirty="0" smtClean="0"/>
              <a:t> </a:t>
            </a:r>
            <a:r>
              <a:rPr lang="fr-FR" dirty="0" err="1" smtClean="0"/>
              <a:t>tomorrow’s</a:t>
            </a:r>
            <a:r>
              <a:rPr lang="fr-FR" dirty="0" smtClean="0"/>
              <a:t>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ALLELUIA, ESPRIT SAINT, ALLELUIA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hallelujah</a:t>
            </a:r>
            <a:r>
              <a:rPr lang="fr-FR" dirty="0" smtClean="0"/>
              <a:t>, spirit come, </a:t>
            </a:r>
            <a:r>
              <a:rPr lang="fr-FR" dirty="0" err="1" smtClean="0"/>
              <a:t>hallelujah</a:t>
            </a:r>
            <a:r>
              <a:rPr lang="fr-FR" dirty="0" smtClean="0"/>
              <a:t>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***Anglais***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HALLELUJAH, SPIRIT COME, HALLELUJAH 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UN DOUX PARFUM, PLEIN DE VIE S'ELEVANT AVEC L'AURORE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there’s</a:t>
            </a:r>
            <a:r>
              <a:rPr lang="fr-FR" dirty="0" smtClean="0"/>
              <a:t> a fragrance  </a:t>
            </a:r>
            <a:r>
              <a:rPr lang="fr-FR" dirty="0" err="1" smtClean="0"/>
              <a:t>filled</a:t>
            </a:r>
            <a:r>
              <a:rPr lang="fr-FR" dirty="0" smtClean="0"/>
              <a:t>  </a:t>
            </a:r>
            <a:r>
              <a:rPr lang="fr-FR" dirty="0" err="1" smtClean="0"/>
              <a:t>with</a:t>
            </a:r>
            <a:r>
              <a:rPr lang="fr-FR" dirty="0" smtClean="0"/>
              <a:t> life </a:t>
            </a:r>
            <a:r>
              <a:rPr lang="fr-FR" dirty="0" err="1" smtClean="0"/>
              <a:t>rising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dawn’s</a:t>
            </a:r>
            <a:r>
              <a:rPr lang="fr-FR" dirty="0" smtClean="0"/>
              <a:t> </a:t>
            </a:r>
            <a:r>
              <a:rPr lang="fr-FR" dirty="0" err="1" smtClean="0"/>
              <a:t>early</a:t>
            </a:r>
            <a:r>
              <a:rPr lang="fr-FR" dirty="0" smtClean="0"/>
              <a:t> light  
2-  UN ENCENS PRECIEUX POUR LA FRANCE </a:t>
            </a:r>
          </a:p>
          <a:p>
            <a:pPr>
              <a:defRPr/>
            </a:pPr>
            <a:r>
              <a:rPr lang="fr-FR" dirty="0" smtClean="0"/>
              <a:t>     a </a:t>
            </a:r>
            <a:r>
              <a:rPr lang="fr-FR" dirty="0" err="1" smtClean="0"/>
              <a:t>precious</a:t>
            </a:r>
            <a:r>
              <a:rPr lang="fr-FR" dirty="0" smtClean="0"/>
              <a:t> </a:t>
            </a:r>
            <a:r>
              <a:rPr lang="fr-FR" dirty="0" err="1" smtClean="0"/>
              <a:t>incense</a:t>
            </a:r>
            <a:r>
              <a:rPr lang="fr-FR" dirty="0" smtClean="0"/>
              <a:t> </a:t>
            </a:r>
            <a:r>
              <a:rPr lang="fr-FR" dirty="0" err="1" smtClean="0"/>
              <a:t>filling</a:t>
            </a:r>
            <a:r>
              <a:rPr lang="fr-FR" dirty="0" smtClean="0"/>
              <a:t> </a:t>
            </a:r>
            <a:r>
              <a:rPr lang="fr-FR" dirty="0" err="1" smtClean="0"/>
              <a:t>france</a:t>
            </a:r>
            <a:r>
              <a:rPr lang="fr-FR" dirty="0" smtClean="0"/>
              <a:t>
3-  UN ESPOIR POUR LA PATRIE ENFANTS RIEURS, SONS DE VIE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hope</a:t>
            </a:r>
            <a:r>
              <a:rPr lang="fr-FR" dirty="0" smtClean="0"/>
              <a:t> </a:t>
            </a:r>
            <a:r>
              <a:rPr lang="fr-FR" dirty="0" err="1" smtClean="0"/>
              <a:t>restored</a:t>
            </a:r>
            <a:r>
              <a:rPr lang="fr-FR" dirty="0" smtClean="0"/>
              <a:t> </a:t>
            </a:r>
            <a:r>
              <a:rPr lang="fr-FR" dirty="0" err="1" smtClean="0"/>
              <a:t>across</a:t>
            </a:r>
            <a:r>
              <a:rPr lang="fr-FR" dirty="0" smtClean="0"/>
              <a:t> the land </a:t>
            </a:r>
            <a:r>
              <a:rPr lang="fr-FR" dirty="0" err="1" smtClean="0"/>
              <a:t>children</a:t>
            </a:r>
            <a:r>
              <a:rPr lang="fr-FR" dirty="0" smtClean="0"/>
              <a:t> </a:t>
            </a:r>
            <a:r>
              <a:rPr lang="fr-FR" dirty="0" err="1" smtClean="0"/>
              <a:t>laughing</a:t>
            </a:r>
            <a:r>
              <a:rPr lang="fr-FR" dirty="0" smtClean="0"/>
              <a:t>, </a:t>
            </a:r>
            <a:r>
              <a:rPr lang="fr-FR" dirty="0" err="1" smtClean="0"/>
              <a:t>sounds</a:t>
            </a:r>
            <a:r>
              <a:rPr lang="fr-FR" dirty="0" smtClean="0"/>
              <a:t> of life  
4-  LA SOUFFRANCE DEVENANT JOIE HOTES DES CIEUX VENANT A NOUS</a:t>
            </a:r>
          </a:p>
          <a:p>
            <a:pPr>
              <a:defRPr/>
            </a:pPr>
            <a:r>
              <a:rPr lang="fr-FR" dirty="0" smtClean="0"/>
              <a:t>     as the </a:t>
            </a:r>
            <a:r>
              <a:rPr lang="fr-FR" dirty="0" err="1" smtClean="0"/>
              <a:t>sorrow</a:t>
            </a:r>
            <a:r>
              <a:rPr lang="fr-FR" dirty="0" smtClean="0"/>
              <a:t> </a:t>
            </a:r>
            <a:r>
              <a:rPr lang="fr-FR" dirty="0" err="1" smtClean="0"/>
              <a:t>turns</a:t>
            </a:r>
            <a:r>
              <a:rPr lang="fr-FR" dirty="0" smtClean="0"/>
              <a:t> to </a:t>
            </a:r>
            <a:r>
              <a:rPr lang="fr-FR" dirty="0" err="1" smtClean="0"/>
              <a:t>joy</a:t>
            </a:r>
            <a:r>
              <a:rPr lang="fr-FR" dirty="0" smtClean="0"/>
              <a:t> hosts of </a:t>
            </a:r>
            <a:r>
              <a:rPr lang="fr-FR" dirty="0" err="1" smtClean="0"/>
              <a:t>heaven</a:t>
            </a:r>
            <a:r>
              <a:rPr lang="fr-FR" dirty="0" smtClean="0"/>
              <a:t>, </a:t>
            </a:r>
            <a:r>
              <a:rPr lang="fr-FR" dirty="0" err="1" smtClean="0"/>
              <a:t>drawing</a:t>
            </a:r>
            <a:r>
              <a:rPr lang="fr-FR" dirty="0" smtClean="0"/>
              <a:t> close  
5-  NOUS APPORTER LA CLARTE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bringing</a:t>
            </a:r>
            <a:r>
              <a:rPr lang="fr-FR" dirty="0" smtClean="0"/>
              <a:t> </a:t>
            </a:r>
            <a:r>
              <a:rPr lang="fr-FR" dirty="0" err="1" smtClean="0"/>
              <a:t>forth</a:t>
            </a:r>
            <a:r>
              <a:rPr lang="fr-FR" dirty="0" smtClean="0"/>
              <a:t> </a:t>
            </a:r>
            <a:r>
              <a:rPr lang="fr-FR" dirty="0" err="1" smtClean="0"/>
              <a:t>tomorrow’s</a:t>
            </a:r>
            <a:r>
              <a:rPr lang="fr-FR" dirty="0" smtClean="0"/>
              <a:t>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ALLELUIA, ESPRIT SAINT, ALLELUIA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hallelujah</a:t>
            </a:r>
            <a:r>
              <a:rPr lang="fr-FR" dirty="0" smtClean="0"/>
              <a:t>, spirit come, </a:t>
            </a:r>
            <a:r>
              <a:rPr lang="fr-FR" dirty="0" err="1" smtClean="0"/>
              <a:t>hallelujah</a:t>
            </a:r>
            <a:r>
              <a:rPr lang="fr-FR" dirty="0" smtClean="0"/>
              <a:t>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***Anglais***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HALLELUJAH, SPIRIT COME, HALLELUJAH 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UN DOUX PARFUM, PLEIN DE VIE S'ELEVANT AVEC L'AURORE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there’s</a:t>
            </a:r>
            <a:r>
              <a:rPr lang="fr-FR" dirty="0" smtClean="0"/>
              <a:t> a fragrance  </a:t>
            </a:r>
            <a:r>
              <a:rPr lang="fr-FR" dirty="0" err="1" smtClean="0"/>
              <a:t>filled</a:t>
            </a:r>
            <a:r>
              <a:rPr lang="fr-FR" dirty="0" smtClean="0"/>
              <a:t>  </a:t>
            </a:r>
            <a:r>
              <a:rPr lang="fr-FR" dirty="0" err="1" smtClean="0"/>
              <a:t>with</a:t>
            </a:r>
            <a:r>
              <a:rPr lang="fr-FR" dirty="0" smtClean="0"/>
              <a:t> life </a:t>
            </a:r>
            <a:r>
              <a:rPr lang="fr-FR" dirty="0" err="1" smtClean="0"/>
              <a:t>rising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dawn’s</a:t>
            </a:r>
            <a:r>
              <a:rPr lang="fr-FR" dirty="0" smtClean="0"/>
              <a:t> </a:t>
            </a:r>
            <a:r>
              <a:rPr lang="fr-FR" dirty="0" err="1" smtClean="0"/>
              <a:t>early</a:t>
            </a:r>
            <a:r>
              <a:rPr lang="fr-FR" dirty="0" smtClean="0"/>
              <a:t> light  
2-  UN ENCENS PRECIEUX POUR LA FRANCE </a:t>
            </a:r>
          </a:p>
          <a:p>
            <a:pPr>
              <a:defRPr/>
            </a:pPr>
            <a:r>
              <a:rPr lang="fr-FR" dirty="0" smtClean="0"/>
              <a:t>     a </a:t>
            </a:r>
            <a:r>
              <a:rPr lang="fr-FR" dirty="0" err="1" smtClean="0"/>
              <a:t>precious</a:t>
            </a:r>
            <a:r>
              <a:rPr lang="fr-FR" dirty="0" smtClean="0"/>
              <a:t> </a:t>
            </a:r>
            <a:r>
              <a:rPr lang="fr-FR" dirty="0" err="1" smtClean="0"/>
              <a:t>incense</a:t>
            </a:r>
            <a:r>
              <a:rPr lang="fr-FR" dirty="0" smtClean="0"/>
              <a:t> </a:t>
            </a:r>
            <a:r>
              <a:rPr lang="fr-FR" dirty="0" err="1" smtClean="0"/>
              <a:t>filling</a:t>
            </a:r>
            <a:r>
              <a:rPr lang="fr-FR" dirty="0" smtClean="0"/>
              <a:t> </a:t>
            </a:r>
            <a:r>
              <a:rPr lang="fr-FR" dirty="0" err="1" smtClean="0"/>
              <a:t>france</a:t>
            </a:r>
            <a:r>
              <a:rPr lang="fr-FR" dirty="0" smtClean="0"/>
              <a:t>
3-  UN ESPOIR POUR LA PATRIE ENFANTS RIEURS, SONS DE VIE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hope</a:t>
            </a:r>
            <a:r>
              <a:rPr lang="fr-FR" dirty="0" smtClean="0"/>
              <a:t> </a:t>
            </a:r>
            <a:r>
              <a:rPr lang="fr-FR" dirty="0" err="1" smtClean="0"/>
              <a:t>restored</a:t>
            </a:r>
            <a:r>
              <a:rPr lang="fr-FR" dirty="0" smtClean="0"/>
              <a:t> </a:t>
            </a:r>
            <a:r>
              <a:rPr lang="fr-FR" dirty="0" err="1" smtClean="0"/>
              <a:t>across</a:t>
            </a:r>
            <a:r>
              <a:rPr lang="fr-FR" dirty="0" smtClean="0"/>
              <a:t> the land </a:t>
            </a:r>
            <a:r>
              <a:rPr lang="fr-FR" dirty="0" err="1" smtClean="0"/>
              <a:t>children</a:t>
            </a:r>
            <a:r>
              <a:rPr lang="fr-FR" dirty="0" smtClean="0"/>
              <a:t> </a:t>
            </a:r>
            <a:r>
              <a:rPr lang="fr-FR" dirty="0" err="1" smtClean="0"/>
              <a:t>laughing</a:t>
            </a:r>
            <a:r>
              <a:rPr lang="fr-FR" dirty="0" smtClean="0"/>
              <a:t>, </a:t>
            </a:r>
            <a:r>
              <a:rPr lang="fr-FR" dirty="0" err="1" smtClean="0"/>
              <a:t>sounds</a:t>
            </a:r>
            <a:r>
              <a:rPr lang="fr-FR" dirty="0" smtClean="0"/>
              <a:t> of life  
4-  LA SOUFFRANCE DEVENANT JOIE HOTES DES CIEUX VENANT A NOUS</a:t>
            </a:r>
          </a:p>
          <a:p>
            <a:pPr>
              <a:defRPr/>
            </a:pPr>
            <a:r>
              <a:rPr lang="fr-FR" dirty="0" smtClean="0"/>
              <a:t>     as the </a:t>
            </a:r>
            <a:r>
              <a:rPr lang="fr-FR" dirty="0" err="1" smtClean="0"/>
              <a:t>sorrow</a:t>
            </a:r>
            <a:r>
              <a:rPr lang="fr-FR" dirty="0" smtClean="0"/>
              <a:t> </a:t>
            </a:r>
            <a:r>
              <a:rPr lang="fr-FR" dirty="0" err="1" smtClean="0"/>
              <a:t>turns</a:t>
            </a:r>
            <a:r>
              <a:rPr lang="fr-FR" dirty="0" smtClean="0"/>
              <a:t> to </a:t>
            </a:r>
            <a:r>
              <a:rPr lang="fr-FR" dirty="0" err="1" smtClean="0"/>
              <a:t>joy</a:t>
            </a:r>
            <a:r>
              <a:rPr lang="fr-FR" dirty="0" smtClean="0"/>
              <a:t> hosts of </a:t>
            </a:r>
            <a:r>
              <a:rPr lang="fr-FR" dirty="0" err="1" smtClean="0"/>
              <a:t>heaven</a:t>
            </a:r>
            <a:r>
              <a:rPr lang="fr-FR" dirty="0" smtClean="0"/>
              <a:t>, </a:t>
            </a:r>
            <a:r>
              <a:rPr lang="fr-FR" dirty="0" err="1" smtClean="0"/>
              <a:t>drawing</a:t>
            </a:r>
            <a:r>
              <a:rPr lang="fr-FR" dirty="0" smtClean="0"/>
              <a:t> close  
5-  NOUS APPORTER LA CLARTE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bringing</a:t>
            </a:r>
            <a:r>
              <a:rPr lang="fr-FR" dirty="0" smtClean="0"/>
              <a:t> </a:t>
            </a:r>
            <a:r>
              <a:rPr lang="fr-FR" dirty="0" err="1" smtClean="0"/>
              <a:t>forth</a:t>
            </a:r>
            <a:r>
              <a:rPr lang="fr-FR" dirty="0" smtClean="0"/>
              <a:t> </a:t>
            </a:r>
            <a:r>
              <a:rPr lang="fr-FR" dirty="0" err="1" smtClean="0"/>
              <a:t>tomorrow’s</a:t>
            </a:r>
            <a:r>
              <a:rPr lang="fr-FR" dirty="0" smtClean="0"/>
              <a:t>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ALLELUIA, ESPRIT SAINT, ALLELUIA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hallelujah</a:t>
            </a:r>
            <a:r>
              <a:rPr lang="fr-FR" dirty="0" smtClean="0"/>
              <a:t>, spirit come, </a:t>
            </a:r>
            <a:r>
              <a:rPr lang="fr-FR" dirty="0" err="1" smtClean="0"/>
              <a:t>hallelujah</a:t>
            </a:r>
            <a:r>
              <a:rPr lang="fr-FR" dirty="0" smtClean="0"/>
              <a:t>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***Anglais***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HALLELUJAH, SPIRIT COME, HALLELUJAH 
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71FB8-DE83-4970-9017-BC17B3A788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277EA2-E671-4E5E-9C5D-EB369A4175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F660B-A689-41DB-91E9-BC1582047D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AD8CA2-B3DB-4676-8053-D4ECE0B290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C44CCA-14C9-41A9-BABB-B5AC7737E8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849AC-C46A-4B3E-84D4-EC78ACE9A8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D5E93-08AC-4448-978D-BE8299A7E3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5413-09F0-4D8F-B1B9-18A0B1B607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0BE62-26AD-41C8-951A-E4689A6E5A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12B011-B2AE-4C2B-8C95-E07CCD807E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8FD37-4303-4C99-A1DC-1F571CE223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C8C5E36-52BD-421A-B685-3DB38EA468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DOUX PARFUM, PLEIN DE VIE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S'ELEVANT AVEC L'AURORE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ENCENS PRÉCIEUX POUR LA FRANCE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ESPOIR POUR LA PATRIE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ENFANTS RIEURS, SONS DE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SOUFFRANCE DEVENANT JOIE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HÔTES DES CIEUX VENANT A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APPORTER LA CLARTÉ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ESPRIT SAINT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THERE’S A FRAGRANCE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FILLED  WITH LIFE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RISING FROM DAWN’S EARLY LIGHT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PRECIOUS INCENSE FILLING FRANCE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HOPE RESTORED ACROSS THE LAND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CHILDREN LAUGHING, SOUNDS OF LIFE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THE SORROW TURNS TO JOY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HOSTS OF HEAVEN, DRAWING CLOSE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BRINGING FORTH TOMORROW’S LIGHT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HALLELUJAH, SPIRIT COME, HALLELUJAH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724</Words>
  <Application>Microsoft Office PowerPoint</Application>
  <PresentationFormat>On-screen Show (4:3)</PresentationFormat>
  <Paragraphs>465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170</cp:revision>
  <dcterms:created xsi:type="dcterms:W3CDTF">2002-08-17T10:50:50Z</dcterms:created>
  <dcterms:modified xsi:type="dcterms:W3CDTF">2017-07-14T20:12:52Z</dcterms:modified>
</cp:coreProperties>
</file>