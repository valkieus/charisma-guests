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12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0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EB7772A-3C0E-4618-9742-F64891615E3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18007EA-76DA-4C41-A409-F94D8F80F14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883B1-7454-4066-9AD7-F9A701EF1D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655FA-35D9-4428-B814-04D4790D9D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E3EA6-D27C-4A5C-BC53-290729E012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5FA7D-F3BD-4B5E-BA71-63295FC609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F1DB0-9DE6-450D-BAAD-96C1630267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2C485-A668-4706-91F9-79B4B76F5E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1A472-651A-4A5F-A31B-5BEB7E189E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91B7A-C7E9-40D3-A1C1-86DCE6E4E1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C765B-3F28-49B2-AA59-982EF92FEF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FB043-5D0D-43E7-AADD-8D106E18D3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42DDB-F604-4DC6-A5E7-639C24A227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57092BF-7B27-4078-9982-F576ED938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BON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EST BON POUR NOUS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LE LOUER, LE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RAISON D’ÉLEVER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VOIX PLUS HAUT POUR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JE CHANTERAI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GRANDE BONTÉ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DONNERAI 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PASSIONNÉ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DIEU EST DIGNE D’UNE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PASSIONNÉE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IS GOOD 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 IS GOOD FOR US TO GIVE HIM PRAISE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GIVE HIM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THE REASON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THAT I LIFT MY PRAISE UP HIGHER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FOREVER SING OF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LOVINGKINDNESS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I’LL MAKE YOUR PRAISES GLORIOUS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GET PASSIONATE WITH YOUR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CAUSE GOD IS WORTHY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OF PASSIONATE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216</Words>
  <Application>Microsoft Office PowerPoint</Application>
  <PresentationFormat>On-screen Show (4:3)</PresentationFormat>
  <Paragraphs>555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158</cp:revision>
  <dcterms:created xsi:type="dcterms:W3CDTF">2002-08-17T10:50:50Z</dcterms:created>
  <dcterms:modified xsi:type="dcterms:W3CDTF">2015-02-08T04:00:14Z</dcterms:modified>
</cp:coreProperties>
</file>