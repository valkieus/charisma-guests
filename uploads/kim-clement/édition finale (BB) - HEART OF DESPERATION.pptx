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86" r:id="rId4"/>
    <p:sldId id="273" r:id="rId5"/>
    <p:sldId id="274" r:id="rId6"/>
    <p:sldId id="275" r:id="rId7"/>
    <p:sldId id="284" r:id="rId8"/>
    <p:sldId id="285" r:id="rId9"/>
    <p:sldId id="277" r:id="rId10"/>
    <p:sldId id="278" r:id="rId11"/>
    <p:sldId id="279" r:id="rId12"/>
    <p:sldId id="280" r:id="rId13"/>
    <p:sldId id="281" r:id="rId14"/>
    <p:sldId id="282" r:id="rId15"/>
    <p:sldId id="283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4" autoAdjust="0"/>
    <p:restoredTop sz="91136" autoAdjust="0"/>
  </p:normalViewPr>
  <p:slideViewPr>
    <p:cSldViewPr>
      <p:cViewPr varScale="1">
        <p:scale>
          <a:sx n="48" d="100"/>
          <a:sy n="48" d="100"/>
        </p:scale>
        <p:origin x="-84" y="-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DFEC5-F7D6-4466-A506-8449665F00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F30B9-2FAF-4940-8914-4224BD2DBC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94CFD-CE92-46EB-BEA4-DC792E202F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16904-7DBD-4450-9FA3-778D2AB228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251EA-C2E6-4369-9C95-B41A031584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F8B3B-4A82-40F8-9564-B6C215A98D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FD9E6-8152-4841-A4A3-78053734F2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89B06-7A36-4D9C-A667-995CDB0586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7BA4C-5770-4B3E-86F6-29E391DB40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56C72-406D-45B3-9481-9C9B618C19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F2279-1774-4F1B-9355-CA175775E7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614296A-1E12-4603-99B0-35E25EA9E7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401763" y="-100013"/>
            <a:ext cx="6124575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14300" y="3333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UN CŒUR ASSOIFFÉ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CRIE SI FORT À TOI 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000125" y="-100013"/>
            <a:ext cx="7072313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VIENS, ENTRE CHEZ MOI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VIENS DANS MA FAMILLE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401763" y="-100013"/>
            <a:ext cx="6124575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14300" y="3333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UN CŒUR ASSOIFFÉ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CRIANT À TOI 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1800225" y="-100013"/>
            <a:ext cx="5327650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VIENS VERS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585788" y="0"/>
            <a:ext cx="7972425" cy="1925638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333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COMME UNE BICHE SOUPIRE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714375" y="-100013"/>
            <a:ext cx="7715250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COMME UNE BICHE SOUPIRE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APRÈS L’EAU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357313" y="-100013"/>
            <a:ext cx="6215062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JE SOUPIRE APRÈS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1357313" y="-100013"/>
            <a:ext cx="6215062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SEIGNEUR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SOUPIRE APRÈS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1033463" y="-100013"/>
            <a:ext cx="7078662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6350" y="3333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HEART OF DESPERATION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CRYING OUT FOR YOU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 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892175" y="-100013"/>
            <a:ext cx="7361238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6350" y="3333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COME INTO MY HOME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COME INTO MY FAMILY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 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1033463" y="-100013"/>
            <a:ext cx="7078662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6350" y="3333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HEART OF DESPERATION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CRYING OUT FOR YOU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 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2063750" y="-100013"/>
            <a:ext cx="5016500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6350" y="3333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COME TO ME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 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477963" y="-100013"/>
            <a:ext cx="6189662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6350" y="3333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AS THE DEER PANTS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AS THE DEER PANTS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 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868363" y="-100013"/>
            <a:ext cx="7408862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6350" y="3333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FOR THE WATER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SO I’M LONGING FOR YOU</a:t>
            </a:r>
            <a:br>
              <a:rPr lang="en-US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611188" y="-100013"/>
            <a:ext cx="7923212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6350" y="3333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LORD I’M LONGING FOR YOU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21</Words>
  <Application>Microsoft PowerPoint</Application>
  <PresentationFormat>On-screen Show (4:3)</PresentationFormat>
  <Paragraphs>15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 UN CŒUR ASSOIFFÉ  CRIE SI FORT À TOI  </vt:lpstr>
      <vt:lpstr>VIENS, ENTRE CHEZ MOI VIENS DANS MA FAMILLE</vt:lpstr>
      <vt:lpstr> UN CŒUR ASSOIFFÉ  CRIANT À TOI  </vt:lpstr>
      <vt:lpstr>VIENS VERS MOI</vt:lpstr>
      <vt:lpstr>COMME UNE BICHE SOUPIRE</vt:lpstr>
      <vt:lpstr>COMME UNE BICHE SOUPIRE  APRÈS L’EAU </vt:lpstr>
      <vt:lpstr>JE SOUPIRE APRÈS TOI</vt:lpstr>
      <vt:lpstr>SEIGNEUR JE SOUPIRE APRÈS TOI</vt:lpstr>
      <vt:lpstr>   HEART OF DESPERATION  CRYING OUT FOR YOU    </vt:lpstr>
      <vt:lpstr>   TO COME INTO MY HOME TO COME INTO MY FAMILY    </vt:lpstr>
      <vt:lpstr>  HEART OF DESPERATION  CRYING OUT FOR YOU   </vt:lpstr>
      <vt:lpstr>  TO COME TO ME   </vt:lpstr>
      <vt:lpstr>  AS THE DEER PANTS  AS THE DEER PANTS   </vt:lpstr>
      <vt:lpstr> FOR THE WATER  SO I’M LONGING FOR YOU </vt:lpstr>
      <vt:lpstr>  LORD I’M LONGING FOR YOU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73</cp:revision>
  <dcterms:created xsi:type="dcterms:W3CDTF">2002-08-17T10:50:50Z</dcterms:created>
  <dcterms:modified xsi:type="dcterms:W3CDTF">2011-01-29T14:07:10Z</dcterms:modified>
</cp:coreProperties>
</file>