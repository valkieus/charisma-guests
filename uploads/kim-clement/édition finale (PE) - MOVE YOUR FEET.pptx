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5" r:id="rId3"/>
    <p:sldId id="266" r:id="rId4"/>
    <p:sldId id="264" r:id="rId5"/>
    <p:sldId id="262" r:id="rId6"/>
    <p:sldId id="263" r:id="rId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37" d="100"/>
          <a:sy n="37" d="100"/>
        </p:scale>
        <p:origin x="-306" y="-2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74C222-58A4-4CB1-9FBF-C42D8C2621E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77063E-E0A6-4FF5-BF53-0677B445135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48831C-FD3F-4932-8FCE-A9088473A92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E267AA-E6A1-4A90-8CA9-8C26B661FE1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7B7A9E-562C-4229-8852-8B51571A85F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93F7D1-227C-4A73-ACAD-87573A73AC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8D77FD-2277-44C1-96E7-1420E75B23A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CF46CB-8BF3-4153-8EEB-2C7D975E0FC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59D939-D45D-4794-BAF6-BB502B1032A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A8B9E2-3BE9-47D5-9C66-7392532A08D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320467-ED94-4709-90A2-409D33A115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  <a:ea typeface="ＭＳ Ｐゴシック" pitchFamily="-107" charset="-128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  <a:ea typeface="ＭＳ Ｐゴシック" pitchFamily="-107" charset="-128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  <a:ea typeface="ＭＳ Ｐゴシック" pitchFamily="-107" charset="-128"/>
                <a:cs typeface="+mn-cs"/>
              </a:defRPr>
            </a:lvl1pPr>
          </a:lstStyle>
          <a:p>
            <a:pPr>
              <a:defRPr/>
            </a:pPr>
            <a:fld id="{6FFDB111-352B-4BF8-A202-E4D8EF1D353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BOUGE TES PIEDS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AU SAINT SON DE JUDA  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LÈVE TON ÉPÉE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AVEC LE BOUCLIER DE LA FOI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ÉLÈVE TA VOIX ET FAIS CE CHOIX </a:t>
            </a:r>
          </a:p>
          <a:p>
            <a:pPr algn="ctr">
              <a:lnSpc>
                <a:spcPct val="110000"/>
              </a:lnSpc>
            </a:pPr>
            <a:endParaRPr lang="en-GB" sz="35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ea typeface="ＭＳ Ｐゴシック" pitchFamily="-107" charset="-128"/>
            </a:endParaRPr>
          </a:p>
        </p:txBody>
      </p:sp>
      <p:sp>
        <p:nvSpPr>
          <p:cNvPr id="5" name="Rectangle 22"/>
          <p:cNvSpPr>
            <a:spLocks noChangeArrowheads="1"/>
          </p:cNvSpPr>
          <p:nvPr/>
        </p:nvSpPr>
        <p:spPr bwMode="auto">
          <a:xfrm>
            <a:off x="8172450" y="6237288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ea typeface="ＭＳ Ｐゴシック" pitchFamily="-10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ÉLÈVE TA VOIX AU SON DE SION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LÈVE TON ÉPÉE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AVEC LE BOUCLIER DE LA FOI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ÉLÈVE TA VOIX ET FAIS CE CHOIX </a:t>
            </a:r>
          </a:p>
          <a:p>
            <a:pPr algn="ctr">
              <a:lnSpc>
                <a:spcPct val="110000"/>
              </a:lnSpc>
            </a:pPr>
            <a:endParaRPr lang="en-GB" sz="35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ea typeface="ＭＳ Ｐゴシック" pitchFamily="-107" charset="-128"/>
            </a:endParaRPr>
          </a:p>
        </p:txBody>
      </p:sp>
      <p:sp>
        <p:nvSpPr>
          <p:cNvPr id="5" name="Rectangle 22"/>
          <p:cNvSpPr>
            <a:spLocks noChangeArrowheads="1"/>
          </p:cNvSpPr>
          <p:nvPr/>
        </p:nvSpPr>
        <p:spPr bwMode="auto">
          <a:xfrm>
            <a:off x="8172450" y="6237288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ea typeface="ＭＳ Ｐゴシック" pitchFamily="-10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DAVID REGARDE-MOI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JE DANSE COMME TU AS DANSÉ 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DANIEL REGARDE-MOI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JE PRIE COMME TU AS PRIÉ 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JÉRÉMIE REGARDE-MOI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JE PRIE COMME TU PRIAIS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JÉSUS REGARDE-MOI</a:t>
            </a:r>
          </a:p>
          <a:p>
            <a:pPr algn="ctr">
              <a:lnSpc>
                <a:spcPct val="110000"/>
              </a:lnSpc>
            </a:pPr>
            <a:endParaRPr lang="en-GB" sz="35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ea typeface="ＭＳ Ｐゴシック" pitchFamily="-107" charset="-128"/>
            </a:endParaRPr>
          </a:p>
        </p:txBody>
      </p:sp>
      <p:sp>
        <p:nvSpPr>
          <p:cNvPr id="5" name="Rectangle 22"/>
          <p:cNvSpPr>
            <a:spLocks noChangeArrowheads="1"/>
          </p:cNvSpPr>
          <p:nvPr/>
        </p:nvSpPr>
        <p:spPr bwMode="auto">
          <a:xfrm>
            <a:off x="8172450" y="6237288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ea typeface="ＭＳ Ｐゴシック" pitchFamily="-10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MOVE YOUR FEET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TO THE HOLY SOUND OF JUDAH</a:t>
            </a:r>
          </a:p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RAISE YOUR SWORDS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WITH THE SHIELD OF FAITH</a:t>
            </a:r>
          </a:p>
          <a:p>
            <a:pPr algn="ctr">
              <a:lnSpc>
                <a:spcPct val="110000"/>
              </a:lnSpc>
            </a:pPr>
            <a:endParaRPr lang="en-US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RAISE YOUR VOICE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AND MAKE THIS CHOICE</a:t>
            </a:r>
            <a:endParaRPr lang="fr-FR" sz="3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GB" sz="35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ea typeface="ＭＳ Ｐゴシック" pitchFamily="-107" charset="-128"/>
            </a:endParaRPr>
          </a:p>
        </p:txBody>
      </p:sp>
      <p:sp>
        <p:nvSpPr>
          <p:cNvPr id="5" name="Rectangle 22"/>
          <p:cNvSpPr>
            <a:spLocks noChangeArrowheads="1"/>
          </p:cNvSpPr>
          <p:nvPr/>
        </p:nvSpPr>
        <p:spPr bwMode="auto">
          <a:xfrm>
            <a:off x="8172450" y="6237288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ea typeface="ＭＳ Ｐゴシック" pitchFamily="-10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RAISE YOUR VOICE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TO THE HOLY SOUND OF ZION</a:t>
            </a:r>
          </a:p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RAISE YOUR SWORDS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WITH THE SHIELD OF FAITH</a:t>
            </a:r>
          </a:p>
          <a:p>
            <a:pPr algn="ctr">
              <a:lnSpc>
                <a:spcPct val="110000"/>
              </a:lnSpc>
            </a:pPr>
            <a:endParaRPr lang="en-US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RAISE YOUR VOICE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AND MAKE THIS CHOICE</a:t>
            </a: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GB" sz="35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ea typeface="ＭＳ Ｐゴシック" pitchFamily="-10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DAVID WON’T YOU WATCH ME NOW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AS I DANCE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JUST LIKE YOU DANCED</a:t>
            </a:r>
          </a:p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DANIEL WON’T YOU WATCH ME NOW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AS I PRAY JUST LIKE YOU PRAYED</a:t>
            </a:r>
          </a:p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JEREMIAH WATCH ME NOW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AS I PRAY JUST LIKE YOU PRAYED</a:t>
            </a:r>
          </a:p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JESUS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WON’T YOU WATCH ME NOW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 </a:t>
            </a: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GB" sz="35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ea typeface="ＭＳ Ｐゴシック" pitchFamily="-10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</TotalTime>
  <Words>164</Words>
  <Application>Microsoft Office PowerPoint</Application>
  <PresentationFormat>On-screen Show (4:3)</PresentationFormat>
  <Paragraphs>72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3" baseType="lpstr">
      <vt:lpstr>Franklin Gothic Medium</vt:lpstr>
      <vt:lpstr>ＭＳ Ｐゴシック</vt:lpstr>
      <vt:lpstr>Arial</vt:lpstr>
      <vt:lpstr>Calibri</vt:lpstr>
      <vt:lpstr>Arial Black</vt:lpstr>
      <vt:lpstr>Arial Narrow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79</cp:revision>
  <dcterms:created xsi:type="dcterms:W3CDTF">2002-08-17T10:50:50Z</dcterms:created>
  <dcterms:modified xsi:type="dcterms:W3CDTF">2010-11-14T08:46:18Z</dcterms:modified>
</cp:coreProperties>
</file>