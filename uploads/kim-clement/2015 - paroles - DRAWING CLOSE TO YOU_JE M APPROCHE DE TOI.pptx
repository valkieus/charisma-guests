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3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270" r:id="rId2"/>
    <p:sldId id="311" r:id="rId3"/>
    <p:sldId id="341" r:id="rId4"/>
    <p:sldId id="329" r:id="rId5"/>
    <p:sldId id="285" r:id="rId6"/>
    <p:sldId id="284" r:id="rId7"/>
    <p:sldId id="312" r:id="rId8"/>
    <p:sldId id="313" r:id="rId9"/>
    <p:sldId id="330" r:id="rId10"/>
    <p:sldId id="342" r:id="rId11"/>
    <p:sldId id="331" r:id="rId12"/>
    <p:sldId id="286" r:id="rId13"/>
    <p:sldId id="283" r:id="rId14"/>
    <p:sldId id="343" r:id="rId15"/>
    <p:sldId id="332" r:id="rId16"/>
    <p:sldId id="287" r:id="rId17"/>
    <p:sldId id="333" r:id="rId18"/>
    <p:sldId id="282" r:id="rId19"/>
    <p:sldId id="288" r:id="rId20"/>
    <p:sldId id="310" r:id="rId21"/>
    <p:sldId id="309" r:id="rId22"/>
    <p:sldId id="308" r:id="rId23"/>
    <p:sldId id="344" r:id="rId24"/>
    <p:sldId id="307" r:id="rId25"/>
    <p:sldId id="345" r:id="rId26"/>
    <p:sldId id="334" r:id="rId27"/>
    <p:sldId id="314" r:id="rId28"/>
    <p:sldId id="324" r:id="rId29"/>
    <p:sldId id="346" r:id="rId30"/>
    <p:sldId id="306" r:id="rId31"/>
    <p:sldId id="315" r:id="rId32"/>
    <p:sldId id="335" r:id="rId33"/>
    <p:sldId id="316" r:id="rId34"/>
    <p:sldId id="336" r:id="rId35"/>
    <p:sldId id="305" r:id="rId36"/>
    <p:sldId id="347" r:id="rId37"/>
    <p:sldId id="304" r:id="rId38"/>
    <p:sldId id="348" r:id="rId39"/>
    <p:sldId id="339" r:id="rId40"/>
    <p:sldId id="349" r:id="rId41"/>
    <p:sldId id="317" r:id="rId42"/>
    <p:sldId id="350" r:id="rId43"/>
    <p:sldId id="340" r:id="rId44"/>
    <p:sldId id="318" r:id="rId4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43511" autoAdjust="0"/>
  </p:normalViewPr>
  <p:slideViewPr>
    <p:cSldViewPr>
      <p:cViewPr>
        <p:scale>
          <a:sx n="40" d="100"/>
          <a:sy n="40" d="100"/>
        </p:scale>
        <p:origin x="-690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5613B4E-4C74-4DB4-AB44-2574871EA922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3D57D9D-804C-4C46-A4CB-60781E9A9EDC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809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819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829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839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849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860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870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880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890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901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911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921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ED3D21-782C-4E51-AAAC-0EF19A3519B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0D65FF-168C-4EAA-9407-1FE7FA8A938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2CF560-724E-4FBE-BB80-87159B93D39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7BB1CD-7F19-48C7-A035-57BE9C1FB0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ACA4C6-613B-484E-B59D-B806946A763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D5AD14-D3CF-4396-B97A-2F88F827F1E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35D5DF-FB0D-43EB-900A-1746F508903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8F39A6-C109-4CDD-853E-9918508AC0B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E37569-059F-4374-BF8C-4D1ED96A1E9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80EAB9-1A74-4C0E-9B5D-DCF0CF8270C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918B02-73D5-470E-BAF3-DC1B2F6EAED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27F9065-21F3-41AF-9AB1-CBC11E399C3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ME DONNES UN CHANT À CHANTER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TON SOUFFLE POUR TE LOUER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SENS TA PRÉSENCE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JE CHANTE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TON COEUR BATTRE PRÈS DE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ME PRENDRE, UN MOT A SUFFI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 SI LE CIEL M’AVAIT SOURI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RESSENS TA VIE DANS MON CŒUR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SENS TON SOUFFLE À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L’INTÉRIEUR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PRÈS DE MOI QUE JE PEUX VOIR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MES LARMES DANS TES YEUX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FACE À FACE, JE RESPIRE TON PARFUM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PRÈS DE MOI QUE JE RESSENS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TON COEUR DANS MON CŒUR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FACE À FACE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DEUX COEURS QUI DEVIENNENT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FACE À FACE, TOI ET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POURRONS ENFIN NOUS VOIR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TELS QUE NOUS SOMMES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FACE À FACE, TOI ET MOI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POURRONS NOUS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CONNAÎTRE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TELS QUE NOUS SOMMES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PRÈS DE MOI QUE JE PEUX VOIR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MES LARMES DANS TES YEUX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FACE À FACE, JE RESPIRE TON PARFUM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PRÈS DE MOI QUE JE RESSENS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TON COEUR DANS MON COEUR</a:t>
            </a:r>
          </a:p>
          <a:p>
            <a:pPr algn="ctr"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FACE À FACE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DEUX COEURS QUI DEVIENNENT UN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M’APPROCHE DE TOI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VOIR TA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PRÉSENCE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M’APPROCHE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TOUCHER TA FACE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M’APPROCHE POUR ÊTRE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PRÈS DE TOI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QUE JE VIVE DE TES PAROLES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QUE JE VIVE PAR TON SOUFFLE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YOU WROTE A SONG FOR ME TO SING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YOU GAVE YOUR BREATH FOR ME TO PRAISE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FEEL YOUR HEARTBEAT NEXT TO ME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YOU CAPTURED ME WITH JUST ONE WORD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IT SEEMED LIKE HEAVEN SMILED AT ME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FEEL YOUR LIFE INSIDE MY HEART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FEEL YOUR BREATH INSIDE MY SOUL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 CLOSE TO ME THAT I CAN SEE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MY TEARS INSIDE YOUR EYES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FACE TO FACE, I BREATHE YOUR FRAGRANCE IN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 CLOSE TO ME THAT I CAN FEEL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YOUR HEART INSIDE MY HEART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FACE TO FACE, TWO HEARTS BECOMING ONE FACE TO FACE, YOU AND I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WE SHALL SEE ONE ANOTHER AS WE REALLY ARE FACE TO FACE, YOU AND I</a:t>
            </a:r>
          </a:p>
          <a:p>
            <a:pPr algn="ctr"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WE SHALL KNOW ONE ANOTHER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AS WE REALLY ARE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 CLOSE TO ME THAT I CAN SEE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MY TEARS INSIDE YOUR EYES</a:t>
            </a:r>
          </a:p>
          <a:p>
            <a:pPr algn="ctr"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FACE TO FACE, I BREATHE YOUR FRAGRANCE 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 CLOSE TO ME THAT I CAN FEEL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YOUR HEART INSIDE MY HEART</a:t>
            </a:r>
          </a:p>
          <a:p>
            <a:pPr algn="ctr"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FACE TO FACE, TWO HEARTS BECOMING ONE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I’M DRAWING CLOSE TO YOU TO FEEL YOUR PRESENCE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I’M DRAWING CLOSE TO YOU TO TOUCH YOUR FACE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I’M DRAWING CLOSE TO YOU FOR YOUR EMBRACE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THAT I MAY LIVE BY YOUR WORDS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THAT I MAY LIVE BY YOUR BREATH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THAT I MAY LIVE BY YOUR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WILL LIVE BY YOUR WORDS</a:t>
            </a:r>
            <a:b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WILL LIVE BY YOUR BREATH
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1615</TotalTime>
  <Words>3151</Words>
  <Application>Microsoft Office PowerPoint</Application>
  <PresentationFormat>On-screen Show (4:3)</PresentationFormat>
  <Paragraphs>3234</Paragraphs>
  <Slides>44</Slides>
  <Notes>44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44</vt:i4>
      </vt:variant>
    </vt:vector>
  </HeadingPairs>
  <TitlesOfParts>
    <vt:vector size="48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  <vt:lpstr>Diapositive 34</vt:lpstr>
      <vt:lpstr>Diapositive 35</vt:lpstr>
      <vt:lpstr>Diapositive 36</vt:lpstr>
      <vt:lpstr>Diapositive 37</vt:lpstr>
      <vt:lpstr>Diapositive 38</vt:lpstr>
      <vt:lpstr>Diapositive 39</vt:lpstr>
      <vt:lpstr>Diapositive 40</vt:lpstr>
      <vt:lpstr>Diapositive 41</vt:lpstr>
      <vt:lpstr>Diapositive 42</vt:lpstr>
      <vt:lpstr>Diapositive 43</vt:lpstr>
      <vt:lpstr>Diapositive 44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VALERIE</cp:lastModifiedBy>
  <cp:revision>149</cp:revision>
  <dcterms:created xsi:type="dcterms:W3CDTF">2002-08-17T10:50:50Z</dcterms:created>
  <dcterms:modified xsi:type="dcterms:W3CDTF">2015-02-08T08:47:31Z</dcterms:modified>
</cp:coreProperties>
</file>