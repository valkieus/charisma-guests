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3" r:id="rId4"/>
    <p:sldId id="281" r:id="rId5"/>
    <p:sldId id="274" r:id="rId6"/>
    <p:sldId id="275" r:id="rId7"/>
    <p:sldId id="282" r:id="rId8"/>
    <p:sldId id="276" r:id="rId9"/>
    <p:sldId id="277" r:id="rId10"/>
    <p:sldId id="278" r:id="rId11"/>
    <p:sldId id="279" r:id="rId12"/>
    <p:sldId id="280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50" d="100"/>
          <a:sy n="50" d="100"/>
        </p:scale>
        <p:origin x="-7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FF12B-DCE7-473D-87A6-14997C04E5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6A47A-2D8E-492D-AE39-5F66E5BAC8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8A0CF-8EAE-4EC4-BF46-A52B053CCD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C93B-FB4A-4192-BA61-4FDF354BF5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0EF0F-F764-48E2-B940-DF42F6765D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11020-E80A-4B48-B942-A650CB9E41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0A7CA-5743-493D-A4AB-FDFD4E27CF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BA01D-44FD-456B-AD8E-63D87B1E91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499A9-79DF-4509-A099-EBC1D2DC9F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69D3A-D08B-4173-9D79-65F9AC7796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ED692B-5868-4BDE-83FF-A4F99A5250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168EBB3-5A60-4301-977A-0201108A58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GOÛTE ET VOIS, GOÛTE ET VOIS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QUE LE SEIGNEUR EST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SA MISÉRICORDE DURE À JAMAIS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ET SA BONTÉ DURE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214438" y="-100013"/>
            <a:ext cx="657225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ALORS GOÛTE ET VOIS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QUE 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214438" y="-100013"/>
            <a:ext cx="6572250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LE SEIGNEUR EST BON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OUI SI BON, SI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323850" y="-100013"/>
            <a:ext cx="849630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EST BON, IL EST JUSTE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 EST AMOUR, IL EST SI DOUX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1143000" y="-100013"/>
            <a:ext cx="6643688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ALORS GOÛTE ET VOIS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QUE 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285875" y="-100013"/>
            <a:ext cx="6500813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LE SEIGNEUR EST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468313" y="-100013"/>
            <a:ext cx="10153651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 TASTE AND SEE</a:t>
            </a:r>
            <a:r>
              <a:rPr lang="fr-FR" sz="4000" smtClean="0">
                <a:solidFill>
                  <a:schemeClr val="bg1"/>
                </a:solidFill>
                <a:ea typeface="MS PGothic" pitchFamily="34" charset="-128"/>
              </a:rPr>
              <a:t>, </a:t>
            </a: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TASTE AND SEE 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THAT THE LORD, HE IS GOOD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bg1"/>
                </a:solidFill>
                <a:ea typeface="MS PGothic" pitchFamily="34" charset="-128"/>
              </a:rPr>
              <a:t> </a:t>
            </a: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HIS MERCY ENDURES FOREVER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HIS GOODNESS ENDURES FOREVER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SO TASTE AND SEE THAT THE LORD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THAT THE LORD IS GOOD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116013" y="-100013"/>
            <a:ext cx="6911975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HE IS GOOD, HE IS RIGHT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HE IS LOVE, HE IS KIND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SO TASTE AND SEE THAT THE LORD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THAT THE LORD IS GOOD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69</Words>
  <Application>Microsoft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Franklin Gothic Medium</vt:lpstr>
      <vt:lpstr>Arial</vt:lpstr>
      <vt:lpstr>Calibri</vt:lpstr>
      <vt:lpstr>MS PGothic</vt:lpstr>
      <vt:lpstr>Default Design</vt:lpstr>
      <vt:lpstr>GOÛTE ET VOIS, GOÛTE ET VOIS QUE LE SEIGNEUR EST BON</vt:lpstr>
      <vt:lpstr>SA MISÉRICORDE DURE À JAMAIS  ET SA BONTÉ DURE À JAMAIS</vt:lpstr>
      <vt:lpstr>ALORS GOÛTE ET VOIS QUE LE SEIGNEUR</vt:lpstr>
      <vt:lpstr>LE SEIGNEUR EST BON OUI SI BON, SI BON</vt:lpstr>
      <vt:lpstr>IL EST BON, IL EST JUSTE IL EST AMOUR, IL EST SI DOUX </vt:lpstr>
      <vt:lpstr>ALORS GOÛTE ET VOIS  QUE LE SEIGNEUR</vt:lpstr>
      <vt:lpstr>LE SEIGNEUR EST BON</vt:lpstr>
      <vt:lpstr> TASTE AND SEE, TASTE AND SEE  THAT THE LORD, HE IS GOOD</vt:lpstr>
      <vt:lpstr> HIS MERCY ENDURES FOREVER HIS GOODNESS ENDURES FOREVER</vt:lpstr>
      <vt:lpstr>SO TASTE AND SEE THAT THE LORD THAT THE LORD IS GOOD</vt:lpstr>
      <vt:lpstr>HE IS GOOD, HE IS RIGHT HE IS LOVE, HE IS KIND</vt:lpstr>
      <vt:lpstr>SO TASTE AND SEE THAT THE LORD THAT THE LORD IS GOOD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72</cp:revision>
  <dcterms:created xsi:type="dcterms:W3CDTF">2002-08-17T10:50:50Z</dcterms:created>
  <dcterms:modified xsi:type="dcterms:W3CDTF">2010-11-14T08:26:09Z</dcterms:modified>
</cp:coreProperties>
</file>