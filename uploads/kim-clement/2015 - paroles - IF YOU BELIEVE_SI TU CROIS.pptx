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0" r:id="rId2"/>
    <p:sldId id="271" r:id="rId3"/>
    <p:sldId id="272" r:id="rId4"/>
    <p:sldId id="273" r:id="rId5"/>
    <p:sldId id="274" r:id="rId6"/>
    <p:sldId id="275" r:id="rId7"/>
    <p:sldId id="291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8851" autoAdjust="0"/>
  </p:normalViewPr>
  <p:slideViewPr>
    <p:cSldViewPr>
      <p:cViewPr>
        <p:scale>
          <a:sx n="40" d="100"/>
          <a:sy n="40" d="100"/>
        </p:scale>
        <p:origin x="-69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4007DA4-60D6-427B-8957-9B2F03F3DD8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72B3287-5A29-46C5-99F7-6E8F27F285F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F7CB5-CECB-46BC-868F-CE93D9E56C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F9DAEB-48F9-4621-8853-F219F6916B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AEE15-17D9-4A79-A1AE-1A776B3127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40900-940C-4918-ACB1-319C429C51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864953-FC30-4D2A-813F-6D421CD444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F2D4B-BB7B-4D95-8A8A-A4C4098DBD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5AE36-474D-43E5-BD56-B616C58707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670A0-BFCA-48A0-BA81-EBDC952457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B92426-72E9-43EE-AFEB-0B3FE93544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5E2EAA-F1FB-467F-927F-B7BEBFD22E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7391DF-FEDB-461E-A860-9593751CAE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622A7A3-9A99-4CC2-9775-B58B898BCA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TU LE CROIS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N’EST IMPOSSIBLE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TU LE CROIS, IL PEUT FAIRE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TU LUI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DEMANDES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DEMANDES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CROIS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LE CROIS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N’EST IMPOSSIBLE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LE CROIS, IL PEUT FAIRE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JE LUI DEMANDE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DEMANDE ET CROIS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PETIT ENFANT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CONFIANCE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TES PAROLES SONT VÉRITÉ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TES PROMESSES SONT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SINCÈRES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OUI....OUI... QUE VRAIMENT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N'EST IMPOSSIBLE POUR 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TE REMERCIE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TA PAROLE VIVANTE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IF YOU BELIEVE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NOTHING IS IMPOSSIBLE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IF YOU BELIEVE HE IS ABLE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DO ANYTHING YOU ASK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ASK AND BELIEVE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 I BELIEVE, NOTHING IS IMPOSSIBLE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 I BELIEVE HE IS ABLE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DO ANYTHING I ASK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ASK AND BELIEVE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LIKE A LITTLE CHILD I TRUST THAT EVERY WORD YOU SAY IS TRUE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THAT YOUR PROMISES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ARE YES AND AMEN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I DO BELIEVE THAT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NOTHING IS IMPOSSIBLE FOR YOU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I THANK YOU THAT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WORD IS ALIVE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1666</TotalTime>
  <Words>825</Words>
  <Application>Microsoft Office PowerPoint</Application>
  <PresentationFormat>On-screen Show (4:3)</PresentationFormat>
  <Paragraphs>1134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165</cp:revision>
  <dcterms:created xsi:type="dcterms:W3CDTF">2002-08-17T10:50:50Z</dcterms:created>
  <dcterms:modified xsi:type="dcterms:W3CDTF">2015-02-08T08:54:20Z</dcterms:modified>
</cp:coreProperties>
</file>