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64" r:id="rId4"/>
    <p:sldId id="265" r:id="rId5"/>
    <p:sldId id="262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12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3A644-3E2E-49C3-ACE9-22F2025874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C0E28-28AF-4327-81A7-33DFAD43D4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13F131-815A-4639-B699-5C7138E1D1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FB255-E676-44BD-8BB8-401413F674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00051-2AAB-499A-9273-956148EEE5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9D1DF-0BAC-4FB6-BF8F-BCFFDDC530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00B05-03ED-4B0C-B5E0-B9922DDDAB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8E82D-0F98-4C2C-AB8E-EF03E64833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D5A7B4-C224-4251-82DF-22AC8BF0EB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4C093-C11D-4146-BB0E-D6B5B58270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768CF-5822-41DF-875E-658A9E94DF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</a:defRPr>
            </a:lvl1pPr>
          </a:lstStyle>
          <a:p>
            <a:pPr>
              <a:defRPr/>
            </a:pPr>
            <a:fld id="{5C6F5E43-58FA-47E1-A17B-08C9BF7A9A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NE VEUX PAS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QUE TU T’ÉLOIGNES DE MOI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T’AI CONSTRUIT UN AUTEL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NE VEUX PAS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QUE TU T’ÉLOIGNES DE MOI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T’AI CONSTRUIT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UNE MONTAGNE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VEUX-TU Y DEMEURER AVEC MOI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J’AI TELLEMENT BESOIN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QUE TU RESTES AVEC MOI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DU LEVER DU SOLEIL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JUSQU’À SON COUCHER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TE LOUERAI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J’AI TELLEMENT BESOIN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D’AVOIR TA PRÉSENCE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DE T’AVOIR TOUT PRÈS DE MOI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DU LEVER DU SOLEIL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JUSQU’À SON COUCHER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TE LOUERAI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LOUERAI TON SAINT NOM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DU LEVER DU SOLEIL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JUSQU’À SON COUCHER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TE LOUERAI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LOUERAI TON SAINT NOM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NEVER WANT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GO AWAY FROM 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I’VE BUILT YOU AN ALTAR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NEVER WANT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GO AWAY FROM 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I’VE BUILT YOU A MOUNTAIN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WON’T YOU LIVE WITH 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WON’T YOU LIVE WITH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I’M SO DESPERATE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HAVE YOU STAY WITH 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THAT I WILL PRAISE YOUR NAME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FROM THE RISING OF THE SUN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THE GOING DOWN OF THE SAME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WILL PRAISE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I’M SO DESPERATE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HAVE YOUR PRESENCE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HAVE YOU CLOSE TO 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FROM THE RISING OF THE SUN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THE GOING DOWN OF THE SAME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WILL PRAISE YOU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WILL PRAISE YOUR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FROM THE RISING OF THE SUN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THE GOING DOWN OF THE SAME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WILL PRAISE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I WILL PRAISE YOUR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221</Words>
  <Application>Microsoft Office PowerPoint</Application>
  <PresentationFormat>On-screen Show (4:3)</PresentationFormat>
  <Paragraphs>54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Franklin Gothic Medium</vt:lpstr>
      <vt:lpstr>ＭＳ Ｐゴシック</vt:lpstr>
      <vt:lpstr>Arial</vt:lpstr>
      <vt:lpstr>Calibri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76</cp:revision>
  <dcterms:created xsi:type="dcterms:W3CDTF">2002-08-17T10:50:50Z</dcterms:created>
  <dcterms:modified xsi:type="dcterms:W3CDTF">2010-11-14T08:43:12Z</dcterms:modified>
</cp:coreProperties>
</file>