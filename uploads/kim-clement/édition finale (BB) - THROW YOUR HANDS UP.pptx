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2" r:id="rId3"/>
    <p:sldId id="301" r:id="rId4"/>
    <p:sldId id="302" r:id="rId5"/>
    <p:sldId id="273" r:id="rId6"/>
    <p:sldId id="284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>
        <p:scale>
          <a:sx n="40" d="100"/>
          <a:sy n="40" d="100"/>
        </p:scale>
        <p:origin x="-324" y="-8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0D9B8B-6571-4788-911C-D66F2AC255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04B8C-8C81-4102-A5B2-367537F2C7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CC5C0-EAD2-4039-875D-3A7EBDBF08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A9196-D3F8-4473-AAFC-AB1CA29E1C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EDE83-664A-4538-9765-11432490AF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BB554-22B9-49C2-8C4C-35863399A0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6AAC8-F2D8-49D0-B02D-AD165182A3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305F3-310A-4E33-95BC-C8E8AFA44D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DCF03-5C03-4C5D-86CC-C8910628A3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6765D-6209-4C35-B3B9-3AD520DF75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61075-44ED-4146-9073-4C0E74046D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081CBDD-5AF2-4660-BBF6-AECCD33DA8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869950" y="-100013"/>
            <a:ext cx="7453313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LÉVE TES MAINS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LÉVE TES MAINS EN L’AIR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100013"/>
            <a:ext cx="9144000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CAR LE DIEU DECTOUT L’UNIVERS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LE DIEU DE TOUT L’UNIVERS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214438" y="-100013"/>
            <a:ext cx="6643687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ECOUTE TES LOUANGES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357188" y="-100013"/>
            <a:ext cx="8501062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THROW YOUR HAND UP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THROW YOUR HAND IN THE 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-88900" y="-100013"/>
            <a:ext cx="9371013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FOR THE GOD OF THE UNIVERSE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357188" y="-100013"/>
            <a:ext cx="8478837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THE GOD OF THE UNIVERSE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IS LISTENING TO YOUR PRAISE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910</TotalTime>
  <Words>26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Franklin Gothic Medium</vt:lpstr>
      <vt:lpstr>Arial</vt:lpstr>
      <vt:lpstr>Calibri</vt:lpstr>
      <vt:lpstr>ＭＳ Ｐゴシック</vt:lpstr>
      <vt:lpstr>Default Design</vt:lpstr>
      <vt:lpstr>LÉVE TES MAINS LÉVE TES MAINS EN L’AIR</vt:lpstr>
      <vt:lpstr>CAR LE DIEU DECTOUT L’UNIVERS LE DIEU DE TOUT L’UNIVERS</vt:lpstr>
      <vt:lpstr>ECOUTE TES LOUANGES</vt:lpstr>
      <vt:lpstr>THROW YOUR HAND UP THROW YOUR HAND IN THE AIR</vt:lpstr>
      <vt:lpstr>FOR THE GOD OF THE UNIVERSE</vt:lpstr>
      <vt:lpstr>THE GOD OF THE UNIVERSE IS LISTENING TO YOUR PRAISE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81</cp:revision>
  <dcterms:created xsi:type="dcterms:W3CDTF">2002-08-17T10:50:50Z</dcterms:created>
  <dcterms:modified xsi:type="dcterms:W3CDTF">2011-01-29T14:57:26Z</dcterms:modified>
</cp:coreProperties>
</file>