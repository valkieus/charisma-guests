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1" r:id="rId12"/>
    <p:sldId id="280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309" r:id="rId22"/>
    <p:sldId id="310" r:id="rId23"/>
    <p:sldId id="311" r:id="rId24"/>
    <p:sldId id="327" r:id="rId25"/>
    <p:sldId id="312" r:id="rId26"/>
    <p:sldId id="313" r:id="rId27"/>
    <p:sldId id="314" r:id="rId28"/>
    <p:sldId id="315" r:id="rId29"/>
    <p:sldId id="316" r:id="rId30"/>
    <p:sldId id="324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3" r:id="rId51"/>
    <p:sldId id="304" r:id="rId52"/>
    <p:sldId id="305" r:id="rId53"/>
    <p:sldId id="306" r:id="rId54"/>
    <p:sldId id="307" r:id="rId55"/>
    <p:sldId id="308" r:id="rId5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3511" autoAdjust="0"/>
  </p:normalViewPr>
  <p:slideViewPr>
    <p:cSldViewPr>
      <p:cViewPr>
        <p:scale>
          <a:sx n="40" d="100"/>
          <a:sy n="40" d="100"/>
        </p:scale>
        <p:origin x="-6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9D165A8-1C4E-4C45-9D89-64B9066E77E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1FDB55B-D6E4-4BEF-B592-96149E7AE91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angels</a:t>
            </a:r>
            <a:r>
              <a:rPr lang="fr-FR" dirty="0" smtClean="0"/>
              <a:t> are </a:t>
            </a:r>
            <a:r>
              <a:rPr lang="fr-FR" dirty="0" err="1" smtClean="0"/>
              <a:t>moving</a:t>
            </a:r>
            <a:r>
              <a:rPr lang="fr-FR" dirty="0" smtClean="0"/>
              <a:t> 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sounds</a:t>
            </a:r>
            <a:r>
              <a:rPr lang="fr-FR" dirty="0" smtClean="0"/>
              <a:t> of the light   
2-  DES VOLS INFINIS SANS CESSE ILS MURMURENT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eternal</a:t>
            </a:r>
            <a:r>
              <a:rPr lang="fr-FR" dirty="0" smtClean="0"/>
              <a:t> in flight  </a:t>
            </a:r>
            <a:r>
              <a:rPr lang="fr-FR" dirty="0" err="1" smtClean="0"/>
              <a:t>transcendently</a:t>
            </a:r>
            <a:r>
              <a:rPr lang="fr-FR" dirty="0" smtClean="0"/>
              <a:t> </a:t>
            </a:r>
            <a:r>
              <a:rPr lang="fr-FR" dirty="0" err="1" smtClean="0"/>
              <a:t>whispering</a:t>
            </a:r>
            <a:r>
              <a:rPr lang="fr-FR" dirty="0" smtClean="0"/>
              <a:t>  
3-  LE NOM DE YESHUA  SEIGNEUR DE LA NUIT </a:t>
            </a:r>
          </a:p>
          <a:p>
            <a:pPr>
              <a:defRPr/>
            </a:pPr>
            <a:r>
              <a:rPr lang="fr-FR" dirty="0" smtClean="0"/>
              <a:t>    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yeshua</a:t>
            </a:r>
            <a:r>
              <a:rPr lang="fr-FR" dirty="0" smtClean="0"/>
              <a:t>   the lord of the night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LES ANGES COMBATTENT  PRÉPARANT LA TERRE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angels</a:t>
            </a:r>
            <a:r>
              <a:rPr lang="fr-FR" dirty="0" smtClean="0"/>
              <a:t> are </a:t>
            </a:r>
            <a:r>
              <a:rPr lang="fr-FR" dirty="0" err="1" smtClean="0"/>
              <a:t>warring</a:t>
            </a:r>
            <a:r>
              <a:rPr lang="fr-FR" dirty="0" smtClean="0"/>
              <a:t>  </a:t>
            </a:r>
            <a:r>
              <a:rPr lang="fr-FR" dirty="0" err="1" smtClean="0"/>
              <a:t>preparing</a:t>
            </a:r>
            <a:r>
              <a:rPr lang="fr-FR" dirty="0" smtClean="0"/>
              <a:t> the </a:t>
            </a:r>
            <a:r>
              <a:rPr lang="fr-FR" dirty="0" err="1" smtClean="0"/>
              <a:t>earth</a:t>
            </a:r>
            <a:r>
              <a:rPr lang="fr-FR" dirty="0" smtClean="0"/>
              <a:t>   
5-  POUR LA GLOIRE À VENIR</a:t>
            </a:r>
          </a:p>
          <a:p>
            <a:pPr>
              <a:defRPr/>
            </a:pPr>
            <a:r>
              <a:rPr lang="fr-FR" dirty="0" smtClean="0"/>
              <a:t>     for the </a:t>
            </a:r>
            <a:r>
              <a:rPr lang="fr-FR" dirty="0" err="1" smtClean="0"/>
              <a:t>brilliance</a:t>
            </a:r>
            <a:r>
              <a:rPr lang="fr-FR" dirty="0" smtClean="0"/>
              <a:t> to come  
6-  ESPRITS ET ÂMES S’UNISSENT  ET REFLÈTANT LE DOUX ET L’AMER </a:t>
            </a:r>
          </a:p>
          <a:p>
            <a:pPr>
              <a:defRPr/>
            </a:pPr>
            <a:r>
              <a:rPr lang="fr-FR" dirty="0" smtClean="0"/>
              <a:t>     spirits and souls are </a:t>
            </a:r>
            <a:r>
              <a:rPr lang="fr-FR" dirty="0" err="1" smtClean="0"/>
              <a:t>uniting</a:t>
            </a:r>
            <a:r>
              <a:rPr lang="fr-FR" dirty="0" smtClean="0"/>
              <a:t> </a:t>
            </a:r>
            <a:r>
              <a:rPr lang="fr-FR" dirty="0" err="1" smtClean="0"/>
              <a:t>reflecting</a:t>
            </a:r>
            <a:r>
              <a:rPr lang="fr-FR" dirty="0" smtClean="0"/>
              <a:t> the bitter and </a:t>
            </a:r>
            <a:r>
              <a:rPr lang="fr-FR" dirty="0" err="1" smtClean="0"/>
              <a:t>sweet</a:t>
            </a:r>
            <a:r>
              <a:rPr lang="fr-FR" dirty="0" smtClean="0"/>
              <a:t>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LE CIEL ET LA TERRE LE CIEL ET LA TERRE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 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
8-  PARLANT SA LUMIÈRE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YESHUA, TU ES SEIGNEUR DE LA NUIT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
10-  DE LUMIÈRE ET VIE JUSTICE INFINIE</a:t>
            </a:r>
          </a:p>
          <a:p>
            <a:pPr>
              <a:defRPr/>
            </a:pPr>
            <a:r>
              <a:rPr lang="fr-FR" dirty="0" smtClean="0"/>
              <a:t>       lord of the light </a:t>
            </a:r>
            <a:r>
              <a:rPr lang="fr-FR" dirty="0" err="1" smtClean="0"/>
              <a:t>eternally</a:t>
            </a:r>
            <a:r>
              <a:rPr lang="fr-FR" dirty="0" smtClean="0"/>
              <a:t> right  
11-  YESHUA, TU ES SEIGNEUR DE LA NUIT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
12-  DE LUMIÈRE ET VIE LA PUISSANCE ET FORCE </a:t>
            </a:r>
          </a:p>
          <a:p>
            <a:pPr>
              <a:defRPr/>
            </a:pPr>
            <a:r>
              <a:rPr lang="fr-FR" dirty="0" smtClean="0"/>
              <a:t>       lord of the light the power and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13-  PARLANT SA LUMIÈRE  NOUS SOMMES LES ÂMES DANS LA NUIT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light (x2) </a:t>
            </a:r>
            <a:r>
              <a:rPr lang="fr-FR" dirty="0" err="1" smtClean="0"/>
              <a:t>we</a:t>
            </a:r>
            <a:r>
              <a:rPr lang="fr-FR" dirty="0" smtClean="0"/>
              <a:t> are the souls in the night 
14-  PROCLAMANT SA FORCE  NOUS SOMMES LUMIERE ICI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might</a:t>
            </a:r>
            <a:r>
              <a:rPr lang="fr-FR" dirty="0" smtClean="0"/>
              <a:t> 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soldiers</a:t>
            </a:r>
            <a:r>
              <a:rPr lang="fr-FR" dirty="0" smtClean="0"/>
              <a:t> of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15-  YESHUA, TU ES SEIGNEUR DE LA NUIT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 
16-  DE LUMIÈRE ET VIE JUSTICE INFINIE</a:t>
            </a:r>
          </a:p>
          <a:p>
            <a:pPr>
              <a:defRPr/>
            </a:pPr>
            <a:r>
              <a:rPr lang="fr-FR" dirty="0" smtClean="0"/>
              <a:t>       lord of the light </a:t>
            </a:r>
            <a:r>
              <a:rPr lang="fr-FR" dirty="0" err="1" smtClean="0"/>
              <a:t>eternally</a:t>
            </a:r>
            <a:r>
              <a:rPr lang="fr-FR" dirty="0" smtClean="0"/>
              <a:t> right 
17-  YESHUA, TU ES SEIGNEUR DE LA NUIT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</a:t>
            </a:r>
          </a:p>
          <a:p>
            <a:pPr>
              <a:defRPr/>
            </a:pPr>
            <a:r>
              <a:rPr lang="fr-FR" dirty="0" smtClean="0"/>
              <a:t>18-  DE LUMIÈRE ET VIE LA PUISSANCE ET FORCE</a:t>
            </a:r>
          </a:p>
          <a:p>
            <a:pPr>
              <a:defRPr/>
            </a:pPr>
            <a:r>
              <a:rPr lang="fr-FR" dirty="0" smtClean="0"/>
              <a:t>       lord of the light the power and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19-  PARLANT SA LUMIÈRE  NOUS SOMMES LES ÂMES DANS LA NUIT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light (x2) </a:t>
            </a:r>
            <a:r>
              <a:rPr lang="fr-FR" dirty="0" err="1" smtClean="0"/>
              <a:t>we</a:t>
            </a:r>
            <a:r>
              <a:rPr lang="fr-FR" dirty="0" smtClean="0"/>
              <a:t> are the souls in the night  
20-  PROCLAMANT SA FORCE  NOUS SOMMES LUMIERE ICI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might</a:t>
            </a:r>
            <a:r>
              <a:rPr lang="fr-FR" dirty="0" smtClean="0"/>
              <a:t> 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soldiers</a:t>
            </a:r>
            <a:r>
              <a:rPr lang="fr-FR" dirty="0" smtClean="0"/>
              <a:t> of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**** KOSSI****</a:t>
            </a:r>
          </a:p>
          <a:p>
            <a:pPr>
              <a:defRPr/>
            </a:pPr>
            <a:r>
              <a:rPr lang="fr-FR" dirty="0" smtClean="0"/>
              <a:t>21-  L’ALPHA, L’OMEGA LE COMMENCEMENT, LA FIN</a:t>
            </a:r>
            <a:br>
              <a:rPr lang="fr-FR" dirty="0" smtClean="0"/>
            </a:br>
            <a:r>
              <a:rPr lang="fr-FR" dirty="0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dirty="0" smtClean="0"/>
              <a:t>24-  TU ES NOTRE DIEU TOUT-PUISSANT    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25-  CELUI QUI RÈGNE SUR LA TERRE LE CRÉATEUR DE TOUTE LA TERRE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26-  L’ALPHA, L’OMEGA LE COMMENCEMENT, LA FIN</a:t>
            </a:r>
            <a:br>
              <a:rPr lang="fr-FR" dirty="0" smtClean="0"/>
            </a:br>
            <a:r>
              <a:rPr lang="fr-FR" dirty="0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dirty="0" smtClean="0"/>
              <a:t>29-  TU ES NOTRE DIEU TOUT-PUISSANT  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30-  CELUI QUI RÈGNE SUR LA TERRE LE CRÉATEUR DE TOUTE LA TERRE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dirty="0" smtClean="0"/>
              <a:t>37-  REPRENONS, REPRENONS </a:t>
            </a:r>
            <a:br>
              <a:rPr lang="fr-FR" dirty="0" smtClean="0"/>
            </a:br>
            <a:r>
              <a:rPr lang="fr-FR" dirty="0" smtClean="0"/>
              <a:t> REPRENONS-LES			X8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Anglais 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38-  ANGELS ARE MOVING  AT SOUNDS OF THE LIGHT  </a:t>
            </a:r>
          </a:p>
          <a:p>
            <a:pPr>
              <a:defRPr/>
            </a:pPr>
            <a:r>
              <a:rPr lang="fr-FR" dirty="0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dirty="0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dirty="0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dirty="0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dirty="0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dirty="0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dirty="0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dirty="0" smtClean="0"/>
              <a:t>54-  ALPHA AND OMEGA BEGINNING AND END 
55-  THE FIRST AND THE LAST 
</a:t>
            </a:r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LES ANGES VOLENT  AUSSI VITE QUE LA LUMIÈRE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angels</a:t>
            </a:r>
            <a:r>
              <a:rPr lang="fr-FR" dirty="0" smtClean="0"/>
              <a:t> are </a:t>
            </a:r>
            <a:r>
              <a:rPr lang="fr-FR" dirty="0" err="1" smtClean="0"/>
              <a:t>moving</a:t>
            </a:r>
            <a:r>
              <a:rPr lang="fr-FR" dirty="0" smtClean="0"/>
              <a:t> 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sounds</a:t>
            </a:r>
            <a:r>
              <a:rPr lang="fr-FR" dirty="0" smtClean="0"/>
              <a:t> of the light   
2-  DES VOLS INFINIS SANS CESSE ILS MURMURENT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eternal</a:t>
            </a:r>
            <a:r>
              <a:rPr lang="fr-FR" dirty="0" smtClean="0"/>
              <a:t> in flight  </a:t>
            </a:r>
            <a:r>
              <a:rPr lang="fr-FR" dirty="0" err="1" smtClean="0"/>
              <a:t>transcendently</a:t>
            </a:r>
            <a:r>
              <a:rPr lang="fr-FR" dirty="0" smtClean="0"/>
              <a:t> </a:t>
            </a:r>
            <a:r>
              <a:rPr lang="fr-FR" dirty="0" err="1" smtClean="0"/>
              <a:t>whispering</a:t>
            </a:r>
            <a:r>
              <a:rPr lang="fr-FR" dirty="0" smtClean="0"/>
              <a:t>  
3-  LE NOM DE YESHUA  SEIGNEUR DE LA NUIT </a:t>
            </a:r>
          </a:p>
          <a:p>
            <a:pPr>
              <a:defRPr/>
            </a:pPr>
            <a:r>
              <a:rPr lang="fr-FR" dirty="0" smtClean="0"/>
              <a:t>    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yeshua</a:t>
            </a:r>
            <a:r>
              <a:rPr lang="fr-FR" dirty="0" smtClean="0"/>
              <a:t>   the lord of the night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LES ANGES COMBATTENT  PRÉPARANT LA TERRE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angels</a:t>
            </a:r>
            <a:r>
              <a:rPr lang="fr-FR" dirty="0" smtClean="0"/>
              <a:t> are </a:t>
            </a:r>
            <a:r>
              <a:rPr lang="fr-FR" dirty="0" err="1" smtClean="0"/>
              <a:t>warring</a:t>
            </a:r>
            <a:r>
              <a:rPr lang="fr-FR" dirty="0" smtClean="0"/>
              <a:t>  </a:t>
            </a:r>
            <a:r>
              <a:rPr lang="fr-FR" dirty="0" err="1" smtClean="0"/>
              <a:t>preparing</a:t>
            </a:r>
            <a:r>
              <a:rPr lang="fr-FR" dirty="0" smtClean="0"/>
              <a:t> the </a:t>
            </a:r>
            <a:r>
              <a:rPr lang="fr-FR" dirty="0" err="1" smtClean="0"/>
              <a:t>earth</a:t>
            </a:r>
            <a:r>
              <a:rPr lang="fr-FR" dirty="0" smtClean="0"/>
              <a:t>   
5-  POUR LA GLOIRE À VENIR</a:t>
            </a:r>
          </a:p>
          <a:p>
            <a:pPr>
              <a:defRPr/>
            </a:pPr>
            <a:r>
              <a:rPr lang="fr-FR" dirty="0" smtClean="0"/>
              <a:t>     for the </a:t>
            </a:r>
            <a:r>
              <a:rPr lang="fr-FR" dirty="0" err="1" smtClean="0"/>
              <a:t>brilliance</a:t>
            </a:r>
            <a:r>
              <a:rPr lang="fr-FR" dirty="0" smtClean="0"/>
              <a:t> to come  
6-  ESPRITS ET ÂMES S’UNISSENT  ET REFLÈTANT LE DOUX ET L’AMER </a:t>
            </a:r>
          </a:p>
          <a:p>
            <a:pPr>
              <a:defRPr/>
            </a:pPr>
            <a:r>
              <a:rPr lang="fr-FR" dirty="0" smtClean="0"/>
              <a:t>     spirits and souls are </a:t>
            </a:r>
            <a:r>
              <a:rPr lang="fr-FR" dirty="0" err="1" smtClean="0"/>
              <a:t>uniting</a:t>
            </a:r>
            <a:r>
              <a:rPr lang="fr-FR" dirty="0" smtClean="0"/>
              <a:t> </a:t>
            </a:r>
            <a:r>
              <a:rPr lang="fr-FR" dirty="0" err="1" smtClean="0"/>
              <a:t>reflecting</a:t>
            </a:r>
            <a:r>
              <a:rPr lang="fr-FR" dirty="0" smtClean="0"/>
              <a:t> the bitter and </a:t>
            </a:r>
            <a:r>
              <a:rPr lang="fr-FR" dirty="0" err="1" smtClean="0"/>
              <a:t>sweet</a:t>
            </a:r>
            <a:r>
              <a:rPr lang="fr-FR" dirty="0" smtClean="0"/>
              <a:t>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LE CIEL ET LA TERRE LE CIEL ET LA TERRE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 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
8-  PARLANT SA LUMIÈRE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YESHUA, TU ES SEIGNEUR DE LA NUIT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
10-  DE LUMIÈRE ET VIE JUSTICE INFINIE</a:t>
            </a:r>
          </a:p>
          <a:p>
            <a:pPr>
              <a:defRPr/>
            </a:pPr>
            <a:r>
              <a:rPr lang="fr-FR" dirty="0" smtClean="0"/>
              <a:t>       lord of the light </a:t>
            </a:r>
            <a:r>
              <a:rPr lang="fr-FR" dirty="0" err="1" smtClean="0"/>
              <a:t>eternally</a:t>
            </a:r>
            <a:r>
              <a:rPr lang="fr-FR" dirty="0" smtClean="0"/>
              <a:t> right  
11-  YESHUA, TU ES SEIGNEUR DE LA NUIT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
12-  DE LUMIÈRE ET VIE LA PUISSANCE ET FORCE </a:t>
            </a:r>
          </a:p>
          <a:p>
            <a:pPr>
              <a:defRPr/>
            </a:pPr>
            <a:r>
              <a:rPr lang="fr-FR" dirty="0" smtClean="0"/>
              <a:t>       lord of the light the power and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13-  PARLANT SA LUMIÈRE  NOUS SOMMES LES ÂMES DANS LA NUIT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light (x2) </a:t>
            </a:r>
            <a:r>
              <a:rPr lang="fr-FR" dirty="0" err="1" smtClean="0"/>
              <a:t>we</a:t>
            </a:r>
            <a:r>
              <a:rPr lang="fr-FR" dirty="0" smtClean="0"/>
              <a:t> are the souls in the night 
14-  PROCLAMANT SA FORCE  NOUS SOMMES LUMIERE ICI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might</a:t>
            </a:r>
            <a:r>
              <a:rPr lang="fr-FR" dirty="0" smtClean="0"/>
              <a:t> 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soldiers</a:t>
            </a:r>
            <a:r>
              <a:rPr lang="fr-FR" dirty="0" smtClean="0"/>
              <a:t> of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15-  YESHUA, TU ES SEIGNEUR DE LA NUIT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 
16-  DE LUMIÈRE ET VIE JUSTICE INFINIE</a:t>
            </a:r>
          </a:p>
          <a:p>
            <a:pPr>
              <a:defRPr/>
            </a:pPr>
            <a:r>
              <a:rPr lang="fr-FR" dirty="0" smtClean="0"/>
              <a:t>       lord of the light </a:t>
            </a:r>
            <a:r>
              <a:rPr lang="fr-FR" dirty="0" err="1" smtClean="0"/>
              <a:t>eternally</a:t>
            </a:r>
            <a:r>
              <a:rPr lang="fr-FR" dirty="0" smtClean="0"/>
              <a:t> right 
17-  YESHUA, TU ES SEIGNEUR DE LA NUIT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</a:t>
            </a:r>
          </a:p>
          <a:p>
            <a:pPr>
              <a:defRPr/>
            </a:pPr>
            <a:r>
              <a:rPr lang="fr-FR" dirty="0" smtClean="0"/>
              <a:t>18-  DE LUMIÈRE ET VIE LA PUISSANCE ET FORCE</a:t>
            </a:r>
          </a:p>
          <a:p>
            <a:pPr>
              <a:defRPr/>
            </a:pPr>
            <a:r>
              <a:rPr lang="fr-FR" dirty="0" smtClean="0"/>
              <a:t>       lord of the light the power and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19-  PARLANT SA LUMIÈRE  NOUS SOMMES LES ÂMES DANS LA NUIT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light (x2) </a:t>
            </a:r>
            <a:r>
              <a:rPr lang="fr-FR" dirty="0" err="1" smtClean="0"/>
              <a:t>we</a:t>
            </a:r>
            <a:r>
              <a:rPr lang="fr-FR" dirty="0" smtClean="0"/>
              <a:t> are the souls in the night  
20-  PROCLAMANT SA FORCE  NOUS SOMMES LUMIERE ICI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might</a:t>
            </a:r>
            <a:r>
              <a:rPr lang="fr-FR" dirty="0" smtClean="0"/>
              <a:t> 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soldiers</a:t>
            </a:r>
            <a:r>
              <a:rPr lang="fr-FR" dirty="0" smtClean="0"/>
              <a:t> of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**** KOSSI****</a:t>
            </a:r>
          </a:p>
          <a:p>
            <a:pPr>
              <a:defRPr/>
            </a:pPr>
            <a:r>
              <a:rPr lang="fr-FR" dirty="0" smtClean="0"/>
              <a:t>21-  L’ALPHA, L’OMEGA LE COMMENCEMENT, LA FIN</a:t>
            </a:r>
            <a:br>
              <a:rPr lang="fr-FR" dirty="0" smtClean="0"/>
            </a:br>
            <a:r>
              <a:rPr lang="fr-FR" dirty="0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dirty="0" smtClean="0"/>
              <a:t>24-  TU ES NOTRE DIEU TOUT-PUISSANT    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25-  CELUI QUI RÈGNE SUR LA TERRE LE CRÉATEUR DE TOUTE LA TERRE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26-  L’ALPHA, L’OMEGA LE COMMENCEMENT, LA FIN</a:t>
            </a:r>
            <a:br>
              <a:rPr lang="fr-FR" dirty="0" smtClean="0"/>
            </a:br>
            <a:r>
              <a:rPr lang="fr-FR" dirty="0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dirty="0" smtClean="0"/>
              <a:t>29-  TU ES NOTRE DIEU TOUT-PUISSANT  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30-  CELUI QUI RÈGNE SUR LA TERRE LE CRÉATEUR DE TOUTE LA TERRE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dirty="0" smtClean="0"/>
              <a:t>37-  REPRENONS, REPRENONS </a:t>
            </a:r>
            <a:br>
              <a:rPr lang="fr-FR" dirty="0" smtClean="0"/>
            </a:br>
            <a:r>
              <a:rPr lang="fr-FR" dirty="0" smtClean="0"/>
              <a:t> REPRENONS-LES			X8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Anglais 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38-  ANGELS ARE MOVING  AT SOUNDS OF THE LIGHT  </a:t>
            </a:r>
          </a:p>
          <a:p>
            <a:pPr>
              <a:defRPr/>
            </a:pPr>
            <a:r>
              <a:rPr lang="fr-FR" dirty="0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dirty="0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dirty="0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dirty="0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dirty="0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dirty="0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dirty="0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dirty="0" smtClean="0"/>
              <a:t>54-  ALPHA AND OMEGA BEGINNING AND END 
55-  THE FIRST AND THE LAST 
</a:t>
            </a:r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71F8E-0AF3-476E-9817-F56EA4F087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C51968-471C-4844-903F-202480CF8B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DB96A8-9C3C-4D0B-9B5A-BC3F981B08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478F1-195D-48C5-81B9-BEB231DB6D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59777-D6C5-4A00-986A-163D02ED81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92B6C-BEE0-46F2-B78E-CD6AD02BF0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EDA993-B7F0-4BFC-8EC0-6FDD1FAFB7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5C6D47-20BE-4DD6-B652-3FD8D8DBAE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5D3F87-BF4C-400C-8E01-ABA03C2E67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4F0B40-E4A2-4F09-B66F-96E7754BED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737AE-E20E-457C-8FED-B8B99686EE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6E7EF6B-E5C1-4EBB-A495-4B27C1416C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ANGES VOLENT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AUSSI VITE QUE LA LUMIÈRE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VOLS INFINIS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CESSE,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MURMURENT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NOM DE YESHUA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DE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ANGES COMBATTENT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PRÉPARANT LA TERRE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LA GLOIRE À VENIR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ESPRITS ET ÂMES S’UNISSENT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REFLÈTANT LE DOUX ET L’AMER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 ET LA TERRE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 ET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PARLANT SA LUMIÈRE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YESHUA, TU ES SEIGNEUR DE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LUMIÈRE ET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JUSTICE INFINIE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YESHUA, TU ES SEIGNEUR DE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LUMIÈRE ET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PUISSANCE ET FORCE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PARLANT SA LUMIÈRE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LES ÂMES DANS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PROCLAMANT SA FORCE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LUMIÈRE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YESHUA, TU ES SEIGNEUR DE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LUMIÈRE ET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JUSTICE INFINIE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YESHUA, TU ES SEIGNEUR DE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LUMIÈRE ET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PUISSANCE ET FORCE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PARLANT SA LUMIÈRE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LES ÂMES DANS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PROCLAMANT SA FORCE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LUMIÈRE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L’ALPHA, L’OMEGA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COMMENCEMENT, LA FIN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PREMIER, LE DERNIER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L'ÉTERNEL EST SANS FIN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RÉSURRECTION ET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LE DONNEUR DE LA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NOTRE DIEU TOUT-PUISSANT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CELUI QUI RÈGNE SUR LA TERRE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CRÉATEUR DE TOUTE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L’ALPHA, L’OMEGA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COMMENCEMENT, LA FIN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PREMIER, LE DERNIER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L'ÉTERNEL EST SANS FIN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RÉSURRECTION ET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LE DONNEUR DE LA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NOTRE DIEU TOUT-PUISSANT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CELUI QUI RÈGNE SUR LA TERRE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CRÉATEUR DE TOUTE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LUMIÈRE DU MONDE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 SEL DE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ARMÉS DE FRONDES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FAISONS TREMBLER L’ENFER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PEUPLE PUISSANT, NOUS ALLONS GAGNER CETTE GUERRE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EST VIVANT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 DIABLE NE PEUT RIEN FAIRE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FOI, ON LA RÉCUPÈRE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JOIE, ON LA RÉCUPÈRE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FORCE, ON LA RÉCUPÈRE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REPRENONS, REPRENONS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REPRENONS-LES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ANGELS ARE MOVING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AT SOUNDS OF THE LIGHT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ETERNAL IN FLIGHT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TRANSCENDENTLY WHISPERING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NAME OF YESHUA 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LORD OF THE NIGHT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ANGELS ARE WARRING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PREPARING THE EARTH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FOR THE BRILLIANCE TO COME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SPIRITS AND SOULS ARE UNITING REFLECTING THE BITTER AND SWEET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HEAVEN AND EARTH 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HEAVEN AND EARTH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DECLARING HIS LIGHT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DECLARING HIS LIGHT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ARE THE SOULS IN THE NIGHT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DECLARING HIS MIGHT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ARE SOLDIERS OF LIGHT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YESHUA YOU ARE LORD OF THE NIGHT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LORD OF THE LIGHT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ETERNALLY RIGHT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YESHUA YOU ARE LORD OF THE NIGHT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LORD OF THE LIGHT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POWER AND MIGHT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DECLARING HIS LIGHT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ARE THE SOULS IN THE NIGHT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DECLARING HIS MIGHT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ARE SOLDIERS OF LIGHT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ALPHA AND OMEGA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BEGINNING AND END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FIRST AND THE LAST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2374</Words>
  <Application>Microsoft Office PowerPoint</Application>
  <PresentationFormat>On-screen Show (4:3)</PresentationFormat>
  <Paragraphs>6687</Paragraphs>
  <Slides>55</Slides>
  <Notes>55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55</vt:i4>
      </vt:variant>
    </vt:vector>
  </HeadingPairs>
  <TitlesOfParts>
    <vt:vector size="5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  <vt:lpstr>Diapositive 52</vt:lpstr>
      <vt:lpstr>Diapositive 53</vt:lpstr>
      <vt:lpstr>Diapositive 54</vt:lpstr>
      <vt:lpstr>Diapositive 55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160</cp:revision>
  <dcterms:created xsi:type="dcterms:W3CDTF">2002-08-17T10:50:50Z</dcterms:created>
  <dcterms:modified xsi:type="dcterms:W3CDTF">2015-02-08T09:04:03Z</dcterms:modified>
</cp:coreProperties>
</file>