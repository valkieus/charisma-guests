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3" r:id="rId3"/>
    <p:sldId id="264" r:id="rId4"/>
    <p:sldId id="265" r:id="rId5"/>
    <p:sldId id="262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12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8A5485-B5C0-4AC8-B914-9BDA2FA323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A84D8C-9536-499A-BA64-33B2D88F5A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8FEDA-623C-4E45-A016-6519F4FE19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4337B-C76C-4A5E-94CA-987CE578F4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57F1D-CD4C-4310-B827-64F6926925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C9A24-3F60-4069-8334-4C9835BDA8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10F938-0025-4FD3-8287-AC9837301D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CB4E27-6927-4107-B478-CD7FABAA20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653526-12F7-4BA6-A706-4A20E5F7B4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0E8F68-BF95-44DD-BD6B-DC67B40088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F34BAF-C0B6-417E-A7BA-AE0B0A8EF1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C75ADF58-F5A6-4B95-80F1-247BD5BAF8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GB" sz="1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À QUELQU’UN QUE TU L’AIMES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À QUELQU’UN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QUE TU ES CONTENT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QU’IL SOIT VIVANT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À QUELQU’UN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QUE TU TE SOUCIES D’ELLE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À QUELQU’UN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QU’IL Y A LA VIE DANS SES YEUX </a:t>
            </a:r>
            <a:endParaRPr lang="en-GB" sz="3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GB" sz="1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1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À QUELQU’UN QUE TU L’AIMES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À QUELQU’UN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QUE TU ES CONTENT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QU’IL SOIT VIVANT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À QUELQU’UN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QUE JE PRIERAIS POUR TOI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À QUELQU’UN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MON AMOUR NE MOURRA JAMAIS </a:t>
            </a:r>
          </a:p>
          <a:p>
            <a:pPr algn="ctr">
              <a:lnSpc>
                <a:spcPct val="110000"/>
              </a:lnSpc>
            </a:pPr>
            <a:endParaRPr lang="en-GB" sz="3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GB" sz="1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OUVRE TON CŒUR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ET SOUVIENS-TOI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LA PREMIÈRE FOIS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OU IL T’A TOUCHÉ 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OUVRE TES MAINS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ET SOUVIENS-TOI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L’AMOUR QUE TU AS RESSENTI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QUAND TU AS REGARDÉ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DANS SES YEUX </a:t>
            </a:r>
            <a:endParaRPr lang="en-GB" sz="3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GB" sz="1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AU PÈRE : JE T’AIME 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À L’ESPRIT : JE SUIS HEUREUX D’ÊTRE EN VIVANT 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AU PÈRE : JE T’AIME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DIS AU FILS : 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JE SUIS HEUREUX, TU ES VIVANT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GB" sz="1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GB" sz="1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SOMEBODY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 THAT YOU LOVE THEM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SOMEBODY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THAT YOU’RE GLAD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THEY’RE ALIVE</a:t>
            </a:r>
          </a:p>
          <a:p>
            <a:pPr algn="ctr">
              <a:lnSpc>
                <a:spcPct val="110000"/>
              </a:lnSpc>
            </a:pPr>
            <a:r>
              <a:rPr lang="en-US" sz="2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SOMEBODY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THAT YOU CARE FOR THEM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SOMEBODY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THAT THERE’S LIFE IN THEIR EYES</a:t>
            </a:r>
          </a:p>
          <a:p>
            <a:pPr algn="ctr">
              <a:lnSpc>
                <a:spcPct val="110000"/>
              </a:lnSpc>
            </a:pPr>
            <a:endParaRPr lang="en-GB" sz="3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SOMEBODY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 I LOVE YOU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SOMEBODY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 I’M GLAD YOU’RE ALIVE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SOMEBODY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I’LL PRAY FOR YOU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SOMEBODY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MY LOVE WILL NEVER DIE</a:t>
            </a: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OPEN YOUR HEART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 AND REMEMBER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THE VERY FIRST TIME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 THAT HE TOUCHED YOU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OPEN YOUR HANDS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 AND REMEMBER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THE LOVE THAT YOU FELT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WHEN YOU LOOKED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INTO HIS EYES</a:t>
            </a: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THE FATHER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 I LOVE YOU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THE SPIRIT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I’M GLAD I’M ALIVE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THE FATHER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I LOVE YOU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SAY TO THE SON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I’M GLAD YOU’RE ALIVE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600">
                <a:solidFill>
                  <a:schemeClr val="bg1"/>
                </a:solidFill>
                <a:latin typeface="Arial Black" pitchFamily="34" charset="0"/>
              </a:rPr>
            </a:b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238</Words>
  <Application>Microsoft PowerPoint</Application>
  <PresentationFormat>On-screen Show (4:3)</PresentationFormat>
  <Paragraphs>88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Franklin Gothic Medium</vt:lpstr>
      <vt:lpstr>ＭＳ Ｐゴシック</vt:lpstr>
      <vt:lpstr>Arial</vt:lpstr>
      <vt:lpstr>Calibri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78</cp:revision>
  <dcterms:created xsi:type="dcterms:W3CDTF">2002-08-17T10:50:50Z</dcterms:created>
  <dcterms:modified xsi:type="dcterms:W3CDTF">2010-11-14T08:47:44Z</dcterms:modified>
</cp:coreProperties>
</file>