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3" r:id="rId3"/>
    <p:sldId id="272" r:id="rId4"/>
    <p:sldId id="27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12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ABE83D6-C6CE-4B22-A883-ADAE8696CFE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CCAEBDC-FA9A-43AF-BD7A-D893904D5FA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52C5E-FA57-4802-9B7F-5BD170DC2D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3E4FC-BA43-48DA-8D6F-C63036231C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AF5A1-9F27-431E-B57F-507A1A58EC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A4522-1EF7-48D6-A1AE-38043B9A75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934D4-4FFF-48F9-A170-16DF48F848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62A4E-A04D-40CF-ACDF-8D917A4538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EE77A-5439-4858-8C15-AA7CF7B52C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4534-468A-4A70-92CE-C1019AFDF3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2E997-DE2C-4108-AD78-BBD5A33CF9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3A0B6-3180-44B1-A76C-3E499138DB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606C9-31A8-4306-BA66-C9993954B1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D924066-F121-4D35-B9A3-1EA23CDD26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A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MAINS LEVEES EN LOUANT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A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 COEUR D'ENFANT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SAIS QUI TU 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QUE TU DESIR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MON AMOUR POUR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LOUANGE, MA LOUANGE A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802</Words>
  <Application>Microsoft Office PowerPoint</Application>
  <PresentationFormat>On-screen Show (4:3)</PresentationFormat>
  <Paragraphs>72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160</cp:revision>
  <dcterms:created xsi:type="dcterms:W3CDTF">2002-08-17T10:50:50Z</dcterms:created>
  <dcterms:modified xsi:type="dcterms:W3CDTF">2015-02-08T03:58:57Z</dcterms:modified>
</cp:coreProperties>
</file>