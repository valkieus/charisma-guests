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3714" autoAdjust="0"/>
  </p:normalViewPr>
  <p:slideViewPr>
    <p:cSldViewPr>
      <p:cViewPr>
        <p:scale>
          <a:sx n="40" d="100"/>
          <a:sy n="40" d="100"/>
        </p:scale>
        <p:origin x="-120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8CBDEF7-D05E-4090-8EAC-437F61EE6FB8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B8B688D-1018-40FA-BC25-655765EB1F0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 C'EST L'HEURE, L'HEURE  DE TOUT CHANGER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it’s</a:t>
            </a:r>
            <a:r>
              <a:rPr lang="fr-FR" dirty="0" smtClean="0"/>
              <a:t> time, time to </a:t>
            </a:r>
            <a:r>
              <a:rPr lang="fr-FR" dirty="0" err="1" smtClean="0"/>
              <a:t>make</a:t>
            </a:r>
            <a:r>
              <a:rPr lang="fr-FR" dirty="0" smtClean="0"/>
              <a:t> a change
2-  NOUS SOMMES LE PEUPLE  QUI PEUT LE FAIRE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are the people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  
3-  ET SI DANS LE PASSE IL A SU  COMMENT LE FAIRE</a:t>
            </a:r>
          </a:p>
          <a:p>
            <a:pPr>
              <a:defRPr/>
            </a:pPr>
            <a:r>
              <a:rPr lang="fr-FR" dirty="0" smtClean="0"/>
              <a:t>     if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in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old</a:t>
            </a:r>
            <a:r>
              <a:rPr lang="fr-FR" dirty="0" smtClean="0"/>
              <a:t>  
4-  ALORS IL PEUT LE REFAIRE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VOUS VIVREZ, VOUS VIVREZ,  JE LE PRÉDIS, VOUS VIVREZ   x2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i </a:t>
            </a:r>
            <a:r>
              <a:rPr lang="fr-FR" dirty="0" err="1" smtClean="0"/>
              <a:t>prophesy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OUI, J’AI LES CLÉS DE L’ENFER  ET LA MORT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death</a:t>
            </a:r>
            <a:r>
              <a:rPr lang="fr-FR" dirty="0" smtClean="0"/>
              <a:t>, </a:t>
            </a:r>
            <a:r>
              <a:rPr lang="fr-FR" dirty="0" err="1" smtClean="0"/>
              <a:t>hell</a:t>
            </a:r>
            <a:r>
              <a:rPr lang="fr-FR" dirty="0" smtClean="0"/>
              <a:t> and the grave
7-  OUI, J’AI LES CLÉS POUR VAINCRE CHAQUE MONTAGNE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conquer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r>
              <a:rPr lang="fr-FR" dirty="0" smtClean="0"/>
              <a:t>
8-  OUI, J’AI LES CLÉS POUR RENDRE LIBRES LES CAPTIFS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me the </a:t>
            </a:r>
            <a:r>
              <a:rPr lang="fr-FR" dirty="0" err="1" smtClean="0"/>
              <a:t>keys</a:t>
            </a:r>
            <a:r>
              <a:rPr lang="fr-FR" dirty="0" smtClean="0"/>
              <a:t> to set the captive free
9-  OUI, J’AI LES CLÉS  POUR PARLER AUX OSSEMENTS MORTS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PARLER AUX OSSEMENTS MORTS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J’AI LA LUMIÈRE POUR PERCER  DANS LES TÉNÈBRES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light to </a:t>
            </a:r>
            <a:r>
              <a:rPr lang="fr-FR" dirty="0" err="1" smtClean="0"/>
              <a:t>pierce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
12-  J’AI LES PAROLES POUR VOIR  DANS L’AVENIR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words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future 
13-  ET J’AI LE SON POUR  TOUCHER CETTE NATION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to </a:t>
            </a:r>
            <a:r>
              <a:rPr lang="fr-FR" dirty="0" err="1" smtClean="0"/>
              <a:t>reach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chosen</a:t>
            </a:r>
            <a:r>
              <a:rPr lang="fr-FR" dirty="0" smtClean="0"/>
              <a:t> </a:t>
            </a:r>
            <a:r>
              <a:rPr lang="fr-FR" dirty="0" err="1" smtClean="0"/>
              <a:t>generation</a:t>
            </a:r>
            <a:r>
              <a:rPr lang="fr-FR" dirty="0" smtClean="0"/>
              <a:t>
14-  OUI, J’AI LES CLÉS POUR PARLER AUX OSSEMENTS MORTS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15-  VOUS VIVREZ, VOUS VIVREZ,  JE LE PRÉDIS, VOUS VIVREZ  x2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i </a:t>
            </a:r>
            <a:r>
              <a:rPr lang="fr-FR" dirty="0" err="1" smtClean="0"/>
              <a:t>prophesy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 C'EST L'HEURE, L'HEURE  DE TOUT CHANGER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it’s</a:t>
            </a:r>
            <a:r>
              <a:rPr lang="fr-FR" dirty="0" smtClean="0"/>
              <a:t> time, time to </a:t>
            </a:r>
            <a:r>
              <a:rPr lang="fr-FR" dirty="0" err="1" smtClean="0"/>
              <a:t>make</a:t>
            </a:r>
            <a:r>
              <a:rPr lang="fr-FR" dirty="0" smtClean="0"/>
              <a:t> a change
2-  NOUS SOMMES LE PEUPLE  QUI PEUT LE FAIRE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are the people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  
3-  ET SI DANS LE PASSE IL A SU  COMMENT LE FAIRE</a:t>
            </a:r>
          </a:p>
          <a:p>
            <a:pPr>
              <a:defRPr/>
            </a:pPr>
            <a:r>
              <a:rPr lang="fr-FR" dirty="0" smtClean="0"/>
              <a:t>     if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in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old</a:t>
            </a:r>
            <a:r>
              <a:rPr lang="fr-FR" dirty="0" smtClean="0"/>
              <a:t>  
4-  ALORS IL PEUT LE REFAIRE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do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VOUS VIVREZ, VOUS VIVREZ, </a:t>
            </a:r>
            <a:r>
              <a:rPr lang="fr-FR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PROPHÉTISE, VOUS VIVREZ</a:t>
            </a:r>
          </a:p>
          <a:p>
            <a:pPr algn="ctr">
              <a:defRPr/>
            </a:pPr>
            <a:r>
              <a:rPr lang="fr-FR" dirty="0" smtClean="0"/>
              <a:t>, VOUS VIVREZ   x2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i </a:t>
            </a:r>
            <a:r>
              <a:rPr lang="fr-FR" dirty="0" err="1" smtClean="0"/>
              <a:t>prophesy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OUI, J’AI LES CLÉS DE L’ENFER  ET LA MORT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death</a:t>
            </a:r>
            <a:r>
              <a:rPr lang="fr-FR" dirty="0" smtClean="0"/>
              <a:t>, </a:t>
            </a:r>
            <a:r>
              <a:rPr lang="fr-FR" dirty="0" err="1" smtClean="0"/>
              <a:t>hell</a:t>
            </a:r>
            <a:r>
              <a:rPr lang="fr-FR" dirty="0" smtClean="0"/>
              <a:t> and the grave
7-  OUI, J’AI LES CLÉS POUR VAINCRE CHAQUE MONTAGNE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conquer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r>
              <a:rPr lang="fr-FR" dirty="0" smtClean="0"/>
              <a:t>
8-  OUI, J’AI LES CLÉS POUR RENDRE LIBRES LES CAPTIFS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me the </a:t>
            </a:r>
            <a:r>
              <a:rPr lang="fr-FR" dirty="0" err="1" smtClean="0"/>
              <a:t>keys</a:t>
            </a:r>
            <a:r>
              <a:rPr lang="fr-FR" dirty="0" smtClean="0"/>
              <a:t> to set the captive free
9-  OUI, J’AI LES CLÉS  POUR PARLER AUX OSSEMENTS MORTS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PARLER AUX OSSEMENTS MORTS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J’AI LA LUMIÈRE POUR PERCER  DANS LES TÉNÈBRES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light to </a:t>
            </a:r>
            <a:r>
              <a:rPr lang="fr-FR" dirty="0" err="1" smtClean="0"/>
              <a:t>pierce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
12-  J’AI LES PAROLES POUR VOIR  DANS L’AVENIR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words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the future 
13-  ET J’AI LE SON POUR  TOUCHER CETTE NATION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to </a:t>
            </a:r>
            <a:r>
              <a:rPr lang="fr-FR" dirty="0" err="1" smtClean="0"/>
              <a:t>reach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chosen</a:t>
            </a:r>
            <a:r>
              <a:rPr lang="fr-FR" dirty="0" smtClean="0"/>
              <a:t> </a:t>
            </a:r>
            <a:r>
              <a:rPr lang="fr-FR" dirty="0" err="1" smtClean="0"/>
              <a:t>generation</a:t>
            </a:r>
            <a:r>
              <a:rPr lang="fr-FR" dirty="0" smtClean="0"/>
              <a:t>
14-  OUI, J’AI LES CLÉS POUR PARLER AUX OSSEMENTS MORTS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got</a:t>
            </a:r>
            <a:r>
              <a:rPr lang="fr-FR" dirty="0" smtClean="0"/>
              <a:t> the </a:t>
            </a:r>
            <a:r>
              <a:rPr lang="fr-FR" dirty="0" err="1" smtClean="0"/>
              <a:t>keys</a:t>
            </a:r>
            <a:r>
              <a:rPr lang="fr-FR" dirty="0" smtClean="0"/>
              <a:t> to </a:t>
            </a:r>
            <a:r>
              <a:rPr lang="fr-FR" dirty="0" err="1" smtClean="0"/>
              <a:t>prophesy</a:t>
            </a:r>
            <a:r>
              <a:rPr lang="fr-FR" dirty="0" smtClean="0"/>
              <a:t> to </a:t>
            </a:r>
            <a:r>
              <a:rPr lang="fr-FR" dirty="0" err="1" smtClean="0"/>
              <a:t>dead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15-  VOUS VIVREZ, VOUS VIVREZ,  JE LE PRÉDIS, VOUS VIVREZ  x2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live, i </a:t>
            </a:r>
            <a:r>
              <a:rPr lang="fr-FR" dirty="0" err="1" smtClean="0"/>
              <a:t>prophesy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A0AB1-11FB-49C4-BE1D-8ED702718C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4814A-4917-4F8D-8BBF-540D0ABE5E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5803A-1E1C-4728-949E-3405D4A5F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903DA-0DD5-42A4-A096-E6682FD602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0D506-977A-4D5D-A9BA-651D02B480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42FF6-67AD-42C3-99F6-B7B735CE18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E6375-E768-4F17-97F4-4BFD6858B2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67A0D-8D29-4C71-BE79-7F679FC6D9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C308B-E9EF-4254-8B5B-CB39553864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09EBE-66BC-4F60-8FDB-17D18AFE27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020C3-1AEE-44DA-A46E-50A55611FF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333615A-D32C-4AA4-8715-BD60C1E87C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C'EST L'HEURE, L'HEURE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 CHANGER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 PEUPLE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LE FAIRE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DANS LE PASSÉ IL A SU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LE FAIRE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IL PEUT LE REFAIRE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VIVREZ, VOUS VIVREZ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PROPHÉTISE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VOUS VIVREZ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DE L’ENFER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LA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VAINCRE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MONTAGNE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RENDRE LIBRES LES CAPTIFS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LA LUMIÈRE POUR PERCER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LES PAROLES POUR VOIR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L’AVENIR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LE SON POUR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TOUCHER CETTE 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VIVREZ, VOUS VIVREZ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PROPHÉTISE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VIVREZ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VIVEZ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157</Words>
  <Application>Microsoft Office PowerPoint</Application>
  <PresentationFormat>On-screen Show (4:3)</PresentationFormat>
  <Paragraphs>796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149</cp:revision>
  <dcterms:created xsi:type="dcterms:W3CDTF">2002-08-17T10:50:50Z</dcterms:created>
  <dcterms:modified xsi:type="dcterms:W3CDTF">2015-02-08T11:02:15Z</dcterms:modified>
</cp:coreProperties>
</file>