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289" r:id="rId20"/>
    <p:sldId id="271" r:id="rId21"/>
    <p:sldId id="273" r:id="rId22"/>
    <p:sldId id="281" r:id="rId23"/>
    <p:sldId id="274" r:id="rId24"/>
    <p:sldId id="275" r:id="rId25"/>
    <p:sldId id="282" r:id="rId26"/>
    <p:sldId id="276" r:id="rId27"/>
    <p:sldId id="277" r:id="rId28"/>
    <p:sldId id="278" r:id="rId29"/>
    <p:sldId id="279" r:id="rId30"/>
    <p:sldId id="280" r:id="rId31"/>
    <p:sldId id="283" r:id="rId32"/>
    <p:sldId id="284" r:id="rId33"/>
    <p:sldId id="285" r:id="rId34"/>
    <p:sldId id="286" r:id="rId35"/>
    <p:sldId id="287" r:id="rId36"/>
    <p:sldId id="288" r:id="rId3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4" autoAdjust="0"/>
    <p:restoredTop sz="91136" autoAdjust="0"/>
  </p:normalViewPr>
  <p:slideViewPr>
    <p:cSldViewPr>
      <p:cViewPr>
        <p:scale>
          <a:sx n="50" d="100"/>
          <a:sy n="50" d="100"/>
        </p:scale>
        <p:origin x="-30" y="-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4A13D-D26E-4500-AB49-6DD1F95D95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677609-9636-47EE-8602-0AA583B5F8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03DE5A-DEA2-4BA1-8B62-097362AADA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1BBE62-5849-408F-B866-8261915338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8248E-8C69-40D8-8D16-0793E8FD27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29F28D-4D1C-4E82-A8FB-509F3F3008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06620-64B0-40A7-8F8D-0B2DA6A22B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EC36C-A89C-4C9A-86EE-72A94BDDAE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E4DF3-4C01-406D-8F97-B6CFEBD646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D1990B-ADF9-4358-A777-EC8013140B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CC51C-415B-4049-A176-F95E687A7A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D9C8358-656A-4F62-AA76-880D541223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DIEU DE GRÂCE, TU ES LUMIÈRE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RÉPANDS TA GLOIRE SUR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DIEU DE GRÂCE, TU ES LUMIÈRE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ENTENDS NOS PRIÈRES CE SOIR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ET NOUS ÉLEVONS VERS TOI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UN SACRIFICE DE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GUIDE-NOUS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PAR TA MAIN PUISSANTE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DIEU DE GRÂCE, TU ES LUMIÈRE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MONTRE-NOUS TA 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-285750" y="-100013"/>
            <a:ext cx="9786938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DIEU D’HONNEUR ET DE PUISSANCE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RÉPANDS TA GLOIRE SUR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-285750" y="-100013"/>
            <a:ext cx="9786938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ET NOUS ÉLEVONS VERS TOI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UN PARFUM DE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-285750" y="-100013"/>
            <a:ext cx="9786938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OUVRE LES ÉCLUSES DES CIEUX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-285750" y="-100013"/>
            <a:ext cx="9786938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DIEU DE GRÂCE, TU ES LUMIÈRE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MONTRE-NOUS TA 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-285750" y="-100013"/>
            <a:ext cx="9786938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DIEU DE GRÂCE, DIEU MISÉRICORDE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RÉPANDS TA GLOIRE SUR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-571500" y="-100013"/>
            <a:ext cx="10287000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NOS PRIÈRES MONTENT VERS TOI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NOS CŒURS SONT OUVERTS POUR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214313" y="-100013"/>
            <a:ext cx="9501187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OUVRE LES ÉCLUSES DES CIEUX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214313" y="-100013"/>
            <a:ext cx="9501187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DIEU DE GRÂCE, TU ES LUMIÈRE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MONTRE-NOUS TA 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-214313" y="-100013"/>
            <a:ext cx="9929813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DIEU DE GRÂCE, DIEU MISÉRICORDE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RÉPANDS TA GLOIRE SUR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-571500" y="-100013"/>
            <a:ext cx="10287000" cy="2025651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NOS CŒURS SONT OUVERTS POUR TOI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NOUS T’OFFRONS NOS VIES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928688" y="-100013"/>
            <a:ext cx="7143750" cy="2025651"/>
            <a:chOff x="-114" y="3249"/>
            <a:chExt cx="6078" cy="1071"/>
          </a:xfrm>
        </p:grpSpPr>
        <p:sp>
          <p:nvSpPr>
            <p:cNvPr id="174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741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CONDUIS NOTRE NATION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DIEU 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928688" y="-100013"/>
            <a:ext cx="7143750" cy="2025651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843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CONDUIS NOS ENFANTS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DIEU 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928688" y="-100013"/>
            <a:ext cx="7143750" cy="2025651"/>
            <a:chOff x="-114" y="3249"/>
            <a:chExt cx="6078" cy="1071"/>
          </a:xfrm>
        </p:grpSpPr>
        <p:sp>
          <p:nvSpPr>
            <p:cNvPr id="1946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946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946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CONDUIS NOTRE AVENIR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DIEU 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2048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48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LORD OF MERCY, LORD OF LIGHT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SHINE YOUR LIGHT ON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2150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151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150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LORD OF MERCY LORD OF LIGHT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HEAR OUR PRAYERS TONIGHT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857250" y="-100013"/>
            <a:ext cx="7358063" cy="2025651"/>
            <a:chOff x="-114" y="3249"/>
            <a:chExt cx="6078" cy="1071"/>
          </a:xfrm>
        </p:grpSpPr>
        <p:sp>
          <p:nvSpPr>
            <p:cNvPr id="2253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253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253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AS WE OFFER UNTO YOU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THE SACRIFICE OF PRAISE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857250" y="-100013"/>
            <a:ext cx="7286625" cy="2025651"/>
            <a:chOff x="-114" y="3249"/>
            <a:chExt cx="6078" cy="1071"/>
          </a:xfrm>
        </p:grpSpPr>
        <p:sp>
          <p:nvSpPr>
            <p:cNvPr id="2355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356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355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SHAPE OUR FUTURE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WITH YOUR SHINING LIGHT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2458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458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458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LORD OF MERCY LORD OF GRACE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SHINE YOUR FACE ON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2560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560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560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LORD OF HONOR LORD OF MIGHT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SHINE YOUR LIGHT ON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2662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663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662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AS WE OFFER UNTO YOU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OUR PRAISE FOR YOUR DELIGHT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-468313" y="-100013"/>
            <a:ext cx="10153651" cy="2025651"/>
            <a:chOff x="-114" y="3249"/>
            <a:chExt cx="6078" cy="1071"/>
          </a:xfrm>
        </p:grpSpPr>
        <p:sp>
          <p:nvSpPr>
            <p:cNvPr id="276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76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76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 OPEN UP THE HEAVENS OVER US</a:t>
            </a:r>
            <a:endParaRPr lang="fr-FR" sz="4000" smtClean="0">
              <a:solidFill>
                <a:schemeClr val="bg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286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86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bg1"/>
                </a:solidFill>
                <a:ea typeface="MS PGothic" pitchFamily="34" charset="-128"/>
              </a:rPr>
              <a:t> </a:t>
            </a: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LORD OF MERCY LORD OF LIGHT</a:t>
            </a:r>
            <a:br>
              <a:rPr lang="en-US" sz="4000" smtClean="0">
                <a:solidFill>
                  <a:schemeClr val="bg1"/>
                </a:solidFill>
                <a:ea typeface="MS PGothic" pitchFamily="34" charset="-128"/>
              </a:rPr>
            </a:b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SHINE YOUR FACE ON US</a:t>
            </a:r>
            <a:endParaRPr lang="fr-FR" sz="4000" smtClean="0">
              <a:solidFill>
                <a:schemeClr val="bg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297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97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699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97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LORD OF MERCY LORD OF GRACE</a:t>
            </a:r>
            <a:br>
              <a:rPr lang="en-US" sz="4000" smtClean="0">
                <a:solidFill>
                  <a:schemeClr val="bg1"/>
                </a:solidFill>
                <a:ea typeface="MS PGothic" pitchFamily="34" charset="-128"/>
              </a:rPr>
            </a:b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SHINE YOUR LIGHT ON US</a:t>
            </a:r>
            <a:endParaRPr lang="fr-FR" sz="4000" smtClean="0">
              <a:solidFill>
                <a:schemeClr val="bg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>
            <a:grpSpLocks/>
          </p:cNvGrpSpPr>
          <p:nvPr/>
        </p:nvGrpSpPr>
        <p:grpSpPr bwMode="auto">
          <a:xfrm>
            <a:off x="214313" y="-100013"/>
            <a:ext cx="8643937" cy="2025651"/>
            <a:chOff x="-114" y="3249"/>
            <a:chExt cx="6078" cy="1071"/>
          </a:xfrm>
        </p:grpSpPr>
        <p:sp>
          <p:nvSpPr>
            <p:cNvPr id="307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7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23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AS WE OFFER UP OUR PRAYERS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AND WE OPEN UP OUR HEARTS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317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17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7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1747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17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OPEN UP THE HEAVENS OVER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327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27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27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LORD OF MERCY LORD OF LIGHT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SHINE YOUR FACE ON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337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7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7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38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8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3795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37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LORD OF MERCY LORD OF GRACE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SHINE YOUR LIGHT ON US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>
            <a:off x="428625" y="-100013"/>
            <a:ext cx="8215313" cy="2025651"/>
            <a:chOff x="-114" y="3249"/>
            <a:chExt cx="6078" cy="1071"/>
          </a:xfrm>
        </p:grpSpPr>
        <p:sp>
          <p:nvSpPr>
            <p:cNvPr id="348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48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8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4819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48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AS WE OPEN UP OUR HEARTS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AS WE OPEN UP OUR LIVES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/>
          <p:cNvGrpSpPr>
            <a:grpSpLocks/>
          </p:cNvGrpSpPr>
          <p:nvPr/>
        </p:nvGrpSpPr>
        <p:grpSpPr bwMode="auto">
          <a:xfrm>
            <a:off x="428625" y="-100013"/>
            <a:ext cx="8215313" cy="2025651"/>
            <a:chOff x="-114" y="3249"/>
            <a:chExt cx="6078" cy="1071"/>
          </a:xfrm>
        </p:grpSpPr>
        <p:sp>
          <p:nvSpPr>
            <p:cNvPr id="358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8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8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58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8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5843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58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SHAPE OUR NATION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WITH YOUR SHINING LIGHT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2"/>
          <p:cNvGrpSpPr>
            <a:grpSpLocks/>
          </p:cNvGrpSpPr>
          <p:nvPr/>
        </p:nvGrpSpPr>
        <p:grpSpPr bwMode="auto">
          <a:xfrm>
            <a:off x="571500" y="-100013"/>
            <a:ext cx="7929563" cy="2025651"/>
            <a:chOff x="-114" y="3249"/>
            <a:chExt cx="6078" cy="1071"/>
          </a:xfrm>
        </p:grpSpPr>
        <p:sp>
          <p:nvSpPr>
            <p:cNvPr id="368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8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8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68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8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6867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68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SHAPE OUR CHILDREN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WITH YOUR SHINING LIGHT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571500" y="-100013"/>
            <a:ext cx="7929563" cy="2025651"/>
            <a:chOff x="-114" y="3249"/>
            <a:chExt cx="6078" cy="1071"/>
          </a:xfrm>
        </p:grpSpPr>
        <p:sp>
          <p:nvSpPr>
            <p:cNvPr id="378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8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8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78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8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7891" name="Rectangle 8"/>
          <p:cNvSpPr>
            <a:spLocks noChangeArrowheads="1"/>
          </p:cNvSpPr>
          <p:nvPr/>
        </p:nvSpPr>
        <p:spPr bwMode="auto">
          <a:xfrm>
            <a:off x="0" y="369888"/>
            <a:ext cx="9180513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78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SHAPE OUR FUTURE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WITH YOUR SHINING LIGHT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190</Words>
  <Application>Microsoft Office PowerPoint</Application>
  <PresentationFormat>On-screen Show (4:3)</PresentationFormat>
  <Paragraphs>36</Paragraphs>
  <Slides>36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1" baseType="lpstr">
      <vt:lpstr>Franklin Gothic Medium</vt:lpstr>
      <vt:lpstr>Arial</vt:lpstr>
      <vt:lpstr>Calibri</vt:lpstr>
      <vt:lpstr>MS PGothic</vt:lpstr>
      <vt:lpstr>Default Design</vt:lpstr>
      <vt:lpstr>DIEU DE GRÂCE, TU ES LUMIÈRE RÉPANDS TA GLOIRE SUR NOUS</vt:lpstr>
      <vt:lpstr>DIEU DE GRÂCE, TU ES LUMIÈRE ENTENDS NOS PRIÈRES CE SOIR</vt:lpstr>
      <vt:lpstr>ET NOUS ÉLEVONS VERS TOI UN SACRIFICE DE LOUANGE</vt:lpstr>
      <vt:lpstr>GUIDE-NOUS  PAR TA MAIN PUISSANTE</vt:lpstr>
      <vt:lpstr>DIEU DE GRÂCE, TU ES LUMIÈRE MONTRE-NOUS TA FACE</vt:lpstr>
      <vt:lpstr>DIEU D’HONNEUR ET DE PUISSANCE RÉPANDS TA GLOIRE SUR NOUS</vt:lpstr>
      <vt:lpstr>ET NOUS ÉLEVONS VERS TOI UN PARFUM DE LOUANGE</vt:lpstr>
      <vt:lpstr>OUVRE LES ÉCLUSES DES CIEUX</vt:lpstr>
      <vt:lpstr>DIEU DE GRÂCE, TU ES LUMIÈRE MONTRE-NOUS TA FACE</vt:lpstr>
      <vt:lpstr>DIEU DE GRÂCE, DIEU MISÉRICORDE RÉPANDS TA GLOIRE SUR NOUS</vt:lpstr>
      <vt:lpstr>NOS PRIÈRES MONTENT VERS TOI NOS CŒURS SONT OUVERTS POUR TOI</vt:lpstr>
      <vt:lpstr>OUVRE LES ÉCLUSES DES CIEUX</vt:lpstr>
      <vt:lpstr>DIEU DE GRÂCE, TU ES LUMIÈRE MONTRE-NOUS TA FACE</vt:lpstr>
      <vt:lpstr>DIEU DE GRÂCE, DIEU MISÉRICORDE RÉPANDS TA GLOIRE SUR NOUS</vt:lpstr>
      <vt:lpstr>NOS CŒURS SONT OUVERTS POUR TOI NOUS T’OFFRONS NOS VIES SEIGNEUR</vt:lpstr>
      <vt:lpstr>CONDUIS NOTRE NATION DIEU PUISSANT</vt:lpstr>
      <vt:lpstr>CONDUIS NOS ENFANTS  DIEU PUISSANT</vt:lpstr>
      <vt:lpstr>CONDUIS NOTRE AVENIR DIEU PUISSANT</vt:lpstr>
      <vt:lpstr>LORD OF MERCY, LORD OF LIGHT SHINE YOUR LIGHT ON US</vt:lpstr>
      <vt:lpstr>LORD OF MERCY LORD OF LIGHT HEAR OUR PRAYERS TONIGHT</vt:lpstr>
      <vt:lpstr>AS WE OFFER UNTO YOU THE SACRIFICE OF PRAISE</vt:lpstr>
      <vt:lpstr>SHAPE OUR FUTURE  WITH YOUR SHINING LIGHT</vt:lpstr>
      <vt:lpstr>LORD OF MERCY LORD OF GRACE SHINE YOUR FACE ON US</vt:lpstr>
      <vt:lpstr>LORD OF HONOR LORD OF MIGHT SHINE YOUR LIGHT ON US</vt:lpstr>
      <vt:lpstr>AS WE OFFER UNTO YOU OUR PRAISE FOR YOUR DELIGHT</vt:lpstr>
      <vt:lpstr> OPEN UP THE HEAVENS OVER US</vt:lpstr>
      <vt:lpstr> LORD OF MERCY LORD OF LIGHT SHINE YOUR FACE ON US</vt:lpstr>
      <vt:lpstr>LORD OF MERCY LORD OF GRACE SHINE YOUR LIGHT ON US</vt:lpstr>
      <vt:lpstr>AS WE OFFER UP OUR PRAYERS AND WE OPEN UP OUR HEARTS</vt:lpstr>
      <vt:lpstr>OPEN UP THE HEAVENS OVER US</vt:lpstr>
      <vt:lpstr>LORD OF MERCY LORD OF LIGHT SHINE YOUR FACE ON US</vt:lpstr>
      <vt:lpstr>LORD OF MERCY LORD OF GRACE SHINE YOUR LIGHT ON US</vt:lpstr>
      <vt:lpstr>AS WE OPEN UP OUR HEARTS AS WE OPEN UP OUR LIVES</vt:lpstr>
      <vt:lpstr>SHAPE OUR NATION WITH YOUR SHINING LIGHT</vt:lpstr>
      <vt:lpstr>SHAPE OUR CHILDREN WITH YOUR SHINING LIGHT</vt:lpstr>
      <vt:lpstr>SHAPE OUR FUTURE WITH YOUR SHINING LIGHT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77</cp:revision>
  <dcterms:created xsi:type="dcterms:W3CDTF">2002-08-17T10:50:50Z</dcterms:created>
  <dcterms:modified xsi:type="dcterms:W3CDTF">2010-11-14T10:18:48Z</dcterms:modified>
</cp:coreProperties>
</file>