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70" r:id="rId2"/>
    <p:sldId id="311" r:id="rId3"/>
    <p:sldId id="341" r:id="rId4"/>
    <p:sldId id="329" r:id="rId5"/>
    <p:sldId id="285" r:id="rId6"/>
    <p:sldId id="284" r:id="rId7"/>
    <p:sldId id="312" r:id="rId8"/>
    <p:sldId id="313" r:id="rId9"/>
    <p:sldId id="330" r:id="rId10"/>
    <p:sldId id="342" r:id="rId11"/>
    <p:sldId id="331" r:id="rId12"/>
    <p:sldId id="286" r:id="rId13"/>
    <p:sldId id="283" r:id="rId14"/>
    <p:sldId id="343" r:id="rId15"/>
    <p:sldId id="332" r:id="rId16"/>
    <p:sldId id="287" r:id="rId17"/>
    <p:sldId id="333" r:id="rId18"/>
    <p:sldId id="282" r:id="rId19"/>
    <p:sldId id="288" r:id="rId20"/>
    <p:sldId id="310" r:id="rId21"/>
    <p:sldId id="309" r:id="rId22"/>
    <p:sldId id="308" r:id="rId23"/>
    <p:sldId id="344" r:id="rId24"/>
    <p:sldId id="307" r:id="rId25"/>
    <p:sldId id="345" r:id="rId26"/>
    <p:sldId id="334" r:id="rId27"/>
    <p:sldId id="314" r:id="rId28"/>
    <p:sldId id="324" r:id="rId29"/>
    <p:sldId id="346" r:id="rId30"/>
    <p:sldId id="306" r:id="rId31"/>
    <p:sldId id="315" r:id="rId32"/>
    <p:sldId id="335" r:id="rId33"/>
    <p:sldId id="316" r:id="rId34"/>
    <p:sldId id="336" r:id="rId35"/>
    <p:sldId id="305" r:id="rId36"/>
    <p:sldId id="347" r:id="rId37"/>
    <p:sldId id="304" r:id="rId38"/>
    <p:sldId id="348" r:id="rId39"/>
    <p:sldId id="339" r:id="rId40"/>
    <p:sldId id="349" r:id="rId41"/>
    <p:sldId id="317" r:id="rId42"/>
    <p:sldId id="350" r:id="rId43"/>
    <p:sldId id="340" r:id="rId44"/>
    <p:sldId id="318" r:id="rId4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136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63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5244F2C-0919-4E2D-BD1B-AFDC6CA53CE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D86E0A4-088B-4986-8183-A9F887EBC7B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TU ME DONNES UN CHANT À CHANTER  ET TON SOUFFLE POUR TE LOUER </a:t>
            </a:r>
          </a:p>
          <a:p>
            <a:pPr>
              <a:defRPr/>
            </a:pPr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pPr>
              <a:defRPr/>
            </a:pPr>
            <a:r>
              <a:rPr lang="en-US" smtClean="0"/>
              <a:t>      i feel your presence as i sing
3-  ET TON COEUR BATTRE PRÈS DE MOI</a:t>
            </a:r>
          </a:p>
          <a:p>
            <a:pPr>
              <a:defRPr/>
            </a:pPr>
            <a:r>
              <a:rPr lang="en-US" smtClean="0"/>
              <a:t>      I feel your heartbeat next to me</a:t>
            </a:r>
          </a:p>
          <a:p>
            <a:pPr>
              <a:defRPr/>
            </a:pPr>
            <a:r>
              <a:rPr lang="en-US" smtClean="0"/>
              <a:t> 
4-  POUR ME PRENDRE, UN MOT A SUFFI COMME SI LE CIEL M’AVAIT SOURI </a:t>
            </a:r>
          </a:p>
          <a:p>
            <a:pPr>
              <a:defRPr/>
            </a:pPr>
            <a:r>
              <a:rPr lang="en-US" smtClean="0"/>
              <a:t>      you captured me with just one word it seemed like heaven smiled at me</a:t>
            </a:r>
          </a:p>
          <a:p>
            <a:pPr>
              <a:defRPr/>
            </a:pPr>
            <a:r>
              <a:rPr lang="en-US" smtClean="0"/>
              <a:t> 
5-  JE RESSENS TA VIE DANS MON CŒUR JE SENS TON SOUFFLE À L’INTERIEUR  </a:t>
            </a:r>
          </a:p>
          <a:p>
            <a:pPr>
              <a:defRPr/>
            </a:pPr>
            <a:r>
              <a:rPr lang="en-US" smtClean="0"/>
              <a:t>      i feel your life inside my heart i feel your breath inside my soul</a:t>
            </a:r>
          </a:p>
          <a:p>
            <a:pPr>
              <a:defRPr/>
            </a:pPr>
            <a:r>
              <a:rPr lang="en-US" smtClean="0"/>
              <a:t>6-  SI PRÈS DE MOI QUE JE PEUX VOIR MES LARMES DANS TES YEUX</a:t>
            </a:r>
          </a:p>
          <a:p>
            <a:pPr>
              <a:defRPr/>
            </a:pPr>
            <a:r>
              <a:rPr lang="en-US" smtClean="0"/>
              <a:t>      so close to me that i can see my tears inside your eyes  
7-  FACE À FACE, JE RESPIRE TON PARFUM  </a:t>
            </a:r>
          </a:p>
          <a:p>
            <a:pPr>
              <a:defRPr/>
            </a:pPr>
            <a:r>
              <a:rPr lang="en-US" smtClean="0"/>
              <a:t>      face to face, i breathe your fragrance in  (repeat)</a:t>
            </a:r>
          </a:p>
          <a:p>
            <a:pPr>
              <a:defRPr/>
            </a:pPr>
            <a:r>
              <a:rPr lang="en-US" smtClean="0"/>
              <a:t>8-  SI PRÈS DE MOI QUE JE RESSENS TON COEUR DANS MON CŒUR</a:t>
            </a:r>
          </a:p>
          <a:p>
            <a:pPr>
              <a:defRPr/>
            </a:pPr>
            <a:r>
              <a:rPr lang="en-US" smtClean="0"/>
              <a:t>      so close to me that i can feel your heart inside my heart
9-  FACE À FACE DEUX COEURS QUI DEVIENNENT UN </a:t>
            </a:r>
          </a:p>
          <a:p>
            <a:pPr>
              <a:defRPr/>
            </a:pPr>
            <a:r>
              <a:rPr lang="en-US" smtClean="0"/>
              <a:t>     face to face, two hearts becoming one</a:t>
            </a:r>
          </a:p>
          <a:p>
            <a:pPr>
              <a:defRPr/>
            </a:pPr>
            <a:r>
              <a:rPr lang="en-US" smtClean="0"/>
              <a:t>10-  FACE À FACE, TOI ET MOI </a:t>
            </a:r>
          </a:p>
          <a:p>
            <a:pPr>
              <a:defRPr/>
            </a:pPr>
            <a:r>
              <a:rPr lang="en-US" smtClean="0"/>
              <a:t>       face to face, you and i</a:t>
            </a:r>
          </a:p>
          <a:p>
            <a:pPr>
              <a:defRPr/>
            </a:pPr>
            <a:r>
              <a:rPr lang="en-US" smtClean="0"/>
              <a:t>11-  NOUS POURRONS ENFIN NOUS VOIR TELS QUE NOUS SOMMES</a:t>
            </a:r>
          </a:p>
          <a:p>
            <a:pPr>
              <a:defRPr/>
            </a:pPr>
            <a:r>
              <a:rPr lang="en-US" smtClean="0"/>
              <a:t>       we shall see one another as we really are  
12-  FACE À FACE, TOI ET MOI  NOUS POURRONS NOUS CONNAITRE</a:t>
            </a:r>
          </a:p>
          <a:p>
            <a:pPr>
              <a:defRPr/>
            </a:pPr>
            <a:r>
              <a:rPr lang="en-US" smtClean="0"/>
              <a:t>       face to face, you and i we shall know one another
13-  TELS QUE NOUS SOMMES </a:t>
            </a:r>
          </a:p>
          <a:p>
            <a:pPr>
              <a:defRPr/>
            </a:pPr>
            <a:r>
              <a:rPr lang="en-US" smtClean="0"/>
              <a:t>        as we really are (repeat)</a:t>
            </a:r>
          </a:p>
          <a:p>
            <a:pPr>
              <a:defRPr/>
            </a:pPr>
            <a:r>
              <a:rPr lang="en-US" smtClean="0"/>
              <a:t>14-  SI PRÈS DE MOI QUE JE PEUX VOIR </a:t>
            </a:r>
          </a:p>
          <a:p>
            <a:pPr>
              <a:defRPr/>
            </a:pPr>
            <a:r>
              <a:rPr lang="en-US" smtClean="0"/>
              <a:t>       so close to me that i can see
15-  MES LARMES DANS TES YEUX FACE À FACE, JE RESPIRE TON PARFUM</a:t>
            </a:r>
          </a:p>
          <a:p>
            <a:pPr>
              <a:defRPr/>
            </a:pPr>
            <a:r>
              <a:rPr lang="en-US" smtClean="0"/>
              <a:t>        my tears inside your eyes face to face, i breathe your fragrance in (repeat)</a:t>
            </a:r>
          </a:p>
          <a:p>
            <a:pPr>
              <a:defRPr/>
            </a:pPr>
            <a:r>
              <a:rPr lang="en-US" smtClean="0"/>
              <a:t>  
16-  SI PRÈS DE MOI QUE JE RESSENS TON COEUR DANS MON CŒUR</a:t>
            </a:r>
          </a:p>
          <a:p>
            <a:pPr>
              <a:defRPr/>
            </a:pPr>
            <a:r>
              <a:rPr lang="en-US" smtClean="0"/>
              <a:t>        so close to me that i can feel your heart inside my heart</a:t>
            </a:r>
          </a:p>
          <a:p>
            <a:pPr>
              <a:defRPr/>
            </a:pPr>
            <a:r>
              <a:rPr lang="en-US" smtClean="0"/>
              <a:t>17-  FACE À FACE  DEUX COEURS QUI DEVIENNENT UN</a:t>
            </a:r>
          </a:p>
          <a:p>
            <a:pPr>
              <a:defRPr/>
            </a:pPr>
            <a:r>
              <a:rPr lang="en-US" smtClean="0"/>
              <a:t>        face to face, two hearts becoming one</a:t>
            </a:r>
          </a:p>
          <a:p>
            <a:pPr>
              <a:defRPr/>
            </a:pPr>
            <a:r>
              <a:rPr lang="en-US" smtClean="0"/>
              <a:t>  
18-  JE M’APPROCHE DE TOI  POUR VOIR TA PRESENCE </a:t>
            </a:r>
          </a:p>
          <a:p>
            <a:pPr>
              <a:defRPr/>
            </a:pPr>
            <a:r>
              <a:rPr lang="en-US" smtClean="0"/>
              <a:t>        i’m drawing close to you to feel your presence
19-  JE M’APPROCHE  POUR TOUCHER TA FACE</a:t>
            </a:r>
          </a:p>
          <a:p>
            <a:pPr>
              <a:defRPr/>
            </a:pPr>
            <a:r>
              <a:rPr lang="en-US" smtClean="0"/>
              <a:t>        i’m drawing close to you to touch your face
20-  JE M’APPROCHE POUR ÊTRE  PRÈS DE TOI </a:t>
            </a:r>
          </a:p>
          <a:p>
            <a:pPr>
              <a:defRPr/>
            </a:pPr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pPr>
              <a:defRPr/>
            </a:pPr>
            <a:r>
              <a:rPr lang="en-US" smtClean="0"/>
              <a:t>          that i may live by your words that i may live by your breath</a:t>
            </a:r>
          </a:p>
          <a:p>
            <a:pPr>
              <a:defRPr/>
            </a:pPr>
            <a:r>
              <a:rPr lang="en-US" smtClean="0"/>
              <a:t>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ANGLAIS:</a:t>
            </a:r>
          </a:p>
          <a:p>
            <a:pPr>
              <a:defRPr/>
            </a:pPr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TU ME DONNES UN CHANT À CHANTER  ET TON SOUFFLE POUR TE LOUER </a:t>
            </a:r>
          </a:p>
          <a:p>
            <a:r>
              <a:rPr lang="en-US" smtClean="0"/>
              <a:t>      you wrote a song for me to sing you gave your breath for me to praise
2-  JE SENS TA PRÉSENCE  QUAND JE CHANTE </a:t>
            </a:r>
          </a:p>
          <a:p>
            <a:r>
              <a:rPr lang="en-US" smtClean="0"/>
              <a:t>      i feel your presence as i sing
3-  ET TON COEUR BATTRE PRÈS DE MOI</a:t>
            </a:r>
          </a:p>
          <a:p>
            <a:r>
              <a:rPr lang="en-US" smtClean="0"/>
              <a:t>      I feel your heartbeat next to me</a:t>
            </a:r>
          </a:p>
          <a:p>
            <a:r>
              <a:rPr lang="en-US" smtClean="0"/>
              <a:t> 
4-  POUR ME PRENDRE, UN MOT A SUFFI COMME SI LE CIEL M’AVAIT SOURI </a:t>
            </a:r>
          </a:p>
          <a:p>
            <a:r>
              <a:rPr lang="en-US" smtClean="0"/>
              <a:t>      you captured me with just one word it seemed like heaven smiled at me</a:t>
            </a:r>
          </a:p>
          <a:p>
            <a:r>
              <a:rPr lang="en-US" smtClean="0"/>
              <a:t> 
5-  JE RESSENS TA VIE DANS MON CŒUR JE SENS TON SOUFFLE À L’INTERIEUR  </a:t>
            </a:r>
          </a:p>
          <a:p>
            <a:r>
              <a:rPr lang="en-US" smtClean="0"/>
              <a:t>      i feel your life inside my heart i feel your breath inside my soul</a:t>
            </a:r>
          </a:p>
          <a:p>
            <a:r>
              <a:rPr lang="en-US" smtClean="0"/>
              <a:t>6-  SI PRÈS DE MOI QUE JE PEUX VOIR MES LARMES DANS TES YEUX</a:t>
            </a:r>
          </a:p>
          <a:p>
            <a:r>
              <a:rPr lang="en-US" smtClean="0"/>
              <a:t>      so close to me that i can see my tears inside your eyes  
7-  FACE À FACE, JE RESPIRE TON PARFUM  </a:t>
            </a:r>
          </a:p>
          <a:p>
            <a:r>
              <a:rPr lang="en-US" smtClean="0"/>
              <a:t>      face to face, i breathe your fragrance in  (repeat)</a:t>
            </a:r>
          </a:p>
          <a:p>
            <a:r>
              <a:rPr lang="en-US" smtClean="0"/>
              <a:t>8-  SI PRÈS DE MOI QUE JE RESSENS TON COEUR DANS MON CŒUR</a:t>
            </a:r>
          </a:p>
          <a:p>
            <a:r>
              <a:rPr lang="en-US" smtClean="0"/>
              <a:t>      so close to me that i can feel your heart inside my heart
9-  FACE À FACE DEUX COEURS QUI DEVIENNENT UN </a:t>
            </a:r>
          </a:p>
          <a:p>
            <a:r>
              <a:rPr lang="en-US" smtClean="0"/>
              <a:t>     face to face, two hearts becoming one</a:t>
            </a:r>
          </a:p>
          <a:p>
            <a:r>
              <a:rPr lang="en-US" smtClean="0"/>
              <a:t>10-  FACE À FACE, TOI ET MOI </a:t>
            </a:r>
          </a:p>
          <a:p>
            <a:r>
              <a:rPr lang="en-US" smtClean="0"/>
              <a:t>       face to face, you and i</a:t>
            </a:r>
          </a:p>
          <a:p>
            <a:r>
              <a:rPr lang="en-US" smtClean="0"/>
              <a:t>11-  NOUS POURRONS ENFIN NOUS VOIR TELS QUE NOUS SOMMES</a:t>
            </a:r>
          </a:p>
          <a:p>
            <a:r>
              <a:rPr lang="en-US" smtClean="0"/>
              <a:t>       we shall see one another as we really are  
12-  FACE À FACE, TOI ET MOI  NOUS POURRONS NOUS CONNAITRE</a:t>
            </a:r>
          </a:p>
          <a:p>
            <a:r>
              <a:rPr lang="en-US" smtClean="0"/>
              <a:t>       face to face, you and i we shall know one another
13-  TELS QUE NOUS SOMMES </a:t>
            </a:r>
          </a:p>
          <a:p>
            <a:r>
              <a:rPr lang="en-US" smtClean="0"/>
              <a:t>        as we really are (repeat)</a:t>
            </a:r>
          </a:p>
          <a:p>
            <a:r>
              <a:rPr lang="en-US" smtClean="0"/>
              <a:t>14-  SI PRÈS DE MOI QUE JE PEUX VOIR </a:t>
            </a:r>
          </a:p>
          <a:p>
            <a:r>
              <a:rPr lang="en-US" smtClean="0"/>
              <a:t>       so close to me that i can see
15-  MES LARMES DANS TES YEUX FACE À FACE, JE RESPIRE TON PARFUM</a:t>
            </a:r>
          </a:p>
          <a:p>
            <a:r>
              <a:rPr lang="en-US" smtClean="0"/>
              <a:t>        my tears inside your eyes face to face, i breathe your fragrance in (repeat)</a:t>
            </a:r>
          </a:p>
          <a:p>
            <a:r>
              <a:rPr lang="en-US" smtClean="0"/>
              <a:t>  
16-  SI PRÈS DE MOI QUE JE RESSENS TON COEUR DANS MON CŒUR</a:t>
            </a:r>
          </a:p>
          <a:p>
            <a:r>
              <a:rPr lang="en-US" smtClean="0"/>
              <a:t>        so close to me that i can feel your heart inside my heart</a:t>
            </a:r>
          </a:p>
          <a:p>
            <a:r>
              <a:rPr lang="en-US" smtClean="0"/>
              <a:t>17-  FACE À FACE  DEUX COEURS QUI DEVIENNENT UN</a:t>
            </a:r>
          </a:p>
          <a:p>
            <a:r>
              <a:rPr lang="en-US" smtClean="0"/>
              <a:t>        face to face, two hearts becoming one</a:t>
            </a:r>
          </a:p>
          <a:p>
            <a:r>
              <a:rPr lang="en-US" smtClean="0"/>
              <a:t>  
18-  JE M’APPROCHE DE TOI  POUR VOIR TA PRESENCE </a:t>
            </a:r>
          </a:p>
          <a:p>
            <a:r>
              <a:rPr lang="en-US" smtClean="0"/>
              <a:t>        i’m drawing close to you to feel your presence
19-  JE M’APPROCHE  POUR TOUCHER TA FACE</a:t>
            </a:r>
          </a:p>
          <a:p>
            <a:r>
              <a:rPr lang="en-US" smtClean="0"/>
              <a:t>        i’m drawing close to you to touch your face
20-  JE M’APPROCHE POUR ÊTRE  PRÈS DE TOI </a:t>
            </a:r>
          </a:p>
          <a:p>
            <a:r>
              <a:rPr lang="en-US" smtClean="0"/>
              <a:t>         i’m drawing close to you for your embrace
21-  ET QUE JE VIVE DE TES PAROLES ET QUE JE VIVE PAR TON SOUFFLE</a:t>
            </a:r>
          </a:p>
          <a:p>
            <a:r>
              <a:rPr lang="en-US" smtClean="0"/>
              <a:t>          that i may live by your words that i may live by your breath</a:t>
            </a:r>
          </a:p>
          <a:p>
            <a:r>
              <a:rPr lang="en-US" smtClean="0"/>
              <a:t>  </a:t>
            </a:r>
          </a:p>
          <a:p>
            <a:endParaRPr lang="en-US" smtClean="0"/>
          </a:p>
          <a:p>
            <a:r>
              <a:rPr lang="en-US" smtClean="0"/>
              <a:t>ANGLAIS:</a:t>
            </a:r>
          </a:p>
          <a:p>
            <a:r>
              <a:rPr lang="en-US" smtClean="0"/>
              <a:t>22-  YOU WROTE A SONG FOR ME TO SING  
23-  YOU GAVE YOUR BREATH FOR ME TO PRAISE 
24-  I FEEL YOUR HEARTBEAT NEXT TO ME  
25-  YOU CAPTURED ME WITH JUST ONE WORD 
26-  IT SEEMED LIKE HEAVEN SMILED AT ME I FEEL YOUR LIFE INSIDE MY HEART  
27-  I FEEL YOUR BREATH INSIDE MY SOUL SO CLOSE TO ME THAT I CAN SEE  
28-  MY TEARS INSIDE YOUR EYES  
29-  FACE TO FACE, I BREATHE YOUR FRAGRANCE IN 
30-  SO CLOSE TO ME THAT I CAN FEEL YOUR HEART INSIDE MY HEART  
31-  FACE TO FACE, TWO HEARTS BECOMING ONE FACE TO FACE, YOU AND I  
32-  WE SHALL SEE ONE ANOTHER AS WE REALLY ARE FACE TO FACE, YOU AND I  
33-  WE SHALL KNOW ONE ANOTHER AS WE REALLY ARE  
34-  SO CLOSE TO ME THAT I CAN SEE MY TEARS INSIDE YOUR EYES  
35-  FACE TO FACE, I BREATHE YOUR FRAGRANCE IN 
36-  SO CLOSE TO ME THAT I CAN FEEL  
37-  YOUR HEART INSIDE MY HEART  
38-  FACE TO FACE, TWO HEARTS BECOMING ONE 
39-  I’M DRAWING CLOSE TO YOU TO FEEL YOUR PRESENCE  
40-  I’M DRAWING CLOSE TO YOU TO TOUCH YOUR FACE 
41-  I’M DRAWING CLOSE TO YOU FOR YOUR EMBRACE  
42-  THAT I MAY LIVE BY YOUR WORDS 
43-  THAT I MAY LIVE BY YOUR BREATH THAT I MAY LIVE BY YOUR  
44-  I WILL LIVE BY YOUR WORDS</a:t>
            </a:r>
            <a:br>
              <a:rPr lang="en-US" smtClean="0"/>
            </a:br>
            <a:r>
              <a:rPr lang="en-US" smtClean="0"/>
              <a:t>I WILL LIVE BY YOUR BREATH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8D8D4-F8B6-4953-97A6-A4E43714C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8DAB64-A094-4203-B5A8-A326F5DF8D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48F70-ED4C-46CD-9733-175959C807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0ACC-CCE8-4A0B-B692-69E264E9CB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B57BA-DDA8-469E-9059-FA763AD9C5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CCE1D-A3BF-4A8D-A70A-90BC440FA3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6F2E6-B9BA-4599-9438-BFD30517D2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70442-2B68-430D-8A1F-28904208BB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4A831-E08F-4C83-9935-ADF9780356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24125-3271-4488-B2D5-E4FA88B735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AC381-51AA-487F-98BB-0DD64D83A7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CA83A8C-E68B-430C-A0A1-26D21CA98F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DONNES UN CHANT À CHANTER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SOUFFLE POUR TE LOUER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SENS TA PRÉSENCE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CHANTE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COEUR BATTRE PRÈS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PRENDRE, UN MOT A SUFFI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SI LE CIEL M’AVAIT SOURI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RESSENS TA VIE DANS MON CŒUR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SENS TON SOUFFLE À L’INTERIEUR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PRÈS DE MOI QUE JE PEUX VOIR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LARMES DANS TES YEUX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FACE, JE RESPIRE TON PARFUM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PRÈS DE MOI QUE JE RESSENS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COEUR DANS MON CŒUR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DEUX COEURS QUI DEVIENNENT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FACE, TOI ET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POURRONS ENFIN NOUS VOIR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TELS QUE NOUS SOMMES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FACE, TOI ET MOI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POURRONS NOUS CONNAITRE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TELS QUE NOUS SOMMES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PRÈS DE MOI QUE JE PEUX 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LARMES DANS TES YEUX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FACE, JE RESPIRE TON PARFUM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PRÈS DE MOI QUE JE RESSENS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COEUR DANS MON COEUR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À FACE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DEUX COEURS QUI DEVIENNENT UN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M’APPROCHE DE TOI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VOIR TA PRESENCE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M’APPROCHE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TOUCHER TA FACE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M’APPROCHE POUR ÊTRE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PRÈS DE TOI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JE VIVE DE TES PAROLES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JE VIVE PAR TON SOUFFLE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WROTE A SONG FOR ME TO SING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GAVE YOUR BREATH FOR ME TO PRAISE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FEEL YOUR HEARTBEAT NEXT TO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CAPTURED ME WITH JUST ONE WORD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 SEEMED LIKE HEAVEN SMILED AT ME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FEEL YOUR LIFE INSIDE MY HEART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FEEL YOUR BREATH INSIDE MY SOUL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 CLOSE TO ME THAT I CAN SEE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MY TEARS INSIDE YOUR EYES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TO FACE, I BREATHE YOUR FRAGRANCE 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 CLOSE TO ME THAT I CAN FEEL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HEART INSIDE MY HEART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TO FACE, TWO HEARTS BECOMING ONE FACE TO FACE, YOU AND 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SHALL SEE ONE ANOTHER AS WE REALLY ARE FACE TO FACE, YOU AND I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SHALL KNOW ONE ANOTHER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WE REALLY ARE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 CLOSE TO ME THAT I CAN SEE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MY TEARS INSIDE YOUR EYES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TO FACE, I BREATHE YOUR FRAGRANCE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 CLOSE TO ME THAT I CAN FEEL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HEART INSIDE MY HEART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TO FACE, TWO HEARTS BECOMING 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DRAWING CLOSE TO YOU TO FEEL YOUR PRESENCE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DRAWING CLOSE TO YOU TO TOUCH YOUR 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I’M DRAWING CLOSE TO YOU FOR YOUR EMBRACE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MAY LIVE BY YOUR WORDS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MAY LIVE BY YOUR BREATH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MAY LIVE BY YOUR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WILL LIVE BY YOUR WORDS</a:t>
            </a:r>
            <a:b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WILL LIVE BY YOUR BREATH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</TotalTime>
  <Words>3151</Words>
  <Application>Microsoft Office PowerPoint</Application>
  <PresentationFormat>On-screen Show (4:3)</PresentationFormat>
  <Paragraphs>3234</Paragraphs>
  <Slides>44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147</cp:revision>
  <dcterms:created xsi:type="dcterms:W3CDTF">2002-08-17T10:50:50Z</dcterms:created>
  <dcterms:modified xsi:type="dcterms:W3CDTF">2015-02-08T07:45:16Z</dcterms:modified>
</cp:coreProperties>
</file>