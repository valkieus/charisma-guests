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70" r:id="rId2"/>
    <p:sldId id="311" r:id="rId3"/>
    <p:sldId id="285" r:id="rId4"/>
    <p:sldId id="284" r:id="rId5"/>
    <p:sldId id="312" r:id="rId6"/>
    <p:sldId id="313" r:id="rId7"/>
    <p:sldId id="286" r:id="rId8"/>
    <p:sldId id="283" r:id="rId9"/>
    <p:sldId id="287" r:id="rId10"/>
    <p:sldId id="282" r:id="rId11"/>
    <p:sldId id="288" r:id="rId12"/>
    <p:sldId id="310" r:id="rId13"/>
    <p:sldId id="309" r:id="rId14"/>
    <p:sldId id="308" r:id="rId15"/>
    <p:sldId id="307" r:id="rId16"/>
    <p:sldId id="314" r:id="rId17"/>
    <p:sldId id="324" r:id="rId18"/>
    <p:sldId id="306" r:id="rId19"/>
    <p:sldId id="315" r:id="rId20"/>
    <p:sldId id="316" r:id="rId21"/>
    <p:sldId id="305" r:id="rId22"/>
    <p:sldId id="304" r:id="rId23"/>
    <p:sldId id="317" r:id="rId24"/>
    <p:sldId id="318" r:id="rId25"/>
    <p:sldId id="325" r:id="rId26"/>
    <p:sldId id="303" r:id="rId27"/>
    <p:sldId id="319" r:id="rId28"/>
    <p:sldId id="328" r:id="rId29"/>
    <p:sldId id="302" r:id="rId30"/>
    <p:sldId id="326" r:id="rId31"/>
    <p:sldId id="301" r:id="rId32"/>
    <p:sldId id="300" r:id="rId33"/>
    <p:sldId id="320" r:id="rId34"/>
    <p:sldId id="327" r:id="rId35"/>
    <p:sldId id="299" r:id="rId36"/>
    <p:sldId id="298" r:id="rId37"/>
    <p:sldId id="297" r:id="rId38"/>
    <p:sldId id="321" r:id="rId39"/>
    <p:sldId id="322" r:id="rId40"/>
    <p:sldId id="296" r:id="rId41"/>
    <p:sldId id="295" r:id="rId42"/>
    <p:sldId id="323" r:id="rId43"/>
    <p:sldId id="294" r:id="rId4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3511" autoAdjust="0"/>
  </p:normalViewPr>
  <p:slideViewPr>
    <p:cSldViewPr>
      <p:cViewPr>
        <p:scale>
          <a:sx n="40" d="100"/>
          <a:sy n="40" d="100"/>
        </p:scale>
        <p:origin x="-69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020ABBA-C1EF-4281-8945-2B61CD31F50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D5D5CAA-08FA-4D91-89BA-7D7ADD05546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OUVRE LES CIEUX SUR MOI UNE PORTE OUVERTE SE TIENT DEVANT MOI</a:t>
            </a:r>
          </a:p>
          <a:p>
            <a:pPr>
              <a:defRPr/>
            </a:pPr>
            <a:r>
              <a:rPr lang="fr-FR" dirty="0" smtClean="0"/>
              <a:t>     open up the </a:t>
            </a:r>
            <a:r>
              <a:rPr lang="fr-FR" dirty="0" err="1" smtClean="0"/>
              <a:t>heavens</a:t>
            </a:r>
            <a:r>
              <a:rPr lang="fr-FR" dirty="0" smtClean="0"/>
              <a:t> </a:t>
            </a:r>
            <a:r>
              <a:rPr lang="fr-FR" dirty="0" err="1" smtClean="0"/>
              <a:t>there’s</a:t>
            </a:r>
            <a:r>
              <a:rPr lang="fr-FR" dirty="0" smtClean="0"/>
              <a:t> an open </a:t>
            </a:r>
            <a:r>
              <a:rPr lang="fr-FR" dirty="0" err="1" smtClean="0"/>
              <a:t>door</a:t>
            </a:r>
            <a:r>
              <a:rPr lang="fr-FR" dirty="0" smtClean="0"/>
              <a:t> standing right </a:t>
            </a:r>
            <a:r>
              <a:rPr lang="fr-FR" dirty="0" err="1" smtClean="0"/>
              <a:t>before</a:t>
            </a:r>
            <a:r>
              <a:rPr lang="fr-FR" dirty="0" smtClean="0"/>
              <a:t> me
2-  JE VOIS LA LUMIÈRE ET ELLE M’EMMÈNE PLUS HAUT</a:t>
            </a:r>
          </a:p>
          <a:p>
            <a:pPr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the light and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r>
              <a:rPr lang="fr-FR" dirty="0" smtClean="0"/>
              <a:t>
3-  ELLE M’EMMÈNE PLUS HAUT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   </a:t>
            </a:r>
          </a:p>
          <a:p>
            <a:pPr>
              <a:defRPr/>
            </a:pPr>
            <a:r>
              <a:rPr lang="fr-FR" dirty="0" smtClean="0"/>
              <a:t>	4-  OUVRE LES CIEUX SUR MOI MONTRE-MOI</a:t>
            </a:r>
          </a:p>
          <a:p>
            <a:pPr>
              <a:defRPr/>
            </a:pPr>
            <a:r>
              <a:rPr lang="fr-FR" dirty="0" smtClean="0"/>
              <a:t>                        open up the </a:t>
            </a:r>
            <a:r>
              <a:rPr lang="fr-FR" dirty="0" err="1" smtClean="0"/>
              <a:t>heavens</a:t>
            </a:r>
            <a:r>
              <a:rPr lang="fr-FR" dirty="0" smtClean="0"/>
              <a:t> let me </a:t>
            </a:r>
            <a:r>
              <a:rPr lang="fr-FR" dirty="0" err="1" smtClean="0"/>
              <a:t>see</a:t>
            </a:r>
            <a:r>
              <a:rPr lang="fr-FR" dirty="0" smtClean="0"/>
              <a:t>   
	5-  LA VOIE QUE TU AS TRACÉE POUR MOI OUI J’ENTENDS CE SON</a:t>
            </a:r>
          </a:p>
          <a:p>
            <a:pPr>
              <a:defRPr/>
            </a:pPr>
            <a:r>
              <a:rPr lang="fr-FR" dirty="0" smtClean="0"/>
              <a:t>                       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set </a:t>
            </a:r>
            <a:r>
              <a:rPr lang="fr-FR" dirty="0" err="1" smtClean="0"/>
              <a:t>before</a:t>
            </a:r>
            <a:r>
              <a:rPr lang="fr-FR" dirty="0" smtClean="0"/>
              <a:t> me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
	6-  ET IL M’EMMÈNE PLUS HAUT </a:t>
            </a:r>
          </a:p>
          <a:p>
            <a:pPr>
              <a:defRPr/>
            </a:pPr>
            <a:r>
              <a:rPr lang="fr-FR" dirty="0" smtClean="0"/>
              <a:t>                         and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r>
              <a:rPr lang="fr-FR" dirty="0" smtClean="0"/>
              <a:t>
	7-  IL M’EMMÈNE PLUS HAUT IL M’EMMÈNE PLUS HAUT </a:t>
            </a:r>
          </a:p>
          <a:p>
            <a:pPr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its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r>
              <a:rPr lang="fr-FR" dirty="0" smtClean="0"/>
              <a:t>
	8-  IL M’EMMÈNE PLUS HAUT </a:t>
            </a:r>
          </a:p>
          <a:p>
            <a:pPr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its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   </a:t>
            </a:r>
          </a:p>
          <a:p>
            <a:pPr>
              <a:defRPr/>
            </a:pPr>
            <a:r>
              <a:rPr lang="fr-FR" dirty="0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given</a:t>
            </a:r>
            <a:r>
              <a:rPr lang="fr-FR" dirty="0" smtClean="0"/>
              <a:t> me love </a:t>
            </a:r>
            <a:r>
              <a:rPr lang="fr-FR" dirty="0" err="1" smtClean="0"/>
              <a:t>unfailing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given</a:t>
            </a:r>
            <a:r>
              <a:rPr lang="fr-FR" dirty="0" smtClean="0"/>
              <a:t> me </a:t>
            </a:r>
            <a:r>
              <a:rPr lang="fr-FR" dirty="0" err="1" smtClean="0"/>
              <a:t>everything</a:t>
            </a:r>
            <a:r>
              <a:rPr lang="fr-FR" dirty="0" smtClean="0"/>
              <a:t> i </a:t>
            </a:r>
            <a:r>
              <a:rPr lang="fr-FR" dirty="0" err="1" smtClean="0"/>
              <a:t>need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given</a:t>
            </a:r>
            <a:r>
              <a:rPr lang="fr-FR" dirty="0" smtClean="0"/>
              <a:t> me </a:t>
            </a:r>
            <a:r>
              <a:rPr lang="fr-FR" dirty="0" err="1" smtClean="0"/>
              <a:t>favor</a:t>
            </a:r>
            <a:r>
              <a:rPr lang="fr-FR" dirty="0" smtClean="0"/>
              <a:t> </a:t>
            </a:r>
            <a:r>
              <a:rPr lang="fr-FR" dirty="0" err="1" smtClean="0"/>
              <a:t>given</a:t>
            </a:r>
            <a:r>
              <a:rPr lang="fr-FR" dirty="0" smtClean="0"/>
              <a:t> me </a:t>
            </a:r>
            <a:r>
              <a:rPr lang="fr-FR" dirty="0" err="1" smtClean="0"/>
              <a:t>eyes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, </a:t>
            </a:r>
            <a:r>
              <a:rPr lang="fr-FR" dirty="0" err="1" smtClean="0"/>
              <a:t>ears</a:t>
            </a:r>
            <a:r>
              <a:rPr lang="fr-FR" dirty="0" smtClean="0"/>
              <a:t> to </a:t>
            </a:r>
            <a:r>
              <a:rPr lang="fr-FR" dirty="0" err="1" smtClean="0"/>
              <a:t>hear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11-  TES PROMESSES POUR MOI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your</a:t>
            </a:r>
            <a:r>
              <a:rPr lang="fr-FR" dirty="0" smtClean="0"/>
              <a:t> promises for me   
</a:t>
            </a:r>
          </a:p>
          <a:p>
            <a:pPr>
              <a:defRPr/>
            </a:pPr>
            <a:r>
              <a:rPr lang="fr-FR" dirty="0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dirty="0" smtClean="0"/>
              <a:t>                        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ways</a:t>
            </a:r>
            <a:r>
              <a:rPr lang="fr-FR" dirty="0" smtClean="0"/>
              <a:t> are </a:t>
            </a:r>
            <a:r>
              <a:rPr lang="fr-FR" dirty="0" err="1" smtClean="0"/>
              <a:t>higher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mine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thoughts</a:t>
            </a:r>
            <a:r>
              <a:rPr lang="fr-FR" dirty="0" smtClean="0"/>
              <a:t> are </a:t>
            </a:r>
            <a:r>
              <a:rPr lang="fr-FR" dirty="0" err="1" smtClean="0"/>
              <a:t>higher</a:t>
            </a:r>
            <a:r>
              <a:rPr lang="fr-FR" dirty="0" smtClean="0"/>
              <a:t> </a:t>
            </a:r>
            <a:r>
              <a:rPr lang="fr-FR" dirty="0" err="1" smtClean="0"/>
              <a:t>than</a:t>
            </a:r>
            <a:r>
              <a:rPr lang="fr-FR" dirty="0" smtClean="0"/>
              <a:t> mine
	13-  JE ME CONFIE EN TA PAROLE JE FAIS UN PAS DE FOI </a:t>
            </a:r>
          </a:p>
          <a:p>
            <a:pPr>
              <a:defRPr/>
            </a:pPr>
            <a:r>
              <a:rPr lang="fr-FR" dirty="0" smtClean="0"/>
              <a:t>                         i put </a:t>
            </a:r>
            <a:r>
              <a:rPr lang="fr-FR" dirty="0" err="1" smtClean="0"/>
              <a:t>my</a:t>
            </a:r>
            <a:r>
              <a:rPr lang="fr-FR" dirty="0" smtClean="0"/>
              <a:t> trust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words</a:t>
            </a:r>
            <a:r>
              <a:rPr lang="fr-FR" dirty="0" smtClean="0"/>
              <a:t> and </a:t>
            </a:r>
            <a:r>
              <a:rPr lang="fr-FR" dirty="0" err="1" smtClean="0"/>
              <a:t>so</a:t>
            </a:r>
            <a:r>
              <a:rPr lang="fr-FR" dirty="0" smtClean="0"/>
              <a:t> i </a:t>
            </a:r>
            <a:r>
              <a:rPr lang="fr-FR" dirty="0" err="1" smtClean="0"/>
              <a:t>take</a:t>
            </a:r>
            <a:r>
              <a:rPr lang="fr-FR" dirty="0" smtClean="0"/>
              <a:t> a </a:t>
            </a:r>
            <a:r>
              <a:rPr lang="fr-FR" dirty="0" err="1" smtClean="0"/>
              <a:t>step</a:t>
            </a:r>
            <a:r>
              <a:rPr lang="fr-FR" dirty="0" smtClean="0"/>
              <a:t>
	14-  PAR CETTE PORTE D’ENTRÉE  JUSQU’À MA DESTINÉE  
                          </a:t>
            </a:r>
            <a:r>
              <a:rPr lang="fr-FR" dirty="0" err="1" smtClean="0"/>
              <a:t>through</a:t>
            </a:r>
            <a:r>
              <a:rPr lang="fr-FR" dirty="0" smtClean="0"/>
              <a:t> the open </a:t>
            </a:r>
            <a:r>
              <a:rPr lang="fr-FR" dirty="0" err="1" smtClean="0"/>
              <a:t>door</a:t>
            </a:r>
            <a:r>
              <a:rPr lang="fr-FR" dirty="0" smtClean="0"/>
              <a:t> </a:t>
            </a:r>
            <a:r>
              <a:rPr lang="fr-FR" dirty="0" err="1" smtClean="0"/>
              <a:t>into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destiny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dirty="0" smtClean="0"/>
              <a:t>       open up the </a:t>
            </a:r>
            <a:r>
              <a:rPr lang="fr-FR" dirty="0" err="1" smtClean="0"/>
              <a:t>heavens</a:t>
            </a:r>
            <a:r>
              <a:rPr lang="fr-FR" dirty="0" smtClean="0"/>
              <a:t> </a:t>
            </a:r>
            <a:r>
              <a:rPr lang="fr-FR" dirty="0" err="1" smtClean="0"/>
              <a:t>there’s</a:t>
            </a:r>
            <a:r>
              <a:rPr lang="fr-FR" dirty="0" smtClean="0"/>
              <a:t> an open </a:t>
            </a:r>
            <a:r>
              <a:rPr lang="fr-FR" dirty="0" err="1" smtClean="0"/>
              <a:t>door</a:t>
            </a:r>
            <a:r>
              <a:rPr lang="fr-FR" dirty="0" smtClean="0"/>
              <a:t> standing right </a:t>
            </a:r>
            <a:r>
              <a:rPr lang="fr-FR" dirty="0" err="1" smtClean="0"/>
              <a:t>before</a:t>
            </a:r>
            <a:r>
              <a:rPr lang="fr-FR" dirty="0" smtClean="0"/>
              <a:t> me
16-  JE VOIS LA LUMIÈRE ET ELLE M’EMMÈNE PLUS HAUT</a:t>
            </a:r>
          </a:p>
          <a:p>
            <a:pPr>
              <a:defRPr/>
            </a:pPr>
            <a:r>
              <a:rPr lang="fr-FR" dirty="0" smtClean="0"/>
              <a:t>       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see</a:t>
            </a:r>
            <a:r>
              <a:rPr lang="fr-FR" dirty="0" smtClean="0"/>
              <a:t> the light and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r>
              <a:rPr lang="fr-FR" dirty="0" smtClean="0"/>
              <a:t>
17-  ELLE M’EMMÈNE PLUS HAUT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me </a:t>
            </a:r>
            <a:r>
              <a:rPr lang="fr-FR" dirty="0" err="1" smtClean="0"/>
              <a:t>higher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	18-  OUVRE LES CIEUX SUR MOI MONTRE-MOI</a:t>
            </a:r>
          </a:p>
          <a:p>
            <a:pPr>
              <a:defRPr/>
            </a:pPr>
            <a:r>
              <a:rPr lang="fr-FR" dirty="0" smtClean="0"/>
              <a:t>                          open up the </a:t>
            </a:r>
            <a:r>
              <a:rPr lang="fr-FR" dirty="0" err="1" smtClean="0"/>
              <a:t>heavens</a:t>
            </a:r>
            <a:r>
              <a:rPr lang="fr-FR" dirty="0" smtClean="0"/>
              <a:t> let me </a:t>
            </a:r>
            <a:r>
              <a:rPr lang="fr-FR" dirty="0" err="1" smtClean="0"/>
              <a:t>see</a:t>
            </a:r>
            <a:r>
              <a:rPr lang="fr-FR" dirty="0" smtClean="0"/>
              <a:t>  
	19-  LA VOIE QUE TU AS TRACÉE POUR MOI OUI J’ENTENDS CE SON</a:t>
            </a:r>
          </a:p>
          <a:p>
            <a:pPr>
              <a:defRPr/>
            </a:pPr>
            <a:r>
              <a:rPr lang="fr-FR" dirty="0" smtClean="0"/>
              <a:t>                           the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set </a:t>
            </a:r>
            <a:r>
              <a:rPr lang="fr-FR" dirty="0" err="1" smtClean="0"/>
              <a:t>before</a:t>
            </a:r>
            <a:r>
              <a:rPr lang="fr-FR" dirty="0" smtClean="0"/>
              <a:t> me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and
	20-  QUI NOUS EMMÈNE PLUS HAUT </a:t>
            </a:r>
          </a:p>
          <a:p>
            <a:pPr>
              <a:defRPr/>
            </a:pPr>
            <a:r>
              <a:rPr lang="fr-FR" dirty="0" smtClean="0"/>
              <a:t>                      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us </a:t>
            </a:r>
            <a:r>
              <a:rPr lang="fr-FR" dirty="0" err="1" smtClean="0"/>
              <a:t>higher</a:t>
            </a:r>
            <a:r>
              <a:rPr lang="fr-FR" dirty="0" smtClean="0"/>
              <a:t>
	21-  IL NOUS EMMÈNE PLUS HAUT IL NOUS EMMÈNE PLUS HAUT </a:t>
            </a:r>
          </a:p>
          <a:p>
            <a:pPr>
              <a:defRPr/>
            </a:pPr>
            <a:r>
              <a:rPr lang="fr-FR" dirty="0" smtClean="0"/>
              <a:t>                            </a:t>
            </a:r>
            <a:r>
              <a:rPr lang="fr-FR" dirty="0" err="1" smtClean="0"/>
              <a:t>it’s</a:t>
            </a:r>
            <a:r>
              <a:rPr lang="fr-FR" dirty="0" smtClean="0"/>
              <a:t> </a:t>
            </a:r>
            <a:r>
              <a:rPr lang="fr-FR" dirty="0" err="1" smtClean="0"/>
              <a:t>taking</a:t>
            </a:r>
            <a:r>
              <a:rPr lang="fr-FR" dirty="0" smtClean="0"/>
              <a:t> us </a:t>
            </a:r>
            <a:r>
              <a:rPr lang="fr-FR" dirty="0" err="1" smtClean="0"/>
              <a:t>higher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dirty="0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dirty="0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dirty="0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dirty="0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dirty="0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pPr>
              <a:defRPr/>
            </a:pPr>
            <a:r>
              <a:rPr lang="fr-FR" smtClean="0"/>
              <a:t>      i can see the light and it’s taking me higher
3-  ELLE M’EMMÈNE PLUS HAUT</a:t>
            </a:r>
          </a:p>
          <a:p>
            <a:pPr>
              <a:defRPr/>
            </a:pPr>
            <a:r>
              <a:rPr lang="fr-FR" smtClean="0"/>
              <a:t>      it’s taking me higher</a:t>
            </a:r>
          </a:p>
          <a:p>
            <a:pPr>
              <a:defRPr/>
            </a:pPr>
            <a:r>
              <a:rPr lang="fr-FR" smtClean="0"/>
              <a:t>    </a:t>
            </a:r>
          </a:p>
          <a:p>
            <a:pPr>
              <a:defRPr/>
            </a:pPr>
            <a:r>
              <a:rPr lang="fr-FR" smtClean="0"/>
              <a:t>	4-  OUVRE LES CIEUX SUR MOI MONTRE-MOI</a:t>
            </a:r>
          </a:p>
          <a:p>
            <a:pPr>
              <a:defRPr/>
            </a:pPr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the way that you set before me i can hear the sound 
	6-  ET IL M’EMMÈNE PLUS HAUT </a:t>
            </a:r>
          </a:p>
          <a:p>
            <a:pPr>
              <a:defRPr/>
            </a:pPr>
            <a:r>
              <a:rPr lang="fr-FR" smtClean="0"/>
              <a:t>                         and it’s taking me higher
	7-  IL M’EMMÈNE PLUS HAUT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
	8-  IL M’EMMÈNE PLUS HAUT </a:t>
            </a:r>
          </a:p>
          <a:p>
            <a:pPr>
              <a:defRPr/>
            </a:pPr>
            <a:r>
              <a:rPr lang="fr-FR" smtClean="0"/>
              <a:t>                         its taking me higher</a:t>
            </a:r>
          </a:p>
          <a:p>
            <a:pPr>
              <a:defRPr/>
            </a:pPr>
            <a:r>
              <a:rPr lang="fr-FR" smtClean="0"/>
              <a:t>   </a:t>
            </a:r>
          </a:p>
          <a:p>
            <a:pPr>
              <a:defRPr/>
            </a:pPr>
            <a:r>
              <a:rPr lang="fr-FR" smtClean="0"/>
              <a:t>9-  TU ME DONNES L’AMOUR INFINI ET TOUT CE DONT J’AI BESOIN ICI </a:t>
            </a:r>
          </a:p>
          <a:p>
            <a:pPr>
              <a:defRPr/>
            </a:pPr>
            <a:r>
              <a:rPr lang="fr-FR" smtClean="0"/>
              <a:t>     you've given me love unfailing you've given me everything i need</a:t>
            </a:r>
          </a:p>
          <a:p>
            <a:pPr>
              <a:defRPr/>
            </a:pPr>
            <a:r>
              <a:rPr lang="fr-FR" smtClean="0"/>
              <a:t> 10-  TU ME DONNES TA FAVEUR ET AUSSI JE PEUX VOIR ET J’ENTENDS </a:t>
            </a:r>
          </a:p>
          <a:p>
            <a:pPr>
              <a:defRPr/>
            </a:pPr>
            <a:r>
              <a:rPr lang="fr-FR" smtClean="0"/>
              <a:t>      you've given me favor given me eyes to see, ears to hear</a:t>
            </a:r>
          </a:p>
          <a:p>
            <a:pPr>
              <a:defRPr/>
            </a:pPr>
            <a:r>
              <a:rPr lang="fr-FR" smtClean="0"/>
              <a:t> 11-  TES PROMESSES POUR MOI </a:t>
            </a:r>
          </a:p>
          <a:p>
            <a:pPr>
              <a:defRPr/>
            </a:pPr>
            <a:r>
              <a:rPr lang="fr-FR" smtClean="0"/>
              <a:t>      your promises for me   
</a:t>
            </a:r>
          </a:p>
          <a:p>
            <a:pPr>
              <a:defRPr/>
            </a:pPr>
            <a:r>
              <a:rPr lang="fr-FR" smtClean="0"/>
              <a:t>	12-  TES VOIES DÉPASSENT MES VOIES TES PENSÉES PLUS GRANDES QUE MOI </a:t>
            </a:r>
          </a:p>
          <a:p>
            <a:pPr>
              <a:defRPr/>
            </a:pPr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pPr>
              <a:defRPr/>
            </a:pPr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15-  OUVRE LES CIEUX SUR MOI UNE PORTE OUVERTE SE TIENT DEVANT MOI</a:t>
            </a:r>
          </a:p>
          <a:p>
            <a:pPr>
              <a:defRPr/>
            </a:pPr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pPr>
              <a:defRPr/>
            </a:pPr>
            <a:r>
              <a:rPr lang="fr-FR" smtClean="0"/>
              <a:t>        i can see the light and it’s taking me higher
17-  ELLE M’EMMÈNE PLUS HAUT</a:t>
            </a:r>
          </a:p>
          <a:p>
            <a:pPr>
              <a:defRPr/>
            </a:pPr>
            <a:r>
              <a:rPr lang="fr-FR" smtClean="0"/>
              <a:t>        it’s taking me higher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r>
              <a:rPr lang="fr-FR" smtClean="0"/>
              <a:t>	18-  OUVRE LES CIEUX SUR MOI MONTRE-MOI</a:t>
            </a:r>
          </a:p>
          <a:p>
            <a:pPr>
              <a:defRPr/>
            </a:pPr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pPr>
              <a:defRPr/>
            </a:pPr>
            <a:r>
              <a:rPr lang="fr-FR" smtClean="0"/>
              <a:t>                           the way that you set before me i can hear the sound and
	20-  QUI NOUS EMMÈNE PLUS HAUT </a:t>
            </a:r>
          </a:p>
          <a:p>
            <a:pPr>
              <a:defRPr/>
            </a:pPr>
            <a:r>
              <a:rPr lang="fr-FR" smtClean="0"/>
              <a:t>                           it’s taking us higher
	21-  IL NOUS EMMÈNE PLUS HAUT IL NOUS EMMÈNE PLUS HAUT </a:t>
            </a:r>
          </a:p>
          <a:p>
            <a:pPr>
              <a:defRPr/>
            </a:pPr>
            <a:r>
              <a:rPr lang="fr-FR" smtClean="0"/>
              <a:t>                            it’s taking us higher</a:t>
            </a:r>
          </a:p>
          <a:p>
            <a:pPr>
              <a:defRPr/>
            </a:pPr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pPr>
              <a:defRPr/>
            </a:pPr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pPr>
              <a:defRPr/>
            </a:pPr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pPr>
              <a:defRPr/>
            </a:pPr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pPr>
              <a:defRPr/>
            </a:pPr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pPr>
              <a:defRPr/>
            </a:pPr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OUVRE LES CIEUX SUR MOI UNE PORTE OUVERTE SE TIENT DEVANT MOI</a:t>
            </a:r>
          </a:p>
          <a:p>
            <a:r>
              <a:rPr lang="fr-FR" smtClean="0"/>
              <a:t>     open up the heavens there’s an open door standing right before me
2-  JE VOIS LA LUMIÈRE ET ELLE M’EMMÈNE PLUS HAUT</a:t>
            </a:r>
          </a:p>
          <a:p>
            <a:r>
              <a:rPr lang="fr-FR" smtClean="0"/>
              <a:t>      i can see the light and it’s taking me higher
3-  ELLE M’EMMÈNE PLUS HAUT</a:t>
            </a:r>
          </a:p>
          <a:p>
            <a:r>
              <a:rPr lang="fr-FR" smtClean="0"/>
              <a:t>      it’s taking me higher</a:t>
            </a:r>
          </a:p>
          <a:p>
            <a:r>
              <a:rPr lang="fr-FR" smtClean="0"/>
              <a:t>    </a:t>
            </a:r>
          </a:p>
          <a:p>
            <a:r>
              <a:rPr lang="fr-FR" smtClean="0"/>
              <a:t>	4-  OUVRE LES CIEUX SUR MOI MONTRE-MOI</a:t>
            </a:r>
          </a:p>
          <a:p>
            <a:r>
              <a:rPr lang="fr-FR" smtClean="0"/>
              <a:t>                        open up the heavens let me see   
	5-  LA VOIE QUE TU AS TRACÉE POUR MOI OUI J’ENTENDS CE SON</a:t>
            </a:r>
          </a:p>
          <a:p>
            <a:r>
              <a:rPr lang="fr-FR" smtClean="0"/>
              <a:t>                        the way that you set before me i can hear the sound 
	6-  ET IL M’EMMÈNE PLUS HAUT </a:t>
            </a:r>
          </a:p>
          <a:p>
            <a:r>
              <a:rPr lang="fr-FR" smtClean="0"/>
              <a:t>                         and it’s taking me higher
	7-  IL M’EMMÈNE PLUS HAUT IL M’EMMÈNE PLUS HAUT </a:t>
            </a:r>
          </a:p>
          <a:p>
            <a:r>
              <a:rPr lang="fr-FR" smtClean="0"/>
              <a:t>                         its taking me higher
	8-  IL M’EMMÈNE PLUS HAUT </a:t>
            </a:r>
          </a:p>
          <a:p>
            <a:r>
              <a:rPr lang="fr-FR" smtClean="0"/>
              <a:t>                         its taking me higher</a:t>
            </a:r>
          </a:p>
          <a:p>
            <a:r>
              <a:rPr lang="fr-FR" smtClean="0"/>
              <a:t>   </a:t>
            </a:r>
          </a:p>
          <a:p>
            <a:r>
              <a:rPr lang="fr-FR" smtClean="0"/>
              <a:t>9-  TU ME DONNES L’AMOUR INFINI ET TOUT CE DONT J’AI BESOIN ICI </a:t>
            </a:r>
          </a:p>
          <a:p>
            <a:r>
              <a:rPr lang="fr-FR" smtClean="0"/>
              <a:t>     you've given me love unfailing you've given me everything i need</a:t>
            </a:r>
          </a:p>
          <a:p>
            <a:r>
              <a:rPr lang="fr-FR" smtClean="0"/>
              <a:t> 10-  TU ME DONNES TA FAVEUR ET AUSSI JE PEUX VOIR ET J’ENTENDS </a:t>
            </a:r>
          </a:p>
          <a:p>
            <a:r>
              <a:rPr lang="fr-FR" smtClean="0"/>
              <a:t>      you've given me favor given me eyes to see, ears to hear</a:t>
            </a:r>
          </a:p>
          <a:p>
            <a:r>
              <a:rPr lang="fr-FR" smtClean="0"/>
              <a:t> 11-  TES PROMESSES POUR MOI </a:t>
            </a:r>
          </a:p>
          <a:p>
            <a:r>
              <a:rPr lang="fr-FR" smtClean="0"/>
              <a:t>      your promises for me   
</a:t>
            </a:r>
          </a:p>
          <a:p>
            <a:r>
              <a:rPr lang="fr-FR" smtClean="0"/>
              <a:t>	12-  TES VOIES DÉPASSENT MES VOIES TES PENSÉES PLUS GRANDES QUE MOI </a:t>
            </a:r>
          </a:p>
          <a:p>
            <a:r>
              <a:rPr lang="fr-FR" smtClean="0"/>
              <a:t>                         your ways are higher than mine your thoughts are higher than mine
	13-  JE ME CONFIE EN TA PAROLE JE FAIS UN PAS DE FOI </a:t>
            </a:r>
          </a:p>
          <a:p>
            <a:r>
              <a:rPr lang="fr-FR" smtClean="0"/>
              <a:t>                         i put my trust in your words and so i take a step
	14-  PAR CETTE PORTE D’ENTRÉE  JUSQU’À MA DESTINÉE  
                          through the open door into my destiny</a:t>
            </a:r>
          </a:p>
          <a:p>
            <a:endParaRPr lang="fr-FR" smtClean="0"/>
          </a:p>
          <a:p>
            <a:r>
              <a:rPr lang="fr-FR" smtClean="0"/>
              <a:t>15-  OUVRE LES CIEUX SUR MOI UNE PORTE OUVERTE SE TIENT DEVANT MOI</a:t>
            </a:r>
          </a:p>
          <a:p>
            <a:r>
              <a:rPr lang="fr-FR" smtClean="0"/>
              <a:t>       open up the heavens there’s an open door standing right before me
16-  JE VOIS LA LUMIÈRE ET ELLE M’EMMÈNE PLUS HAUT</a:t>
            </a:r>
          </a:p>
          <a:p>
            <a:r>
              <a:rPr lang="fr-FR" smtClean="0"/>
              <a:t>        i can see the light and it’s taking me higher
17-  ELLE M’EMMÈNE PLUS HAUT</a:t>
            </a:r>
          </a:p>
          <a:p>
            <a:r>
              <a:rPr lang="fr-FR" smtClean="0"/>
              <a:t>        it’s taking me higher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	18-  OUVRE LES CIEUX SUR MOI MONTRE-MOI</a:t>
            </a:r>
          </a:p>
          <a:p>
            <a:r>
              <a:rPr lang="fr-FR" smtClean="0"/>
              <a:t>                          open up the heavens let me see  
	19-  LA VOIE QUE TU AS TRACÉE POUR MOI OUI J’ENTENDS CE SON</a:t>
            </a:r>
          </a:p>
          <a:p>
            <a:r>
              <a:rPr lang="fr-FR" smtClean="0"/>
              <a:t>                           the way that you set before me i can hear the sound and
	20-  QUI NOUS EMMÈNE PLUS HAUT </a:t>
            </a:r>
          </a:p>
          <a:p>
            <a:r>
              <a:rPr lang="fr-FR" smtClean="0"/>
              <a:t>                           it’s taking us higher
	21-  IL NOUS EMMÈNE PLUS HAUT IL NOUS EMMÈNE PLUS HAUT </a:t>
            </a:r>
          </a:p>
          <a:p>
            <a:r>
              <a:rPr lang="fr-FR" smtClean="0"/>
              <a:t>                            it’s taking us higher</a:t>
            </a:r>
          </a:p>
          <a:p>
            <a:r>
              <a:rPr lang="fr-FR" smtClean="0"/>
              <a:t> 
22-  OPEN UP THE HEAVENS THERE’S AN OPEN 
23-  DOOR STANDING RIGHT BEFORE ME I CAN SEE THE LIGHT AND IT’S TAKING 
24-  ME HIGHER 
25-  IT’S TAKING ME HIGHER 
</a:t>
            </a:r>
          </a:p>
          <a:p>
            <a:r>
              <a:rPr lang="fr-FR" smtClean="0"/>
              <a:t>	26-  OPEN UP THE HEAVENS LET ME SEE THE WAY THAT YOU SET BEFORE ME  
	27-  I CAN HEAR THE SOUND AND IT’S TAKING  
	28-  ME HIGHER ITS TAKING ME HIGHER 
</a:t>
            </a:r>
          </a:p>
          <a:p>
            <a:r>
              <a:rPr lang="fr-FR" smtClean="0"/>
              <a:t>29-  YOU'VE GIVEN ME LOVE UNFAILING YOU'VE GIVEN ME EVERYTHING I NEED  
30-  YOU'VE GIVEN ME FAVOR GIVEN ME 
31-  EYES TO SEE, EARS TO HEAR YOUR PROMISES FOR ME  
</a:t>
            </a:r>
          </a:p>
          <a:p>
            <a:r>
              <a:rPr lang="fr-FR" smtClean="0"/>
              <a:t>	32-  YOUR WAYS ARE HIGHER THAN MINE  
	33-  YOUR THOUGHTS ARE HIGHER THAN MINE 
	34-  I PUT MY TRUST IN YOUR WORDS 
	35-  AND SO I TAKE A STEP THROUGH THE OPEN DOOR  
	36-  INTO MY DESTINY    
</a:t>
            </a:r>
          </a:p>
          <a:p>
            <a:r>
              <a:rPr lang="fr-FR" smtClean="0"/>
              <a:t>37-  OPEN UP THE HEAVENS THERE’S AN OPEN  
38-  DOOR STANDING RIGHT BEFORE ME 
39-  I CAN SEE THE LIGHT AND IT’S TAKING ME HIGHER 
40-  IT’S TAKING ME HIGHER    
</a:t>
            </a:r>
          </a:p>
          <a:p>
            <a:r>
              <a:rPr lang="fr-FR" smtClean="0"/>
              <a:t>	41-  OPEN UP THE HEAVENS LET ME SEE THE WAY THAT YOU SET BEFORE ME  
	42-  I CAN HEAR THE SOUND AND IT’S TAKING US HIGHER 
	43-  ITS TAKING US HIGHER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AB2CFA-E5C2-4B5E-8325-79998DAF0D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0C2F12-6D40-4C32-8D03-4A9944C3DD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6BEF3-29F0-45DF-B8B9-4F1FEA69AC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D89AF-CE5C-4BD3-81A0-89EEE18049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C19B9E-00C8-4647-8D52-945DE064F6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029651-D3DC-4D18-9130-5D8DCE125B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3AD3B-3A68-4C1B-B3FE-7BEC77D43B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A12634-397D-4C89-987B-732FFCA68A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F5B0C-3D2D-4322-9453-39564D1998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4AD12-EBA0-4BD3-B278-9A9F505308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DB007-7AFF-48A5-9C30-1FA260F757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A7EAE2A-E26A-47F6-84DD-86F849A04B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CIEUX SUR MOI UNE PORTE OUVERTE SE TIENT DEVANT MOI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LA LUMIÈRE ET ELLE M’EMMÈNE PLUS 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M’EMMÈNE PLUS HAUT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CIEUX SUR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MONTRE-MOI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VOIE QUE TU AS TRACÉE POUR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J’ENTENDS CE 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IL M’EMMÈNE PLUS 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M’EMMÈNE PLUS HAUT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M’EMMÈNE PLUS HAUT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M’EMMÈNE PLUS HAUT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DONNES L’AMOUR INFINI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 CE DONT J’AI BESOIN ICI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DONNES TA FAVEUR ET AUSSI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PEUX VOIR ET J’ENTENDS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PROMESSES POUR MOI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VOIES DÉPASSENT MES VOIES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PENSÉES PLUS GRANDES QUE MOI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CONFIE EN TA PAROLE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FAIS UN PAS DE FOI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CETTE PORTE D’ENTRÉE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MA DESTINÉE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CIEUX SUR MOI UNE PORTE OUVERTE SE TIENT DEVANT MOI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VOIS LA LUMIÈRE ET ELLE M’EMMÈNE PLUS 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M’EMMÈNE PLUS 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OUVRE LES CIEUX SUR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MONTRE-MOI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VOIE QUE TU AS TRACÉE POUR MOI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J’ENTENDS 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NOUS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EMMÈNE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NOUS EMMÈNE PLUS HAUT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NOUS EMMÈNE PLUS HAUT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THE HEAVENS THERE’S AN OPEN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DOOR STANDING RIGHT BEFORE ME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SEE THE LIGHT AND IT’S TAKING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HIGHER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IT’S TAKING ME HIGHER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THE HEAVENS LET ME SEE THE WAY THAT YOU SET BEFORE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HEAR THE SOUND AND IT’S TAKING</a:t>
            </a:r>
          </a:p>
          <a:p>
            <a:pPr algn="ctr"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 HIGHER ITS TAKING ME HIGHER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YOU'VE GIVEN ME LOVE UNFAILING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YOU'VE GIVEN ME EVERYTHING I NEED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YOU'VE GIVEN ME FAVOR GIVEN 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EYES TO SEE, EARS TO HEAR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PROMISES FOR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WAYS ARE HIGHER THAN MINE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YOUR THOUGHTS ARE HIGHER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THAN MINE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PUT MY TRUST IN YOUR WORDS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AND SO I TAKE A STEP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THROUGH THE OPEN DOOR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INTO MY DESTINY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THE HEAVENS</a:t>
            </a:r>
          </a:p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THERE’S AN OPEN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DOOR STANDING RIGHT BEFORE 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SEE THE LIGHT AND IT’S TAKING ME HIGHER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IT’S TAKING ME HIGHER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OPEN UP THE HEAVENS LET ME SEE THE WAY THAT YOU SET BEFORE ME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CAN HEAR THE SOUND AND IT’S TAKING US HIGHER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ITS TAKING US HIGHER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1477</TotalTime>
  <Words>2580</Words>
  <Application>Microsoft Office PowerPoint</Application>
  <PresentationFormat>On-screen Show (4:3)</PresentationFormat>
  <Paragraphs>3333</Paragraphs>
  <Slides>43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  <vt:lpstr>Diapositive 43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</cp:lastModifiedBy>
  <cp:revision>136</cp:revision>
  <dcterms:created xsi:type="dcterms:W3CDTF">2002-08-17T10:50:50Z</dcterms:created>
  <dcterms:modified xsi:type="dcterms:W3CDTF">2015-02-07T23:49:02Z</dcterms:modified>
</cp:coreProperties>
</file>