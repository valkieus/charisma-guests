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6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70" r:id="rId2"/>
    <p:sldId id="271" r:id="rId3"/>
    <p:sldId id="272" r:id="rId4"/>
    <p:sldId id="274" r:id="rId5"/>
    <p:sldId id="273" r:id="rId6"/>
    <p:sldId id="275" r:id="rId7"/>
    <p:sldId id="276" r:id="rId8"/>
    <p:sldId id="277" r:id="rId9"/>
    <p:sldId id="278" r:id="rId10"/>
    <p:sldId id="280" r:id="rId11"/>
    <p:sldId id="279" r:id="rId12"/>
    <p:sldId id="281" r:id="rId13"/>
    <p:sldId id="282" r:id="rId14"/>
    <p:sldId id="283" r:id="rId15"/>
    <p:sldId id="284" r:id="rId16"/>
    <p:sldId id="285" r:id="rId17"/>
    <p:sldId id="286" r:id="rId18"/>
    <p:sldId id="289" r:id="rId19"/>
    <p:sldId id="287" r:id="rId20"/>
    <p:sldId id="288" r:id="rId21"/>
    <p:sldId id="290" r:id="rId22"/>
    <p:sldId id="291" r:id="rId23"/>
    <p:sldId id="292" r:id="rId24"/>
    <p:sldId id="293" r:id="rId25"/>
    <p:sldId id="294" r:id="rId26"/>
    <p:sldId id="295" r:id="rId27"/>
    <p:sldId id="296" r:id="rId28"/>
    <p:sldId id="297" r:id="rId29"/>
    <p:sldId id="298" r:id="rId30"/>
    <p:sldId id="299" r:id="rId31"/>
    <p:sldId id="300" r:id="rId32"/>
    <p:sldId id="301" r:id="rId33"/>
    <p:sldId id="302" r:id="rId34"/>
    <p:sldId id="303" r:id="rId35"/>
    <p:sldId id="304" r:id="rId36"/>
    <p:sldId id="305" r:id="rId37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50792" autoAdjust="0"/>
  </p:normalViewPr>
  <p:slideViewPr>
    <p:cSldViewPr>
      <p:cViewPr>
        <p:scale>
          <a:sx n="40" d="100"/>
          <a:sy n="40" d="100"/>
        </p:scale>
        <p:origin x="-552" y="-3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8DF1109C-ADF4-432A-8796-AC5B25F4690D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2A42AE0-99DF-4DBE-832A-3255C3CFE1EF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VEUX-TU ALLER  À LA MONTAGNE DU SEIGNEUR 
2-  IL EXISTE UN ENDROIT POUR TOUS CEUX QUI ONT SOIF 
3-  À LA MONTAGNE DU SEIGNEUR 
4-  VEUX-TU ALLER  À LA MONTAGNE DU SEIGNEUR 
5-  IL EXISTE UN ENDROIT POUR TOUS CEUX QUI SONT SEULS 
6-  À LA MONTAGNE DU SEIGNEUR 
7-  À LA MONTAGNE DU SEIGNEUR JE PEUX ENTENDRE TA VOIX 
8-  À LA MONTAGNE DU SEIGNEUR JE PEUX TOUCHER TA FACE 
9-  IL EXISTE UN ENDROIT POUR TOUS CEUX QUI ONT SOIF 
10-  À LA MONTAGNE DU SEIGNEUR 
11-  À LA MONTAGNE DU SEIGNEUR JE NE SENS PLUS DE PEUR 
12-  À LA MONTAGNE DU SEIGNEUR TA PRÉSENCE M’ATTIRE À TOI 
13-  IL EXISTE UN ENDROIT  POUR TOUS CEUX QUI SONT SEULS 
14-  À LA MONTAGNE DU SEIGNEUR 
15-  JE ME TIENS DEVANT TOI JE TE SENS PRÈS DE MOI 
16-  MON DÉSIR PURIFIÉ MES RÊVES RÉALISÉS 
17-  TU ME PORTES 
18-  AU  SON DES BATTEMENTS  DE TON COEUR 
19-  ET JE PEUX CLAIREMENT VOIR  QUE TU ME PORTES  
20-  SUR LES AILES DU DESTIN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****anglais***</a:t>
            </a:r>
          </a:p>
          <a:p>
            <a:pPr>
              <a:defRPr/>
            </a:pPr>
            <a:r>
              <a:rPr lang="fr-FR" smtClean="0"/>
              <a:t>21-  DO YOU TO GO TO  THE MOUNTAIN OF THE LORD 
22-  THERE IS A PLACE FOR THOSE WHO ARE THIRSTY 
23-  IN THE MOUNTAIN OF THE LORD 
24-  THE MOUNTAIN OF THE LORD  I CAN HEAR YOUR CHOICE 
25-  THE MOUNTAIN OF THE LORD  I CAN TOUCH YOUR FACE 
26-  THERE IS A PLACE  FOR THOSE WHO ARE THIRSTY 
27-  IN THE MOUNTAIN OF THE LORD 
28-  THE MOUNTAIN OF THE LORD  I CAN FEEL NO FEAR 
29-  THE MOUNTAIN OF THE LORD YOUR PRESENCE DRAWS ME NEAR 
30-  THERE IS A PLACE FOR THOSE WHO ARE LONELY 
31-  IN THE MOUNTAIN OF THE LORD 
32-  I STAND ALONE, I SENSE YOU CLOSE 
33-  MY DESIRE PURIFIED  MY DREAMS ARE REALIZED 
34-  YOU CARRY ME TO THE SOUND OF YOUR HEARTBEAT 
35-  AND I CAN CLEARLY SEE THAT YOU HAE CARRIED ME 
36-  ON THE WINGS OF DESTINY 
</a:t>
            </a:r>
            <a:endParaRPr lang="fr-FR" dirty="0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VEUX-TU ALLER  À LA MONTAGNE DU SEIGNEUR 
2-  IL EXISTE UN ENDROIT POUR TOUS CEUX QUI ONT SOIF 
3-  À LA MONTAGNE DU SEIGNEUR 
4-  VEUX-TU ALLER  À LA MONTAGNE DU SEIGNEUR 
5-  IL EXISTE UN ENDROIT POUR TOUS CEUX QUI SONT SEULS 
6-  À LA MONTAGNE DU SEIGNEUR 
7-  À LA MONTAGNE DU SEIGNEUR JE PEUX ENTENDRE TA VOIX 
8-  À LA MONTAGNE DU SEIGNEUR JE PEUX TOUCHER TA FACE 
9-  IL EXISTE UN ENDROIT POUR TOUS CEUX QUI ONT SOIF 
10-  À LA MONTAGNE DU SEIGNEUR 
11-  À LA MONTAGNE DU SEIGNEUR JE NE SENS PLUS DE PEUR 
12-  À LA MONTAGNE DU SEIGNEUR TA PRÉSENCE M’ATTIRE À TOI 
13-  IL EXISTE UN ENDROIT  POUR TOUS CEUX QUI SONT SEULS 
14-  À LA MONTAGNE DU SEIGNEUR 
15-  JE ME TIENS DEVANT TOI JE TE SENS PRÈS DE MOI 
16-  MON DÉSIR PURIFIÉ MES RÊVES RÉALISÉS 
17-  TU ME PORTES 
18-  AU  SON DES BATTEMENTS  DE TON COEUR 
19-  ET JE PEUX CLAIREMENT VOIR  QUE TU ME PORTES  
20-  SUR LES AILES DU DESTIN </a:t>
            </a:r>
          </a:p>
          <a:p>
            <a:endParaRPr lang="fr-FR" smtClean="0"/>
          </a:p>
          <a:p>
            <a:r>
              <a:rPr lang="fr-FR" smtClean="0"/>
              <a:t>****anglais***</a:t>
            </a:r>
          </a:p>
          <a:p>
            <a:r>
              <a:rPr lang="fr-FR" smtClean="0"/>
              <a:t>21-  DO YOU TO GO TO  THE MOUNTAIN OF THE LORD 
22-  THERE IS A PLACE FOR THOSE WHO ARE THIRSTY 
23-  IN THE MOUNTAIN OF THE LORD 
24-  THE MOUNTAIN OF THE LORD  I CAN HEAR YOUR CHOICE 
25-  THE MOUNTAIN OF THE LORD  I CAN TOUCH YOUR FACE 
26-  THERE IS A PLACE  FOR THOSE WHO ARE THIRSTY 
27-  IN THE MOUNTAIN OF THE LORD 
28-  THE MOUNTAIN OF THE LORD  I CAN FEEL NO FEAR 
29-  THE MOUNTAIN OF THE LORD YOUR PRESENCE DRAWS ME NEAR 
30-  THERE IS A PLACE FOR THOSE WHO ARE LONELY 
31-  IN THE MOUNTAIN OF THE LORD 
32-  I STAND ALONE, I SENSE YOU CLOSE 
33-  MY DESIRE PURIFIED  MY DREAMS ARE REALIZED 
34-  YOU CARRY ME TO THE SOUND OF YOUR HEARTBEAT 
35-  AND I CAN CLEARLY SEE THAT YOU HAE CARRIED ME 
36-  ON THE WINGS OF DESTINY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VEUX-TU ALLER  À LA MONTAGNE DU SEIGNEUR 
2-  IL EXISTE UN ENDROIT POUR TOUS CEUX QUI ONT SOIF 
3-  À LA MONTAGNE DU SEIGNEUR 
4-  VEUX-TU ALLER  À LA MONTAGNE DU SEIGNEUR 
5-  IL EXISTE UN ENDROIT POUR TOUS CEUX QUI SONT SEULS 
6-  À LA MONTAGNE DU SEIGNEUR 
7-  À LA MONTAGNE DU SEIGNEUR JE PEUX ENTENDRE TA VOIX 
8-  À LA MONTAGNE DU SEIGNEUR JE PEUX TOUCHER TA FACE 
9-  IL EXISTE UN ENDROIT POUR TOUS CEUX QUI ONT SOIF 
10-  À LA MONTAGNE DU SEIGNEUR 
11-  À LA MONTAGNE DU SEIGNEUR JE NE SENS PLUS DE PEUR 
12-  À LA MONTAGNE DU SEIGNEUR TA PRÉSENCE M’ATTIRE À TOI 
13-  IL EXISTE UN ENDROIT  POUR TOUS CEUX QUI SONT SEULS 
14-  À LA MONTAGNE DU SEIGNEUR 
15-  JE ME TIENS DEVANT TOI JE TE SENS PRÈS DE MOI 
16-  MON DÉSIR PURIFIÉ MES RÊVES RÉALISÉS 
17-  TU ME PORTES 
18-  AU  SON DES BATTEMENTS  DE TON COEUR 
19-  ET JE PEUX CLAIREMENT VOIR  QUE TU ME PORTES  
20-  SUR LES AILES DU DESTIN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****anglais***</a:t>
            </a:r>
          </a:p>
          <a:p>
            <a:pPr>
              <a:defRPr/>
            </a:pPr>
            <a:r>
              <a:rPr lang="fr-FR" smtClean="0"/>
              <a:t>21-  DO YOU TO GO TO  THE MOUNTAIN OF THE LORD 
22-  THERE IS A PLACE FOR THOSE WHO ARE THIRSTY 
23-  IN THE MOUNTAIN OF THE LORD 
24-  THE MOUNTAIN OF THE LORD  I CAN HEAR YOUR CHOICE 
25-  THE MOUNTAIN OF THE LORD  I CAN TOUCH YOUR FACE 
26-  THERE IS A PLACE  FOR THOSE WHO ARE THIRSTY 
27-  IN THE MOUNTAIN OF THE LORD 
28-  THE MOUNTAIN OF THE LORD  I CAN FEEL NO FEAR 
29-  THE MOUNTAIN OF THE LORD YOUR PRESENCE DRAWS ME NEAR 
30-  THERE IS A PLACE FOR THOSE WHO ARE LONELY 
31-  IN THE MOUNTAIN OF THE LORD 
32-  I STAND ALONE, I SENSE YOU CLOSE 
33-  MY DESIRE PURIFIED  MY DREAMS ARE REALIZED 
34-  YOU CARRY ME TO THE SOUND OF YOUR HEARTBEAT 
35-  AND I CAN CLEARLY SEE THAT YOU HAE CARRIED ME 
36-  ON THE WINGS OF DESTINY 
</a:t>
            </a:r>
            <a:endParaRPr lang="fr-FR" dirty="0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VEUX-TU ALLER  À LA MONTAGNE DU SEIGNEUR 
2-  IL EXISTE UN ENDROIT POUR TOUS CEUX QUI ONT SOIF 
3-  À LA MONTAGNE DU SEIGNEUR 
4-  VEUX-TU ALLER  À LA MONTAGNE DU SEIGNEUR 
5-  IL EXISTE UN ENDROIT POUR TOUS CEUX QUI SONT SEULS 
6-  À LA MONTAGNE DU SEIGNEUR 
7-  À LA MONTAGNE DU SEIGNEUR JE PEUX ENTENDRE TA VOIX 
8-  À LA MONTAGNE DU SEIGNEUR JE PEUX TOUCHER TA FACE 
9-  IL EXISTE UN ENDROIT POUR TOUS CEUX QUI ONT SOIF 
10-  À LA MONTAGNE DU SEIGNEUR 
11-  À LA MONTAGNE DU SEIGNEUR JE NE SENS PLUS DE PEUR 
12-  À LA MONTAGNE DU SEIGNEUR TA PRÉSENCE M’ATTIRE À TOI 
13-  IL EXISTE UN ENDROIT  POUR TOUS CEUX QUI SONT SEULS 
14-  À LA MONTAGNE DU SEIGNEUR 
15-  JE ME TIENS DEVANT TOI JE TE SENS PRÈS DE MOI 
16-  MON DÉSIR PURIFIÉ MES RÊVES RÉALISÉS 
17-  TU ME PORTES 
18-  AU  SON DES BATTEMENTS  DE TON COEUR 
19-  ET JE PEUX CLAIREMENT VOIR  QUE TU ME PORTES  
20-  SUR LES AILES DU DESTIN </a:t>
            </a:r>
          </a:p>
          <a:p>
            <a:endParaRPr lang="fr-FR" smtClean="0"/>
          </a:p>
          <a:p>
            <a:r>
              <a:rPr lang="fr-FR" smtClean="0"/>
              <a:t>****anglais***</a:t>
            </a:r>
          </a:p>
          <a:p>
            <a:r>
              <a:rPr lang="fr-FR" smtClean="0"/>
              <a:t>21-  DO YOU TO GO TO  THE MOUNTAIN OF THE LORD 
22-  THERE IS A PLACE FOR THOSE WHO ARE THIRSTY 
23-  IN THE MOUNTAIN OF THE LORD 
24-  THE MOUNTAIN OF THE LORD  I CAN HEAR YOUR CHOICE 
25-  THE MOUNTAIN OF THE LORD  I CAN TOUCH YOUR FACE 
26-  THERE IS A PLACE  FOR THOSE WHO ARE THIRSTY 
27-  IN THE MOUNTAIN OF THE LORD 
28-  THE MOUNTAIN OF THE LORD  I CAN FEEL NO FEAR 
29-  THE MOUNTAIN OF THE LORD YOUR PRESENCE DRAWS ME NEAR 
30-  THERE IS A PLACE FOR THOSE WHO ARE LONELY 
31-  IN THE MOUNTAIN OF THE LORD 
32-  I STAND ALONE, I SENSE YOU CLOSE 
33-  MY DESIRE PURIFIED  MY DREAMS ARE REALIZED 
34-  YOU CARRY ME TO THE SOUND OF YOUR HEARTBEAT 
35-  AND I CAN CLEARLY SEE THAT YOU HAE CARRIED ME 
36-  ON THE WINGS OF DESTINY 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VEUX-TU ALLER  À LA MONTAGNE DU SEIGNEUR 
2-  IL EXISTE UN ENDROIT POUR TOUS CEUX QUI ONT SOIF 
3-  À LA MONTAGNE DU SEIGNEUR 
4-  VEUX-TU ALLER  À LA MONTAGNE DU SEIGNEUR 
5-  IL EXISTE UN ENDROIT POUR TOUS CEUX QUI SONT SEULS 
6-  À LA MONTAGNE DU SEIGNEUR 
7-  À LA MONTAGNE DU SEIGNEUR JE PEUX ENTENDRE TA VOIX 
8-  À LA MONTAGNE DU SEIGNEUR JE PEUX TOUCHER TA FACE 
9-  IL EXISTE UN ENDROIT POUR TOUS CEUX QUI ONT SOIF 
10-  À LA MONTAGNE DU SEIGNEUR 
11-  À LA MONTAGNE DU SEIGNEUR JE NE SENS PLUS DE PEUR 
12-  À LA MONTAGNE DU SEIGNEUR TA PRÉSENCE M’ATTIRE À TOI 
13-  IL EXISTE UN ENDROIT  POUR TOUS CEUX QUI SONT SEULS 
14-  À LA MONTAGNE DU SEIGNEUR 
15-  JE ME TIENS DEVANT TOI JE TE SENS PRÈS DE MOI 
16-  MON DÉSIR PURIFIÉ MES RÊVES RÉALISÉS 
17-  TU ME PORTES 
18-  AU  SON DES BATTEMENTS  DE TON COEUR 
19-  ET JE PEUX CLAIREMENT VOIR  QUE TU ME PORTES  
20-  SUR LES AILES DU DESTIN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****anglais***</a:t>
            </a:r>
          </a:p>
          <a:p>
            <a:pPr>
              <a:defRPr/>
            </a:pPr>
            <a:r>
              <a:rPr lang="fr-FR" smtClean="0"/>
              <a:t>21-  DO YOU TO GO TO  THE MOUNTAIN OF THE LORD 
22-  THERE IS A PLACE FOR THOSE WHO ARE THIRSTY 
23-  IN THE MOUNTAIN OF THE LORD 
24-  THE MOUNTAIN OF THE LORD  I CAN HEAR YOUR CHOICE 
25-  THE MOUNTAIN OF THE LORD  I CAN TOUCH YOUR FACE 
26-  THERE IS A PLACE  FOR THOSE WHO ARE THIRSTY 
27-  IN THE MOUNTAIN OF THE LORD 
28-  THE MOUNTAIN OF THE LORD  I CAN FEEL NO FEAR 
29-  THE MOUNTAIN OF THE LORD YOUR PRESENCE DRAWS ME NEAR 
30-  THERE IS A PLACE FOR THOSE WHO ARE LONELY 
31-  IN THE MOUNTAIN OF THE LORD 
32-  I STAND ALONE, I SENSE YOU CLOSE 
33-  MY DESIRE PURIFIED  MY DREAMS ARE REALIZED 
34-  YOU CARRY ME TO THE SOUND OF YOUR HEARTBEAT 
35-  AND I CAN CLEARLY SEE THAT YOU HAE CARRIED ME 
36-  ON THE WINGS OF DESTINY 
</a:t>
            </a:r>
            <a:endParaRPr lang="fr-FR" dirty="0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VEUX-TU ALLER  À LA MONTAGNE DU SEIGNEUR 
2-  IL EXISTE UN ENDROIT POUR TOUS CEUX QUI ONT SOIF 
3-  À LA MONTAGNE DU SEIGNEUR 
4-  VEUX-TU ALLER  À LA MONTAGNE DU SEIGNEUR 
5-  IL EXISTE UN ENDROIT POUR TOUS CEUX QUI SONT SEULS 
6-  À LA MONTAGNE DU SEIGNEUR 
7-  À LA MONTAGNE DU SEIGNEUR JE PEUX ENTENDRE TA VOIX 
8-  À LA MONTAGNE DU SEIGNEUR JE PEUX TOUCHER TA FACE 
9-  IL EXISTE UN ENDROIT POUR TOUS CEUX QUI ONT SOIF 
10-  À LA MONTAGNE DU SEIGNEUR 
11-  À LA MONTAGNE DU SEIGNEUR JE NE SENS PLUS DE PEUR 
12-  À LA MONTAGNE DU SEIGNEUR TA PRÉSENCE M’ATTIRE À TOI 
13-  IL EXISTE UN ENDROIT  POUR TOUS CEUX QUI SONT SEULS 
14-  À LA MONTAGNE DU SEIGNEUR 
15-  JE ME TIENS DEVANT TOI JE TE SENS PRÈS DE MOI 
16-  MON DÉSIR PURIFIÉ MES RÊVES RÉALISÉS 
17-  TU ME PORTES 
18-  AU  SON DES BATTEMENTS  DE TON COEUR 
19-  ET JE PEUX CLAIREMENT VOIR  QUE TU ME PORTES  
20-  SUR LES AILES DU DESTIN </a:t>
            </a:r>
          </a:p>
          <a:p>
            <a:endParaRPr lang="fr-FR" smtClean="0"/>
          </a:p>
          <a:p>
            <a:r>
              <a:rPr lang="fr-FR" smtClean="0"/>
              <a:t>****anglais***</a:t>
            </a:r>
          </a:p>
          <a:p>
            <a:r>
              <a:rPr lang="fr-FR" smtClean="0"/>
              <a:t>21-  DO YOU TO GO TO  THE MOUNTAIN OF THE LORD 
22-  THERE IS A PLACE FOR THOSE WHO ARE THIRSTY 
23-  IN THE MOUNTAIN OF THE LORD 
24-  THE MOUNTAIN OF THE LORD  I CAN HEAR YOUR CHOICE 
25-  THE MOUNTAIN OF THE LORD  I CAN TOUCH YOUR FACE 
26-  THERE IS A PLACE  FOR THOSE WHO ARE THIRSTY 
27-  IN THE MOUNTAIN OF THE LORD 
28-  THE MOUNTAIN OF THE LORD  I CAN FEEL NO FEAR 
29-  THE MOUNTAIN OF THE LORD YOUR PRESENCE DRAWS ME NEAR 
30-  THERE IS A PLACE FOR THOSE WHO ARE LONELY 
31-  IN THE MOUNTAIN OF THE LORD 
32-  I STAND ALONE, I SENSE YOU CLOSE 
33-  MY DESIRE PURIFIED  MY DREAMS ARE REALIZED 
34-  YOU CARRY ME TO THE SOUND OF YOUR HEARTBEAT 
35-  AND I CAN CLEARLY SEE THAT YOU HAE CARRIED ME 
36-  ON THE WINGS OF DESTINY 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VEUX-TU ALLER  À LA MONTAGNE DU SEIGNEUR 
2-  IL EXISTE UN ENDROIT POUR TOUS CEUX QUI ONT SOIF 
3-  À LA MONTAGNE DU SEIGNEUR 
4-  VEUX-TU ALLER  À LA MONTAGNE DU SEIGNEUR 
5-  IL EXISTE UN ENDROIT POUR TOUS CEUX QUI SONT SEULS 
6-  À LA MONTAGNE DU SEIGNEUR 
7-  À LA MONTAGNE DU SEIGNEUR JE PEUX ENTENDRE TA VOIX 
8-  À LA MONTAGNE DU SEIGNEUR JE PEUX TOUCHER TA FACE 
9-  IL EXISTE UN ENDROIT POUR TOUS CEUX QUI ONT SOIF 
10-  À LA MONTAGNE DU SEIGNEUR 
11-  À LA MONTAGNE DU SEIGNEUR JE NE SENS PLUS DE PEUR 
12-  À LA MONTAGNE DU SEIGNEUR TA PRÉSENCE M’ATTIRE À TOI 
13-  IL EXISTE UN ENDROIT  POUR TOUS CEUX QUI SONT SEULS 
14-  À LA MONTAGNE DU SEIGNEUR 
15-  JE ME TIENS DEVANT TOI JE TE SENS PRÈS DE MOI 
16-  MON DÉSIR PURIFIÉ MES RÊVES RÉALISÉS 
17-  TU ME PORTES 
18-  AU  SON DES BATTEMENTS  DE TON COEUR 
19-  ET JE PEUX CLAIREMENT VOIR  QUE TU ME PORTES  
20-  SUR LES AILES DU DESTIN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****anglais***</a:t>
            </a:r>
          </a:p>
          <a:p>
            <a:pPr>
              <a:defRPr/>
            </a:pPr>
            <a:r>
              <a:rPr lang="fr-FR" smtClean="0"/>
              <a:t>21-  DO YOU TO GO TO  THE MOUNTAIN OF THE LORD 
22-  THERE IS A PLACE FOR THOSE WHO ARE THIRSTY 
23-  IN THE MOUNTAIN OF THE LORD 
24-  THE MOUNTAIN OF THE LORD  I CAN HEAR YOUR CHOICE 
25-  THE MOUNTAIN OF THE LORD  I CAN TOUCH YOUR FACE 
26-  THERE IS A PLACE  FOR THOSE WHO ARE THIRSTY 
27-  IN THE MOUNTAIN OF THE LORD 
28-  THE MOUNTAIN OF THE LORD  I CAN FEEL NO FEAR 
29-  THE MOUNTAIN OF THE LORD YOUR PRESENCE DRAWS ME NEAR 
30-  THERE IS A PLACE FOR THOSE WHO ARE LONELY 
31-  IN THE MOUNTAIN OF THE LORD 
32-  I STAND ALONE, I SENSE YOU CLOSE 
33-  MY DESIRE PURIFIED  MY DREAMS ARE REALIZED 
34-  YOU CARRY ME TO THE SOUND OF YOUR HEARTBEAT 
35-  AND I CAN CLEARLY SEE THAT YOU HAE CARRIED ME 
36-  ON THE WINGS OF DESTINY 
</a:t>
            </a:r>
            <a:endParaRPr lang="fr-FR" dirty="0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VEUX-TU ALLER  À LA MONTAGNE DU SEIGNEUR 
2-  IL EXISTE UN ENDROIT POUR TOUS CEUX QUI ONT SOIF 
3-  À LA MONTAGNE DU SEIGNEUR 
4-  VEUX-TU ALLER  À LA MONTAGNE DU SEIGNEUR 
5-  IL EXISTE UN ENDROIT POUR TOUS CEUX QUI SONT SEULS 
6-  À LA MONTAGNE DU SEIGNEUR 
7-  À LA MONTAGNE DU SEIGNEUR JE PEUX ENTENDRE TA VOIX 
8-  À LA MONTAGNE DU SEIGNEUR JE PEUX TOUCHER TA FACE 
9-  IL EXISTE UN ENDROIT POUR TOUS CEUX QUI ONT SOIF 
10-  À LA MONTAGNE DU SEIGNEUR 
11-  À LA MONTAGNE DU SEIGNEUR JE NE SENS PLUS DE PEUR 
12-  À LA MONTAGNE DU SEIGNEUR TA PRÉSENCE M’ATTIRE À TOI 
13-  IL EXISTE UN ENDROIT  POUR TOUS CEUX QUI SONT SEULS 
14-  À LA MONTAGNE DU SEIGNEUR 
15-  JE ME TIENS DEVANT TOI JE TE SENS PRÈS DE MOI 
16-  MON DÉSIR PURIFIÉ MES RÊVES RÉALISÉS 
17-  TU ME PORTES 
18-  AU  SON DES BATTEMENTS  DE TON COEUR 
19-  ET JE PEUX CLAIREMENT VOIR  QUE TU ME PORTES  
20-  SUR LES AILES DU DESTIN </a:t>
            </a:r>
          </a:p>
          <a:p>
            <a:endParaRPr lang="fr-FR" smtClean="0"/>
          </a:p>
          <a:p>
            <a:r>
              <a:rPr lang="fr-FR" smtClean="0"/>
              <a:t>****anglais***</a:t>
            </a:r>
          </a:p>
          <a:p>
            <a:r>
              <a:rPr lang="fr-FR" smtClean="0"/>
              <a:t>21-  DO YOU TO GO TO  THE MOUNTAIN OF THE LORD 
22-  THERE IS A PLACE FOR THOSE WHO ARE THIRSTY 
23-  IN THE MOUNTAIN OF THE LORD 
24-  THE MOUNTAIN OF THE LORD  I CAN HEAR YOUR CHOICE 
25-  THE MOUNTAIN OF THE LORD  I CAN TOUCH YOUR FACE 
26-  THERE IS A PLACE  FOR THOSE WHO ARE THIRSTY 
27-  IN THE MOUNTAIN OF THE LORD 
28-  THE MOUNTAIN OF THE LORD  I CAN FEEL NO FEAR 
29-  THE MOUNTAIN OF THE LORD YOUR PRESENCE DRAWS ME NEAR 
30-  THERE IS A PLACE FOR THOSE WHO ARE LONELY 
31-  IN THE MOUNTAIN OF THE LORD 
32-  I STAND ALONE, I SENSE YOU CLOSE 
33-  MY DESIRE PURIFIED  MY DREAMS ARE REALIZED 
34-  YOU CARRY ME TO THE SOUND OF YOUR HEARTBEAT 
35-  AND I CAN CLEARLY SEE THAT YOU HAE CARRIED ME 
36-  ON THE WINGS OF DESTINY 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VEUX-TU ALLER  À LA MONTAGNE DU SEIGNEUR 
2-  IL EXISTE UN ENDROIT POUR TOUS CEUX QUI ONT SOIF 
3-  À LA MONTAGNE DU SEIGNEUR 
4-  VEUX-TU ALLER  À LA MONTAGNE DU SEIGNEUR 
5-  IL EXISTE UN ENDROIT POUR TOUS CEUX QUI SONT SEULS 
6-  À LA MONTAGNE DU SEIGNEUR 
7-  À LA MONTAGNE DU SEIGNEUR JE PEUX ENTENDRE TA VOIX 
8-  À LA MONTAGNE DU SEIGNEUR JE PEUX TOUCHER TA FACE 
9-  IL EXISTE UN ENDROIT POUR TOUS CEUX QUI ONT SOIF 
10-  À LA MONTAGNE DU SEIGNEUR 
11-  À LA MONTAGNE DU SEIGNEUR JE NE SENS PLUS DE PEUR 
12-  À LA MONTAGNE DU SEIGNEUR TA PRÉSENCE M’ATTIRE À TOI 
13-  IL EXISTE UN ENDROIT  POUR TOUS CEUX QUI SONT SEULS 
14-  À LA MONTAGNE DU SEIGNEUR 
15-  JE ME TIENS DEVANT TOI JE TE SENS PRÈS DE MOI 
16-  MON DÉSIR PURIFIÉ MES RÊVES RÉALISÉS 
17-  TU ME PORTES 
18-  AU  SON DES BATTEMENTS  DE TON COEUR 
19-  ET JE PEUX CLAIREMENT VOIR  QUE TU ME PORTES  
20-  SUR LES AILES DU DESTIN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****anglais***</a:t>
            </a:r>
          </a:p>
          <a:p>
            <a:pPr>
              <a:defRPr/>
            </a:pPr>
            <a:r>
              <a:rPr lang="fr-FR" smtClean="0"/>
              <a:t>21-  DO YOU TO GO TO  THE MOUNTAIN OF THE LORD 
22-  THERE IS A PLACE FOR THOSE WHO ARE THIRSTY 
23-  IN THE MOUNTAIN OF THE LORD 
24-  THE MOUNTAIN OF THE LORD  I CAN HEAR YOUR CHOICE 
25-  THE MOUNTAIN OF THE LORD  I CAN TOUCH YOUR FACE 
26-  THERE IS A PLACE  FOR THOSE WHO ARE THIRSTY 
27-  IN THE MOUNTAIN OF THE LORD 
28-  THE MOUNTAIN OF THE LORD  I CAN FEEL NO FEAR 
29-  THE MOUNTAIN OF THE LORD YOUR PRESENCE DRAWS ME NEAR 
30-  THERE IS A PLACE FOR THOSE WHO ARE LONELY 
31-  IN THE MOUNTAIN OF THE LORD 
32-  I STAND ALONE, I SENSE YOU CLOSE 
33-  MY DESIRE PURIFIED  MY DREAMS ARE REALIZED 
34-  YOU CARRY ME TO THE SOUND OF YOUR HEARTBEAT 
35-  AND I CAN CLEARLY SEE THAT YOU HAE CARRIED ME 
36-  ON THE WINGS OF DESTINY 
</a:t>
            </a:r>
            <a:endParaRPr lang="fr-FR" dirty="0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VEUX-TU ALLER  À LA MONTAGNE DU SEIGNEUR 
2-  IL EXISTE UN ENDROIT POUR TOUS CEUX QUI ONT SOIF 
3-  À LA MONTAGNE DU SEIGNEUR 
4-  VEUX-TU ALLER  À LA MONTAGNE DU SEIGNEUR 
5-  IL EXISTE UN ENDROIT POUR TOUS CEUX QUI SONT SEULS 
6-  À LA MONTAGNE DU SEIGNEUR 
7-  À LA MONTAGNE DU SEIGNEUR JE PEUX ENTENDRE TA VOIX 
8-  À LA MONTAGNE DU SEIGNEUR JE PEUX TOUCHER TA FACE 
9-  IL EXISTE UN ENDROIT POUR TOUS CEUX QUI ONT SOIF 
10-  À LA MONTAGNE DU SEIGNEUR 
11-  À LA MONTAGNE DU SEIGNEUR JE NE SENS PLUS DE PEUR 
12-  À LA MONTAGNE DU SEIGNEUR TA PRÉSENCE M’ATTIRE À TOI 
13-  IL EXISTE UN ENDROIT  POUR TOUS CEUX QUI SONT SEULS 
14-  À LA MONTAGNE DU SEIGNEUR 
15-  JE ME TIENS DEVANT TOI JE TE SENS PRÈS DE MOI 
16-  MON DÉSIR PURIFIÉ MES RÊVES RÉALISÉS 
17-  TU ME PORTES 
18-  AU  SON DES BATTEMENTS  DE TON COEUR 
19-  ET JE PEUX CLAIREMENT VOIR  QUE TU ME PORTES  
20-  SUR LES AILES DU DESTIN </a:t>
            </a:r>
          </a:p>
          <a:p>
            <a:endParaRPr lang="fr-FR" smtClean="0"/>
          </a:p>
          <a:p>
            <a:r>
              <a:rPr lang="fr-FR" smtClean="0"/>
              <a:t>****anglais***</a:t>
            </a:r>
          </a:p>
          <a:p>
            <a:r>
              <a:rPr lang="fr-FR" smtClean="0"/>
              <a:t>21-  DO YOU TO GO TO  THE MOUNTAIN OF THE LORD 
22-  THERE IS A PLACE FOR THOSE WHO ARE THIRSTY 
23-  IN THE MOUNTAIN OF THE LORD 
24-  THE MOUNTAIN OF THE LORD  I CAN HEAR YOUR CHOICE 
25-  THE MOUNTAIN OF THE LORD  I CAN TOUCH YOUR FACE 
26-  THERE IS A PLACE  FOR THOSE WHO ARE THIRSTY 
27-  IN THE MOUNTAIN OF THE LORD 
28-  THE MOUNTAIN OF THE LORD  I CAN FEEL NO FEAR 
29-  THE MOUNTAIN OF THE LORD YOUR PRESENCE DRAWS ME NEAR 
30-  THERE IS A PLACE FOR THOSE WHO ARE LONELY 
31-  IN THE MOUNTAIN OF THE LORD 
32-  I STAND ALONE, I SENSE YOU CLOSE 
33-  MY DESIRE PURIFIED  MY DREAMS ARE REALIZED 
34-  YOU CARRY ME TO THE SOUND OF YOUR HEARTBEAT 
35-  AND I CAN CLEARLY SEE THAT YOU HAE CARRIED ME 
36-  ON THE WINGS OF DESTINY 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VEUX-TU ALLER  À LA MONTAGNE DU SEIGNEUR 
2-  IL EXISTE UN ENDROIT POUR TOUS CEUX QUI ONT SOIF 
3-  À LA MONTAGNE DU SEIGNEUR 
4-  VEUX-TU ALLER  À LA MONTAGNE DU SEIGNEUR 
5-  IL EXISTE UN ENDROIT POUR TOUS CEUX QUI SONT SEULS 
6-  À LA MONTAGNE DU SEIGNEUR 
7-  À LA MONTAGNE DU SEIGNEUR JE PEUX ENTENDRE TA VOIX 
8-  À LA MONTAGNE DU SEIGNEUR JE PEUX TOUCHER TA FACE 
9-  IL EXISTE UN ENDROIT POUR TOUS CEUX QUI ONT SOIF 
10-  À LA MONTAGNE DU SEIGNEUR 
11-  À LA MONTAGNE DU SEIGNEUR JE NE SENS PLUS DE PEUR 
12-  À LA MONTAGNE DU SEIGNEUR TA PRÉSENCE M’ATTIRE À TOI 
13-  IL EXISTE UN ENDROIT  POUR TOUS CEUX QUI SONT SEULS 
14-  À LA MONTAGNE DU SEIGNEUR 
15-  JE ME TIENS DEVANT TOI JE TE SENS PRÈS DE MOI 
16-  MON DÉSIR PURIFIÉ MES RÊVES RÉALISÉS 
17-  TU ME PORTES 
18-  AU  SON DES BATTEMENTS  DE TON COEUR 
19-  ET JE PEUX CLAIREMENT VOIR  QUE TU ME PORTES  
20-  SUR LES AILES DU DESTIN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****anglais***</a:t>
            </a:r>
          </a:p>
          <a:p>
            <a:pPr>
              <a:defRPr/>
            </a:pPr>
            <a:r>
              <a:rPr lang="fr-FR" smtClean="0"/>
              <a:t>21-  DO YOU TO GO TO  THE MOUNTAIN OF THE LORD 
22-  THERE IS A PLACE FOR THOSE WHO ARE THIRSTY 
23-  IN THE MOUNTAIN OF THE LORD 
24-  THE MOUNTAIN OF THE LORD  I CAN HEAR YOUR CHOICE 
25-  THE MOUNTAIN OF THE LORD  I CAN TOUCH YOUR FACE 
26-  THERE IS A PLACE  FOR THOSE WHO ARE THIRSTY 
27-  IN THE MOUNTAIN OF THE LORD 
28-  THE MOUNTAIN OF THE LORD  I CAN FEEL NO FEAR 
29-  THE MOUNTAIN OF THE LORD YOUR PRESENCE DRAWS ME NEAR 
30-  THERE IS A PLACE FOR THOSE WHO ARE LONELY 
31-  IN THE MOUNTAIN OF THE LORD 
32-  I STAND ALONE, I SENSE YOU CLOSE 
33-  MY DESIRE PURIFIED  MY DREAMS ARE REALIZED 
34-  YOU CARRY ME TO THE SOUND OF YOUR HEARTBEAT 
35-  AND I CAN CLEARLY SEE THAT YOU HAE CARRIED ME 
36-  ON THE WINGS OF DESTINY 
</a:t>
            </a:r>
            <a:endParaRPr lang="fr-FR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VEUX-TU ALLER  À LA MONTAGNE DU SEIGNEUR 
2-  IL EXISTE UN ENDROIT POUR TOUS CEUX QUI ONT SOIF 
3-  À LA MONTAGNE DU SEIGNEUR 
4-  VEUX-TU ALLER  À LA MONTAGNE DU SEIGNEUR 
5-  IL EXISTE UN ENDROIT POUR TOUS CEUX QUI SONT SEULS 
6-  À LA MONTAGNE DU SEIGNEUR 
7-  À LA MONTAGNE DU SEIGNEUR JE PEUX ENTENDRE TA VOIX 
8-  À LA MONTAGNE DU SEIGNEUR JE PEUX TOUCHER TA FACE 
9-  IL EXISTE UN ENDROIT POUR TOUS CEUX QUI ONT SOIF 
10-  À LA MONTAGNE DU SEIGNEUR 
11-  À LA MONTAGNE DU SEIGNEUR JE NE SENS PLUS DE PEUR 
12-  À LA MONTAGNE DU SEIGNEUR TA PRÉSENCE M’ATTIRE À TOI 
13-  IL EXISTE UN ENDROIT  POUR TOUS CEUX QUI SONT SEULS 
14-  À LA MONTAGNE DU SEIGNEUR 
15-  JE ME TIENS DEVANT TOI JE TE SENS PRÈS DE MOI 
16-  MON DÉSIR PURIFIÉ MES RÊVES RÉALISÉS 
17-  TU ME PORTES 
18-  AU  SON DES BATTEMENTS  DE TON COEUR 
19-  ET JE PEUX CLAIREMENT VOIR  QUE TU ME PORTES  
20-  SUR LES AILES DU DESTIN </a:t>
            </a:r>
          </a:p>
          <a:p>
            <a:endParaRPr lang="fr-FR" smtClean="0"/>
          </a:p>
          <a:p>
            <a:r>
              <a:rPr lang="fr-FR" smtClean="0"/>
              <a:t>****anglais***</a:t>
            </a:r>
          </a:p>
          <a:p>
            <a:r>
              <a:rPr lang="fr-FR" smtClean="0"/>
              <a:t>21-  DO YOU TO GO TO  THE MOUNTAIN OF THE LORD 
22-  THERE IS A PLACE FOR THOSE WHO ARE THIRSTY 
23-  IN THE MOUNTAIN OF THE LORD 
24-  THE MOUNTAIN OF THE LORD  I CAN HEAR YOUR CHOICE 
25-  THE MOUNTAIN OF THE LORD  I CAN TOUCH YOUR FACE 
26-  THERE IS A PLACE  FOR THOSE WHO ARE THIRSTY 
27-  IN THE MOUNTAIN OF THE LORD 
28-  THE MOUNTAIN OF THE LORD  I CAN FEEL NO FEAR 
29-  THE MOUNTAIN OF THE LORD YOUR PRESENCE DRAWS ME NEAR 
30-  THERE IS A PLACE FOR THOSE WHO ARE LONELY 
31-  IN THE MOUNTAIN OF THE LORD 
32-  I STAND ALONE, I SENSE YOU CLOSE 
33-  MY DESIRE PURIFIED  MY DREAMS ARE REALIZED 
34-  YOU CARRY ME TO THE SOUND OF YOUR HEARTBEAT 
35-  AND I CAN CLEARLY SEE THAT YOU HAE CARRIED ME 
36-  ON THE WINGS OF DESTINY 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VEUX-TU ALLER  À LA MONTAGNE DU SEIGNEUR 
2-  IL EXISTE UN ENDROIT POUR TOUS CEUX QUI ONT SOIF 
3-  À LA MONTAGNE DU SEIGNEUR 
4-  VEUX-TU ALLER  À LA MONTAGNE DU SEIGNEUR 
5-  IL EXISTE UN ENDROIT POUR TOUS CEUX QUI SONT SEULS 
6-  À LA MONTAGNE DU SEIGNEUR 
7-  À LA MONTAGNE DU SEIGNEUR JE PEUX ENTENDRE TA VOIX 
8-  À LA MONTAGNE DU SEIGNEUR JE PEUX TOUCHER TA FACE 
9-  IL EXISTE UN ENDROIT POUR TOUS CEUX QUI ONT SOIF 
10-  À LA MONTAGNE DU SEIGNEUR 
11-  À LA MONTAGNE DU SEIGNEUR JE NE SENS PLUS DE PEUR 
12-  À LA MONTAGNE DU SEIGNEUR TA PRÉSENCE M’ATTIRE À TOI 
13-  IL EXISTE UN ENDROIT  POUR TOUS CEUX QUI SONT SEULS 
14-  À LA MONTAGNE DU SEIGNEUR 
15-  JE ME TIENS DEVANT TOI JE TE SENS PRÈS DE MOI 
16-  MON DÉSIR PURIFIÉ MES RÊVES RÉALISÉS 
17-  TU ME PORTES 
18-  AU  SON DES BATTEMENTS  DE TON COEUR 
19-  ET JE PEUX CLAIREMENT VOIR  QUE TU ME PORTES  
20-  SUR LES AILES DU DESTIN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****anglais***</a:t>
            </a:r>
          </a:p>
          <a:p>
            <a:pPr>
              <a:defRPr/>
            </a:pPr>
            <a:r>
              <a:rPr lang="fr-FR" smtClean="0"/>
              <a:t>21-  DO YOU TO GO TO  THE MOUNTAIN OF THE LORD 
22-  THERE IS A PLACE FOR THOSE WHO ARE THIRSTY 
23-  IN THE MOUNTAIN OF THE LORD 
24-  THE MOUNTAIN OF THE LORD  I CAN HEAR YOUR CHOICE 
25-  THE MOUNTAIN OF THE LORD  I CAN TOUCH YOUR FACE 
26-  THERE IS A PLACE  FOR THOSE WHO ARE THIRSTY 
27-  IN THE MOUNTAIN OF THE LORD 
28-  THE MOUNTAIN OF THE LORD  I CAN FEEL NO FEAR 
29-  THE MOUNTAIN OF THE LORD YOUR PRESENCE DRAWS ME NEAR 
30-  THERE IS A PLACE FOR THOSE WHO ARE LONELY 
31-  IN THE MOUNTAIN OF THE LORD 
32-  I STAND ALONE, I SENSE YOU CLOSE 
33-  MY DESIRE PURIFIED  MY DREAMS ARE REALIZED 
34-  YOU CARRY ME TO THE SOUND OF YOUR HEARTBEAT 
35-  AND I CAN CLEARLY SEE THAT YOU HAE CARRIED ME 
36-  ON THE WINGS OF DESTINY 
</a:t>
            </a:r>
            <a:endParaRPr lang="fr-FR" dirty="0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VEUX-TU ALLER  À LA MONTAGNE DU SEIGNEUR 
2-  IL EXISTE UN ENDROIT POUR TOUS CEUX QUI ONT SOIF 
3-  À LA MONTAGNE DU SEIGNEUR 
4-  VEUX-TU ALLER  À LA MONTAGNE DU SEIGNEUR 
5-  IL EXISTE UN ENDROIT POUR TOUS CEUX QUI SONT SEULS 
6-  À LA MONTAGNE DU SEIGNEUR 
7-  À LA MONTAGNE DU SEIGNEUR JE PEUX ENTENDRE TA VOIX 
8-  À LA MONTAGNE DU SEIGNEUR JE PEUX TOUCHER TA FACE 
9-  IL EXISTE UN ENDROIT POUR TOUS CEUX QUI ONT SOIF 
10-  À LA MONTAGNE DU SEIGNEUR 
11-  À LA MONTAGNE DU SEIGNEUR JE NE SENS PLUS DE PEUR 
12-  À LA MONTAGNE DU SEIGNEUR TA PRÉSENCE M’ATTIRE À TOI 
13-  IL EXISTE UN ENDROIT  POUR TOUS CEUX QUI SONT SEULS 
14-  À LA MONTAGNE DU SEIGNEUR 
15-  JE ME TIENS DEVANT TOI JE TE SENS PRÈS DE MOI 
16-  MON DÉSIR PURIFIÉ MES RÊVES RÉALISÉS 
17-  TU ME PORTES 
18-  AU  SON DES BATTEMENTS  DE TON COEUR 
19-  ET JE PEUX CLAIREMENT VOIR  QUE TU ME PORTES  
20-  SUR LES AILES DU DESTIN </a:t>
            </a:r>
          </a:p>
          <a:p>
            <a:endParaRPr lang="fr-FR" smtClean="0"/>
          </a:p>
          <a:p>
            <a:r>
              <a:rPr lang="fr-FR" smtClean="0"/>
              <a:t>****anglais***</a:t>
            </a:r>
          </a:p>
          <a:p>
            <a:r>
              <a:rPr lang="fr-FR" smtClean="0"/>
              <a:t>21-  DO YOU TO GO TO  THE MOUNTAIN OF THE LORD 
22-  THERE IS A PLACE FOR THOSE WHO ARE THIRSTY 
23-  IN THE MOUNTAIN OF THE LORD 
24-  THE MOUNTAIN OF THE LORD  I CAN HEAR YOUR CHOICE 
25-  THE MOUNTAIN OF THE LORD  I CAN TOUCH YOUR FACE 
26-  THERE IS A PLACE  FOR THOSE WHO ARE THIRSTY 
27-  IN THE MOUNTAIN OF THE LORD 
28-  THE MOUNTAIN OF THE LORD  I CAN FEEL NO FEAR 
29-  THE MOUNTAIN OF THE LORD YOUR PRESENCE DRAWS ME NEAR 
30-  THERE IS A PLACE FOR THOSE WHO ARE LONELY 
31-  IN THE MOUNTAIN OF THE LORD 
32-  I STAND ALONE, I SENSE YOU CLOSE 
33-  MY DESIRE PURIFIED  MY DREAMS ARE REALIZED 
34-  YOU CARRY ME TO THE SOUND OF YOUR HEARTBEAT 
35-  AND I CAN CLEARLY SEE THAT YOU HAE CARRIED ME 
36-  ON THE WINGS OF DESTINY 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VEUX-TU ALLER  À LA MONTAGNE DU SEIGNEUR 
2-  IL EXISTE UN ENDROIT POUR TOUS CEUX QUI ONT SOIF 
3-  À LA MONTAGNE DU SEIGNEUR 
4-  VEUX-TU ALLER  À LA MONTAGNE DU SEIGNEUR 
5-  IL EXISTE UN ENDROIT POUR TOUS CEUX QUI SONT SEULS 
6-  À LA MONTAGNE DU SEIGNEUR 
7-  À LA MONTAGNE DU SEIGNEUR JE PEUX ENTENDRE TA VOIX 
8-  À LA MONTAGNE DU SEIGNEUR JE PEUX TOUCHER TA FACE 
9-  IL EXISTE UN ENDROIT POUR TOUS CEUX QUI ONT SOIF 
10-  À LA MONTAGNE DU SEIGNEUR 
11-  À LA MONTAGNE DU SEIGNEUR JE NE SENS PLUS DE PEUR 
12-  À LA MONTAGNE DU SEIGNEUR TA PRÉSENCE M’ATTIRE À TOI 
13-  IL EXISTE UN ENDROIT  POUR TOUS CEUX QUI SONT SEULS 
14-  À LA MONTAGNE DU SEIGNEUR 
15-  JE ME TIENS DEVANT TOI JE TE SENS PRÈS DE MOI 
16-  MON DÉSIR PURIFIÉ MES RÊVES RÉALISÉS 
17-  TU ME PORTES 
18-  AU  SON DES BATTEMENTS  DE TON COEUR 
19-  ET JE PEUX CLAIREMENT VOIR  QUE TU ME PORTES  
20-  SUR LES AILES DU DESTIN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****anglais***</a:t>
            </a:r>
          </a:p>
          <a:p>
            <a:pPr>
              <a:defRPr/>
            </a:pPr>
            <a:r>
              <a:rPr lang="fr-FR" smtClean="0"/>
              <a:t>21-  DO YOU TO GO TO  THE MOUNTAIN OF THE LORD 
22-  THERE IS A PLACE FOR THOSE WHO ARE THIRSTY 
23-  IN THE MOUNTAIN OF THE LORD 
24-  THE MOUNTAIN OF THE LORD  I CAN HEAR YOUR CHOICE 
25-  THE MOUNTAIN OF THE LORD  I CAN TOUCH YOUR FACE 
26-  THERE IS A PLACE  FOR THOSE WHO ARE THIRSTY 
27-  IN THE MOUNTAIN OF THE LORD 
28-  THE MOUNTAIN OF THE LORD  I CAN FEEL NO FEAR 
29-  THE MOUNTAIN OF THE LORD YOUR PRESENCE DRAWS ME NEAR 
30-  THERE IS A PLACE FOR THOSE WHO ARE LONELY 
31-  IN THE MOUNTAIN OF THE LORD 
32-  I STAND ALONE, I SENSE YOU CLOSE 
33-  MY DESIRE PURIFIED  MY DREAMS ARE REALIZED 
34-  YOU CARRY ME TO THE SOUND OF YOUR HEARTBEAT 
35-  AND I CAN CLEARLY SEE THAT YOU HAE CARRIED ME 
36-  ON THE WINGS OF DESTINY 
</a:t>
            </a:r>
            <a:endParaRPr lang="fr-FR" dirty="0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VEUX-TU ALLER  À LA MONTAGNE DU SEIGNEUR 
2-  IL EXISTE UN ENDROIT POUR TOUS CEUX QUI ONT SOIF 
3-  À LA MONTAGNE DU SEIGNEUR 
4-  VEUX-TU ALLER  À LA MONTAGNE DU SEIGNEUR 
5-  IL EXISTE UN ENDROIT POUR TOUS CEUX QUI SONT SEULS 
6-  À LA MONTAGNE DU SEIGNEUR 
7-  À LA MONTAGNE DU SEIGNEUR JE PEUX ENTENDRE TA VOIX 
8-  À LA MONTAGNE DU SEIGNEUR JE PEUX TOUCHER TA FACE 
9-  IL EXISTE UN ENDROIT POUR TOUS CEUX QUI ONT SOIF 
10-  À LA MONTAGNE DU SEIGNEUR 
11-  À LA MONTAGNE DU SEIGNEUR JE NE SENS PLUS DE PEUR 
12-  À LA MONTAGNE DU SEIGNEUR TA PRÉSENCE M’ATTIRE À TOI 
13-  IL EXISTE UN ENDROIT  POUR TOUS CEUX QUI SONT SEULS 
14-  À LA MONTAGNE DU SEIGNEUR 
15-  JE ME TIENS DEVANT TOI JE TE SENS PRÈS DE MOI 
16-  MON DÉSIR PURIFIÉ MES RÊVES RÉALISÉS 
17-  TU ME PORTES 
18-  AU  SON DES BATTEMENTS  DE TON COEUR 
19-  ET JE PEUX CLAIREMENT VOIR  QUE TU ME PORTES  
20-  SUR LES AILES DU DESTIN </a:t>
            </a:r>
          </a:p>
          <a:p>
            <a:endParaRPr lang="fr-FR" smtClean="0"/>
          </a:p>
          <a:p>
            <a:r>
              <a:rPr lang="fr-FR" smtClean="0"/>
              <a:t>****anglais***</a:t>
            </a:r>
          </a:p>
          <a:p>
            <a:r>
              <a:rPr lang="fr-FR" smtClean="0"/>
              <a:t>21-  DO YOU TO GO TO  THE MOUNTAIN OF THE LORD 
22-  THERE IS A PLACE FOR THOSE WHO ARE THIRSTY 
23-  IN THE MOUNTAIN OF THE LORD 
24-  THE MOUNTAIN OF THE LORD  I CAN HEAR YOUR CHOICE 
25-  THE MOUNTAIN OF THE LORD  I CAN TOUCH YOUR FACE 
26-  THERE IS A PLACE  FOR THOSE WHO ARE THIRSTY 
27-  IN THE MOUNTAIN OF THE LORD 
28-  THE MOUNTAIN OF THE LORD  I CAN FEEL NO FEAR 
29-  THE MOUNTAIN OF THE LORD YOUR PRESENCE DRAWS ME NEAR 
30-  THERE IS A PLACE FOR THOSE WHO ARE LONELY 
31-  IN THE MOUNTAIN OF THE LORD 
32-  I STAND ALONE, I SENSE YOU CLOSE 
33-  MY DESIRE PURIFIED  MY DREAMS ARE REALIZED 
34-  YOU CARRY ME TO THE SOUND OF YOUR HEARTBEAT 
35-  AND I CAN CLEARLY SEE THAT YOU HAE CARRIED ME 
36-  ON THE WINGS OF DESTINY 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VEUX-TU ALLER  À LA MONTAGNE DU SEIGNEUR 
2-  IL EXISTE UN ENDROIT POUR TOUS CEUX QUI ONT SOIF 
3-  À LA MONTAGNE DU SEIGNEUR 
4-  VEUX-TU ALLER  À LA MONTAGNE DU SEIGNEUR 
5-  IL EXISTE UN ENDROIT POUR TOUS CEUX QUI SONT SEULS 
6-  À LA MONTAGNE DU SEIGNEUR 
7-  À LA MONTAGNE DU SEIGNEUR JE PEUX ENTENDRE TA VOIX 
8-  À LA MONTAGNE DU SEIGNEUR JE PEUX TOUCHER TA FACE 
9-  IL EXISTE UN ENDROIT POUR TOUS CEUX QUI ONT SOIF 
10-  À LA MONTAGNE DU SEIGNEUR 
11-  À LA MONTAGNE DU SEIGNEUR JE NE SENS PLUS DE PEUR 
12-  À LA MONTAGNE DU SEIGNEUR TA PRÉSENCE M’ATTIRE À TOI 
13-  IL EXISTE UN ENDROIT  POUR TOUS CEUX QUI SONT SEULS 
14-  À LA MONTAGNE DU SEIGNEUR 
15-  JE ME TIENS DEVANT TOI JE TE SENS PRÈS DE MOI 
16-  MON DÉSIR PURIFIÉ MES RÊVES RÉALISÉS 
17-  TU ME PORTES 
18-  AU  SON DES BATTEMENTS  DE TON COEUR 
19-  ET JE PEUX CLAIREMENT VOIR  QUE TU ME PORTES  
20-  SUR LES AILES DU DESTIN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****anglais***</a:t>
            </a:r>
          </a:p>
          <a:p>
            <a:pPr>
              <a:defRPr/>
            </a:pPr>
            <a:r>
              <a:rPr lang="fr-FR" smtClean="0"/>
              <a:t>21-  DO YOU TO GO TO  THE MOUNTAIN OF THE LORD 
22-  THERE IS A PLACE FOR THOSE WHO ARE THIRSTY 
23-  IN THE MOUNTAIN OF THE LORD 
24-  THE MOUNTAIN OF THE LORD  I CAN HEAR YOUR CHOICE 
25-  THE MOUNTAIN OF THE LORD  I CAN TOUCH YOUR FACE 
26-  THERE IS A PLACE  FOR THOSE WHO ARE THIRSTY 
27-  IN THE MOUNTAIN OF THE LORD 
28-  THE MOUNTAIN OF THE LORD  I CAN FEEL NO FEAR 
29-  THE MOUNTAIN OF THE LORD YOUR PRESENCE DRAWS ME NEAR 
30-  THERE IS A PLACE FOR THOSE WHO ARE LONELY 
31-  IN THE MOUNTAIN OF THE LORD 
32-  I STAND ALONE, I SENSE YOU CLOSE 
33-  MY DESIRE PURIFIED  MY DREAMS ARE REALIZED 
34-  YOU CARRY ME TO THE SOUND OF YOUR HEARTBEAT 
35-  AND I CAN CLEARLY SEE THAT YOU HAE CARRIED ME 
36-  ON THE WINGS OF DESTINY 
</a:t>
            </a:r>
            <a:endParaRPr lang="fr-FR" dirty="0" smtClean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VEUX-TU ALLER  À LA MONTAGNE DU SEIGNEUR 
2-  IL EXISTE UN ENDROIT POUR TOUS CEUX QUI ONT SOIF 
3-  À LA MONTAGNE DU SEIGNEUR 
4-  VEUX-TU ALLER  À LA MONTAGNE DU SEIGNEUR 
5-  IL EXISTE UN ENDROIT POUR TOUS CEUX QUI SONT SEULS 
6-  À LA MONTAGNE DU SEIGNEUR 
7-  À LA MONTAGNE DU SEIGNEUR JE PEUX ENTENDRE TA VOIX 
8-  À LA MONTAGNE DU SEIGNEUR JE PEUX TOUCHER TA FACE 
9-  IL EXISTE UN ENDROIT POUR TOUS CEUX QUI ONT SOIF 
10-  À LA MONTAGNE DU SEIGNEUR 
11-  À LA MONTAGNE DU SEIGNEUR JE NE SENS PLUS DE PEUR 
12-  À LA MONTAGNE DU SEIGNEUR TA PRÉSENCE M’ATTIRE À TOI 
13-  IL EXISTE UN ENDROIT  POUR TOUS CEUX QUI SONT SEULS 
14-  À LA MONTAGNE DU SEIGNEUR 
15-  JE ME TIENS DEVANT TOI JE TE SENS PRÈS DE MOI 
16-  MON DÉSIR PURIFIÉ MES RÊVES RÉALISÉS 
17-  TU ME PORTES 
18-  AU  SON DES BATTEMENTS  DE TON COEUR 
19-  ET JE PEUX CLAIREMENT VOIR  QUE TU ME PORTES  
20-  SUR LES AILES DU DESTIN </a:t>
            </a:r>
          </a:p>
          <a:p>
            <a:endParaRPr lang="fr-FR" smtClean="0"/>
          </a:p>
          <a:p>
            <a:r>
              <a:rPr lang="fr-FR" smtClean="0"/>
              <a:t>****anglais***</a:t>
            </a:r>
          </a:p>
          <a:p>
            <a:r>
              <a:rPr lang="fr-FR" smtClean="0"/>
              <a:t>21-  DO YOU TO GO TO  THE MOUNTAIN OF THE LORD 
22-  THERE IS A PLACE FOR THOSE WHO ARE THIRSTY 
23-  IN THE MOUNTAIN OF THE LORD 
24-  THE MOUNTAIN OF THE LORD  I CAN HEAR YOUR CHOICE 
25-  THE MOUNTAIN OF THE LORD  I CAN TOUCH YOUR FACE 
26-  THERE IS A PLACE  FOR THOSE WHO ARE THIRSTY 
27-  IN THE MOUNTAIN OF THE LORD 
28-  THE MOUNTAIN OF THE LORD  I CAN FEEL NO FEAR 
29-  THE MOUNTAIN OF THE LORD YOUR PRESENCE DRAWS ME NEAR 
30-  THERE IS A PLACE FOR THOSE WHO ARE LONELY 
31-  IN THE MOUNTAIN OF THE LORD 
32-  I STAND ALONE, I SENSE YOU CLOSE 
33-  MY DESIRE PURIFIED  MY DREAMS ARE REALIZED 
34-  YOU CARRY ME TO THE SOUND OF YOUR HEARTBEAT 
35-  AND I CAN CLEARLY SEE THAT YOU HAE CARRIED ME 
36-  ON THE WINGS OF DESTINY 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VEUX-TU ALLER  À LA MONTAGNE DU SEIGNEUR 
2-  IL EXISTE UN ENDROIT POUR TOUS CEUX QUI ONT SOIF 
3-  À LA MONTAGNE DU SEIGNEUR 
4-  VEUX-TU ALLER  À LA MONTAGNE DU SEIGNEUR 
5-  IL EXISTE UN ENDROIT POUR TOUS CEUX QUI SONT SEULS 
6-  À LA MONTAGNE DU SEIGNEUR 
7-  À LA MONTAGNE DU SEIGNEUR JE PEUX ENTENDRE TA VOIX 
8-  À LA MONTAGNE DU SEIGNEUR JE PEUX TOUCHER TA FACE 
9-  IL EXISTE UN ENDROIT POUR TOUS CEUX QUI ONT SOIF 
10-  À LA MONTAGNE DU SEIGNEUR 
11-  À LA MONTAGNE DU SEIGNEUR JE NE SENS PLUS DE PEUR 
12-  À LA MONTAGNE DU SEIGNEUR TA PRÉSENCE M’ATTIRE À TOI 
13-  IL EXISTE UN ENDROIT  POUR TOUS CEUX QUI SONT SEULS 
14-  À LA MONTAGNE DU SEIGNEUR 
15-  JE ME TIENS DEVANT TOI JE TE SENS PRÈS DE MOI 
16-  MON DÉSIR PURIFIÉ MES RÊVES RÉALISÉS 
17-  TU ME PORTES 
18-  AU  SON DES BATTEMENTS  DE TON COEUR 
19-  ET JE PEUX CLAIREMENT VOIR  QUE TU ME PORTES  
20-  SUR LES AILES DU DESTIN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****anglais***</a:t>
            </a:r>
          </a:p>
          <a:p>
            <a:pPr>
              <a:defRPr/>
            </a:pPr>
            <a:r>
              <a:rPr lang="fr-FR" smtClean="0"/>
              <a:t>21-  DO YOU TO GO TO  THE MOUNTAIN OF THE LORD 
22-  THERE IS A PLACE FOR THOSE WHO ARE THIRSTY 
23-  IN THE MOUNTAIN OF THE LORD 
24-  THE MOUNTAIN OF THE LORD  I CAN HEAR YOUR CHOICE 
25-  THE MOUNTAIN OF THE LORD  I CAN TOUCH YOUR FACE 
26-  THERE IS A PLACE  FOR THOSE WHO ARE THIRSTY 
27-  IN THE MOUNTAIN OF THE LORD 
28-  THE MOUNTAIN OF THE LORD  I CAN FEEL NO FEAR 
29-  THE MOUNTAIN OF THE LORD YOUR PRESENCE DRAWS ME NEAR 
30-  THERE IS A PLACE FOR THOSE WHO ARE LONELY 
31-  IN THE MOUNTAIN OF THE LORD 
32-  I STAND ALONE, I SENSE YOU CLOSE 
33-  MY DESIRE PURIFIED  MY DREAMS ARE REALIZED 
34-  YOU CARRY ME TO THE SOUND OF YOUR HEARTBEAT 
35-  AND I CAN CLEARLY SEE THAT YOU HAE CARRIED ME 
36-  ON THE WINGS OF DESTINY 
</a:t>
            </a:r>
            <a:endParaRPr lang="fr-FR" dirty="0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VEUX-TU ALLER  À LA MONTAGNE DU SEIGNEUR 
2-  IL EXISTE UN ENDROIT POUR TOUS CEUX QUI ONT SOIF 
3-  À LA MONTAGNE DU SEIGNEUR 
4-  VEUX-TU ALLER  À LA MONTAGNE DU SEIGNEUR 
5-  IL EXISTE UN ENDROIT POUR TOUS CEUX QUI SONT SEULS 
6-  À LA MONTAGNE DU SEIGNEUR 
7-  À LA MONTAGNE DU SEIGNEUR JE PEUX ENTENDRE TA VOIX 
8-  À LA MONTAGNE DU SEIGNEUR JE PEUX TOUCHER TA FACE 
9-  IL EXISTE UN ENDROIT POUR TOUS CEUX QUI ONT SOIF 
10-  À LA MONTAGNE DU SEIGNEUR 
11-  À LA MONTAGNE DU SEIGNEUR JE NE SENS PLUS DE PEUR 
12-  À LA MONTAGNE DU SEIGNEUR TA PRÉSENCE M’ATTIRE À TOI 
13-  IL EXISTE UN ENDROIT  POUR TOUS CEUX QUI SONT SEULS 
14-  À LA MONTAGNE DU SEIGNEUR 
15-  JE ME TIENS DEVANT TOI JE TE SENS PRÈS DE MOI 
16-  MON DÉSIR PURIFIÉ MES RÊVES RÉALISÉS 
17-  TU ME PORTES 
18-  AU  SON DES BATTEMENTS  DE TON COEUR 
19-  ET JE PEUX CLAIREMENT VOIR  QUE TU ME PORTES  
20-  SUR LES AILES DU DESTIN </a:t>
            </a:r>
          </a:p>
          <a:p>
            <a:endParaRPr lang="fr-FR" smtClean="0"/>
          </a:p>
          <a:p>
            <a:r>
              <a:rPr lang="fr-FR" smtClean="0"/>
              <a:t>****anglais***</a:t>
            </a:r>
          </a:p>
          <a:p>
            <a:r>
              <a:rPr lang="fr-FR" smtClean="0"/>
              <a:t>21-  DO YOU TO GO TO  THE MOUNTAIN OF THE LORD 
22-  THERE IS A PLACE FOR THOSE WHO ARE THIRSTY 
23-  IN THE MOUNTAIN OF THE LORD 
24-  THE MOUNTAIN OF THE LORD  I CAN HEAR YOUR CHOICE 
25-  THE MOUNTAIN OF THE LORD  I CAN TOUCH YOUR FACE 
26-  THERE IS A PLACE  FOR THOSE WHO ARE THIRSTY 
27-  IN THE MOUNTAIN OF THE LORD 
28-  THE MOUNTAIN OF THE LORD  I CAN FEEL NO FEAR 
29-  THE MOUNTAIN OF THE LORD YOUR PRESENCE DRAWS ME NEAR 
30-  THERE IS A PLACE FOR THOSE WHO ARE LONELY 
31-  IN THE MOUNTAIN OF THE LORD 
32-  I STAND ALONE, I SENSE YOU CLOSE 
33-  MY DESIRE PURIFIED  MY DREAMS ARE REALIZED 
34-  YOU CARRY ME TO THE SOUND OF YOUR HEARTBEAT 
35-  AND I CAN CLEARLY SEE THAT YOU HAE CARRIED ME 
36-  ON THE WINGS OF DESTINY 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VEUX-TU ALLER  À LA MONTAGNE DU SEIGNEUR 
2-  IL EXISTE UN ENDROIT POUR TOUS CEUX QUI ONT SOIF 
3-  À LA MONTAGNE DU SEIGNEUR 
4-  VEUX-TU ALLER  À LA MONTAGNE DU SEIGNEUR 
5-  IL EXISTE UN ENDROIT POUR TOUS CEUX QUI SONT SEULS 
6-  À LA MONTAGNE DU SEIGNEUR 
7-  À LA MONTAGNE DU SEIGNEUR JE PEUX ENTENDRE TA VOIX 
8-  À LA MONTAGNE DU SEIGNEUR JE PEUX TOUCHER TA FACE 
9-  IL EXISTE UN ENDROIT POUR TOUS CEUX QUI ONT SOIF 
10-  À LA MONTAGNE DU SEIGNEUR 
11-  À LA MONTAGNE DU SEIGNEUR JE NE SENS PLUS DE PEUR 
12-  À LA MONTAGNE DU SEIGNEUR TA PRÉSENCE M’ATTIRE À TOI 
13-  IL EXISTE UN ENDROIT  POUR TOUS CEUX QUI SONT SEULS 
14-  À LA MONTAGNE DU SEIGNEUR 
15-  JE ME TIENS DEVANT TOI JE TE SENS PRÈS DE MOI 
16-  MON DÉSIR PURIFIÉ MES RÊVES RÉALISÉS 
17-  TU ME PORTES 
18-  AU  SON DES BATTEMENTS  DE TON COEUR 
19-  ET JE PEUX CLAIREMENT VOIR  QUE TU ME PORTES  
20-  SUR LES AILES DU DESTIN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****anglais***</a:t>
            </a:r>
          </a:p>
          <a:p>
            <a:pPr>
              <a:defRPr/>
            </a:pPr>
            <a:r>
              <a:rPr lang="fr-FR" smtClean="0"/>
              <a:t>21-  DO YOU TO GO TO  THE MOUNTAIN OF THE LORD 
22-  THERE IS A PLACE FOR THOSE WHO ARE THIRSTY 
23-  IN THE MOUNTAIN OF THE LORD 
24-  THE MOUNTAIN OF THE LORD  I CAN HEAR YOUR CHOICE 
25-  THE MOUNTAIN OF THE LORD  I CAN TOUCH YOUR FACE 
26-  THERE IS A PLACE  FOR THOSE WHO ARE THIRSTY 
27-  IN THE MOUNTAIN OF THE LORD 
28-  THE MOUNTAIN OF THE LORD  I CAN FEEL NO FEAR 
29-  THE MOUNTAIN OF THE LORD YOUR PRESENCE DRAWS ME NEAR 
30-  THERE IS A PLACE FOR THOSE WHO ARE LONELY 
31-  IN THE MOUNTAIN OF THE LORD 
32-  I STAND ALONE, I SENSE YOU CLOSE 
33-  MY DESIRE PURIFIED  MY DREAMS ARE REALIZED 
34-  YOU CARRY ME TO THE SOUND OF YOUR HEARTBEAT 
35-  AND I CAN CLEARLY SEE THAT YOU HAE CARRIED ME 
36-  ON THE WINGS OF DESTINY 
</a:t>
            </a:r>
            <a:endParaRPr lang="fr-FR" dirty="0" smtClean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VEUX-TU ALLER  À LA MONTAGNE DU SEIGNEUR 
2-  IL EXISTE UN ENDROIT POUR TOUS CEUX QUI ONT SOIF 
3-  À LA MONTAGNE DU SEIGNEUR 
4-  VEUX-TU ALLER  À LA MONTAGNE DU SEIGNEUR 
5-  IL EXISTE UN ENDROIT POUR TOUS CEUX QUI SONT SEULS 
6-  À LA MONTAGNE DU SEIGNEUR 
7-  À LA MONTAGNE DU SEIGNEUR JE PEUX ENTENDRE TA VOIX 
8-  À LA MONTAGNE DU SEIGNEUR JE PEUX TOUCHER TA FACE 
9-  IL EXISTE UN ENDROIT POUR TOUS CEUX QUI ONT SOIF 
10-  À LA MONTAGNE DU SEIGNEUR 
11-  À LA MONTAGNE DU SEIGNEUR JE NE SENS PLUS DE PEUR 
12-  À LA MONTAGNE DU SEIGNEUR TA PRÉSENCE M’ATTIRE À TOI 
13-  IL EXISTE UN ENDROIT  POUR TOUS CEUX QUI SONT SEULS 
14-  À LA MONTAGNE DU SEIGNEUR 
15-  JE ME TIENS DEVANT TOI JE TE SENS PRÈS DE MOI 
16-  MON DÉSIR PURIFIÉ MES RÊVES RÉALISÉS 
17-  TU ME PORTES 
18-  AU  SON DES BATTEMENTS  DE TON COEUR 
19-  ET JE PEUX CLAIREMENT VOIR  QUE TU ME PORTES  
20-  SUR LES AILES DU DESTIN </a:t>
            </a:r>
          </a:p>
          <a:p>
            <a:endParaRPr lang="fr-FR" smtClean="0"/>
          </a:p>
          <a:p>
            <a:r>
              <a:rPr lang="fr-FR" smtClean="0"/>
              <a:t>****anglais***</a:t>
            </a:r>
          </a:p>
          <a:p>
            <a:r>
              <a:rPr lang="fr-FR" smtClean="0"/>
              <a:t>21-  DO YOU TO GO TO  THE MOUNTAIN OF THE LORD 
22-  THERE IS A PLACE FOR THOSE WHO ARE THIRSTY 
23-  IN THE MOUNTAIN OF THE LORD 
24-  THE MOUNTAIN OF THE LORD  I CAN HEAR YOUR CHOICE 
25-  THE MOUNTAIN OF THE LORD  I CAN TOUCH YOUR FACE 
26-  THERE IS A PLACE  FOR THOSE WHO ARE THIRSTY 
27-  IN THE MOUNTAIN OF THE LORD 
28-  THE MOUNTAIN OF THE LORD  I CAN FEEL NO FEAR 
29-  THE MOUNTAIN OF THE LORD YOUR PRESENCE DRAWS ME NEAR 
30-  THERE IS A PLACE FOR THOSE WHO ARE LONELY 
31-  IN THE MOUNTAIN OF THE LORD 
32-  I STAND ALONE, I SENSE YOU CLOSE 
33-  MY DESIRE PURIFIED  MY DREAMS ARE REALIZED 
34-  YOU CARRY ME TO THE SOUND OF YOUR HEARTBEAT 
35-  AND I CAN CLEARLY SEE THAT YOU HAE CARRIED ME 
36-  ON THE WINGS OF DESTINY 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VEUX-TU ALLER  À LA MONTAGNE DU SEIGNEUR 
2-  IL EXISTE UN ENDROIT POUR TOUS CEUX QUI ONT SOIF 
3-  À LA MONTAGNE DU SEIGNEUR 
4-  VEUX-TU ALLER  À LA MONTAGNE DU SEIGNEUR 
5-  IL EXISTE UN ENDROIT POUR TOUS CEUX QUI SONT SEULS 
6-  À LA MONTAGNE DU SEIGNEUR 
7-  À LA MONTAGNE DU SEIGNEUR JE PEUX ENTENDRE TA VOIX 
8-  À LA MONTAGNE DU SEIGNEUR JE PEUX TOUCHER TA FACE 
9-  IL EXISTE UN ENDROIT POUR TOUS CEUX QUI ONT SOIF 
10-  À LA MONTAGNE DU SEIGNEUR 
11-  À LA MONTAGNE DU SEIGNEUR JE NE SENS PLUS DE PEUR 
12-  À LA MONTAGNE DU SEIGNEUR TA PRÉSENCE M’ATTIRE À TOI 
13-  IL EXISTE UN ENDROIT  POUR TOUS CEUX QUI SONT SEULS 
14-  À LA MONTAGNE DU SEIGNEUR 
15-  JE ME TIENS DEVANT TOI JE TE SENS PRÈS DE MOI 
16-  MON DÉSIR PURIFIÉ MES RÊVES RÉALISÉS 
17-  TU ME PORTES 
18-  AU  SON DES BATTEMENTS  DE TON COEUR 
19-  ET JE PEUX CLAIREMENT VOIR  QUE TU ME PORTES  
20-  SUR LES AILES DU DESTIN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****anglais***</a:t>
            </a:r>
          </a:p>
          <a:p>
            <a:pPr>
              <a:defRPr/>
            </a:pPr>
            <a:r>
              <a:rPr lang="fr-FR" smtClean="0"/>
              <a:t>21-  DO YOU TO GO TO  THE MOUNTAIN OF THE LORD 
22-  THERE IS A PLACE FOR THOSE WHO ARE THIRSTY 
23-  IN THE MOUNTAIN OF THE LORD 
24-  THE MOUNTAIN OF THE LORD  I CAN HEAR YOUR CHOICE 
25-  THE MOUNTAIN OF THE LORD  I CAN TOUCH YOUR FACE 
26-  THERE IS A PLACE  FOR THOSE WHO ARE THIRSTY 
27-  IN THE MOUNTAIN OF THE LORD 
28-  THE MOUNTAIN OF THE LORD  I CAN FEEL NO FEAR 
29-  THE MOUNTAIN OF THE LORD YOUR PRESENCE DRAWS ME NEAR 
30-  THERE IS A PLACE FOR THOSE WHO ARE LONELY 
31-  IN THE MOUNTAIN OF THE LORD 
32-  I STAND ALONE, I SENSE YOU CLOSE 
33-  MY DESIRE PURIFIED  MY DREAMS ARE REALIZED 
34-  YOU CARRY ME TO THE SOUND OF YOUR HEARTBEAT 
35-  AND I CAN CLEARLY SEE THAT YOU HAE CARRIED ME 
36-  ON THE WINGS OF DESTINY 
</a:t>
            </a:r>
            <a:endParaRPr lang="fr-FR" dirty="0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VEUX-TU ALLER  À LA MONTAGNE DU SEIGNEUR 
2-  IL EXISTE UN ENDROIT POUR TOUS CEUX QUI ONT SOIF 
3-  À LA MONTAGNE DU SEIGNEUR 
4-  VEUX-TU ALLER  À LA MONTAGNE DU SEIGNEUR 
5-  IL EXISTE UN ENDROIT POUR TOUS CEUX QUI SONT SEULS 
6-  À LA MONTAGNE DU SEIGNEUR 
7-  À LA MONTAGNE DU SEIGNEUR JE PEUX ENTENDRE TA VOIX 
8-  À LA MONTAGNE DU SEIGNEUR JE PEUX TOUCHER TA FACE 
9-  IL EXISTE UN ENDROIT POUR TOUS CEUX QUI ONT SOIF 
10-  À LA MONTAGNE DU SEIGNEUR 
11-  À LA MONTAGNE DU SEIGNEUR JE NE SENS PLUS DE PEUR 
12-  À LA MONTAGNE DU SEIGNEUR TA PRÉSENCE M’ATTIRE À TOI 
13-  IL EXISTE UN ENDROIT  POUR TOUS CEUX QUI SONT SEULS 
14-  À LA MONTAGNE DU SEIGNEUR 
15-  JE ME TIENS DEVANT TOI JE TE SENS PRÈS DE MOI 
16-  MON DÉSIR PURIFIÉ MES RÊVES RÉALISÉS 
17-  TU ME PORTES 
18-  AU  SON DES BATTEMENTS  DE TON COEUR 
19-  ET JE PEUX CLAIREMENT VOIR  QUE TU ME PORTES  
20-  SUR LES AILES DU DESTIN </a:t>
            </a:r>
          </a:p>
          <a:p>
            <a:endParaRPr lang="fr-FR" smtClean="0"/>
          </a:p>
          <a:p>
            <a:r>
              <a:rPr lang="fr-FR" smtClean="0"/>
              <a:t>****anglais***</a:t>
            </a:r>
          </a:p>
          <a:p>
            <a:r>
              <a:rPr lang="fr-FR" smtClean="0"/>
              <a:t>21-  DO YOU TO GO TO  THE MOUNTAIN OF THE LORD 
22-  THERE IS A PLACE FOR THOSE WHO ARE THIRSTY 
23-  IN THE MOUNTAIN OF THE LORD 
24-  THE MOUNTAIN OF THE LORD  I CAN HEAR YOUR CHOICE 
25-  THE MOUNTAIN OF THE LORD  I CAN TOUCH YOUR FACE 
26-  THERE IS A PLACE  FOR THOSE WHO ARE THIRSTY 
27-  IN THE MOUNTAIN OF THE LORD 
28-  THE MOUNTAIN OF THE LORD  I CAN FEEL NO FEAR 
29-  THE MOUNTAIN OF THE LORD YOUR PRESENCE DRAWS ME NEAR 
30-  THERE IS A PLACE FOR THOSE WHO ARE LONELY 
31-  IN THE MOUNTAIN OF THE LORD 
32-  I STAND ALONE, I SENSE YOU CLOSE 
33-  MY DESIRE PURIFIED  MY DREAMS ARE REALIZED 
34-  YOU CARRY ME TO THE SOUND OF YOUR HEARTBEAT 
35-  AND I CAN CLEARLY SEE THAT YOU HAE CARRIED ME 
36-  ON THE WINGS OF DESTINY 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VEUX-TU ALLER  À LA MONTAGNE DU SEIGNEUR 
2-  IL EXISTE UN ENDROIT POUR TOUS CEUX QUI ONT SOIF 
3-  À LA MONTAGNE DU SEIGNEUR 
4-  VEUX-TU ALLER  À LA MONTAGNE DU SEIGNEUR 
5-  IL EXISTE UN ENDROIT POUR TOUS CEUX QUI SONT SEULS 
6-  À LA MONTAGNE DU SEIGNEUR 
7-  À LA MONTAGNE DU SEIGNEUR JE PEUX ENTENDRE TA VOIX 
8-  À LA MONTAGNE DU SEIGNEUR JE PEUX TOUCHER TA FACE 
9-  IL EXISTE UN ENDROIT POUR TOUS CEUX QUI ONT SOIF 
10-  À LA MONTAGNE DU SEIGNEUR 
11-  À LA MONTAGNE DU SEIGNEUR JE NE SENS PLUS DE PEUR 
12-  À LA MONTAGNE DU SEIGNEUR TA PRÉSENCE M’ATTIRE À TOI 
13-  IL EXISTE UN ENDROIT  POUR TOUS CEUX QUI SONT SEULS 
14-  À LA MONTAGNE DU SEIGNEUR 
15-  JE ME TIENS DEVANT TOI JE TE SENS PRÈS DE MOI 
16-  MON DÉSIR PURIFIÉ MES RÊVES RÉALISÉS 
17-  TU ME PORTES 
18-  AU  SON DES BATTEMENTS  DE TON COEUR 
19-  ET JE PEUX CLAIREMENT VOIR  QUE TU ME PORTES  
20-  SUR LES AILES DU DESTIN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****anglais***</a:t>
            </a:r>
          </a:p>
          <a:p>
            <a:pPr>
              <a:defRPr/>
            </a:pPr>
            <a:r>
              <a:rPr lang="fr-FR" smtClean="0"/>
              <a:t>21-  DO YOU TO GO TO  THE MOUNTAIN OF THE LORD 
22-  THERE IS A PLACE FOR THOSE WHO ARE THIRSTY 
23-  IN THE MOUNTAIN OF THE LORD 
24-  THE MOUNTAIN OF THE LORD  I CAN HEAR YOUR CHOICE 
25-  THE MOUNTAIN OF THE LORD  I CAN TOUCH YOUR FACE 
26-  THERE IS A PLACE  FOR THOSE WHO ARE THIRSTY 
27-  IN THE MOUNTAIN OF THE LORD 
28-  THE MOUNTAIN OF THE LORD  I CAN FEEL NO FEAR 
29-  THE MOUNTAIN OF THE LORD YOUR PRESENCE DRAWS ME NEAR 
30-  THERE IS A PLACE FOR THOSE WHO ARE LONELY 
31-  IN THE MOUNTAIN OF THE LORD 
32-  I STAND ALONE, I SENSE YOU CLOSE 
33-  MY DESIRE PURIFIED  MY DREAMS ARE REALIZED 
34-  YOU CARRY ME TO THE SOUND OF YOUR HEARTBEAT 
35-  AND I CAN CLEARLY SEE THAT YOU HAE CARRIED ME 
36-  ON THE WINGS OF DESTINY 
</a:t>
            </a:r>
            <a:endParaRPr lang="fr-FR" dirty="0" smtClean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VEUX-TU ALLER  À LA MONTAGNE DU SEIGNEUR 
2-  IL EXISTE UN ENDROIT POUR TOUS CEUX QUI ONT SOIF 
3-  À LA MONTAGNE DU SEIGNEUR 
4-  VEUX-TU ALLER  À LA MONTAGNE DU SEIGNEUR 
5-  IL EXISTE UN ENDROIT POUR TOUS CEUX QUI SONT SEULS 
6-  À LA MONTAGNE DU SEIGNEUR 
7-  À LA MONTAGNE DU SEIGNEUR JE PEUX ENTENDRE TA VOIX 
8-  À LA MONTAGNE DU SEIGNEUR JE PEUX TOUCHER TA FACE 
9-  IL EXISTE UN ENDROIT POUR TOUS CEUX QUI ONT SOIF 
10-  À LA MONTAGNE DU SEIGNEUR 
11-  À LA MONTAGNE DU SEIGNEUR JE NE SENS PLUS DE PEUR 
12-  À LA MONTAGNE DU SEIGNEUR TA PRÉSENCE M’ATTIRE À TOI 
13-  IL EXISTE UN ENDROIT  POUR TOUS CEUX QUI SONT SEULS 
14-  À LA MONTAGNE DU SEIGNEUR 
15-  JE ME TIENS DEVANT TOI JE TE SENS PRÈS DE MOI 
16-  MON DÉSIR PURIFIÉ MES RÊVES RÉALISÉS 
17-  TU ME PORTES 
18-  AU  SON DES BATTEMENTS  DE TON COEUR 
19-  ET JE PEUX CLAIREMENT VOIR  QUE TU ME PORTES  
20-  SUR LES AILES DU DESTIN </a:t>
            </a:r>
          </a:p>
          <a:p>
            <a:endParaRPr lang="fr-FR" smtClean="0"/>
          </a:p>
          <a:p>
            <a:r>
              <a:rPr lang="fr-FR" smtClean="0"/>
              <a:t>****anglais***</a:t>
            </a:r>
          </a:p>
          <a:p>
            <a:r>
              <a:rPr lang="fr-FR" smtClean="0"/>
              <a:t>21-  DO YOU TO GO TO  THE MOUNTAIN OF THE LORD 
22-  THERE IS A PLACE FOR THOSE WHO ARE THIRSTY 
23-  IN THE MOUNTAIN OF THE LORD 
24-  THE MOUNTAIN OF THE LORD  I CAN HEAR YOUR CHOICE 
25-  THE MOUNTAIN OF THE LORD  I CAN TOUCH YOUR FACE 
26-  THERE IS A PLACE  FOR THOSE WHO ARE THIRSTY 
27-  IN THE MOUNTAIN OF THE LORD 
28-  THE MOUNTAIN OF THE LORD  I CAN FEEL NO FEAR 
29-  THE MOUNTAIN OF THE LORD YOUR PRESENCE DRAWS ME NEAR 
30-  THERE IS A PLACE FOR THOSE WHO ARE LONELY 
31-  IN THE MOUNTAIN OF THE LORD 
32-  I STAND ALONE, I SENSE YOU CLOSE 
33-  MY DESIRE PURIFIED  MY DREAMS ARE REALIZED 
34-  YOU CARRY ME TO THE SOUND OF YOUR HEARTBEAT 
35-  AND I CAN CLEARLY SEE THAT YOU HAE CARRIED ME 
36-  ON THE WINGS OF DESTINY 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VEUX-TU ALLER  À LA MONTAGNE DU SEIGNEUR 
2-  IL EXISTE UN ENDROIT POUR TOUS CEUX QUI ONT SOIF 
3-  À LA MONTAGNE DU SEIGNEUR 
4-  VEUX-TU ALLER  À LA MONTAGNE DU SEIGNEUR 
5-  IL EXISTE UN ENDROIT POUR TOUS CEUX QUI SONT SEULS 
6-  À LA MONTAGNE DU SEIGNEUR 
7-  À LA MONTAGNE DU SEIGNEUR JE PEUX ENTENDRE TA VOIX 
8-  À LA MONTAGNE DU SEIGNEUR JE PEUX TOUCHER TA FACE 
9-  IL EXISTE UN ENDROIT POUR TOUS CEUX QUI ONT SOIF 
10-  À LA MONTAGNE DU SEIGNEUR 
11-  À LA MONTAGNE DU SEIGNEUR JE NE SENS PLUS DE PEUR 
12-  À LA MONTAGNE DU SEIGNEUR TA PRÉSENCE M’ATTIRE À TOI 
13-  IL EXISTE UN ENDROIT  POUR TOUS CEUX QUI SONT SEULS 
14-  À LA MONTAGNE DU SEIGNEUR 
15-  JE ME TIENS DEVANT TOI JE TE SENS PRÈS DE MOI 
16-  MON DÉSIR PURIFIÉ MES RÊVES RÉALISÉS 
17-  TU ME PORTES 
18-  AU  SON DES BATTEMENTS  DE TON COEUR 
19-  ET JE PEUX CLAIREMENT VOIR  QUE TU ME PORTES  
20-  SUR LES AILES DU DESTIN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****anglais***</a:t>
            </a:r>
          </a:p>
          <a:p>
            <a:pPr>
              <a:defRPr/>
            </a:pPr>
            <a:r>
              <a:rPr lang="fr-FR" smtClean="0"/>
              <a:t>21-  DO YOU TO GO TO  THE MOUNTAIN OF THE LORD 
22-  THERE IS A PLACE FOR THOSE WHO ARE THIRSTY 
23-  IN THE MOUNTAIN OF THE LORD 
24-  THE MOUNTAIN OF THE LORD  I CAN HEAR YOUR CHOICE 
25-  THE MOUNTAIN OF THE LORD  I CAN TOUCH YOUR FACE 
26-  THERE IS A PLACE  FOR THOSE WHO ARE THIRSTY 
27-  IN THE MOUNTAIN OF THE LORD 
28-  THE MOUNTAIN OF THE LORD  I CAN FEEL NO FEAR 
29-  THE MOUNTAIN OF THE LORD YOUR PRESENCE DRAWS ME NEAR 
30-  THERE IS A PLACE FOR THOSE WHO ARE LONELY 
31-  IN THE MOUNTAIN OF THE LORD 
32-  I STAND ALONE, I SENSE YOU CLOSE 
33-  MY DESIRE PURIFIED  MY DREAMS ARE REALIZED 
34-  YOU CARRY ME TO THE SOUND OF YOUR HEARTBEAT 
35-  AND I CAN CLEARLY SEE THAT YOU HAE CARRIED ME 
36-  ON THE WINGS OF DESTINY 
</a:t>
            </a:r>
            <a:endParaRPr lang="fr-FR" dirty="0" smtClean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VEUX-TU ALLER  À LA MONTAGNE DU SEIGNEUR 
2-  IL EXISTE UN ENDROIT POUR TOUS CEUX QUI ONT SOIF 
3-  À LA MONTAGNE DU SEIGNEUR 
4-  VEUX-TU ALLER  À LA MONTAGNE DU SEIGNEUR 
5-  IL EXISTE UN ENDROIT POUR TOUS CEUX QUI SONT SEULS 
6-  À LA MONTAGNE DU SEIGNEUR 
7-  À LA MONTAGNE DU SEIGNEUR JE PEUX ENTENDRE TA VOIX 
8-  À LA MONTAGNE DU SEIGNEUR JE PEUX TOUCHER TA FACE 
9-  IL EXISTE UN ENDROIT POUR TOUS CEUX QUI ONT SOIF 
10-  À LA MONTAGNE DU SEIGNEUR 
11-  À LA MONTAGNE DU SEIGNEUR JE NE SENS PLUS DE PEUR 
12-  À LA MONTAGNE DU SEIGNEUR TA PRÉSENCE M’ATTIRE À TOI 
13-  IL EXISTE UN ENDROIT  POUR TOUS CEUX QUI SONT SEULS 
14-  À LA MONTAGNE DU SEIGNEUR 
15-  JE ME TIENS DEVANT TOI JE TE SENS PRÈS DE MOI 
16-  MON DÉSIR PURIFIÉ MES RÊVES RÉALISÉS 
17-  TU ME PORTES 
18-  AU  SON DES BATTEMENTS  DE TON COEUR 
19-  ET JE PEUX CLAIREMENT VOIR  QUE TU ME PORTES  
20-  SUR LES AILES DU DESTIN </a:t>
            </a:r>
          </a:p>
          <a:p>
            <a:endParaRPr lang="fr-FR" smtClean="0"/>
          </a:p>
          <a:p>
            <a:r>
              <a:rPr lang="fr-FR" smtClean="0"/>
              <a:t>****anglais***</a:t>
            </a:r>
          </a:p>
          <a:p>
            <a:r>
              <a:rPr lang="fr-FR" smtClean="0"/>
              <a:t>21-  DO YOU TO GO TO  THE MOUNTAIN OF THE LORD 
22-  THERE IS A PLACE FOR THOSE WHO ARE THIRSTY 
23-  IN THE MOUNTAIN OF THE LORD 
24-  THE MOUNTAIN OF THE LORD  I CAN HEAR YOUR CHOICE 
25-  THE MOUNTAIN OF THE LORD  I CAN TOUCH YOUR FACE 
26-  THERE IS A PLACE  FOR THOSE WHO ARE THIRSTY 
27-  IN THE MOUNTAIN OF THE LORD 
28-  THE MOUNTAIN OF THE LORD  I CAN FEEL NO FEAR 
29-  THE MOUNTAIN OF THE LORD YOUR PRESENCE DRAWS ME NEAR 
30-  THERE IS A PLACE FOR THOSE WHO ARE LONELY 
31-  IN THE MOUNTAIN OF THE LORD 
32-  I STAND ALONE, I SENSE YOU CLOSE 
33-  MY DESIRE PURIFIED  MY DREAMS ARE REALIZED 
34-  YOU CARRY ME TO THE SOUND OF YOUR HEARTBEAT 
35-  AND I CAN CLEARLY SEE THAT YOU HAE CARRIED ME 
36-  ON THE WINGS OF DESTINY 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VEUX-TU ALLER  À LA MONTAGNE DU SEIGNEUR 
2-  IL EXISTE UN ENDROIT POUR TOUS CEUX QUI ONT SOIF 
3-  À LA MONTAGNE DU SEIGNEUR 
4-  VEUX-TU ALLER  À LA MONTAGNE DU SEIGNEUR 
5-  IL EXISTE UN ENDROIT POUR TOUS CEUX QUI SONT SEULS 
6-  À LA MONTAGNE DU SEIGNEUR 
7-  À LA MONTAGNE DU SEIGNEUR JE PEUX ENTENDRE TA VOIX 
8-  À LA MONTAGNE DU SEIGNEUR JE PEUX TOUCHER TA FACE 
9-  IL EXISTE UN ENDROIT POUR TOUS CEUX QUI ONT SOIF 
10-  À LA MONTAGNE DU SEIGNEUR 
11-  À LA MONTAGNE DU SEIGNEUR JE NE SENS PLUS DE PEUR 
12-  À LA MONTAGNE DU SEIGNEUR TA PRÉSENCE M’ATTIRE À TOI 
13-  IL EXISTE UN ENDROIT  POUR TOUS CEUX QUI SONT SEULS 
14-  À LA MONTAGNE DU SEIGNEUR 
15-  JE ME TIENS DEVANT TOI JE TE SENS PRÈS DE MOI 
16-  MON DÉSIR PURIFIÉ MES RÊVES RÉALISÉS 
17-  TU ME PORTES 
18-  AU  SON DES BATTEMENTS  DE TON COEUR 
19-  ET JE PEUX CLAIREMENT VOIR  QUE TU ME PORTES  
20-  SUR LES AILES DU DESTIN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****anglais***</a:t>
            </a:r>
          </a:p>
          <a:p>
            <a:pPr>
              <a:defRPr/>
            </a:pPr>
            <a:r>
              <a:rPr lang="fr-FR" smtClean="0"/>
              <a:t>21-  DO YOU TO GO TO  THE MOUNTAIN OF THE LORD 
22-  THERE IS A PLACE FOR THOSE WHO ARE THIRSTY 
23-  IN THE MOUNTAIN OF THE LORD 
24-  THE MOUNTAIN OF THE LORD  I CAN HEAR YOUR CHOICE 
25-  THE MOUNTAIN OF THE LORD  I CAN TOUCH YOUR FACE 
26-  THERE IS A PLACE  FOR THOSE WHO ARE THIRSTY 
27-  IN THE MOUNTAIN OF THE LORD 
28-  THE MOUNTAIN OF THE LORD  I CAN FEEL NO FEAR 
29-  THE MOUNTAIN OF THE LORD YOUR PRESENCE DRAWS ME NEAR 
30-  THERE IS A PLACE FOR THOSE WHO ARE LONELY 
31-  IN THE MOUNTAIN OF THE LORD 
32-  I STAND ALONE, I SENSE YOU CLOSE 
33-  MY DESIRE PURIFIED  MY DREAMS ARE REALIZED 
34-  YOU CARRY ME TO THE SOUND OF YOUR HEARTBEAT 
35-  AND I CAN CLEARLY SEE THAT YOU HAE CARRIED ME 
36-  ON THE WINGS OF DESTINY 
</a:t>
            </a:r>
            <a:endParaRPr lang="fr-FR" dirty="0" smtClean="0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VEUX-TU ALLER  À LA MONTAGNE DU SEIGNEUR 
2-  IL EXISTE UN ENDROIT POUR TOUS CEUX QUI ONT SOIF 
3-  À LA MONTAGNE DU SEIGNEUR 
4-  VEUX-TU ALLER  À LA MONTAGNE DU SEIGNEUR 
5-  IL EXISTE UN ENDROIT POUR TOUS CEUX QUI SONT SEULS 
6-  À LA MONTAGNE DU SEIGNEUR 
7-  À LA MONTAGNE DU SEIGNEUR JE PEUX ENTENDRE TA VOIX 
8-  À LA MONTAGNE DU SEIGNEUR JE PEUX TOUCHER TA FACE 
9-  IL EXISTE UN ENDROIT POUR TOUS CEUX QUI ONT SOIF 
10-  À LA MONTAGNE DU SEIGNEUR 
11-  À LA MONTAGNE DU SEIGNEUR JE NE SENS PLUS DE PEUR 
12-  À LA MONTAGNE DU SEIGNEUR TA PRÉSENCE M’ATTIRE À TOI 
13-  IL EXISTE UN ENDROIT  POUR TOUS CEUX QUI SONT SEULS 
14-  À LA MONTAGNE DU SEIGNEUR 
15-  JE ME TIENS DEVANT TOI JE TE SENS PRÈS DE MOI 
16-  MON DÉSIR PURIFIÉ MES RÊVES RÉALISÉS 
17-  TU ME PORTES 
18-  AU  SON DES BATTEMENTS  DE TON COEUR 
19-  ET JE PEUX CLAIREMENT VOIR  QUE TU ME PORTES  
20-  SUR LES AILES DU DESTIN </a:t>
            </a:r>
          </a:p>
          <a:p>
            <a:endParaRPr lang="fr-FR" smtClean="0"/>
          </a:p>
          <a:p>
            <a:r>
              <a:rPr lang="fr-FR" smtClean="0"/>
              <a:t>****anglais***</a:t>
            </a:r>
          </a:p>
          <a:p>
            <a:r>
              <a:rPr lang="fr-FR" smtClean="0"/>
              <a:t>21-  DO YOU TO GO TO  THE MOUNTAIN OF THE LORD 
22-  THERE IS A PLACE FOR THOSE WHO ARE THIRSTY 
23-  IN THE MOUNTAIN OF THE LORD 
24-  THE MOUNTAIN OF THE LORD  I CAN HEAR YOUR CHOICE 
25-  THE MOUNTAIN OF THE LORD  I CAN TOUCH YOUR FACE 
26-  THERE IS A PLACE  FOR THOSE WHO ARE THIRSTY 
27-  IN THE MOUNTAIN OF THE LORD 
28-  THE MOUNTAIN OF THE LORD  I CAN FEEL NO FEAR 
29-  THE MOUNTAIN OF THE LORD YOUR PRESENCE DRAWS ME NEAR 
30-  THERE IS A PLACE FOR THOSE WHO ARE LONELY 
31-  IN THE MOUNTAIN OF THE LORD 
32-  I STAND ALONE, I SENSE YOU CLOSE 
33-  MY DESIRE PURIFIED  MY DREAMS ARE REALIZED 
34-  YOU CARRY ME TO THE SOUND OF YOUR HEARTBEAT 
35-  AND I CAN CLEARLY SEE THAT YOU HAE CARRIED ME 
36-  ON THE WINGS OF DESTINY 
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VEUX-TU ALLER  À LA MONTAGNE DU SEIGNEUR 
2-  IL EXISTE UN ENDROIT POUR TOUS CEUX QUI ONT SOIF 
3-  À LA MONTAGNE DU SEIGNEUR 
4-  VEUX-TU ALLER  À LA MONTAGNE DU SEIGNEUR 
5-  IL EXISTE UN ENDROIT POUR TOUS CEUX QUI SONT SEULS 
6-  À LA MONTAGNE DU SEIGNEUR 
7-  À LA MONTAGNE DU SEIGNEUR JE PEUX ENTENDRE TA VOIX 
8-  À LA MONTAGNE DU SEIGNEUR JE PEUX TOUCHER TA FACE 
9-  IL EXISTE UN ENDROIT POUR TOUS CEUX QUI ONT SOIF 
10-  À LA MONTAGNE DU SEIGNEUR 
11-  À LA MONTAGNE DU SEIGNEUR JE NE SENS PLUS DE PEUR 
12-  À LA MONTAGNE DU SEIGNEUR TA PRÉSENCE M’ATTIRE À TOI 
13-  IL EXISTE UN ENDROIT  POUR TOUS CEUX QUI SONT SEULS 
14-  À LA MONTAGNE DU SEIGNEUR 
15-  JE ME TIENS DEVANT TOI JE TE SENS PRÈS DE MOI 
16-  MON DÉSIR PURIFIÉ MES RÊVES RÉALISÉS 
17-  TU ME PORTES 
18-  AU  SON DES BATTEMENTS  DE TON COEUR 
19-  ET JE PEUX CLAIREMENT VOIR  QUE TU ME PORTES  
20-  SUR LES AILES DU DESTIN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****anglais***</a:t>
            </a:r>
          </a:p>
          <a:p>
            <a:pPr>
              <a:defRPr/>
            </a:pPr>
            <a:r>
              <a:rPr lang="fr-FR" smtClean="0"/>
              <a:t>21-  DO YOU TO GO TO  THE MOUNTAIN OF THE LORD 
22-  THERE IS A PLACE FOR THOSE WHO ARE THIRSTY 
23-  IN THE MOUNTAIN OF THE LORD 
24-  THE MOUNTAIN OF THE LORD  I CAN HEAR YOUR CHOICE 
25-  THE MOUNTAIN OF THE LORD  I CAN TOUCH YOUR FACE 
26-  THERE IS A PLACE  FOR THOSE WHO ARE THIRSTY 
27-  IN THE MOUNTAIN OF THE LORD 
28-  THE MOUNTAIN OF THE LORD  I CAN FEEL NO FEAR 
29-  THE MOUNTAIN OF THE LORD YOUR PRESENCE DRAWS ME NEAR 
30-  THERE IS A PLACE FOR THOSE WHO ARE LONELY 
31-  IN THE MOUNTAIN OF THE LORD 
32-  I STAND ALONE, I SENSE YOU CLOSE 
33-  MY DESIRE PURIFIED  MY DREAMS ARE REALIZED 
34-  YOU CARRY ME TO THE SOUND OF YOUR HEARTBEAT 
35-  AND I CAN CLEARLY SEE THAT YOU HAE CARRIED ME 
36-  ON THE WINGS OF DESTINY 
</a:t>
            </a:r>
            <a:endParaRPr lang="fr-FR" dirty="0" smtClean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VEUX-TU ALLER  À LA MONTAGNE DU SEIGNEUR 
2-  IL EXISTE UN ENDROIT POUR TOUS CEUX QUI ONT SOIF 
3-  À LA MONTAGNE DU SEIGNEUR 
4-  VEUX-TU ALLER  À LA MONTAGNE DU SEIGNEUR 
5-  IL EXISTE UN ENDROIT POUR TOUS CEUX QUI SONT SEULS 
6-  À LA MONTAGNE DU SEIGNEUR 
7-  À LA MONTAGNE DU SEIGNEUR JE PEUX ENTENDRE TA VOIX 
8-  À LA MONTAGNE DU SEIGNEUR JE PEUX TOUCHER TA FACE 
9-  IL EXISTE UN ENDROIT POUR TOUS CEUX QUI ONT SOIF 
10-  À LA MONTAGNE DU SEIGNEUR 
11-  À LA MONTAGNE DU SEIGNEUR JE NE SENS PLUS DE PEUR 
12-  À LA MONTAGNE DU SEIGNEUR TA PRÉSENCE M’ATTIRE À TOI 
13-  IL EXISTE UN ENDROIT  POUR TOUS CEUX QUI SONT SEULS 
14-  À LA MONTAGNE DU SEIGNEUR 
15-  JE ME TIENS DEVANT TOI JE TE SENS PRÈS DE MOI 
16-  MON DÉSIR PURIFIÉ MES RÊVES RÉALISÉS 
17-  TU ME PORTES 
18-  AU  SON DES BATTEMENTS  DE TON COEUR 
19-  ET JE PEUX CLAIREMENT VOIR  QUE TU ME PORTES  
20-  SUR LES AILES DU DESTIN </a:t>
            </a:r>
          </a:p>
          <a:p>
            <a:endParaRPr lang="fr-FR" smtClean="0"/>
          </a:p>
          <a:p>
            <a:r>
              <a:rPr lang="fr-FR" smtClean="0"/>
              <a:t>****anglais***</a:t>
            </a:r>
          </a:p>
          <a:p>
            <a:r>
              <a:rPr lang="fr-FR" smtClean="0"/>
              <a:t>21-  DO YOU TO GO TO  THE MOUNTAIN OF THE LORD 
22-  THERE IS A PLACE FOR THOSE WHO ARE THIRSTY 
23-  IN THE MOUNTAIN OF THE LORD 
24-  THE MOUNTAIN OF THE LORD  I CAN HEAR YOUR CHOICE 
25-  THE MOUNTAIN OF THE LORD  I CAN TOUCH YOUR FACE 
26-  THERE IS A PLACE  FOR THOSE WHO ARE THIRSTY 
27-  IN THE MOUNTAIN OF THE LORD 
28-  THE MOUNTAIN OF THE LORD  I CAN FEEL NO FEAR 
29-  THE MOUNTAIN OF THE LORD YOUR PRESENCE DRAWS ME NEAR 
30-  THERE IS A PLACE FOR THOSE WHO ARE LONELY 
31-  IN THE MOUNTAIN OF THE LORD 
32-  I STAND ALONE, I SENSE YOU CLOSE 
33-  MY DESIRE PURIFIED  MY DREAMS ARE REALIZED 
34-  YOU CARRY ME TO THE SOUND OF YOUR HEARTBEAT 
35-  AND I CAN CLEARLY SEE THAT YOU HAE CARRIED ME 
36-  ON THE WINGS OF DESTINY 
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VEUX-TU ALLER  À LA MONTAGNE DU SEIGNEUR 
2-  IL EXISTE UN ENDROIT POUR TOUS CEUX QUI ONT SOIF 
3-  À LA MONTAGNE DU SEIGNEUR 
4-  VEUX-TU ALLER  À LA MONTAGNE DU SEIGNEUR 
5-  IL EXISTE UN ENDROIT POUR TOUS CEUX QUI SONT SEULS 
6-  À LA MONTAGNE DU SEIGNEUR 
7-  À LA MONTAGNE DU SEIGNEUR JE PEUX ENTENDRE TA VOIX 
8-  À LA MONTAGNE DU SEIGNEUR JE PEUX TOUCHER TA FACE 
9-  IL EXISTE UN ENDROIT POUR TOUS CEUX QUI ONT SOIF 
10-  À LA MONTAGNE DU SEIGNEUR 
11-  À LA MONTAGNE DU SEIGNEUR JE NE SENS PLUS DE PEUR 
12-  À LA MONTAGNE DU SEIGNEUR TA PRÉSENCE M’ATTIRE À TOI 
13-  IL EXISTE UN ENDROIT  POUR TOUS CEUX QUI SONT SEULS 
14-  À LA MONTAGNE DU SEIGNEUR 
15-  JE ME TIENS DEVANT TOI JE TE SENS PRÈS DE MOI 
16-  MON DÉSIR PURIFIÉ MES RÊVES RÉALISÉS 
17-  TU ME PORTES 
18-  AU  SON DES BATTEMENTS  DE TON COEUR 
19-  ET JE PEUX CLAIREMENT VOIR  QUE TU ME PORTES  
20-  SUR LES AILES DU DESTIN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****anglais***</a:t>
            </a:r>
          </a:p>
          <a:p>
            <a:pPr>
              <a:defRPr/>
            </a:pPr>
            <a:r>
              <a:rPr lang="fr-FR" smtClean="0"/>
              <a:t>21-  DO YOU TO GO TO  THE MOUNTAIN OF THE LORD 
22-  THERE IS A PLACE FOR THOSE WHO ARE THIRSTY 
23-  IN THE MOUNTAIN OF THE LORD 
24-  THE MOUNTAIN OF THE LORD  I CAN HEAR YOUR CHOICE 
25-  THE MOUNTAIN OF THE LORD  I CAN TOUCH YOUR FACE 
26-  THERE IS A PLACE  FOR THOSE WHO ARE THIRSTY 
27-  IN THE MOUNTAIN OF THE LORD 
28-  THE MOUNTAIN OF THE LORD  I CAN FEEL NO FEAR 
29-  THE MOUNTAIN OF THE LORD YOUR PRESENCE DRAWS ME NEAR 
30-  THERE IS A PLACE FOR THOSE WHO ARE LONELY 
31-  IN THE MOUNTAIN OF THE LORD 
32-  I STAND ALONE, I SENSE YOU CLOSE 
33-  MY DESIRE PURIFIED  MY DREAMS ARE REALIZED 
34-  YOU CARRY ME TO THE SOUND OF YOUR HEARTBEAT 
35-  AND I CAN CLEARLY SEE THAT YOU HAE CARRIED ME 
36-  ON THE WINGS OF DESTINY 
</a:t>
            </a:r>
            <a:endParaRPr lang="fr-FR" dirty="0" smtClean="0"/>
          </a:p>
        </p:txBody>
      </p:sp>
      <p:sp>
        <p:nvSpPr>
          <p:cNvPr id="563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VEUX-TU ALLER  À LA MONTAGNE DU SEIGNEUR 
2-  IL EXISTE UN ENDROIT POUR TOUS CEUX QUI ONT SOIF 
3-  À LA MONTAGNE DU SEIGNEUR 
4-  VEUX-TU ALLER  À LA MONTAGNE DU SEIGNEUR 
5-  IL EXISTE UN ENDROIT POUR TOUS CEUX QUI SONT SEULS 
6-  À LA MONTAGNE DU SEIGNEUR 
7-  À LA MONTAGNE DU SEIGNEUR JE PEUX ENTENDRE TA VOIX 
8-  À LA MONTAGNE DU SEIGNEUR JE PEUX TOUCHER TA FACE 
9-  IL EXISTE UN ENDROIT POUR TOUS CEUX QUI ONT SOIF 
10-  À LA MONTAGNE DU SEIGNEUR 
11-  À LA MONTAGNE DU SEIGNEUR JE NE SENS PLUS DE PEUR 
12-  À LA MONTAGNE DU SEIGNEUR TA PRÉSENCE M’ATTIRE À TOI 
13-  IL EXISTE UN ENDROIT  POUR TOUS CEUX QUI SONT SEULS 
14-  À LA MONTAGNE DU SEIGNEUR 
15-  JE ME TIENS DEVANT TOI JE TE SENS PRÈS DE MOI 
16-  MON DÉSIR PURIFIÉ MES RÊVES RÉALISÉS 
17-  TU ME PORTES 
18-  AU  SON DES BATTEMENTS  DE TON COEUR 
19-  ET JE PEUX CLAIREMENT VOIR  QUE TU ME PORTES  
20-  SUR LES AILES DU DESTIN </a:t>
            </a:r>
          </a:p>
          <a:p>
            <a:endParaRPr lang="fr-FR" smtClean="0"/>
          </a:p>
          <a:p>
            <a:r>
              <a:rPr lang="fr-FR" smtClean="0"/>
              <a:t>****anglais***</a:t>
            </a:r>
          </a:p>
          <a:p>
            <a:r>
              <a:rPr lang="fr-FR" smtClean="0"/>
              <a:t>21-  DO YOU TO GO TO  THE MOUNTAIN OF THE LORD 
22-  THERE IS A PLACE FOR THOSE WHO ARE THIRSTY 
23-  IN THE MOUNTAIN OF THE LORD 
24-  THE MOUNTAIN OF THE LORD  I CAN HEAR YOUR CHOICE 
25-  THE MOUNTAIN OF THE LORD  I CAN TOUCH YOUR FACE 
26-  THERE IS A PLACE  FOR THOSE WHO ARE THIRSTY 
27-  IN THE MOUNTAIN OF THE LORD 
28-  THE MOUNTAIN OF THE LORD  I CAN FEEL NO FEAR 
29-  THE MOUNTAIN OF THE LORD YOUR PRESENCE DRAWS ME NEAR 
30-  THERE IS A PLACE FOR THOSE WHO ARE LONELY 
31-  IN THE MOUNTAIN OF THE LORD 
32-  I STAND ALONE, I SENSE YOU CLOSE 
33-  MY DESIRE PURIFIED  MY DREAMS ARE REALIZED 
34-  YOU CARRY ME TO THE SOUND OF YOUR HEARTBEAT 
35-  AND I CAN CLEARLY SEE THAT YOU HAE CARRIED ME 
36-  ON THE WINGS OF DESTINY 
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VEUX-TU ALLER  À LA MONTAGNE DU SEIGNEUR 
2-  IL EXISTE UN ENDROIT POUR TOUS CEUX QUI ONT SOIF 
3-  À LA MONTAGNE DU SEIGNEUR 
4-  VEUX-TU ALLER  À LA MONTAGNE DU SEIGNEUR 
5-  IL EXISTE UN ENDROIT POUR TOUS CEUX QUI SONT SEULS 
6-  À LA MONTAGNE DU SEIGNEUR 
7-  À LA MONTAGNE DU SEIGNEUR JE PEUX ENTENDRE TA VOIX 
8-  À LA MONTAGNE DU SEIGNEUR JE PEUX TOUCHER TA FACE 
9-  IL EXISTE UN ENDROIT POUR TOUS CEUX QUI ONT SOIF 
10-  À LA MONTAGNE DU SEIGNEUR 
11-  À LA MONTAGNE DU SEIGNEUR JE NE SENS PLUS DE PEUR 
12-  À LA MONTAGNE DU SEIGNEUR TA PRÉSENCE M’ATTIRE À TOI 
13-  IL EXISTE UN ENDROIT  POUR TOUS CEUX QUI SONT SEULS 
14-  À LA MONTAGNE DU SEIGNEUR 
15-  JE ME TIENS DEVANT TOI JE TE SENS PRÈS DE MOI 
16-  MON DÉSIR PURIFIÉ MES RÊVES RÉALISÉS 
17-  TU ME PORTES 
18-  AU  SON DES BATTEMENTS  DE TON COEUR 
19-  ET JE PEUX CLAIREMENT VOIR  QUE TU ME PORTES  
20-  SUR LES AILES DU DESTIN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****anglais***</a:t>
            </a:r>
          </a:p>
          <a:p>
            <a:pPr>
              <a:defRPr/>
            </a:pPr>
            <a:r>
              <a:rPr lang="fr-FR" smtClean="0"/>
              <a:t>21-  DO YOU TO GO TO  THE MOUNTAIN OF THE LORD 
22-  THERE IS A PLACE FOR THOSE WHO ARE THIRSTY 
23-  IN THE MOUNTAIN OF THE LORD 
24-  THE MOUNTAIN OF THE LORD  I CAN HEAR YOUR CHOICE 
25-  THE MOUNTAIN OF THE LORD  I CAN TOUCH YOUR FACE 
26-  THERE IS A PLACE  FOR THOSE WHO ARE THIRSTY 
27-  IN THE MOUNTAIN OF THE LORD 
28-  THE MOUNTAIN OF THE LORD  I CAN FEEL NO FEAR 
29-  THE MOUNTAIN OF THE LORD YOUR PRESENCE DRAWS ME NEAR 
30-  THERE IS A PLACE FOR THOSE WHO ARE LONELY 
31-  IN THE MOUNTAIN OF THE LORD 
32-  I STAND ALONE, I SENSE YOU CLOSE 
33-  MY DESIRE PURIFIED  MY DREAMS ARE REALIZED 
34-  YOU CARRY ME TO THE SOUND OF YOUR HEARTBEAT 
35-  AND I CAN CLEARLY SEE THAT YOU HAE CARRIED ME 
36-  ON THE WINGS OF DESTINY 
</a:t>
            </a:r>
            <a:endParaRPr lang="fr-FR" dirty="0" smtClean="0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VEUX-TU ALLER  À LA MONTAGNE DU SEIGNEUR 
2-  IL EXISTE UN ENDROIT POUR TOUS CEUX QUI ONT SOIF 
3-  À LA MONTAGNE DU SEIGNEUR 
4-  VEUX-TU ALLER  À LA MONTAGNE DU SEIGNEUR 
5-  IL EXISTE UN ENDROIT POUR TOUS CEUX QUI SONT SEULS 
6-  À LA MONTAGNE DU SEIGNEUR 
7-  À LA MONTAGNE DU SEIGNEUR JE PEUX ENTENDRE TA VOIX 
8-  À LA MONTAGNE DU SEIGNEUR JE PEUX TOUCHER TA FACE 
9-  IL EXISTE UN ENDROIT POUR TOUS CEUX QUI ONT SOIF 
10-  À LA MONTAGNE DU SEIGNEUR 
11-  À LA MONTAGNE DU SEIGNEUR JE NE SENS PLUS DE PEUR 
12-  À LA MONTAGNE DU SEIGNEUR TA PRÉSENCE M’ATTIRE À TOI 
13-  IL EXISTE UN ENDROIT  POUR TOUS CEUX QUI SONT SEULS 
14-  À LA MONTAGNE DU SEIGNEUR 
15-  JE ME TIENS DEVANT TOI JE TE SENS PRÈS DE MOI 
16-  MON DÉSIR PURIFIÉ MES RÊVES RÉALISÉS 
17-  TU ME PORTES 
18-  AU  SON DES BATTEMENTS  DE TON COEUR 
19-  ET JE PEUX CLAIREMENT VOIR  QUE TU ME PORTES  
20-  SUR LES AILES DU DESTIN </a:t>
            </a:r>
          </a:p>
          <a:p>
            <a:endParaRPr lang="fr-FR" smtClean="0"/>
          </a:p>
          <a:p>
            <a:r>
              <a:rPr lang="fr-FR" smtClean="0"/>
              <a:t>****anglais***</a:t>
            </a:r>
          </a:p>
          <a:p>
            <a:r>
              <a:rPr lang="fr-FR" smtClean="0"/>
              <a:t>21-  DO YOU TO GO TO  THE MOUNTAIN OF THE LORD 
22-  THERE IS A PLACE FOR THOSE WHO ARE THIRSTY 
23-  IN THE MOUNTAIN OF THE LORD 
24-  THE MOUNTAIN OF THE LORD  I CAN HEAR YOUR CHOICE 
25-  THE MOUNTAIN OF THE LORD  I CAN TOUCH YOUR FACE 
26-  THERE IS A PLACE  FOR THOSE WHO ARE THIRSTY 
27-  IN THE MOUNTAIN OF THE LORD 
28-  THE MOUNTAIN OF THE LORD  I CAN FEEL NO FEAR 
29-  THE MOUNTAIN OF THE LORD YOUR PRESENCE DRAWS ME NEAR 
30-  THERE IS A PLACE FOR THOSE WHO ARE LONELY 
31-  IN THE MOUNTAIN OF THE LORD 
32-  I STAND ALONE, I SENSE YOU CLOSE 
33-  MY DESIRE PURIFIED  MY DREAMS ARE REALIZED 
34-  YOU CARRY ME TO THE SOUND OF YOUR HEARTBEAT 
35-  AND I CAN CLEARLY SEE THAT YOU HAE CARRIED ME 
36-  ON THE WINGS OF DESTINY 
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VEUX-TU ALLER  À LA MONTAGNE DU SEIGNEUR 
2-  IL EXISTE UN ENDROIT POUR TOUS CEUX QUI ONT SOIF 
3-  À LA MONTAGNE DU SEIGNEUR 
4-  VEUX-TU ALLER  À LA MONTAGNE DU SEIGNEUR 
5-  IL EXISTE UN ENDROIT POUR TOUS CEUX QUI SONT SEULS 
6-  À LA MONTAGNE DU SEIGNEUR 
7-  À LA MONTAGNE DU SEIGNEUR JE PEUX ENTENDRE TA VOIX 
8-  À LA MONTAGNE DU SEIGNEUR JE PEUX TOUCHER TA FACE 
9-  IL EXISTE UN ENDROIT POUR TOUS CEUX QUI ONT SOIF 
10-  À LA MONTAGNE DU SEIGNEUR 
11-  À LA MONTAGNE DU SEIGNEUR JE NE SENS PLUS DE PEUR 
12-  À LA MONTAGNE DU SEIGNEUR TA PRÉSENCE M’ATTIRE À TOI 
13-  IL EXISTE UN ENDROIT  POUR TOUS CEUX QUI SONT SEULS 
14-  À LA MONTAGNE DU SEIGNEUR 
15-  JE ME TIENS DEVANT TOI JE TE SENS PRÈS DE MOI 
16-  MON DÉSIR PURIFIÉ MES RÊVES RÉALISÉS 
17-  TU ME PORTES 
18-  AU  SON DES BATTEMENTS  DE TON COEUR 
19-  ET JE PEUX CLAIREMENT VOIR  QUE TU ME PORTES  
20-  SUR LES AILES DU DESTIN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****anglais***</a:t>
            </a:r>
          </a:p>
          <a:p>
            <a:pPr>
              <a:defRPr/>
            </a:pPr>
            <a:r>
              <a:rPr lang="fr-FR" smtClean="0"/>
              <a:t>21-  DO YOU TO GO TO  THE MOUNTAIN OF THE LORD 
22-  THERE IS A PLACE FOR THOSE WHO ARE THIRSTY 
23-  IN THE MOUNTAIN OF THE LORD 
24-  THE MOUNTAIN OF THE LORD  I CAN HEAR YOUR CHOICE 
25-  THE MOUNTAIN OF THE LORD  I CAN TOUCH YOUR FACE 
26-  THERE IS A PLACE  FOR THOSE WHO ARE THIRSTY 
27-  IN THE MOUNTAIN OF THE LORD 
28-  THE MOUNTAIN OF THE LORD  I CAN FEEL NO FEAR 
29-  THE MOUNTAIN OF THE LORD YOUR PRESENCE DRAWS ME NEAR 
30-  THERE IS A PLACE FOR THOSE WHO ARE LONELY 
31-  IN THE MOUNTAIN OF THE LORD 
32-  I STAND ALONE, I SENSE YOU CLOSE 
33-  MY DESIRE PURIFIED  MY DREAMS ARE REALIZED 
34-  YOU CARRY ME TO THE SOUND OF YOUR HEARTBEAT 
35-  AND I CAN CLEARLY SEE THAT YOU HAE CARRIED ME 
36-  ON THE WINGS OF DESTINY 
</a:t>
            </a:r>
            <a:endParaRPr lang="fr-FR" dirty="0" smtClean="0"/>
          </a:p>
        </p:txBody>
      </p:sp>
      <p:sp>
        <p:nvSpPr>
          <p:cNvPr id="583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VEUX-TU ALLER  À LA MONTAGNE DU SEIGNEUR 
2-  IL EXISTE UN ENDROIT POUR TOUS CEUX QUI ONT SOIF 
3-  À LA MONTAGNE DU SEIGNEUR 
4-  VEUX-TU ALLER  À LA MONTAGNE DU SEIGNEUR 
5-  IL EXISTE UN ENDROIT POUR TOUS CEUX QUI SONT SEULS 
6-  À LA MONTAGNE DU SEIGNEUR 
7-  À LA MONTAGNE DU SEIGNEUR JE PEUX ENTENDRE TA VOIX 
8-  À LA MONTAGNE DU SEIGNEUR JE PEUX TOUCHER TA FACE 
9-  IL EXISTE UN ENDROIT POUR TOUS CEUX QUI ONT SOIF 
10-  À LA MONTAGNE DU SEIGNEUR 
11-  À LA MONTAGNE DU SEIGNEUR JE NE SENS PLUS DE PEUR 
12-  À LA MONTAGNE DU SEIGNEUR TA PRÉSENCE M’ATTIRE À TOI 
13-  IL EXISTE UN ENDROIT  POUR TOUS CEUX QUI SONT SEULS 
14-  À LA MONTAGNE DU SEIGNEUR 
15-  JE ME TIENS DEVANT TOI JE TE SENS PRÈS DE MOI 
16-  MON DÉSIR PURIFIÉ MES RÊVES RÉALISÉS 
17-  TU ME PORTES 
18-  AU  SON DES BATTEMENTS  DE TON COEUR 
19-  ET JE PEUX CLAIREMENT VOIR  QUE TU ME PORTES  
20-  SUR LES AILES DU DESTIN </a:t>
            </a:r>
          </a:p>
          <a:p>
            <a:endParaRPr lang="fr-FR" smtClean="0"/>
          </a:p>
          <a:p>
            <a:r>
              <a:rPr lang="fr-FR" smtClean="0"/>
              <a:t>****anglais***</a:t>
            </a:r>
          </a:p>
          <a:p>
            <a:r>
              <a:rPr lang="fr-FR" smtClean="0"/>
              <a:t>21-  DO YOU TO GO TO  THE MOUNTAIN OF THE LORD 
22-  THERE IS A PLACE FOR THOSE WHO ARE THIRSTY 
23-  IN THE MOUNTAIN OF THE LORD 
24-  THE MOUNTAIN OF THE LORD  I CAN HEAR YOUR CHOICE 
25-  THE MOUNTAIN OF THE LORD  I CAN TOUCH YOUR FACE 
26-  THERE IS A PLACE  FOR THOSE WHO ARE THIRSTY 
27-  IN THE MOUNTAIN OF THE LORD 
28-  THE MOUNTAIN OF THE LORD  I CAN FEEL NO FEAR 
29-  THE MOUNTAIN OF THE LORD YOUR PRESENCE DRAWS ME NEAR 
30-  THERE IS A PLACE FOR THOSE WHO ARE LONELY 
31-  IN THE MOUNTAIN OF THE LORD 
32-  I STAND ALONE, I SENSE YOU CLOSE 
33-  MY DESIRE PURIFIED  MY DREAMS ARE REALIZED 
34-  YOU CARRY ME TO THE SOUND OF YOUR HEARTBEAT 
35-  AND I CAN CLEARLY SEE THAT YOU HAE CARRIED ME 
36-  ON THE WINGS OF DESTINY 
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VEUX-TU ALLER  À LA MONTAGNE DU SEIGNEUR 
2-  IL EXISTE UN ENDROIT POUR TOUS CEUX QUI ONT SOIF 
3-  À LA MONTAGNE DU SEIGNEUR 
4-  VEUX-TU ALLER  À LA MONTAGNE DU SEIGNEUR 
5-  IL EXISTE UN ENDROIT POUR TOUS CEUX QUI SONT SEULS 
6-  À LA MONTAGNE DU SEIGNEUR 
7-  À LA MONTAGNE DU SEIGNEUR JE PEUX ENTENDRE TA VOIX 
8-  À LA MONTAGNE DU SEIGNEUR JE PEUX TOUCHER TA FACE 
9-  IL EXISTE UN ENDROIT POUR TOUS CEUX QUI ONT SOIF 
10-  À LA MONTAGNE DU SEIGNEUR 
11-  À LA MONTAGNE DU SEIGNEUR JE NE SENS PLUS DE PEUR 
12-  À LA MONTAGNE DU SEIGNEUR TA PRÉSENCE M’ATTIRE À TOI 
13-  IL EXISTE UN ENDROIT  POUR TOUS CEUX QUI SONT SEULS 
14-  À LA MONTAGNE DU SEIGNEUR 
15-  JE ME TIENS DEVANT TOI JE TE SENS PRÈS DE MOI 
16-  MON DÉSIR PURIFIÉ MES RÊVES RÉALISÉS 
17-  TU ME PORTES 
18-  AU  SON DES BATTEMENTS  DE TON COEUR 
19-  ET JE PEUX CLAIREMENT VOIR  QUE TU ME PORTES  
20-  SUR LES AILES DU DESTIN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****anglais***</a:t>
            </a:r>
          </a:p>
          <a:p>
            <a:pPr>
              <a:defRPr/>
            </a:pPr>
            <a:r>
              <a:rPr lang="fr-FR" smtClean="0"/>
              <a:t>21-  DO YOU TO GO TO  THE MOUNTAIN OF THE LORD 
22-  THERE IS A PLACE FOR THOSE WHO ARE THIRSTY 
23-  IN THE MOUNTAIN OF THE LORD 
24-  THE MOUNTAIN OF THE LORD  I CAN HEAR YOUR CHOICE 
25-  THE MOUNTAIN OF THE LORD  I CAN TOUCH YOUR FACE 
26-  THERE IS A PLACE  FOR THOSE WHO ARE THIRSTY 
27-  IN THE MOUNTAIN OF THE LORD 
28-  THE MOUNTAIN OF THE LORD  I CAN FEEL NO FEAR 
29-  THE MOUNTAIN OF THE LORD YOUR PRESENCE DRAWS ME NEAR 
30-  THERE IS A PLACE FOR THOSE WHO ARE LONELY 
31-  IN THE MOUNTAIN OF THE LORD 
32-  I STAND ALONE, I SENSE YOU CLOSE 
33-  MY DESIRE PURIFIED  MY DREAMS ARE REALIZED 
34-  YOU CARRY ME TO THE SOUND OF YOUR HEARTBEAT 
35-  AND I CAN CLEARLY SEE THAT YOU HAE CARRIED ME 
36-  ON THE WINGS OF DESTINY 
</a:t>
            </a:r>
            <a:endParaRPr lang="fr-FR" dirty="0" smtClean="0"/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VEUX-TU ALLER  À LA MONTAGNE DU SEIGNEUR 
2-  IL EXISTE UN ENDROIT POUR TOUS CEUX QUI ONT SOIF 
3-  À LA MONTAGNE DU SEIGNEUR 
4-  VEUX-TU ALLER  À LA MONTAGNE DU SEIGNEUR 
5-  IL EXISTE UN ENDROIT POUR TOUS CEUX QUI SONT SEULS 
6-  À LA MONTAGNE DU SEIGNEUR 
7-  À LA MONTAGNE DU SEIGNEUR JE PEUX ENTENDRE TA VOIX 
8-  À LA MONTAGNE DU SEIGNEUR JE PEUX TOUCHER TA FACE 
9-  IL EXISTE UN ENDROIT POUR TOUS CEUX QUI ONT SOIF 
10-  À LA MONTAGNE DU SEIGNEUR 
11-  À LA MONTAGNE DU SEIGNEUR JE NE SENS PLUS DE PEUR 
12-  À LA MONTAGNE DU SEIGNEUR TA PRÉSENCE M’ATTIRE À TOI 
13-  IL EXISTE UN ENDROIT  POUR TOUS CEUX QUI SONT SEULS 
14-  À LA MONTAGNE DU SEIGNEUR 
15-  JE ME TIENS DEVANT TOI JE TE SENS PRÈS DE MOI 
16-  MON DÉSIR PURIFIÉ MES RÊVES RÉALISÉS 
17-  TU ME PORTES 
18-  AU  SON DES BATTEMENTS  DE TON COEUR 
19-  ET JE PEUX CLAIREMENT VOIR  QUE TU ME PORTES  
20-  SUR LES AILES DU DESTIN </a:t>
            </a:r>
          </a:p>
          <a:p>
            <a:endParaRPr lang="fr-FR" smtClean="0"/>
          </a:p>
          <a:p>
            <a:r>
              <a:rPr lang="fr-FR" smtClean="0"/>
              <a:t>****anglais***</a:t>
            </a:r>
          </a:p>
          <a:p>
            <a:r>
              <a:rPr lang="fr-FR" smtClean="0"/>
              <a:t>21-  DO YOU TO GO TO  THE MOUNTAIN OF THE LORD 
22-  THERE IS A PLACE FOR THOSE WHO ARE THIRSTY 
23-  IN THE MOUNTAIN OF THE LORD 
24-  THE MOUNTAIN OF THE LORD  I CAN HEAR YOUR CHOICE 
25-  THE MOUNTAIN OF THE LORD  I CAN TOUCH YOUR FACE 
26-  THERE IS A PLACE  FOR THOSE WHO ARE THIRSTY 
27-  IN THE MOUNTAIN OF THE LORD 
28-  THE MOUNTAIN OF THE LORD  I CAN FEEL NO FEAR 
29-  THE MOUNTAIN OF THE LORD YOUR PRESENCE DRAWS ME NEAR 
30-  THERE IS A PLACE FOR THOSE WHO ARE LONELY 
31-  IN THE MOUNTAIN OF THE LORD 
32-  I STAND ALONE, I SENSE YOU CLOSE 
33-  MY DESIRE PURIFIED  MY DREAMS ARE REALIZED 
34-  YOU CARRY ME TO THE SOUND OF YOUR HEARTBEAT 
35-  AND I CAN CLEARLY SEE THAT YOU HAE CARRIED ME 
36-  ON THE WINGS OF DESTINY 
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VEUX-TU ALLER  À LA MONTAGNE DU SEIGNEUR 
2-  IL EXISTE UN ENDROIT POUR TOUS CEUX QUI ONT SOIF 
3-  À LA MONTAGNE DU SEIGNEUR 
4-  VEUX-TU ALLER  À LA MONTAGNE DU SEIGNEUR 
5-  IL EXISTE UN ENDROIT POUR TOUS CEUX QUI SONT SEULS 
6-  À LA MONTAGNE DU SEIGNEUR 
7-  À LA MONTAGNE DU SEIGNEUR JE PEUX ENTENDRE TA VOIX 
8-  À LA MONTAGNE DU SEIGNEUR JE PEUX TOUCHER TA FACE 
9-  IL EXISTE UN ENDROIT POUR TOUS CEUX QUI ONT SOIF 
10-  À LA MONTAGNE DU SEIGNEUR 
11-  À LA MONTAGNE DU SEIGNEUR JE NE SENS PLUS DE PEUR 
12-  À LA MONTAGNE DU SEIGNEUR TA PRÉSENCE M’ATTIRE À TOI 
13-  IL EXISTE UN ENDROIT  POUR TOUS CEUX QUI SONT SEULS 
14-  À LA MONTAGNE DU SEIGNEUR 
15-  JE ME TIENS DEVANT TOI JE TE SENS PRÈS DE MOI 
16-  MON DÉSIR PURIFIÉ MES RÊVES RÉALISÉS 
17-  TU ME PORTES 
18-  AU  SON DES BATTEMENTS  DE TON COEUR 
19-  ET JE PEUX CLAIREMENT VOIR  QUE TU ME PORTES  
20-  SUR LES AILES DU DESTIN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****anglais***</a:t>
            </a:r>
          </a:p>
          <a:p>
            <a:pPr>
              <a:defRPr/>
            </a:pPr>
            <a:r>
              <a:rPr lang="fr-FR" smtClean="0"/>
              <a:t>21-  DO YOU TO GO TO  THE MOUNTAIN OF THE LORD 
22-  THERE IS A PLACE FOR THOSE WHO ARE THIRSTY 
23-  IN THE MOUNTAIN OF THE LORD 
24-  THE MOUNTAIN OF THE LORD  I CAN HEAR YOUR CHOICE 
25-  THE MOUNTAIN OF THE LORD  I CAN TOUCH YOUR FACE 
26-  THERE IS A PLACE  FOR THOSE WHO ARE THIRSTY 
27-  IN THE MOUNTAIN OF THE LORD 
28-  THE MOUNTAIN OF THE LORD  I CAN FEEL NO FEAR 
29-  THE MOUNTAIN OF THE LORD YOUR PRESENCE DRAWS ME NEAR 
30-  THERE IS A PLACE FOR THOSE WHO ARE LONELY 
31-  IN THE MOUNTAIN OF THE LORD 
32-  I STAND ALONE, I SENSE YOU CLOSE 
33-  MY DESIRE PURIFIED  MY DREAMS ARE REALIZED 
34-  YOU CARRY ME TO THE SOUND OF YOUR HEARTBEAT 
35-  AND I CAN CLEARLY SEE THAT YOU HAE CARRIED ME 
36-  ON THE WINGS OF DESTINY 
</a:t>
            </a:r>
            <a:endParaRPr lang="fr-FR" dirty="0" smtClean="0"/>
          </a:p>
        </p:txBody>
      </p:sp>
      <p:sp>
        <p:nvSpPr>
          <p:cNvPr id="604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VEUX-TU ALLER  À LA MONTAGNE DU SEIGNEUR 
2-  IL EXISTE UN ENDROIT POUR TOUS CEUX QUI ONT SOIF 
3-  À LA MONTAGNE DU SEIGNEUR 
4-  VEUX-TU ALLER  À LA MONTAGNE DU SEIGNEUR 
5-  IL EXISTE UN ENDROIT POUR TOUS CEUX QUI SONT SEULS 
6-  À LA MONTAGNE DU SEIGNEUR 
7-  À LA MONTAGNE DU SEIGNEUR JE PEUX ENTENDRE TA VOIX 
8-  À LA MONTAGNE DU SEIGNEUR JE PEUX TOUCHER TA FACE 
9-  IL EXISTE UN ENDROIT POUR TOUS CEUX QUI ONT SOIF 
10-  À LA MONTAGNE DU SEIGNEUR 
11-  À LA MONTAGNE DU SEIGNEUR JE NE SENS PLUS DE PEUR 
12-  À LA MONTAGNE DU SEIGNEUR TA PRÉSENCE M’ATTIRE À TOI 
13-  IL EXISTE UN ENDROIT  POUR TOUS CEUX QUI SONT SEULS 
14-  À LA MONTAGNE DU SEIGNEUR 
15-  JE ME TIENS DEVANT TOI JE TE SENS PRÈS DE MOI 
16-  MON DÉSIR PURIFIÉ MES RÊVES RÉALISÉS 
17-  TU ME PORTES 
18-  AU  SON DES BATTEMENTS  DE TON COEUR 
19-  ET JE PEUX CLAIREMENT VOIR  QUE TU ME PORTES  
20-  SUR LES AILES DU DESTIN </a:t>
            </a:r>
          </a:p>
          <a:p>
            <a:endParaRPr lang="fr-FR" smtClean="0"/>
          </a:p>
          <a:p>
            <a:r>
              <a:rPr lang="fr-FR" smtClean="0"/>
              <a:t>****anglais***</a:t>
            </a:r>
          </a:p>
          <a:p>
            <a:r>
              <a:rPr lang="fr-FR" smtClean="0"/>
              <a:t>21-  DO YOU TO GO TO  THE MOUNTAIN OF THE LORD 
22-  THERE IS A PLACE FOR THOSE WHO ARE THIRSTY 
23-  IN THE MOUNTAIN OF THE LORD 
24-  THE MOUNTAIN OF THE LORD  I CAN HEAR YOUR CHOICE 
25-  THE MOUNTAIN OF THE LORD  I CAN TOUCH YOUR FACE 
26-  THERE IS A PLACE  FOR THOSE WHO ARE THIRSTY 
27-  IN THE MOUNTAIN OF THE LORD 
28-  THE MOUNTAIN OF THE LORD  I CAN FEEL NO FEAR 
29-  THE MOUNTAIN OF THE LORD YOUR PRESENCE DRAWS ME NEAR 
30-  THERE IS A PLACE FOR THOSE WHO ARE LONELY 
31-  IN THE MOUNTAIN OF THE LORD 
32-  I STAND ALONE, I SENSE YOU CLOSE 
33-  MY DESIRE PURIFIED  MY DREAMS ARE REALIZED 
34-  YOU CARRY ME TO THE SOUND OF YOUR HEARTBEAT 
35-  AND I CAN CLEARLY SEE THAT YOU HAE CARRIED ME 
36-  ON THE WINGS OF DESTINY 
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VEUX-TU ALLER  À LA MONTAGNE DU SEIGNEUR 
2-  IL EXISTE UN ENDROIT POUR TOUS CEUX QUI ONT SOIF 
3-  À LA MONTAGNE DU SEIGNEUR 
4-  VEUX-TU ALLER  À LA MONTAGNE DU SEIGNEUR 
5-  IL EXISTE UN ENDROIT POUR TOUS CEUX QUI SONT SEULS 
6-  À LA MONTAGNE DU SEIGNEUR 
7-  À LA MONTAGNE DU SEIGNEUR JE PEUX ENTENDRE TA VOIX 
8-  À LA MONTAGNE DU SEIGNEUR JE PEUX TOUCHER TA FACE 
9-  IL EXISTE UN ENDROIT POUR TOUS CEUX QUI ONT SOIF 
10-  À LA MONTAGNE DU SEIGNEUR 
11-  À LA MONTAGNE DU SEIGNEUR JE NE SENS PLUS DE PEUR 
12-  À LA MONTAGNE DU SEIGNEUR TA PRÉSENCE M’ATTIRE À TOI 
13-  IL EXISTE UN ENDROIT  POUR TOUS CEUX QUI SONT SEULS 
14-  À LA MONTAGNE DU SEIGNEUR 
15-  JE ME TIENS DEVANT TOI JE TE SENS PRÈS DE MOI 
16-  MON DÉSIR PURIFIÉ MES RÊVES RÉALISÉS 
17-  TU ME PORTES 
18-  AU  SON DES BATTEMENTS  DE TON COEUR 
19-  ET JE PEUX CLAIREMENT VOIR  QUE TU ME PORTES  
20-  SUR LES AILES DU DESTIN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****anglais***</a:t>
            </a:r>
          </a:p>
          <a:p>
            <a:pPr>
              <a:defRPr/>
            </a:pPr>
            <a:r>
              <a:rPr lang="fr-FR" smtClean="0"/>
              <a:t>21-  DO YOU TO GO TO  THE MOUNTAIN OF THE LORD 
22-  THERE IS A PLACE FOR THOSE WHO ARE THIRSTY 
23-  IN THE MOUNTAIN OF THE LORD 
24-  THE MOUNTAIN OF THE LORD  I CAN HEAR YOUR CHOICE 
25-  THE MOUNTAIN OF THE LORD  I CAN TOUCH YOUR FACE 
26-  THERE IS A PLACE  FOR THOSE WHO ARE THIRSTY 
27-  IN THE MOUNTAIN OF THE LORD 
28-  THE MOUNTAIN OF THE LORD  I CAN FEEL NO FEAR 
29-  THE MOUNTAIN OF THE LORD YOUR PRESENCE DRAWS ME NEAR 
30-  THERE IS A PLACE FOR THOSE WHO ARE LONELY 
31-  IN THE MOUNTAIN OF THE LORD 
32-  I STAND ALONE, I SENSE YOU CLOSE 
33-  MY DESIRE PURIFIED  MY DREAMS ARE REALIZED 
34-  YOU CARRY ME TO THE SOUND OF YOUR HEARTBEAT 
35-  AND I CAN CLEARLY SEE THAT YOU HAE CARRIED ME 
36-  ON THE WINGS OF DESTINY 
</a:t>
            </a:r>
            <a:endParaRPr lang="fr-FR" dirty="0" smtClean="0"/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VEUX-TU ALLER  À LA MONTAGNE DU SEIGNEUR 
2-  IL EXISTE UN ENDROIT POUR TOUS CEUX QUI ONT SOIF 
3-  À LA MONTAGNE DU SEIGNEUR 
4-  VEUX-TU ALLER  À LA MONTAGNE DU SEIGNEUR 
5-  IL EXISTE UN ENDROIT POUR TOUS CEUX QUI SONT SEULS 
6-  À LA MONTAGNE DU SEIGNEUR 
7-  À LA MONTAGNE DU SEIGNEUR JE PEUX ENTENDRE TA VOIX 
8-  À LA MONTAGNE DU SEIGNEUR JE PEUX TOUCHER TA FACE 
9-  IL EXISTE UN ENDROIT POUR TOUS CEUX QUI ONT SOIF 
10-  À LA MONTAGNE DU SEIGNEUR 
11-  À LA MONTAGNE DU SEIGNEUR JE NE SENS PLUS DE PEUR 
12-  À LA MONTAGNE DU SEIGNEUR TA PRÉSENCE M’ATTIRE À TOI 
13-  IL EXISTE UN ENDROIT  POUR TOUS CEUX QUI SONT SEULS 
14-  À LA MONTAGNE DU SEIGNEUR 
15-  JE ME TIENS DEVANT TOI JE TE SENS PRÈS DE MOI 
16-  MON DÉSIR PURIFIÉ MES RÊVES RÉALISÉS 
17-  TU ME PORTES 
18-  AU  SON DES BATTEMENTS  DE TON COEUR 
19-  ET JE PEUX CLAIREMENT VOIR  QUE TU ME PORTES  
20-  SUR LES AILES DU DESTIN </a:t>
            </a:r>
          </a:p>
          <a:p>
            <a:endParaRPr lang="fr-FR" smtClean="0"/>
          </a:p>
          <a:p>
            <a:r>
              <a:rPr lang="fr-FR" smtClean="0"/>
              <a:t>****anglais***</a:t>
            </a:r>
          </a:p>
          <a:p>
            <a:r>
              <a:rPr lang="fr-FR" smtClean="0"/>
              <a:t>21-  DO YOU TO GO TO  THE MOUNTAIN OF THE LORD 
22-  THERE IS A PLACE FOR THOSE WHO ARE THIRSTY 
23-  IN THE MOUNTAIN OF THE LORD 
24-  THE MOUNTAIN OF THE LORD  I CAN HEAR YOUR CHOICE 
25-  THE MOUNTAIN OF THE LORD  I CAN TOUCH YOUR FACE 
26-  THERE IS A PLACE  FOR THOSE WHO ARE THIRSTY 
27-  IN THE MOUNTAIN OF THE LORD 
28-  THE MOUNTAIN OF THE LORD  I CAN FEEL NO FEAR 
29-  THE MOUNTAIN OF THE LORD YOUR PRESENCE DRAWS ME NEAR 
30-  THERE IS A PLACE FOR THOSE WHO ARE LONELY 
31-  IN THE MOUNTAIN OF THE LORD 
32-  I STAND ALONE, I SENSE YOU CLOSE 
33-  MY DESIRE PURIFIED  MY DREAMS ARE REALIZED 
34-  YOU CARRY ME TO THE SOUND OF YOUR HEARTBEAT 
35-  AND I CAN CLEARLY SEE THAT YOU HAE CARRIED ME 
36-  ON THE WINGS OF DESTINY 
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VEUX-TU ALLER  À LA MONTAGNE DU SEIGNEUR 
2-  IL EXISTE UN ENDROIT POUR TOUS CEUX QUI ONT SOIF 
3-  À LA MONTAGNE DU SEIGNEUR 
4-  VEUX-TU ALLER  À LA MONTAGNE DU SEIGNEUR 
5-  IL EXISTE UN ENDROIT POUR TOUS CEUX QUI SONT SEULS 
6-  À LA MONTAGNE DU SEIGNEUR 
7-  À LA MONTAGNE DU SEIGNEUR JE PEUX ENTENDRE TA VOIX 
8-  À LA MONTAGNE DU SEIGNEUR JE PEUX TOUCHER TA FACE 
9-  IL EXISTE UN ENDROIT POUR TOUS CEUX QUI ONT SOIF 
10-  À LA MONTAGNE DU SEIGNEUR 
11-  À LA MONTAGNE DU SEIGNEUR JE NE SENS PLUS DE PEUR 
12-  À LA MONTAGNE DU SEIGNEUR TA PRÉSENCE M’ATTIRE À TOI 
13-  IL EXISTE UN ENDROIT  POUR TOUS CEUX QUI SONT SEULS 
14-  À LA MONTAGNE DU SEIGNEUR 
15-  JE ME TIENS DEVANT TOI JE TE SENS PRÈS DE MOI 
16-  MON DÉSIR PURIFIÉ MES RÊVES RÉALISÉS 
17-  TU ME PORTES 
18-  AU  SON DES BATTEMENTS  DE TON COEUR 
19-  ET JE PEUX CLAIREMENT VOIR  QUE TU ME PORTES  
20-  SUR LES AILES DU DESTIN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****anglais***</a:t>
            </a:r>
          </a:p>
          <a:p>
            <a:pPr>
              <a:defRPr/>
            </a:pPr>
            <a:r>
              <a:rPr lang="fr-FR" smtClean="0"/>
              <a:t>21-  DO YOU TO GO TO  THE MOUNTAIN OF THE LORD 
22-  THERE IS A PLACE FOR THOSE WHO ARE THIRSTY 
23-  IN THE MOUNTAIN OF THE LORD 
24-  THE MOUNTAIN OF THE LORD  I CAN HEAR YOUR CHOICE 
25-  THE MOUNTAIN OF THE LORD  I CAN TOUCH YOUR FACE 
26-  THERE IS A PLACE  FOR THOSE WHO ARE THIRSTY 
27-  IN THE MOUNTAIN OF THE LORD 
28-  THE MOUNTAIN OF THE LORD  I CAN FEEL NO FEAR 
29-  THE MOUNTAIN OF THE LORD YOUR PRESENCE DRAWS ME NEAR 
30-  THERE IS A PLACE FOR THOSE WHO ARE LONELY 
31-  IN THE MOUNTAIN OF THE LORD 
32-  I STAND ALONE, I SENSE YOU CLOSE 
33-  MY DESIRE PURIFIED  MY DREAMS ARE REALIZED 
34-  YOU CARRY ME TO THE SOUND OF YOUR HEARTBEAT 
35-  AND I CAN CLEARLY SEE THAT YOU HAE CARRIED ME 
36-  ON THE WINGS OF DESTINY 
</a:t>
            </a:r>
            <a:endParaRPr lang="fr-FR" dirty="0" smtClean="0"/>
          </a:p>
        </p:txBody>
      </p:sp>
      <p:sp>
        <p:nvSpPr>
          <p:cNvPr id="624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VEUX-TU ALLER  À LA MONTAGNE DU SEIGNEUR 
2-  IL EXISTE UN ENDROIT POUR TOUS CEUX QUI ONT SOIF 
3-  À LA MONTAGNE DU SEIGNEUR 
4-  VEUX-TU ALLER  À LA MONTAGNE DU SEIGNEUR 
5-  IL EXISTE UN ENDROIT POUR TOUS CEUX QUI SONT SEULS 
6-  À LA MONTAGNE DU SEIGNEUR 
7-  À LA MONTAGNE DU SEIGNEUR JE PEUX ENTENDRE TA VOIX 
8-  À LA MONTAGNE DU SEIGNEUR JE PEUX TOUCHER TA FACE 
9-  IL EXISTE UN ENDROIT POUR TOUS CEUX QUI ONT SOIF 
10-  À LA MONTAGNE DU SEIGNEUR 
11-  À LA MONTAGNE DU SEIGNEUR JE NE SENS PLUS DE PEUR 
12-  À LA MONTAGNE DU SEIGNEUR TA PRÉSENCE M’ATTIRE À TOI 
13-  IL EXISTE UN ENDROIT  POUR TOUS CEUX QUI SONT SEULS 
14-  À LA MONTAGNE DU SEIGNEUR 
15-  JE ME TIENS DEVANT TOI JE TE SENS PRÈS DE MOI 
16-  MON DÉSIR PURIFIÉ MES RÊVES RÉALISÉS 
17-  TU ME PORTES 
18-  AU  SON DES BATTEMENTS  DE TON COEUR 
19-  ET JE PEUX CLAIREMENT VOIR  QUE TU ME PORTES  
20-  SUR LES AILES DU DESTIN </a:t>
            </a:r>
          </a:p>
          <a:p>
            <a:endParaRPr lang="fr-FR" smtClean="0"/>
          </a:p>
          <a:p>
            <a:r>
              <a:rPr lang="fr-FR" smtClean="0"/>
              <a:t>****anglais***</a:t>
            </a:r>
          </a:p>
          <a:p>
            <a:r>
              <a:rPr lang="fr-FR" smtClean="0"/>
              <a:t>21-  DO YOU TO GO TO  THE MOUNTAIN OF THE LORD 
22-  THERE IS A PLACE FOR THOSE WHO ARE THIRSTY 
23-  IN THE MOUNTAIN OF THE LORD 
24-  THE MOUNTAIN OF THE LORD  I CAN HEAR YOUR CHOICE 
25-  THE MOUNTAIN OF THE LORD  I CAN TOUCH YOUR FACE 
26-  THERE IS A PLACE  FOR THOSE WHO ARE THIRSTY 
27-  IN THE MOUNTAIN OF THE LORD 
28-  THE MOUNTAIN OF THE LORD  I CAN FEEL NO FEAR 
29-  THE MOUNTAIN OF THE LORD YOUR PRESENCE DRAWS ME NEAR 
30-  THERE IS A PLACE FOR THOSE WHO ARE LONELY 
31-  IN THE MOUNTAIN OF THE LORD 
32-  I STAND ALONE, I SENSE YOU CLOSE 
33-  MY DESIRE PURIFIED  MY DREAMS ARE REALIZED 
34-  YOU CARRY ME TO THE SOUND OF YOUR HEARTBEAT 
35-  AND I CAN CLEARLY SEE THAT YOU HAE CARRIED ME 
36-  ON THE WINGS OF DESTINY 
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VEUX-TU ALLER  À LA MONTAGNE DU SEIGNEUR 
2-  IL EXISTE UN ENDROIT POUR TOUS CEUX QUI ONT SOIF 
3-  À LA MONTAGNE DU SEIGNEUR 
4-  VEUX-TU ALLER  À LA MONTAGNE DU SEIGNEUR 
5-  IL EXISTE UN ENDROIT POUR TOUS CEUX QUI SONT SEULS 
6-  À LA MONTAGNE DU SEIGNEUR 
7-  À LA MONTAGNE DU SEIGNEUR JE PEUX ENTENDRE TA VOIX 
8-  À LA MONTAGNE DU SEIGNEUR JE PEUX TOUCHER TA FACE 
9-  IL EXISTE UN ENDROIT POUR TOUS CEUX QUI ONT SOIF 
10-  À LA MONTAGNE DU SEIGNEUR 
11-  À LA MONTAGNE DU SEIGNEUR JE NE SENS PLUS DE PEUR 
12-  À LA MONTAGNE DU SEIGNEUR TA PRÉSENCE M’ATTIRE À TOI 
13-  IL EXISTE UN ENDROIT  POUR TOUS CEUX QUI SONT SEULS 
14-  À LA MONTAGNE DU SEIGNEUR 
15-  JE ME TIENS DEVANT TOI JE TE SENS PRÈS DE MOI 
16-  MON DÉSIR PURIFIÉ MES RÊVES RÉALISÉS 
17-  TU ME PORTES 
18-  AU  SON DES BATTEMENTS  DE TON COEUR 
19-  ET JE PEUX CLAIREMENT VOIR  QUE TU ME PORTES  
20-  SUR LES AILES DU DESTIN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****anglais***</a:t>
            </a:r>
          </a:p>
          <a:p>
            <a:pPr>
              <a:defRPr/>
            </a:pPr>
            <a:r>
              <a:rPr lang="fr-FR" smtClean="0"/>
              <a:t>21-  DO YOU TO GO TO  THE MOUNTAIN OF THE LORD 
22-  THERE IS A PLACE FOR THOSE WHO ARE THIRSTY 
23-  IN THE MOUNTAIN OF THE LORD 
24-  THE MOUNTAIN OF THE LORD  I CAN HEAR YOUR CHOICE 
25-  THE MOUNTAIN OF THE LORD  I CAN TOUCH YOUR FACE 
26-  THERE IS A PLACE  FOR THOSE WHO ARE THIRSTY 
27-  IN THE MOUNTAIN OF THE LORD 
28-  THE MOUNTAIN OF THE LORD  I CAN FEEL NO FEAR 
29-  THE MOUNTAIN OF THE LORD YOUR PRESENCE DRAWS ME NEAR 
30-  THERE IS A PLACE FOR THOSE WHO ARE LONELY 
31-  IN THE MOUNTAIN OF THE LORD 
32-  I STAND ALONE, I SENSE YOU CLOSE 
33-  MY DESIRE PURIFIED  MY DREAMS ARE REALIZED 
34-  YOU CARRY ME TO THE SOUND OF YOUR HEARTBEAT 
35-  AND I CAN CLEARLY SEE THAT YOU HAE CARRIED ME 
36-  ON THE WINGS OF DESTINY 
</a:t>
            </a:r>
            <a:endParaRPr lang="fr-FR" dirty="0" smtClean="0"/>
          </a:p>
        </p:txBody>
      </p:sp>
      <p:sp>
        <p:nvSpPr>
          <p:cNvPr id="634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VEUX-TU ALLER  À LA MONTAGNE DU SEIGNEUR 
2-  IL EXISTE UN ENDROIT POUR TOUS CEUX QUI ONT SOIF 
3-  À LA MONTAGNE DU SEIGNEUR 
4-  VEUX-TU ALLER  À LA MONTAGNE DU SEIGNEUR 
5-  IL EXISTE UN ENDROIT POUR TOUS CEUX QUI SONT SEULS 
6-  À LA MONTAGNE DU SEIGNEUR 
7-  À LA MONTAGNE DU SEIGNEUR JE PEUX ENTENDRE TA VOIX 
8-  À LA MONTAGNE DU SEIGNEUR JE PEUX TOUCHER TA FACE 
9-  IL EXISTE UN ENDROIT POUR TOUS CEUX QUI ONT SOIF 
10-  À LA MONTAGNE DU SEIGNEUR 
11-  À LA MONTAGNE DU SEIGNEUR JE NE SENS PLUS DE PEUR 
12-  À LA MONTAGNE DU SEIGNEUR TA PRÉSENCE M’ATTIRE À TOI 
13-  IL EXISTE UN ENDROIT  POUR TOUS CEUX QUI SONT SEULS 
14-  À LA MONTAGNE DU SEIGNEUR 
15-  JE ME TIENS DEVANT TOI JE TE SENS PRÈS DE MOI 
16-  MON DÉSIR PURIFIÉ MES RÊVES RÉALISÉS 
17-  TU ME PORTES 
18-  AU  SON DES BATTEMENTS  DE TON COEUR 
19-  ET JE PEUX CLAIREMENT VOIR  QUE TU ME PORTES  
20-  SUR LES AILES DU DESTIN </a:t>
            </a:r>
          </a:p>
          <a:p>
            <a:endParaRPr lang="fr-FR" smtClean="0"/>
          </a:p>
          <a:p>
            <a:r>
              <a:rPr lang="fr-FR" smtClean="0"/>
              <a:t>****anglais***</a:t>
            </a:r>
          </a:p>
          <a:p>
            <a:r>
              <a:rPr lang="fr-FR" smtClean="0"/>
              <a:t>21-  DO YOU TO GO TO  THE MOUNTAIN OF THE LORD 
22-  THERE IS A PLACE FOR THOSE WHO ARE THIRSTY 
23-  IN THE MOUNTAIN OF THE LORD 
24-  THE MOUNTAIN OF THE LORD  I CAN HEAR YOUR CHOICE 
25-  THE MOUNTAIN OF THE LORD  I CAN TOUCH YOUR FACE 
26-  THERE IS A PLACE  FOR THOSE WHO ARE THIRSTY 
27-  IN THE MOUNTAIN OF THE LORD 
28-  THE MOUNTAIN OF THE LORD  I CAN FEEL NO FEAR 
29-  THE MOUNTAIN OF THE LORD YOUR PRESENCE DRAWS ME NEAR 
30-  THERE IS A PLACE FOR THOSE WHO ARE LONELY 
31-  IN THE MOUNTAIN OF THE LORD 
32-  I STAND ALONE, I SENSE YOU CLOSE 
33-  MY DESIRE PURIFIED  MY DREAMS ARE REALIZED 
34-  YOU CARRY ME TO THE SOUND OF YOUR HEARTBEAT 
35-  AND I CAN CLEARLY SEE THAT YOU HAE CARRIED ME 
36-  ON THE WINGS OF DESTINY 
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VEUX-TU ALLER  À LA MONTAGNE DU SEIGNEUR 
2-  IL EXISTE UN ENDROIT POUR TOUS CEUX QUI ONT SOIF 
3-  À LA MONTAGNE DU SEIGNEUR 
4-  VEUX-TU ALLER  À LA MONTAGNE DU SEIGNEUR 
5-  IL EXISTE UN ENDROIT POUR TOUS CEUX QUI SONT SEULS 
6-  À LA MONTAGNE DU SEIGNEUR 
7-  À LA MONTAGNE DU SEIGNEUR JE PEUX ENTENDRE TA VOIX 
8-  À LA MONTAGNE DU SEIGNEUR JE PEUX TOUCHER TA FACE 
9-  IL EXISTE UN ENDROIT POUR TOUS CEUX QUI ONT SOIF 
10-  À LA MONTAGNE DU SEIGNEUR 
11-  À LA MONTAGNE DU SEIGNEUR JE NE SENS PLUS DE PEUR 
12-  À LA MONTAGNE DU SEIGNEUR TA PRÉSENCE M’ATTIRE À TOI 
13-  IL EXISTE UN ENDROIT  POUR TOUS CEUX QUI SONT SEULS 
14-  À LA MONTAGNE DU SEIGNEUR 
15-  JE ME TIENS DEVANT TOI JE TE SENS PRÈS DE MOI 
16-  MON DÉSIR PURIFIÉ MES RÊVES RÉALISÉS 
17-  TU ME PORTES 
18-  AU  SON DES BATTEMENTS  DE TON COEUR 
19-  ET JE PEUX CLAIREMENT VOIR  QUE TU ME PORTES  
20-  SUR LES AILES DU DESTIN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****anglais***</a:t>
            </a:r>
          </a:p>
          <a:p>
            <a:pPr>
              <a:defRPr/>
            </a:pPr>
            <a:r>
              <a:rPr lang="fr-FR" smtClean="0"/>
              <a:t>21-  DO YOU TO GO TO  THE MOUNTAIN OF THE LORD 
22-  THERE IS A PLACE FOR THOSE WHO ARE THIRSTY 
23-  IN THE MOUNTAIN OF THE LORD 
24-  THE MOUNTAIN OF THE LORD  I CAN HEAR YOUR CHOICE 
25-  THE MOUNTAIN OF THE LORD  I CAN TOUCH YOUR FACE 
26-  THERE IS A PLACE  FOR THOSE WHO ARE THIRSTY 
27-  IN THE MOUNTAIN OF THE LORD 
28-  THE MOUNTAIN OF THE LORD  I CAN FEEL NO FEAR 
29-  THE MOUNTAIN OF THE LORD YOUR PRESENCE DRAWS ME NEAR 
30-  THERE IS A PLACE FOR THOSE WHO ARE LONELY 
31-  IN THE MOUNTAIN OF THE LORD 
32-  I STAND ALONE, I SENSE YOU CLOSE 
33-  MY DESIRE PURIFIED  MY DREAMS ARE REALIZED 
34-  YOU CARRY ME TO THE SOUND OF YOUR HEARTBEAT 
35-  AND I CAN CLEARLY SEE THAT YOU HAE CARRIED ME 
36-  ON THE WINGS OF DESTINY 
</a:t>
            </a:r>
            <a:endParaRPr lang="fr-FR" dirty="0" smtClean="0"/>
          </a:p>
        </p:txBody>
      </p:sp>
      <p:sp>
        <p:nvSpPr>
          <p:cNvPr id="645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VEUX-TU ALLER  À LA MONTAGNE DU SEIGNEUR 
2-  IL EXISTE UN ENDROIT POUR TOUS CEUX QUI ONT SOIF 
3-  À LA MONTAGNE DU SEIGNEUR 
4-  VEUX-TU ALLER  À LA MONTAGNE DU SEIGNEUR 
5-  IL EXISTE UN ENDROIT POUR TOUS CEUX QUI SONT SEULS 
6-  À LA MONTAGNE DU SEIGNEUR 
7-  À LA MONTAGNE DU SEIGNEUR JE PEUX ENTENDRE TA VOIX 
8-  À LA MONTAGNE DU SEIGNEUR JE PEUX TOUCHER TA FACE 
9-  IL EXISTE UN ENDROIT POUR TOUS CEUX QUI ONT SOIF 
10-  À LA MONTAGNE DU SEIGNEUR 
11-  À LA MONTAGNE DU SEIGNEUR JE NE SENS PLUS DE PEUR 
12-  À LA MONTAGNE DU SEIGNEUR TA PRÉSENCE M’ATTIRE À TOI 
13-  IL EXISTE UN ENDROIT  POUR TOUS CEUX QUI SONT SEULS 
14-  À LA MONTAGNE DU SEIGNEUR 
15-  JE ME TIENS DEVANT TOI JE TE SENS PRÈS DE MOI 
16-  MON DÉSIR PURIFIÉ MES RÊVES RÉALISÉS 
17-  TU ME PORTES 
18-  AU  SON DES BATTEMENTS  DE TON COEUR 
19-  ET JE PEUX CLAIREMENT VOIR  QUE TU ME PORTES  
20-  SUR LES AILES DU DESTIN </a:t>
            </a:r>
          </a:p>
          <a:p>
            <a:endParaRPr lang="fr-FR" smtClean="0"/>
          </a:p>
          <a:p>
            <a:r>
              <a:rPr lang="fr-FR" smtClean="0"/>
              <a:t>****anglais***</a:t>
            </a:r>
          </a:p>
          <a:p>
            <a:r>
              <a:rPr lang="fr-FR" smtClean="0"/>
              <a:t>21-  DO YOU TO GO TO  THE MOUNTAIN OF THE LORD 
22-  THERE IS A PLACE FOR THOSE WHO ARE THIRSTY 
23-  IN THE MOUNTAIN OF THE LORD 
24-  THE MOUNTAIN OF THE LORD  I CAN HEAR YOUR CHOICE 
25-  THE MOUNTAIN OF THE LORD  I CAN TOUCH YOUR FACE 
26-  THERE IS A PLACE  FOR THOSE WHO ARE THIRSTY 
27-  IN THE MOUNTAIN OF THE LORD 
28-  THE MOUNTAIN OF THE LORD  I CAN FEEL NO FEAR 
29-  THE MOUNTAIN OF THE LORD YOUR PRESENCE DRAWS ME NEAR 
30-  THERE IS A PLACE FOR THOSE WHO ARE LONELY 
31-  IN THE MOUNTAIN OF THE LORD 
32-  I STAND ALONE, I SENSE YOU CLOSE 
33-  MY DESIRE PURIFIED  MY DREAMS ARE REALIZED 
34-  YOU CARRY ME TO THE SOUND OF YOUR HEARTBEAT 
35-  AND I CAN CLEARLY SEE THAT YOU HAE CARRIED ME 
36-  ON THE WINGS OF DESTINY 
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VEUX-TU ALLER  À LA MONTAGNE DU SEIGNEUR 
2-  IL EXISTE UN ENDROIT POUR TOUS CEUX QUI ONT SOIF 
3-  À LA MONTAGNE DU SEIGNEUR 
4-  VEUX-TU ALLER  À LA MONTAGNE DU SEIGNEUR 
5-  IL EXISTE UN ENDROIT POUR TOUS CEUX QUI SONT SEULS 
6-  À LA MONTAGNE DU SEIGNEUR 
7-  À LA MONTAGNE DU SEIGNEUR JE PEUX ENTENDRE TA VOIX 
8-  À LA MONTAGNE DU SEIGNEUR JE PEUX TOUCHER TA FACE 
9-  IL EXISTE UN ENDROIT POUR TOUS CEUX QUI ONT SOIF 
10-  À LA MONTAGNE DU SEIGNEUR 
11-  À LA MONTAGNE DU SEIGNEUR JE NE SENS PLUS DE PEUR 
12-  À LA MONTAGNE DU SEIGNEUR TA PRÉSENCE M’ATTIRE À TOI 
13-  IL EXISTE UN ENDROIT  POUR TOUS CEUX QUI SONT SEULS 
14-  À LA MONTAGNE DU SEIGNEUR 
15-  JE ME TIENS DEVANT TOI JE TE SENS PRÈS DE MOI 
16-  MON DÉSIR PURIFIÉ MES RÊVES RÉALISÉS 
17-  TU ME PORTES 
18-  AU  SON DES BATTEMENTS  DE TON COEUR 
19-  ET JE PEUX CLAIREMENT VOIR  QUE TU ME PORTES  
20-  SUR LES AILES DU DESTIN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****anglais***</a:t>
            </a:r>
          </a:p>
          <a:p>
            <a:pPr>
              <a:defRPr/>
            </a:pPr>
            <a:r>
              <a:rPr lang="fr-FR" smtClean="0"/>
              <a:t>21-  DO YOU TO GO TO  THE MOUNTAIN OF THE LORD 
22-  THERE IS A PLACE FOR THOSE WHO ARE THIRSTY 
23-  IN THE MOUNTAIN OF THE LORD 
24-  THE MOUNTAIN OF THE LORD  I CAN HEAR YOUR CHOICE 
25-  THE MOUNTAIN OF THE LORD  I CAN TOUCH YOUR FACE 
26-  THERE IS A PLACE  FOR THOSE WHO ARE THIRSTY 
27-  IN THE MOUNTAIN OF THE LORD 
28-  THE MOUNTAIN OF THE LORD  I CAN FEEL NO FEAR 
29-  THE MOUNTAIN OF THE LORD YOUR PRESENCE DRAWS ME NEAR 
30-  THERE IS A PLACE FOR THOSE WHO ARE LONELY 
31-  IN THE MOUNTAIN OF THE LORD 
32-  I STAND ALONE, I SENSE YOU CLOSE 
33-  MY DESIRE PURIFIED  MY DREAMS ARE REALIZED 
34-  YOU CARRY ME TO THE SOUND OF YOUR HEARTBEAT 
35-  AND I CAN CLEARLY SEE THAT YOU HAE CARRIED ME 
36-  ON THE WINGS OF DESTINY 
</a:t>
            </a:r>
            <a:endParaRPr lang="fr-FR" dirty="0" smtClean="0"/>
          </a:p>
        </p:txBody>
      </p:sp>
      <p:sp>
        <p:nvSpPr>
          <p:cNvPr id="655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VEUX-TU ALLER  À LA MONTAGNE DU SEIGNEUR 
2-  IL EXISTE UN ENDROIT POUR TOUS CEUX QUI ONT SOIF 
3-  À LA MONTAGNE DU SEIGNEUR 
4-  VEUX-TU ALLER  À LA MONTAGNE DU SEIGNEUR 
5-  IL EXISTE UN ENDROIT POUR TOUS CEUX QUI SONT SEULS 
6-  À LA MONTAGNE DU SEIGNEUR 
7-  À LA MONTAGNE DU SEIGNEUR JE PEUX ENTENDRE TA VOIX 
8-  À LA MONTAGNE DU SEIGNEUR JE PEUX TOUCHER TA FACE 
9-  IL EXISTE UN ENDROIT POUR TOUS CEUX QUI ONT SOIF 
10-  À LA MONTAGNE DU SEIGNEUR 
11-  À LA MONTAGNE DU SEIGNEUR JE NE SENS PLUS DE PEUR 
12-  À LA MONTAGNE DU SEIGNEUR TA PRÉSENCE M’ATTIRE À TOI 
13-  IL EXISTE UN ENDROIT  POUR TOUS CEUX QUI SONT SEULS 
14-  À LA MONTAGNE DU SEIGNEUR 
15-  JE ME TIENS DEVANT TOI JE TE SENS PRÈS DE MOI 
16-  MON DÉSIR PURIFIÉ MES RÊVES RÉALISÉS 
17-  TU ME PORTES 
18-  AU  SON DES BATTEMENTS  DE TON COEUR 
19-  ET JE PEUX CLAIREMENT VOIR  QUE TU ME PORTES  
20-  SUR LES AILES DU DESTIN </a:t>
            </a:r>
          </a:p>
          <a:p>
            <a:endParaRPr lang="fr-FR" smtClean="0"/>
          </a:p>
          <a:p>
            <a:r>
              <a:rPr lang="fr-FR" smtClean="0"/>
              <a:t>****anglais***</a:t>
            </a:r>
          </a:p>
          <a:p>
            <a:r>
              <a:rPr lang="fr-FR" smtClean="0"/>
              <a:t>21-  DO YOU TO GO TO  THE MOUNTAIN OF THE LORD 
22-  THERE IS A PLACE FOR THOSE WHO ARE THIRSTY 
23-  IN THE MOUNTAIN OF THE LORD 
24-  THE MOUNTAIN OF THE LORD  I CAN HEAR YOUR CHOICE 
25-  THE MOUNTAIN OF THE LORD  I CAN TOUCH YOUR FACE 
26-  THERE IS A PLACE  FOR THOSE WHO ARE THIRSTY 
27-  IN THE MOUNTAIN OF THE LORD 
28-  THE MOUNTAIN OF THE LORD  I CAN FEEL NO FEAR 
29-  THE MOUNTAIN OF THE LORD YOUR PRESENCE DRAWS ME NEAR 
30-  THERE IS A PLACE FOR THOSE WHO ARE LONELY 
31-  IN THE MOUNTAIN OF THE LORD 
32-  I STAND ALONE, I SENSE YOU CLOSE 
33-  MY DESIRE PURIFIED  MY DREAMS ARE REALIZED 
34-  YOU CARRY ME TO THE SOUND OF YOUR HEARTBEAT 
35-  AND I CAN CLEARLY SEE THAT YOU HAE CARRIED ME 
36-  ON THE WINGS OF DESTINY 
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VEUX-TU ALLER  À LA MONTAGNE DU SEIGNEUR 
2-  IL EXISTE UN ENDROIT POUR TOUS CEUX QUI ONT SOIF 
3-  À LA MONTAGNE DU SEIGNEUR 
4-  VEUX-TU ALLER  À LA MONTAGNE DU SEIGNEUR 
5-  IL EXISTE UN ENDROIT POUR TOUS CEUX QUI SONT SEULS 
6-  À LA MONTAGNE DU SEIGNEUR 
7-  À LA MONTAGNE DU SEIGNEUR JE PEUX ENTENDRE TA VOIX 
8-  À LA MONTAGNE DU SEIGNEUR JE PEUX TOUCHER TA FACE 
9-  IL EXISTE UN ENDROIT POUR TOUS CEUX QUI ONT SOIF 
10-  À LA MONTAGNE DU SEIGNEUR 
11-  À LA MONTAGNE DU SEIGNEUR JE NE SENS PLUS DE PEUR 
12-  À LA MONTAGNE DU SEIGNEUR TA PRÉSENCE M’ATTIRE À TOI 
13-  IL EXISTE UN ENDROIT  POUR TOUS CEUX QUI SONT SEULS 
14-  À LA MONTAGNE DU SEIGNEUR 
15-  JE ME TIENS DEVANT TOI JE TE SENS PRÈS DE MOI 
16-  MON DÉSIR PURIFIÉ MES RÊVES RÉALISÉS 
17-  TU ME PORTES 
18-  AU  SON DES BATTEMENTS  DE TON COEUR 
19-  ET JE PEUX CLAIREMENT VOIR  QUE TU ME PORTES  
20-  SUR LES AILES DU DESTIN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****anglais***</a:t>
            </a:r>
          </a:p>
          <a:p>
            <a:pPr>
              <a:defRPr/>
            </a:pPr>
            <a:r>
              <a:rPr lang="fr-FR" smtClean="0"/>
              <a:t>21-  DO YOU TO GO TO  THE MOUNTAIN OF THE LORD 
22-  THERE IS A PLACE FOR THOSE WHO ARE THIRSTY 
23-  IN THE MOUNTAIN OF THE LORD 
24-  THE MOUNTAIN OF THE LORD  I CAN HEAR YOUR CHOICE 
25-  THE MOUNTAIN OF THE LORD  I CAN TOUCH YOUR FACE 
26-  THERE IS A PLACE  FOR THOSE WHO ARE THIRSTY 
27-  IN THE MOUNTAIN OF THE LORD 
28-  THE MOUNTAIN OF THE LORD  I CAN FEEL NO FEAR 
29-  THE MOUNTAIN OF THE LORD YOUR PRESENCE DRAWS ME NEAR 
30-  THERE IS A PLACE FOR THOSE WHO ARE LONELY 
31-  IN THE MOUNTAIN OF THE LORD 
32-  I STAND ALONE, I SENSE YOU CLOSE 
33-  MY DESIRE PURIFIED  MY DREAMS ARE REALIZED 
34-  YOU CARRY ME TO THE SOUND OF YOUR HEARTBEAT 
35-  AND I CAN CLEARLY SEE THAT YOU HAE CARRIED ME 
36-  ON THE WINGS OF DESTINY 
</a:t>
            </a:r>
            <a:endParaRPr lang="fr-FR" dirty="0" smtClean="0"/>
          </a:p>
        </p:txBody>
      </p:sp>
      <p:sp>
        <p:nvSpPr>
          <p:cNvPr id="665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VEUX-TU ALLER  À LA MONTAGNE DU SEIGNEUR 
2-  IL EXISTE UN ENDROIT POUR TOUS CEUX QUI ONT SOIF 
3-  À LA MONTAGNE DU SEIGNEUR 
4-  VEUX-TU ALLER  À LA MONTAGNE DU SEIGNEUR 
5-  IL EXISTE UN ENDROIT POUR TOUS CEUX QUI SONT SEULS 
6-  À LA MONTAGNE DU SEIGNEUR 
7-  À LA MONTAGNE DU SEIGNEUR JE PEUX ENTENDRE TA VOIX 
8-  À LA MONTAGNE DU SEIGNEUR JE PEUX TOUCHER TA FACE 
9-  IL EXISTE UN ENDROIT POUR TOUS CEUX QUI ONT SOIF 
10-  À LA MONTAGNE DU SEIGNEUR 
11-  À LA MONTAGNE DU SEIGNEUR JE NE SENS PLUS DE PEUR 
12-  À LA MONTAGNE DU SEIGNEUR TA PRÉSENCE M’ATTIRE À TOI 
13-  IL EXISTE UN ENDROIT  POUR TOUS CEUX QUI SONT SEULS 
14-  À LA MONTAGNE DU SEIGNEUR 
15-  JE ME TIENS DEVANT TOI JE TE SENS PRÈS DE MOI 
16-  MON DÉSIR PURIFIÉ MES RÊVES RÉALISÉS 
17-  TU ME PORTES 
18-  AU  SON DES BATTEMENTS  DE TON COEUR 
19-  ET JE PEUX CLAIREMENT VOIR  QUE TU ME PORTES  
20-  SUR LES AILES DU DESTIN </a:t>
            </a:r>
          </a:p>
          <a:p>
            <a:endParaRPr lang="fr-FR" smtClean="0"/>
          </a:p>
          <a:p>
            <a:r>
              <a:rPr lang="fr-FR" smtClean="0"/>
              <a:t>****anglais***</a:t>
            </a:r>
          </a:p>
          <a:p>
            <a:r>
              <a:rPr lang="fr-FR" smtClean="0"/>
              <a:t>21-  DO YOU TO GO TO  THE MOUNTAIN OF THE LORD 
22-  THERE IS A PLACE FOR THOSE WHO ARE THIRSTY 
23-  IN THE MOUNTAIN OF THE LORD 
24-  THE MOUNTAIN OF THE LORD  I CAN HEAR YOUR CHOICE 
25-  THE MOUNTAIN OF THE LORD  I CAN TOUCH YOUR FACE 
26-  THERE IS A PLACE  FOR THOSE WHO ARE THIRSTY 
27-  IN THE MOUNTAIN OF THE LORD 
28-  THE MOUNTAIN OF THE LORD  I CAN FEEL NO FEAR 
29-  THE MOUNTAIN OF THE LORD YOUR PRESENCE DRAWS ME NEAR 
30-  THERE IS A PLACE FOR THOSE WHO ARE LONELY 
31-  IN THE MOUNTAIN OF THE LORD 
32-  I STAND ALONE, I SENSE YOU CLOSE 
33-  MY DESIRE PURIFIED  MY DREAMS ARE REALIZED 
34-  YOU CARRY ME TO THE SOUND OF YOUR HEARTBEAT 
35-  AND I CAN CLEARLY SEE THAT YOU HAE CARRIED ME 
36-  ON THE WINGS OF DESTINY 
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VEUX-TU ALLER  À LA MONTAGNE DU SEIGNEUR 
2-  IL EXISTE UN ENDROIT POUR TOUS CEUX QUI ONT SOIF 
3-  À LA MONTAGNE DU SEIGNEUR 
4-  VEUX-TU ALLER  À LA MONTAGNE DU SEIGNEUR 
5-  IL EXISTE UN ENDROIT POUR TOUS CEUX QUI SONT SEULS 
6-  À LA MONTAGNE DU SEIGNEUR 
7-  À LA MONTAGNE DU SEIGNEUR JE PEUX ENTENDRE TA VOIX 
8-  À LA MONTAGNE DU SEIGNEUR JE PEUX TOUCHER TA FACE 
9-  IL EXISTE UN ENDROIT POUR TOUS CEUX QUI ONT SOIF 
10-  À LA MONTAGNE DU SEIGNEUR 
11-  À LA MONTAGNE DU SEIGNEUR JE NE SENS PLUS DE PEUR 
12-  À LA MONTAGNE DU SEIGNEUR TA PRÉSENCE M’ATTIRE À TOI 
13-  IL EXISTE UN ENDROIT  POUR TOUS CEUX QUI SONT SEULS 
14-  À LA MONTAGNE DU SEIGNEUR 
15-  JE ME TIENS DEVANT TOI JE TE SENS PRÈS DE MOI 
16-  MON DÉSIR PURIFIÉ MES RÊVES RÉALISÉS 
17-  TU ME PORTES 
18-  AU  SON DES BATTEMENTS  DE TON COEUR 
19-  ET JE PEUX CLAIREMENT VOIR  QUE TU ME PORTES  
20-  SUR LES AILES DU DESTIN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****anglais***</a:t>
            </a:r>
          </a:p>
          <a:p>
            <a:pPr>
              <a:defRPr/>
            </a:pPr>
            <a:r>
              <a:rPr lang="fr-FR" smtClean="0"/>
              <a:t>21-  DO YOU TO GO TO  THE MOUNTAIN OF THE LORD 
22-  THERE IS A PLACE FOR THOSE WHO ARE THIRSTY 
23-  IN THE MOUNTAIN OF THE LORD 
24-  THE MOUNTAIN OF THE LORD  I CAN HEAR YOUR CHOICE 
25-  THE MOUNTAIN OF THE LORD  I CAN TOUCH YOUR FACE 
26-  THERE IS A PLACE  FOR THOSE WHO ARE THIRSTY 
27-  IN THE MOUNTAIN OF THE LORD 
28-  THE MOUNTAIN OF THE LORD  I CAN FEEL NO FEAR 
29-  THE MOUNTAIN OF THE LORD YOUR PRESENCE DRAWS ME NEAR 
30-  THERE IS A PLACE FOR THOSE WHO ARE LONELY 
31-  IN THE MOUNTAIN OF THE LORD 
32-  I STAND ALONE, I SENSE YOU CLOSE 
33-  MY DESIRE PURIFIED  MY DREAMS ARE REALIZED 
34-  YOU CARRY ME TO THE SOUND OF YOUR HEARTBEAT 
35-  AND I CAN CLEARLY SEE THAT YOU HAE CARRIED ME 
36-  ON THE WINGS OF DESTINY 
</a:t>
            </a:r>
            <a:endParaRPr lang="fr-FR" dirty="0" smtClean="0"/>
          </a:p>
        </p:txBody>
      </p:sp>
      <p:sp>
        <p:nvSpPr>
          <p:cNvPr id="675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VEUX-TU ALLER  À LA MONTAGNE DU SEIGNEUR 
2-  IL EXISTE UN ENDROIT POUR TOUS CEUX QUI ONT SOIF 
3-  À LA MONTAGNE DU SEIGNEUR 
4-  VEUX-TU ALLER  À LA MONTAGNE DU SEIGNEUR 
5-  IL EXISTE UN ENDROIT POUR TOUS CEUX QUI SONT SEULS 
6-  À LA MONTAGNE DU SEIGNEUR 
7-  À LA MONTAGNE DU SEIGNEUR JE PEUX ENTENDRE TA VOIX 
8-  À LA MONTAGNE DU SEIGNEUR JE PEUX TOUCHER TA FACE 
9-  IL EXISTE UN ENDROIT POUR TOUS CEUX QUI ONT SOIF 
10-  À LA MONTAGNE DU SEIGNEUR 
11-  À LA MONTAGNE DU SEIGNEUR JE NE SENS PLUS DE PEUR 
12-  À LA MONTAGNE DU SEIGNEUR TA PRÉSENCE M’ATTIRE À TOI 
13-  IL EXISTE UN ENDROIT  POUR TOUS CEUX QUI SONT SEULS 
14-  À LA MONTAGNE DU SEIGNEUR 
15-  JE ME TIENS DEVANT TOI JE TE SENS PRÈS DE MOI 
16-  MON DÉSIR PURIFIÉ MES RÊVES RÉALISÉS 
17-  TU ME PORTES 
18-  AU  SON DES BATTEMENTS  DE TON COEUR 
19-  ET JE PEUX CLAIREMENT VOIR  QUE TU ME PORTES  
20-  SUR LES AILES DU DESTIN </a:t>
            </a:r>
          </a:p>
          <a:p>
            <a:endParaRPr lang="fr-FR" smtClean="0"/>
          </a:p>
          <a:p>
            <a:r>
              <a:rPr lang="fr-FR" smtClean="0"/>
              <a:t>****anglais***</a:t>
            </a:r>
          </a:p>
          <a:p>
            <a:r>
              <a:rPr lang="fr-FR" smtClean="0"/>
              <a:t>21-  DO YOU TO GO TO  THE MOUNTAIN OF THE LORD 
22-  THERE IS A PLACE FOR THOSE WHO ARE THIRSTY 
23-  IN THE MOUNTAIN OF THE LORD 
24-  THE MOUNTAIN OF THE LORD  I CAN HEAR YOUR CHOICE 
25-  THE MOUNTAIN OF THE LORD  I CAN TOUCH YOUR FACE 
26-  THERE IS A PLACE  FOR THOSE WHO ARE THIRSTY 
27-  IN THE MOUNTAIN OF THE LORD 
28-  THE MOUNTAIN OF THE LORD  I CAN FEEL NO FEAR 
29-  THE MOUNTAIN OF THE LORD YOUR PRESENCE DRAWS ME NEAR 
30-  THERE IS A PLACE FOR THOSE WHO ARE LONELY 
31-  IN THE MOUNTAIN OF THE LORD 
32-  I STAND ALONE, I SENSE YOU CLOSE 
33-  MY DESIRE PURIFIED  MY DREAMS ARE REALIZED 
34-  YOU CARRY ME TO THE SOUND OF YOUR HEARTBEAT 
35-  AND I CAN CLEARLY SEE THAT YOU HAE CARRIED ME 
36-  ON THE WINGS OF DESTINY 
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VEUX-TU ALLER  À LA MONTAGNE DU SEIGNEUR 
2-  IL EXISTE UN ENDROIT POUR TOUS CEUX QUI ONT SOIF 
3-  À LA MONTAGNE DU SEIGNEUR 
4-  VEUX-TU ALLER  À LA MONTAGNE DU SEIGNEUR 
5-  IL EXISTE UN ENDROIT POUR TOUS CEUX QUI SONT SEULS 
6-  À LA MONTAGNE DU SEIGNEUR 
7-  À LA MONTAGNE DU SEIGNEUR JE PEUX ENTENDRE TA VOIX 
8-  À LA MONTAGNE DU SEIGNEUR JE PEUX TOUCHER TA FACE 
9-  IL EXISTE UN ENDROIT POUR TOUS CEUX QUI ONT SOIF 
10-  À LA MONTAGNE DU SEIGNEUR 
11-  À LA MONTAGNE DU SEIGNEUR JE NE SENS PLUS DE PEUR 
12-  À LA MONTAGNE DU SEIGNEUR TA PRÉSENCE M’ATTIRE À TOI 
13-  IL EXISTE UN ENDROIT  POUR TOUS CEUX QUI SONT SEULS 
14-  À LA MONTAGNE DU SEIGNEUR 
15-  JE ME TIENS DEVANT TOI JE TE SENS PRÈS DE MOI 
16-  MON DÉSIR PURIFIÉ MES RÊVES RÉALISÉS 
17-  TU ME PORTES 
18-  AU  SON DES BATTEMENTS  DE TON COEUR 
19-  ET JE PEUX CLAIREMENT VOIR  QUE TU ME PORTES  
20-  SUR LES AILES DU DESTIN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****anglais***</a:t>
            </a:r>
          </a:p>
          <a:p>
            <a:pPr>
              <a:defRPr/>
            </a:pPr>
            <a:r>
              <a:rPr lang="fr-FR" smtClean="0"/>
              <a:t>21-  DO YOU TO GO TO  THE MOUNTAIN OF THE LORD 
22-  THERE IS A PLACE FOR THOSE WHO ARE THIRSTY 
23-  IN THE MOUNTAIN OF THE LORD 
24-  THE MOUNTAIN OF THE LORD  I CAN HEAR YOUR CHOICE 
25-  THE MOUNTAIN OF THE LORD  I CAN TOUCH YOUR FACE 
26-  THERE IS A PLACE  FOR THOSE WHO ARE THIRSTY 
27-  IN THE MOUNTAIN OF THE LORD 
28-  THE MOUNTAIN OF THE LORD  I CAN FEEL NO FEAR 
29-  THE MOUNTAIN OF THE LORD YOUR PRESENCE DRAWS ME NEAR 
30-  THERE IS A PLACE FOR THOSE WHO ARE LONELY 
31-  IN THE MOUNTAIN OF THE LORD 
32-  I STAND ALONE, I SENSE YOU CLOSE 
33-  MY DESIRE PURIFIED  MY DREAMS ARE REALIZED 
34-  YOU CARRY ME TO THE SOUND OF YOUR HEARTBEAT 
35-  AND I CAN CLEARLY SEE THAT YOU HAE CARRIED ME 
36-  ON THE WINGS OF DESTINY 
</a:t>
            </a:r>
            <a:endParaRPr lang="fr-FR" dirty="0" smtClean="0"/>
          </a:p>
        </p:txBody>
      </p:sp>
      <p:sp>
        <p:nvSpPr>
          <p:cNvPr id="686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VEUX-TU ALLER  À LA MONTAGNE DU SEIGNEUR 
2-  IL EXISTE UN ENDROIT POUR TOUS CEUX QUI ONT SOIF 
3-  À LA MONTAGNE DU SEIGNEUR 
4-  VEUX-TU ALLER  À LA MONTAGNE DU SEIGNEUR 
5-  IL EXISTE UN ENDROIT POUR TOUS CEUX QUI SONT SEULS 
6-  À LA MONTAGNE DU SEIGNEUR 
7-  À LA MONTAGNE DU SEIGNEUR JE PEUX ENTENDRE TA VOIX 
8-  À LA MONTAGNE DU SEIGNEUR JE PEUX TOUCHER TA FACE 
9-  IL EXISTE UN ENDROIT POUR TOUS CEUX QUI ONT SOIF 
10-  À LA MONTAGNE DU SEIGNEUR 
11-  À LA MONTAGNE DU SEIGNEUR JE NE SENS PLUS DE PEUR 
12-  À LA MONTAGNE DU SEIGNEUR TA PRÉSENCE M’ATTIRE À TOI 
13-  IL EXISTE UN ENDROIT  POUR TOUS CEUX QUI SONT SEULS 
14-  À LA MONTAGNE DU SEIGNEUR 
15-  JE ME TIENS DEVANT TOI JE TE SENS PRÈS DE MOI 
16-  MON DÉSIR PURIFIÉ MES RÊVES RÉALISÉS 
17-  TU ME PORTES 
18-  AU  SON DES BATTEMENTS  DE TON COEUR 
19-  ET JE PEUX CLAIREMENT VOIR  QUE TU ME PORTES  
20-  SUR LES AILES DU DESTIN </a:t>
            </a:r>
          </a:p>
          <a:p>
            <a:endParaRPr lang="fr-FR" smtClean="0"/>
          </a:p>
          <a:p>
            <a:r>
              <a:rPr lang="fr-FR" smtClean="0"/>
              <a:t>****anglais***</a:t>
            </a:r>
          </a:p>
          <a:p>
            <a:r>
              <a:rPr lang="fr-FR" smtClean="0"/>
              <a:t>21-  DO YOU TO GO TO  THE MOUNTAIN OF THE LORD 
22-  THERE IS A PLACE FOR THOSE WHO ARE THIRSTY 
23-  IN THE MOUNTAIN OF THE LORD 
24-  THE MOUNTAIN OF THE LORD  I CAN HEAR YOUR CHOICE 
25-  THE MOUNTAIN OF THE LORD  I CAN TOUCH YOUR FACE 
26-  THERE IS A PLACE  FOR THOSE WHO ARE THIRSTY 
27-  IN THE MOUNTAIN OF THE LORD 
28-  THE MOUNTAIN OF THE LORD  I CAN FEEL NO FEAR 
29-  THE MOUNTAIN OF THE LORD YOUR PRESENCE DRAWS ME NEAR 
30-  THERE IS A PLACE FOR THOSE WHO ARE LONELY 
31-  IN THE MOUNTAIN OF THE LORD 
32-  I STAND ALONE, I SENSE YOU CLOSE 
33-  MY DESIRE PURIFIED  MY DREAMS ARE REALIZED 
34-  YOU CARRY ME TO THE SOUND OF YOUR HEARTBEAT 
35-  AND I CAN CLEARLY SEE THAT YOU HAE CARRIED ME 
36-  ON THE WINGS OF DESTINY 
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VEUX-TU ALLER  À LA MONTAGNE DU SEIGNEUR 
2-  IL EXISTE UN ENDROIT POUR TOUS CEUX QUI ONT SOIF 
3-  À LA MONTAGNE DU SEIGNEUR 
4-  VEUX-TU ALLER  À LA MONTAGNE DU SEIGNEUR 
5-  IL EXISTE UN ENDROIT POUR TOUS CEUX QUI SONT SEULS 
6-  À LA MONTAGNE DU SEIGNEUR 
7-  À LA MONTAGNE DU SEIGNEUR JE PEUX ENTENDRE TA VOIX 
8-  À LA MONTAGNE DU SEIGNEUR JE PEUX TOUCHER TA FACE 
9-  IL EXISTE UN ENDROIT POUR TOUS CEUX QUI ONT SOIF 
10-  À LA MONTAGNE DU SEIGNEUR 
11-  À LA MONTAGNE DU SEIGNEUR JE NE SENS PLUS DE PEUR 
12-  À LA MONTAGNE DU SEIGNEUR TA PRÉSENCE M’ATTIRE À TOI 
13-  IL EXISTE UN ENDROIT  POUR TOUS CEUX QUI SONT SEULS 
14-  À LA MONTAGNE DU SEIGNEUR 
15-  JE ME TIENS DEVANT TOI JE TE SENS PRÈS DE MOI 
16-  MON DÉSIR PURIFIÉ MES RÊVES RÉALISÉS 
17-  TU ME PORTES 
18-  AU  SON DES BATTEMENTS  DE TON COEUR 
19-  ET JE PEUX CLAIREMENT VOIR  QUE TU ME PORTES  
20-  SUR LES AILES DU DESTIN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****anglais***</a:t>
            </a:r>
          </a:p>
          <a:p>
            <a:pPr>
              <a:defRPr/>
            </a:pPr>
            <a:r>
              <a:rPr lang="fr-FR" smtClean="0"/>
              <a:t>21-  DO YOU TO GO TO  THE MOUNTAIN OF THE LORD 
22-  THERE IS A PLACE FOR THOSE WHO ARE THIRSTY 
23-  IN THE MOUNTAIN OF THE LORD 
24-  THE MOUNTAIN OF THE LORD  I CAN HEAR YOUR CHOICE 
25-  THE MOUNTAIN OF THE LORD  I CAN TOUCH YOUR FACE 
26-  THERE IS A PLACE  FOR THOSE WHO ARE THIRSTY 
27-  IN THE MOUNTAIN OF THE LORD 
28-  THE MOUNTAIN OF THE LORD  I CAN FEEL NO FEAR 
29-  THE MOUNTAIN OF THE LORD YOUR PRESENCE DRAWS ME NEAR 
30-  THERE IS A PLACE FOR THOSE WHO ARE LONELY 
31-  IN THE MOUNTAIN OF THE LORD 
32-  I STAND ALONE, I SENSE YOU CLOSE 
33-  MY DESIRE PURIFIED  MY DREAMS ARE REALIZED 
34-  YOU CARRY ME TO THE SOUND OF YOUR HEARTBEAT 
35-  AND I CAN CLEARLY SEE THAT YOU HAE CARRIED ME 
36-  ON THE WINGS OF DESTINY 
</a:t>
            </a:r>
            <a:endParaRPr lang="fr-FR" dirty="0" smtClean="0"/>
          </a:p>
        </p:txBody>
      </p:sp>
      <p:sp>
        <p:nvSpPr>
          <p:cNvPr id="696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VEUX-TU ALLER  À LA MONTAGNE DU SEIGNEUR 
2-  IL EXISTE UN ENDROIT POUR TOUS CEUX QUI ONT SOIF 
3-  À LA MONTAGNE DU SEIGNEUR 
4-  VEUX-TU ALLER  À LA MONTAGNE DU SEIGNEUR 
5-  IL EXISTE UN ENDROIT POUR TOUS CEUX QUI SONT SEULS 
6-  À LA MONTAGNE DU SEIGNEUR 
7-  À LA MONTAGNE DU SEIGNEUR JE PEUX ENTENDRE TA VOIX 
8-  À LA MONTAGNE DU SEIGNEUR JE PEUX TOUCHER TA FACE 
9-  IL EXISTE UN ENDROIT POUR TOUS CEUX QUI ONT SOIF 
10-  À LA MONTAGNE DU SEIGNEUR 
11-  À LA MONTAGNE DU SEIGNEUR JE NE SENS PLUS DE PEUR 
12-  À LA MONTAGNE DU SEIGNEUR TA PRÉSENCE M’ATTIRE À TOI 
13-  IL EXISTE UN ENDROIT  POUR TOUS CEUX QUI SONT SEULS 
14-  À LA MONTAGNE DU SEIGNEUR 
15-  JE ME TIENS DEVANT TOI JE TE SENS PRÈS DE MOI 
16-  MON DÉSIR PURIFIÉ MES RÊVES RÉALISÉS 
17-  TU ME PORTES 
18-  AU  SON DES BATTEMENTS  DE TON COEUR 
19-  ET JE PEUX CLAIREMENT VOIR  QUE TU ME PORTES  
20-  SUR LES AILES DU DESTIN </a:t>
            </a:r>
          </a:p>
          <a:p>
            <a:endParaRPr lang="fr-FR" smtClean="0"/>
          </a:p>
          <a:p>
            <a:r>
              <a:rPr lang="fr-FR" smtClean="0"/>
              <a:t>****anglais***</a:t>
            </a:r>
          </a:p>
          <a:p>
            <a:r>
              <a:rPr lang="fr-FR" smtClean="0"/>
              <a:t>21-  DO YOU TO GO TO  THE MOUNTAIN OF THE LORD 
22-  THERE IS A PLACE FOR THOSE WHO ARE THIRSTY 
23-  IN THE MOUNTAIN OF THE LORD 
24-  THE MOUNTAIN OF THE LORD  I CAN HEAR YOUR CHOICE 
25-  THE MOUNTAIN OF THE LORD  I CAN TOUCH YOUR FACE 
26-  THERE IS A PLACE  FOR THOSE WHO ARE THIRSTY 
27-  IN THE MOUNTAIN OF THE LORD 
28-  THE MOUNTAIN OF THE LORD  I CAN FEEL NO FEAR 
29-  THE MOUNTAIN OF THE LORD YOUR PRESENCE DRAWS ME NEAR 
30-  THERE IS A PLACE FOR THOSE WHO ARE LONELY 
31-  IN THE MOUNTAIN OF THE LORD 
32-  I STAND ALONE, I SENSE YOU CLOSE 
33-  MY DESIRE PURIFIED  MY DREAMS ARE REALIZED 
34-  YOU CARRY ME TO THE SOUND OF YOUR HEARTBEAT 
35-  AND I CAN CLEARLY SEE THAT YOU HAE CARRIED ME 
36-  ON THE WINGS OF DESTINY 
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VEUX-TU ALLER  À LA MONTAGNE DU SEIGNEUR 
2-  IL EXISTE UN ENDROIT POUR TOUS CEUX QUI ONT SOIF 
3-  À LA MONTAGNE DU SEIGNEUR 
4-  VEUX-TU ALLER  À LA MONTAGNE DU SEIGNEUR 
5-  IL EXISTE UN ENDROIT POUR TOUS CEUX QUI SONT SEULS 
6-  À LA MONTAGNE DU SEIGNEUR 
7-  À LA MONTAGNE DU SEIGNEUR JE PEUX ENTENDRE TA VOIX 
8-  À LA MONTAGNE DU SEIGNEUR JE PEUX TOUCHER TA FACE 
9-  IL EXISTE UN ENDROIT POUR TOUS CEUX QUI ONT SOIF 
10-  À LA MONTAGNE DU SEIGNEUR 
11-  À LA MONTAGNE DU SEIGNEUR JE NE SENS PLUS DE PEUR 
12-  À LA MONTAGNE DU SEIGNEUR TA PRÉSENCE M’ATTIRE À TOI 
13-  IL EXISTE UN ENDROIT  POUR TOUS CEUX QUI SONT SEULS 
14-  À LA MONTAGNE DU SEIGNEUR 
15-  JE ME TIENS DEVANT TOI JE TE SENS PRÈS DE MOI 
16-  MON DÉSIR PURIFIÉ MES RÊVES RÉALISÉS 
17-  TU ME PORTES 
18-  AU  SON DES BATTEMENTS  DE TON COEUR 
19-  ET JE PEUX CLAIREMENT VOIR  QUE TU ME PORTES  
20-  SUR LES AILES DU DESTIN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****anglais***</a:t>
            </a:r>
          </a:p>
          <a:p>
            <a:pPr>
              <a:defRPr/>
            </a:pPr>
            <a:r>
              <a:rPr lang="fr-FR" smtClean="0"/>
              <a:t>21-  DO YOU TO GO TO  THE MOUNTAIN OF THE LORD 
22-  THERE IS A PLACE FOR THOSE WHO ARE THIRSTY 
23-  IN THE MOUNTAIN OF THE LORD 
24-  THE MOUNTAIN OF THE LORD  I CAN HEAR YOUR CHOICE 
25-  THE MOUNTAIN OF THE LORD  I CAN TOUCH YOUR FACE 
26-  THERE IS A PLACE  FOR THOSE WHO ARE THIRSTY 
27-  IN THE MOUNTAIN OF THE LORD 
28-  THE MOUNTAIN OF THE LORD  I CAN FEEL NO FEAR 
29-  THE MOUNTAIN OF THE LORD YOUR PRESENCE DRAWS ME NEAR 
30-  THERE IS A PLACE FOR THOSE WHO ARE LONELY 
31-  IN THE MOUNTAIN OF THE LORD 
32-  I STAND ALONE, I SENSE YOU CLOSE 
33-  MY DESIRE PURIFIED  MY DREAMS ARE REALIZED 
34-  YOU CARRY ME TO THE SOUND OF YOUR HEARTBEAT 
35-  AND I CAN CLEARLY SEE THAT YOU HAE CARRIED ME 
36-  ON THE WINGS OF DESTINY 
</a:t>
            </a:r>
            <a:endParaRPr lang="fr-FR" dirty="0" smtClean="0"/>
          </a:p>
        </p:txBody>
      </p:sp>
      <p:sp>
        <p:nvSpPr>
          <p:cNvPr id="706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VEUX-TU ALLER  À LA MONTAGNE DU SEIGNEUR 
2-  IL EXISTE UN ENDROIT POUR TOUS CEUX QUI ONT SOIF 
3-  À LA MONTAGNE DU SEIGNEUR 
4-  VEUX-TU ALLER  À LA MONTAGNE DU SEIGNEUR 
5-  IL EXISTE UN ENDROIT POUR TOUS CEUX QUI SONT SEULS 
6-  À LA MONTAGNE DU SEIGNEUR 
7-  À LA MONTAGNE DU SEIGNEUR JE PEUX ENTENDRE TA VOIX 
8-  À LA MONTAGNE DU SEIGNEUR JE PEUX TOUCHER TA FACE 
9-  IL EXISTE UN ENDROIT POUR TOUS CEUX QUI ONT SOIF 
10-  À LA MONTAGNE DU SEIGNEUR 
11-  À LA MONTAGNE DU SEIGNEUR JE NE SENS PLUS DE PEUR 
12-  À LA MONTAGNE DU SEIGNEUR TA PRÉSENCE M’ATTIRE À TOI 
13-  IL EXISTE UN ENDROIT  POUR TOUS CEUX QUI SONT SEULS 
14-  À LA MONTAGNE DU SEIGNEUR 
15-  JE ME TIENS DEVANT TOI JE TE SENS PRÈS DE MOI 
16-  MON DÉSIR PURIFIÉ MES RÊVES RÉALISÉS 
17-  TU ME PORTES 
18-  AU  SON DES BATTEMENTS  DE TON COEUR 
19-  ET JE PEUX CLAIREMENT VOIR  QUE TU ME PORTES  
20-  SUR LES AILES DU DESTIN </a:t>
            </a:r>
          </a:p>
          <a:p>
            <a:endParaRPr lang="fr-FR" smtClean="0"/>
          </a:p>
          <a:p>
            <a:r>
              <a:rPr lang="fr-FR" smtClean="0"/>
              <a:t>****anglais***</a:t>
            </a:r>
          </a:p>
          <a:p>
            <a:r>
              <a:rPr lang="fr-FR" smtClean="0"/>
              <a:t>21-  DO YOU TO GO TO  THE MOUNTAIN OF THE LORD 
22-  THERE IS A PLACE FOR THOSE WHO ARE THIRSTY 
23-  IN THE MOUNTAIN OF THE LORD 
24-  THE MOUNTAIN OF THE LORD  I CAN HEAR YOUR CHOICE 
25-  THE MOUNTAIN OF THE LORD  I CAN TOUCH YOUR FACE 
26-  THERE IS A PLACE  FOR THOSE WHO ARE THIRSTY 
27-  IN THE MOUNTAIN OF THE LORD 
28-  THE MOUNTAIN OF THE LORD  I CAN FEEL NO FEAR 
29-  THE MOUNTAIN OF THE LORD YOUR PRESENCE DRAWS ME NEAR 
30-  THERE IS A PLACE FOR THOSE WHO ARE LONELY 
31-  IN THE MOUNTAIN OF THE LORD 
32-  I STAND ALONE, I SENSE YOU CLOSE 
33-  MY DESIRE PURIFIED  MY DREAMS ARE REALIZED 
34-  YOU CARRY ME TO THE SOUND OF YOUR HEARTBEAT 
35-  AND I CAN CLEARLY SEE THAT YOU HAE CARRIED ME 
36-  ON THE WINGS OF DESTINY 
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VEUX-TU ALLER  À LA MONTAGNE DU SEIGNEUR 
2-  IL EXISTE UN ENDROIT POUR TOUS CEUX QUI ONT SOIF 
3-  À LA MONTAGNE DU SEIGNEUR 
4-  VEUX-TU ALLER  À LA MONTAGNE DU SEIGNEUR 
5-  IL EXISTE UN ENDROIT POUR TOUS CEUX QUI SONT SEULS 
6-  À LA MONTAGNE DU SEIGNEUR 
7-  À LA MONTAGNE DU SEIGNEUR JE PEUX ENTENDRE TA VOIX 
8-  À LA MONTAGNE DU SEIGNEUR JE PEUX TOUCHER TA FACE 
9-  IL EXISTE UN ENDROIT POUR TOUS CEUX QUI ONT SOIF 
10-  À LA MONTAGNE DU SEIGNEUR 
11-  À LA MONTAGNE DU SEIGNEUR JE NE SENS PLUS DE PEUR 
12-  À LA MONTAGNE DU SEIGNEUR TA PRÉSENCE M’ATTIRE À TOI 
13-  IL EXISTE UN ENDROIT  POUR TOUS CEUX QUI SONT SEULS 
14-  À LA MONTAGNE DU SEIGNEUR 
15-  JE ME TIENS DEVANT TOI JE TE SENS PRÈS DE MOI 
16-  MON DÉSIR PURIFIÉ MES RÊVES RÉALISÉS 
17-  TU ME PORTES 
18-  AU  SON DES BATTEMENTS  DE TON COEUR 
19-  ET JE PEUX CLAIREMENT VOIR  QUE TU ME PORTES  
20-  SUR LES AILES DU DESTIN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****anglais***</a:t>
            </a:r>
          </a:p>
          <a:p>
            <a:pPr>
              <a:defRPr/>
            </a:pPr>
            <a:r>
              <a:rPr lang="fr-FR" smtClean="0"/>
              <a:t>21-  DO YOU TO GO TO  THE MOUNTAIN OF THE LORD 
22-  THERE IS A PLACE FOR THOSE WHO ARE THIRSTY 
23-  IN THE MOUNTAIN OF THE LORD 
24-  THE MOUNTAIN OF THE LORD  I CAN HEAR YOUR CHOICE 
25-  THE MOUNTAIN OF THE LORD  I CAN TOUCH YOUR FACE 
26-  THERE IS A PLACE  FOR THOSE WHO ARE THIRSTY 
27-  IN THE MOUNTAIN OF THE LORD 
28-  THE MOUNTAIN OF THE LORD  I CAN FEEL NO FEAR 
29-  THE MOUNTAIN OF THE LORD YOUR PRESENCE DRAWS ME NEAR 
30-  THERE IS A PLACE FOR THOSE WHO ARE LONELY 
31-  IN THE MOUNTAIN OF THE LORD 
32-  I STAND ALONE, I SENSE YOU CLOSE 
33-  MY DESIRE PURIFIED  MY DREAMS ARE REALIZED 
34-  YOU CARRY ME TO THE SOUND OF YOUR HEARTBEAT 
35-  AND I CAN CLEARLY SEE THAT YOU HAE CARRIED ME 
36-  ON THE WINGS OF DESTINY 
</a:t>
            </a:r>
            <a:endParaRPr lang="fr-FR" dirty="0" smtClean="0"/>
          </a:p>
        </p:txBody>
      </p:sp>
      <p:sp>
        <p:nvSpPr>
          <p:cNvPr id="716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VEUX-TU ALLER  À LA MONTAGNE DU SEIGNEUR 
2-  IL EXISTE UN ENDROIT POUR TOUS CEUX QUI ONT SOIF 
3-  À LA MONTAGNE DU SEIGNEUR 
4-  VEUX-TU ALLER  À LA MONTAGNE DU SEIGNEUR 
5-  IL EXISTE UN ENDROIT POUR TOUS CEUX QUI SONT SEULS 
6-  À LA MONTAGNE DU SEIGNEUR 
7-  À LA MONTAGNE DU SEIGNEUR JE PEUX ENTENDRE TA VOIX 
8-  À LA MONTAGNE DU SEIGNEUR JE PEUX TOUCHER TA FACE 
9-  IL EXISTE UN ENDROIT POUR TOUS CEUX QUI ONT SOIF 
10-  À LA MONTAGNE DU SEIGNEUR 
11-  À LA MONTAGNE DU SEIGNEUR JE NE SENS PLUS DE PEUR 
12-  À LA MONTAGNE DU SEIGNEUR TA PRÉSENCE M’ATTIRE À TOI 
13-  IL EXISTE UN ENDROIT  POUR TOUS CEUX QUI SONT SEULS 
14-  À LA MONTAGNE DU SEIGNEUR 
15-  JE ME TIENS DEVANT TOI JE TE SENS PRÈS DE MOI 
16-  MON DÉSIR PURIFIÉ MES RÊVES RÉALISÉS 
17-  TU ME PORTES 
18-  AU  SON DES BATTEMENTS  DE TON COEUR 
19-  ET JE PEUX CLAIREMENT VOIR  QUE TU ME PORTES  
20-  SUR LES AILES DU DESTIN </a:t>
            </a:r>
          </a:p>
          <a:p>
            <a:endParaRPr lang="fr-FR" smtClean="0"/>
          </a:p>
          <a:p>
            <a:r>
              <a:rPr lang="fr-FR" smtClean="0"/>
              <a:t>****anglais***</a:t>
            </a:r>
          </a:p>
          <a:p>
            <a:r>
              <a:rPr lang="fr-FR" smtClean="0"/>
              <a:t>21-  DO YOU TO GO TO  THE MOUNTAIN OF THE LORD 
22-  THERE IS A PLACE FOR THOSE WHO ARE THIRSTY 
23-  IN THE MOUNTAIN OF THE LORD 
24-  THE MOUNTAIN OF THE LORD  I CAN HEAR YOUR CHOICE 
25-  THE MOUNTAIN OF THE LORD  I CAN TOUCH YOUR FACE 
26-  THERE IS A PLACE  FOR THOSE WHO ARE THIRSTY 
27-  IN THE MOUNTAIN OF THE LORD 
28-  THE MOUNTAIN OF THE LORD  I CAN FEEL NO FEAR 
29-  THE MOUNTAIN OF THE LORD YOUR PRESENCE DRAWS ME NEAR 
30-  THERE IS A PLACE FOR THOSE WHO ARE LONELY 
31-  IN THE MOUNTAIN OF THE LORD 
32-  I STAND ALONE, I SENSE YOU CLOSE 
33-  MY DESIRE PURIFIED  MY DREAMS ARE REALIZED 
34-  YOU CARRY ME TO THE SOUND OF YOUR HEARTBEAT 
35-  AND I CAN CLEARLY SEE THAT YOU HAE CARRIED ME 
36-  ON THE WINGS OF DESTINY 
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VEUX-TU ALLER  À LA MONTAGNE DU SEIGNEUR 
2-  IL EXISTE UN ENDROIT POUR TOUS CEUX QUI ONT SOIF 
3-  À LA MONTAGNE DU SEIGNEUR 
4-  VEUX-TU ALLER  À LA MONTAGNE DU SEIGNEUR 
5-  IL EXISTE UN ENDROIT POUR TOUS CEUX QUI SONT SEULS 
6-  À LA MONTAGNE DU SEIGNEUR 
7-  À LA MONTAGNE DU SEIGNEUR JE PEUX ENTENDRE TA VOIX 
8-  À LA MONTAGNE DU SEIGNEUR JE PEUX TOUCHER TA FACE 
9-  IL EXISTE UN ENDROIT POUR TOUS CEUX QUI ONT SOIF 
10-  À LA MONTAGNE DU SEIGNEUR 
11-  À LA MONTAGNE DU SEIGNEUR JE NE SENS PLUS DE PEUR 
12-  À LA MONTAGNE DU SEIGNEUR TA PRÉSENCE M’ATTIRE À TOI 
13-  IL EXISTE UN ENDROIT  POUR TOUS CEUX QUI SONT SEULS 
14-  À LA MONTAGNE DU SEIGNEUR 
15-  JE ME TIENS DEVANT TOI JE TE SENS PRÈS DE MOI 
16-  MON DÉSIR PURIFIÉ MES RÊVES RÉALISÉS 
17-  TU ME PORTES 
18-  AU  SON DES BATTEMENTS  DE TON COEUR 
19-  ET JE PEUX CLAIREMENT VOIR  QUE TU ME PORTES  
20-  SUR LES AILES DU DESTIN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****anglais***</a:t>
            </a:r>
          </a:p>
          <a:p>
            <a:pPr>
              <a:defRPr/>
            </a:pPr>
            <a:r>
              <a:rPr lang="fr-FR" smtClean="0"/>
              <a:t>21-  DO YOU TO GO TO  THE MOUNTAIN OF THE LORD 
22-  THERE IS A PLACE FOR THOSE WHO ARE THIRSTY 
23-  IN THE MOUNTAIN OF THE LORD 
24-  THE MOUNTAIN OF THE LORD  I CAN HEAR YOUR CHOICE 
25-  THE MOUNTAIN OF THE LORD  I CAN TOUCH YOUR FACE 
26-  THERE IS A PLACE  FOR THOSE WHO ARE THIRSTY 
27-  IN THE MOUNTAIN OF THE LORD 
28-  THE MOUNTAIN OF THE LORD  I CAN FEEL NO FEAR 
29-  THE MOUNTAIN OF THE LORD YOUR PRESENCE DRAWS ME NEAR 
30-  THERE IS A PLACE FOR THOSE WHO ARE LONELY 
31-  IN THE MOUNTAIN OF THE LORD 
32-  I STAND ALONE, I SENSE YOU CLOSE 
33-  MY DESIRE PURIFIED  MY DREAMS ARE REALIZED 
34-  YOU CARRY ME TO THE SOUND OF YOUR HEARTBEAT 
35-  AND I CAN CLEARLY SEE THAT YOU HAE CARRIED ME 
36-  ON THE WINGS OF DESTINY 
</a:t>
            </a:r>
            <a:endParaRPr lang="fr-FR" dirty="0" smtClean="0"/>
          </a:p>
        </p:txBody>
      </p:sp>
      <p:sp>
        <p:nvSpPr>
          <p:cNvPr id="727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VEUX-TU ALLER  À LA MONTAGNE DU SEIGNEUR 
2-  IL EXISTE UN ENDROIT POUR TOUS CEUX QUI ONT SOIF 
3-  À LA MONTAGNE DU SEIGNEUR 
4-  VEUX-TU ALLER  À LA MONTAGNE DU SEIGNEUR 
5-  IL EXISTE UN ENDROIT POUR TOUS CEUX QUI SONT SEULS 
6-  À LA MONTAGNE DU SEIGNEUR 
7-  À LA MONTAGNE DU SEIGNEUR JE PEUX ENTENDRE TA VOIX 
8-  À LA MONTAGNE DU SEIGNEUR JE PEUX TOUCHER TA FACE 
9-  IL EXISTE UN ENDROIT POUR TOUS CEUX QUI ONT SOIF 
10-  À LA MONTAGNE DU SEIGNEUR 
11-  À LA MONTAGNE DU SEIGNEUR JE NE SENS PLUS DE PEUR 
12-  À LA MONTAGNE DU SEIGNEUR TA PRÉSENCE M’ATTIRE À TOI 
13-  IL EXISTE UN ENDROIT  POUR TOUS CEUX QUI SONT SEULS 
14-  À LA MONTAGNE DU SEIGNEUR 
15-  JE ME TIENS DEVANT TOI JE TE SENS PRÈS DE MOI 
16-  MON DÉSIR PURIFIÉ MES RÊVES RÉALISÉS 
17-  TU ME PORTES 
18-  AU  SON DES BATTEMENTS  DE TON COEUR 
19-  ET JE PEUX CLAIREMENT VOIR  QUE TU ME PORTES  
20-  SUR LES AILES DU DESTIN </a:t>
            </a:r>
          </a:p>
          <a:p>
            <a:endParaRPr lang="fr-FR" smtClean="0"/>
          </a:p>
          <a:p>
            <a:r>
              <a:rPr lang="fr-FR" smtClean="0"/>
              <a:t>****anglais***</a:t>
            </a:r>
          </a:p>
          <a:p>
            <a:r>
              <a:rPr lang="fr-FR" smtClean="0"/>
              <a:t>21-  DO YOU TO GO TO  THE MOUNTAIN OF THE LORD 
22-  THERE IS A PLACE FOR THOSE WHO ARE THIRSTY 
23-  IN THE MOUNTAIN OF THE LORD 
24-  THE MOUNTAIN OF THE LORD  I CAN HEAR YOUR CHOICE 
25-  THE MOUNTAIN OF THE LORD  I CAN TOUCH YOUR FACE 
26-  THERE IS A PLACE  FOR THOSE WHO ARE THIRSTY 
27-  IN THE MOUNTAIN OF THE LORD 
28-  THE MOUNTAIN OF THE LORD  I CAN FEEL NO FEAR 
29-  THE MOUNTAIN OF THE LORD YOUR PRESENCE DRAWS ME NEAR 
30-  THERE IS A PLACE FOR THOSE WHO ARE LONELY 
31-  IN THE MOUNTAIN OF THE LORD 
32-  I STAND ALONE, I SENSE YOU CLOSE 
33-  MY DESIRE PURIFIED  MY DREAMS ARE REALIZED 
34-  YOU CARRY ME TO THE SOUND OF YOUR HEARTBEAT 
35-  AND I CAN CLEARLY SEE THAT YOU HAE CARRIED ME 
36-  ON THE WINGS OF DESTINY 
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VEUX-TU ALLER  À LA MONTAGNE DU SEIGNEUR 
2-  IL EXISTE UN ENDROIT POUR TOUS CEUX QUI ONT SOIF 
3-  À LA MONTAGNE DU SEIGNEUR 
4-  VEUX-TU ALLER  À LA MONTAGNE DU SEIGNEUR 
5-  IL EXISTE UN ENDROIT POUR TOUS CEUX QUI SONT SEULS 
6-  À LA MONTAGNE DU SEIGNEUR 
7-  À LA MONTAGNE DU SEIGNEUR JE PEUX ENTENDRE TA VOIX 
8-  À LA MONTAGNE DU SEIGNEUR JE PEUX TOUCHER TA FACE 
9-  IL EXISTE UN ENDROIT POUR TOUS CEUX QUI ONT SOIF 
10-  À LA MONTAGNE DU SEIGNEUR 
11-  À LA MONTAGNE DU SEIGNEUR JE NE SENS PLUS DE PEUR 
12-  À LA MONTAGNE DU SEIGNEUR TA PRÉSENCE M’ATTIRE À TOI 
13-  IL EXISTE UN ENDROIT  POUR TOUS CEUX QUI SONT SEULS 
14-  À LA MONTAGNE DU SEIGNEUR 
15-  JE ME TIENS DEVANT TOI JE TE SENS PRÈS DE MOI 
16-  MON DÉSIR PURIFIÉ MES RÊVES RÉALISÉS 
17-  TU ME PORTES 
18-  AU  SON DES BATTEMENTS  DE TON COEUR 
19-  ET JE PEUX CLAIREMENT VOIR  QUE TU ME PORTES  
20-  SUR LES AILES DU DESTIN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****anglais***</a:t>
            </a:r>
          </a:p>
          <a:p>
            <a:pPr>
              <a:defRPr/>
            </a:pPr>
            <a:r>
              <a:rPr lang="fr-FR" smtClean="0"/>
              <a:t>21-  DO YOU TO GO TO  THE MOUNTAIN OF THE LORD 
22-  THERE IS A PLACE FOR THOSE WHO ARE THIRSTY 
23-  IN THE MOUNTAIN OF THE LORD 
24-  THE MOUNTAIN OF THE LORD  I CAN HEAR YOUR CHOICE 
25-  THE MOUNTAIN OF THE LORD  I CAN TOUCH YOUR FACE 
26-  THERE IS A PLACE  FOR THOSE WHO ARE THIRSTY 
27-  IN THE MOUNTAIN OF THE LORD 
28-  THE MOUNTAIN OF THE LORD  I CAN FEEL NO FEAR 
29-  THE MOUNTAIN OF THE LORD YOUR PRESENCE DRAWS ME NEAR 
30-  THERE IS A PLACE FOR THOSE WHO ARE LONELY 
31-  IN THE MOUNTAIN OF THE LORD 
32-  I STAND ALONE, I SENSE YOU CLOSE 
33-  MY DESIRE PURIFIED  MY DREAMS ARE REALIZED 
34-  YOU CARRY ME TO THE SOUND OF YOUR HEARTBEAT 
35-  AND I CAN CLEARLY SEE THAT YOU HAE CARRIED ME 
36-  ON THE WINGS OF DESTINY 
</a:t>
            </a:r>
            <a:endParaRPr lang="fr-FR" dirty="0" smtClean="0"/>
          </a:p>
        </p:txBody>
      </p:sp>
      <p:sp>
        <p:nvSpPr>
          <p:cNvPr id="737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VEUX-TU ALLER  À LA MONTAGNE DU SEIGNEUR 
2-  IL EXISTE UN ENDROIT POUR TOUS CEUX QUI ONT SOIF 
3-  À LA MONTAGNE DU SEIGNEUR 
4-  VEUX-TU ALLER  À LA MONTAGNE DU SEIGNEUR 
5-  IL EXISTE UN ENDROIT POUR TOUS CEUX QUI SONT SEULS 
6-  À LA MONTAGNE DU SEIGNEUR 
7-  À LA MONTAGNE DU SEIGNEUR JE PEUX ENTENDRE TA VOIX 
8-  À LA MONTAGNE DU SEIGNEUR JE PEUX TOUCHER TA FACE 
9-  IL EXISTE UN ENDROIT POUR TOUS CEUX QUI ONT SOIF 
10-  À LA MONTAGNE DU SEIGNEUR 
11-  À LA MONTAGNE DU SEIGNEUR JE NE SENS PLUS DE PEUR 
12-  À LA MONTAGNE DU SEIGNEUR TA PRÉSENCE M’ATTIRE À TOI 
13-  IL EXISTE UN ENDROIT  POUR TOUS CEUX QUI SONT SEULS 
14-  À LA MONTAGNE DU SEIGNEUR 
15-  JE ME TIENS DEVANT TOI JE TE SENS PRÈS DE MOI 
16-  MON DÉSIR PURIFIÉ MES RÊVES RÉALISÉS 
17-  TU ME PORTES 
18-  AU  SON DES BATTEMENTS  DE TON COEUR 
19-  ET JE PEUX CLAIREMENT VOIR  QUE TU ME PORTES  
20-  SUR LES AILES DU DESTIN </a:t>
            </a:r>
          </a:p>
          <a:p>
            <a:endParaRPr lang="fr-FR" smtClean="0"/>
          </a:p>
          <a:p>
            <a:r>
              <a:rPr lang="fr-FR" smtClean="0"/>
              <a:t>****anglais***</a:t>
            </a:r>
          </a:p>
          <a:p>
            <a:r>
              <a:rPr lang="fr-FR" smtClean="0"/>
              <a:t>21-  DO YOU TO GO TO  THE MOUNTAIN OF THE LORD 
22-  THERE IS A PLACE FOR THOSE WHO ARE THIRSTY 
23-  IN THE MOUNTAIN OF THE LORD 
24-  THE MOUNTAIN OF THE LORD  I CAN HEAR YOUR CHOICE 
25-  THE MOUNTAIN OF THE LORD  I CAN TOUCH YOUR FACE 
26-  THERE IS A PLACE  FOR THOSE WHO ARE THIRSTY 
27-  IN THE MOUNTAIN OF THE LORD 
28-  THE MOUNTAIN OF THE LORD  I CAN FEEL NO FEAR 
29-  THE MOUNTAIN OF THE LORD YOUR PRESENCE DRAWS ME NEAR 
30-  THERE IS A PLACE FOR THOSE WHO ARE LONELY 
31-  IN THE MOUNTAIN OF THE LORD 
32-  I STAND ALONE, I SENSE YOU CLOSE 
33-  MY DESIRE PURIFIED  MY DREAMS ARE REALIZED 
34-  YOU CARRY ME TO THE SOUND OF YOUR HEARTBEAT 
35-  AND I CAN CLEARLY SEE THAT YOU HAE CARRIED ME 
36-  ON THE WINGS OF DESTINY 
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VEUX-TU ALLER  À LA MONTAGNE DU SEIGNEUR 
2-  IL EXISTE UN ENDROIT POUR TOUS CEUX QUI ONT SOIF 
3-  À LA MONTAGNE DU SEIGNEUR 
4-  VEUX-TU ALLER  À LA MONTAGNE DU SEIGNEUR 
5-  IL EXISTE UN ENDROIT POUR TOUS CEUX QUI SONT SEULS 
6-  À LA MONTAGNE DU SEIGNEUR 
7-  À LA MONTAGNE DU SEIGNEUR JE PEUX ENTENDRE TA VOIX 
8-  À LA MONTAGNE DU SEIGNEUR JE PEUX TOUCHER TA FACE 
9-  IL EXISTE UN ENDROIT POUR TOUS CEUX QUI ONT SOIF 
10-  À LA MONTAGNE DU SEIGNEUR 
11-  À LA MONTAGNE DU SEIGNEUR JE NE SENS PLUS DE PEUR 
12-  À LA MONTAGNE DU SEIGNEUR TA PRÉSENCE M’ATTIRE À TOI 
13-  IL EXISTE UN ENDROIT  POUR TOUS CEUX QUI SONT SEULS 
14-  À LA MONTAGNE DU SEIGNEUR 
15-  JE ME TIENS DEVANT TOI JE TE SENS PRÈS DE MOI 
16-  MON DÉSIR PURIFIÉ MES RÊVES RÉALISÉS 
17-  TU ME PORTES 
18-  AU  SON DES BATTEMENTS  DE TON COEUR 
19-  ET JE PEUX CLAIREMENT VOIR  QUE TU ME PORTES  
20-  SUR LES AILES DU DESTIN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****anglais***</a:t>
            </a:r>
          </a:p>
          <a:p>
            <a:pPr>
              <a:defRPr/>
            </a:pPr>
            <a:r>
              <a:rPr lang="fr-FR" smtClean="0"/>
              <a:t>21-  DO YOU TO GO TO  THE MOUNTAIN OF THE LORD 
22-  THERE IS A PLACE FOR THOSE WHO ARE THIRSTY 
23-  IN THE MOUNTAIN OF THE LORD 
24-  THE MOUNTAIN OF THE LORD  I CAN HEAR YOUR CHOICE 
25-  THE MOUNTAIN OF THE LORD  I CAN TOUCH YOUR FACE 
26-  THERE IS A PLACE  FOR THOSE WHO ARE THIRSTY 
27-  IN THE MOUNTAIN OF THE LORD 
28-  THE MOUNTAIN OF THE LORD  I CAN FEEL NO FEAR 
29-  THE MOUNTAIN OF THE LORD YOUR PRESENCE DRAWS ME NEAR 
30-  THERE IS A PLACE FOR THOSE WHO ARE LONELY 
31-  IN THE MOUNTAIN OF THE LORD 
32-  I STAND ALONE, I SENSE YOU CLOSE 
33-  MY DESIRE PURIFIED  MY DREAMS ARE REALIZED 
34-  YOU CARRY ME TO THE SOUND OF YOUR HEARTBEAT 
35-  AND I CAN CLEARLY SEE THAT YOU HAE CARRIED ME 
36-  ON THE WINGS OF DESTINY 
</a:t>
            </a:r>
            <a:endParaRPr lang="fr-FR" dirty="0" smtClean="0"/>
          </a:p>
        </p:txBody>
      </p:sp>
      <p:sp>
        <p:nvSpPr>
          <p:cNvPr id="747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VEUX-TU ALLER  À LA MONTAGNE DU SEIGNEUR 
2-  IL EXISTE UN ENDROIT POUR TOUS CEUX QUI ONT SOIF 
3-  À LA MONTAGNE DU SEIGNEUR 
4-  VEUX-TU ALLER  À LA MONTAGNE DU SEIGNEUR 
5-  IL EXISTE UN ENDROIT POUR TOUS CEUX QUI SONT SEULS 
6-  À LA MONTAGNE DU SEIGNEUR 
7-  À LA MONTAGNE DU SEIGNEUR JE PEUX ENTENDRE TA VOIX 
8-  À LA MONTAGNE DU SEIGNEUR JE PEUX TOUCHER TA FACE 
9-  IL EXISTE UN ENDROIT POUR TOUS CEUX QUI ONT SOIF 
10-  À LA MONTAGNE DU SEIGNEUR 
11-  À LA MONTAGNE DU SEIGNEUR JE NE SENS PLUS DE PEUR 
12-  À LA MONTAGNE DU SEIGNEUR TA PRÉSENCE M’ATTIRE À TOI 
13-  IL EXISTE UN ENDROIT  POUR TOUS CEUX QUI SONT SEULS 
14-  À LA MONTAGNE DU SEIGNEUR 
15-  JE ME TIENS DEVANT TOI JE TE SENS PRÈS DE MOI 
16-  MON DÉSIR PURIFIÉ MES RÊVES RÉALISÉS 
17-  TU ME PORTES 
18-  AU  SON DES BATTEMENTS  DE TON COEUR 
19-  ET JE PEUX CLAIREMENT VOIR  QUE TU ME PORTES  
20-  SUR LES AILES DU DESTIN </a:t>
            </a:r>
          </a:p>
          <a:p>
            <a:endParaRPr lang="fr-FR" smtClean="0"/>
          </a:p>
          <a:p>
            <a:r>
              <a:rPr lang="fr-FR" smtClean="0"/>
              <a:t>****anglais***</a:t>
            </a:r>
          </a:p>
          <a:p>
            <a:r>
              <a:rPr lang="fr-FR" smtClean="0"/>
              <a:t>21-  DO YOU TO GO TO  THE MOUNTAIN OF THE LORD 
22-  THERE IS A PLACE FOR THOSE WHO ARE THIRSTY 
23-  IN THE MOUNTAIN OF THE LORD 
24-  THE MOUNTAIN OF THE LORD  I CAN HEAR YOUR CHOICE 
25-  THE MOUNTAIN OF THE LORD  I CAN TOUCH YOUR FACE 
26-  THERE IS A PLACE  FOR THOSE WHO ARE THIRSTY 
27-  IN THE MOUNTAIN OF THE LORD 
28-  THE MOUNTAIN OF THE LORD  I CAN FEEL NO FEAR 
29-  THE MOUNTAIN OF THE LORD YOUR PRESENCE DRAWS ME NEAR 
30-  THERE IS A PLACE FOR THOSE WHO ARE LONELY 
31-  IN THE MOUNTAIN OF THE LORD 
32-  I STAND ALONE, I SENSE YOU CLOSE 
33-  MY DESIRE PURIFIED  MY DREAMS ARE REALIZED 
34-  YOU CARRY ME TO THE SOUND OF YOUR HEARTBEAT 
35-  AND I CAN CLEARLY SEE THAT YOU HAE CARRIED ME 
36-  ON THE WINGS OF DESTINY 
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VEUX-TU ALLER  À LA MONTAGNE DU SEIGNEUR 
2-  IL EXISTE UN ENDROIT POUR TOUS CEUX QUI ONT SOIF 
3-  À LA MONTAGNE DU SEIGNEUR 
4-  VEUX-TU ALLER  À LA MONTAGNE DU SEIGNEUR 
5-  IL EXISTE UN ENDROIT POUR TOUS CEUX QUI SONT SEULS 
6-  À LA MONTAGNE DU SEIGNEUR 
7-  À LA MONTAGNE DU SEIGNEUR JE PEUX ENTENDRE TA VOIX 
8-  À LA MONTAGNE DU SEIGNEUR JE PEUX TOUCHER TA FACE 
9-  IL EXISTE UN ENDROIT POUR TOUS CEUX QUI ONT SOIF 
10-  À LA MONTAGNE DU SEIGNEUR 
11-  À LA MONTAGNE DU SEIGNEUR JE NE SENS PLUS DE PEUR 
12-  À LA MONTAGNE DU SEIGNEUR TA PRÉSENCE M’ATTIRE À TOI 
13-  IL EXISTE UN ENDROIT  POUR TOUS CEUX QUI SONT SEULS 
14-  À LA MONTAGNE DU SEIGNEUR 
15-  JE ME TIENS DEVANT TOI JE TE SENS PRÈS DE MOI 
16-  MON DÉSIR PURIFIÉ MES RÊVES RÉALISÉS 
17-  TU ME PORTES 
18-  AU  SON DES BATTEMENTS  DE TON COEUR 
19-  ET JE PEUX CLAIREMENT VOIR  QUE TU ME PORTES  
20-  SUR LES AILES DU DESTIN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****anglais***</a:t>
            </a:r>
          </a:p>
          <a:p>
            <a:pPr>
              <a:defRPr/>
            </a:pPr>
            <a:r>
              <a:rPr lang="fr-FR" smtClean="0"/>
              <a:t>21-  DO YOU TO GO TO  THE MOUNTAIN OF THE LORD 
22-  THERE IS A PLACE FOR THOSE WHO ARE THIRSTY 
23-  IN THE MOUNTAIN OF THE LORD 
24-  THE MOUNTAIN OF THE LORD  I CAN HEAR YOUR CHOICE 
25-  THE MOUNTAIN OF THE LORD  I CAN TOUCH YOUR FACE 
26-  THERE IS A PLACE  FOR THOSE WHO ARE THIRSTY 
27-  IN THE MOUNTAIN OF THE LORD 
28-  THE MOUNTAIN OF THE LORD  I CAN FEEL NO FEAR 
29-  THE MOUNTAIN OF THE LORD YOUR PRESENCE DRAWS ME NEAR 
30-  THERE IS A PLACE FOR THOSE WHO ARE LONELY 
31-  IN THE MOUNTAIN OF THE LORD 
32-  I STAND ALONE, I SENSE YOU CLOSE 
33-  MY DESIRE PURIFIED  MY DREAMS ARE REALIZED 
34-  YOU CARRY ME TO THE SOUND OF YOUR HEARTBEAT 
35-  AND I CAN CLEARLY SEE THAT YOU HAE CARRIED ME 
36-  ON THE WINGS OF DESTINY 
</a:t>
            </a:r>
            <a:endParaRPr lang="fr-FR" dirty="0" smtClean="0"/>
          </a:p>
        </p:txBody>
      </p:sp>
      <p:sp>
        <p:nvSpPr>
          <p:cNvPr id="757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VEUX-TU ALLER  À LA MONTAGNE DU SEIGNEUR 
2-  IL EXISTE UN ENDROIT POUR TOUS CEUX QUI ONT SOIF 
3-  À LA MONTAGNE DU SEIGNEUR 
4-  VEUX-TU ALLER  À LA MONTAGNE DU SEIGNEUR 
5-  IL EXISTE UN ENDROIT POUR TOUS CEUX QUI SONT SEULS 
6-  À LA MONTAGNE DU SEIGNEUR 
7-  À LA MONTAGNE DU SEIGNEUR JE PEUX ENTENDRE TA VOIX 
8-  À LA MONTAGNE DU SEIGNEUR JE PEUX TOUCHER TA FACE 
9-  IL EXISTE UN ENDROIT POUR TOUS CEUX QUI ONT SOIF 
10-  À LA MONTAGNE DU SEIGNEUR 
11-  À LA MONTAGNE DU SEIGNEUR JE NE SENS PLUS DE PEUR 
12-  À LA MONTAGNE DU SEIGNEUR TA PRÉSENCE M’ATTIRE À TOI 
13-  IL EXISTE UN ENDROIT  POUR TOUS CEUX QUI SONT SEULS 
14-  À LA MONTAGNE DU SEIGNEUR 
15-  JE ME TIENS DEVANT TOI JE TE SENS PRÈS DE MOI 
16-  MON DÉSIR PURIFIÉ MES RÊVES RÉALISÉS 
17-  TU ME PORTES 
18-  AU  SON DES BATTEMENTS  DE TON COEUR 
19-  ET JE PEUX CLAIREMENT VOIR  QUE TU ME PORTES  
20-  SUR LES AILES DU DESTIN </a:t>
            </a:r>
          </a:p>
          <a:p>
            <a:endParaRPr lang="fr-FR" smtClean="0"/>
          </a:p>
          <a:p>
            <a:r>
              <a:rPr lang="fr-FR" smtClean="0"/>
              <a:t>****anglais***</a:t>
            </a:r>
          </a:p>
          <a:p>
            <a:r>
              <a:rPr lang="fr-FR" smtClean="0"/>
              <a:t>21-  DO YOU TO GO TO  THE MOUNTAIN OF THE LORD 
22-  THERE IS A PLACE FOR THOSE WHO ARE THIRSTY 
23-  IN THE MOUNTAIN OF THE LORD 
24-  THE MOUNTAIN OF THE LORD  I CAN HEAR YOUR CHOICE 
25-  THE MOUNTAIN OF THE LORD  I CAN TOUCH YOUR FACE 
26-  THERE IS A PLACE  FOR THOSE WHO ARE THIRSTY 
27-  IN THE MOUNTAIN OF THE LORD 
28-  THE MOUNTAIN OF THE LORD  I CAN FEEL NO FEAR 
29-  THE MOUNTAIN OF THE LORD YOUR PRESENCE DRAWS ME NEAR 
30-  THERE IS A PLACE FOR THOSE WHO ARE LONELY 
31-  IN THE MOUNTAIN OF THE LORD 
32-  I STAND ALONE, I SENSE YOU CLOSE 
33-  MY DESIRE PURIFIED  MY DREAMS ARE REALIZED 
34-  YOU CARRY ME TO THE SOUND OF YOUR HEARTBEAT 
35-  AND I CAN CLEARLY SEE THAT YOU HAE CARRIED ME 
36-  ON THE WINGS OF DESTINY 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0D6AC7-62CB-4DAD-BC59-13897ADFCB6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7C4553-3313-4597-9D6A-406E7E2F8B5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C4874F-5D47-4C77-A71B-9EA8A8954E5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07A2C5-25E6-47E5-A87A-49626652C9A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C730B8-B886-49F6-9FD9-A8E18F640EF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997DDA-4525-458C-A64E-7C7D8D32913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F98ED8-71B7-4426-8058-355EB933147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84C565-3971-4463-8563-34234FC2541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C618E2-BFDC-4EAA-A14C-790838C75FB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1D881C-CDAE-4806-9EEE-AFE5C4806BB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C4508F-66D1-41AA-9EE3-BC58B31DB88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73AAD655-23AE-4C19-ADF6-767EF877C44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VEUX-TU ALLER 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LA MONTAGNE DU SEIGNEUR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EXISTE UN ENDROIT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TOUS CEUX QUI ONT SOIF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LA MONTAGNE DU SEIGNEUR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VEUX-TU ALLER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LA MONTAGNE DU SEIGNEUR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EXISTE UN ENDROIT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TOUS CEUX QUI SONT SEULS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LA MONTAGNE DU SEIGNEUR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LA MONTAGNE DU SEIGNEUR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PEUX ENTENDRE TA VOIX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LA MONTAGNE DU SEIGNEUR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PEUX TOUCHER TA FACE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EXISTE UN ENDROIT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TOUS CEUX QUI ONT SOIF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LA MONTAGNE DU SEIGNEUR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LA MONTAGNE DU SEIGNEUR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NE SENS PLUS DE PEUR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LA MONTAGNE DU SEIGNEUR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TA PRÉSENCE M’ATTIRE À TOI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EXISTE UN ENDROIT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TOUS CEUX QUI SONT SEULS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LA MONTAGNE DU SEIGNEUR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ME TIENS DEVANT TOI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TE SENS PRÈS DE MOI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DÉSIR PURIFIÉ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MES RÊVES RÉALISÉS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ME PORTES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AU  SON DES BATTEMENTS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DE TON COEUR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JE PEUX CLAIREMENT VOIR 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TU ME PORTES 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SUR LES AILES DU DESTIN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 b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DO YOU TO GO TO </a:t>
            </a:r>
          </a:p>
          <a:p>
            <a:pPr algn="ctr">
              <a:defRPr/>
            </a:pPr>
            <a:r>
              <a:rPr lang="en-US" sz="4000" b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THE MOUNTAIN OF THE LORD</a:t>
            </a:r>
            <a:endParaRPr lang="fr-FR" sz="4000" b="1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 b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THERE IS A PLACE</a:t>
            </a:r>
          </a:p>
          <a:p>
            <a:pPr algn="ctr">
              <a:defRPr/>
            </a:pPr>
            <a:r>
              <a:rPr lang="en-US" sz="4000" b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FOR THOSE WHO ARE THIRSTY</a:t>
            </a:r>
            <a:endParaRPr lang="en-US" sz="4000" b="1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 b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IN THE MOUNTAIN OF THE LORD</a:t>
            </a:r>
            <a:endParaRPr lang="fr-FR" sz="4000" b="1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 b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THE MOUNTAIN OF THE LORD </a:t>
            </a:r>
          </a:p>
          <a:p>
            <a:pPr algn="ctr">
              <a:defRPr/>
            </a:pPr>
            <a:r>
              <a:rPr lang="en-US" sz="4000" b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 CAN HEAR YOUR CHOICE</a:t>
            </a:r>
            <a:endParaRPr lang="en-US" sz="4000" b="1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 b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THE MOUNTAIN OF THE LORD </a:t>
            </a:r>
          </a:p>
          <a:p>
            <a:pPr algn="ctr">
              <a:defRPr/>
            </a:pPr>
            <a:r>
              <a:rPr lang="en-US" sz="4000" b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 CAN TOUCH YOUR FACE</a:t>
            </a:r>
            <a:endParaRPr lang="fr-FR" sz="4000" b="1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 b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THERE IS A PLACE </a:t>
            </a:r>
          </a:p>
          <a:p>
            <a:pPr algn="ctr">
              <a:defRPr/>
            </a:pPr>
            <a:r>
              <a:rPr lang="en-US" sz="4000" b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FOR THOSE WHO ARE THIRSTY</a:t>
            </a:r>
            <a:endParaRPr lang="fr-FR" sz="4000" b="1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 b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IN THE MOUNTAIN OF THE LORD</a:t>
            </a:r>
            <a:endParaRPr lang="en-US" sz="4000" b="1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 b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THE MOUNTAIN OF THE LORD </a:t>
            </a:r>
          </a:p>
          <a:p>
            <a:pPr algn="ctr">
              <a:defRPr/>
            </a:pPr>
            <a:r>
              <a:rPr lang="en-US" sz="4000" b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 CAN FEEL NO FEAR</a:t>
            </a:r>
            <a:endParaRPr lang="fr-FR" sz="4000" b="1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 b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THE MOUNTAIN OF THE LORD</a:t>
            </a:r>
          </a:p>
          <a:p>
            <a:pPr algn="ctr">
              <a:defRPr/>
            </a:pPr>
            <a:r>
              <a:rPr lang="en-US" sz="4000" b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YOUR PRESENCE DRAWS ME NEAR</a:t>
            </a:r>
            <a:endParaRPr lang="fr-FR" sz="4000" b="1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 b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THERE IS A PLACE</a:t>
            </a:r>
          </a:p>
          <a:p>
            <a:pPr algn="ctr">
              <a:defRPr/>
            </a:pPr>
            <a:r>
              <a:rPr lang="en-US" sz="4000" b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FOR THOSE WHO ARE LONELY</a:t>
            </a:r>
            <a:endParaRPr lang="en-US" sz="4000" b="1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 b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IN THE MOUNTAIN OF THE LORD</a:t>
            </a:r>
            <a:endParaRPr lang="fr-FR" sz="4000" b="1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 b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 STAND ALONE, I SENSE YOU CLOSE</a:t>
            </a:r>
            <a:endParaRPr lang="en-US" sz="4000" b="1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 b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MY DESIRE PURIFIED </a:t>
            </a:r>
          </a:p>
          <a:p>
            <a:pPr algn="ctr">
              <a:defRPr/>
            </a:pPr>
            <a:r>
              <a:rPr lang="en-US" sz="4000" b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MY DREAMS ARE REALIZED</a:t>
            </a:r>
            <a:endParaRPr lang="fr-FR" sz="4000" b="1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 b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YOU CARRY ME</a:t>
            </a:r>
          </a:p>
          <a:p>
            <a:pPr algn="ctr">
              <a:defRPr/>
            </a:pPr>
            <a:r>
              <a:rPr lang="en-US" sz="4000" b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 THE SOUND OF YOUR HEARTBEAT</a:t>
            </a:r>
            <a:endParaRPr lang="fr-FR" sz="4000" b="1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 b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AND I CAN CLEARLY SEE</a:t>
            </a:r>
          </a:p>
          <a:p>
            <a:pPr algn="ctr">
              <a:defRPr/>
            </a:pPr>
            <a:r>
              <a:rPr lang="en-US" sz="4000" b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THAT YOU HAE CARRIED ME</a:t>
            </a:r>
            <a:endParaRPr lang="fr-FR" sz="4000" b="1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 b="1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ON THE WINGS OF DESTINY</a:t>
            </a:r>
            <a:endParaRPr lang="fr-FR" sz="4000" b="1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1434</TotalTime>
  <Words>867</Words>
  <Application>Microsoft Office PowerPoint</Application>
  <PresentationFormat>On-screen Show (4:3)</PresentationFormat>
  <Paragraphs>349</Paragraphs>
  <Slides>36</Slides>
  <Notes>36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36</vt:i4>
      </vt:variant>
    </vt:vector>
  </HeadingPairs>
  <TitlesOfParts>
    <vt:vector size="40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  <vt:lpstr>Diapositive 26</vt:lpstr>
      <vt:lpstr>Diapositive 27</vt:lpstr>
      <vt:lpstr>Diapositive 28</vt:lpstr>
      <vt:lpstr>Diapositive 29</vt:lpstr>
      <vt:lpstr>Diapositive 30</vt:lpstr>
      <vt:lpstr>Diapositive 31</vt:lpstr>
      <vt:lpstr>Diapositive 32</vt:lpstr>
      <vt:lpstr>Diapositive 33</vt:lpstr>
      <vt:lpstr>Diapositive 34</vt:lpstr>
      <vt:lpstr>Diapositive 35</vt:lpstr>
      <vt:lpstr>Diapositive 36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</cp:lastModifiedBy>
  <cp:revision>135</cp:revision>
  <dcterms:created xsi:type="dcterms:W3CDTF">2002-08-17T10:50:50Z</dcterms:created>
  <dcterms:modified xsi:type="dcterms:W3CDTF">2015-02-08T09:34:37Z</dcterms:modified>
</cp:coreProperties>
</file>