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300" r:id="rId11"/>
    <p:sldId id="301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9" r:id="rId21"/>
    <p:sldId id="302" r:id="rId22"/>
    <p:sldId id="303" r:id="rId23"/>
    <p:sldId id="304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32" autoAdjust="0"/>
  </p:normalViewPr>
  <p:slideViewPr>
    <p:cSldViewPr>
      <p:cViewPr>
        <p:scale>
          <a:sx n="40" d="100"/>
          <a:sy n="40" d="100"/>
        </p:scale>
        <p:origin x="-84" y="-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5528B-8845-4B65-87AD-0789F4A533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27AB66-E012-48C8-BE7B-CC9BF80ACD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0456F-CDA8-4858-9C15-6E16ED51E7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FB416-EA09-4C75-B863-C4EECDF759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66F7E-AE12-4374-B55B-145DB8C86D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653E1-5A04-44F8-BFF0-4A4AD369C0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9AFF2-BF73-4087-ABCD-E895D95C40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BB57B-9ABD-4C36-B354-8EA7DBCFF0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22753-26C0-42E7-8E9E-AAF6AF4484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A685C-ABEC-4562-817C-9F3F9193CA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6ADC0-BB7E-4F2F-B6E7-B1758556B5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34A2719F-B754-4CDD-BB10-FF74BBE6C8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-571500" y="-100013"/>
            <a:ext cx="10215563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600" smtClean="0">
                <a:solidFill>
                  <a:schemeClr val="bg1"/>
                </a:solidFill>
              </a:rPr>
              <a:t/>
            </a:r>
            <a:br>
              <a:rPr lang="fr-FR" sz="3600" smtClean="0">
                <a:solidFill>
                  <a:schemeClr val="bg1"/>
                </a:solidFill>
              </a:rPr>
            </a:br>
            <a:r>
              <a:rPr lang="fr-FR" sz="3600" smtClean="0">
                <a:solidFill>
                  <a:schemeClr val="bg1"/>
                </a:solidFill>
              </a:rPr>
              <a:t>BOUGE TES PIEDS AU SAINT SON DE JUDA</a:t>
            </a:r>
            <a:br>
              <a:rPr lang="fr-FR" sz="3600" smtClean="0">
                <a:solidFill>
                  <a:schemeClr val="bg1"/>
                </a:solidFill>
              </a:rPr>
            </a:br>
            <a:endParaRPr lang="fr-FR" sz="36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95250" y="-100013"/>
            <a:ext cx="9247188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LÈVE TON ÉPÉE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AVEC LE BOUCLIER DE LA FOI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90500" y="-100013"/>
            <a:ext cx="8739188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ÉLÈVE TA VOIX ET FAIS CE CHOIX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473075" y="-100013"/>
            <a:ext cx="8170863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ÉLÈVE TA VOIX AU SON DE SION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-95250" y="-100013"/>
            <a:ext cx="923925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LÈVE TON ÉPÉE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AVEC LE BOUCLIER DE LA FOI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190500" y="-100013"/>
            <a:ext cx="8739188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ÉLÈVE TA VOIX ET FAIS CE CHOIX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409575" y="-100013"/>
            <a:ext cx="8234363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DAVID REGARDE-MOI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DANSE COMME TU AS DANSÉ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661988" y="-100013"/>
            <a:ext cx="7604125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DANIEL REGARDE-MOI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PRIE COMME TU AS PRIÉ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500063" y="-100013"/>
            <a:ext cx="8358187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JÉRÉMIE REGARDE-MOI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PRIE COMME TU AS PRIÉ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357313" y="-100013"/>
            <a:ext cx="6429375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JÉSUS REGARDE-MOI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-428625" y="-100013"/>
            <a:ext cx="9901238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MOVE YOUR FEET TO THE HOLY SOUND OF JUDAH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914400" y="-100013"/>
            <a:ext cx="7254875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5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RAISE YOUR SWORDS</a:t>
            </a:r>
            <a:b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rgbClr val="FFFFFF"/>
                </a:solidFill>
                <a:ea typeface="ＭＳ Ｐゴシック" pitchFamily="-107" charset="-128"/>
                <a:cs typeface="+mn-cs"/>
              </a:rPr>
              <a:t>WITH THE SHIELD OF FAITH</a:t>
            </a:r>
            <a:endParaRPr lang="en-US" sz="4000" kern="1200" dirty="0">
              <a:solidFill>
                <a:srgbClr val="FFFFFF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131888" y="-100013"/>
            <a:ext cx="6818312" cy="2025651"/>
            <a:chOff x="-114" y="3249"/>
            <a:chExt cx="6078" cy="1071"/>
          </a:xfrm>
        </p:grpSpPr>
        <p:sp>
          <p:nvSpPr>
            <p:cNvPr id="1434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RAISE YOUR VOICE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MAKE THIS CHOICE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609600" y="-100013"/>
            <a:ext cx="7864475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RAISE YOUR VOICE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THE HOLY SOUND OF ZION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914400" y="-100013"/>
            <a:ext cx="7254875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RAISE YOUR SWORDS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WITH THE SHIELD OF FAITH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1284288" y="-100013"/>
            <a:ext cx="6513512" cy="2025651"/>
            <a:chOff x="-114" y="3249"/>
            <a:chExt cx="6078" cy="1071"/>
          </a:xfrm>
        </p:grpSpPr>
        <p:sp>
          <p:nvSpPr>
            <p:cNvPr id="1741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RAISE YOUR VOICE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MAKE THIS CHOICE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-22225" y="-100013"/>
            <a:ext cx="9126538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DAVID WON’T YOU WATCH ME NOW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AS I DANCE JUST LIKE YOU DANCED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-217488" y="-100013"/>
            <a:ext cx="9518651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94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DANIEL WON’T YOU WATCH ME NOW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AS I PRAY JUST LIKE YOU PRAYED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52400" y="-100013"/>
            <a:ext cx="8778875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JEREMIAH WATCH ME NOW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AS I PRAY JUST LIKE YOU PRAYED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150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JESUS WON’T YOU WATCH ME 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>
            <a:grpSpLocks/>
          </p:cNvGrpSpPr>
          <p:nvPr/>
        </p:nvGrpSpPr>
        <p:grpSpPr bwMode="auto">
          <a:xfrm>
            <a:off x="1192213" y="0"/>
            <a:ext cx="6731000" cy="1873250"/>
            <a:chOff x="-114" y="3249"/>
            <a:chExt cx="6078" cy="1071"/>
          </a:xfrm>
        </p:grpSpPr>
        <p:sp>
          <p:nvSpPr>
            <p:cNvPr id="3379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380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SUIS QUELQUE PART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DANS LE FUTUR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482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4825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ET J’AI L’AIR MIEUX QUE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CE QUE JE SUIS MAINTENANT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3584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584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584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TU ES LE DESTIN DE DIEU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TU ES SON AVENIR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191</Words>
  <Application>Microsoft Office PowerPoint</Application>
  <PresentationFormat>On-screen Show (4:3)</PresentationFormat>
  <Paragraphs>23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Franklin Gothic Medium</vt:lpstr>
      <vt:lpstr>MS PGothic</vt:lpstr>
      <vt:lpstr>Arial</vt:lpstr>
      <vt:lpstr>Calibri</vt:lpstr>
      <vt:lpstr>Default Design</vt:lpstr>
      <vt:lpstr> BOUGE TES PIEDS AU SAINT SON DE JUDA </vt:lpstr>
      <vt:lpstr>LÈVE TON ÉPÉE AVEC LE BOUCLIER DE LA FOI</vt:lpstr>
      <vt:lpstr>ÉLÈVE TA VOIX ET FAIS CE CHOIX </vt:lpstr>
      <vt:lpstr> ÉLÈVE TA VOIX AU SON DE SION </vt:lpstr>
      <vt:lpstr>LÈVE TON ÉPÉE AVEC LE BOUCLIER DE LA FOI</vt:lpstr>
      <vt:lpstr>ÉLÈVE TA VOIX ET FAIS CE CHOIX </vt:lpstr>
      <vt:lpstr>DAVID REGARDE-MOI  JE DANSE COMME TU AS DANSÉ </vt:lpstr>
      <vt:lpstr>DANIEL REGARDE-MOI  JE PRIE COMME TU AS PRIÉ </vt:lpstr>
      <vt:lpstr>JÉRÉMIE REGARDE-MOI  JE PRIE COMME TU AS PRIÉ</vt:lpstr>
      <vt:lpstr>JÉSUS REGARDE-MOI</vt:lpstr>
      <vt:lpstr>MOVE YOUR FEET TO THE HOLY SOUND OF JUDAH</vt:lpstr>
      <vt:lpstr> RAISE YOUR SWORDS WITH THE SHIELD OF FAITH</vt:lpstr>
      <vt:lpstr> RAISE YOUR VOICE AND MAKE THIS CHOICE</vt:lpstr>
      <vt:lpstr> RAISE YOUR VOICE TO THE HOLY SOUND OF ZION</vt:lpstr>
      <vt:lpstr> RAISE YOUR SWORDS WITH THE SHIELD OF FAITH</vt:lpstr>
      <vt:lpstr> RAISE YOUR VOICE AND MAKE THIS CHOICE</vt:lpstr>
      <vt:lpstr> DAVID WON’T YOU WATCH ME NOW AS I DANCE JUST LIKE YOU DANCED</vt:lpstr>
      <vt:lpstr> DANIEL WON’T YOU WATCH ME NOW AS I PRAY JUST LIKE YOU PRAYED</vt:lpstr>
      <vt:lpstr> JEREMIAH WATCH ME NOW AS I PRAY JUST LIKE YOU PRAYED</vt:lpstr>
      <vt:lpstr>JESUS WON’T YOU WATCH ME NOW</vt:lpstr>
      <vt:lpstr> JE SUIS QUELQUE PART  DANS LE FUTUR </vt:lpstr>
      <vt:lpstr>ET J’AI L’AIR MIEUX QUE  CE QUE JE SUIS MAINTENANT</vt:lpstr>
      <vt:lpstr>TU ES LE DESTIN DE DIEU TU ES SON AVENIR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73</cp:revision>
  <dcterms:created xsi:type="dcterms:W3CDTF">2010-10-18T20:00:07Z</dcterms:created>
  <dcterms:modified xsi:type="dcterms:W3CDTF">2010-11-14T12:48:37Z</dcterms:modified>
</cp:coreProperties>
</file>