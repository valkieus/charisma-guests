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63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12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8BD26-4D50-44AE-AC7C-39337EF576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521FC-0A64-47F2-A002-C182F1D80E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BF8AA-16B6-4619-ABA5-5C52334BCA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F7561-5E6C-44A2-93FB-53000A4C26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F64DC7-7785-4FC8-9514-4CB1C9134B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3880A-0DD8-47E2-8C2B-3A6A2BA27F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04CC7-1732-4028-8274-60C2C0B44A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F0674-1D10-46F7-A382-2F88D9A45A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27528-6BBD-433A-B6A5-04C72AA458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4FC4A-ECA5-489D-83B4-8F7B73F327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9BFCF-472D-47F0-99E1-39EDE498CC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3DD8E63C-E816-4C8B-9CFB-CC37367DC8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CHAQUE JOUR DE MA VIE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VEUX SENTIR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TA SAINTE PRÉSENCE</a:t>
            </a:r>
            <a:endParaRPr lang="fr-FR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VEUX SENTIR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LE TOUCHER DE TON SAINT-ESPRIT DANS MA VIE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CHAQUE JOUR DE MA VIE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VEUX ENTENDRE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TA DOUCE VOIX</a:t>
            </a:r>
            <a:endParaRPr lang="fr-FR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VEUX ENTENDRE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TA DOUCE VOIX DANS MON CŒUR</a:t>
            </a:r>
            <a:endParaRPr lang="fr-FR" sz="15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CHAQUE JOUR DE MA VIE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VEUX TE SENTIR PRÈS DE MOI</a:t>
            </a:r>
            <a:endParaRPr lang="fr-FR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VEUX SENTIR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TA SAINTE PRÉSENCE DANS MA VIE </a:t>
            </a:r>
          </a:p>
          <a:p>
            <a:pPr algn="ctr">
              <a:lnSpc>
                <a:spcPct val="110000"/>
              </a:lnSpc>
            </a:pPr>
            <a:endParaRPr lang="fr-FR" sz="15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EVERY SINGLE DAY OF MY LIFE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WANT TO FEEL YOUR HOLY TOUCH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WANT TO FEEL YOUR HOLY TOUCH IN MY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EVERY SINGLE DAY OF MY LIFE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WANT TO HEAR YOUR LOVELY VOICE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WANT TO HEAR YOUR LOVELY VOICE IN MY HEART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EVERY SINGLE OF MY LIFE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WANT TO FEEL YOU NEXT TO ME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WANT TO FEEL YOUR HOLY PRESENCE IN MY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</TotalTime>
  <Words>132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Franklin Gothic Medium</vt:lpstr>
      <vt:lpstr>ＭＳ Ｐゴシック</vt:lpstr>
      <vt:lpstr>Arial</vt:lpstr>
      <vt:lpstr>Calibri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75</cp:revision>
  <dcterms:created xsi:type="dcterms:W3CDTF">2002-08-17T10:50:50Z</dcterms:created>
  <dcterms:modified xsi:type="dcterms:W3CDTF">2010-11-14T08:42:03Z</dcterms:modified>
</cp:coreProperties>
</file>